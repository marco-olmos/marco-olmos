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charts/style2.xml" ContentType="application/vnd.ms-office.chartstyle+xml"/>
  <Override PartName="/ppt/theme/theme2.xml" ContentType="application/vnd.openxmlformats-officedocument.theme+xml"/>
  <Override PartName="/ppt/charts/colors2.xml" ContentType="application/vnd.ms-office.chartcolorstyle+xml"/>
  <Override PartName="/ppt/charts/colors1.xml" ContentType="application/vnd.ms-office.chartcolorstyle+xml"/>
  <Override PartName="/ppt/charts/style1.xml" ContentType="application/vnd.ms-office.chartstyle+xml"/>
  <Override PartName="/ppt/charts/chartEx1.xml" ContentType="application/vnd.ms-office.chartex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9"/>
  </p:notesMasterIdLst>
  <p:sldIdLst>
    <p:sldId id="256" r:id="rId2"/>
    <p:sldId id="258" r:id="rId3"/>
    <p:sldId id="261" r:id="rId4"/>
    <p:sldId id="262" r:id="rId5"/>
    <p:sldId id="263" r:id="rId6"/>
    <p:sldId id="265" r:id="rId7"/>
    <p:sldId id="264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2EB926-4483-408B-AF63-0588FA702343}" v="358" dt="2025-04-07T00:13:04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moxo\Downloads\Proyecto\Chocolates%20datos%20para%20el%20pp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jmoxo\Downloads\Proyecto\Chocolat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[Chocolates datos para el ppt.xlsx]Chocolates!TablaDinámica2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Chocolates!$M$3</c:f>
              <c:strCache>
                <c:ptCount val="1"/>
                <c:pt idx="0">
                  <c:v>No°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6BB-451A-84A0-B637FE32D5A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6BB-451A-84A0-B637FE32D5A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6BB-451A-84A0-B637FE32D5A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6BB-451A-84A0-B637FE32D5A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D6BB-451A-84A0-B637FE32D5A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D6BB-451A-84A0-B637FE32D5AC}"/>
              </c:ext>
            </c:extLst>
          </c:dPt>
          <c:cat>
            <c:strRef>
              <c:f>Chocolates!$L$4:$L$10</c:f>
              <c:strCache>
                <c:ptCount val="6"/>
                <c:pt idx="0">
                  <c:v>Australia</c:v>
                </c:pt>
                <c:pt idx="1">
                  <c:v>UK</c:v>
                </c:pt>
                <c:pt idx="2">
                  <c:v>India</c:v>
                </c:pt>
                <c:pt idx="3">
                  <c:v>USA</c:v>
                </c:pt>
                <c:pt idx="4">
                  <c:v>Canada</c:v>
                </c:pt>
                <c:pt idx="5">
                  <c:v>New Zealand</c:v>
                </c:pt>
              </c:strCache>
            </c:strRef>
          </c:cat>
          <c:val>
            <c:numRef>
              <c:f>Chocolates!$M$4:$M$10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6BB-451A-84A0-B637FE32D5AC}"/>
            </c:ext>
          </c:extLst>
        </c:ser>
        <c:ser>
          <c:idx val="1"/>
          <c:order val="1"/>
          <c:tx>
            <c:strRef>
              <c:f>Chocolates!$N$3</c:f>
              <c:strCache>
                <c:ptCount val="1"/>
                <c:pt idx="0">
                  <c:v>Suma de Amount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D6BB-451A-84A0-B637FE32D5A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D6BB-451A-84A0-B637FE32D5A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2-D6BB-451A-84A0-B637FE32D5A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4-D6BB-451A-84A0-B637FE32D5A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6-D6BB-451A-84A0-B637FE32D5A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8-D6BB-451A-84A0-B637FE32D5AC}"/>
              </c:ext>
            </c:extLst>
          </c:dPt>
          <c:cat>
            <c:strRef>
              <c:f>Chocolates!$L$4:$L$10</c:f>
              <c:strCache>
                <c:ptCount val="6"/>
                <c:pt idx="0">
                  <c:v>Australia</c:v>
                </c:pt>
                <c:pt idx="1">
                  <c:v>UK</c:v>
                </c:pt>
                <c:pt idx="2">
                  <c:v>India</c:v>
                </c:pt>
                <c:pt idx="3">
                  <c:v>USA</c:v>
                </c:pt>
                <c:pt idx="4">
                  <c:v>Canada</c:v>
                </c:pt>
                <c:pt idx="5">
                  <c:v>New Zealand</c:v>
                </c:pt>
              </c:strCache>
            </c:strRef>
          </c:cat>
          <c:val>
            <c:numRef>
              <c:f>Chocolates!$N$4:$N$10</c:f>
              <c:numCache>
                <c:formatCode>"$"#,##0_);[Red]\("$"#,##0\)</c:formatCode>
                <c:ptCount val="6"/>
                <c:pt idx="0">
                  <c:v>1137367</c:v>
                </c:pt>
                <c:pt idx="1">
                  <c:v>1051792</c:v>
                </c:pt>
                <c:pt idx="2">
                  <c:v>1045800</c:v>
                </c:pt>
                <c:pt idx="3">
                  <c:v>1035349</c:v>
                </c:pt>
                <c:pt idx="4">
                  <c:v>962899</c:v>
                </c:pt>
                <c:pt idx="5">
                  <c:v>950418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D6BB-451A-84A0-B637FE32D5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Chocolates!$L$4:$L$10</cx:f>
        <cx:nf>Chocolates!$L$3</cx:nf>
        <cx:lvl ptCount="7" name="Etiquetas de fila">
          <cx:pt idx="0">Australia</cx:pt>
          <cx:pt idx="1">UK</cx:pt>
          <cx:pt idx="2">India</cx:pt>
          <cx:pt idx="3">USA</cx:pt>
          <cx:pt idx="4">Canada</cx:pt>
          <cx:pt idx="5">New Zealand</cx:pt>
          <cx:pt idx="6">Total general</cx:pt>
        </cx:lvl>
      </cx:strDim>
      <cx:numDim type="colorVal">
        <cx:f>Chocolates!$M$4:$M$10</cx:f>
        <cx:nf>Chocolates!$M$3</cx:nf>
        <cx:lvl ptCount="7" formatCode="Estándar" name="No°">
          <cx:pt idx="0">1</cx:pt>
          <cx:pt idx="1">2</cx:pt>
          <cx:pt idx="2">3</cx:pt>
          <cx:pt idx="3">4</cx:pt>
          <cx:pt idx="4">5</cx:pt>
          <cx:pt idx="5">6</cx:pt>
        </cx:lvl>
      </cx:numDim>
    </cx:data>
    <cx:data id="1">
      <cx:strDim type="cat">
        <cx:f>Chocolates!$L$4:$L$10</cx:f>
        <cx:nf>Chocolates!$L$3</cx:nf>
        <cx:lvl ptCount="7" name="Etiquetas de fila">
          <cx:pt idx="0">Australia</cx:pt>
          <cx:pt idx="1">UK</cx:pt>
          <cx:pt idx="2">India</cx:pt>
          <cx:pt idx="3">USA</cx:pt>
          <cx:pt idx="4">Canada</cx:pt>
          <cx:pt idx="5">New Zealand</cx:pt>
          <cx:pt idx="6">Total general</cx:pt>
        </cx:lvl>
      </cx:strDim>
      <cx:numDim type="colorVal">
        <cx:f>Chocolates!$N$4:$N$10</cx:f>
        <cx:nf>Chocolates!$N$3</cx:nf>
        <cx:lvl ptCount="7" formatCode="&quot;$&quot;#,##0;[Rojo]\-&quot;$&quot;#,##0" name="Suma de Amount">
          <cx:pt idx="0">1137367</cx:pt>
          <cx:pt idx="1">1051792</cx:pt>
          <cx:pt idx="2">1045800</cx:pt>
          <cx:pt idx="3">1035349</cx:pt>
          <cx:pt idx="4">962899</cx:pt>
          <cx:pt idx="5">950418</cx:pt>
          <cx:pt idx="6">6183625</cx:pt>
        </cx:lvl>
      </cx:numDim>
    </cx:data>
  </cx:chartData>
  <cx:chart>
    <cx:title pos="t" align="ctr" overlay="0">
      <cx:tx>
        <cx:txData>
          <cx:v>Ventas de paises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s-ES" sz="1400" b="0" i="0" u="none" strike="noStrike" baseline="0">
              <a:solidFill>
                <a:schemeClr val="bg1"/>
              </a:solidFill>
              <a:latin typeface="Aptos Narrow" panose="02110004020202020204"/>
            </a:rPr>
            <a:t>Ventas de paises</a:t>
          </a:r>
        </a:p>
      </cx:txPr>
    </cx:title>
    <cx:plotArea>
      <cx:plotAreaRegion>
        <cx:series layoutId="regionMap" uniqueId="{8C0E585D-F70A-4B32-BD3D-944DBBDD27A8}" formatIdx="0">
          <cx:tx>
            <cx:txData>
              <cx:f>Chocolates!$M$2:$M$3</cx:f>
              <cx:v>No°</cx:v>
            </cx:txData>
          </cx:tx>
          <cx:dataId val="0"/>
          <cx:layoutPr>
            <cx:geography cultureLanguage="es-ES" cultureRegion="MX" attribution="Con tecnología de Bing">
              <cx:geoCache provider="{E9337A44-BEBE-4D9F-B70C-5C5E7DAFC167}">
                <cx:binary>7Hrbkt02luWvOPzclAEQBIiOro5okOeW90wpnZJeEKnMFAkCIHgBwcvf9Lf0j81Oy3bb2R5X10xN
1MO09KDQ4eEBsC9rr702/uVp+ecn+/I4fLc4247//LT85fs6hO6ff/hhfKpf3OP4zumnwY/+a3j3
5N0P/utX/fTyw/PwOOu2+oEgTH94qh+H8LJ8/6//Ar9WvfgL//QYtG9vp5dhvXsZJxvGP3n2h4++
e/JTG15fr+CX/vL9v01jGB6tfvz+u5c26LB+WLuXv3z/u299/90Pb3/rv6z7nYWthekZ3k1I9o6T
HNE8xeLbn++/s76tfn6OU/qOCoR5mlL0+gf/svbVo4P3/1tb+mlDj8/Pw8s4fvfzv7979Xcn+N0T
PfrimxEK/7rff7v/6YA//N7I//ovbz6AI7/55Dd+eGufv/borRvuz3+xwf+9/bP0naBpnpL0Z+vn
vzN/Qt5lGcoYRdlP1keI/LL2N/vfvejWf3ff6mf/y4M/2tQfe+B3L7/xwe+evfXCQf7jvXBqn/+e
iUDIuzQjGcqzXzzxO0dw8S5lKeNc5N8cwX4x9zc//NXd/LEHfn7tje1//vSt1U9X/3ir37//t18O
/kdx9reBTyreZSjNOE35N6Omv7N5IsQ7hHOwu6DfsoP+svY3o+/G8Pjsx2/hP/7y7I/29cfWf/v+
Gze8ffzWH/fv//H+KB7bx+e/Yz1gADg8FTn7BXAAb35TDhLB3jGUY0gT8s1lb/Dop/38x7//7b74
9cU3Tvj187fWLyAQodS9gfn/8sH/00pw9TJ/9/nl0T62z3924r8tKxKKIS0QylPxnzb+jQ8wJ+/y
lFKM2RvjX00v8RE29LqfP42JP06HN6+/ccSbp2/dcfX5H++O39WsvxdD+p8K/QdU9qcAesty3/Kk
Dz482u+ql/YFSOtfy483efzXONk3Rv3f2sZbGP97Bcb/VK/wh/b/G1zzBlP+Xp75HwT9P03ZX6vt
38sV/7/xif89jP3ahZeP4XH3U/v+G5D786e/5NmbV/9MBfjmwNPzX74nSPxUmr+1zK8/8fN730j0
++n5P/7966CffmUMv7708jiGv3yf5u8QStOUAynEiFMCrGN+eX2C2TvKMGNCEJzz7PvvWj+E+lVU
IO8w4QSEkSzNgSsKIO6jn356Rtk7kXORvVJ+npLXn/vleDferpVvf7XFz///rp3cjddtGGHJ7LUD
7r598XWj0BuLPH9lpNC8CZKi19N2T493oMy8fv+fqB6zPIuESM2wI2WF5l5mxI68k5SH6RNZKFtl
TNqRX9Qp2kxfpP3Ca6mqbOyuUrwxesHc1Lty6IbFF8C91qQpUltvV5Q2U34796mohMy2UKk7Q+kQ
L9oG2X6Xok4Mx82x5mAyWlVnZO5wsBK3Uy1Kzegc37MNEeXk2rbpWPCEbFNZhX4dHy3GfCbSOlLh
vFxUUt2207gtZSaGlX1GowmdKAScujqYZsmzTG69WpfrVKRL5+XWUhV38+BMuJ95x3jREyqWYsnX
zV477+xwMG2fN+8RSTJzR/TWuS9jMvLbrGoZus0mRvMz5vtxKdPF87YkeHFx72LX+6ONQ8w/TCv3
2VjqmHtTiji39ourQtccQy7mjZYkKO9ODdNRXEYfBlKmceN8vUwhYpqtDI6nKJOL3ebqCuf9lOsC
jufXT1kQyXY2L33oXtK8Fr2VIfpRP9ram74Um5t7L+mGhepktrYjOZq6x+a2w3UzfK4zrscrzZI8
kSnr5uTkurTJv+bTGKYjnvw2vqyGY1/JJTWaIjnGOU1IaaG/sVVpWWjTvqiHRddLGdjmt2NTgUu+
LsiyrNTthpO98tiD23pHabrIgDtRXbczKDqsWNOGMThgVMlSyxw2q8EQ2qrp9fuDHa/tFH16FUUr
to/JJIJOi2XR06JO0TI8fqYLHtXHjdRL/2MfZu9veN/uZiv6wzbqD6nI6LmZU/Nj1ZlwqmYxy2D4
R7qy7hl7o5YiifEjyquuVBWtfwrc29oYX1C2VGXt53mTrq+SQbqqWsAQy2Jvmsrz9CGtqJo+9cTY
+TwjQ5DQqesZlaNGSSPzqaNTXvIpttlSjFa4D3bxbSMb2vh9E7ftViWh24NTkyiTGi1I8iSDME5F
beWYGdjOgrWpCqEb9qlXKW5OItODaAsnZo2uzGIGdDMnQlWqqHKWDCViWjMjcUfX6UKvWqODTsiy
fWEUq6B22WIycmUa4bdrSzpDHrjKp0/GrmTX00RPhQ+rSw9e2LiHDFOf4Kvk0HRT2slASW+KvoK/
l8LWAztDWHtRIDTEcJd0m2G1rENNbCORN5C4wXiafNRxHeOX1QkxP+d0FPkJMZdkx6Szs77s186T
rwNCxu9xMml1xua+aXY1WqdJbksKuvD1MHY+HLdkdHc0pY0pwtorDKHXm7TY1rEp6DQOaIcip0tB
eXSmmNbEf0pi3ddlY9KukfUE0HHVKcgZzJmmchNgVDnnSb6Uwpj8yNst43tBebKj3vWsEDx4saty
nxVETLYvhilpLsyKGi+xGU16rrbgtmPAntayUr6tJeqqnOzI7N3H6KZ5lOsgzHmSDvHGry6xZdo0
bJJZR+0obZq1HyfithflKTvHTG9FnPT87Eked5Wf2Z2r84+bytY7NWY0PWk4NJamVsl+JqM5OJOw
nUJbJMXSA37CRpJcbhz5E+81Pmw+zjvNNOzMJeP4aRELy6R2iX6q1Jw8tDRW1wF+szRs1Du7putd
1ub20CGWHno1rRctse5D1bj5dmxNSs4UH78yxMIglW7pvk+27lO3CX/f8DlfCxQw+RoJtp0cMpbK
ZM25HDbN553LA/5QpduWy6yN1VcUUv6RW8JssUw0FHpd2G4IrrFnExt4oXSe/UjZvGyHTeFe1s4u
jSSemIsQHa/LSFR/XYuE79iscrPDaFBWtmO6vExDvA8Di7Xkc2w/0hb1HwAByCAxTdSwcy4xpynP
6XNuo7jSI63KPGurMm3JemmHUX2e63rDF9aHeRcnO0SZk7m55n3Db8HMy4k5YT6P3YRriX0+7WMO
h5JthehQVm0VdbGglBRtj3F37AgbHmYo9lXZLYT1Bx4pvbNJzgAVef2xRTxeVjFPDkhh+oHV4/Bp
QPO0xzlj+3nh+q6j6bjr7YKOkSdna15rWafdB2SW/mqmYlbX65iY49CsuEg7N8diHrL1PDAA27QL
R00CmSVSQ3+c1hadpTPK7gesv9C+a8/wUl2YWmRY2jkLP+KuoxD1iF5yOl2bNbcfum3byhXHoZiG
rS4X70MRtboInrAim8JwO9nJn4vtlQqkHXGftBr5GSEsuZvH1ZSh9f4aKVOXxCTVJ6HjcOgdj7se
ZclXuxG0FKJvJiu7xNPbBfnenLrVL3KlYIViXGK1T1CjL+w2fa10cy24PrV9rz4pTG74bMb3tO+T
XaMH+tAnui1S3V1xGy4H3E+npu50IhPv0FdlopPDUJ/TYUQF7mn9Y5IgIkM1lkvr6ElUEejCOJ71
IkHSoQjAAiMeX/TLQGoptll9WITP9lD5nkmqdCwY96vs3HQQpvHn3dzu23Zo+jKONutOHRmMlX2H
opx0uG5HupwDycmPAKjiwm1NcnCuyn4EGpSwz70fYvW8sBULiWzb3xmL0lp2tt9KoZO2lapR4cHa
FqlyYFr0ZZb70ZUxUVPXlbwaRJB5Bmzt6CpgJXd4QzP/ZAWOX+rcsa4c13o96mZqyzkwVCYd/tpV
k173gHLuxUDNv8on9mB90nxyQw347Put0By5YlJj1Z+nXdRHFQQuI9KbkUtWA8BMDZEtR/2lXRJT
ZEx3ey5CkMu6mAvXrflHSI1k3TVJmh18mk5E+tpWew9c88fFRp2cbPcK2xOuOCsmrKew58O6Pi11
MjkpovbhmlLVH6qh65+ypSU7r4e12PBsP0fVOFsExGKpWBTg5ISIfTPycdestNuprrsmTZNXO5pz
VdDaV2XS23WVA6buQgUN+6maUPh5u8jU3Fd717XtxaqyRYp2bQ+eRN8VLOF4n+A57pRJEiKBOtte
0hEAVbK5mvfLRqbdGNP5IlX5UHR66agcKjM/i8a071uj20+5yczHNYn046LqcLeIzGNZ8a3fR7Tm
D/kwhmOMpt0vk3/eHEfHvhlsWTUov+xw6y49m8c9zzf77GaSHiZD0bE2M5O9mAZAytRdDxHVZcaa
qRyrUd/FmbbFWCd4r2bn7kmWb2cw18EPNe/urUYWOHKODr7Z4gvJ+q5YLH/xEA2HKOxYiEwksqt5
JaOJd8ATRqimmrqi70VWsLHPb0ir6lOz8epyEBxiNl8qKLZIXRo/vmibNUkBCSDKjNL+bgBvpmfj
yFw5TpN7oKlLSt8ie4je1l9moJLHes0h40aCzf2YtfZAR9de+Xmin2ff2g9j4+gioRVZrEyWhB/C
0gE/5e1aX9N5mKTFjfFS8ZCZog0mKwy0fC2QsyXORdaQr63OppPdgGDIcUF8N3NHhsJojiuZmQDV
38x22pFuZqfObMAa2qEF0pAQehpSNzS71uV4lH01qOQsz7emK9SST4cxKHLvmtoICM4ulD6vJiUX
RejHhAzZ14yt9gvpp/lSiwB0caPD55W0pNzcqHwxNIg1Moxt95iS3J3hdtSSbWpainWjaFelqiv7
ZOjjrbO8rsuZbRVwuvHGkpleRbcMB4yM2Dnrwh3HJLsKCENsj+2aycr62Eqq9CwnMvWbtFOrzxjZ
0CAtGiAS04G3vFxCM5nLviFTMXVuLPAyc1MMSUxkXjuTlZRYWypebxc04xxdeohtW7YrGeBIKyap
RH0KrSBE7HwlJm4+LNsMsJWsterOl6zhx7rP07s+Qeux94Y2Z3HQXJUho+P93CHoPeZmwcU60jUr
Jo5rIsfa4OVhGtfLgbReSZwYWwPTRvVxrdt0Bxwmu0lVTA59RdlTRmaUSmv8dJMDDp/oapqLxW3V
Fz66fDxVqCJ8Z7wfdjPN1lqalQFoGe1JoUWzGOkbO2znmc90L9NRx73gk/mUNDmwQMuGD9UyQip6
II6y5hn6SvPgdkyp5pQAyj1UU6a/xAbrnQ9N/Ai3JdrriQI+YTb0kqTMAVSFOrmetqm6zgHiaaGI
Fw9CpK8Udl5RsUKDcJ34oMq64dmuyWqfA3tI0ZVODb8Sns6PGDjlbu0ZfYrea1+0TYaUtI0ari2A
4mlQPb3IKWs/tLloP/G8Aj7d0eC8XLrQ3XWdQPu+tfZ8RQF9ZqYad22j2AmFIekk1B/1TLvQl9ip
+X2eDvMt2iw1EkaQaygXklWQm5neTQHRg98mKFp1L+5N9CAJJHE+0sCnB2ryYQ8R0X3O0IROK1Xm
aW15c9HrPD8Lo58PXbJSOaM2O+tZvq1lhuhDjbE6DSGu71eVNC8sNLZYRTqd9x7CcUJBPWUVG2XI
xvqKucXcYQBGKD56mqWAlum2JsJCkC3joxeduNUKqT1ZxLhjOD9lDE0XlrnqrBWZwTIHExRta/v3
OXXqcwi9uyTdAF33POmL2mko5klt1qsMIhmuihytahWAiE6bpdAuSz9nSrlzlozdRZNWeNen/v24
AXORC8Z+L9JGsz1g+JrLvln1YbZKn+FqsgWedDYArR3sj3Qb57SoNijSvLW+5A4aQ8Bwh29FRcaH
tucjK5hfZ2DxU2VogVW1wRszE7dVxXwHxbbbuEzbGjpskFCAWcONGbnkiB0DUKdWBpJRUfJhiY/9
4OnHaRnn+w5vLivokmVkV/U4/xG3G40QUos4hSnrxPm69br5snkuxLHpgejPwpn0RKnplz2CRm88
AF9+tmPkpULjfBNbms0y9vlXlDfx06gtGs+XLZ+aa48zEJVyYPtIBrta2Qzmy5gNy/KhiQaSdyG6
laafqwehVnYcFzq+B/VDHXq9sKSYSYWyU5r1hhdoqNbjvAwZlchlOikcSoUrSbWyXd6sQ3uWZNS3
cu7FfNFOLWp2G8hw5jBsaboXasxL7fvsmVWoPyjjm3lna6DkBQdGVcxcJaVJLHph2wpKiEdktwju
5mLE0Zg99KjbvBscEPlTx+YIaZGT9QLUndDJpOrdBw8l0xZtFpNKrnA9SkbU9ffLQHUu29CC9CUq
L7nT7mkKODsb6xjkxNl7raZYDtOcPKHR1dD8pqAHbOnyvm40vQCWmpYgUvFicQRdJY1ubrHd2gOZ
01TmQ8svp4Qu73lozRWcFLqxxJlPDOB+LLtqHYphdA5yGafmas2TeueGrdtBbW0qmeei2m3Zul72
ofdcCtAaVeEbrfeZH5o75lVd6LG1YlevlKAC+i57wxJtxmJRPkOXmCuQBw12awqEYEn52bTVG7ob
rIggvvVhtecgeVR5aTSpm0IvUzZJIBFJ+n7oRl/dJKqboHmDyJqdlsTUlL1Qt03tl6lyTbY32dAH
W4Z86LQcWL/5H3UO8HGcjKmbSebKLOpjyKZ8QBCFTCUH4mI9ibKD5r062Iab7GaEjpyeFG9MKJo4
QzcTxCzUeU3iuu1ypGHVOmT8Ilu6/OvchEZ8XvJRZVaiAOC082PKhouoHL+B9oE290bMLEi6Nno8
UZ83+b6evMovFTS36jZTqfJ7C63DfNpmAMr9FgysqiuXPbfQMPflljeN9DDR3qROW9fEAnNobxfZ
NbQS5ZoRhXeKc3geU5CibmvXdPbY4JhMO1g77BnfBN5VUwzndK6D3s8OSs1dP/O47bUhTh0QZFN2
Gcc8bOeDMSs9Zkal9RFEIsfPrad4OqTLBrKk3KYNq7skz2DxMUFJXuZw0OoAcuEaT5UYXbhZk+BW
meamXg9NzlGyNzVq3TGMJEluGt0Jd9iAw6SSrSPxR0EXpi4sWlogytBLoXuGMAPYbZspBcrV0Fka
Dq3ijdgWWHcLG6i1/zTyNe/RwpWEG3/rRTJvLTBk+ihq3J2NSImtWGtRbWWuRn/BsVq2wtVxzfeM
QINVJDNGTFaZYzfj4uYLNTHQmRUBAbCH9IQOxR43qg5sTgYgSYFZacbNHVIqSBGMAO7hHPuix1Dt
4oDUPWgZThI08NMEEuLJGYLP2boNJzUpUyoCrbyJWbKryfDEAtFFPk0fKy8mOWjSX4IIyz9kLh+u
owWKIaPicZYW2rfrJbTPvVrul9wFWCv/OKxukc0mznQ3npEQlIzMgHwvot8B87Iy1q2QPTJEboY0
RR1A1qpt/TBswDpi03HZ9MlYzCEZ9oFubtfXVX2olzE58jhAP0yBhrVBSGPmw5hytgt574ou2+a9
cmiVWIRpB+o4vsnGXhWRVKnb6djV6pSNsa+kJsiAsgIAvlIqdnmL9eOY1vk+WwBljRnxKgpexxRd
bsPWHGvLz5M4Vscm9W5Hk3rd98TejXn2qJnlrXQA8bdVrvAhosqc2EzHU7125EMwrPu65qy+GqEx
GyQAob2xWw61q88Avzo/XeJp6j9RhEOBRmJPwPNRIztY7vMM9zePddampYOcOq90v3zNW+Flm42Q
2EybeFAdZl/qJl7EbbE/2hiqh9glrISOgz+lquFfkNOgW4JhP/IReEcca/1+XSst8YLjFcZ23Q0w
JypANGt3Lo2gN8Uoijyphj3yOd2jrn5gXqzNIeAeAYj1c1OsRFR3ycS648j0CzUtO+l+vU5BVZQm
8nvc1l2JTQJQ3WsEamiMUizqK41zc8K1y7/4LG8KBwp5T9zz2qUMhGbalduWPUwsbSTmFJf1DIw9
Cb06j3zobrhbHoHWJ0VrI+gekHjSZ6a60fmalwyDJltyPt0CB/viIGllpwRUn6W5sTDDkUBS5j3e
6vbj5s3Q7izFYdfprn9vgp5bqZvF3m1+vcXTpqBxm9BuS+bu5KYqKaltF+kVwuVqNS7a1LxvapdI
1YthKBWk7MHUY/cYDbrbQnq3hvV+NebIWgwjj+A/Jnzw541jR41RdewNxFWTzp9avGyXelrP1BK3
HUupkrTu6EHhNpzHZfCXrs2XM5yB5jMDtz31JIHep6sXiXWGD2Jrqys9h33V5/ilFwHoHM/Jqw6c
D5L1bDrxdHjSA8ywelC6znjP+yJf/NFbGJaQIOwe9cC3GioOESZrZRXxUkZWzQUZ2UfA0Php6uYz
aqM6aTPEIp0aFndTTzmMCJrxGIQ/Wy1JyqzuLEiMLm1BicXZXAQS0+ucc0PLOg2Zgy6KtmfQvbV1
iSFf5oNVTJ+nSrGrlEHYdptejiJ1a7lF+9ChBmrqoPA9stjBwG91JcyY2jNeO2Apbshkn7X3Q8U+
VgNEptFhKW3aAnxz/ODIRgtw1mvX1iyj1HYFSUyPud5BF/uALX7yrO5L4xi0aZS5A3ABt4u6zS5o
OyXPQi2JxMTropu5L7ba33cGXLpMMPMqMIh5srcjOWOxyUFn6auHzVjgfss07jVPYZxnmr7QNXOf
IgwRd0OyLmBdlxddAxM3aB6b7DYdx/kQ9CuQp1X3WgjW6hmaUeAaxGK5GMBGwMEO4thX3dkMArBU
eXsxGdX/iIcOF7wC9bpRCyRl3rdHjnUFNYInyw5VGTtO1XSIetDQGodAS5gSrvOunfXF5Nh0Bgoh
YHg9FUtrx9u1abJz8GH7QrdGgcjQQpOCdH1Pp2m8mBtrPtQeyIbcMugDCtLOT68C8dckAJv24+Tv
yYp0OUEvBboJjI9KZ+u52FA6wXFxMtPLoYOIPXGafV5ARz4lovMUCp4dh11YFnQZhe/3DGaHpcPL
l5okYiunZFDNTsVZp+VkEtRJ0lLmDzMn6dnSDOFBgZB67lcokzqvu1sYbreFSTQHcg5CWoH0LGRa
6+QR5Augz4k5QLODL0ka7P2mmnWfbi2Ea6+f8zWrSpCkbnErbkNicgAitbCCbmYrm36rSkwR6NiG
CkmbOkQ5zKYF9tGTEnX5k25CIh1MI9Ru1KyvgCcNppM9tU1akK4Lclgr0INZVhcZDNKAzzpyHWH0
CvIPHfdRT6AJLWmUwTMGQ+ahm/frRgB9GkvivlvXdV8ji44tzWGQJ7B9mbb2rOGLBeEdred6xMk1
IDU7rCsUZaCpSTnkCn1gNA2Sr3O8/M3tgj+Y2MO1gN+N6zPCqUgp45QiiimHO7+/Hdf3rpqTtF2Z
NCQeoTfbm3XCMN9dufzzheCOwW8WyuHiMNyhJBhjRJmghMON7d8upOZsNly5phjSlvZnjmmynK/Z
hlH55wvBFf3fLgTHYDjlmGYpRhln7PX5by4gqHydm861epfCMJXvfOShkTBcUZ+iB9ZYCjDqBgRN
1B9wxbJ4+PPl8avF/vMCRP66PgEVhaSEZ4yn7NUQv1l/7nOhPBN6p9uEWqlAhKUy03BvgdY8bfd5
wkX3Ea5PNPESTRbfoK0DjYH2mSphnp7UF5XokLjEYRqz4qfN/XzN5ea3Fzae/hdpZ9YcN3JE618E
B/bl5T6gN7LZlERJ1PaCoDQU9n3Hr78faHvUXcRt3KHD9oRnOGKiqrKysjLPOZUXYxX6wX94Ln//
7f/5nHMhTF+Qun/+4UyT+fN39//l11z9tw7P+YxZqcV/af6av3/XH8DvDHX5Gw8sQGcuQWr/5If/
f6AbBZTK30Sc+ddfYG5esWZmJMv8R/6NuFEM51+K7CizW5kObsVP/oO4UdR/AbYBxqHZDuAMnbX+
L+iGP6Or/FG80aFA51jWGehG+5eFn/DPbYcdQbX1n4BuBIcHuWNhm/1Fx8iGvCI4nJ/S63CCXj1Z
72nk0JoNh03/LS+2Wbw7m5b/eM85vGfG7py59itLczA5c+3J9/TYAtxzim3FDakYU+Clwr/JlXdV
eSfpxkrMmGPCNXtCzBiUyZcTDXuN9d4tbXAaW47KNxih161SVFJZEUe+HFQBpsiQylE5UTjZRskP
Nf1VKdEhyLUVQ5ehlhsp62Q4AKMMg0U3DWE0qVWFw9j56imr7dsyLDa2HWziYiX8LViZg45uWSb/
sWTc7nyNkg6KR57m+smnH/G5Gb1ik8ihtY2TWru57g6zYwnLgynLUTQTVpTtCKasoYoyP6n0U9mr
9saykmk76IG3ckItOAG3BTpHCgFdN8V42uVqoQBs009ZX4bcb4zPrd8Hu6mwi/uxq/WVVVKXJhDW
Ef0LTVd1TqrLCexsXypt1QaEpsutupFSK33M+1yhyBoOfshsanbiUk7tSMv6Tj7GsV89tRXl4W2d
O7Wx83s6fa6kT1Wy6azCemqjvvD3itFIgTsFUfQ5Hxp6n5oc/Q7Kqg9BN6nddz+01PZDN/YUP8lV
jR2d+KpfGZ6iLCwahQ4DT+SQJKpdDq+te1n3p1Y/aaEc7LgVvtPjkOKEZOs38kSpz5Pep3r7o/Ca
6ZgAT3PLytZO1z1HmTeV4DqOaRNPZWouJqt7+RVm4ZVm0zHJqiYpWxW8ku4095E9hm49RnTly51B
upU58m3ANf4Nk+DYCluEk9pU+culeZ1EwGu0ibtCXIAw9IvxIVM+1lU97fSmSU5hpG9lWwb2Zka3
sVRp7w1rMI8rk/B6KWCv2dBKKO2Qg6nCVzS2GqVN2BonepHlN7PNvBvZsr93XRSDrlD73ZjI8X07
Tu1BApa3U7xQoU6dSLfXP+TVPuZM4wizZNIm1bIM9XI2Cs2ptd7OpTuTNtVhdKzh02T03kpger3m
mDFArOqsOptZFlJNTVdqrVZb6a6inepNx8Eq/nJiibsTFYyAS4DbK3aEu4X3/qd/PkIDUKqtEUao
8AozPeRK3Ff+JN3ZyrFSErc3/82f+TdI98O/Pff8ZHwVpOax/TGgC4fIOHGHjdVeulPVh3Tkqrxp
nVvZWAmFc+i52DWGZmgayFJb10yFwHu5UHliKa1TO85d02nKhhLCJ51CW1ip0TaKvPjGt5Ngd33m
FgZ2YVLwjdquqrSOLefOep+U3xX10aZtrj1eN/Iq5ArjEjyjjwO/68iZ73z5R589GcptnzxcN7Ew
DpI3MNCyoTB5lrBAsmbWsaSHwUmSpk3k2xuHBvTgP3Rat79uaWE3XVgSFqmvo0xRpyA4tYq3p1B2
aMPh63UTC34wZ6IwYMn7VFmdB3uWh5U2tZ60jIJTX7TBoZvKW/ulseqbd7FXjPeUCeWVkLk0Kg57
2yRscixawqi6ZGybsmgw6YOyGvvvlWl9uD6qNROCq3U02cq8xEQ1VgFFkMp3C0DW143MO13YQpbF
5xODAL0btmBEAe5QFV4bnNiont8dQcgBRnMb3CBz7uzyU2NrK4FvyfUsaLVcDSEL2qYQfFp5pOKs
YdJX78EFzF4n9Q9h7a8MbXH+/tgRXRwwdGR1Rh+czLg66L3SucFcz78+f68uG4Y2Z5bEHu48NHSF
g1tOvCo0Oowo781sl+tuOybvu2g82KkrlWvJ2OJqnVkTHD2NY2sK8zE4pX56UFswK5X8VxqMbk5t
2IsUFyzvxuCWf32QLyfvKy85syvkgMpodlLsYbcKPsplc6gdWALlccb9quq3rhy3sW+4ilK51Oc3
aXwXJM9+cAPMZhNKP/rqHgWLvqPU5jf3ft+5fU7RKN6D8KTrYRwGat2Z7YMyufGr8Q2R7nyFhPpH
I1ulnQJcORV9sFfIKZjC7SBprpE+XZ+mpTB0bklw7N5ozNYY8YWgfajk4l05BX/51Vc/BFAjAbu/
bm0mtrzeupYtOzMfWqXyfBn1OqeVemvSglNnhO5k3yAQ4tQ/lInWzNh+12BH+FxIh/KbFG1Tw/WS
h6jI3KAat/lkbVvKbN2DGY0bjd6ebe192jDXv3DhGLOssw8UZt6L2kCubIfInyfOHjjy9K4d5IDy
47h2LC/tdVsmEeBKKXOnFDZGKA90TIAKgydOqm1r6Kbb6np6e31AS5Hr3Iow42NnBl5jDGwDmmxt
dd9LP5pRP6ZqujJzi8NRKQqSfHIhEPPxKIGiwOU4OMXy56DIQWJPKxaW1sb+2wJ38UvnCWUwFFXH
UBqJhqtTAV94eEseQ3vGVGWatboMyurSSAvfYarCKTh5yoM/aje5XG4krVi5di8OxZhTdS7FJGfC
UPKwyMBfe4RgXF/qvhTTj75YuZss2kDpgZqIbKqKM//8LMNQzRz2R2QGpyi79wD/xPUhMsqVg/H1
XZTDxD6zIsyXpk2MsAzC06BmoKLhhGxr0w9uJ88vdmGk3pta8a0IAcL4xnejBgHna9Ww8hVLUez8
IwQnHwwwA7rKUCfa1DSFAC6NQ6i50AcMl07qTs77tSLNok1L5gZO5QI9HyGb8sJRLuOWJbxNx87t
gKTb9Lt09f348Q07+MyQermOxmDCXLDmkNS1rqQ9GdSFOKSmsV+ZxcVQcWZISOGj+dbSDXZwyp1P
TVcABms3hna0i2J3fUSLnmnpmvxyV+VqeDkizjZHA18QnDLp0Y+sXTU+0itaMbI4Ght2mSNbLJAi
+ESrllpfgXc6AeelRefG0TvHTrZ6E6wcaspi5AMgyc2YKgC15MvhDG1Gb7kOw1OnAbMG8minh7K/
z37GAeWP7GbYgCiYnK2c7WsndKWVZVuYTciauoGiFFkxtZBL8wCRo9Aa5oE6j432GHD/WgslS/f+
CxuCa4CJaDJguSEFNelAFmwdzTHcFXvwWTdjWR+k5C8JktN1N1mYV1sxiMUKJRaqDkJoaS21J1H1
w5Pt9Q9RaWxB5QTudRuLk0cajBlHB8wpuKJntY1UZ2kIxsfYczWWtHgHIHbFRRZHcmZFiBWtKUXN
oGUARCEjtVYJWcR6gwmqUAqdTf7H2XXpBXnZBYMMIfI02fdtVu39zlyxsLChuKhSXTepE9MrEXzA
6eBkNODNT5X8JVTv+yH/GKj3mpysFBaXloTQgH4XCmoKO/hyJKHm1UFSGvjzjOT7KPWPTbKW5i1c
Smi2/LEh7Jm8pvsRJXp40oOpPfoxSIw21wtwo8UxLayvkVPHD7JdPvRRvHb9WhufMI/NJJdS22G7
tj843ZfI+N44v697tdjABPJGE+lsfII3THaoDAPIoJN0VyvmwbiBrz118LMjV3tOx9K1lIMOtoCr
l5WuTe6So5wbnyfgLPFoVK1vg14LTzG8rTHblcbXMJUBW/+6PspFO6TP1qz3RpdEyNX1orVjOTBI
or6ZwxO8G738LMsf32CERo+hwEDGjDCTOVT3SJ8PRc260eNDCMryLllzicWRnBkRZgyMkhRok8WB
ODo94Nrwo1mpo1tXsFnDQbffsJM10yF34exVlVln4HyBgANJaakSWK2ZWQzX2WyOSZltQbyshNeF
JIkOgQOvWn0pOgnhddD1sq0szo0KSiQZtRr1GzNst/oAgbpFFfDvju9CAXfpIL6wJkQOZfS8so2w
NlVb62sKSbtKHpTJpcEU1HdtpLnF8NjnhF9r58cgmEZ9ZWYX4wpdNFnjAqFqYmkqG4rYUyxi5OBT
L1BpnkA77m23kjt9W8G7hy6hTdtqBDuZe0W94qyLoeXMvBBanFJVoI4yAZIzwim0XE96XC3DvuQz
QmWFOpg5t6st1CYMYVEnCMiS3FZzgG5cSXpfwmsNh/so/RZyvDnVV+CH+S1Z0ZZ+2sqlZt7Tr2wr
MtKaLxgNQ3DdFpi3Ajo7PH0Z89oNoCwkXbDJ4ztr0Paa9YZ7mq2fmZs37lkoy6PIR/MBczJUMsN6
SKrnKfpy3W2XFu3chpCo+ro0WOqAjaI75vlT2D6MxsqsLW3DcxNCpAS2H5QlNPJTATXrHnZkKd3Y
43OtrLj/Yp6oKxarA3zGUXVhvjxP6TR7xP9rIG2kxBAnP/qFvI2A87VBcZKzydtk3W0Tx/+WZvx/
dm+WTav4perMWZBouugTTcnnIz0tfO3WnEAuOn07bEOlsA+WnHTQ8cvqQH1POWkVoD/4Vf7KPC+e
u9xr6ATCfVAtW5joSErCUlZkxq8+5OaY7+MWpH6n/ZWG1b3GAmjSdDuXDbVC3iXSoetvw0xeaTEt
OtTZRwg1PWhZlR/qQ3gqlXvAsa5cP6w2yxb3oQ7mzLbmm49YqLaNOu6SJieBqhTwcp5jQpXys12b
TMZtXLTg9cfxTjYK/df13bLoyjpZoU7ln4xdOI/Bdqd5l2C4KRL5qHT6IVKUaWNn0Hst34ClUw7j
Sg1teVkNGu4y+jqa/FLWPAsDbTF2UdKWhHVDum9LqGs3qgZtr0GhYutQj2ztL16s70Il2VFV2nXf
rw96HtSrqAfdyqbpRXoP1ugiDPWNDQWhm28pkXdvzShSRV3ZuotOc2ZCcBob2plZ9VxR5PzLVJRg
Ru81s1xJBxa95o8RsexVBYGsWgFGpLT4RnYaxZ8Gq3XTOnzowl9JsuIrS2kVzmkbtkk+rKjiQeV5
ejU6BWNKjxN87iQ5Um0O0pVTd9ElTZIpGVCGTk/vcnU6ZbJLz8QlkQlygXFBCfuRGNlWCdf33eKQ
LBXABZ0v6obqpS0liaoR3RimbrA3YQjdJP9dqOPO6NdC2aJDAH+UZ54fIV3YaE6fQP6sCeU5siSD
9xesC7Xd28bdlHibW8cuNjTbwga+sLnxyLDMrNv341/XHX/tI+afn228rLE4TBQ2XhQ9BVW4acLj
FP68bmPRKakSzUUAAHiKYCO1i0AGwhGeHNIzw74ZIoRkyg9+sLeKvTetWFse0R9rgrP4XjwZZcU9
3QiASVTbtFagwz5cH9JivDgbkphSZHoC4Zq1a9RyA1/KL960k88sCBHJ0oA3ATgPoUpuGvOjn3o7
tFH2CaIYzpdq8lei08sivIqAZ/aE8NQOVlQNXkeNbcbFD+9jOE1R/T4Pb+dWUBseiyGPXUP+GBnp
wdBapJoa18cj4zXIz8rcikElNpU+ClNGHiTRBuEXz4vd66u36CI2DXrYT3TrxVIOqgNOYEGWOKG/
9Lturel2Mo1vYNLzlZxpMZicGRI8v+xLY0hMJnWInxQUkpDyR1Endb2uXhnSmiXB6xWv0sHIYQlB
pZtSzY+0boA5bLP86frcLa7O2ZAEz7ezrC20BnZFNPk9+nXPcQit7bqNtfURfH/U0z6HcMs103pM
A4QF6p9KnO7+NyOCw1PeQSlDxs1sFiX2foM4WE3illfFcKgek1fYtrD+coRuhj7gaKmSHPpscqX0
9ygPpyZccbTlGftjSFh+zc8CR/eZMas071LtGbrYTqrslXVZPIftmQmh67qhvmRxZ4dF0cASGlWS
78E3LFBcGoxkFfZXpBi7CtLYne0r0UpgWh7ZH5uzP57ZzJMS+KiBzbZ7kpURYa3nYihWjCyeUKAc
gTibpBhiQChkP+BmP3GryH/HCewqaB7hcydvKnM/ZPLtP/c8KCUv0HeUKEWvyKCHRc7gUOsPMvlQ
5pK+LbwIrmecJyumXpowYlingagbAKspLotouLqNqxYluhBI0nQDl8a1ObTiZFcH+SEvDk6zny+R
qDjt4m5EDeXBsNpPTasfa7mBYCTH7tSMh+vjX9oVBuKDAM1UoOSGsL3RWUO6LOabwnDYksop2e8M
TtHQruzwpVBlgPE2QK3PeEZhU/TRWDSDnUSnxP84+r9pgl0fx5LXnP9+IRRGgUflSUqjU56B7DFd
TYnd2P9ajC38nRZmwfa6vcUbONhu4JkwhOgUCAYD9DrLqZkH5PTlHik+fY8EoOZGCGHe+IUau8ge
+pvSjB238If02+iA0b3+EUv7cca3AQ2j7GjaYti04iY3TAat+F9Qf9jQCpPML9dtLC2caRuKMzNJ
CDPzz8/2fJxNbTOpeXTKkvSx5rbvAg8r3hDMCMmmplJHkMEWXxopYfOO+Zghf4KA1KaVg24jgwba
dkXxqy46DmvHHN4QZ2jJmjapB2wYseFGXbga5XyMTqN879ePnZFs4vy74qWbNL0fIT5fn8d5LcTN
j6Qt+ARuM7ossjbCxKFHEbTRyY6sL4Xmqu33SL0Zsptw8D4oxQfunyvesWjRRCBX14CQclW7nNRc
k8NESszo1NU7cp7cRlfAHFH20n1Kppbrl8O30rD318epvN6JOnK/7AkbOhG1S6EuXRtFCl/Yp1Hx
y9rrybZM75Rk0/70nqnQoGLkDKdyPOj9BiZCFx8naJQB8BZ/tRz/2nP5EO50Duht5lssT/WACZPC
L4OTM55aeatkKw60UBrGAPQY02awM8T5coLHQC41GBCAgHquHE24nW7gjn4wxxIk9WM/PI9ZgQYh
esGS925szRWPWpxoOpOKgm4x/D1hfcvCMsdgqoMTZ43rxxWMbdPtlGrT7Br9O33FFXuvMw4oYOQR
xG8FyqAhDDexCmS/2jQ4obezCbsfKI5tuv5XYu4R21g5lpZsGVCOrLkbDitNKGYkhZSiTAcMROuK
nZp+mj5L1gQU2k31f1w/1Gm7ggwFlgYASoRAOW1gBXFOAiDpv+OIJCo5KnG44iqvt6IO/BRYkqqq
hBoxvqVKI4UTFE+STdoj6WMJf9p5Gs0nKXtWvzr9yo14wTMwZ1A641Sf+8qXjgnHdzBqyJanvIfP
KUlbzfuqo/MU39q5Q0L118qWV1/Ftnl4f+zNPz87IyQQKWFWc81XzGRfIE3bFcZtElgHW+m+aOCG
/eH31PxA2TBs3LWKxkK98tK64JdVYA8Ir1I2kQJUO2yEEyZv71mIn4THKPbundbY1YV946FboMr5
tuiMDXeAld2xkBDwGXODCK4S76G9IpfJHkK5c2XFdIZbpEY3uvxjjL6gCXCoUQ7UtO9ji2ygtnZ2
vk4C2JSOA1qbeil5pZCIoEKi+A5igScH7WPb6VxaOPS511x4oSgBjB6w40xIoL4o+jDl2tAYE9Du
0/iXfAjkbRGMm1mnOdAV5BHcR+PWPEzdTYZMRr3S7FwIB4RZiu8WGG4cenb4MwebA0SJighVK+uX
grpCEn2uqmcn+hBFv1Z8eY4sl+c0a3hmSsipbHjxttRjquyfovE5N96FaMOZ/kdrOujm0bP3ef51
xebC/jm3KVZZ9MlSCpop7NcY9bR3gXETot7hHYafTfUxQMSL/6IAQENnxfDSYGkhUXWh6MklW5hX
36uY7oGtEyQnvXuWy6f4uZaRTovbjd181m3UP6W1y/7rKwfoRKi/LCUMSS4Dl4vp5UrVjgP346Ha
zYVdz3Yg5E4IPKyEwYUW+aUlIXe10SlS/bmOhkTWBhajhFhcpe64cmkOnNlNLiGfJ98FRfBBVdND
4HxEHv8fA3z4hhmnBBOFffoSNs5cd6i9KZLn0XaSpCAb2RdIcQIQQXUmXzllFrcodxIZ9DTBGLrN
5cyOXj2hijeGUGnRcNeam6R476e0cm9KJOlcHQU7HXYt0pKWnu7mLqGaxKcgmnaV6j1e962FI49x
//kWYe5NtYu0Nqcvl1EyLFBh8pyn2EIkxrTQr0jdKAg3q9XtpVh4blRIiRxoWfN1nhiMWKpT2Ns+
s/Z2//yGoTm0ynVEgmi3CNNcF6YBicRhu07KTWUfNPTTmsbc2nr1HNnbSdc2USvfXDe6kM1yNaK9
A/OLVFPs+OZZ15pyoFB7SaBJdIWOqJ+mtSun2NLePLciHCZqLvl22VN8UaXkgJj9TVs+aD2FhzUc
wKIhhcANM5nuuTz//GxbpIPRtV4r4R4U0nbA+YpDbli/dTbgXql9eyXLW5w9qg76fBcwqfdcmmsm
Y35gQYdFNYKQmR7GvN1eX5/FAc3MQ9JjA8aH4HpxW4OklIjhaelsNONekfOd5B9Xq4tLeQZCHX8M
CTOHsH82DbMhJTBOVhogWaZuoqG7pUuwVerOdMMJ8Ukn+kXZ4fv/NkjBPQbN8KtmPodNHruY9mXy
ocgRz/LHFTdcXC7uVZSk6AMjm3u5XHYBV9AzYM6QT20g62jptLs+koUUGfYGTMT58mRyqbm0oCUV
WqMNcDpPzbY0ST0yZVP5liAMWNButoaVo3ZefjGtgC2isG78hfdrRHtlzD+GORA1O8RrHF5N+Oed
lFml5o8JwTFGSesiaJzhaWw+Rt2A3nXiquMaFX3Rz8+sCEvDiw28BoPU5an/nTMEy3qAzjEVT9eX
Z/4t16ZLSEwKkl0UBxjLwIsFMS/llMNdPLwbohY5qxVXWBuR4Aqpk9EQBlZ+aov6HnXUYx48D+VX
Nao+Xh/UoiF0VKiyghmSReg8YlKd0sjsnlIetzqCWqN2X8vbwa9WEoFFZzszJBxQwLgqw5+vm7VS
kJsr8w3QMX54WWmsnEqL6wQ/FRiUMzNF5418FsartFCcLGad0AXYjNoxpkv4uYloq+l58Pv69C1u
2TNbwhZSAI4OExptJ0uvp/d95smHdLTfN5byXNVWeMjS8acpT/nKzl1cNVRvbOIRtVaxcq2ghqqj
VopZucl3lg9XJM+8Twj5Qv0PouEtoY9XglGCgvuvi5i/epJHlJUwl1jUWo085rCHwrfi80seQuXa
5q6KPBD/53LdpsorrALttReoH3u40R7Wo/iaEWFjhbGddvaMsomVY2NUcGDvzXxNH2TpqJiJE1T6
KOGQGF2OxCtKsPkOtY7a0spPSlci/ynx/sR131vo3eiAev+YEZwv8lu9GbOBU9dx8pssKjWwdsmP
pIrSfZI4EahiZdz61dQihdzyJo0ay1uedgrQwDPNXTfFqdsnpnajBKFD8jv5R6RjVqkrcx4jxs3z
z5yd+Ww/Dj7PrLyAgCp1w+MIoAaa3eAjVKEZN7Z+bL07zYk33Paa1RrX8moD2tJ0y4YiJsyQUnqJ
44R0tNASz3b2uM8er6/BUqyhUve3AWFsmoGQTThRZSLhuQNiaO/Qd9wh75RS3uGtgylc2fmLqdac
n9qo7L1Uei9nsx9p2fkj2bCBLPyuaKV8m/Zy7kpZH+9iHjRxy9bPNpnNpa5o8uJ7ZeRrVebFaSUS
kPHpL1Hh8huSqDfbwFM5nZQfcCedqHKD+Of1mV2KrFTroWeqaAzYhrCHMh8lENWLaQJaW1k9llq9
lbj5Zz9ALPj1Snv8pfr4ykfPrImO4uSmnGnEHqRx97xBIo8jmfL4QBNo1/EomFT9SLWRpKzd2Wp9
e32oi+HCQMuFaizaBrYwVEcJiyDTiUlZd6hs3lN7Q/hmrf7+/cLgPHSVHVni9w9eukXO053CteR4
Dpuv5u/MhLAPpGGSRqvnhNDLfh+r4R595XpsbyL5c6594ZmW1eR1ceedWZx/fhZVGqPntZqJQUX6
L561sV0niLcoPs1v6DxHyv76Ei16/Jk14WxKZUm1+wlvjAAvT2X1fj40Wr96Q2GGMx1xR4WqDFvr
clCeYndy9MJeiJ/K6GcUHd/CCOHUoCjMI5MwJOARXNrgYIjbaiRkze9FxU+8ObEt68/DmurE4pbi
pgQgfC4Dkzhc2mmBUSSBTKEridq7Js83Ufp5MgHsNqabWLpraz1yCgElirA9jClvKP7zJaOQR/dW
I/DrsrBkilnqYd5zmzfU3wlIJ5ooLaavG1mIUvx2loqshb6a2O/SNN6byHKMVB0tNa12ixbBem1L
0WKbB7nbZyuxYmGjYZC7GmgUTgAxSQI2MlooI0cnIHCbyIve6zInqoqM4Oh8MYzw2MrHxlpr287b
V9jeIF1h5QOoV5GqEyJUJZlV2ZpldKocanemKX2uw/i+kUpvyyNpyT9fOYIVkHYAoeiHGEJhJNfj
IdEHHoMBl5HQoiyU+95+uL5wC+HjwoZ66Z1GlEEC8KLo1NCg5KmTY2yNbjDc9+2XKrS3140tesnc
p0AtjWaI2KVEtlXVNL+LTqi5z338tHFLQw/2qicn+1zun6TSz7nfm8/X7S5ELfC0f+wKy9boNlLr
UhGdpGaj+/ey/VSvCYosmWBYJqGEwsWrm0jOHUt2kj46Ob1973vNHRXzbliBQs/fKbofAqEQDmiq
wJgTxlGbXSs7PkYs3qWk/2GtMciX/BtyAYRXZ8aPi3GXN0sNCJI8dTNniUg0hHsTBGbmfby+HktO
d25GOCVrLfO4uIF+CBPka5K9at+qN2GVbvXo23VLSx53bkk4HSm7lVo1MiBr3EtdlfF6lPxtMND+
73gpy94l2j+nNOqot/2ZwvmLzs7jTKeLIMt6dNKcJ8O6N8NdV/J0zJo+09rA5vh4ZsaxxgZ1dyM6
+cqt3qOcJOWnudgTf4lL3sgqqpV4u+jff4YltkoiXu5oLE/Dvye6tLzjtalnjcc2/X19wZaOS+aP
RiLEJcpxIhBvinnqJpM8kDEZCC0r/Y428q3cV++ivPlVdvtOfq6ejYCS4JTLa8Iui7MKsgEMKnJo
gA4uZ7XyusqrNR5SzW1AfnWRbU0lg4Yf8eyjBVltQsPp1/UBr5kU6kEIbXlTn2KyVxReFSYXyRBn
jFDyqHmPJSl2gZ+/IebP+I3/jlIII+h1ZkWnxvEpNqNNEZj+vkoRqc97RXKrILlJ+y5eMbnoPmRz
80UdLRuxr1hMCMZWM4hYTXYtbfaI8mRtrjQSFo3AwZ7JUQjLidpoA09ZQVShDaO3T2A2g/ZxtW25
uFpcO2f+E4JJoh44rz9GiOJy4wt7dcMrNPBpf3q81y0Ba1RvVG8lA1jeDWf2hG0eS3mQZSX2Cp5L
8svenYqjPd0r4b5T653sqTw5chsn34u1+/XiXP4xLNLqHKmUEXLQKFgrt5kOR9G0dzT/P1x3/mUr
QAvnI5P9Nk/3WRTjGTqv5oEssDfUw638WCUV0lOH60aWTk2kGuWZqcTRKRLnke+zwgaJ+FNkKKe4
Su463Xu6bmJpHDOgjmIrsicoaF+Ow1SDnqoLJmIw8mP2pDuPqPK9wQYCSnAK+OJXzerMSHPe6QvJ
eJujBNMvHSseAih3160sZQDgjf+2olyOxPY7tGpMnzhfPWTatBsalOXSoyEZKwfKC1VQTGbOLQmx
1hwSD7XxhoMy8KtbKTFSlxcy6b20wbCrwoKHirXGeuD9Jt4r0XkBKVKTh7rvv1s9b7FJ/jQccoXX
awrdzrfByNOHMi8/uUMgI6tc2V9t04dmn8OsrzXfuS2jEH5fmAQHa2jaUwN0H+lOLkKdX6+prCy6
A/ntDJOn3y9iRrxCQ4qG+vNpiqINT/zuyNxDa+2wekEPvZpB6LXcX6E4g/27XCvNm7iP+cCcjWQP
3PnoaOOGxwBnHoi5G9XoUU0+qfqMegblVT0EZvRF4R2Szvyg8ShZFGynPr+t+3foIqf2A6D6vaw+
+jzBZ2S7JnknoXPGE5Dh/rqHLZVrtTmJRaSYVjk5xeVn8+aoNskB2bhZ3EV9+hB2oHun/NYIoq08
TqcxCu6bFIx4VgYOr0Qho5y3h7Ku3dwKt6qlHcdQ3Xklr05e/7LFZTv7MGEXx5oZFbUBZNvkFdMh
KtzwWOvezf9mZP6Is5DnDJGjJRqY7ZoXcqQv5fCc2SvVk8WABzMZtPYsVyQSJstyLPGXitxw+Bg5
0UaWV8LdYpA4MyCMIajLepRCDPTJFulT3EtVP8X+l+sztXRLUM+szF9xNlN51OVZHXHZHuzbrDv2
wxFNh+Rd1Kw45NKZfm5HuCNUCm9sIJYVnVTjnSVtB9DXCIJWkkPf4C888PqolgrX4IERBgB2xAYQ
V6edbJ49KPEyUiFNnTa9BX92SAE8fazrbVQpd1zy58cXr9udg8GrYHFmVliz3JOUfOopmFTBzkbG
UiehdYtp2CiB5daaszEHxW2Vcg1bv7iKZ3aFVQz70E543JQw773niXKdgSkQ4gxnV5FRXx/joi0Y
1jOJZ5Z/FA6vsYZpMhqsZGcdkyb23FiBlZ90N7UXUvBdk/+dp+zVlJ6ZE04w3rkNO73CQR3/ib4S
QgOPebpy6i9mgBAhkDYE28lbD0KQd6pUN3JeLj+p8+NDShEcJ56cmp48GNcpKi5+cyhS6QuiubxC
+PiW+fzbtniOZVOZdkOP7T754I2876XXG5BAbmE/O+Fbql1nA1WFxQs6qcoLC86HxC2Ia0mSH1pg
sw9ZPKVvwOW+vKjzwnii0yocQboS5FXeU4i6KwyePitQHJaHlV7KojNCcfivDeE0mVrUBdNeIdDL
rds09mZMn8wq2vbI0tPuu75Si654Zmz++VmsZDuMOULa0Sm1iq88SLbzDOsv2TG3180sBy/Yz2iq
oDIg28JuNtvSb4IKSlqhVe5oJO8Lj3fCeM4tz2+leHpXZMfC2aQ/V8zOa/9qp/HILU+ekJsCZ7gc
Hg/wZVY6Ybb06m0eWZu0eERjq+k+8566q3W5q9ECPEzlGuZu8SilS0CBmXsldLJLwxIJTDTxygav
KvByrRUOw23PY8GH6+NbsyIMz1PgOVe8KntS0avdSFYxbr2Y8HXdyqKPgASZZVJ5u0DsJIL6bJOh
4uDhMTSn3Tmz2PS00ouf1//VQp3ZEPxQL2E3pAOXFC0K1Lk2b2ymROaQG4PNACfpfxyS4I4NdTbT
rBmS5h1tHhjnzc41yuvyiBDSotNMddect/nZzorbwQi0ERMyz5lovw2EyprPUZa+wQXmQjx4Onra
li042mjqVtj3nCVJMwFVuB0DfffPl//cguBkqh9psarW3BasX3kN4sF7X5ar2c2SK4MYBUUFRgbt
ZeG4ksJBSqSe476qjzCRB39rR/GW1u5W5zY2bobkXklvJLnaZ/7HNHuXedWKTyzFXShuNIeQIUUo
Z/7CswUb46njlRcWjKcKkXNH371t9V1rGtssNLeTET++YV7P7IkunziN06TYk1L7Fu76RmuLeykf
V+4NS1QaqHsaT9Eh9EvaKPQrSz8Jk3Tg4tB2xbay7p1+dIvySFENJcAOIcXAdlPub1q2lQbkyT+3
a28PzCMRN/f5Fwg+GkZy0WUjX2BnX9rK2E8pr8NGa5q8ix50Nk7BT/M4jAerwYpp8Hgm79yvnMtr
oxDOfq2YKmAG8zxWvCO+44zspWzFB5fHACYN2QyDIofgg53a8exwwxXX9rSfgW/am4AH67dvcbw/
RgTHi1BlyLyZmEtBKCzVo238arxsxe2WZ+uPESHCxkadaf0057hhcePx/HkxKDeriPNFKy8oMeQZ
0UOYr2hne9buyii3ZXK/3CxR/WiR0Ks7xC0nSUr3/5e0M9uNG1m69RMR4DzckjVI5ZIteW7fEHa3
zXme+fT/R+3T7qoUUYR1Njb6xoCighmZGRmxYq3bX231eGCofhHuAL5uC9uoVJA6DGJMhYq5t75K
U+IigWsMwV5/1bcDcEUwL/J8IqVvGhYGZa156VHLXh58W2DnTbZR9F67nxZU179GhE2p6a3B5UXm
56iR6SrzgNrcMFkHTc9yuMG0LUTu6vczFplCyjfLhMD1UkWWXSMHJhPapqRQgGxjjwma8CApSb3L
HZ2WSTRkG5WZtcFljUnp31aFa0UPs3Jua9pPc1Of1Gb2TEU+TgrUVkW+n3vn3pr6nfpd753DGDn/
MB3y1jKCsxk/Ir170qSnBa20MMrcDqbVuGUGln4D+FNFrF8DBajU2bFJu6m+Jdax1gPPpmP6/2dF
cN5Im2YyKocbTeatR6fU+WROW1Xy1TgCZ/CsTckYrGBkCHI5I9NNzoVq72B/9GWo15zJm/9MJBZ6
XKqiC6Dhf4YQLbsOIORMTX2SpPi5Vp70+km2WheRwdecjhdmhH3BI1KOmx5/SmfcqYFzZ+rJLt2k
GF7C/cWdeGFGuK30JpYW4AvsCL56oCH7yNi8E0de1z4sA4PMfLzi+oJWEr4H2AoYZRWur8xPYllK
2O+h/HZ8r2T49Ipwu7QgXF7lMITVLHNshcOHcP459Q9dtFW7Xts4TI8sgnmM49DuvQ4CtSgTG7Jr
ktEc+fNCv2POOjbCjRhYWxywmUw/k7gv5A7XViTJaoIuiZNz1Eyo3I97xN6XboYi5Z5UzW4cbyzO
2uFoLCqWyyyuZeiL2xf3mMa0rzb7bcL8Txe5eTf5/wRzZHl21aP17SAtoPrKa05kcF3okSzjOHCV
Xxv1x9Sx+yFLzrr+tUQSuK+O0mdEpaO6PN4+iFa/54UlITKMIa/HPKiTMwrch2UGNfQPtd1DX8GZ
51RDcCdrW9G4bpPn1yKDvFA5XHvXV4NaaPOQnLsKzDSN2eJYtlp6PzsJmlTJKO95vO+jJDY3quir
tQ5oa35bFk7EqfDHMode9DzVEyO+SgCieHroULQeFA90WOiqKDnV8Q+Q3Rv33dr2IDlZapgQQzH0
fO10njIaqxZGgspB8mXMp+len5Kv0WQGG9nDqpPM3TkQrSBJDBby2tJUhXaRRmSq2lDuC5+UO/T6
pDgYPxrNfNOXn7PB2TX2P7cDaW2fXFgVKSTUybf7TCd1RXo9bN/kpQTS+MMYnABqbnzKtXvt0pRw
D2SDChnm0kXIgIw0QNqq+qGJApqCn2779Cx2Kl4Fl5aEq0DCJzlZ0Fl14eZRuq8iAEZj9hOAW+JT
obL6QyKnrj7Rh/SHr112jMdTMXyfi/7tsLVVl6344seAo4H2AH4VYA/X69pZQWaFBaVbsy5Rnr8b
s/Jw29+1GEVp5LcF4cNGtMYgk8ECnKO7LrH2fNjNh8F6fDIHSJuQXPPFEJPsW+SU0UgOHRrHlIn0
QmaYiJzT93fD3LuFNqpu23VvpHRrZHs1SC9MC5vQrpWo8GdeCnV6UDi/g9F1shry+NYbzE1qnmVB
Xi7Yf44Kd5VtZQapPHl16HwCv+qZQXRomwTtQlU+NvpxGCG0dOR3bSxt3PerocKwJZ1TDbmGFwBh
P7bUwFigXcF32/8VBBsbY3UHXvx94Ygpka63khpEHPo3ZV2/s/KjERZ72KE3HFk3tEhZgvak8y5c
hPGUOGM6UXHX1WI/pjOCdcpxzg8SePzbsb8aGmRgMEYtbHEi3sPQYzLLBX3XZrK3NHJR395Hjb2v
NGNXb42ArO60C2tCIIZak9Cg5ANKzoNvg/yAS9/8dtsj0YbCpBm+LFHgOFBSLR5fZC7WqE85KuXc
Ayn8dpFkPnVR3rt29+u2nWWxL8P82Q6fTEctgzkPcXpY0YC7IbvHMyPznTfx5NiexsD5rkpgRSm6
oT7WDormhVrtJKVuNyJEDPX/WTcA4vP6V2AJuPYymbLEDyqLBuHZ+aFtDfmKqcry14GH836BGntB
wV//dSreic80NDXcdKK72d5HBkdF0x+y8qPaHIvXrNmlPSHenRE+AEvCnqUFri4lXgESzSy/3F4x
MdZFr5ZvehEZRdkouaSwq1Ro3orOeZgb553ZtqfeKe/i5PG2tbUVgnjEhjiTd4EhZj6kVc4U8/9z
rc+yV2TB6GnjZunsxbXy7BTIURu5Km5IkRGgLABsAwXm2WYUB12+Y3qMqbzaHo6zme+mNN1REtvx
uDvcdk88okS7y79ffMyyDDVJM1kyM3vr9Mc2aw5O+diVW7XB1c944Z+wnY00Yb6pwr9hdKcPw91t
L9YOC+jnf389ISeXnCFv++XrqU3qxtJ3OZD3dvKnzZ3nb7XQ/5kEOaIRwnYaSiOuRuZFzwTacVAb
18x0d9gay1wN7wsr4iZyjNCS5yA5G8pn0y+9FnbIIZX3BaoUWyniqi1ngTWDbwahINyEktxwzKLt
fYa0znA1gxaflkTyTq2D+KhkheFOJeKIf75YC/sVBy7tdYbbr0MuyElY4LXnTar/BFvnpT0ojD/F
9y5rpfPQknlr8wIVC94+7malnSfnUVfe9ob8NmiNt+PkvL/ty9oHROuBYioicwvM99qXPsv6SU2q
ZIHzJ/V3Sz/nwQ42vF3yp/Mc/3PoP0vCqTf0sqNLapkQ4u59CEN6vHESrO0hmn20Y2GqWeL72pVg
0MYOXvsEwoFsb49HebJ2zpYMyNpxc2lE2EJmijyO3BUUwZq9n+yL4ETy9ccVvedvxZUKY6cK/6CI
ptB6XZsTmSc6pFFy9TbOci/c5DhbcwUsG7kJndiXZLgABH0qPDyJwS/p44Pje47+lGwhiJ4hLWJ+
cmlG2KLy1OgMq0fpWa7R+037efDqWflLmQq5cWff9HdSlkGcaTbhfvQ7m0KfVULbKXWu3PqnrJhK
NIGn/Bjrg7Rva9Nxg4guaK/NvWeMvb6fJm3+eHtbrMXSxY8WZSxrpSwZkuPbDP1ZqY7AdhVz415e
y22ovy88xCRvssjJ0vYIEPU10Cpk4bvuEzOF79Smd53eosz1c9Dq/StcUjhMdOjzmJ0UrphKDoqi
g+D+nDltvOt5Gb3R6jxB1Ck2Ng7ItbsSaNVvU8KS1zxNxjjmIdvsrf3WQPDq0jDFAkwXKtIXkhxz
OnRKvXy3VA7cBgxJWM7eJqnk6ua4sLKcmxdpRa1NwZzqWGlgzLGT8gQboOd032ez+/CKdSEM4OPm
UuEeu7bUwFdRThLIqTZivOlphgw+fbptYtUZ8EU6txUjpaKMqIm+DVyGpIBG/GlitMmac9d0UDHa
ePKsPUWY0/ptR7hMdJQVJXUmF8s6bW+UEdjEyqukyWsoM4SgiynxeWO48QFXU09A4aA/0Q3iThZu
likK4P8cSJ4mo4Tt4d1QK8eg9MZ+uDNzGJX8v9WAinHTbYXiapzzLoENkkfeiyGFslDjURtIBFJQ
6ZX/yym2WGhXg/3CwvLvF2FIPVyvw4bH3ehDsXvyldFljvR2dKweRIwu0UcC7wa37rWNEHWgwYx5
wtn5EaS/L0EnvneaAxMR458y3S4X2zIm9a8tYaka5qCmSMJWUtqHmUn3UX/nB0dLrw/qpuD76vI4
CkUuSG8Xdn3BMRM2gmAihbIDWXblLH8sii1F02e0qHi98ad582hka4YpGGG0th7amo5IYDw5duOC
voGJ9TDa3yV13xaf9Q+x7snpFx/6x8k1Gg19MIgYdiU8c4maH26v5Vo6R8WUzaACeaK8f+1yJ7Xz
NKZ0Lno53+fZk9oXu8mBKTV7GkbHu21sLTipV9J7pG9N7ii4XvhUvyOUss/pfSFnbuU8ZErs3rax
dqQsG9ti2BgpBvH1OilO6Y/FRLOilU5xnLlalu7LWnYTuJ9xK91pzDwDC/hTaoslUk0IjBWAis9c
xtdfsjWTVqlkyjfykH9A0d0bxuT+tm+ri3VhQth4SaebneQztCvbnmnpHxTjIdaAcVWdN1raxmJt
GRN2XmZbpiIZFNi09ACD97lGqK6ODoE+nnt9q0WwdqRcfjzh2JI65p5jH2NJOb0z0hkEg+6mQ7a3
/LdNmu9TdTPNXA1GzXDo29EUBtZwvV4ZrEihWtJbyhrqHG4+MdzlNRLoXU8OVelLboLmdlM7y3NX
7hQHjSGlaXfFVKg/9AxiAzcKK2DRpKHd31ltNY/ZlEQx6lsTJHlzOnuFXw8/A+DjkWs1vvwxHK3I
d80u8R+7VLERmGr6OnqQknTcSBXXfQMhDJka/H2iCplij0nSlcsZk1IfUtygvRuUrUreqhFGqxiu
4n+I0Fx/QD+YA7hpODokKEzV+ViAgJP177dDfu1IpowMMSD9sQV1d20kk9KcFweDsurgR2+Y4Jr2
xWiYG6fgWr7Deb9QzyHj8AIyGdtzV9sKjzQGt7th52f72Ti1ysb2XfWFKU2YF9CF5AK49iUcm7yx
LI6/GTlKr/t4+0utLgdEFQv7NFoXYkMvtp2E8jd/3XA+oW9vhbXbhhs3/6oHFzaEA1zWpQJyIF7M
zZAZ934BmXUV2c3uticviImfj1JW24blDYo3sTQ4t5I/G/PyZp4PU+p+tR8mZgQ9db6rIzdN3ht3
Mv0nuTsan25bXjvzENSDoYgHD2NowgqN0xROZmpyQUXZtAe50EAHnM/3Uj8Xb6RBZj4pd/a3ba6t
26XN5d8vMjYFYD00ZDqxlw+HWS4fMkrXTT1ufNR112xIrCiLL1eVYCZqmnoYLPiMdW3n2/GuQm9F
lfNHp5PdrN4Aob+YmVmW0GLcl+uQYFdF/ZdcHnq9DHpi3XGV/m2o7apTne9N6dSZx/brnfPxz78i
lWRNWYg/Fp6ua/csQBEB7KTpuSoeU1OlJGrs4bnbWKu1jwjHGtqODNKTLwlWykhjBriXWCtj2i2i
0YC4UT7s5excFlsI1uWPiYniIhLCVBTq3DRLrl0q5oin5KwB9Yj7HTUFJK1cqPNuf7dVjy6MCPmf
ZJo+1RaVdKkYvbiHtyI6zNro+b6907qn28bWPQJcjyTXsrGFGFwkbGDiIAZ7GbrD4WmManeToWXL
yOLxxX6KCycZmFWBWgHF+Xj2j1Fv7FDl2thPW2aEVzgTpEVbSWzbtmPg+ZhID39KbbdsIRt42b9f
S0hQ+myemqBeSkoGHBG9QfLaHCNrA36yHGkvo+y3FbFwNQXGGGgVnwsZX6/vGreeNx75q1+KBIui
FV0ETp/rBTEG3yh8a9k0selaDlRiCYJTW3n/qpVFzAZ9JOaERPyykleto9HlPhvyr7x+CKLO4wG3
8bjYMiIsSRmlnW+n9v9DsxkP2VRtt0PWkhFgFv96Ik4ZJGU0VOFyUtvKqfqe+ugD7YON6F21wfiY
Rh2CtraIAI19nWsbIOM5C79o3a9cOw4I1+gbK79lRTjBlMmOwnCAThNpoxyYlkI6/dj3G6fKuhWA
F8DWKfGJI6d1zwtWjeP03BjArcNT0joHLT06W3KSy+K+2Cm05v+1I8RxYEeZVZVJep4LtAQdTy5R
2mACxLZiN9J+QEribSZcW74JOXbR0eluk4xa+LfY+dS9tQI30bfmkl8oNT2fNFSVFUrU5D1iNLSZ
znXJt0CR83G2kd3SVFdq7tPW01reK7Lb6D/L+WM1126l/elQ1GLcoS8GkRwFcjqa18eDPue80p0R
OEJ5pAkDhMmKPt++d1YLftTcFrYDWhfUkq5tmImsNE5M16/U/dBT5fSoR9NbC+WvLH2vTe86I3Dz
NOZBlm9stJWHLWxkXLCUlRYqAOE2GgpZS7uAw28u/pIg4YN+Nz21skd7+9dtJ1dCRWU+mVoZpiyI
B659nEMlnMaxSs/xYNxR+tO76pAmcPEeX2MHTwB6ohVqCt+ymmFxq5Q6Pdu69GnUm+/9YN3nU3Aq
eI7++XmLT//ZWny+uMsDuaiyJG/Ts9WejGiPV2G/cUatJEBXJoQFUqvEmAoLd/qKCzCLWlQ/tPix
TpMnuP/unGprkGLlwgWuBDpZX/qOYFWufUKVomoKnViUwy+z1bn2Vltz5Zy6MiB4lNoQPY0teeMs
kTDuK3U6Btm9/RgU4cGsm6P+p0BHdjAGKS1DE0q/QJzPLOvWUFJ1SVQC86ekGo+ypn98RdCB94D0
if45d+P1Rxud2ZLGCZ/azsv/Kds3TBME5cZeXV0ZtCkU5iO4RkThkrGRkaiQOeDzMbvrbeMACeNt
N7YsLP9+Ec+zHMBzEaXsndBEd+ap9f90rP55LS58EHYntXktm2YsmOoTIwTQ8PxDM/UV25Ku0MJQ
RAuKML52w4gtpQhS7ovMelP+6Jx7f//n3+nSgOCFOZSTnuQYgBPN19B83ahtrm0R+loQu9Phgi5V
2INyLfc6bWIckOGr143AmyfnLlUt15oiVx+elEn+YKjh3W231o7oS7PCzhynNh3yMk/Pof8gNz8l
nfp37c7BVptp7b7j3fiff8KdOlKCik0V/+LUjs5+rkpe28IU0xvRY2q8A6H5boqcb/mgmzTT/Wzj
9b926V2aF9LkQOk7XYU//1z77+b0Yz9AmuZ2U7mfjMJr/A1r6191maZHZ4HGmpAjRX0TpqWGNT1x
EXx0VX0npafc2JL6XrXDYCQWgLfyoLmOel7KSqg7rB4Yi7k7GcUpX0bONkJ/CW0hy1xgoMzkaM+F
GmHpJEuP62DmGseEPzzhyWaresuEsDwoDzZWsGQKOvPZLlw4X6A7eGfnW/fC+gf77YoIgE8sRwpk
m6s1yRfoSzZ4c3VwXnUYQeJDxsNrmXL09bLIJSDCqu7h7Lc/2UzHchwN5Rad2NrBDbqKIU9uOpZf
SK6UCeVSqeWTaZKU77KKZogUG1tz12u5CLfbMl/ODqVUd+3K1OZqoZRYaRRzx+L78mOlnOqMuUpl
I8zWHOK1RA+H6RqQ4UIMZBLSX1mrpGenLOqdY6WyR/172jhn1yINQC75PXQXnAjC1pRm1egjf+Ic
ihgl1vy/ZjXapY681fVeizReL2xLeh00CgQ7Zd/ahZFqRDR4n2PCkJLmRdbGO3PVGUrDz92IJc2+
Xp1UKRB3UlV2JmlI/xlpGvtPhRyX25sBq39NiJSPk5aaYauyKplyKuv4jsE/Mzgy5+Y5yVYtcy0C
YEskqSLeePSJ7mhRUs2oQ5ybKjjw8FrKzrevu1UL1ElZe9glDXHOO1VRS4tCchFNSlypnNz8FeC6
RTTwtwWhwJCV/Whoz8/j5nuTZKe8+yWnnwIr3bi4Vy/US0PC/g8DK1L1HFcAO/rBaYp32pPxiTrz
1B/0aVdvybasxdqlPSGg405zhnpJ45ZPt+A46qfM2nj5rG0aBAiZN6BUzw4Vcmo76aYuMXlcqb52
lGrTTZoQEsNvfvGnUyFLWOtMjoP2Z39CQHu9c6qsqK1O4YjW5M9F9ehQVYg0emCZ9YrEVAdaweuK
fiGVmmtDodP60HaMz+/FJtLuCYZk81pbC+tLI8LG4RRIyrjlUAtMg6rBqdmk8l9bfSa0YTRZ+J2g
nb92I9Y7v+96LAxZ47b0JBvjp2xsvEW2jAj3phYokqlmfCs9ynZO92vZoM4w7G6fAVtWhJR30Psg
gV82PZd5UOzS3obCx64aD777LXTJ8t3FzOl55ogBXFomYn7GeE4edjbnc//V/JV+yOfEvZNit6m/
bDWb1u5ppk0howL+xJtUWJ9U9h1UBuMMhtYZPpu8Hv5pgtJ2w1CWnqY8/96bnboR2qu7lZiGMgPc
OtP71zEBYR/6GWmScZWiCQM7Zs1su5b3O3NLv3PNEuPaKvGnU6gQn/MROtFVkafZWTHOC/92GT45
huFK9bs/Dw2gXZTqGUGHTX/ZZxeP4XGoy94J8uzcwSTq/ai3pA7WQu/y7wtfrMx7ya4z/JCtN11x
BnYd9Bs4i7WQuzQh7CHmtKAKNzJMhF/G4U3yvRjegNH1Ou0nrQFvc1Ji7egxrAUwiZ449G/CfafQ
Eso1u8rYs5M7m3DOvwLbRza4lEpBxpCJCJeC2tQNgnt4lFS+2yXVPje/Rn/V9cG2Ci9LlI0EcfVi
BfizQHBA+nPiXQdBNpN5llmBPb95bLLwqaBFEMjtmzg2JXdMfwT5ryE6KP68sXRrUX5pWPiUde/D
J9dguAnrozRP7hT1Bz97SodXpI2oDS/FbZ1Hqiip1EaGkU8OYS51R/i1/e74mpYnKJz/TAiRnsmQ
iDbMU52fPxZKg92pD379+W69tCGEullpcTDKBIbSPA3xPo0eNnWU1jbspQnhrjDT0HdqGBuXL8Wc
BF9KL06v8WJBx1Ap11iQ63DTjDi0mWnMzqoWzAeeYWhOa9YvY1KC/W1La0cD70TKBdwUtD6FLCEO
8lLJeyzZYzswk6H0POQQRgY+P8qeJQXtQ+eb1d1ctcq3uVe3GvurH/M/+yIcCPFCMzYsjgpT/sZ6
+cmn162XbdFDlOnfvNi7bSClSx+TLWSXnl14dTF7+tZowOo+vTAi7FPJHriCLTs7R8FwDIJxN/RP
ka0+lsMr8iGwWb+9EVL81Hdkc8oMTiKot5lAo/JiNRsp91riYDqMbgBVAWMs4urTxNCVyvAzCNdl
t4YFwa7dXJbc/UbWteS5YirEHbG0Q+G8f1kSy2fHaiTt2RdJdfXKDT/YH/vwYfNGWvPo0pJwiRut
2eR2r3MDqsEuzD/51S897Rmb992y33qFLWv9wi0Dzh0D4DlkXsLuHUB8IziOseRXgfgIoxZvtN2j
3XkTLLzfzC3ekxeC8cu7xbqwJzjXZ1EfKTEhoc3d2erN0a3qwrNz0zXbcD8xPgCieDwOzs+kSQ7h
oJ7azvjqqKNXJebGybX6oalwLDwhMtyhgu8yfC+dGof5uZNPQ6gdusb3rPxNa3zwB/3+9tm1YovX
xzKvREntJegyMsbJZnI1OkulY76rJtl0tQDmLnR1cqCsEEXpc5FuHJgvSOn52og4Ml9GGgDm3xA2
oJFZbaQFNXoXUu/5nwvjgKLH6LiV+m4qq72jRY9K/JBKvSun38aBirLyRSm6fRv+0vLucPsTrBw7
/Jil0LuQCL1QRDcHR+qMvkQtxWkP+cFoQteUjtEmN/e6naWaxBXBFS7kP7lhQCGoosoy+nF1YOqm
cXXINvbMYw13jLltyaetZJDUrpGC5YFERU7M7ySpGTgbkNybOibV58TPd91oqBvnz8rlc2VFOLRV
S48sLcaKxuRzXh/C6JCb6UaUrhoxqSyCkWLqUWziDKXVhHo9oFxS50dLfcxK6d6P/vzZRVHxPyPL
Vrl4pJRZzvPeRjrQZzY0/uhrP0MITzauhdUgYJ8BEGAoianuayOJlM2lYuFJr6IRLe9/zqhI1MlG
n+T5dSAcn/QU/jMjHCHRZEzq7CPSGyShh+hwYr6LdOlYGpM3tPoH5OJcNXhS8k+TfO80puc0486v
mp2uvm15TNd7Zzxb8fdpci37rtbu2MtnKWnuiyEGG//OgDF32neltPcRCt/K3NbOJICkjPChxQ32
UsinenWoilBBDSct3Fp6U90nf/U/y1egyNj1v62IJcusUIO+1bFCCkpu5yUJb6xW924fLqu+UOUF
3ckojCyWecdMocu8WMk1z6fBM89e8Oi3X3Tr4ysMWTIoamrEwC+WwLuIXmW0pK7taAEawKkfUzv4
p24jdTf7mXQ0gokKdsk1ctvm2rbkivptU9gxcygNadPhHFeGZ2bfR+UUdRt3xdqGYZqeESrqlsgJ
CRvGaMeBQnwUn2n+uG320Fg/CusYHG57oq8dlswrcQNQh6NQKriixGmpBhlmqr1+7M/SHVwL+c6/
Lx8LbzjmsRu4lqu4hZe62QGKqf1fn77Unnb61O+Nu+Cx9hrVHe6tY+6xe7zkPtl9zt3ci4/pff9z
47e+TI20y58qVD77CRXkyIK/PMrJhZofoXa8bWANJHZlQdiA0tg3qerzMTQzOdKPO5hj6/byx1St
oNjSwLGcauNJ73eWBfnWFmXlC2qvJTu4cFAUQvCHJMj1biFof7K+WpGLzlDzDfhl8sl+13/3v7bf
x7eo/IVPlPxue74eBfbz1Du/QaxeB3qNEm4KW7FVBcyjp3m5Cy3F2Ng2L/hVnx0EnY+qKbT+UM9d
71XTzysubBRdYDwx4m/+EO0tM74rOzdx9SZyIdt2aQjm064d0/f6cEcP0kz6AxOeQRjups2mx9op
xXP89w8SNpmTjX4TBEw0W2Hu1sw9jIo3qpan+9Sexo3LfN39hbqCnYZGrikcVUYYZnLYwUenNZNX
+sluVkM38b9CqZ10D9pD/mNELlrrD2ofH8YH5b08HQLlEbWPtN+CaK16fvFbhH1fxZMUFObCf23u
rPlvlHvdqbgrkH9NtrrXa7MuTD2ioUvHF9Z2kRsk1ejPGgNT9r78lMc2MzstmikPUnXyoRD2Udfy
253lfCyj/VjeTTqUh0O/UYldTb0vf4QYe2VEN0BhpJwX/PCm59Ty5uYhcKPCDT62v6BvVb7F7sTA
w8fm49bs39qFcWlciLMQ/AuKWQz/T0G2G81vtKy8pt44vpbTScx9qMQwc0vLEzY+IbycqJ6qccbD
+j4l8VXVU5OfhuyHrJ37/jvQjlfcUMyhgDW1luqIWPUz5jJ3coTBF+RiFdGZBPUZIazLfPvt02mt
gqrxLlRgDtNps4mP4iAufQkIXnzOk97Lw/eVYnlLN8+PSs/pGeLglOaR+H7D7MpbXAM7RRJDG4TC
pvBwybQktrKQcdexdA7VnCIycfDrf4baReEvdh6c+ZOSz6d4I1V+wcH/fEySyQB8Jk+jG3J9TCrI
lmnpoC5k23/H6kgjsdhD1ucOxZs8DHZ1qIPlmtw2QNp7nl0zau54Y21UItbyD6Lo948Qomn08yhu
FqZA2foC4s4boClg5PM+tjbCaC1sCSFgaiBFFdb42lttzAy7U4MEb3d2e5i/t6kb9F70N2q208b7
YO2eW1i0AUDyH1Ps+yijmUnzjIKiHxk/i7IevFBC5+V23Cw/WNyHFncooy0UMYB+XzvUJMOccacQ
NsZeHZ/Caq99L8JzZ7vdVjN47RS/NCWcKwDg6NOWmBq84rNyTj+UoEbd2+6szblpl0a0a3/0IpwT
qKDZ5+ruWze4Zeb2Xjy7auwxFRs+3Ta3+vXg60ZZA3l1mtzX1iwo+mM7wJpvyfeTvrSf3fEpQDbM
mnvXbzbCfO1kthxAIjTt2eria8iyo3jBCHFoDlrk5ZX/4KTpL7/2ty7/taVCqcFhcG+5+8XcB1Ld
wEkW8YFWq+8Mpd9l2Zu5PXYV0mhv0ukcVLkbmW9V53NsuPVwSGXzrum9cP4YKFuYpbVtAKc3fV1+
0aKjcv2Nx2KQa9iv4DzTyuTettp4HwWNsrHZ1jb2Ik0BKIKzWxdRa3kxa1M56rDp9/4xTKV9HgHX
D5udM0Zum5+aqn+KrXLjol9bUIZ9VBgfyCv4z7VvUOEw/EET5BxCpgrbg1Umu82rdu0DXhpZ/v3y
0akUujKAoT/P9VM5f9bDeWPTvVDdXO6ASwvCEvkzBRuj4OOFzrvC7HY+g/pos55kSCVyRD6zYHlW
Z510CrN3cfIgkbEmhhtXCeT97cCIm+7yyt8PaQSM03obD/sArlJdOzZIkiv1XQuRfLQ1L78W5Je/
Wrg0kqmWGJ5elhw+62IfjLbrp98QcWuTraNvfZ0thcFbrg521fUSQBJhJIXDJQkTAHilyEUUaJ8q
h9un0epCA5ana0IW8ELkcoY/oU98rIS1DdAcLc1ko0m76seFBWGhpUaZx7HlkxUKQNXB9OzwXORb
8KR1KwgHU4mh9y2qcnWBnmZdw66wRmuHKre71LDGaSMDXTu74RP/bUXwJYt8tFQXjt9sflB9Y+cM
P2n69XVKMrrL5WCDB38tRXFUBqJB3mlU8YVoK4Zp1DMHrpAof0s9LxuThw6WTZB6wcZ2XP18wKoo
X6tMFBqCY1HtJ3njww+9UFFOZAzO8ElFO/Z2sK36c2FF8AdX5wIBOoKtK/dpNz3Z/dJFPc3N1nt/
7WheSoyyDOAXUPmyjy/OL8tM6tbyWajUREAA2ENleEb6lVGNUk/2Sr+nQnrbt9WT4cLiEjoXFqPc
CqQwYiM1Rb/zVfUwOVXg2n1wV7Thl9rfarWshqIBsoxjFOzFixUrkqxKZjxM8tpherk27kazuc/z
pHSrNIh2A/EE1TdKxbcdXQ2VC8PCIoYwYY5Rzj1vLiPm3YOq/2TQaiNSVo0gaozCkLbwFKrC1wQ0
589oPJx9RzuCCE2oojTmRia2umQwh9HD5fQzxRGYwA8bZsU4M2iAup0W349fnH7mVimOTtJtfLa1
RqQu67RrFkKMZb752iU9R52wlTgH7TJyQ2W+g6/S4aXV0xFP3bDwwgf5lLn7Lk2PFppK1fvb67ay
+UCKAuFeiL11XrTX9sNAkxQjTRNqU5TftaD8WoWVVxaD5flBsZGkrBqj2Loo1lISsYXLy+rqMU0k
KF8Gecp3Y532XtFm2s6GOG1PQrpF3LRqD1ULptKW9RQTvggW8cEYUAxB84oB1145ZVPjyXO+V6Pw
79sfciU2QVqbkOqhIge5nnC2ZJWtljKbj3Y50wNBiu5VwXA8UsB+vBE0W6aEQ6VBJS5EAg3SWZ8K
AMrryhi7tbI1r7JWmCUyOUsWSl2YZ4U9PQRROdFeYLbWfB+5MIjvko/Jvez674pz6fUH4yR5KJPe
3/6QK/vvyqrwIUkLYimTl0zKCz3L/Wkdk91tCyvZjb7QDpEULIKQz0noxaEspVOfdRZzmvXQQz8j
2wem8v+6bWPlquFKYzoYcTLYmsTXcIjkk1UaTE7qVTi6sIC8kYNkPxd7rVH2RZT9BXVUK/26bXQt
MECGoP2jMzFP3/l6M09DGheFZpOHMpeV1N9S6vjS1vqsXDE0t5hAo0rDwIQIxs3M2opbHlDnNmi8
xFEPcvDeOIWWJ0ufNtlv14IBxC+HBcxHiA0JRYVs6kxJnjFW5J8zBwGVb1rsu0OceQD6XvHxmAIC
Mb/wsIoyuG1Z1jL0IvgVF5ob+JJ8BISVeWU9TRsBuOrVhSntep2kOeWNU7KBI0ABcvttGN5P9rua
OklVbl3Ma8HO4AmHLVUtmhfCAY+eZZdmA245wfveBOlZ6Bu38lqdkqtrYftERYSRA+FYj5MhtAaN
O4QpYuTdK3LeCTzN5CWp5EbNfIyyfwyK3478ipnYhWtxGVFGIo607vpDapKZDIv0KorJbvNXX3k8
6W9HxdoVokEKhATgAqp4UZS0hjCmogYv1pR+TLvRLYriFMXOPtpqg69t3ktLwmnbh9HUxUgSnYO2
Lj0lMks39kfVs41U3oi/LVPCEavNdjwWBTwkVfirzH719bdNzez178ZBztalOG8KG7c2MyctLLxB
RdgrpMwDIJsXwSHqNq6LdV8AjS0vYiZ+xfiuynSuS3wZxn1f3KUkLxuF6XVX/rMguGJrZdDoRNoZ
dZAfYIb8N6+ZbgGR9J8JIbH10TPvgoU+yVf/Cku37r/PW5fe1ncSzhyoVPIQLkO4A8p7/WA4e+fu
9k5ZO9QgqFtIyi2uV/GgMcspdKYItg9UJequdP3qIfHvB/vpn9t21g60SzvCctRa0sVJjp0eIQH4
VaX4T+WiKULxlgd6qjtURznWrk8V2zecwhphzqqVHXiYSft824PnuWWhVH5lQEjgnHKQVD9ZaBVQ
zdKavbovCo8GXXBnzR+G6Nec38e037N5P/SlV35p4WievSr9NmWOG5/i4L7cwS/8f6R917LjOLLt
FzGC3rwCNKJEStrevDCqatem955ffxd3x5mWKB4x5twY09NdMUoCSCQSiZVrMVsEIGs+AuJptI0i
3wPMazHwcWSaqlbxXYoKRlrm7+A/bIJx15YPr1l4QAPJCM7aRZjrS2FQOkXD2ZdBYhltB6K0sV/X
HpyRef1rYjEMz+dTLWd89A2n0c7n3THqqTzoQOqfvAjoc8FjIVSYkgEi95VKyqc416VRsXIu1oXg
UQoPVbGFa1nLmmZMC9wKKABctq59ahSKLu5afJOv5C4vPwXjFxeVBz4TjpUg2hBs2YKpr+1HEHfM
KGGc/qibXluEMDzfgdARfBH5meNKs1C+2rkinR7k9OW+Q6/hz6DCO/cBAlIH71lkAIU35XnBgz1L
deV95rA71RX0xpQO3Y7XpYeYpob8FLrNafoNmkJdJAUddQawnoaKemoqFkvkrR71tff3y49avr8P
TMrJfoyP8nhsIjHaIe2mnSbuQla14rHWG5BQiq07jCJVw/Ahq4ez2qhvQPqa9+dn81MWMQsvI41X
izhCmBP02XfxMd17Jvfm7cA76URWa4dP9y3Oi7uMMFh1NGSiqx1syQuDohcX/DCfWS26WYOe8MNb
V4A2fKN6sObVl2YW51YKT+eZAFM8dE98SUMogxldvEN8ajYsrT3HiXjcALU06nbIk+bYdXFp4yqx
EyIFb5htKT5pUvWl+c1BTKSGTOGzKupxbGSANXiVonOVvHG2rQVGXO1xEcGNjsOpcG28bpmUL8Hx
68SC5U0KLZvAHPItVPrajgU0G1AGACFRolzMpi+MglRGwPQhVBA5KhmgMTM006JFoujEP0HNbDxV
rRrEey2Iu+Ep6Dy7HhYgB00zyJjTwFZtKTRTWj1kW2WE1bm7MLKYO47vfRA1i0AN4q2mAw1hqX3y
Wwp/a6cKWg3/M5KFd0xBBwC2LIWOSTaW/oeaYbmVLn96EUfbolbiYv7p0Uj0lMQHwYoKINREvXHY
v/VDdp4O3LtgRrZIcVs8gw3B4oaXJtyrW9ATYV6Qe9+yONk0tsJlR8O3aIHuH4KvgErvkgnUFF7C
E8PbCw5n4mDLzN6B8udgAVMUn8VD+jEY+cn7k56aY2xCk/1FA9hAvx9yVrOay4mag8XFDu2CifUC
H96E8GaAFRbxwPDBameMIU1R9N4XH1pDVDg0He3QHphj/9UYYUPZnbJxKdhy7MV5pPAjH06zY6co
USWvoR7ZwUZT0VqE/Xe0OGevR8uwRRNAhQpurbeubFbuxnTe92i8wV3/figlOSsxWGrWMHx6f6nu
Tw/6Ba5/OxO9PpfmlUJW+SfXJ8rqW8pf93e9tMQuaUzsIcHD58vygU33vbzj1PP9UWzN0PznF/7G
yFPbJzMcmen22KOk5hJy38LWPN1EFS/AC848TwnpBKhcQz3hKwZ7D+ob9y2tPXyDcP1/Ahhi1fVg
OBx7fqfClO7lR55+A2j7EenxkTee/UP/EpbkLzgaeTM+84cRt2krfu9ekt1W1+7WnC4CTMR6ohgD
EuJMqpsPyNKCreR89tv/PYQhebge6MSxflW2OA5E4K0FEuvca2PhBfPE9EQ5Zdb9ed1yw0Ug6KGm
JlQJDu7MMYe3duM9Y/X15mLVlsUHQQ7qyp8H03yNR4YOT7GVoBI1Ep4WT7jchbuqOPa5O26lCqu1
+UvLi/DAB1U+ciUGlpNC1/BfTtQRf8d/1HZp95Z2RCtbD8G4DT+d5+vO6v1AyS/2nNgFaA314KYT
uJFVkodmLZFOz8ZvQX0K2g1n2bK2yE9KZWAYED6HTqWja/O928W2TzkaGP9fTvKTvV8MaggYcQj5
OZAwehkUZixAX1reOC9WxwL1EPQA4aEPbRTXfp8orVag8Iax4OgO9kCTCUYw0PRtPGzRpq275YWt
hXNUQRbIfoR5YxkgUaDhrE08GQbF6jTAZSC4nkvvXE6CJH0IWwVA6MSSVclS5bQjTbwFAF+NKRdf
szht1IEPmlHFUaCEXUSnQXkUC2ETbT3/yo1nXlhZ+Ioijr3Hzp7puYk+mcqONQVHdZBuhGZnDhtx
ZfVkuLC2OHvUURig+I4ZBtlNip4PW+n1QjHv++XWxC2On7yPOW1g5z2eccZYvowps+H5WxYWp04r
Sk2ZarCgZZ9pf8jZLcTF+rXtYqIWBwq6kAKpb2GBEV6jVjS8yB6j1kxjA1iSsN9zQafnkHxQUTG8
P3tbG25x0OSJHLH17BDpd7hPrcLgDsyLiMqPfd/O/7LbfjCOM7x2GROrcKgGzW+BRuVj8P9mrSTz
NGzjNqTFkGacrrL5KOFCF489gfhz/xBxKgSFy0mZIDWTC8Wu5bkstLwsldEN24Q4DrVM2KJSmwd8
u0P+/c7FDgk6vPKiYIII5JnigHy8Kojh8+eh35iR1dQYt8lZsQTtQjeVYG7iZWHuJ6pij6LDhnij
6fWl3jF/N6Z+ddNfWFoEOrYLBdUffaC164RGMtpmNDdinofHBp2MLyIEKmRENIhtCdzTfdOrY4TI
tiTiqg6y1IVfS7WWMJmQQrKRT0kYCRzpVM2QPWGPdd7K11dX7sLYwpWFic27dkDXShBOn2PvC7aS
DfPzWsDSskOr1Ah9M1Mdq62C8Ooegl4utG3xjI0O/OtDC+qnlRSkgAk33m8N1dGwP4284/dm5Z8i
oIkASrk/rasjvTA4f9DFUZxIHOMFHQyOdW+B7Rh4peMANpyAwyuSJOnBtL9vcI6hN5tCRZsFwD7o
s1qu41RC+QPQHmze70jI9iNXv8oc+oHuW1k9LqCrKojgOJ5J+a6HlYcQ1lOHOnJMBZp6gwXNq0gk
/haP4epLLMAa84Kh0x4i39d2euAFRyXHaDIwGkzoXOT/5KE1MgnhqjMaU0leAkq7hUn96ZNbTiKk
Z+AfaHzFE9xieGEb5B0EU+YOvsEZd/I+sHrX/+wflZ60D+mDbOMU/s0zZDoUu+xhNHOUf9unsiXV
C0rv1tZtajUkX37QYh6aPlJjf/6gkSqmZsSGQnOrOkRm/CKa8Un4iB6mzaNujp/3ZmFxmAbJKPSe
B6Msxh+df3t6ZTDWRDnnT3reutisedTlCBfxRwHTjVIxP1OemX/RXEYy477P/ggE3hvPYvNPtSiF
YQ8TeGw6alBpPmo1dVBpPfDn6rHcFbTdIQiZ3N778O1q39rs2/1PWPfnC8dahoMUyrFyi09IbEkX
rXjfkIp4uPVuXQHWwvnFdC4vcl7Fe2mswRBofKrmoSj24MGGYNjr/QGtRZtLM4vzCsDCCWpnCG8o
lLNEoFtwU2HDLZa5SOdPlSpnGIdwKnetMeARxqPFh7gnyjE/irZvTPvBEp4k2pujHlpJRkQj+x2Z
03HUh2Pg9G/4654n8e9gl1FpIzNY6/ECyPA/kWLZ5hJNUYAaJr5vzF4rAP9ckRYBCRNILtHwmOms
8tvTDjKuKfcnfjUPvTS8CFFD7cspeLQQomhPWRJR5SASVU9tnqgbG2ftDLs0tQg+U9aVaVrMvmRI
dnVGWcCYK54bA9pypUW08cVGgNYSrLjD1zm2B1KTzujgU38hs2Frp3Sj1rE1qkXA6bhmLMMA9hpd
NjSz1edxbalCbG3DRcgR2UINtQ5GJo4wx2kfw8b9efsBtN6JakuwkgTeHwwD3cho30RVugBdOs33
vCHr0mtxYu22o52bHYfXHOG7/foFCZj7X7A6RjR1zs+ygC0JC/fQppCNlAlntFY9oCdWGz5r4UVp
N8oNq4EA9CloL0RbLJhUrjOBEY1Ovpc2AJ5LpMxaCnm2SNMnn24qSq8ftmgQgPQrMg5AKq9N5WCS
zFIBXQLCkwL2e9Xs0fmihq8Dx5mdylM8wZIWvRdKK4JnCM1zrpT+SsFAcn9eVx9Z0bCH7k000EGq
db4sXOSOEZvKQ+RhyFxD++LLl82yMDqoSryH7GcFKiV5GogWpUYqOZOw38JFrtEoQMgSGG7keNzM
LXVtH8E9UaVhRqcXIm3jP+I4EBFckVm/67/TyOwhRdrb3LAftK+Noa+uNrjH5sZBYE2XjM+sGkhi
EQBFzqsdQVwd8o8QlAnoRWLEXd6yZpNaeISem/uRNtJGfGCbkkxjQWZ1lC0trflUvtliQBxAFwz8
zaDYuJ6IDApqUpHMvWhxppKkYp7aXHsKG+jpaWipNKIkCkgP9DcotuKPjamYj9B7xhdHbNwUVcUU
6LiAEJkeVNyzKHx0voMeF3uKxGPdgjEt9Y38O/g/qAiIwPriBRd4cwkkm9fDRpXDz5sWfTmQfmlU
N1SdvjgNW2yNa5M7N7CoMxcudtzCy7M8rORG1nC6VN3BD7M9X7QYWflcBjxuS82vqeLeQRD35/68
rnnYpdlF8cCrJ/QXTTDLWw0aE/wiNRgvI55Sus3YbmzltbMNoH14sga6WqDpr2dylAWmaCbMZFx8
Q0wwR7/tpnLU2nkG3iNQrc57ll9ebWsxCQIGBS94hk9z4QNZn5hnehwZYwt2oJzbCPurFXsQsuOt
HfVfdAoswiTLl/k/rTmFhJfR+pdfgvy/rElWPWi7NmHMIsArE7qmWQ0vCOGu5FG4bSZDLdRfRcBu
PJ6tTjE6aUC8AtUDIEWup7hl2ERkAqynIFaE4V5iAR25ylb/3WraBTYfCYUgECPifn1tph+jgo9V
BnsCvC6C3TYxYWMFfZGd3kUGSFfEgoYZxdvPfXddHR74VmY2XeDUf96qL84Cb5qkNGgiqOB16qy3
IA2y3nsbbro6OjBOSJAUgh8BcX89Op5r+EQoWqDTwzA/qBkr0FioA0Pz2MhuJr4xUf8UDmOBf5Sr
H0JfyocW1faNWtQayQfQV0DaztA94OQXuWBTdZHGoOLodOPZj/Uq7AlUE4kg7RTFyCdDYgQXQlHl
VOt+Fnzw4s4TXQZFiHzWsm783X8/+Zefs/B0aGNLFRpuADVVol0L0pdpeMmYLd9aC4TgwUQLO9ga
0DO/CPSQEs76vsQpk9aKoWif41AdcgXNwTJIHGv/qPAlKfMtFuWbKyniuqwhXuA/kG7FDrpe82oY
em0UmsHhqyNHSpkqGu2ObOoGNWE6Ywuic7O2S3vLU8Xj5L6X2gFXxs6saXTKX5RjqXu48XNGTwLy
leqBuwXmXU7uP1ZBwoH3KrzRKotwX3FS59dNhWpOeQCmCqxPAHCUHxWcyvtSE8DmtqrTywMGFpG1
oWkFPWhon2cXTjOVVZy0WT/gflG6Bfm1T+h9r5wX5jIxWBpYHCq1IHcMmqUBlRHcXApI5W24/cqc
XY1gEQ2EXE1YscUI5Hgw+jiieNLwfCOWBDLrT0Wk2NQ1W4a5xZiWZYuhL6e4ZWCSKwWqSW4Qofd/
q3h5c2lfWlnstNEHg24hdgOeYTlTANSp+e1I+/G9MTzi0fzt/jrdAK7+MYfGSzCWANOvLeaxqUTI
VvbweNCUnHursyWTIyKRrNqULFEHqOhQW5WRO8dpoIXDHCQ71XPz6/5nrG10LOf/fAba+683esTi
SCta+Esc2R0IkiZBpmVV40YBPY1IZ/0W1BwUNBOv9w0vE5Pr4WtL4M+YsFXso9yPmlfx3BveR+sU
j+yGr95clpZWFmkkSjTRlIIG0lFrJ6l1rgX5VAgQZfdZtu8CgJzsIJFc+y2CXWHsVKKCOSreUkVa
d99/p3gRZTzcW0upxVCfz7TdyAA23OimGQ4S9hWvyvhxn5/vnSg1xbwuB26DoUYMeKhUMim6lz6W
gSEMz1Nm1ugDL0kC/ddEL0HmXpp559liXNBpstTJbLRjDU62+8u9Hvc0pEbIxJAZLs5u8CF3Y6Nh
C7eshTsx2NFrDTQhxiZv1ZahRYCt5EitCnAHOJXZM8Tet7vN6t56iP13LIsQywx818cBtkyj8zTC
ruVMsCjqwa8OrcwPOng6NmL6+iYFGQYUO9BnhCvR9SZVOaBvvIgdnJDLoCmA1pkGQufd3zaVqDKQ
zjtGjdmGW+RAyxrOz+65MLsIUZPsj8gvMZcD+6T5OUnefNEjzFYidVNaubYD3ejr4QWgmWEr1BEc
QfulJlZyZjprfIE8yOzBAe61n7VedAKZGh5/DelWGr16pPGgk5mZqjh22R3OF5IfJTKmVw1ZQB0Y
oy++8SZqTkxNeagqMMMLs0kZNO/6m4P6wujiuEnavgn6BEYzPn1QmZxKwMlE+V5IiCRBhIOq/Kuo
JDaL/RpkRjDlG7Domxrhz7QjvCOhVgSQFi1yPG5Sy56fOIR+Kc0soXluhdgAgv8TbRQi2xmtMtol
BH99QQ/ihmZVcYi5py5gKB/kduwfoLSuaG6beCgxbhwPN5eO5cctE8Iq8hkIsyGuyZIJxnm90c4Q
VBBAB1OBBZ4Ej9xoF163EadWjyUFpAgIysjUlvilDEoe3tTPZj1oavpWI9Ak9d2K0X5NYPxSVWaD
5mR9oBcWF34gjAFfTS0sSk/M7tk7c3s8TJxLXbPDjZRj/TS8MLU8DVG6C8oBpurU4MxnT0c12Doa
Mpms5OhsaaCuR60Lc4tzLyvDLML77eAwnD7igXDSZYf5ZlK9eMhoYN0/YG4KDz8Oc2Ft4c2BqsUh
2OEGCDVJ9jS1O7+k6NsgkiNHVhC4tcjhj14FNqcZEK4+Q6rY7iYcR6gk3v+W1QMfBUF4Eb4KvBfX
8UyG1m9e+Dw+BSTMnSvxz4Ww4Ta3fjoT/aAOBwIu9pZjAtXoQfBzbnTeE7MxEBG3EovbmAgDM72X
DB599DstfGUaayEcCxhQ/OyZARPwYPrpRELRKMEhn4kffNF93Z+21TGBNQPwYFCGgjzjetq8ke2a
Ce0hjvDeD2SI6EiYcwv+q409fgPhl0BggYLtfwwt1odnG5EdRxjC7uZp89tHM8NufBV0joR7Bc09
oV2bfyvQ1+JRgUBd8tz/fpL/LysI1SB0hWB6wSR4PVoN8sGDVGGCeZn6tKLigdG3qKxvD3AMFHxQ
4EuDGBYIJxc2QH4O2np5dFKVQpFNV0uDi/R62JrR1ZW7sLPYe7HQT1MlSqMTPUNqIYMeUUqqt4p9
aPl8Ixe6acL7WbwLW4uDgeGSsGhYZXQGtHioRmM285M56fcqHY9kopKBpl88RVYGpB4oCNMQ3/YZ
2Vc0IkiENzPw281+PceLzLaMtTzmUhXfg6tSEpke+HTAuXR/a6wbQS8pEoaZcG9pZOgSAQJqoyOL
ZgOOo3HCKjYbYWslYM9D+dfKInfWprwsZAZWxOgtUx7BEJ6aInKgRPjsfUNTUioMW7TR829ep0HQ
bp1hPD9VJuyDaxcVA3XseB82ldiMtD99ZCnNsdCoBkbu+3O44qQoYGKz4T40q9cvstmRS0WhqMvB
QZ29evYikhy8U7XX/suSM/xTBpMCiLdY3OuVJedkw6mjBjWVySkiFnPWngrNmcLSuD+YlbQBRStJ
nV8Cwe6CWtL1vLVFAw75KZocJT/lj5UDxmmSFjuhJSF7Ama9gQZJgr/bMHu7XDALRD5ociCwoioL
F1GQMCpxhtGpLkNOmd2YrJEbEy5BjPG3NYWAjg5nbBW1bpfu2ur85xd1bmAapr6QYBVgHcqDKDci
4kAl4RlUorQJdxuDnMPitU9em1vMLTgMoC7XwNwUm17giqC46yuogO+9xzixWoUxwL3IiONuBOlN
1v3+/zO/9CA/liFu3KST0/xRX8AZGOU7RjF3Da3mVmIwBiMBnzYWdmNd1cU2bMopKPIsm5wMrMsi
+17Kb+M7WKhp33/fH966pZlxDG9eIkifr9dSrNsEpwUDN2mfIuaF9T6D6lvw/uZbKIuVgh6WESLU
6IgEgw8MXltSta4FtVMwORHQ/2UUGnEJFvrRYVBIrDuzzEHTDkl5xhk55qH47JrauT9Ubh7LjSMp
kgZ3wYO9tmQBmJKJL8YmmdB5mkPmB2wGuwKCbYb3FDxqe48+tU/ZQ/A3frtv9zZ3mwcO3lvgFMBG
vzwt+JRtWM2H/454I5CBSrA4tICDMrRJaKns+cf75lbOjWt7i6DAp22TVipi0ci6zPRU/8op6qes
LocqKSYb9ZKN43B9YjGhMx861NOWkgaFIqS5UuST06HrQTbc6hTTcP6XLRKPfEXAPvkbp+NqDLow
uQgKaisAXdUXkwOh8YOoK3vJVshWJeIGjQhRTHCL/GdgS3mjSvFjdJjCSmtkJ54+TySg0+70+Lsj
H77OUdzTaWLleqgL9Ov+Mq4664XpRQhQRjZpYhYhoJnwciuWpJ4qwgun4L8GdS0HyV9vTKjXNJyU
w5LIWiJk1+R00qXJjNnnPHnPvOcikIyqs3jWp0XB2bgp0LG2m3Yj0M77/2Z3Xgx4PgYuTpUKwm/1
oMGJNO8j1H7HW7QBq5Hu4veX8QcElU0QlPNapsWj6r0mwokv9VjcuvuuVHJAlQs4xtyLoIADdjGh
WSV5dVLBawYzoOLrtBtIsWt2ia6Yp4wIe44iEJjZXoKa8Num9bXj8tL6Yh57v607JoJ1eS+ZeD1A
f3hghm61U4yQDhQfQD1a6aIbuYwtHlBiJxulrB8423IpBXBAII/EpRVCrNdLmWYegKw1proxa4M5
DaZq+Kak10Zh82hohcYwbRSCkjOfmD3JcrpZ7FgLD+BmAiPdzIyIA+f6C/D8NdZd0E1O/tq0NH6s
nrMz/0tB0+Cxf+MPDRVohxtJduhPDd3YuKsLcGF74WiKlKiZyLYTZH7QJGHxVgVA5mB7351TP6Ds
IuoFuvV9+uujoK8SbkEt/RpJZLxYx5cXFZSHGn1MyC+ffljPNQGKHW+8pKbGL8cHMtE5VkfelGhj
Pb30B/lxK6dcizuXM7e40LVTovB5iplLUatpDqkDAP/9CbrBrM0BB8KDsy6WDN3hJdKmqLMEwnQT
YrefuFIepLQRanXHsGxiFPzEuGkPxgYhAyV7LoOdV8lLO63aCM9DvmDe/5i1qCNAMBqMNWBgQgJ/
7SgN23GAmPKTE5Z/lOCUbanK3UYdDFLj0KGggakOCJzr309YlfPEQFIdqH6dwYziZPtkA3W58loP
AVBQaQAJyaP6tEwwQh64IqWPPEd9KV9ZI0CnA26J5kBZk7dHXSZGQBKjf7s/cythDmYBOZv7PkCD
t2TZh9Jgl9V85TkAERnTW1oSu/stPiOlSmpqFWS0xbexIayno+2BOQ8bN7uVwxn2ZWRW2OAIM+Ji
apnUF/o2bTznoCVU3vOvzDH+zL4Gwtvap+b2ev5cnhsLbL07iQpn9pht7PTbIKOBqAuYyxllhGlf
hDk14Dyv4GXP8dNYVxnUAc4Sc0aBDAXNnt+4Yv6UKa+D6rW1+WsuzkeuKTgtlxRv1p8gzCn8hZ4e
UzvxVm+AovKxJokZW7KOFhwSkudHWffJ+fgmk7cjR9NzbwM4rfNmZwGHTiaDR9y57w+3O0lDcosa
LsjYwP6zrNVrUK5Q8tj3nAAoILGx2/HxvoGVh6lrC4uUKGSLxGsGRnNEC5pW77WVvxRG/dK9aS/V
MX/KLO4cbNXSVrLpa6OLw9xLUy8PBwyrfmwOkwVPN2b9tYwWG/O3EilQDgFbJsiwZ4HnpTf1RZAO
Ku4/Aw/YWjnTmcQPIhcj0t+fx7WNC8wWpHZkiEGhaWCxcby86Rsl4BgnHYnnBufOFg7JU+4WLBFt
1vZ2wXF0pBfx4J+8I+OUG+nBcqB4URQU9KXJQMqBfmKJoeJSuRvKQmAcBiU6P/zKio4kOVpghJrm
5cZg14whCUCVDmNFKXvhMyDN4OV8iny3ASH5GafLLvUnombldlffMhzM47o0tfCUZqwqvkhi3xU8
zw4HtSVMyZhljUKd76ckQpWA9beuKMvL5dLoItEZRr+o0HqDN7HnkxrpoSvbMaItXPT3fa+5Ser+
sQTI8gz2mwneruMPSpFCVgQM/AGIUXS0FGaiR3p1QEkXnBNIaQejIrmZnrTzlnDMzSZc2p5X+SL2
yXUrRm0L25owkNZ/lier73e+C0Kf4ttH30YRft0f7uq8In2fexmwK5dI3THnPUheY165xuIlvUTn
FPseoT1L8R5HWwk39sT67CJo4sUbMRTHyvUI87jnE0j/+O4UJk/g8dbLLiNc7aOsZgsvQfrEhy++
B/qLQ5mfouQhUQpad1aXQaMQDFfFX34Kyf0puMkrfmb9328SFy9ACTdUUJjDHKAPDwXGk7dv3fgF
/eSiDfSpEx2TY2sXbsiSTQDi2l4CyBXPdUiQ5prq9XQETZ+1QVz4roQmUjf6U7x5H8WptRTqO8N+
EkwIKDOO8DKajL3Vf/xDk3150s7jvjS+PGn7sh3VAsZLA3dFYzg0p/SXTHMau5A+DSDP+Ws8dAb7
dGTOHUP6LZ6VeSct7IPsGtjlWTMQ+fEiBc9FhMe2F33Xz6y0PdXBw+CdeW6rPW3LzGJDC1kPMpcW
Zurvbj/RjR7nZTqAScRDF/ru0EI+U6svAhMrcWGGBAmBV+0+vLCyfUCF7zvoT/llOVEgDAX1OI4R
8PMtgnsA3jzcs6FDH9mqVZjqftLTfe1KO5cx5K/azUMCOVx9cosH8AGcPFRpdjs8N+CRKnE1vOnf
/561DQPpun+/Z3ECJJlatjLX4nW7eu3UT7wDkrzVm/FP9aGCSaPW4TxVbzDVV+3ELXD3JExfJNR2
7n/Hyua5+ozF1KtaqDAhj2lJPI9o3kQ04UFkdHBICbEFxav71m7eb7HSEPQCDAps2MBEL1mkqjSA
kmk+hG6QQ+gxptxMHQvNvAk9luj+SQEaLgzxNBgoOHyPB1ZHE0x+8Gq6u/8hN48w/3wIyrvoiJnV
FxbxqlfQDB3IfehqwxMPMTPh2PsVVcKBBLv4hOKnK21dAW5oX2ebSKEg94CXfw01n+tAxQ3ozRlA
QeymtaOY5ZATxayUfSSa4cOQ7QTNFEtd9p6T8Ms3UxKoDu5DubqxBjfF9eVnzLvx4oBkkhSc5OBj
cAX/V8/VtABe1KtP6dlL8Xp/aItnvtCLzJDFljLS2/2JXzkrIew6Y6hnTUEQYl8bH6rAR6hWIjeW
39QAsrIQuOE8En/m6GMMOc/Iii0y+58D4GrrAy6A0KJAuA4V2lt1QYkvQTNbDm5KchRIagqRTyJT
3ujOMp3e8Y8/f58/Rj2GQ07krQLnV0Aa1E9AL4ZnaZn8ZWhH3iY6UQCKdy3R9B4XI6qzSO4Pvl6g
UBahNLZ1n5hj9813oxoA8RM8uUg/vdQXCzUVkHNpAYF1u+I5ZNAKWgFptrERbkLvPDfI8ME+iW4t
9cdnL2ygx6jzvbwb3FYpSF9nQA5vVYn+UVxYDgS1PfR+QCgB41gsettAl1sLgtEd6ad76PQdfa/0
6U9r+DtUPXn6eyBvIfkEdyV5Fw1yMjPdkm3geunp+QSOFELsz2f7T0cC/Q3tg8bTw4NA9L3T0Y/v
lOx7UyQyOaM0hAtsQnczqObIWfiflf7d0V/frRETiSRorP6WTyJI6gT87Rf0QfD/pZX5pJKBQuvX
TsgRRTbphBK95QjWW69/ZOTFSaBuQ//LbYBpv5yRRQqnViyQqKOPGbGm+llidPbPkME1WZKgN3qL
KUGYJ/jOAizfJZku71tRgbmD++myFGRlrzmx3a9P23p0dfdkVwb+7Rj7/S/L+VtZ7zv9/njFrS9Y
HL9pOERpz+EL5M9GrxyZ2p8n869png3dQMwnT2gNt2RiEWNnHB36unMMQs5kT6xfukq3XPLmpnc9
/ctOXHkURV+B+K8bk9J4V2i9MdzbFH1hYBHqu0CGBEMPA01lB8Ar4JD7bv8yf+TWACtvBqe3J6M+
iKckfGAKwurZu+hvBfqtUS4Cfa2qIZeW+Ii8OLMA5wLrzMckgs5FQOTxOfhivEMO/VrQ9vrA/uDp
OM4gQLeV3G19xiJFzTrPg346PsN8zbCp3fdTTlh6iImrYYc/E2w+Ch94N83HBue/YxnnveU8vQmU
Hl4esAO/tpb/9iQGRzIrzs8N/wj58tenkNeBZ64Iu8RNeeBj7Lp+qdFaWX6G2RuHQ6KO9JR1QB+U
jW7vUbYG2r4mDcpmEMmMtkg8b0hzURIFKRfweiyQhwoeQq6/RmGUqJegueK+M6Aq1BvbP2Q6c0xO
g472ZGkHmk1a6pxV7VQbE9RYUOD1ECz1Ck+lpfkduc1LtgX7X5kjHrcK5GkQZwHI+KekenEyoB6R
1VwW1G6Y5QAx56UP0q861r3CYy2N9xqDl/zS4sahMZpqav6IGa/ZmZanx1hJEj2BnoOZqXxoZNqY
Wn2dMy6ryCD4CNmtbpHbkxLfOqtazeXVuaPyegYHKPQpOR/VbpF/tEKtd+lTNNQbMfs2hM1GsFIs
8hYZV5VrI6WiBWWnwYg8V22ftYlMOcU7uZxvRA8BZzt+6zpgz3RPKJ8IAL7O/nFta8j5vBQqZnhG
VhOIaFEXpYm0Xsg/iK3P/fLFLvozBUPCUpkVO9djmObvOKpyYqE1yUPz+phmUI8CW7keVin3WWUl
d4R8QvidJ7EsEeinabgaC0NrJgXS8V7LvdOEUt9rlfUFOJF7KeZJV829913FQA5QwKOKBVkIf7C4
dsqeAyjPSaA0CwaBlF4CoI3Exq01TvAlUDrmDGcnUpe8lV2vZnoiVENAIrR/f5VDpL5WeRkIdpEx
Qku5pgsjnVeS6ZUt67qOqVKm+Vg4UlEPECPMQo6NvgNB8UDWrKqepnSAmNb9ZOailOV22GrpaEJL
DdLcJGjb6PfYQn0Mna5C1eiR1E3IJEJIR1DZb6axImMshBXqILFYg38tkEs9qcNIOoq5mqd2rWVo
iOMKSBMQT2jbXpelZPLoOEVAX8ZdLbBGJyDboUIZq6nFT3Ib7vApgN8waLD/anx4D1DKYp5QvO5y
gNmzgMShCzkDFWkkN2+5Cs1KPZaaUD6IPTO5WVpz/4+i61iOWweCX4QqgJlXkhskWVa0ZPvCcnoE
CQJgQOTXv96LLypLuwyDme6ebn7HmQqv6yw22VidL1/4XBisIS9sfwmSDp8HEuh+b5lMaKv9lj8m
k4BftXJH9bZihXy9TJRq0swxM75j0eVdroUT7bDs034JCyyn2sn67V9gec26vNTb3CGyZsUBlcZp
OscxFT1mP5rDH18m/9a87slFZYqAf1ZEIFOoCsdZlbfbHVJb5k01S8Nb+M+b4YI1a/mOeGjsI1mT
Iy68ELS4lGpjdWfGcj8A2woPd4daUXkqsc3xOO81ipnfxPKkFJ/f8L80lvezMYXZ+7YgPu6I84YF
+5FNDwfPNnyxhZvL6JeeIbaHJvFarrV58IFG1gbs2/wThR7JXap7CWh1M8l+1lg/mWA2QfO/k95K
3Riv5/qUkBRmuFug6csGZ6yphUl7H64WOVcw/lp3yro6E/yPlpX9U6cOW0kT2c3a2Dxgp0arynwg
J9ZNTSgO3LRhMJa2Q5FsI8C3w8nTvHAL7XzmYEylM7F9EwLWIDCYr8vYEbmPabfVxeAa7wATIrYC
kdIxutE0sCHi/+XYlRxausX8skycsTYlpcafpFBDVSNuyVkzrD10dqwgl08PZuO9HzdLHkssyFaP
O8HyGjJDRw0YIz+ypAUd434Fv9XvoafFi8dlfLHU1PBZgqC5VZMLf90QEWyajMDJW0YPEHKjNunH
kY3TN4mw0G9DXvAeiQ01AC3rBnx/GCA4WCAEW3xS6UvcUVau/7AgoTAobelxP0wj3n+DI1A0qcHi
EiT8BpaIR6+1Qc7JAr/3cp81FoeCFx/MCgNrnThsv4MK4Y4RGcdmkDl/UCWv19OChNK6vS2sXf2k
JvxB7OQMbT32tN0mjtplq6X8TtZUbVc2WVh5lP3UH93RS36i63Y75nVOEL3CgEAIpJJ+W5Zc2i8w
hJlxtcRIUNfqRP6djV/H1lqLDwrP9rlqTS4ZEoeXMRnaTFN4QRlS9e+Qd6xgRXpsEDTW5hjYykzm
f/Ot93unPK/xpYtCQpHYb+xbiR3G2AGHKH5vpUHzd+xaHC2no3hXowy/Fr8KjhVdRHFfJb/d1Lke
QUyW07I30m88vT1kqAp1YrZ70mMVpRGqQNXC0n+uTjDvpOl1wrLmbxuWusT2V0/zU8rWAb67Rbbf
UxF7EDgYCn3jaXqLuskiboTztS9OjE0x76An9RiWs8MsLe1l+r1gRmftllrtmnqLtD6pMCRbM457
9WInhUYT/pL2ThV8+uByLcmltEp+wi+UbHdVvevLQYNdLjJf4WGBe0LEedayrh45r8fpBWmgQ9KR
XSa2ARvjH4IdphtIhH2uZpuL+XE/Vl1cjkDMW70I8hW4sJjffELgX0io1QxyQQRqY31qwK4dSv93
sNL+5rF5mN+7LWtzAk4w/grQpr4hq3JPm8RV+Yu1pVnbSpXb+2FmUCPpEvK8xWpxiiWmUlJ3qdA5
Hqe5toCVxyFYiWCcfs9xJ4ZFXcg4w85zGlb9vgmw71dWWFJc9jz2T4HhuGkL4fClSSbL32FXq3g6
8tWZVs5YNHij+QbKIkv7dXkM+1I9LsUyQY6/lpp3qZ4T0fpqNbZLfD7EB2I85x2nzBXw40iVQr6I
qcGo9/j0LcPzubQFZEy4jNM098829OU72g3PmhkF43iQfL05AG1ZFbEAbgaEuiWAkluebvsPqKHL
Vz16/gODm59wSjNYCec1zGS/7L5f7VVIEl4ElJrTeR0pGqEZsVSgdo5ITpTCSeO83P5Yt/EqwTuO
rNO7ZDCLb9NkovUH9kUO0lRD4oYuV5uF2Q4xx88BVv2h6XGhy4YSn/1K3UJgRAcLgEfuFpmcYR6d
JU3PaB/u8nWr4YcV1nFEm27j8AYsvhYdQrW5bx1PKUQzQRfz/RAF7CzdWOMpWiQtTesW6nZ4XEKi
3aGe51A60ZIrrOzh4W77el8+qqGgSyv2QKCTngczXTKzZOoEi/jhv5CLsJzklJdPUBXd4JO09KKb
PZlNsxcIkmrCCMlY1wMR3TridWLnZikJNe2Q4q9c7LBC9JAQ9DVh27i5x72gT6SYYv+wMyv5Nbf4
6SX0tSsujmnzXo6VmlrXLzs9r4UUKyx2RvJA+mH5q6Z8fo25i3DV4zO0BcWw2PGEHBpfAVrU2X5X
H1kmv2gSbxYJSACt8UQG4J86TRw7D4G5lzkzbnjTqVi3p5s78vCeG5N8k0ZX8H0BgbY/FCaJSBze
Iiw/sGq30vFDmUAB6WY9uCa0Hyg3JqzRdxlBq9pGcxioO8xiP7Vn9L/DzYtqI9Zf/BVS2HFo0L3X
7NwbZEA3Co0o5DwydRyjsi7c2Qo23pucqvqky7VasH9sfI7orGQdXg9VJ7yrllVhYBOWzW996NnQ
0dhP37Bvon030H7OviDW65i6Y7fLcDngTw8ZaIZfeYepBpMwC8KpX2SAL9lbj3dIIpkU2rDO28pT
tFkCTRS6har08U0L7ZKvCp9Kd64M6afB0/Ez6Qu2nPsD/3huBvmix5ufeQ1N7/eUkcDbFFs1rzsZ
jj+5gSfWifWVfJGgD++1g/1q68ZZvA19Pq13m5X0NQ0VmODboYveck6qv0AV+E+wXTG+yl5Uw1lJ
2PQ03sIG90y5OpaWW8bHNl/0MMG5xsFlS6NjeKwHGv5ks6uqxo/7WnfCjD0Ud0hLTfHgwzKk8QSl
AGqUQf7lPcN2udR2+0/Ouv+2lo7tpxWlcW7TMa9Mk1ZY2gPltA3jqZclzKDdIcH1RuXkGYWM7u04
lcPXCZIjNC50TZ5xhiCnQlRR/dARbQ5UfQ6TRRw93qMgjiM2csBVbhC3zGsMIbOL/5gppxcm+gMb
f0b+qVHV+tO6OxTGcVrhaYJWo/5MVF6gCSCFstgvSONjPe4cAwxND3lKJpwGSEOpX2wo5ccSWH8R
KgGtQ+r8Ig5afQ5EyC+OKPdCN9r37Zz1LDulbmM/a04B33C7TrgdBkFOdMozca1SXuKGalvwSznQ
1Zz4agPcrixd3GnMYfbeBHrAhgRkf5Z1e2Y2/xWX6GYkWW3A1ud6I6Cc1oXcDzmm41MexPrRJxZI
OK/Q6zfHDP+phvCApbrdJFU4mSDq8iQ2zTHjrdJhBy7vs7HLraa6w0RzwCHKHmCLgKpjlWsu+cJb
MpX1+i/6Etc83Qdu0SONcrrAlWc3KFs4fh4xg+ntsk25vMuHbRTXlLgs6RK6LftLCYEmvAgVzqz5
kg3ETR2WvmH3Us7p3Cpq4friMuApdLh1Gkk6o0ejAWmlbblhmm40q8LY4Owsvlul8s/UTJg6lszD
A4dU0wqRjHH+K7FbLRtfCJGDCIDeDqJ/F7Y26qGaGz0ssApCpWZtsoF1bwqeK2Dwft1hrJ2k9mHI
sXYtc4lvVWdef0nsiEDCY2fV/TraALlkAbVtc1RkORpB6wDGcSy/D8mYghlQEfGpS4iStXmm6qeQ
IgS3mdehADtlc1E02S6FaKt5TAJ6Ihv/9EM5wyfV1TO83EzhNFY+FvWihSB/aWVLAG2wi4ydM9us
WltUqsZDOUPGWo8jf8MaYfayz95Up2zfSkRPkSEMzSaT8hHmV/nYxgxsSYPNbZAkqxnRiXpo2f/b
wN/ADCJz2cOKnyEgx+XzExbNMLvLVMh/LvHiKxOIvT9Vy4ZXcipUNbYzuqahnUeRlt2QlDkWKSaF
z5RnLj5TyqftTBMUGlSUtXzHk8ffnOcVADuKYI2OITMV+kCVbE8h6GE7zQfWkuHmhwuA36H9sxwy
Ct+sVSD1e3PVdJ8eiZhbWiwKGYfeqq8woIOUh025xy9FA4tZNri84c5T3qADN58mnadXRHgWAJtG
tMNUC6ovEoxi0vCFrkgvwdswNn3GcLFksoh/k9wYPWf5gDLIYXQeT3Vx8D/R7serGX0Wu7QHzoH/
Mk0PuLLbgG6w0F9ljskVV70kbzGZs19Mp5qe4ABbYNmSibToEggPBsTdD8cHqnWQMIKdhLn2JY9F
V2Gy+1HNfUZPfirkE+xzA8xHycx/REyrwIZsbuBvuaAdamY+V0/YzlWwJZgjqm6ykbF+9blN9SUb
BZ877MNQe/I2H09ZghJ8laBTIa/f9MwahBsOPxA+59Q9hgnN0BJagJdjRTCuQl2JCA3dz6s+lZEN
7DSkhbguforlyfuZ/1lnJ581QGl+TVa4qV1Xua/L21IPMw5rS3fdeqegJJnhDju8a6Y2WLbzw2Rd
pYV0d4bJ7XsQusLJuOf1xwAT2aO9HaFlkx10wRhMF4wsg8wWdj3msIqL7nOTnhlHv1uNgc2thnPM
gcMjZXm7E8aekAOCyh0U3Z+2hMELbBYkwXsvccY2vSYJ/6I3ttmHfLMYGLEnCJIEKlk4wxGg+Ffs
HvMDZinM3iplglVZ+EwqNLFGpktT4BEE3g7bTVyuJFtct/OQVe02Yg7oABB/4NeFCzZuADvxIbef
R6V1aM26Ie6UE/CVT5LQHTCMASbV1AErHvdpzsKIjgrhnB38LkssduFJSFpkAA6s2QWWE5qynHbd
DBifV1SoPVEPxZT0tNPUz1/TWtZLg+EI1e6gKktbnw7IIU7LAaJ3sQ+6PPX6EDBakWqFSLOPlqH0
jenJs0kcb8pr9JLqttnSxLQna7vPBYgEwOxg7yuMJ//oocmPY80NOxforg0OTZGlTY9nHVvghTX1
08KHugfiL8qnZRt8DawwMIXuUuBr6JTDlkRvQ1Jd5zSXP2u2Hh8JSSLWPhwJ/yXyCJhlUgvf/SwL
VVv1sX+tV4InHkkTOP/KdMAxbiEr+CRThaRYlgtgYDVwK5hcLiqelwoluqnhgoOqd2DZ8ox5eoFC
bM724tHC5au/2DiXc0OSETXWCtzR0zyRCUR9LO3e+inQqp16mIC0PBTmR7qroE98GraswXgNtId7
e/yqvE3/qpgWgG9Unry5FQ7+DSILd9qWKsPLrEuOXPVYaIEztIZBpRNFrdri1uEDIdwkCvg+pDdN
hraqNYZhJWCuZ9QxP2J46mUkBHOXK7Hmkwjk2flYwR6RhmXo5kmm6RMLfTCtQDn4Ny+ipo3LqH7U
m0qBD456/0xYPqcXRQ/zWFWrHruogdM0I9+peoQ3acGvRel2dk6iT5PzRBxIYS6kwkvG+tSdQfh4
GJLkNwM4kWx06Ihj6XR1qO3PdT7NpEvGAgAToKRyRMRHrsenPJJpfPDphIDKnTHYqGwecamNiNWY
tXG15k/KDVu6fKGyOtUJVKHtwuRYndyaJb/hul/i3hxide2Ibic5Hemwb63bEv9ZudJ9lVE7nALJ
om2bDOv2k1hSo3vdbW47p+YcDQCfZpxubCm+IyYAOGSAHPJO10T7u0VTjtzsyFIYxiK/5FoDzYmd
xG4Aa9Qg2bW0GEBOdT3L8aKilFUD/qdGLR1I9XU1pLbNytFV6cYFlIauxNoBlkQjDmwSgc/YYZtf
Vylm4MZeF+VlMimv2wmNVdW4WIUNmL9OsaWD/SfdpFNW9S2TAwXCLEGvnut1Azy8Yi7j3TzUWGtb
cyI6KDolML2NZw97tpbbdRhuo8UqAl6xHkcEFO8ANCGaK+VmWoYQz7WzKgk/JzxlunXzLND0wnYa
wGfNl867ZLontpBIrs9IChAGF1Hc7wInINqsbHnQTgDKCQBLvyLW0m9tjantuhVpsndCB+oBgEv9
xXBL8RFyC1UBnCTg0XPo8U/FK9TAIdIPgDoidkzHFA2TwuYnWplVT02NnUvTJj26NiBFpvqPjXUB
i07tdnpJlhJH6xSh9+/g5EHVFY2I1C3DM/rH4XahK4gZLy9lTCf+3aZb/wsdWeQtnwJsr5tlXZL9
qgMbRwC7VMIVGk6R/ny4m2Ek6CQQcVVq1wQWP8CmbqY3N0fhaGPZQeJfbedc7cWbWJm498NcYNd4
ydZ8BiKN6jW4IJYXMruB0cYfdIS5+lQLaCUFVNRrCDGCt7L9w3QAVWmBr6R5Q2ftjg5RMWHpSkDE
3xEijg4JKRb+Fabt/fecH/mftZ8O9V0otJnPO46Q/D3BoR3vjl4w/oxPGXh30D3H0QazuuSB5n3S
//R6O3DD1Lp8YYuXrlX1PCBq23gHh7O0XEU3wC7kx4btKTwMmareV19hZ6CnTqI5oaFXb3ERHmVN
wrKaozWKQ4WwTaMlHBSqvQAO38NeVT/5LOz6bkiMRg4hxupVvc2RMNyLxRXjk5imiXQ52lzc6U2P
r/OsR0ixMC25v7OaTAWAHIwBxnwoPWTxZUtVHrBlfVB57ntO6hbnnofFiHX5YO/NRMoEBVtx0hF0
q/4eHiHsG9Bx87iWGOAuAl0EPw0wB80f4+G338NcbRFb4SozX9OZwioh5VECwca0iNEbFqWg6vGb
5J0Uzq1XU4Qwd3Yvg7t3oKxQpm8mE+jcmH2U+xaXjz0W8wjkQRfY4QUCj/XPfcmuc7BUXo3TECk3
eRVMf4G6V7DTOvUVzPzgmIAINHHgdllH6A/0usXUILSDwu6jkjlIIZYet8+U4Xb5hcJnRWqPj2dl
UT4AsNv3EzrT3HWVssXeZGyDxIskgDxaYVyxvG6YkebTWKGOdukg+vWcT2zoL1gSSb9lJboUXLZq
JN1o5viTw/ATPaRd+t6dDgjJzIV55NDcmXrP1ENglS06PpXT1BXCyPHTHyiJd1OP9qYHxhcZZw2O
CZP/SxHIDGndwYo7M2SmaGqdVj+w6su+S7Iv8e9ohrL/A6QulC84XlMMIVHd5ImbRJPE2Xp/ZFqX
ILDGGV2sAlKD1p6T655lGkDXxvUXNvWAtsAKQLEYA8CxLauPKyrVRtujVjr+tzl9yAeC+B5/5kup
nvaRrdDGkSNFl7btB2wF+ZbM7bgu6ngV6EM+yIQGr41FMb+DSQeV0wqiI7mvYcpffS5zAjuk9UAv
ccAda76LB25Pu1RULt2wU11eCul1/lR7NsJQZBH7bzamBWS50c+iWWCcXVwrO5un0u9T0cTdsFMx
Zcdjn4wqOS09Wr5TquXxEDTdimboa2gkM7VNfxMuaPno9GopsCgAYWhSi1C0KDg7v09Tt22vuU4C
eA4tKbYsJ4FmdxAyAyQdKgmE01TIMCEJViucksddslbTOwdvBtE8krItnsTZvK5Wx1eH7nq8g94N
8ILC2Vg0y6IxEfGeJh+4mNUzJozwKIwvfiJQHAeWzri7lOPRV01ZyP3HkdcmbWQ+o+Xia5EOeArK
FUr9ZTQASP1WvDDgmAgB3IsSqx/rWoUGIEDUDfMFeYdn/kwaSDl7lHvV4yzwQP1hX7/EEn6vdMw2
fBoE1rclzmi8RWsSTyWq9buPi/q1Ab57npxBH0boptsMfsh34wzs6bRETHotEwafaczmbe1k5uh/
SrLUNNmysu8zfLF/DYkgtllckK8ZGqyssxi6w2lPtu3Fw4Kkb+CnenzaWaFVWyqVnw4e19DqW4MJ
/qIQH7w4MJTLgoPqKRLef4h5zyF3uAH1BoP3KUD5MKKXXSff8eBG3zkxFzXeh2x7q0FEA6MyY4Sc
EECKane+1N8jh7zybkbz//XAJuHbMDpweD1b4S/cexefZrIBgmaRu19DjyDgho8z1BsMyNn9riZR
nD1T012/+whKDZwQjCoAZeI+YpDHM0qy+goKKEdDM8niOQID+MDhkP6B2AfMUAVKHBxbf2TvZMLp
jonJLh8pLuTcUIkzvSGbJBGQ+5j8Kuxefd3ndQGDwdZVtKQyDkUsTbYPU9P+hWUwYajMUb/HqhcU
1I6LpGHjBqB/tjMQuzCy7QW7bfl0QnVEVyKHIf+0iefjBfmY/MLhjzw2G3ioL8GrA39fxPE+DbUB
O6OzyW1tgQ7wLtSZ1HC8rM3foQQH0gD8lN+KgSkAYQANX+EHofwJ+v+9hv15pPC2Y3xP23xGE40Z
wvW40zym9yV836ZmDaP7w6nCMiUOZQC1LPerv6KHdBlAevDZLVbmJUizJQvTedl7+rz2Ky0bH4Bz
tZUOuL82o95ctkUDojAjFoOCTyS4ZDeHb8L1039+qVfVDsqUYJEmU7wronQKn7ZUf4DyP1RTe8zA
rdrnSl/wrZOvA8/Go9n9WF+Qlo0nDOUW289yHF+39UgQkCoMHqpsjBiB5QrrN7zkUV+XdZpBbcRe
vPF1P2THeB3UKbdwimppGqs/x5Ri+8zK3r9CJSCeJT7mkx1yjydiv7EaGIrNd02M/gJgYPgbHd8x
OqJr+2XW9HiUIgGEU8XiXrLbAoszdf6Wcp5jbUPNxX8qHEl9cpMt1FtIQbXhGYwLXNPxWG00Sz4x
W9wgc1dCaOYGpR9Wy+cdgFuyox+iyR1CqPrytKd5hBytEPxXPQfzIhbgCo3BtBzPwCdD3wafhl8k
U0qdo92W75BKoOuphnwsOrSVJIc8wO73Ponw1fR+cIixoOO63gkZ/XKe0PK+lTw91h/QnVqCjbFc
7/KSEghpW1mS9UwCcn4f7F6DaS7SeHvKptUd18InPLuCr0g46HIq5Z1dXFTnUIQ0vXBDjuQ6zbX8
nPCqIfit2vL0N7BYw75hszbdfqC3HCCx8LDyAf+d8nNCJs1aFG72AwC8Ki4m7CM9zdobXMAtFARj
FP40wPwSCjNrGewboIM2+TOFLgDt4Ngv631+oJPtEjDCPwoFarzrUaPoSc0ig2QC9D705Jg+xivm
st63VfB9fT4OA3umTACeutQTm1csmcUVIEXp9b+qBgEF5G0yHyWGsgpPe4EL6aBeFC1eCPNnriqJ
zHh7YKeptp6w+xW9/XZOpQUI3shpVd8ULNv1nwo/Lh+WkZKx3Za0xsEJBYEFHTHItDu2cSFjE0F9
lN124Bd+QU3L6oel36dvswV+jnrSl895LLL/7BppfzIVW1gzxLH8WSkGBwBNLQUbDCb+XOQT8deJ
Y1kEmmgMpFA0Ufggxz1zApSpgdF6U3FB9lPuA4psIIAnz9hRLvYTHjugAuCqM4jpjqiwVe8IXlQV
iXxOtRjHpz3XwEYLoCdQQmSQ2Nyjb83gEjbqHq6tYwYZUY8jV7ZzniEfIN2SiM51rfI3yurDgTSO
GCXzfRXg7WW5egx7NQeUllIxnyGDwap8zKA7AutZKlB1tkLGQcJuPMcMo527gLjYstGVKxjqdp2b
duY1hh+Ljr5qSAmI1NfgeFvA8dVvvMcBopHFGjCSwexDd4uBid8SseHEr6Q35AT91DLdb0j3wYN5
cNBiDjKK4uQKTK0tCmppsSo1xLSDefqICxQnqTshkzQ8DX5nYHg38HPHiST7dJzsIiN/DttQwNpo
BwP1nKdQ/3HUU1faZw80zXcq1we/14uT4mkrKKcXl82Jv6s3D7he7hMlz9BVBX4di7kuMW4G9Vjt
ejBowkntpm8A8ARyKOiy6dd0iyOSzT2m3PGd9bmo7ypdgnRBOkWe4woDZv4c+MLWi2ISGH19UP+e
YjwrENC4xZsDL9/nLsTax0vd6xL43USwgq7JEv5CMAY4jKZT6c7Q+o3kArQy1Wchjmo/9xFkq0aK
72+XEmvPCIJUulO6iqElx9bz1mcaKr2IzwWCBdPds+TODlcHF1ecT8r34QHqOyNbCPWAF/HcAY6g
gKCAXEqv6tamZVG16D88lpFkgmU5aQ4gspXZluV1kBxIPQ5af5yYyLE8sY71TVhEfREvYq3MD0w5
w0sZBvAhSTnuSbtDx4CUAQ4PrpMRyj1u4PmPsyTrMMBJAY3F98mVBmt641L1Z9xkqOHUDPa3kdjT
MN3iF11DVYFoFUAfql+/1BMfRYPcKD+dRmR+VviQaYCybFt1+D5Dr7g25Zbs7uPAt9Qvew953snm
MuWvzoI9/z4gXDaDEq2Hi3fOkIN7rcIs3dOG3YHHlcjRfLLkcEj1gzYPb5vD4dv26wgH2YHt8LNd
BhiU1khtXabxTUowNG2fYccAMDDIXYBa/Ogfo9IZ6KKyFLwBj1GoOwgmQ3avdmhtTwCsx3BebI2F
ULfUgZ3RoVbFCSCOwp4Bbnl/F8dheyIgsfQ1YqdlerM1wKwPWi08uVc4evhfq8rKPLCI3eVmKmke
rtGL4gvTpeGXoQ/yaBWPDFalBYQoj32YsagNaSUMq+xxAJ3jpDowb4NUGL8RWqY7YhtKXX81Nans
D+RQT3i6ssEn9wf6HLi+9tm2tRu+rOwOxEiCjoRgxMIcamY4tURfVl9gsVTWFxvAL17n2dQCWClC
qfrWILYF2t0BSokmlUnGzvCynOJpTfO+xlNmSggy8j3j96ryeCo9RFbhsmpaqH9spccIvVYKoZtZ
6lqCE9t1IN+qTMj8NFnSTxeoNILoSO7Y8oSqPD8vkuEY1Kxc/POMr1df1Rbm/kNZEtwrhck7PjqO
q/5R+B7tbZBu+MMIlrO/MFGiMhfAqMkD2ENkFSCifIdTw8LZ9NeHIkHyw67T7TQEnYE9BQ7f300j
gAEoNo4ARgqFO8ynI/iZnSlqs3knoHTMjbYB34d+s4ImESB1z+/skAx/gER4RRqIbtLYqS32RePA
4c13FkwA2ORabsmZqJr4c05z+LDHZKqG+4Jok1zygx3vperH40rilPCLc+C/m33L+j+iGCDPsVg9
n8GS4NjWDbAYALuQvGDYwHxssWtVksV2YMYhySfOFDg+ahzWEKdtyU1KspfmSrQlSBEpOIQM1SEz
8VvNmMeamKwsP/naJUWXOZsDJmLJUsA7LajpodCle6jXCSNgNATeTCY7snDnwsQAXsuMjGcSBQQj
aa6zrE32HLJfnJI4VukSMRZsPXrpVYCFvWgIkEMj0fRsDXWVIZ1UCs7Xtk8gwBsB+oDGgEALazY1
qM/TpNZi+iG0oT9Vtrr1f9LOYzluJFrTT4SIhEkAuS3HKroqGokiNwhSBh5IJDye/n7Vs+kuacS4
Mzu1CaFgMvOc3x0wB4MOD92FMiszBsErDLEXXMmwtp/ojwg6mpuMMdhl1jbpPaRJOV5NFVTPIavc
81ruxMTaz8rJh7byJ45p4/nNusmNkTfWIkRH44YN/NqKLYePYJGA247Ms2WlvXN/ZXrHZeZLXNnh
ocIFMO8txt1ByZYxBZnFeNxzBdHSi+LBlmpTRcgmaAOLkEyifom9Varb9ldZO8uv2M8yf1vCrTws
tQ9ao/pK4AWOguUrOwd2o4Y+9MFVkKFXTdROX0YrweWv6qp9BNDXRxU2aUQL1M5PKake41XaVGbZ
FTT3C2rCxv1Z8TXJFTAPlU1qu7MHZbr4kIv+aKMuUmH3S1rt7O1jv7e5eYI/ctChOSW8I5DWOyRK
l6K60/5jO8O0rXuVmXIdVR2KMhOL4Y6gjIEIFioUe2/PShFY2M2Mbc6nLnkRqXJe6c70/VAi9F71
oxL5ekBybO8NtNsPy/EyjXrcL81azDKPN/CuLcbCIGvuSDqOcVclGSKfGeLgS4AQsN4HMxqhDwPc
3SMNDPhsEZGX6TUwhdcQf1kOYsVE6RBVWcw3v0UzNnZUgA4fXG4aAbrQ+tPPYCiWBmNcq61dFw+o
KqaktZcrlGSCwXHtnG8qJUdKWN4FzJN0KV5NmzpXpIAqpAFVWDrbygVb2/RIdjlnPJfZVpGoTQ38
kHfVFRPNCABkuWKvDvwuA9IJE3FY3JCpUF7gFgOZDaG8EUKhUzSaaSScBRxaKAymJN75fcaQwcGh
6GCBtZXedsJBjjj5ELi0WGf9oO/0E/60Gt0SrMJoz4zviPjAo2Gm4aE2EtOeccHDfYJcvAKKo4Ig
ESsjDsMALY9bSuNsbyll6zsodPWs4P+LbeD1FmL5tvTlureKxT1kyFGna5gDVoO1IKvelulILTC6
TYWONQMWWvtp3JQU8cH0JfTpj9agnHZ8NfoFHH7eKpNujV969losg4DlK/vm0WSCQkMGYfU6+lIj
qZ2HyN87fchvNlN773Z5+FPWmfWEJCc4DZFBa6Bb1H7X/BjwrylzimKt/XFAct6EBDrRBszfu6CR
1bfJaKFXQTU77Sr3s1ieICvchDS90iodaJbYs51DAUfHZwe5bCPFR2u8NaKVy5ckBL5dgUCl5FJ3
LlGnuaf7Ytf6i7y3eTuK2d0mbW7PWpp3IPGyWJdLk7Zrt6rjxygzVPQlX9Y1RAnfvivpKXdV2rZP
CZN6GP0yn8eBd11sgXa2IvrGfr+EO0rQJdqUkQaaMy0rfB0sVS7uqsCd9+7SMqeO2RoVpXbaAS9z
57n1LQgWQ+eZpzhnhtH1orcOJmh/niQhEWrwCc9XUpQtQn+TT0+W5XXzegiBPN6qzjX0K7ohhY8w
W8smgp+dGCgjnx/KaK7QePmGIRSBxlyyc23HTNclW9wzPEz43UjUjYcibPu3Bg1Fsmmkx+py0BeP
+9QEJT7poJ2Hh5pZRcyXSuY2eQm8MRl3PNuKbbBzra9D2wT+NovZh9dN0cnpeqzjyARoOzz3dsTS
MSDGMi4+x1QGagWKsAy7II+UvxvSvD7DMrl6C7QdflS9M2lUwJX7bJWm/eY1lsCnBTGVbSs/6ud1
ny7hQ6vzjPOWncbsCj+zLVzsMUFTCDg09GwV5m50jyAzbTfdEJJXRtkhmyfYFJ+gvZpCdB2MPrny
QmsQ7W4uxVvvDckpaxOXGVruDNRYFLRr945atNnoOJ1Qw4xWQ8R41YXO5mz3aEAwJvPVGSunWaMP
iZ7HMYI1NUmaxhwJbGRbOuPypgy6kEPNi0GhqatwYQAnFy+V0N0P6ud8uqtzA2YTjEMfbi3j1Mkh
5S387KTO8zdP4AkBk2Ln2Qz9CFrhGsMRqrS1TJtWxkm39ZM2zt95gQnSbDrUfjPhgycCl9O43Piu
l79rjsejGMX0hgY3l+twkeiXGnuQ7Xpphf/eT24jdx07Z0pj6DfWFzs/W+WgnjmlqzpS84eLh+GY
a7RmH8Zkk3VoUUWLDXq9tLnJCBdcnpYYKnOd+hmoAiwvePAWJ01ZHECTo/YHZZDH/M/Qn5zrfJoq
fbRsY9jXpmV0V4M7wo9IY1wbpYMd5e5NN8s22iAQ7H1CcrrBe5R68sj2yNgE9gvnAhM44vGfyZPO
kFyZpR3zXeK1TbGXbVwG1wNHtHUAI4YAtesGHp6ZmZ294XRMxC52JPx4TDMG5hHG3WPaKrp1Ib3m
65hof15pP4TxtdFMPfmqS+0Nh2FBcqqDtx1pRQId2pVhw+a++PpezxZach/uadghwbb51dGMLJ5R
HBMCu8Vl04AMH6qrxli1d8vnGMTbqaOPX8c2QPiqwWnhXbEPLv26xERr7ZWwUfF1qMJ4vLnu17EY
rTeSHJqnwnSmf1Bt4XrbehTRh9+iOEkLWUSbsYqSH/HkRe4q7tw0vZuC2QKQwZeV3DrkIn+AbKiP
oQ5ogfNJyPCxoNsXSE1QtOVXOXQZEmOYwv4pwgSFFCMpW8pPKSfW4hJEYtem3ZwcRon8l31KJONG
GLeZd8XYhtGtEJHDyTWGjj4xIyVJN71pz/q9zA/a8M2z6BX4SIv5Zay73L6ybYPgPYy0sm8Hf4H9
mapldu8iDwHMzg6chULDtp0h0NsKk0XTo/ApELiBglWTTq5kOkuNoKG2NXiAJwMiHrNl5koWIuOq
VJ51Z9vAsjGr15Z4kSGi9XMJ5VjtSgCBZd20kcPeoMr8R8r3lqxD2Gb91cggJUUAIwRth8hG9z1g
uCI2IOWOmNckqArxFW2ygDxThY3jYD40DNhPNXsVHkKHXMNHa5qrOFlpKywAMPRsnvOsE4ry23Ks
+qYTec7mVMT6xeB5gzYaRP266Gl4NmLu3Uc1xUyCqnVffXNM2XvroexGsZJVZfvfGCyg0Yym6HhX
TjKVfHrL2AAiZpRRzBmf5Bzu3JAcDFw6jHzeTXM73TieofFBoLYkxxGMyqZZTsFmekKI6++eXoCM
u7DuCkZRQf2V23YMl69zosJTiU3JUCk7WXAnACrL68iLuvh2cJIs3KLfSvM7T5gqfpjcanENhZNK
SzQMFFYz0sl6Ch9mxM3DFyhx+7UVcENbIjysYpt0qFzYoJOAIxZkYVzFVU9sSGXL5JmwuXzYDzb6
agieaSqPbuScnTZY7kZaP0ZlbKPC4ryIiiT7DqUuAPaQC/Tq5Buy4p6KkLzINd8gJwvC6vC1a7Py
OQ9gd/DQlCWALJ2rvWtz5fMdRUnnrJHAdreQvvStbe2V9yifz87qqXXGlWPP8tUEYilPMJ/UTRM5
y/EmsNvyDcTK5fyChUT108saz4QN5D74mcpWckl93BLVWdosUnsMb1EiQLIVfdCii6L9KtZxnuaK
E1nD+keS//oL4DeODz74Ub1LfURK1BtI7Nm/OrvZ4Pu0y7vILhJ7m1LrIn8JiwE5ZCHccjzG1Irp
YQyypb8SojJvGbw1yauLOw90/PaQroIsaX5OknHgiWg0G0RlZ+tsCPNTHY3hNxsTyFtgZQYJYozZ
eWMHYSs3VV/jDjV2nTPeurfsm1TaOCQQsafD1olVe8jHToYrpqFm8tbtxrT/lhnZRysWb8BID2hU
swn8FG1z71nofrVyCeTPqsKFBW+m8IWCujYrHzsCIU9RjCMNrT9KSBXNE28o6KPp7NaYkxWPnkpr
yDum2+L+7gTluTTzRrelPb72rQswWJT1FO9DT3tYRtXZcweNRCm/tiCPEuyPc+ngjAvNgzSDewdO
0fWgq0X3vZrCAKeNBAMFaMJAs/ykUpq+TtBs/S7WmkJ0FwcoZ6sVXdS4cfykIOSNzo6228unfh2m
EdMn2qaunE2UGAwWlZeUT7XyE41opPTNuhuyhtR+e7BqlBpR9YBtk49NOYO4pkSPwo2wmuSJAQee
dbM4pW022dRH833rJyVVr9HK2yjg/Zjiy2evYlEg6zDG7l6YpNX6a6a/queIpJoBbi6cXqK0T8aX
ZVqAoY3jpz2irvNnOsa59xOghveQ4byM9qLvG6puljVvaWIY8xraUPImvYGhIh6arE3QeBZRG+MZ
2oiWc5HUxC5G3VbBZyKlT8XNnCqc7U6Zes9N3DSMbwwdJDh+HLcgabFl9cwj6vtnKN8KNU6B+wDk
P42iTeCY8YbpMBmAKE/ySF+eH/0uwkwEBlWXa1n3Y78Nl0wMq749m6SlJSBzU4ye3gpC07kBFenf
htwextU0ZPNdSbuXcvRF0XRVDWexJvyzeJgED+V+6OAqDhBqgyYjsK2+I5vXNOhSVvc8wGwCn0PV
CgGSumZnq7yGYRg8G2sRgkbcEfViTq3V62ITFzW9vqX4EVvpmfDddXuMBoCg6M9Lz+kpwmOyZxnc
uWD5ZjmUDbqEs6hztEoaR8FoX9y7yAPXAJrqxQ+U/1GJrOafwbNfukKIWxrYlGm68E1f44hiee2N
S41poI/yhxb7mr0K0SuC7wLLrRCSg6xwKKH21QDM39l9m3iHhh6zIK9kcndTGk32SrrFzHqPFUng
1El9cJcuojvFqTWfEseuxAZyumyu/FJNv8oGL8oqkx3MIcNr+y8wGPoL5iOOqdAtcrm3W/T3NwbO
8nuZR/gVltwd5Dbxk/yRVNWBZr9x+3upIejPQoAeuqNtyidvMoWzJSQNzWS8TNl1xJg2vHiVINbF
1zKg7bfdqKrYglOt7tiDLWRfkXRCVAS2leo3DyUSATj4e9rsPUULiVSRL6K8tj2rGTdGSoVlJGbc
woMQdOAnr6lCc83eNfwidMBrbmmx+uSqKWX1MjEETaLsyur2OdNebe3SqgjvU5BJztZU8GK5EeR0
gwAUIUnARYSgMw8qjwa1825s3JANRqdi8sZtWYFhfl1KGZ/GCUrvFpBTPOYiLMxNpnzw7M7Vbno/
Bq00N1HlniXZvbKTbTFRt2NBypfvGIhhjuhwKGloAKGcoYjj17ClauL/iOQvNwDR5e0mNVMRuQyk
bofccG+WMVTrqnCiIxFXab8dJtU+jNZkuwcJT2x/i0zkPntd1r4vnj02KJR6nay8QtOsIlVQXYB0
osytZNXnijGEQRD588GIQiw3+GDq8AFn9fzkVjlSiClrcN2fS7LuutVBMvEaCwx++Dzg0aYiC61N
pk2DdDId3WjriJLDAglVtIckGL50TuW+ALpkjA3qu4xc9dYPw3WcxOZtCUMXefcgZrHC7pG+m0V1
r6rKLRbg5GFEmZCd/nCokCAQWxCcNcLoaXgZrbyHxOvZFXdwPq5329oTHTFuou62wPaKOU7FbEe0
7/lGzfXkreKwRCw9AEHUnAkL5GDvegK/BOGY/s4TVPgPahyVOgX4hdD3BWP8aIEXDsfJHxXZDC5N
TQXebiG1xcoZkUplVchpSuyp3Vo0tXH3npugQcvpJoLNDKWn1o0Xt89VLgeccz0GITjfINoOniu8
Q9PWGrImCcyrNlbbXg1lgYs16ftiY5vU99m9o6pBl884Qcot8aqHRcBEV7oGas3ccm+D9J4NbKbc
gknIlvUzLeV6yBw6uN5zkv1YsFlc44SPULanuTV+o9opSV2C5krvc6Qz3U8auIoMjSIiG2gFOloE
nOvJfK/xD3wdnQ7ZbNVRS6yYaz42T7OnPJR8C2pSfm4oi6/UpH16INpr+JEnWJNWSJUa9gcduK+y
sub7XDDYfFWntc53Q9PrL1M2lU9BWiyAEWMzv/Uc1j8GBCr+2SLVn6oktfSGiO7ZQdcv0PMG4SSf
ZDSjHpQmdF+KRJ+3gjmIyjV2u6rgfVDqoQBEVblKm44gnc5DELZR/M5gNbMXfZVETaC1Mmn8tYuS
PH1yUXLB/LOvFk+NMyVf8jKcZlSKXX8CFzaaT3HBRtPHIhz2UEFA8DLuSrkTNkbdlQZ6/BnM1Jmb
1l2y+26O8ObiNWvRumCKey6IoItQ5zoktzBpdMZeM6fFW7foEKvlaCFU5Wh8Fyxvs0E+Wr0FIO+E
T+FCHDbYOEgwqEYRrCGnxxcC4mYPF2KWHYnrV8zeC4UlrjpKzDtUEckLOiS09FIvGemqJHe8YO4a
zI6E4ri5itA7xUjE27x5XzjHqcFE7j7RYYbJunQrVP0ibc0DqpMpvUaxFPOv/XGqDj7ZMvXtUpT9
vlmM4SuBTEr5dj0fCTSUwAvB/byCoO2G+3ypvTfjIDddBYw+JkPXjIDclsLKg5TIRy8FKNw+e7Tn
3/F4lN1VGRn7F7EdjbOdGP3EUCDYeYZmDvH5bfROiraeTLOlh9sTi8QmojXUbqOd2l0HuZ5JT+cG
rPvALPVXoDFInzgaqxc23ep+oiYQaxDakGqpTXuzCrwk/c4O0Nsr7GCTup3Jq4AqdjJ1DVLsyj0i
2DJ/9MgDGLjNGhzQ9F1Imajy8S7w0GWx5WlCRNOGkmqV5gUbzlDI1v8yEMuWvGNYiZOryh+yW4RT
rgJZJNiIjxZVhgaqnPbAKk2zb5OeQAWZIZ9c+07GSK3ZE4GzXnQw4gqQlfpx1lbdDfAH4mppw1FS
sDezuTmjyO8pURU54oTA/ZJLR4GaT2MSHmt7bJtHeCrcZWV4DjWw0tw294Vbdfm2Dyr5rcvimcxh
qrNjBOdELY/k6Zu2Z+wsg1Mt0OVWOldMOJ5pkdWQD2D/dVxUYEZn1Qb4Ox8CS6HB3CgGQ70fNLN9
X7VLfCS4J7vtbR8H9ooNzuRPJYY9de8HY2VTpXUZnu+18IRli3syWGgjdnXWyChE1NvL9mMpGcdn
NuC2CGVXZegF47Rj3Otg9Q8I8e3GPoVzj7Pqyk6ctMTNgxOwjB/VTLZCcxO6aILpFOm33Hjr46WX
AdYUfOHpgWF+ocXYZmkXFnWqSZp3X/uLoANE77TJ00FjSa/8INqlEdNzqk1tHIdU0iyk+iYAahDV
L93GDZpM+OpxvLNq5akn1OlLuHXqcaTyEikBCm7dBdGqd+35p0t0S329RBQckAuerp7HNCr1dcJO
KDc9wyfeFNlN4tTC5J992mzy4Q9rKMf45ASzgrMJnVwRUDmlRX/IrTJYrip3ZPzzOUkEyGWMy/h9
mX1THmY9Ju6+A+2M79RI9uc1oX/smU67JOVmFFkwPXWsaeYQV4Hv48ogC+Fr0zvZctOGuYzu8Bbh
tHJoUPFvwYYig7BZ/Z2zQoqHIWtVsbokdSvmkS3Ih7EeAU8w7Uw51O21RcLmtBKkv7B6FtIJiDEq
kOXEnZr5ayHRhxWd93iG+BrGYY5lhRhO2faJDN8cTX0/2QsmYgVBgOIi+yIH47872Gc4L/SoHm29
VMwzdgA7Z6hFbEJFmVHZcO5UNOIqkqs8iOaTF0lvOEJNcYaxIr0vrRsygTNmjd8P1jAQdcDrVteW
NOr7lDTxR84DWLYJknAB0ACys+2N334vk5HycfRSINCghD+K3JG/M42WEc+c5yyveomtaO/k2jJ7
6Lvp61AF467yfae96tpoGu6ryRC6EqIneBoUEB+yCTzA+ynS+E0J/xn5VoKc8NOBL/B+qTlhb5IA
6Q+ySXYH8oKyaAvRbfZLuXTNtu6a+nGe/znvXHv60riQcBvjJLCYWGcqf51w3WCdjMqewMhljsuk
6b1pH9V58kLcSErX0JfqFiMrWSejV9TbwrNlsEJpgUo1lcjQVxqld71ne9fsWd5A7s+SJA+AXbZZ
0bYD1LWCDuwMXNnutsWD+QSFDzXtNoV1nJMEyNbEJab1aFD9r3H0O9pTFpDeZugpaNVBimvgQRxp
9zHm0IjIh9ruDxMYyk24dIimJ0a0Mz+V9B7npnd1iMw6btFOCKjZhgVVTtk2cXXLrcVRt9w6ATAo
tnQTDeuxBZUmV8ReaEha0odPhXGn9Cpsw+Rs0GoacesM+AqgDixwO22mYdqIko5rTf8r0E7MGVqs
oG6xksQDEQswctkqbh233jh5PP5EOk/vFyE4JSMzCXrvqm6DGAsJ5/VVzRCQZUs4mHxMGtISNmR2
DA9iDKG4+yiicUKfx3dWoHf70kWNB1ms2nYTeGDNSOeEeSD6JQXPwrJgbgNyxr7O9ThF9zVDZ19C
MZtN7jj98Dq7UN7g6LPKqHvh61nf8LQYZckDRd9oBrWC1hHVmkxMol3sDChyi+YEjatLuACCC1oz
G6+mkS/63PZsIklMML/Y1+VBeUv0xYgAvzPErXwKtJg3mMqHYzOYYrcgdI3R0fvdD+z7aHdwhoC/
E9NHs7EA+4otXbw4EjSjzk5leNIVCGSOVx3ztr218DcR2oEOGQ0hmglspXqBaHdKU7zk5VhEN2FR
WBMa70JsyswnKEDZIX9WWhJyNspxuWto2r/X2AwwqVtj9pgsRjqY6LDFrFAg9y48JdriXWbD8POd
qfamFnbkMPhEmepRezE4SiWq9ldlD/qjBhrmF5gqpEkHMZg/BlmaYBuqZjqWQFvjKq0iV/30hQWF
5MLNX8V2rpjeNNvdE/ERvsYzHpZ0RZ2uSpQCjXs9eQYOpa1kEh9qvw2XjYKC0tuwdxirE6K6v7HP
EUPbuU6GIxvrkG8hmlCh2WwH1tV5cJt7r8t+Hm9wAmCYGMkesQ9NijdM0VSjAxRt++EHgZpucYwo
/wR+rTx8sVg6gkkRJTVYBUsOl2FiZXu/7DGBpV6QvOMYyFAEt2rsjkk8+e2d209nXdpgp3fLNGl9
JOfdGe/EEE0QJlhZ0nyHjiHkwx1zLIE27t/vKRjwu8JzcUI3hNqbgmIICAhSeB35s1PfBVgbrANd
y+DgC+7qYtvAQtVkQWChAZRI0aitImopa60YMZbvTEHjxMpKYQXXqXEtZ+MXURhds8sR5Cld6ywi
IluPHJphGfsTgnxyzPnwdUiYSbyg+OvWMvV69xi3VoWEBSdxOnKoJXgzzNpmsy4fwYAWvJlMHpO7
sVNxvVcyx5gI2da7u4VoTu9mHiHdzkiww8fL8buhNV2SdVrY3Y+xb9xT6RFrXaxVD8pzNzNnkBCq
yhcRW2Y8d80NIpvS+2YTJQEJLC1rfACiSsxX1JIJVuoAFYG3yZC7oIZxoAfBBklUqb6mweB/L9ho
UH+4cBTBMnjwPaNP9iOStqDYjAYZOmpwiNddqfMuOhSjPwRXpPSY9kqNFCwciGg41FpkJtdonX1F
oOZksv66rkrcyMlg3LtpikWsQKkT2/1YKs/cOhXo/rcAQZd96pAeEvC1zF34mOmuiW4VJknQC21Z
xKQvXOaqwXBrfbO9dqgZ58vf9lQE4P171RjIfNwvDvI77OG5V26cKG4eOqurnEMPthASvuQ4T5mT
xiTBC4fiuslHlD3W2QpZQUaIa2reODtMMSt2n/BWHjtj02Uq0xEyUAZh8kaDObVXpGb2p8EJmnab
jn4/IFPurPiApzgWaz3UM24uTAi2dRMC3hPXFakkeohy7XzPtBU3Bx02OkSZruhCsPb6b2wpHclC
HWQdOU5xOOSADYEbQp61SGKab/XCAajxz5VJfp0kmejeQkG9DTaAA35bp3Pj3kty6ZJ9naFEIBKN
3KiVBMhjPnCRxfkLES1jfNboSvFYN62uj4wAZsKEcb22PbWqQe628MrEAZ9QTM3uWNJtnr1e+1DU
fQvoMYxkvW3KNvHKE7D5NF27PrIfa3B9nACBV0fY2PrBo1Kc5HhH5vTywwsHmSLL7bKPv+cO2+fk
z8sgTVTdjEcQDsevc5Gtmg+lHaJ86u7QDffpk1OU2xINHhdE3CRWixU/x0ux62v7EO679Zo3tf3k
J/wpnDR0kBcJZoMwJOTiJzR+FehJ8RMYajeTdh1viRDZoAu5Kw/Mq1jHu0+HC5zza3+7a9eR50Rv
F7PiRR6qxW0NRRD3d2PRzNvBMADFIMGCDx6ZLoiPAFGFYlfLp6bfWX7wWmFZO4ghcY4xFoXokyTi
36ZH2I5CTcq4+0CQoHoZZC57cnSSuu7voD+2w7zPyp8q/kZA1ydP+vek4fN1yHrnYZP6E1486WW0
ewdvUn8XPkzdc72ep0NwJ61ttw7s57S6Mxs3vioJYljXDHM8lp8NZvnDm/7P9S9ihQFAEod0Bbyn
73TUumOgqdxi55t/yLtxh7R8D3OS2LtEffKA7T/eOSCmYji2w71f3nmQMolPdD3jV/R66e8X8jJo
dmJxRfaA4qCUGkfBL9pOYOetPkuOu8Ps/nJGa6fr/JNP/vfnAAAnxPl1nwdN/zMI/l/RwabD4DmQ
WXYHu3OMmx0U2l3WPP79bf/xIjazG/i+A9++/KjgaN2pwMBwZ3vlA1q+G7d/zLyn/4eL0KpCA1CZ
OZeTx/Mqdjvfi4Y7smy/Kt/+iWv9IUzcTzKyL++FZUEJgh0wUOCKMrxYr76lWhFKTYpS+mLsRyf4
EjafXOLyC+EStkBcQpiwpGa0LwZe2HpQDBZ3siM6VN1tDXZSf2+KPeqKvz+yy8V+eaGLT5ESWnYh
Vdkx0w9d/phHvxz1Yfrj36/yhyf2n9u5WGopIwuWwtjZsTUfTvojVMdl+f98Yhd5zzLJC7hKnljh
rdv+6HJ4zVsE4L75ZN/47F4u3r62piiZUjc7BumXSN5H3g+v3v/9cX32Us4/4V8rkhC2yVMDj2uM
TjK+56WI7HFu/5er5fLVX0wJSgYXk5XgKmQIrgubmIzwm+c//P1WPnta5w/9X7eS4hPwEIBmRxfr
SW79JD4Q4+Unn9f5kf/7AP0/d0Jh6drCYeVc3An6AG1p4WfHcwrZCuLsWnQYcf9+J398KSFkvORQ
9FG5/fdOaOTQMzMP5ZjoY0iWbEbYqJ3+MKP+5EK/HQ/n23EkG4wbAKS47sVqCYbKFsmcF8e0uwXd
SNvbsCfNGf3gol9nCWoHz0U+5m5xjlHwLSff2y3D9QQzk6C9VMSA/f3WL7PUL3/QxdqausWbrYgf
lCzOtiD+LJUOVG+8MZbGUscslZe/X/BPz/rfT+BijTEBI/JbQKHjoK6c94pkyTKE1/z0SZ/f2eWH
8+/rXCy0JWgATZu4OObkl5ZolnHaoQ4i7k1dEaensF7m0y7A+/D3+/vni7y8cOgGnHqujcz78ovt
w9wW+EKKo6qsI8ZJFHUnwvVwAhDcZz3lj8EHneJwW177tyVxTcDgn40Z+dMzDr3wPMyAYs/zL55x
5iayn9HuHfUm6beJxSgVnP2y+uxWzyfIb7cqbd/BYSAZ7HPxjGc7jBAddsWx6R6BfFekpRU0afZr
tAoevB2BWkj5ivUnD/hyclHgMLiJcsYXFFi+419sCTkSLwPANJ8cgjwEfWxLKgTzmbPh0R+f7foG
YDADsOmDq9D5mJridH4XCGBm4sH0HtRjJ4fyk1/126l+8aMuNsMuTeeJyLf51GO8nKfnlCAERbRY
D3ph17u/P4LfNsXzxaitXYJ1lMPojP/uV5r0T1lGPIEgfgT5WRnz839/AZ+//zwZigCmy04JyBKJ
kdTzaYTFc10iuq3Xv1/hnzLnP98O9/DvS1zcgzVMMqQ1n0/UQys/vE28H9zzvZdvR2K7ocUPRIAM
jfrkPf1frksnFgSSAkxdrA0wX7IPq2E+5dX9oF+JQ9xYZ9ueOlohMUgfU0/c5GfD3X5bkNwsjzFg
QCBzTihh//vCWqwsDZz+crIIk+5KrBGsSZQrd17yyZr805WYjG3TbTIhg7kh/71S2ESRGeNGnLyY
6HUipaLsQG44QqlPBlh/dqHL56iqKffiQpx60gXuyfm1gCtJzmXhFoduVuHm7x/MH68XOODz/zQz
4cUZPTMegY54EienzVdF96Son0jHb8rD36/z24Ho+GeMwHMc4NHAcS5elYzRJqF7ERjgg2Mn86uu
eY4bQ6SSBz3jnIZaPP39is7veweXDKhtQCVoOi43tBJve+uNszgFNbmqhWd9tJEffikXqJ6SvK8b
6bn1dQttd+21i/0DtK/Ze6CgG7Ji2/syg9JabPzBqyjOypupQ+VOepu8Jklk1Xf6rcPxgjVbdvuB
YIpVB/WxtkbrvgxldiDTM3nFYp58stL+9CBdXDAEYvHFO/LiS0RMU2NAccTJHp+q1yxnH1wvw6Yz
9/qTT/EPa5reloxIcBa2Q/tyDit0jFW3WrG8SA3Ptb3Tvr9Nl2s3nNaadJ0Jj864kOu0zNu/v7vf
X915G2GkecgmGVDY/Xe51W3uMLVjWk6Bb+1IPyD9w9oN5XWCfq113/5+sX9mIf53z/zv1S4eKTZ/
m5NvWE7mO8L07nX5YT+Ja7XLdtHGOziHISYBcaX+h7Tz2m0c27r1ExFgDrckFW3JsssVb4iKzBQz
JT79/9F9sFteEsTT3TfVQBdKkyvNPMf4nj+Gr91rua2X9z/gje3m6gNUwm/iVsMwVeHR6xLQPTSj
jodhG75QTniAK1LaGy+mP67KT/v4kEPt6myadbKjI2tG+JW3obJ6XbMNxzH4Q500xEW8kQKLRIew
NR7CBvAmZqseItNY60n+Rcmp/YLzDDZc++PIpDQzY36rjV/+zRc4JFq516pGkuD9F5xUg254cEcO
TSPxuOpP5G03wckfEmPDoPo3xqTpxTft1O3wa+8Lv3XT8Hhg3jaUCZVV0EtdHI5JQ9X/oBXNq71t
LM8pig/5+McuV/9J0tstvNjniKo7gyvm250+ujoz89Tjt/mYbaSBCSe7+HRf3rVmn9JG+OokOg3M
o3CuhUbbk5OG8oEVbjszWAICDSZE+WL3M5JuKgrSv8z7Yowx/oIoks7RqMs5OumpMo8MfvxMmldo
4RKG3aSgdKtMXlRHa04/3VzhhVjh3oAtqOVpjVjJapZ1v4rb2pPMcpclwWsQqPSUL6Kw2YVlDUa0
D8pXJw3b2EkXJdn5eo59fPLKxUeMtSFDaRmAs5nCTTqpx/4IPqt8KIYsXjn96Q9sQ8P6lAIQcP9k
b91ZIiBDdhR4jAzxJuVqYdDNyrp16m/pCEDzmsbJcvhoML18X9RbKlNc1aUsIds11qey0rNUPgxG
x7wXnDIe5ee1LhUfaarYD6omeYl+ehyr+pmi1kM+6h/ybHxMQLPyQJhOFk1OM7QBvL5rOaB1FYrG
MJf8FAITHY3tcxgr4BdK9egfySCCbUFhJlB+RbaxUmlv9Co1WJj9QFO22swo/qviCYTMFkbUtB1Z
JfvpCIuzqiSm/bTGKVENEI21dt+l3WfZGBMvzwpYnrTiB1DIm2Olf6M2uIvtaJvVR5UJYm1NX/Y4
Y9snPX+12RoWgGQpHMKO4IzhepIBDzr50OJLuIOhJh69tfqMlBvP1cZBMOC90Qj3yFW+17dl50C3
lUrK4eiC6LodVsdhkTzRD5xUS0Dv7t+g60f6XpgQzNbM8EuaFqoHu2Z+olQfc2s/wrBG57a8vi/q
9sKgDDCpC2my6ggKQQMEUisZ6DkwFzKYy8S3vkV7gLgYlf94+lcLMzRHVWWcZ0cWFkZD9Bh3ZKR5
GcSjoClGIKfSaMAozv1lXSsWdhAXFk3uUPESPT5AhbLRPCNo7BrwWtRqXLXwWq3CoxbOeOk3RZky
hXMHwBRTnZzPCxslKee87AiADjX17z+MjMVeGA/FTzM2f95f1LUOY1FTOECrn+rItnhUAFIbToik
goYMWja8rN/STpGDoXXMZhLdyuTAvX9XCHNAaXZMWyEQEVRzmulpA2GJStNECRgwXXfWR2il1rr1
2lrfcpoI4vgT849Ara5TJjy1aIad/fphUzY3iUJQ1zYlQuGuFBEThNUARYh9ppUdFyen2p6b/+Ki
EMVZOq6MQu+mIAVwM4XS9KAecOplOmN0+gnVwlNf7h/drRd9KUaw9nrNKD7MzerhmKEEt1L8DJ4r
vWD3pSjXfil7NrkwrIh7L9Z4y2YspQAwukOi/T7TGymlry1QqkW+TrPfNCy5eg65Oj3ez/cF33oD
l3KFXTyX5N8166weQgq4eq4/WMNaKdvlfSmKeuNOXooRdlEzS20Yc0U9FEcwDexA84+wkC2amuz/
1BUKl0fbb4iC6j0w3vEW6Ml8l1pp/HgGnGDmayZhwgOBsd7RdWwPZsEUXqPeFgz8D6F1ONO5Q66B
yBd8HTesLW0B+HC3uL/46b0J4hyL2NzB/HCyoriAMoqZ6sD/9ck3DTxxcmVeeHpWS25sy2RP2D1E
VTPzBq+FOjKj9oZum6T3CDP4qAvdxihNzxhbah3iSllLhTt+yLTDcFYe0+TFNreOOSPvxgmDVaE7
uIIagSysre8FakFyoqdycA6q0i0qsD+a+LlKN0C4A0ZXu1VP20n3UdcUz2LmF+Uxs8s34lqalG1G
MifNh186XcGLFTuM0NiJfo6e8+674TwxsurqyUqhJS49eR3tPSfwF9ly+A2k/Jn+xfG8s5iaAgqq
AjasM3MoKX85RuXfP/5bO2PZRCWOBo8oMa9w949MTtPKowSHlJEbWqnkBv9xS2N6T2N8BLEqiSGG
jb+Yy3iOrVmZdv393ZvSCggl0safErna+1Fr6bwNw+ehUz+V9aZMvbZbkmAE/35ndaeFAzRrLQE/
5YyrY74z4oMircO4mXlyN4wSDRw48QRnuCx4ou9Ph+kbhqSUNHxmZtLXjE/ySFal/nD8qdK7saOB
Vz6GHig7/lB+tcIZ83udRXovXDD0ZWG0PagZ4XNa2MvqDMA5cAuO/g24d6+k608J5kh/b+075XlN
wz7JYI0LryGGxoRxMi18BryJwcOYrjaAJJ01cClzdZobL31yLnh2dBbqllingblrPFtnK3w2d8BK
6vGmOO2twXEzM10cq6+SPfPQ5uQJS9MTWFQgaQufy24qRoErUzx2UPQxze8DInr/8VynNTUaT+g1
IllDvI2X+/7e0MunmiCgJM/jeR+uM31zDnd68qfnANPktdOpsoOIXy7PZrjPBlLInnL6mfigMkme
Kq0c6aEBDjkAQbUqJa8aVkwKRmCZZ0k8F2hcnfn7T9WEeAYyRZD50y55Pn6KvnLg9qH6XX08LbpN
tqUb7WNAq/rM9lx5WoJIQcsP0MbCWzgkz83wVYPRu/t9f/uvLKXw+4JOBVbOasyA39d74EbsymNQ
uIq/993Xfy7HVk2yvCb2URNdVruv2+I8npPndvis183eLlFJuXl+jsNBmjmnK1+cNdk67wXHEbss
C8dUVMbQSmnAmqy8WMmnYwb4aEUMPJbHdXPu+g1znzNe1nWsptEOhLeBOkAbk6J/f43lM4Ep0HHj
rvNgMVkMK27nhtmHeLZt7ep5IonkqjYF1CRoRLc4NxhUjPtQ3pGx9k8baR979lJexzNW7fpmvBcj
GLWzY0V5IkF23W1PfrqmeVWdi2+vL/ckwqGoQVfF5D+93zMntnJZ0mN5127ITvsML7mN/zM8eFvA
ph5//dMb+E6YWBkiXwlj3si2pevIdzz1UdncF3B97d4LEJ5qNvlHZ/ntXIYFoDOPtA/MnIl6rYHe
yxCeayU7gCMNkbyzPjAXkjPUwvzNy+mR7fscPMVewMoGPz6Q9N4PP53nwB02zKAsrcdu5pFdWdy3
W/i/s7O192fXQvpb5UMi75qFQ13B8Zxt7Fsz670OmgQp0w26cPkGpmsaIEa5If6wAK9uafv6T1d1
yWXNrOf2q/p7PYLRA/Is7/qE9TB/9pD4kmc9q2vJnxNzU09c3HlbeFaAFzNtXHCCzYJuHp+EIHqi
+N6v5q6jMndCgkYCFwMU4R5JwbOz7hbTI2a+5Dn9WD44e3WjedVS/Qzrl+NrM0Zr7iUI3hj89SCo
qUhWvcgrH7RFOL+Pc6sTdMdY9WnFPJe8G5fOMj+ttR+4317xoLuKB1CpZ+6dA1CtTueHs+u7fS3J
aOKQ0cyK1/L+WlZFosdGlE3XslsE28xXN5VPH8kS1qcZrXIdXExP4EKWoFZUNYCCEKqG3XSI50W6
ttaBX6yjtbY4+tnivg67qV8uhAn6pTBsbZwGp3abl/WchZz+7btIRViIoDFqklaVRivArucmxouc
ez/4p4VHXO7Hn++v4/YzM02L7hGSAFTC3p8QeDi5JBWVTA95ugaxZVE+pIdyF3jJjN6YlSSoKF0C
iz7SkDQ9sMYNfPC/tsU28OZe1awkQUUpwBzL1bSmYdFvGjde4A/6+mO9Os40uN7UhRebJ+ioElaa
LDyXk446+bo3mUtr2/73rRM1VNGdj7bBgsBF3Jw2id+6yh8PQK+X/3gbBIUEHoijJBoLqpfgOLiN
6+xTT/HglZq5DXM7J2ilDrr7IkhZUYdVzBgawQf02md5ZkE3ld/fByQWVoJS6jTTYT0nfzK+6oYi
vjeneW5ocboCcdgVlBy1bOF0aNWnPMqAM0IiL0HI+TH/F8/0nQzhYMZEh3rMfrvS4Az5buu6x420
mbO6N/brnRjhWEoH6isGTaZjgbPXkzF+sFHMnP11+Y1Gu4sNMwWrEIKBEI8x3N2Vy/i+1z7CMOon
6OoY4HGGSTLPnhOpXevUdyIF4wA9lw7cFAvTnsznSa9KXgGGvNv5sr/9M6cXbtk9ysEO0Q05D7rG
hH1UwAZMjr012b3TpvxaPpx4Rdb32Ievb2Zp19m+aTf/liV2Ww+wjlpl+yYr3/dgNr8MaKOGdAQs
Yo/qh+BJ8Y6/VDfbyg/By6yyndS2YK3eiRd2FnK+mtnIN/GTWs982kffXnO1hJXBi4jzZpTU9ItX
Eml2pFOT/aU1mL+/8HVVxVQyIPrY3NhlvvyhXOjuyYPs3QPdeEbD37yrRKv0hVJJMnRDMPRtQ/q9
bVJll+cMWUeU9c1ngxDsyzg8G+G2yZ9VOpS0V8hx3YGRb0sy59Z7I8CcAub/fcJ0ty/Wq0RVnIIy
q2DOVC/znX3xgwHr4Wuwpq7q2XvpMfCOP2R5Ru7bCKG4z5dyBYM9ngwJSAzkNgvpCUzx2o992xsf
hz129VH9FHs54NnQ1vnBU/sdTCq/mSvg3TATFM4ck7iXUuhVNgTsF/aeXk9iawNWXz96jV/il0nL
wrW0zB9hbYNzLHop9rWb+nOK6ubTuhAvmg+pyUi4QTq6ix6Np9bf1Y/6tn2M18ulsl9By/sdPrc/
I1evWM3c8VuvynBMnRFPhhv4r3DmxnBU5XPDmT93C2Pd7CJsfrCe1Ijqqg/zccJbTu7qtC8kCipL
NvtzqMWtsgNbD4bixeBZH4bV5NIU68Y7LwgsSdiAWvVw2gyrKZAN1qPnAOX+E07FzK2W8/GResMV
ptXlf9tgCJYikWKGi0e2wVkbT/Yz1f3nbjsu4X/B2YKgvvjR/ISEflV6MFoQ0FcEFjMnccPTf/cJ
gn4bgjgBG41POPmZDyuBf9wFB3Uzesm62EFJ7Umvcw7FrVDmnUxB6RCuNaYEMzbHUJZuutbeAm1m
5n3aVYYPznpmjdM23jl7sdPAqjVj0Oxa2X3THiL88hOXrPQcf1bQ3HkKKqWFJT7PZBam8ZyO+8aT
PDBhPcBRBh8W7c3MumZekSEEAjVgLME4rWtYTHF9gJORb3uWlx8C9EX4r4LQdycnRATEWVadJ9PJ
8VimMPT02HjWS7E++/Smz3nRsxdFcD0nZhhdCric0WPv53uojN5Ob/DBItqWcwZhbjsFpXRqJ7x4
CxXRYYj6DWNq8LD5rQ9W1ULdBOsAJSA9G7jYpWdxeWAHJ9c1e6o3jcKFUhA0lR0CY1CbnCpcvG95
IVCmvP5pUla6D+i11xwmPeD40mwyT5ts7Z2XIrquJpyFsD5xvvZzsK32qMIFHJv78HPr0ybNrj+R
5nui5W3twCjr9tvsk1n7owdLfe9a287P9tke6tZ/mQO8vHumoKkgSLcdo+cyHBefmkVDjvOwMp5l
d84s3vRu6Rp2FJN5D9xq4ZIzZZ8mXTooO3M3/rTeNAY8xQvYQdazidxbzt6lLOGG11I3mA3oJ29p
QOXDaTms+g08uuj/Yh0eWtdaZfvJLCY8aCBj3PsqZLrS1+f991KFKw92eAfHAeK7LTiYHoljjF4y
19A6t0jhRiemFsSAvKOnPDx3r3iKnye1CIHB07+KhC42VDSp6HoFpHlkUXUnr9q/Bn4/WU+OT3X1
fxfs0WbJyAItsjSXCbcy0zISTGflr9eaPNo7YOPRFxzepuc92Mtocf/IbnptuIwmeAw6mJamcGb5
YIV5AaXjDtrEPydf/aS1m9fKV1bVo3ReALe0LnfHZbQ7EmhKK2POZ711mGgnoCEsFWA+cYO7MzBI
OUxqO4eXYXND6Xv1wMry8dLnopNbhvtSlrC5VWfLWQv21O68ImLfOd7ppXWL7f9HHDS9M/EhXEoS
XBJAAU+NnrAq6wmw+O/9q7VOMKj2Y/un/l7sq6VOESDwzi/3D/O6bWMayrvYTSH4Qc8AmtuzQmhB
n4/7Hp/UeAj8+o+1DT3tt+y2II3MyLx5gvTRTV1REHqKSj4IAiWtjU7Fzklu/3TchgtOccWctPzw
bxSMcyFLOEEFCJm4Gltuy3oqhsa/mw0N7TNO7C2LeSlEOLzeMGolBZDw7c1PqhO3fmXg4N3fuDkx
wlkZdTNMXDDTvqXk3vstaPAuXdwzD/ym/blczuSnXATE9blUKVj3KoXd/ql51h7CxZFMVb/SP8cz
8/JzSxI8yFYdVGuEvvuthgypduPDlMxtnzuh2TUJNjXGxtmU41Vs6uTvh4tJLZ+8wFV21ef7x3Qr
P86M1d/3W7CpKSyZRyVkUbXPsM0+XkSUF6I1ztt/vBCCJj4WI0hL0+UGrv9xyklNep9FzanB6RSu
lNPFggT7eTwqjTlxSWKlJ5uWrvXv5/0UpAKm6IOs74/HlfPrv+2iJcSmWh8obRMhdCq5yiRmcm/c
guDnBTP66G0MTFgeUC2yRqrahhZA7Jm2chCQM/2sUiYc9umaZoZHzf/Z0gUw+MyGf//IQ1tUHz6E
/vPz3NbecIDeyRaOsAFYM2cwQt09fCkP6iJ9GF0wub3eQ7DhgV67yJfZam5vJ01xb8XCgbZWpZXq
iRWPj5R9wcsleQ8BzmN+OO1NnEztdeYwb+TYLpcpZnoagO1UI2OZlrtT/PChXD5tDoty3xw+rn/N
7OkNnfJOlqDyk5H+Zz1hcd0CtlgCtvQxcbu1MfP4bvlB7+QIWt85nWLweFnTF8DDv8qeRFvAuNn8
ptHX/fpVXYK2Ca0f13WuVU2/cXrKW5OPadHpL7Z5NnHaqs6pYjP1bp9X9cc0S1czB3bDRqsK3Us6
0wpMu+nTN1zYgJi+H0U7N9OT/6vsku7Kh3Y/Velnmytur+dvWYIRAOFbA2Z5kuW9pWAjF+jrybOb
Uk/UZH1Hmg2ybl1IelWnRmmHfj9ZWF8Xn+uuU2p1l5gNI5ALSf5q5X9MaxZ04pYgVaY1lq5JbYJV
e7+RXd6luZLo6k5f9UTyVDFJrm1e6I5dqEtyjb6MCZ85vFtK5VKmsDgj1WGAyZCpPAXP+Uv3qdjI
C81/hTDJqxfFp2yfv7Z7bTGs7wu+dZCXcoWDJBQ5SjANqTtQRiFsWDbG7/sCbrmrzAX9vZuCGYcx
JrT0FAkSWIwTHrLlB+WDHEDNclwU/b7pV3X5oyukTWl8tiu/hvx3rv/8ln65/AbBvAOgqRQtEwY7
2Qu26cOPdBEu5N1knwDvRI0OPmUMCDfpNpl7+bd6ad6tXzAXvdpBJ9dr6g6q2EW67zfao8JIc+/2
buaCIXz2zaW2qD3U3evM1s9dKsFm6EqpMkQwWaofux8A07qvL6vVgcLAafVhcOeqULeqI5crfdO+
FwooP3KR4JYh9PLM1ej/qNynb5m/ARMF42himespnn4Y3F//dZPfPu1CdNSCTK2c2WTInKjTSu64
eXpdHaYsyHf4k0jePs+lDWbu1Fui/kKkXqvWifLppG4HRCZLgEXJts9FENeATuCQgrYxYQAwaqSJ
SIdWLcXwRBnT/YFJInnsl0/Lp9j9/bte1Auomr6H3p+ZezOZQdHXuBQpmEmtBQc9DtlNarW0Vxy3
FWmedlu/mOvSm61o3VRBFwsU1C2EaG0XVSwwishIL3ev4dvTUL/IP42t5Jf+/dXNiZv+/uLcVF2y
4jxGnJEe3VHe68dkRsKbNb+3f4JSdfoE1ong/91G3dMX8eLocV7TC8jWtfcHHqIZmTefOlOsDnRr
OsMFgoaTSLGAG2Cqu+JLCC9h75efabuttAXkwff3b/r4i8XZTCxMw1ryFCxZjCsKvhrtuEPKPJbG
OAg46tAsudIQL3snnAXYElzevySBPQTu09TnK46VQo0dZkluqbvSJMNu9O23vi1jtyvMcpkfw4Oi
l45fSYoEm46C5lYqsC6h/HXHsXqq4Kac2ePpZogrZ36Inj1Gaq+R4hjCg6Q3kLUdcAJunf/Wgk/3
t1a0lW8rpoyv0dDMFl+Ns9vwitnU9rRdA7sZs2+d1qwA3EnWR/0MmYLcqPWnGBDuwqfbDsB2zYAK
i1HNLGwZqZIY2Rm69iR5kWpQs8ygrUloY2zzrzPfKSTZpu/UZQbFVQXETwUQ1vdvCGzyCO5MU9tZ
JaA1WZpB5Akvw8MxBNH9zKyTZ4y1A64TuEdKZf/o4GOcCRkEJ+3tE8C1N0CrmKY/xNkPuAasbqg7
fZfAodZtw8pZF06+zAP1n+U73gRBJsaAPFVngHanW3GhL+DbgcYEFrldV56Lhd43GQ6KZLp1mcEp
IJfJoqxO2VLKWniJT9pcqCu2W/wl3+K5yY4GgI9oVUOpTGqlP+m7Y2w86BNLiJwczm2zhpvuIUxz
v9c2UFlP2AEVWIyhofhlfujHObDPG+9+AmWxZIILYIvEIS0rME4dYxP6znKyJdwMOSAG8QMZ7tf7
l+vWwU6jgjyxqXYjtpfAX9bWCciiOyfJPacZGcrJFsMEPBPPSLq5ogtJguFR49o+hvbR2KV17Wft
Z8zCtpG/31/OpHgFpcEsCWBZXFOAZeVpuRfXpy7LAD6nk7Ez9Cb2DWDLPbhYP6ZWD999BwfXWelq
/77MWwujMceS4akjcBaH//UiIMmU2cbuNFT6ejhbpPztTF8Co54t74u6cVoMDzL1b4M5C0KvYA2y
SDMb/tCBFikPJrQEYyQ/GvWvypqzO4KFm94BaBCMrtCTO03JCxt5LuPIOVaVAT6vuZWsLSR4fgT+
X6X80OrfhTqzMLHR4i95tADrIC3jnYgpb+Y1+7KDgBqcoVHu/D406MQD1Pe8ArLhVHunKnIewqOT
frHzQnHgAtPUlSUVSemd9erYrAd4YfeVAs2C25t9OgJ2qQHKbAcjPG9AckW/dBX4dn+wsuHoSuEo
P54tqzRdSGjiH/ePSSyL/7Uah2K7CbrHxAn5/hpqgWJ2WqwagKN7MOKAB392M2iey/DryYa7CpiI
Un7qIHA5DyeXlc94DWI29+0DLMwF04hU/AFzfv8BugY8nV2bxs4KEw9k+JcBbPay+axFkJp9tuRt
Dude2y6zCLLQmcXfMFcG47+AVU7YJoaIH32qUsD6RsvYqafv8Ug0UAff0ubAaKZXgntqaQnMWLDP
W81MTkaIEd4WzUiXDNAb94WczPtF52ljnRKjMndB30I6dAr7RZS30rronRFuPfm4sGtbSV2pPEH7
65y0xf2V31AEU4IU8DfwMrQrsIVKG0f8K8oC4PRpPjSfmW8kTunBndjMbLKYkp3Wim2YhquZm58M
5vu1BtFoaOcIby0Zk4UmQS7hfK1gZ03p14Eb8Bw1i/TYQSTSL836NdRbV+rX52JdGvAA/s7OKycC
jSI4QRiChY1sV1OWVus5iba5vylisv+vLwVww8KeoR+vvpS2Rv5vpu10cESr2K8a5xc0Mb6tQvQI
8kXZL+uTtm7S2UHna22J7iIVYgNqw6jzm62/MAbBeISDF8cJjzZcqyDUw2PJqX2xS0oAGUmtRxnm
ej01ViDw+EG3juJ2DVrgsjaidRaZL/d34to2TZ/zF7AEH/Xmjl58TgzKeR7BvrZL4sVg+9J+r54/
H8uZS3hTCm+JZD1Y8QArvL8YtZWORlTL5k42QPwoRynepkmtL3IIepahrk6Q2/Y/Nu1gLTNfowBp
hFjRLJ0BjC6DILZ2x2ak6tEEJUTo0BXl/TlZ39/E6zduUNnGVwc6XofTU1BstQwUIIwgFKlqxysz
7bmOGw/qyv3IPKwNs2ydmXgX7eG+2BtXSeeZwTSB98sLF3a1jAzILGXT3EnF67k+RKefWbhrUCP3
xdxc3YUYwW6oUpExmGibOy05LoFA/K0Ah6AV3RNUZfsATzQKTX+QZjoG5hYn6BIebpF3uAA77CrV
HWtnbe05IJob15INfEP6wEPCQXt/LRkSryvLzKxdVQ/WSo3M8CEC4WuTZUXu2xLA+TbDaDNa8loh
c1kuhAqn1kajaUWgb+963ZR94IdGaI+OX8IqaBf3D+6GlkOUTm2MflkO8M0gXzzuog3OxpByLwvn
O6zZL5azRjN5aiavC/Uhrbd9tI7Kuftyc4EXUtX3u1qV0FedpteAMpcdGV+3hxdpJvabjua9Tz0t
DdQuuq1AOXeEXSwVU4rC3DB3Zg5X3Bp+yPt7d3sRf/++cOnNUjdhdOf3CfFAgn0NlU8mLB//TYhw
x9Wsbgqpm17WSYHkjK7hxHgsdf9fSDHeykEKuDYiqGMIJyr5fQflC2PxoqnOitflxS9KH/3yvqSb
h4K3gYPJtSNH9P7kw76kviVF1i4xsnQN/lLllSCr/QsppENhKHVIPgBB/l4K8z51CqKNtYPm87ix
B6X0ydbM9btcxxoMlYMri+evEWxowgVLzdEwYWC2d0BTNYs6ryhmOxmE9rB3bMEmgzryWP3IImsO
xvmWYMcBdAzoAbwEMasBCz3sYvLJ3gXDeHZ1MzeX4I/kvhXG4+KUWNkaRq9mZaTFcXH/+MTsPV4R
xkQG+xiXANdIE3ZW0wb4waTB3hnl6yh/itpomccDTJCZW8TfYLlfpMpah2KnN7b9lNexIDQ1axdY
HddpjuvIbra2ba1gJt1ajUIyYq639+YnThNluGwyFLXiDFEInVNpxRLvvs2S30N4LF87SablSg2q
J13SYbGvtNQnjaKvIFx9rEYTN9SuIo/OBBrTI61bVtBUPql05Xl1otsfE2cwvdA0qQIp0o9TPqYv
sSwNM7f2hhWFqUdTpuCHuFwE8S27UrezM1rRGmnLPBu+DOdr/zmSN+PxZ1sdFOPr/dO88RjxSHCB
TJ37y4N4/0zO8dkpz0Fh7c6GxIhCZn0LINKd0S1vGHiCHgZOVce6YGK4NoKetMBtAoE5MHfZudod
nUVuPcQUDfIoB4vTDZ1oOZ5/mMHvIoGDIXoK+/05aB9Cc68F5V4phmVsDw8N4RCjKsOitl87e12p
j8fGL5xFyiA4gXM94ze9zUIJH82mTFjKXCETROz3WyPpZdMEaMWdPCpH7nZWBx8Us3Ze49Zsc++U
avJK7aw+95Nc54FDcu6EXlsV5z+dDmUgSXVTGZeKfIpzN4qq49egnthzLRVeYNe0MtisdXotoSWG
fc5XaS3aR0be/jyNxijBtZ3Gmq+ko/4z6Rwj8lUthjy6wQ9vQNsOYOlOj22XLSQDSkq/jJIOxrY6
SWU/Ks7ONwOCdxtCv7zaBbZTpjCfBpA/qJmRdYu2VEdGMpxzs8VnDF7sMlO+6FHKqH7fqOQvjlC0
duiyQLLcLgOTFNK/3Fll9qB/DkcNJFjnZNQf2yiXE7fuGwiuYahuoSI9hgQthtO5GahZqV8Otfbx
GKhS6Elg2yRuk58b+oqGIQu3sAESX9Y1SdqF0R3NGCyg2iw3Tdt03+ReUtSF1MZHfWUa5+rbkVz4
VzPs82LJFgWhZ3V0467DiXPapQHFKBeZVhYf5E6rrRkjLFbXbAXwIBq/VDjj5AlVUvDeAVvVJAnF
sq9Pydi6Juy4QAY1MDR5qpoo8Ap3ZFK1VjqeXEkyDWYWnOxgwZeYwvfhnB+OVQBS12irSw06vNJV
emX45dRZ+CnPj3PAbaLPSgsJ7DEAGGPRSVmIbSRxYzkQm0sk9mK5XB2V1tko5QkuVji4HuCZbBdB
JP9TR/kvoVP1ceJaA33z/YORa3hBj31s7s7puvtkH3V6xxZKs2zjf5qumCQ50ArIE2ywYYn6pJYj
VVG1kpjG0dwgMj85VbchL/QPowuQolCNxE2KQxXDsAVLl8e06wPRTDoIdlGOVA1Mzx5WmtbMKMir
pNckCRWDOSEWpTgneMMA5wZj37fG7pz8OjUNPEbVaugfY3ha2954OtnaSi6gznK+pxBg3zcBos1B
NugPdHtPd4WVCrKNyhklmCbJPZ3bVaQmy1qDr7wwtlZSu0w0u0rtmnM9AJPGv1SuolDhrmhGaKYZ
04s7DZ7X7KMEaWr8T2OoSQa3fwI0m3xAXZCROWaTJli+XVdBsdcmEAk1XqjPoW5eeRvIsVSiJ56c
Qg7BFDaw66JAUWvF3inHwl5ljS3vByh5PClUlaXataofZmboqaeq2SSRPX5pzKZc2r3zJbXU7uGc
M1FwDvCUstoAg8xotZ1kmokrwZ6w0fu8fgiMwlwGShTN3Duxzw2tpgIqiSdOzpwWSbFWE4/dERbP
JNjFwGJrcDy5kZR/BAxnKQePgb2q9AentjzZov80kB6HMy1G5dkt5M4r4R+XPlhDuKhDxa2jzEvs
ue+7ykaT/iVNqMrTs4CPQhVihbYGjJ18erBTlN+Ao0egLSvNc7rQoYIu5BE6ZZJhGrZNaR7ht515
GaJzNEmHgsuiqEbixrCFg1XbggOHRnyX94bjwiEP6ltgznhgN9foTNCCeKxTjVK4phI03WUdGvgZ
Q/VHs8qFk6jr4LcEuoe0i4Pm1QiHpREqywSqoDCRX+8/fzGGZZGMCQBejBYgLSsO+kVHleIPruzO
1gs3lPOlHCV+U6fefxMjuICaGUTQ056lnRqf3dZYSeUvJbZmhFzlMqbFMNtu0ikFqRkFoPcmqMno
ZU4DR9rVdrpSB3qnILoeaD8wvtZ9WbhZE3h2CRHdOfuHrWM8JfomKTsRCJpk0MXR+jyZqBSLJNwH
Cn1qli/p1hrphnmg2dk7w7c8asaPTOs/SF176HL95xBSx9Bx0U5btTBJYB9i4BvmxkCunO+3D6Ph
kwQ+m6OLajAiRZ6aVR7u+2ahDXurST3NjPfVcZkZG8tyYan2w+IlZzDeyJYtdKTq8UVPGnrwbF/J
10qdg9X9MTkuHOelq5dqUizK0zpJevLQtQfcKIQ0+/u35domES4QZGIV2Uv7zRu7yEkd+zbRoELn
m6XlWXZiJFH66uLjApZiz5bZutJ2paC2Z578tV2aBGOGQQ9HrOjDwJCs07HdhnsnVveDNbhnq9qr
urlI82hzf43Xot7qvNC10G+Lfpu0z8UaM8UKlQxC9X0V2LbfWsmy0ZVxERbfzvW4/MeyWBFA6ACt
TJlgIczLyFwouT5m+6qkLYH63josgi21Pk838pf7sq7PDkqSC1lCpddSs7JSFD3bj+cs4OCCwT+e
z76jN/ayiOwviaSPy0hO400oJ836vvAbm0oyBGeN9l/KM6LjWwVcJzIX2V5KHuVwaR4fs5om426u
inXDYwOK9419xsRxAnDy/emRza5zB76jPbGZ14W6e6w/lvofEg+LkUpv1rtDtKoKyTeO1oxbem2W
6GueXDacXGJqWTBLUAllgdOG+Z4vaz9kla485EaqPd/fSTHDRMADuQ0xD0Nc0KqK6FbVGAS2dUrz
vdEH8fZEhc6LequkoeikxixO1j7m5BFD91TXwcx1vSUbZ5h4jk50bJKgxjNIMIuT1OT7II9gRF/I
epV6kZR4/UDGQNWeS6388s+XOxHh0joJlZ8pVtwqaKIlp9PyfdgevXjkzmorK/nCPi/TpvXSOQKY
6wiNnhUqrnBT8/51cXtt9XwstJOR74s+Ac/bzYcopIfxeBqKQ306JurKSe2xXtNtlNq/7q/11gUy
HXQrTXkmzGyCNmihC6iaZsz3IzxO7nhuqZ5qeuH/cynU1XgahPv4FpOeuNBvqpQe6UmS833aFjm6
TVaenFKZo7264T7Ru6Jj8mX2EWBUQd2E+SDnaRswwa+brgUrQgs8b9avZeP/SLuu3ciRLflFBOjN
a9KVE2WplvRCqLvV9N7n12+k7u6dKhZRRM+iZ6YFDKDD9MfEiZDQRj45nIIWRChN5Poz1PXuMn3L
s1lxosFmJxrQk4aCjXrldPDomcVRmnMvDsWSQCG2c2ot93gt/xSVPnD6CXqf0IzCdTR1gVnI9FOr
u13S8LMTtK3qFl32MuGomSmCMcIwimbYib2tSbnsxCi9/v3LA3QMUvAI1Jkg92LKatoUcZrigzuD
c9Q0vp/wwrfNQxNEGwd57S3QIUYAL14BzGhJyQsu0dSo0QblxY2jCofWDe14PCSFW9gl/9dPN3qz
8bZBl0rVQPmzyNfpkKzqeX7IPbEP0le9N8A3kinTw5gZMnaeIm4kwtdOMKJlnGEm+6EtwVNaLxmF
muMU8dmXYaQE2J8cj/l4KEJhw6+V1p41pvWFcA2xrLFsaVEjrahlymEeY656TIdoPIIMnt8poZGf
ogSYhKEDLzwEDxrbyDnc0llfWMCbJW6iNqUjSblxgqefmCPYck1tjAcrCxvuMQ/DnqRCq+9mowML
URspx1CpUxflW8i0V5wtJ0XljokUHnhpVInY1cOXrEczwtMyM0u+QYcUEoL7WWwR6Jaa7iCrF4D9
Pe023va1VwEpOHT2MM0zODOXF8qQAc+KlGLh9Rz9gvP/EvHo8RTQi9LCj2lDc+aB6b19ia1OPECs
0BhFOVZe5sdzTg/EZmoKLzaEYyPMhHInOSrA+f9+29D1bsINhvsYsSYUT7B/LweXdl3MFSPegxJO
E985uZBZHS6PlGr3+UBfblu7Ppd41AUAjZCmQ9piKWcUUMSUBgRHPUn9NWi7ujbTHIym4x/oaB4l
SXmSZf+2RZG92ZcZH5iExgrAD8DIQrrucoDh1MUjLzSVp0QQXgZkeQa7cMrFxu8uKlEFKAVsGzOQ
jAbKyI3WjWRsM+5eiqbyB5+Wii9qtT4TbahoT7RSlYCN51NpT8Hu/l72QfVsREr9GQJFMlh8nocT
mZVK+WjVKXBkADg3BrS2YOAmBOrmG6+yfN6GsKiBixsLj+tMCklwgnw4cGrzS6qPptIn7cZOXFsy
1rbHxLewuZdUiRNk2VKEXiXAFOp+vmvUu7CYnQzqi1HA7wwpdXr8fHvRrk8cLk3gQsFTokPvdKnu
Ow+qOEJ+p/DUHjKHhlOoH7WOnn7tDrrZtoFg+ra9Fa8aBsEUp4DGnYE32XE88xn0XIw1ILRzL+K5
DrWIug3ecgD0DyHUm3wQV+iDmUup/hwBba7CR8uQDp2GMqqtSJmAeb79PavjVxlqBjMAGruFH0pp
BjXApi7wpKSpKSeoEkbFIFnTkBYoIRrlYyjnOcBonLFhmd1ly9OCnCyiFZkxYSwt96iS8HyKA6pP
sjWonJmmrhTxfx1mY5rh6KMQhanDu3I53YEw9VMbzIU3CruRB4QheRpQ6hlLamr86AKRZSOt8Zeg
DJiCUYlRfADljJ18aVQ00iHjZ4q7Z1SQJblHdLzhea5NHiTPWSsU5EqQ27y0UBehEYRGCWa71BlL
+H7pXbZZ+l87/xJDawNggDrzMqSOtECQ4LMVXlhTM0WPRc09TcFzACRSSJ9u78PrVwhtNHj4MG/Y
1vDZLwfUhVMtzZOEKZMymw4yHNzelApqi8OmwB9b8+XOAx6MCYEgg4ZzeGmrRvdsF9V16aVceQzC
Z77yeRn6QjGB51Z8zvpHazT27fGxBbmyyTiuoeKHFNV3Wu/s2OeD2AINWcJmPgZOqynUSka+dm5b
WckOIjGoAVrIii0gFxUvhzYPU4sOorb0BGiapQA3Dw9RUZvB/FLsNAiPVLpC0i0PYm0zQj0JRxjN
J3huF1faIHUpOiv10pO1Y5W/ZOD44reyEWv31LkNtlfP5g95nGKIBgOscMlM+GhPK7eY0dxFgGQw
+62M4trOP7fGvubMWkvVRpOasPIMJbP7VDQLrSJS9Zq03U6BPPTtVVvbG4DXACykoI8IfSOX1vix
TxJuQHynKACLJB38PD3UtypwKydM+I9oCJwUwOkWY8omoe5okVZeqBaF3VJNgrxU0IvuPOXxrshk
aeNIrwwLY0J0LCLdgGzZ8mkxkqwqsr7yuLKKnBB1bwjqiVsUOStWGI+TzOIGpu+zOMyTrsfJDGEU
T57E4H7oVQZW5Da7/Fd2BIrMECeBZ45C21L3ggOoPS3rqfEKULly40s1RaeUf5GbEQFu9ZCh8gwC
vD37O0qoLams0Ni5odyQMh8cpPKtIJI3Ns43kOziVkGWEdkc5PvwUQL8psudg7hzUFqM2RugUfWe
zWmcmFUyoB43znK562op5qHpVRWJJcUpZw2JorrQN5dnS+jzWiFTEGifKbARn90ciIchrDuRYBc2
IPVMZvkxoXGDHoXGiOyAH0vNlrtonMy6aQHXnJW6Q4OEIsq/uV6UQ4cLkk41Ufgcv5JenyYngyhO
/1QWajfumqpJJVLXaQsCvNEQQbyuDSxzCapv/BjOKvAUlbjZbcGuvKs5QooN6W5seuDJLudITI1q
NCCqBS+2lvZqXu0DPkfWux35fQFUo6nRDirAcRS1ImmbUEIDJ09NaozxSS/r7C/p3FgVDBV9Bc1W
SIzh74VzkNQRYlGgbjwsU0fKTNqXeWdJhitkkqWJ4SGjgkPR7BWmUHMagw2H6Oqy/jaPZBfCSyBi
lcWWiYtM0HstU72xDZ2iRte00MdmFJRbOk/sFy3mHY8s09JF+AX1qUU0VNdJnwy0Ur1SLwCGyckM
HWKkA0nTOehzPo2Bdfsa3TCoLW4CozYkwLxK1UOnB+kFFHOqO62tLEGRiZZ+ccbrbXvXrjzzv6BU
hNABWSb0Al/urFjXom7kcfoADB9slM/KoxTLf2iPvg40E8gQEC2p/NLW6FgYCql0qnFUXU7h63+x
pkBtY1FRm2c4nssPyfNIHtJyBpisEazecGXBRrLOvD3ctY2DBAGSaahWI2JYuBZw0HK1mzC9HYCN
LSqcqInj3if/PyuLOc0NpGzCoICV9tAhqakVrqx83LZxvVGw9ZEIR6EQ+Q78eDldspZFgOvJkheg
ZRS9gKKwC9J91WSmlL0Ksb6xL78rMpcnAScN7SWoorDTsEx8RHwXF42SyB5cqNwEDphWaIxTeDuP
H8X0YZbfefGVR4qalwuzQ96qGWZHpfxdKKN9KNt6MdeGf/Y5y5AIjICTFLb4HEk6yUENhdFTZ7x2
ojMlx7HYqLFce6SAKUGpDDAC7FCUOhbbBns/TTSF07y849XTlBYaCSvAIQN4cw7Qpo0n5iHeAjwp
j4NSzWatBYlze8GvfAR8A7ixDNQ9MXAgqy4XXJSiFMhQTfMyvI+odFlp/vb3FlABwBsMLJqMqtKl
BQhqaglEpXSvghSXmeKwW3xWbZGur6wcUhSAlyIfo+KoL8bRlm1fUsy1V/ajw0lfAACfuPhO3otx
ZiFM/+trBRkRVFDwZAHqdsUsNsRcKg5cimnT+YMiIoVeKBMaFtUteb7rqwVVPgQu+C+Qs8DQXs5e
IaaVIEat5vHzcCxaMPeLZfwoBMbGSbxygVk18czO8uCLLQoVPOykIyV6FiGofQUY2a7Gv3/kmSVA
TlB8wE/fJZ2zACLGFtfBwqJ5BS4FR+9bifBhCEUJYJGtIAu4/dBRUPQLsWKNwcQ5fV8ouH6KLRXK
Kx4FhNOyDCA71lBiTvjiVeSTDgDXMFC9dubImHZmnr9Gol3k8kuAdtPa1ahVV9N9ohTP1TS9oD7I
AK9ZWtu3j8hVdo91huGxZK4HLsFlU4Qa1kDEtqLhQdgQ9WShaPd1BhXlWSpSG443GJDRmuvUXajt
g1ncIoZeM49GcKhCYEUkpBku91ik1lViFDDPjYZiIdVoVRrcwCLRThDo3lOeI2pBRE7ZGPZV4PCN
q8IVyPjIkIZa3H9tU/JKAtFbr/+sUwIESnCcZLKlRLE6Oszp/1lZPJsxDj9YamCFf+TN4aH3hwRc
WcZXvVWnWTmqgIn9Y4hdtWcbW5jETs4pDEklQarwNfu6vUuupwvFAYTBSGAAYgsAwOXvT/Awo91D
6T15vg/iNwVJyZh+6cU+2KLivZ4yGfk5dJ8C+ibhXWJfcjaSYOZSpafN5FED4utcD8qvyeSCH0ix
1qOM3CdnqvxWivv6BoJRhtyCwiUT8mIfdWZ0HqVohObf5AnKE/Bi8D7utOyhUOcNZ21lGhELM1sG
epFBVXFpp+35FtK6GshI0X3Z1ZBt1gu06QOaLzwLcb3hUH1fIpceDnTlGRoNCU/Up5fldmOKghSl
itkbLNym73pNJh13uFnLpJdJqoLJfyDuu//c/2hc7pB9AIXfubETTaT6mr6qx+pQmFuR3/VWxUdh
I4EWBXm+q7RKFfJ9C01WcH2W9WkEoqPiZjcsin8x1chdop9HRqXkKp6b9KThUJqcvbZF9/r4EEXA
7hekA8/931MHsHj/3NjiBet1NGCoUzF7GoUQB2/yZWMZfHgH8ro/hfzZtKeBq05ltYu35GDXZhNO
B+PQYPC/ZRsxz/HQtk272YvUfaxx+yIlKhBIf336gaX4x8ji9FOo3vMVX88esreuJsckG+djfwoj
m3Jb67ZyFIG+xj9gHWd93wuXbUJfo6GlDfWkBKDX+F1qRZPnf2rShtOx4gGDNwNeAA/4hIDYafEC
NxrOXaH21OMatEdA3/CN79DPZpXw8a0us4tsw2+7BowIlxYXb106iik4QmBR66mjy+VT/0Chs2wi
H1UKECo6TXq1KyYiDhuWv4PAxUUAXIIErL+OYPQqSEQvTh/z4ki9t7e7mDh3j8eSfICi7d4gOalJ
TCCUAhefMMHO0N6ndsp+IJHz8ycTlBMIeqXsh6cfp5fyzdTBOw8iWT8iMxEJBPqcyo1s5LVJbIHF
bofjBjrPZ5s8uafT4c/jMSJ/fv+5vSO/+xtvjWjxsjaGDm3nESNSSEnuneNxcEQodwBAbBpOe0eP
gLncG3ZwUi3joz11rqKY8X33aO5GcgD0newkslFeWl/fs1lePMJJ2kyqGrJvug+K3G4qN0cqy0Fu
X00/m0fA8lr6tOVisF+6mAgDqUbW1AoegSv/LU24EVpLGe8lCXLiMWenVbqRz1wSRCLQkNGmh/II
mDoQj10V7TudTwOl5D0BPMI/c2LgD+PAzcgP/zMiPPHkp431XbkGLkyye+/sRc5jeaCjAZOy9K6a
TOWSqc7k5ssb27Af4OEg0JJ6kzDFnvlH96Q98HpEtXtGfuqAn0MtCd4W0XkfO3L721Y8lItPW1z2
wpyksSbg0/hMshWuQtinJCRuOijjBLHdzrEnteBNkfmNa3h1TgBLhoIaSF8BUr6cEwFVfzBINryn
Df3DUO6KfN/qP1N5S878eoBos0VvOSi0cD2CZvHSDmCXzdwkoeDx0OzoTkY1kLzyJM6axcEsBMnW
2t+3p3TlMkYvsyRpEA0ALPGKoiKnctYJqSp4YGeTaU6SFppZyZ8xA4dXcVT7QzqM+zDOHzbssqFc
nh7WQ40eHWShEbwvodCS0uuImxXBK06cvqOygIQ89H/mX2C1RQdsVzzXamELmn3b7rUfyMzC/wFg
DMW5ZWkuyXrc1b0ueEmLyCM9ptxHN3SQU4+5jQzIdW7i0tLC4xwqsROSScNaduCr/uTDF5F/LerU
ig5Bv4VaWF9GYOHgDQG1hA62y53DD1oXKwnG1c42vTfgKYAzJlBG0iQCqcDfWwu/Qzyzt2dzbYyY
LxSoUTqWEVZfWo0NcK8pciF6uoaeTugpdQ+aYILnro8/OX5jQtfGiC2K2juEi8HUtKSkafg4pWDP
FL0cHZgj9MhbIqOpstbtHC9pfccNKcnmLarJ67PP+v0ZaxESoxKe8MsxVl2kzjTJRA9yosCZ9mlr
F/NL2I8bbvPKXMIOGx48IlSNF5dbHWRSXKuN6E1Va+rlZyRoJIH8iogutthQDpmyYfA7rbs4ghcW
F6uXFdNAFa3F6pUpSTMSlSUphjcAazioeE+1O3CW3ELTPtIIMn2Eiwz0ilglfuymX61SHwPD7XIy
1q2ZYpu1seYWoepmomYqEppctqClqzsAKE9cF4xYErvuci3KJBd7ta9Fr+KcJED2IGmswgEgXaid
cK5JoKHNP9jY5CtlDQWeqsGgGLgqAY26tBrNQgVUy4B9Fym/gzAzJyO2ecmCXC7hfyN4JQZaJiH1
dUB/wO72Cbt2MhjzAnY7ymNocFj2owpKM9K+6UU45boCCqG2dGiQpc5tKyvvjgLBBLTdATqDnO3i
3Rmbmup5FGAnJMVzMFGvppJZxr3FqQWoEXgsp4RseLtxGa/NLLiYUABkTbdYzsV6qlEzNhwy5V45
/AI16QgLM2dlCpHgFeskLoj01XKidXu0q2YZ39T3MQNiSFws6FCLVdtwqD+gR3tunJabrUnNiT7t
VeGtSitf5RwxPoFucsNTXVvOc8sL57lEC0WqpaHilVPdoP9/hOfS8XRjx64tJ54BMIUI8FmAV74c
n5TFUpEEkeIlASrwKRr3uz9zvedK2QyHwR4f60RzN+aUBW2LywRwF8YeaMBHA6rn0iZPFVSJcWS9
sCW83c3PInhn68QdS5/PNGekKRE2fIjryUTwCGeOpeMZ3+xiMmewIHBUT6mXiYlk932s7ltOa/a3
R7ZmBVgUuEaM7PHqBM6RTKUyqqgnUvj3cyyIiCBVdeMErloRkTJBcQH9HUvPrwn4tEjrmnoqR3NH
j0HWpU9SvHGbXL9lrIHoHyuLjV/mhgqwC+KkYcimkxaHiT3HAbx7Uef2RiCPG3O3Yg/vJlJOQImg
V3IJmJ0MKmYBFGG9IJHUj1IxZkcYdLgHShA1BKiiLXrt66QM/NhvZtP/eLSLiwzMPEaDsAxOF4Bn
aLIIuggNl+Bx5Mq6GzaOGTtGl1tew4WJAA0t1ThmS6GZqJiAFOUGzWtynmgzonZQ9ovJkxJ+Uf0o
JRtH7HoyL80tTvVUc2NuABsOiGNiKtls4sCZreI3f1+ruTTErpezCFBE5UnuQl4DfK38lVXZKYoT
SnqRiFpEOO3IcQqjju7v5eB9lLaYfJjXcTWrrB4CKguEWksiH02vVCOFn+vl6J//PYd79b3KvlKQ
Rv7tuUZmjTV/of0avVjLvZm1cVRzQap7tAl/5uiPwUMX5Bsv3PV+hBG0en7zojM01uVUCqU2TXqZ
656R5bEJYC/GhFozWoO68d+M58zUwptT80JXKxBRoXysF0SD2oIdT+Ci/hezdmZlsQnHkCZDOWNA
epA7XUcJLbdo4tY2wPmcLbZf0ehtMYRYmFyzCq4qzBxIgF570dUMvEyJf3tAa6fqzNqyHMjogEo1
wLQJStY6Rh/0Vki759kIT2kz0439sFIYwIZAzRo8FUgLXtHNyrRt4kGqdW+eC0sEP2LQtXetIdh8
olt0OBhd76ZDs5fF3uQP6ZyRuBdcoew/jCR4q57SQfsy0oBI1JUEBD8oFUapcJ9LKpkDSwPlGXaB
O6MZp5TJkA5wSZ9uT9j18rB9LCIdBccCL+LiDaFNDL55oOnAYTlRYGfxtotWN1lysC9kfeuOXUnt
6RreRNQo4ZciYF9sa3nKKkNB0wec7x+JsUMHel4+tyhORhDpw+TMZjB1fyTuIcpF0ufcXxNCoKuY
kQPDqYGrgYLO5QluOQY55yrJG8A2a6FGLhE54bewYSuRDToudNiC78DY8xe+TFhzHHr0YtWDlBcp
WkvmbMR82qvotM3LeF9EzUb0d73vUQcDm5wOFhPQqX+3n51d8kaJjq8waACRGgQeKZj6R5Uj6cSn
71xtDBtu79W2BwAE5TBkl9iuwUQuhpfVcV6iEZL6yj1aeYLA1g8UvQfP2WnY0TeudttXfa9a6GrW
Iafe3iWyO02WppAgdMEdB4JkvbJfwTqnkOSx3/CKlu/498chHcTyuGAAWEb4YTnxWhYPvB8g/jbH
oa7MEikxUlURR8QpgKY47XmC23QLAnCV32WmAYcAThwgMoBLFrvLoHUKIduR98F0Ij5S/WkC5vJz
/qkdmtQ1BCeWzenP5I6VKaHL1YtfonijQrF8ob6/gHWbAMLLujQWL5Qs1k2KrCrvgyRsxA2Uw4Wp
Bc2sgmGrB/VKroDZktDhg79Qykajy+VZ4pW6j6a25H0LRRDkkt96+6N9q8ihcm/fUVcEGEtLbNRn
uxukwYiOwOPk52SwgPBHqYL9xGTNw53qGhDu4lF1kSwnHsihIA+Ki5xc/zJbf25/yeoKn495Mb9x
pgHsq+BL3srvj7gTyN59IBTamKcDKNbMjaP2jd0695+WQ19cmFUHyHIh/cdgZ2nEGgZi1SYb32CH
pmmO1kg2Brm2ic4HufAKkjaEV9NjYY93KFwZnnsILZMnz7utwbF74tbgFr5BPGp9P9XM0OBYFLqD
8t6EysWd9bgxomU8xmYRGT/WMY8eKQjbXm4gJckrfQDU3C9JGJsfEQSVftAnqAKpATFnEvXW7+Tr
ts21awgOKZrh8LyCbm6xcFkSlGLTTrzvKJwpPHHUPDyKW6mBLSOLlVLFAacwg5Fsb5DpZOBUmBBK
2AKWfeMplgt1PpjFQkEFpZ1EAXdqLTvlj+xd3uuvifEY3dek1uzsiFSjhjJWYne6jfSi/G82CpIR
YAkA1IvRn1yu31gajZTPo+BboFMLSCqDcxSAa0d/83wTLaS3l25tt6AOqDE4GSPRWFxsal3r+hjI
s8+Vwr5sj0LOO7ctfHc6Lyf03MRiQKCjhtYEJ80+fUbi8zX9/HAE4uyb40AoVKwzYtzJPSmIZ+92
j3xIfm/YZy/RLfuLe6xMOQA+wOfq677S2DmxPl6gXOXqVuym40GFZVwuELUeoX+o/N6CrmxN8OJs
8MI05hAtmf0qmzxdLXc9B1Kb20NkI7g1wsXRaCscy7HRZl8MnajtbJ7f61XttEH98i8Moa8J4aeB
4pe8OBtKEynIKSXUFyI/kVhyrqSOLG/sye9O3eV44FQCZgzUEzqcFisWZ/GUl3ow+68SwTsgvM3m
W/Nmvd0L5GVCQRdp86fxPTZtuyImIAXHZ799MLeu7LWn4fwrFisHeY08aRJu9rXqMVLAcncctxiZ
1xbu3MRi4TLQZdR5gYWT0c+aarMpjTNp+hMF7cHtlbvKHLNnwUA3O1RageZQl4Bj0FqK5VTE1E/2
yht4so5NR5Kf+T6vSCaT+Odtc6tu85m5ZQeHUo96lKaYPFDL9ubxboL0tOUU1r40Xc08QTTO9t+D
+x+/4LDZ9ufzY0+Mjc16FZkshqwtUmojcJSgkYqoL853tTaQqHrkdbA+gOe6F9Aa9RlD9z3dDIhW
FpV1hsIlBWLPuGpjQ3dbiMShTn1wHr2GtSk4/UFrjqWT0H1AIg9ciaNpIEYnSLzdnvYruRIMGWxA
PNYY4HJkABa5bC3LMjWpex6siJ+T+FxmPyANjHNKQOOC1nSXAtTWpocolZ/RnbBPuMCtWc7lrVfA
dduZeryrAyvvPusIApPhH4VSwm9ADL9Dg8XxZs1ErLEapC7gert84ShVMzGVJ+rLd3dvAhzqI96F
6dfkIF7J4KsACIdGZVMkJlO6fr09RWu74tz69/8/c7DnEJm1tpipP7WH/mnUSK794Dlnkh7j1sLp
4zbW5CoPwNYEjyuax1lOEOO+HG5R6sMwCCr1oQIza4k5hcAYxYE9px6SAYMc3aFEfeBfctEWpS3S
/yvQ+Ld1gfVtoW0OdCwL64nKx33UcdTvD639NjmgN3MzzjYTzK41jGSTcV28foyQlfrH4OLapHNB
J0j+8f6EpsRKAm3gaJZDSfTUmn724M7QkQwroJI0/ApDt0JPqXDPSZaK+EZ1R9ltYht8zPJkmOEW
xyozvdx4aLmAgghYd8BcvvBE1LLgOg7NK/4kkA8deJ/PNt3A26yagH4DW3MQLC37H5ouSIxmwAHM
CWgW6M7wp9fMv72F12JEwDb/MbJY0zSL+k4Ff5CvEJTiTFCAHXIXF6tqWg51qlOxV04OY4AXLWyo
zsUVUD9HB/5Y3MXOVg5ifX+j6QaKAugPQrLrcn8jmTeIoVbxPhSRwf4d22K7b8bU5rI/cvCijk7C
ffWxowmA6G+RtX9XypZLivtORH88mDiuNBu1spgSida8P04cmfo36HP0wNKqQAUc0CECksiRRIXg
lBGFHtVrlmxU8tbCBRRuQDsHpgOmAbbY7n1GkbSOsBZB8tyrb1X1qLrgkw5B5+XIL/KzhMqK3PLm
3Lot6MuAD+rvJW7r4mdX5nIagH6HhCmScNcse7gEKjXOVN4XIbTGP9SvjWHF+zay5MZq5g1s34pj
BF5G5JvQ/oFM6rJIq+ktlUGILvgC6MJjnCMJ2PB2Iw5ie/h6RP8YWTwSc12DAGqAEaN1J/WVsTtn
EDp6u32UVl+Ds7EsH8wUpC3QzuWwf2bN1Iz3bnjNk2MUPUJnMJvsAUSeW+0rq9MHlmeAr+FCo1h0
eV5KIKu4jEaCL4m24Q3h/vaQ5I3fvxxSl9bD1POl6EthqM6k5eX4kee1SnRCXs0KEocUfAtFUtBP
YWzyZ8AY0FYbMo4gK0GoOBHZGPAygUUjNpxxrjI7UYIpI6OB+Nsu+tQ4TVLZ4gVLhHYgQQepVkIB
DVQIr9eFRKqgo5Gdj1z6e8qz/iNCIXIE9SLFi4CUEkWFeMwGySxoZ4CQIZxTYCHbUShcQRnGzqwQ
ZUDFmEMkbBZVrtzzA5wTO5cy+bUUCl22ZkBeWsgNxl3pVjONnESlCoON1dwbkBnoV789qev75J9F
W/YctQMq0HmPRbO6FvkHbZe7OdJSFApwpHBvG1uLmJFl/O8OWTIZ8aM019yQCH5zEiwH3LZWtqdO
vNO/HNHs7umTSDpvPukO1BOO/QtavDYKqVcsgcxrOP+CRRKp5+VZVdDe7uMy0TkbXNJDe69Ipzqz
K/oQ8vZU7fRCt7LG4es3tDeC9gcUbsHjHDlpN9iF/mBkW3roLBq6uhLOpoWF2meeW1QqYl2quBKy
1sbNg87+LPghknp3e/rXnvDzsbPzdWZmbjtazRXMhDNJpJMW2YPhSkg15e3GUV111787pEDXxDqY
FtNsUHVAEz8WWiHKYMZI6x7j12Hfuzlu1ITUJ/4k7yIi7rJD8jj+rMysZinnzSwoe6KvZxZoh//9
jsXMplVUlHyQCz4KKd1DV1nTUT8VlNim3vy4PburDikgkGx/wfe/wqTxUTb1oBMVfH62VTeE9s+A
ooVlPIZvh+BXe19RM3/eWNJVH+Xc6GJNA1rn86yWgh/t4Za1pFDZFDchaS39fvCbyslS+/ZAVx8w
dNpKqP7p+HfhpIlhFCh6VwlIe4mHsrD61ha36HpWT8SZjYXzEYZVm1cCbAD2yD8CdcwXfmmVOpnn
Db929VEBQhfPFQI20F5cHgqsWaG0QP/4euYG2U9FPfJb3Dns3bvahOg1QQMWbh9IHVya6Eo6ShPi
Rb8s7RqYzoQk4QnCsfyDMu1jZePsbVlbTN0chX0mlbDWBO6kEfE+YHkQNNU+Vxupl9X75GxcbBHP
7hOedmkoDrCkgyQRPnD0UCf2MPxM/lZmi13aTNEb/jCKsZBnvTQkNnMYdfCb/PhPGhJHRfO1kLyX
/ARyh3/zHp7bWgyqRGpsLPpG9Ok9D28CpOec8EsaNRMdmOV9c6i20iprG/DcIFvPs1lU+1jRZgMG
U3kgSbGTlLethtW1LXFmYpmz0qkwlFIAE70p5zY9faCD/VUXrGgjAbJ6G50bWkRM1TgNsxLCkFLT
PRfqZkRfAxGI90+KNatDb5Kf++c66skEZODta2nVkzk3zuL3s4nUpzIcsrIQ/cg40MDC4rUFNggp
HgtGj79hbS0bcG5t8cIFBgRiBhFDbRsn68wy24fVA9ceqlNcPlF+MrPOiftduyXPuvrMMEwnWEOR
goMU0uUw5VauczFrRT+PTMrSO5auWaEM7qL76SVzlGI/dSH4pawMNQAHFNobA2dP5vI2A1kGGCmZ
cDD42y7tg7iNCxjY1B86s+meC9CEWJOp2KAcA88t+DNaeQ+2ROMBcvO3Ta+lz9F3+Y/pxVHhRJDi
dYhYfeWXk+4Uh+5xPJsTR6iVOQ5nQtoJFKqVGey1R3lXRiQ7iEeRR2OeSDiXc+UTNXugD93b37X2
IP7zWVedxYnS5iOy07yPwgFasZTHLWavtfPLBLFB28Hk6JbapyEH8oNgbAR/RGrVrSJrrMgUmeEL
sq4bDvJq3gHQOw2cjQj60WdxubxzqXQZ1Hngi1rCz8DyOvOAEtIjOGE3Xo+1QeHxQHnOQMMeFF0v
DU1zk6XhKAg+oCdjOuwCo7QmsbXHIbWaBt0j3UNWbTVYrOEdGI2oAq4VPOoQ3bm0WgUaP8yVjuh7
lxMaAW5utw/Ka0DyBzt9PpbHLd9+rT6BVhxQn8FjgibKsuYzSNJA59QQ/JQcm9Pd6GYaqR0ztLba
BFdvBtQjQduFYBa4qMXNAOa3FAJ3geDH88fIfXHafgx/q+0eQiEuGNLEyOJ5u4FWyHsyHmthIx28
up5n1hczy8noVQ5KZl099qUrf9bhj1TfN+G9grTwFs34WoSBpnnkhYCqR/pXXvhtE8TVNHWORX92
U2qKc2UapKZvEhrUgp60KRJFdnNXpLv8V1vbz3Jml8iYoetc2UNbcgr/FCGQHvT99lWwcjkCs/Ot
KCKC6GLZgd5SUAyVujD7BqJ4WseOkW3VXddO6IWNxTvXzzkIgQvY4FrZGbncgZTmSW39sd9NzV0S
3k2cFTW6WZWjU9b3QvP//oLF0S2aWexpisJ3OdtxO7gNRaTeyjbA10Tgjl0QHodaIiVg7O04ObKR
7+t2AyS1OtPA5TOtNnDHLIsP0HNpQZvLz/4sDR9ToJlckmws5hVZNvxOHSnY/9pY+J26VlZaTTHT
szu7ySnaR/vW/rgPCf64HZmekF3ay/cqeT8892QrBbxWToJ5NFQAvfB9ri/vqqRXhCmbUGF/u/v4
GaLbmDNzt9ulpovKvo93F02+7S5yH/WNq3nlQTs3vGwcmTsANVQDwIKeuq2KDv3PsXjL1I3Ia8vK
wlnUS1qOQ4Nd1OXx/5B2XcuNI1vyixABb14LhqCTSEmUe0HIwhW8x9dvQrP3NlnCEjG9My8d0dE8
KH9MnszEhHbgoUrQdhoh58Y3nHP9YP4fkwnIKHqLIEXLpp4gwP6/k9mYtbXf36ZOtQrtkdwRzOaL
Tpp14dwfP/MFd2lumyLwAyxpIjmBSAGzhj2vgP8SRTlB3cT+nQj+nusD+7noGH8MMdF/LbDOvSD1
kLCQYQFdf4Op79VVCyzf7QM2JyXRo7E39r1Zkw9opWLfhgQYZ7tfB+YD6ipfT4TbgA7AFEyk101O
IpB0uv59P1nfa9/HLDNHa8VPQ3wf0HbILyLrR53IyVbZ3jt468Rc2TcniBU75SpxqI38rdkRzklN
OB3Xv2TuJb6YKebiTPTOAO5hHE8AHMqmFJJXyPrux5thicttdrOdrwlzQaoalPAKA4XgiR6gmiYd
Q9bXgdUSoHJefBQp7+Eldtt0tdSr8eMMXpvvaUeehUExbhP0FP3Yfn0YYbsAzjJYo3ccf8Ki9+Tw
0Ti53ZLa/do95aQk90j1mnTvW9V2ESY0+1xN/EWTwBZqlCzCVJYrSfKCccBclA9Z7GZH3epAhSvd
J4JghU7a6CQeTG29sNqTA8DOw7ldxhtKVbSz1xR2xRW44Z+rL88gZuK4Cwd8LuxEJ9Wf8TF+Txt2
UufHsBOT2uE3ljIS89SRz4XhzN2WEwMMcO/gSoIK4+Wyth7kwgq142FG+bi9fShWa5/wkTU+Zine
Ade7WYi2Zo/LuUVmYKOPQo/QwWKRH1KlBlrP7CjSiWvFanfB3lDQQrbw8MxOJjw64NHBCAftXObF
BYGPWsg9sJD7dup4fg3jlb82VPBemYusc3Mb5NwWE+mEyAvrIKFB2NaQ/XOnWxPN7t6ylda+vnY/
NRR2K0LgEyVFnAKwIzHXAWRaPKPoBICsed1sVoW2M3AKhU2yXpE7n4zEqRzzO93rPqGr41Z6eJRv
HtHVXeEqXFrVuQcJ/VU6GkLRRYF05OU+iqpxTAUZo95Hz/5RM4UNKHcmupBvHP6FTfuL+3lyoM6N
MXd/p1Gv88tpObej8/7qvDarbqVvHGzduzvDbAndHh6+7Cf7rTDButWfqOlS27D8++V4cw6FrWPg
E9cEOIUVFiTR9XpMDQ61gLqV0+0AXtUSvVlY81G1K0DrQR/ZBJYx9tktz/l4rLxB28apmj2Gasqv
FZTmVhGPZr82g0KkNubQIB5l7bbCf+h68Y2FG2z2FQElKDAdoJuE38IceW4M0ePKeVNewfJWGk/k
zvR4K3ItvI3G+pi9f3OWu1XWDXiTluAu00lj9yxUTsDaPfm/v9DWRZrrQZchA1+N9ii8S8LDwDkB
yZV/SwM37ZFzQ9OGPXuv9CiR0OQHQ612epWb3AzbY44JzZdoAWfd+XNLzHxGKpqGuwxpFC0l1vMW
/gj0VCBk/xJAod1GTkVBW8JB3+Ymx5FP9/H6LTCXetCNqaV+qpv8Xs6kbA2fJjAPnVmTantF+pKj
GHKaoSlz3x5Xmjxnym2BiiOp8o3g27E8Plz/iNk9hfwAyGZRtgZ6lrnUa0hcQ3utFk6pv4q3IzHe
nipnVfvksLJt/+VmszlqL7h10Mh23bIw84CBxcxAaQxtCTr2FLPOCSdpYwn0IPhryB5pl84eB8x3
iQTTUTo0ZMHdm1tu9KyCTh2dfeAx+IETnG2sPtapHE7zvZUCAj34p/I7RZNHTm4ISiGpaVjFNjWl
9aPrXh/qNBLm6BhI0iHQQNkCDXLMdV/0uH+kUuRPaecY6Wvhf9TdjvKkAcBeiqxWXKqPTBv3mkHm
CCliOslBSvwp+hCyvSaUlqovof1m7gME2mjRRkucrP7iv01EnlOzAjaSdg8m8RGUl1Za316fuTnQ
0YUVZnvKalblQQgrIzTCN7fhMXZ5WyLCh2j44PJUXbyJbtI98rm9sF3mjueUSUCKDq3WYJRi3qpQ
DeTQaHHb6mlIfP3eEHZZYiexDWRJ0TeQLQdj5JeGpk7OpNUpe//XQ8flANaEqcEF3iSrsBHmsgCF
sVoEeFQ8ah8TFCO2VwIIh5+9kLhAIVS2Z4+H62ZnABGXZplLcZQDLtUzmE3Lozr4lpgCVbc3HB1q
CFAuCaE4pTmGhU9IgjfljkeeQ7HkXftoxFZRLngnv+8IfAzk4kG2AGYVELhd3hGt31XoMx9EuH/r
kATbpaLN9O8vD8rl7zMHBSl0qaPNiMFyNVG1tQy1e6QWTWXcpuW9DIEnvtobkVUM62zc1+3SHvt9
UC/tM5ONJETfJtP4xIFkT/2hUh682PKSu9h7G99i9VbrTO0zA5cgAKzXF3rGtb60zRytXBvQ5AxV
5ROlJmpWbZWDgeHQPxWVWwIobcvVUilhcqB/zfZENI7KBUCMbPdUI9YDpDSRa5fiGtxlNVQhNaI1
FB2UWqfK97En8vdNBTL5oh1HxezSQJEILWNVJXLBA1vYJoo0OH2hh9sxifOcDFD2eI/HbnjL+GT8
hJpnscQP8PuiwzydfTUTFoxDSNF5DIRQKYPNr1JdCcDtONgqfWVGOrWvL8vMjkDXwgTcncCeYDO6
3PGCUOd6hm6pU6g8ycVajx6Sxrlu4vdzBM1V0FgBu6wqeHeZTd9QvZPSoZ0wMJPAKDWHolpzQWxp
+aNELdDKmVm2lAKZfpRZ+0mLZlISUCYWeGYWNaMBGwU4hk9jXEarIKFvfRss8b3O+BRIqomoqYjo
ZdbBY345e2knJ74XBuJJrYDvp5sK8j3yvglEoGQ9p22LiFTlaOmNEybPJV01yTFJC6JEH0vYqpni
Cz4FmowSnhAo0LL8/ZAFbNS4TcSTt88fCrOwFHsdbvJtZdk6Ge1UJtLD9XWdqbbD5AT5RtsSHg02
JcAF+tDwCkp1wzEjFXLDiSlbwk1v3sSW8hf+G7LQE98l2AFBgcly0SJo0rSwowARULxEgDHmn/yb
aCYmSDQE4gWkeQbNZH7XPS2xrMxEbqhGYmaBOBLROMjObTionAe2GOkUZAR1LAjhuN663mo3NZK3
29refBVr4O5PCB0XYrCZK+zc8s/reeZDoi8zob6YSyehjU0uX/EdJKIB3bRHCq2khbtgaZwi44Jw
4thlIB2QTvx3bhU3krX2N4mJdlDvtrRByG56SCDWK4ijFUv1tNmjdDbHP4HD2UhrfZQTL4bt/NDX
pFmllr+V0HRn8oFtch1ptphfM3n6i5TPxeKy3nIND76JNRiGqnn8Jpv0Vul3isk/wMGg0YKDMfcK
Iq8EhWqk7NAtpjFRSFojuaYbPRAq/bZvwddDPn3FyQ0L4OgueBurJUjM3AV/ZpAV5RJHwRiDtsWz
CwT/QHqRiPBjd+hxVzbd7s172kDSZb0UvS9ZZXYSEt19XfSw2ic7PjWrZtWofzUy8EZM6huGglzS
5eXLdWJTx5EEvI34WHPyWhJAFS1ERBFPhUTAXpXw+quQfleeQ0VHjFzOc0Gudv0SnHncwOk5QU3x
ioJDnllPGsRZzoepdOrMfk3fm7XvYD6XfCfx92t2boVdROjBUzQgwoq8T4j82lvNSngtnrM1yvhL
CfyZuBXvPQLXqc8dRNVsiD7UeGao+jMkK3HlGi652d/pDx/dh/5xEokhEHUr7sdbdPwGjpQT+S5d
ivZm7r2Lb2Ae1r4aFYj94hti9N8YZhgepI2Xke49yBYWcCbuuhwus41CykdaMw33diTq58pfkSci
bb4hjeVWS8WomWMBhkGApqapndKxzJYtBy/qJ1t7xf5c3CXzv44YDrKWACr+QBbOrtBGVP3MkDLp
VDrpg2g6iXsXriowMNvZC7aJdX3nCzPBDAbzx9z0OWfmyljTAcSd1oiAL/EbPKjR9Bzyt83uvnHb
6K8OAaQKNKTmoQ7HVlDBkVxA9ruRTl4SkW7TSrao76P38AgOFyIf2vKOH3dVmi2Nc3YvQoUYfZUg
xgHb7OU4mwjJtA588SfrWdxAtQCdhjcB6U/dPRJHxyW8zgzIbMpR4RWQoQQOT2fybM+mtdbjZgjq
HMCSxM55KzZMcANblKdoYoQIINWt1KOYg12eh6TLMxJIR0GDAxZ0djucBLoNxg3NRLOCuCFAIPku
Fi0tuO8EaBSa6qsUILy0+PaToo5CVwubYm6yQN4J/wxlbmS5mckKcqCmO6URT4/WKJLWXcdm6/K4
HBHhgd4yvRO3VqUhXwxGneumZ5r3MHFnppmDHHWFEic+3pzhKB5R7LNqyzu2lkGUkEhPfGnbL8i9
meBBfnlZ3bR7N13sbJ9ziadAADTdUGkSERpcLl7vo6vLEPG8SyDqJX5meiDGNdEQeuz+Ipa/MMXM
tOqFwAmPMPVoWc/yBrolMUeE/SQa4rryAtpFml1XZBXBewVibpWNpZF90/wyxtOqPFdv/KO27a32
QbqJ7QfNXO0EcMgEJDiWp/t76XQqCbGfUndHkM+9P/rOwomcydKAYOvPtzALrfWQQ5I4HXBsdJqC
k8lRZCy3vJSxmBsyJBknoXosKTqNL9eyVQotHvRROtXKXQRthnTl2z1cQ5Doxafre3fO8wYR6h9b
zMMwcBBmHTIeV7eF5hjjXjbH9/DE2YOzS990stm4ufltLlidy71dWJ3cjrOrpkW1o4o6UTpNJYCB
CDtvo27aB6JaB3u3K0HY/zaOZuAq5hLH/NxTBUIbZAVUcLEAUntpGQSj6djEKiIN3Wxbn3T3Ufdy
fU7ndon007sKWj2wxrPP0xgKoVhhcHQAKNcoidTsomQTLHj0Mz1lU9gCNg3kpacsE7MbxdrXtYTD
UDq0kw2P/hN6hw8VGBlal5Bk94ENipD4oyVfnP0uVSQYVsLnwlDnpvP8GxgvtFLkwIcoo3TKlIxD
W1NcUWWVSqPxZBRBcaohfPngQ8DuS/UMtbGyxkO7uMwF2r73R/QCGkVbJ3bdDamADpFiAFN3DBeD
qHnMv4uJDGBO1qKoBGlaroIGm88FOO6Rl6LxVogo8lS+kn5QVU6oo3qJZpdc8z6i5eRmCJq8JV05
Ni/A4zfrUeibwkoMTjlpYqU+ZJA/PohZ2SJlUYt5YaYDyJygaq5Kvl0B0eTjz8HwEmVaiVypkOcu
JydwzGrNAOA8iPR9rEjUzak2ukGu+p+igpqv2chKZtK0TiGXkrT1Rk9Fbg2tZQ16OUKutWYu0iZF
vzzlOzst0YdJwCUA6DRo9d542pU8Ubuu8Ux06sbvCaYKiry8wP9rMkMD5CF/lg5Ef5cnoQtbdHZq
2D7RQ6ED5KzcGwP41jLCrYOtZxu+4y9ypk8uBJMcu7DJ3ja6Wg0pSq6nYKeawf1tZPlHMEqCGILa
dKUsHMSZmh+GiAoyOqhx2n91DKAlNTWi1MPutIOd1Tr7fewWACZl5Fm5BQXaW5abcmGBy9PkspW1
8FrMOvjQlENnHLwq8Hcwh0ORQ29Q+0Q+ya3VcscxO8aPEA1tS8Kvsac0CYxF1b7pb4YlbNz0y7/m
+Y9l9gXxMzHJRyWUT8azOEnySOVKzHZZu6raw4I7MHsDwLeABCXuVGiSXG4j9IQmpd+nMgLuZ2PY
Ny1AAwvVi/mb7szGtK3OnoskH8RQ4WGjdPaTZhFIgwLr7stz/F1rEnvj3n+72vpRX4x/ZwcHyKQ8
iVAhdmKuck4auUHwR/m0DWHm+t05uUm/1ujstxmPrUHqWJOm3x5O9uYUAAB4/fdnXcIJ7/mfj2f8
NE3pI9XIYUCPXG8VAFj4nLUo6cko52k5GaVj1qjEyHZdveC0/Xib18bGPE2FlmADFjCd2fv9660D
tBaUGYD3Ad3gblesb242IrHutYj41tKzOOc9nQ+bOXW9H+WRH/Dy1HawH75fEY8Q2UaD0PqOblf5
99NL8nCzOQFBcnSRQ/irQ/9n1llUKifkvNRFGHr7LOwgriU9edadZg639zXQj6toYRfNXjII2OD3
IzwFyJ6Z6n7MKgiV4kqNgXbcD2aiWLU9PGxAtPPpLRE6zs3tuTFmbo2+i/xxUJBGkO14o5n0zhVe
Frbt9AawewdbFjcK9ECR22fORdrGfu01VEaqwsm3vGO6x0+3WYrZ5nIICOmRr1AE0IzwrAeKc6Er
Gm7IsDS9b+e9INClyci7sb1dv7R2cKeX1o0pxeTUnmLr/voY5zxEAP3Q0QQ5TQNfcHmfUa1JpKIV
5VOkvhfD25A9JNzbINrXrcwAYuHXn5lhxshJUkrVSsLt9TzdmgG0RyMgpgry/jCpuq0BlCY77qiT
bmfWphqDvTJ0Bui2GRbIuxpUHK5/0OzuATYEqFEBiAr2PcwDseDFQZNP/Ct3S7uV2qwz0UIHhXr4
G0PqRPKPsBHLezm/mlgIRqYHyqkGA7UjvfOem6Z2G7u58X3dkjS7j1D3UlQDDCqQFL40xfk+l0Pi
XcFNV9ka4e5HB3IldP26d6BpeY+m3S9/Sk5RIhzpt52S+AFcmskBXcmhBW6/0/XvmatmoN4MIqRJ
HAxInOl7z55KL+EMwQ+wtax9Z+7LXUZQ1jfLJ7pNdsomUM3GXDqx4txLdm6TeZ51CChwNYVNOBrI
foB/a2LU7e8dbDOy+iA7uy5M2504WI/W48KA5xbAgGDrxL0C1mKduS6qWp6YDnDfcvc5NRyJPuvB
nQSeoD61QXwW9TnUYqEedOSwu5eS8LNv7Ll15o2Vw3bMZH2Yhr63yoPxpPFo/SV6ZH6D/s5dGOu0
mdirEV6BOuGEkR9nM3Sj7vUCF6ryKUE7TL0uVn5ppgEU08FELoCzvY+sOvi4bnT2LT83yvhATTik
VQ73Fj7747O3B5SL7G8rsv7qDofDU7bbSeaN6brm49J1MbOtwBkAfAD8dxCtsWrDcRF5kVolykn8
BklJhzSvBbKanltdH+D0/cykXphhTkwm+zSu+xyXhTLmK4h6YU45SNEPHioQ103NZVsA7YYnCx5B
sOuyIbuvxrkytoVyQi6STJSpd6vDyixJQO6BZ104GtOxuxgYHjdYw7n40fD6gbmfXQXxyBcdVfzu
lOrUt4IGA2u6oFl4ZX6TSk9mNB6AclT/cbEzB7BDJl4pfb099bfxDZTz3GSPtPgX+LpWoansn2pb
tirLaI8LwzN+nQbGMHP2FGjMpWC06U6+euOVW+6+XkvJOgwcoFrb+k0TP5PBhBDvDk03mRMHzrvx
RmU7QXhuvIhVRWoruSuscF+chmYdh0/gp6CiCYmRVemRqkV3RmVVcJtt/yG7zajZ7oyTED3piRlY
iU9KetvnK6UwqxB8YG5+rxaHUqhJiQY1jkRu+laAA6UyHF9EnCu7Odp8NyFAoNEuESwIFSRmjBol
SYHwU3S7kwBHEWsS3/RT9/6+UBKCxiAU22vuCWwmyAvIdrCX36NqsbV9ehB/bZWzNWScSMMLUYzW
tfakoKH/sSpMqQYf8k4Amx8+RjsqnF0Ftn53/Tj88gd+FhA1KQGFcAhEse9GHAytNi2g4AS3GnJV
nk+WuOyWbDC3V5uhuF/msLGVV+h+y7fi0pme34Z/RsHs/77PB73wcczAVm+ltzWgCo8xtgiBJN3b
9Qn7jbVhZozZ8tB4TZVWmGwRNAsqmStRWzneeATqG2bhdFvBvDeShXbF2SkEBAYxMJw3kOZj85zd
I8mgFlXNxzBaV43TeJSSQYh7O+vWZQLEUV/3j2nALzFW/YbEToNFMQO9zrjGgKVi7EJhT0tbLF0U
vfIj+tWgqRHfpCH00lF04gl0xUi/Uj9DcZd/8belbkFXgMjN4fqk/8qlMJ/BzDlwk0PKp1E3VftT
h0MZvMSQPTtEPae4TTTJuW7vp1r66zCejZs5jJGSjXJfY77lwoFklGJAMiCM1qVs1R+ZQjSol4Gx
PPRN9aCHdrKONTf7EL7azgoQYtv8pwAUYfZ0/asWV4MJ/aogbDItpNPWy6gbN3eKYAbvfv5gmElG
5HXz3IW7GFOSkkq1Ym4bDgvXxe86G1ZCAzsDXD0od6C4erkhUjGpmiRXulOlbkMVOeJDejAks85w
5b4oXkp6V0kJXRcKxBXQMhIR404In3rJgX4fRfMnml8U5HI7Aj0sqdur8lpZxNnMXaXTOzgxWMIJ
Z7P/A6pjspiq+MiSqJuoxwKqx1Req9D37lc03MTKa2UcFOl+YYHmnntQIExMGZLGI/K5nB0JUWXF
qXUP+Y6dEN5VY2+OPfini/AQSa+9yoPSZ1OKjuBFNgeNSNV4LZsF5CsbCqDJEQIFk2ycgOAL4S2z
d2PO0yqlQZPVs7x6xg7RI6K/ILBcZatkFTYmkGqDGztoA9l7d0BWWeo+BZRE+fn/+oRM18PZMfr1
Kcx8cICUAc0/8icesHYJwoMxfwMwt5csjJmNAVhDAnM/SqBgaCH+x59KMByGwmfvHfQiJ+C2s5VS
cerETLZSU4Ms53Vo0oXbgrmdfhlnUgl+OLZyVvH8qc4esjcvuR/5Tdi6oWAJtaNyC8k15in4ZW3a
/GdPgcBzes0NWN4YxRz1Iew66OY0VlLeJvFSb8fivDLH3aMG32cK2jDTNW/7lVPwbtqYPQh3IrR1
S6mr2P0ivcbParHbBngLECsIKrhSfgL+8yGG5aCNIlYT5dBWX0GfxYnApw25CKAvhfclhpvZUU6U
RrgqoLwDmOfllDYRD1ZUQPFPkWwr1FSgWL82JLcYDnAiA/pdGasSL67gfVw/Hqzf/rOWeF55pA3B
RgP87qXhMS40SHKi/UxqAu9RbYZu1YuoqGWpLxIpCYbXIWyTR06XorXAa4ObcAPa8Gj2AoG671hI
ulWlydmRAgt3O2YicEu88pYPUeZe/9K5g4xCODqZJFGVDRbr3Cd8kFEPHxpWToPXMBBWmSXpqXnd
DJsu+5mQydMAgkSdsFKMO9q2XtWhnAFC0NJCnciMDmDpPCRH1Y4+u1UNnnvOVuyd5oRrZdVZyZp3
CpTKQG56jC1jDdUC+Ouhwy05mExC9Nd3sTskE0RPkvBdmvilJtRtnboK7R5pHd9/1TqEMVJqKgtW
mUkHiw7wjYqkIjkJui0UspndIRpp1fZatJOj+5q3JOk1CjfR6fqUM5cXYwRx6qUR7E01yDk92hn+
G1fupan+iNnuv+DiupyEcKxfRHMzz+Q/NlENRFcY8r8oPV/anErHZSd50a7pHzrlwEmlZZQlQfjj
SGBzAQy7h5yblttKJmlmUJvAzdu5noLgDOXl6+OfnWSEXVP4g9YnFsfucZEQ1xW+JQTzbD2Ge5Dw
mb1Xm7G+RF0zO+wzU9OnnF1r+dA1MWh+o13EB6uKh+CpIKyuj2aaubOb85+ZRaM3j+YHAezhzOMw
GAiz1D6Id1K1FwPdUpOEFCooXUPoI6iPf2HMQFM5jysamq7TeM/GY+hNy9U5jJVV8Nirm1ouHc5v
VlwMoZRmCZEzHbFfQ0MIhHYS3JfQYrq0Bn+0rWMD1rjk6GkxqvcbijTv9SHNLhH8fsC3dAyLFb4u
u7yKUZKId0nNvSqRNhx4LQkWGg3nthxWCl12GrR30Q1/OZIgCAFWk3IkHgAojJI92ixq0vroL0ib
BVNzk4a+BfSgTtEbehguTVXG6OVRVMY7eSN4Zvq6FJLM7bfz32d8zU5Jcg7Yu3inCRY/SquUBtBE
HDY5n9kdXerrmR8NAN+6ijobchaXowFRdquAsSPa9bwK2ccRMQT6+NNFdYfpzmO3Gl67/9phtlrK
Dz4XC3K0o3QXZ0Dt8LWpVU+FD+pPyJwKOqLP/KuKly7G2Y0xtWBOTVlTKeNyfC2lSV4HuIvSdlMB
rR4UT0HyScclVeS5XY7i3n/ssN5y2XIZeHFwEaXJbRneIq10/RTNrhOgXcCvAj6n/BRIzi4GPfY1
rwqjeFcI+zwubYNuAmPpTZ7demdGmK3dBlkMUhIc1Ti1vPgzMOg9RBor0nCbruYXAgwW/vBzsU7K
Yf8ZErPRvSQFIGiY7rrBSbmUBApEe33UcfJqpWbibhj1W8rfq3Q0/e4Y1LJZVcU6N+wxEK3Qf03K
Y9KsNR0oJrOidxAmangNLF6Fcnd97ufecw34aAXqlVO/EjMtYSp4aoXW/l1KTYN7FVU4TPUnB0UW
jltX0smPj9cNzi72mUFmZvSukkO1iXGblZ5VG7kVQZ0zXVJHmF3tMyvM0dACMOiHPKzUzVfqp1AY
cnnjQYksmi9lYmdPx6TlJEPsB+IbjFMuBUPI9QOu51bzPozYbav+42+m7I8F5uGMUEKq9QIqKUBw
23mZRJbk5WZUK+HCQZy9UBBhTz2KMkhTp7U7O4hBUulhJdbxzohevSg0oczWeY0ZLZwONjH1z+k4
s8O8aHwWdr7C4ZlJ6KZv0aPWbvtwq3fFKi9be6AIWd4DNO8BdDf0W6PL91rkH+u8coH4I31WLUzw
7G45+x7mEJSFIgq1igmGZmwQuZ2i3WdcBQBjs/Lr8F82dvzv6JHvEQEn0OHWXs4y5Jk9lWszHDkD
DevFpmyBtFni/J2O0a83CSzhEM0FBBtv06WRVMqNbuzHeKdo3XMRyEcJoVgW7dTMagrVibSwXvCF
2LD4Z1w6lNWR7cPgZFYHd4zBa6G2MOnrktlxbptsvOKZ0xpTKbZqllmy3Jg6aN8bU9Verh+RuZ0L
N0xHqhG8db9in6wzhoSjKWxzB25s10ZW2z1tzJRvFvIp1y39CoBUmau4ksfqCWOxCVLO0ctjZygH
RC7k/zMmiFddLqE+RDViX1gyaL2VjOGW+vWeSyDsHcb9wuLN3cp/5g9l+UtbRhwnYcDReBeOoJnh
Xkv90KdvfzEeaer0QLJ1IjphbAhakCUJTlndrWQ52PrVPs4Kk46Vdd0Qm9L8ZyeeWZIuLSklx/m8
2OI8Dzp6OHrARzXb8CyuTCyhUj/9boCuTLkykuQwROgL1tKjRrNDEI22MPJu9VY19IQSveP7ArDu
GjQqX4JudAe+MsBQD0pCrh4JKHsRAvJLbt38QUL3xAQ2AiCEhVN1Kah3mhCfn3ZQCgTNQBOuyuFD
0ANTB7yei7eNIt8oib4N/JrwgrRwP89uceBRkLmHQ/abCyFr8k6UNRwmdNmugFJQ11BekR6lUShu
Si5fogmf3XwTcROiQjD+sdxRqIj3EWTTsPloBelyvlGdOk1qXIqF6F7fGmyu8J+toUtTiUpF1KYx
m7BVB0mKONjKvEOLJulR08GVT/N7TdU2vA59Ur+0Va91pKRaqErNOQpIiP3XNLMr6wCQhaEQ4h0F
1MnUlFYz0fW6pF09O5loyFQhDIWUPuvQiWMQwddTcPHnxXSSm3rPLwraze0QZAyQ/4TcOeoX09+f
OQqjx8MfyTy4t2m9HrV0HcQlCkxNRVCSXKhlzk0bOvgFsCbwYE/4yQGe2cpiqSq0lEMgL8b3Wq+b
YlYt9QvOTdq5jenvz2yINZeqQTeNx6/MsN/XkAhb9ElnJ21yrXTwZ6DlizGigwo/UaiBW6nuHeq/
5jlnokTnRNHSyzE7ZWeWmOUZDCyF4umwJH3raUr49vv6MZqdrzMDjMOUF7IXBz7mK+RXSMeROOTN
RRdmab6YSKEJkOwGxwPeC24vgcpRL0Hm5Ij8Uj1mdjDI5aPjABTKaBO5XHyly+qazzEYozxmCSUl
RJKjx+sTNrsiZzYYd8zz9XigATZxyp3aKjRxGfyFtwA0jwIiSjBvIva8HEVb1bTUk5juijizywp6
g9KxiGvbV5eiBBbSMN2hiHUA2EYWFGgvNl5Hd7lfpEaDK6YKOyIGcOg4Lu4s6IYZqPSLfrxtfQ+o
OlpykKOqn6XB2zc0KrdKG4dWxnOJrSlQ2tA59d9vzItPYzamxvV9NFSI8vm2NLt+U1OVdPpCCDs/
AVP/6JT143H/Xc4157dJ0zdctOMFH1K2shv5p44jhQTia++xHIjabzithXgbGAJV5Be2UceTQFxS
Y5/ZuTIKUZBw0qHZAFfh8jtCTWh5LUOWQSs5p+ZsIxZNKTtd37pLRpgXc0h9XY5aGBmQ2golsKhD
9qvW+IWXeea0AzMIuAeEE6e2bWblaNAD0KQmuOYjzWpAEhD0FoetLCVLszZnCagYFErAbwoYHLN6
XqJUpcrBEr7DLrgAOLvcEbStAlbF61M3fTMThKH4BaIHKG4AQc3eLD7ABjVXI55GRjy0xFreAB0z
aepVL8gcZWYb5r593eTcap2bZK4BI1eTWhGQjRgysMx4wx2VgWSLBOu6mdk5hIIvmpeBLkIfw+XO
i0vBT0E2j9XqxA7dcEHjFq0bNLeKQuV/H5tMCBJcNBPfGrITl7a8oQNYK8L9DJL32qXKw1JNa+Zy
nuDtgIODCXHqMLg0IKQtbZTapzsagPI8hWSa2RvlUnw8szIXVpgNztO84IU0pPCZHKgBENATmHWf
LYSns1amlnIRsQOoJJmxKEVZCMIY0Z0nIK043hXlXq+LBU92ehGZfQ02hz9GmKGg5Bwmup/grck0
MGN28T3flYoVRLUOTquMAv7Y6FY0RgsR5PzgkOtGZRnEezLjQUdB04ytgSw7L/ShxReVndVdZ2lL
mJiZ3Y3x/bHD3BCUM/xQbTGJaR65RvoYoGRrZL2ptQuX3swFAUNQyMDVp4A9hTmtXVnIY1iWdAcx
Z9dLalwS8o1IRbflBIEMcbC+fmxnJxBSH9A8EpEpkRl7ktGUgYY+1l2diA4CY4trviuqLWyPufye
AlXVCfbOIyfK6vLQPBih+oRhdb2PS1xABy6lthbz+0CIydB4N53+3kXaM9qGzHpEj0PrxBFFo4Uh
2FyVg9ZyaeSzS3r2SczIFSNQPORP6K4v7RYhUZy60zvWNuFCuDK7pH8MKVOx6CyUELJWH4a2orvW
O/We7ApVh3RXZqa9kzRLOIu5VAHoTSZJcYTqCC2Y4x6IVY2pzekuG7j6sUlotAZ5N9qG0H9uckmS
HvVcb+5SyQcNahRHFnBgb3InR8eiTY3nv9hdaGGF5D06d/FJl0NXE4Fm0YjdJSriA8eD0C7XeCuN
/YXHh+2YmRxQBIMapK7xJ7wJzGLqo1iPBoc59kbo5CAZ1uDiUdKSyPmxFD2Hj6qVJzerVpZAQr2S
4+8EReD4PqbHPljY7HNH6uxbWKitNLYx7cX/Ie3LlhxFkmi/CDP25RUQSEKpTGUql6oXrJYs9j0g
CL7+HrLvnZZCmLDqWzPVY/PQciLCw8OX48ehWGmHqA6whHisNlWx4nIuadWlFM7TA6eUXLES5yxm
7wKwmypG1vuKBvbj+0fI9ybyW8sT51RjESM336CQafetQ1r/s+4cBnQREMQvaEHtQ/fPGkZ66W5e
Lo4z66rSFZ1iwlyItYKBxY1fpJ3TFK8ocK4tb/ZL+JcLcIcZFACzC07HaxUlaK+NBBGnNTQnA60C
zmyQJg3T4HZy58bCi2BsMslJh5eVfZ2v/T3BnMNUK5i6JoGS8JCNoScMe9pvJhAljBgQ+VUQBIeR
PTT5yk1ZVM6L5XI7W/dtHsVmD/OQ6rYwdHYYZuvx0KIUDWldZOoAiuPHMkddwbphgs7kU+VGnWlb
9FVY47BZvAEodM8cbgg7efK0oWuFVgdXxaGXvsdojs8Q6cyMRRg4n68xin312fCnNXd5wsXAyC5U
9a7VBJi2QgDxfnEw1X5DZGkHlMw2mjyiv1jiLqTDJmo2WvM9XWs3WtpKQBkRy8kA+AGFcS04gf8e
GUlXHML6SCOU3ihg0GtClrZyloAOSG0GlHBCtFYq9M5A00Fr6L97Kp67evDGQj7XwG+NyZpLeuMt
wlB/cTkAHwM+dX6kLBuRaRbSaAwMYCUTjLFG7wj8304KIkX1o25cUfoleVgaHhlAApFq454hsyB5
OtKRBnJvVb/A4tE6eE3QToXanjeU2g+Ur8xthekSzsoln63HldpgpQaoXUVwpiNvzqdFxUYPx1ak
NCC9nj4VWpw9j5n+nqiTtS2z7FFUmt89EeUD+iAwlgScj8CNlvKKkbs5XnwFbBtYNObrgpj6Wodo
2bGeCPEYFD2oDaXvZanZudX4FlqzUei/v+Yb2434GcAn8BmibRmFN26z20HL6igzcLjjURkwG0nV
HgCI2SalvhLZ3L76eJwkYBUAU0PQeZOny8sozpgBUQQUVvRBcAwneY1eswf1KT0K+xY0593PtQ6G
hfVBKDK2yLEgQ3zzvAvTWLSGOQYMeD9GK8cys40soHM/XkOoLImC0qgA+M6Xn49z2dSZfVUQFozZ
YFvNPkcnSS1hLODb/SObj4TTUg3dDso8jQ45rK8mvQsP1SgqXWJpzwI5fY+aj3QNe3FrPXFQwC0i
5YGcKmhcOOtpobRWKJnJgqoFttZ4SyWMLqgzJ63Kg5mXbgzmIKE2nEn+oLrp//3qLPyBA4oMD4L6
a+1XxH7Kq8QaAwT7skOiAnDQvBlX7tjCWWGeLRKASHYiJ8G7umSUkjYjACd0orbRiXhqE/Gh6trU
bv+W3xI7iQm1c80GqgGqOH4opyxP5dR0EbZTrzEZftAxdaOm4McDZczPxEjEQ4Xj2MKJEjf39/Lm
NZolI9j+gs9ZwAhd72U8GQljBdhn63wAhpvM6tjoK9XGRSEGqkgiUKEq7vW1EFERKimXYxaIGVo4
G82BEFn+cX8li+eFOcSItvEYYbj5tRAmEVHJ0Bcd9PlnlhFbQnBi0dU5TQumF0kxVN3Q1A5jyGeS
KjlS274RWZDrvwzB01AVy/O9aoF2eliDkcyKzF1jXK05zFIxbxdYs+slaYpAwoQkU4DCgl/U0XmY
ij1T/qA7wZFlR2pfe3083d/GpbMCT8HMRwoeW/BOXsscaSk0+BSYYD21Q/WENmUXuZKVy7W0izC3
BhrHwAoJAsFrKRYwR3GVGCyoAZDJhE3dKZ85q499bQTgh9rcX9OCOZzLiiLGLWG0Ly7btbRKVNs2
aydMVUj69tMs8n6wgctb65xd0kAwEoF3HdYdp8ZFHt2Y61WqaixI4k51a92CzUCHx+OQwdpXEpFX
KI8XvCCUs2QLf1EhQIngelkKUakVGsoUSGWxFWvMlRF+gcaqNTKvayav09Zmwy/oI3yBOSsnzr04
4rwBF89Kl/aWkamxGEwa2cQSaOQzQKiUN73zCzTyqS6qUysO18KeQiS6P8B7jmGZPIMm6dNOKFKI
jJvYI1axEUa7bD6VZmUvFxTSwFBkHcUeMM9gMsH10thkIIml92IQdlJthyxVv1eVEXu1Hpu+kKv5
oziFjX9fLxcOcC6DALasKiZS05xeMl1LutKQpyAZTya6eMM8yCQNk740hI0xKCa39+UtbealPE5h
asTgKliUpwAUqMVmCjfET9cCq6WNvJTBeQaM5WYbVuoUDNrOyE+U0I0l+3r+UJM1dtkFUwUUxFzf
ATIbTGCcqSpBN1tWrGABcFS+0AFVXAybloYrvFkLu4YQCtZwhr1BGrdrZGxIydSaBWwEnXgStqdR
3KT9EJB6rba5JAq8keBXAk4XDjenhUWWtUlZlHjDwA9HsldwG4q21smuqUUrXv3S5l2Kmj/l4i5X
BpOVXoKoXHuWspkWcR9Oz/f1bUEXgNdDGQ7MKDNAkZOhIXwTSTqyQEdvuKQ+qr/6AXgIw67X8oUL
Fh6mHQUDGArwzaic1hVYQaxlML1hrdgCEKby9Hl/LbewIoSMcM4wcOqr25m/rAKJZWlUJSwmqk9V
8hRGW5Oca5AG0mQzNLGdGPtMPN+XunRKaIqC7YPeweBy7yR0cgKPkYwnRRPAAZVMW/ScgUk46k//
QZCKMgXOy8SQZ+4upUqqRNTA6qAOUdi4aYtI3ko396UsbyLor76CV8jhxJg6bTE9A+dUV6nLhD8Y
NES95LF0+t0gHNkaSmb+Oc6BQskF/i00Y36VOXEkQkLOEPIpAMLBjUSAVQtbyAw/lfctY/tYEVYW
uHCBIRBRg4m5IBJwQNe3KhSrKc67egrUUQMYt6pekxiAiRAYC6+e5F8r2znH+TfrA0AG813gd0Dm
tThLjmKjBzt+0DQq3SsGzTDRAWRHRkbptkbLlM3UtLGTNjaDLBmVrYLhBI+6keuYTMMsEmTFtNax
uXAVUXqHEwTYs4p0IXcVZQnsjDIhcLb6WISPio7Ioalb+/7SFy4GpECDLIQVKBxzTyfSx2UUNf0U
0L14Yr/DlZ9f8HTAFogkJMBvQHLxSToimpEqVhSuVWiAdwZ9Rc9m/is3sh0NwfkCMrxsp4zVym1f
sJfg14MHAiIFxGV87U7oYUp0g2Hr9NEOO3AGs+eixFPQTW4//by/g0sx/KU0voxF215Wi3KAru6N
j+ZtnMdCmy77MHun2slr0hZ3FDkd/BdGBpb0WlXDEexvRocdbQ0S1LK4RQfhtgn1M+t/5RiyEr6i
q+lB6Vxjcps6aMSNTNNDU8Dpi0Cf+Ix+Y3GbgPrv/i4sXVikLjEhCYEW0lyzNl88g/GkT+iohR4p
yrMqP6Q0tdXpmBZry5+Xd31TwT2Bhgu8T2AXVHjyu8hsFQBgYYnAQaFaLwZq9k3+ULV/NIm8pRhB
ZlqPob4XQLZzf4G3+w7BKNepWB9a58VZ5y4WGBUg1ja0Bqfc/WyswY7g3pqDo2uf7fdYs+NurVdu
SSCKdhpeSbD83XSYMFEf86xp4WSK5RE2EgXYHidYH3oZ7RZ0l9YSdfPVua23BgHYkRmqBuXCHFGe
8o9aEy0NAlOo5++C4hPrZUpWzO3tazLDU2BrRWOmL+ZbJ9s+R39ZDBFVuWEscRnFoAnrzWIT4JeV
F/41zteAPDgcaG5Ekgvzy66PrjfyTtBUmAMxl+VtpaLyiwgm/i7VyUqC5rac/yUKdE9IJmOsxU2Y
xUBug6dkCupfZVP6hdC7vdodWjLapIldOiCkjEo0WMXB2B0paU7FdNDV3Kn6aEC5nzpqvjYgd0mR
oLAm7gtAePhzvfwMySQpBmNyIBXf0HNiM69HTVTGGJYDQaLxr/1hxLW4okChz7AXPmU6RY2pp7o4
BWF1pMIfNCj2a6DC25fxWgS3IJRf2jBTJWwyfR+mn8rfx0NoBkJXDmqf6PSTv4Y2XFx1Uuh62cyx
MhDonqYouHpx/yYYyQq77dI9ADQSRhMpS7TIy9cHQ3q0ZGdRgpgc6Gbd74Ez2dXtcfQj/XTfeN0+
iFjRhaTZ/7lY0YSR4RqocsRABqNVKvWeZYGf01QCFsVuaDn3pa2ti3sLVGQPJTZAWirsP2XiRIqj
sU39l9SGyD9hUcjWgMwC1F0oAV4vqmVaoRFzVoMydcO8dmuU/0YWrqzmFjjyJQfpNR2P7lxQvZYD
8sQWPgyyCwJMho7hMArIY2Owmo9x49L4d2m1L9JYP9Is8hXB7hJr5enhRwL935X++wWcwuPuliHc
GTwFJPWEuDvMVtOKrD3LPEQxuUje8qT2ktCV801GnFFcg5wuvQqaIs20nIBegULkeg/CvlPpQLAH
Yn00gTWotIOwNiV4UQbGEMKNQBYOZdBrGZow5DXGEc5P+49yekbP02oCfcly4ByBZoC+oOrC3QMq
loTgnYCXgjES7et9tb91gaCPFz/OqX2hyl00mfhxIuyz6rmOHyYd/Zqb+1IWrzIgaUixwQdCQuB6
l2TMiBjrJJwn227DytGEgGJ64kx+6d0XtPRsIH7Fmc/9uoDkXgsSmRFKpIYg1HUehHh6zMPsE739
b4q8DcPhDBJXjH2tVvKHS0qANAeuNezVXC+6lpoK+ZBRMRODOsNc1vZBkB9L4OP/w9IuhHB7qIkp
cDRaKmJUoPVWR/2mGgcP1ARObcqOmcmb1jC8osr8+2KX7CLiOMAX4USC24Gz9wnrkKynDex9e9aN
J73pbUV9xM6mYLdl7ft9aUs7ibYtlFdQ2kPZmTMacl4zKCukWWT86IQoEMbuUAjp7r6YJa2/FMMt
qrRi0jRxLQZJudEGB/MW0xL57Lf7UpaUEUCBry4KvJW8DY6sDNzwSisG0TaXjnJj68wbNqHgYnpQ
vGJuFzduDldRGQXuna/JskbVGyrj+dJk5I7jaANWVAvPy/0VLe6bhbELgB6g+sojS6y+bDq0RoiB
mWwZurQG5dFApW3IVrKuS6sBXc08jFNFiM+n29pQidK2G+DMwEiATdoGgTbolH/+/WoupXDK1pZK
0fQxFQN66rtPyfgQmA+21/8gZA57kT3UTISZ17YhAXxzyCtRDJi8Z8wnIka4gXZvZcOWDCwUDHUZ
9OyhCDpv6IWvJOD0a8YUEZ2jxxJrUPvOGSPHGthmvTI5fzIXzoJxB/Ai/FNCgWY2GRfCylFGgmsU
hmCa4DKTMUvttGzHl/sbd8uxgZqMjH4nPBvQBJWHnuDbxTZl4RA0RdAYH7T0wioo64MpfxOkt7Zx
w3TPPtUnmvpFGSSg+sjZwXxJhH28rdCYlNmY2PNT6d0uX3llFjKZ15/GbbfIus4a0UUaVD+GXe4+
Tz7zvokH7dv9LVjyoa62YL6PFzudZlYZmjHkEDAVTA80Sm2lcg1rUyq7uLOtbzQ7qco2fl21J1+O
y+0h/7v73Eua4egVOkB0W+0ScaeEPog8o8iWpb3WbYv0XU0c6QOzkGwWeiEmL58r4an2QFXTCjlY
Picd2dbokG0ndSNbn0T2W/3QTg8R/uUK08Ti1/S5juySNNtO2JcmmrcnOyxXDNYXpcW9ZXC6ahp0
aJXBGgKQ81KQbaavJsbwyfSVSKDDRqXFMOwU+aY+9ibqxOyzeuiKyouE5yT1MyDI02pnjh9aHe/U
QIs+pOapLF1NLW1SY8C15uZT5mi9XZqvqfCno5GdgFVijXf9qwJ5bxnzU3OhCHo8GlYzRjRQyycU
B8fanRTQrUbbmXxmwlTm6jX+hcF3OyN0J9jLHlMNHjH1SscpNEEOjEy8TYyj4GTROzPdwdqRIQZJ
/VslOo0ekMfkNGLAs7xRwfBm9Rtsmo1jafdS8VJ51ZMwOjJ7VE+mdSrS10w4jqJf2/RlfGskO8ke
h6MOClwQD6PtTz6I4aNVuGC7seIVJ2ghb4mbB2TTPH4byR4+zAWxs9CNSDkEYMwC5I8V3UZvm2lX
NFXkmGMpB2mVF3ak6I85K+gZ/LTgbxvZWqP5F+3L9YnIEuJP5KAxygqJE+5+SPnQ9ANNaDBBXYDB
dCRtOA/zYIdedqaWBOZnY6h2CyBF1Uib3NI3iriz2PcMfIkpVTajZjPkWIgt5ImT02wDjrHtnOzF
HGG7Ee2mFxzi93q7NefMPvpkzSIgnb4V9RX3dXUt3CWR+0puaisGrlHYM0zB+tC2Aq5F9agEUbYZ
IxMYXIw73Fq9mxSg2oqRLUZpstpl0mP6qBgYH7dNNsngV5kTyu5Q/a68eI8EozEPNLLxXNjaX3tw
2H6gz+DsoNiCx+j6QsR1NVBFL2jwXd09KU9/bXevf53bkESJEVTm+PWQTDiL1itkn5jArVeYVdra
gnS0hmlDWPGtVw5dHSFoitdytzz5JQLo+SMAmEJ3IVSNf//MtE3Fok8pECXsURCFJ/CB2RWNn6pM
25fJZNdyC/AyzFiFggGTXbFxwjD3K9l67s3pJR7YL+TvHuIWZKn50D0MTbhF1eY5jAocqpNIihuh
d1HwrFHalhPdEMVTzMDon2kJOLShO5Gwcn9vHUisCUgwtE3KWBsPIsEgpqHIzZIGbVoAA5m6VTGg
2LEJUfO4f4b8pLl/tu9CFKchdSupTRu1FL6D/txGJZp2gVmp9BNYQV4VDWN0SwG4b8MVFfYw0Pxj
yGrMpCXxZ94RG2wz28EU7V75Qdu9UqiOrI2+XGxXvvLWl8KGzAgDODkojGqcexhGg1l18USDKE8M
jwmDV5ZSh1kGuu6WAkkPlRAegRmHzc/UTS9ojUvUIXWFjll2k5eSM3WCiovX914DQImngobiEEcl
yCdGTNhJGhNTJguwoIaTjpCR6F4nq+T5/jJ45tp/Nhu+NND0MM/gjLi+jmh8AC2G1dGgAumjIYP0
sQdPqFBpO3XCiDttZ5r+yH6ogmPFD42VeqZllxL1TIntangyNPshN9PK4z8L5Uw00DUo4qEIgp5C
g9MA4PekeWtpQM3wubR8Up2kSPX6rtgCltoMGI5MVjzDheOESPSBzqVJuKzy9T6MmIkZW5kIkVnr
TOke9JH/ZVHKbBkAaEOST7mWUBODYrIP0O8lHIA49ol8NOTc6QY/R82531dsBZc979LNLl4I5DQU
LZKlVlUQSMeNkmCODh55n2mbYe3GLrztMtCb1hdNA6pyPBa7tYSR5iM2TzK2aYVpHTZ50I6ReOx+
tW9DjtmC0oqRmO347dr+lchFgGFuhsUUQWKSbjun+gW8+a5fgzsuCoHLAoAthouhk+v6xPpIzUy9
kmhg1qFdsO9WKHhJ8azEw64vvq+O3V7U+gtxnIKUajHVVYw15Tv6IOqO+djthNQu992KYizYclBG
/rsuTjGYrLImYxA0pK9yVcAb/W0IB5B0rdyphWgLenEhiIu2+i7XC8OEjVQ+Cr//DL8VjvJHRX+n
3a0UN5ZV8ELUvOYLPzuXJ4IecohKn9onRbSFTe8Vru61ezwgxspVXttAzj5NyLvWxghhGBH4jDZ+
+ggWiRXDPJ/2jYZfLIjzZFIFtQWjnffuMX4aiE1+Du+9G+9Fr98B0Na/r8ibb8w9edxDkMVa21Xw
JQLioTmgeS18xRcPMSbYakAUr1E93OaJrjSDr9uVzWhVqsEoagzboT92I3RxDSSw9LZdqh8PXkiG
nliJiPvb53aTOMUWk47LyZ0CGTOD94i840DwTU+0XQNTCr+v3LLFJULnQKsGIDiagK81UhiTshRC
mF90I+zzDpZ+lOxyrZFwIdOAnbwQw+milRZFIgi4zFEwKW71STAZCZmGwRuoZ8WRwxpYfkxEbSRn
xQVaWyCnoYYgS2k6P5lqtjFTP9Z8c1odvLp41ZBRRjUMRFNogr7exbroo5QMMsKFcqf66UEJKsyL
d9LHlth6b1e7fCMOtnBS2xWHd9mizD1jmMMB55rvGcNEcDUDfwhUFNmQQZ62/YelVRujDMyMgvUV
XUf1N3CmOVQNV+zLF+acv4wzgQ06HOfuEj5GzSfS1STU8Lw18UnN/U5/N/LBV8vDJD5qCkhno5+t
aqsp2LDkBylJXDUK+s6n7ZnNH2d9EzEqS93+PUmsMeNtgGoE5nDGhnJWIkyqARSxORpPkuea/hGm
74y+rViiJb36V8YNSCyVk5gAdzMG6UHTt+DW8/IgPuqYSAO6qZP+YtOd4t+XuShydjbB/gWYCM8b
JAqlEdUSlsXGH518HCtfNU73RSw5EwDh/0/E/AkXD5ShDHLTowMrCF9VZ9oS2zqO+3jNFVvyIS6l
cEZHA6kUgo9shMl7MazM1lPBn3IAXnS/FXcd2a6SgfFz+OYIAtdDQeiAnD+GPXCumFzTogSrxBiA
LGNTbTHwPbWNY/Og7S2n3Q77cW88JT8nT/ejR2V3f1OXrMOlbM46GEVpatNUoqfMH1A9QXfeXn+9
L+K28X5eH6r+M4JIBrEOJ6NAAkhSO8hoXeCtt+Yu8ck28w2n9tVnwSs8c6UkMLtf/OW/FMj5gYWY
YWRVDYHUGTGM7P5yFnfsYjWc79cpBTVSUmDHCooW9+ZRGn/GwnDECa7cKX7Y5T+KcSGK0/ixDVk4
DliH8OI1z/W520Q/wLG0G2xzN22TfeNme33X7DDJaSt/pEfjW3hkQfe04hou3m3AakCrAnpTdOtd
Xzw5xexJOcOKNbB7H3NBs6V6bUb84iuM/hoAvkyIEvnytQk8Yq3MZ2Z5ySt5UffmBoTT2+TQHrtd
P3j3D3EB+AWdvBDHPb1KqmdVVdbocvzTba0XgpuneMlGCuotfaIf8TH/8YL878qDv6g7F1I545+V
U57o1qyYoOunG8AlnaI5Z2tD4lbEfEUVF5ayEMeyr3SIGcyt0L4M0+OkHtlaZn4pzXS5h1/v/4UY
EL2jv8eoIKbZFoVr+vVOb2y7dDFtw5X23YtqTyBQfNI2GOF4GvbS3vz/20/et2FRBWq1vsF+6h/i
6MexZGftCBrbFXdi8QZ8UbiiFwaAk3nDL1aKblHRqjoyBs3kA0SKOjZba0hdtFkXIjgvtDBAwBsi
wR9glA7QqUcJW7mi87OdvTGLFyI4na+SekiZiVUUJ4oJ49802c7Lh3J4Bmruc57IRoGYXxEqz2ir
e0I5ldeNSJdygnUhex7Zys/pwH6YfrsFC55nPIi/4PDqv9LtXvmGcELAoLKVIGIBDjbf9Jl+dz47
oMyvz04l/ZhZXYsPYBgUrO87R/+t1nZHkcyx0fn+o18jKL+vLciIXUtkXTuISY19BiWEKfhJsunI
ygs3a8PtrkIVMQYTl4wf3VtEgq62GsyXiY4O/a2IXponcA3bqzX8RScet/h/krjzE8OGdmGHK5a9
0T3YcD15V2/Dbe2Ap+Q/GWU4Xwb6Y2cSY+6hCbspFvW+h0GR3UdlsKfKVj7ocXrHTFr9YOzpb713
wl+Vi0i3jNbClaV8AWhz/iedu+RRGJeqYEBT08LBEJfqj4WU3y76zGQbWUbzpfndlavFnMVA5VIq
d++TtpabAZAf4NRR2bSig6i4SrdLH0dFdMy8tU12Kq1dlL/H+k8rjm0r80K6S8ivLCrfo/I1HYcj
YcqWrTURzSd7o2MX+8GZiwbkW5Vaz6fRvquyAJ6kzWTY8q8yOUW5k/23SPVyKzhVqxJwck/SAFUL
N0rjSniVG2eHMjyeS1R67HJ7qDE2/Wzt/oth/HelfC5FCtV0mkKsNG12+VPLIrTSveutFw3nVvrd
5N8HCS6XeSKrWINl3/hCNGcresFCo1SK4xdP4YN+6hywuTv1hrqm3WBAc2vLK5Zj8Z25EDg/EhdP
GbE0MQmpOAaRWUluI4zoSgwFZcXqLnogF1I4DzyRpZzJKcWy0m0r2xJiCyvbq6uR7rw9d3SULxRq
rMqyqJ9NLZgjdvLwrRAfe0m109BWan0uy1fCo8KGlVdtVv17YjlDBZ9HFVmO5YE3KXOsY+iZW0bs
5v2+Yi49JOjJxngUFFV0NJZcnxVmRcdpTqYxqFji6KM/1PAa12hgFoWgXQXNe2C4gqRrIaMgVWXa
KYjc5b1VY3AzOcnaWnPMmhDOysUV6FS0UEaIq7xFvWmL+o6Uz/d3a0mztYuFcPYqrdUh6mTIMMOX
MP0pYNDbfQFLBvFSAHcctKXok5AgAPgqkzk9Zu/UG73ZoVFkrNCstvIgLa4HuSs0OKIIjqbF64NJ
607qpQri6p3grFFDLB7IxY9zBzLGWppVPX4826Ik+CGswQjWfp87jDkbOY4Nfl9+KOzT+DhiPJHd
nNIf0ik6E+cP/o93/3QWTencn/T/9os/HtM0KTEkRJDJK3iAAMwL98RonL7QXLMDQ1T3Cbqzkr3U
TQuIoAh21ba3WfRt5TvmreOMA9pQ5q9Aks9Cr/f1ubVhpJLUUHGh8qQwnEFT6h+mmcT7VGZ5tFFz
TcfwVioCVCblYvESxjWGeLepJI27rDWs7YA+5dwV1EbMQMtWmHtNK8cD0aw+AkysXsPxL33v3FOK
rYOtuemBMlMzFwid1bpDm3DZF8KvqmlyX44s5pShFgfGpKw1gywKna0NpkqhyYkveI7yKCZgfEdE
NbzK9IfV7ZpaRdzzu1Zf7p/HgibOfeSIAOYsPwbKXR/HgNksOc0hKRsV1VWbWN+mcls5CAysFa1f
WBS4u8CaDsJbxL78yUdKLfSqCFQtZr+ITYZ+zumAoVyh8MD04nx/WQtPEMCuAJMgVTK3MXDazqxW
DTs1BPB+EN+ReQXUyjrOLXlKdRTTyQWRxum+xIU3HS1WGAU4s04oFk+MPaBShPZ2SUQngxV5xZRZ
ronhdrseFHAd5pv4/0HcvJFIKKNtlo/t49IsK1oCPWyBMlNBkUQgqp+J5mdktGvP08LBoS9p7mVR
0MJ+w7qamAVmqtFcCtQqBHlw68Tj5GToZNfV6dyStZLT0tlJINIDYARNUejTv1bJpo4NnQDQDi6l
yUvYlnSt5SapsDEjY98Z5UejS59/v5szwQt2ErhyEIReixyMSBTDwhSD7I9SKH8K0mDcxC8MgP7z
H+TgyAA6kdALz+d6SdIamGjbS0GB8QQZ+4FGdSLZXdesPI4LtxqmA5EviIGlGQ15vR5JbrQyIwOI
Fqv4w7Bqj06aC/rTFSVcKsCjexjtteBsUBCVckdVdVmnA5AkBbJQTydNK4hbIArzpFEaN6Y1GBs2
ku7TtFIBNLlDtBs0c431cUE75xHBMxkW5kvdkCv0cjZGCWqFgQl4KskGLzdrz4yiB2LJmzj7ff8E
lyL+K3GcZZHUuFIxvkIKjFR0ahQla6Nx1fEnTCgGUvs6HiBdjZyx1L0Yg0j/3smCdPD8A+IIbKPK
BUQjk8KmBB9rUEmVbYR48qbQp5YJuPRDXfu5qP7OhXqlCXbhQuK9BtfN3HeDgTycUFNVug67D60t
4zMm6pbv5aDsBPFcabmn6PUK6nTpQDXgGkFgAYEaf/9NqYxDawBgF8RObpkCXB7Wh6TJvKKLMFBV
C1cS+EvLg+OKLt95yJDIs9jK2SSLlV7IQRQ7k4hKKOCAUfMwRGCObg8pACz3VWhxfRijgrYwELGj
Cnt9OQljvV6h5hxUU2/PxMfWQcuTbQFUdiGvkXMtPEvoyPmfMD7ZrU90NBujk4N+QO/PIDVoaEJQ
WyRJ/ESGtXmKnFP+ZT4BRUCGaq5yajwIOwVQC9HSNJ7zDKqiaKW6MyP9Lx+IGyncBpZZnCdKLo1n
7SOl/hAGVLJF5TlTfwj04/5ZfXErXbirvCy+VUtPW6UQOsjKBAyU/mYWn1P4Xf8ul4dEcSICdsRs
mx6r8UVmx0mw10B9fOHnH/lwZeADIrF+g+qLE7NRplIbz+6cKJhccFnZVotEW/rAbNX03u6vl69a
3MibT/giAVLqoM3FGzmeVT8nL9qEzlLGvNr/U/qlU/p0y37i7zbxGP4p7HLf1Tf3P+GrI+1myy+W
zLukKjh+O00ez6b4LTcfidjYFRpPgfvrwGGdBgYCBColj31G3Lb6ppMfrNrEU7mDd+uYVZDFn1Wz
0QsPQQapiV1Nz1PpZ512NIVw25nUqYWnjjQ7okt7qlJnDRi5rDTA9OF6wxEET//1JoZER542Nsaz
HDto6/Ln/7Q7xZv/N3bG1htlP9679/eNMyv/nNz8KsDDnnmNOCtdMwtUV7Iwnkc0JoBosGpSeExM
RYt3TdBSjpbrh35i7YrYZY25kCtfL3ZsIqKrmT6eO7myw8FNSuppteKo4RN4nzM186jwLtV+NDz0
1o5GhQ2IbyLbOsXgEP2jQOoy0qiThA9CGVQrX8c/1//sioE2b3SO6qBx4Dy73NQ6AI1xFC0aWPTk
d14ftdzNTVsG8XtjAzNrt/swX3PA+MT1P3IxhR5wDzTZA6p/vSu5oFItjXAaWjx4qY7Sim4Gesjs
2sQYaouhYyp3kTMWwqCtMcoRr/c57VwpQdcOgKbFpARG5JX6E6v2NV2r0i9ti6kiqQUHEV7bDTPa
oNNSDzEg4tyOx4IWNuA20NURrVvZAM5edo7QxMMOa80ZCzqKQBqFW1A04XXg20RzoylzsxOG8yS+
dVLlT7rfVY03lsVGoSs+8PwKcGYEspAZBIADZGk85sayCpNGqjmc1fGxVmN7oG+Z4OnyYTARNNnq
8/3rx/vC84nDr8ezZ6FGjyI953MPqlBqk6QMZ5b11cs4RvKmhlwPXcCO2ArpRsHyTwkO80UGqdo+
L8tqZcmcJ/PPJ8ygLkyeAuW6yhnvWs1zuU2s4fxsghmjBzGKWPmVgMnwrZOn/v0F820oX9JAJ23N
wS7Invnscj5ZvVAWOj1nOiuPk6oJz7lBgChuskh3qEKq/dhD45W6ZS4GvgAcyea/cNMTNskHYTKb
T0FXmMPCvthndVV7vZGaTk+aPugT8zWTY8U1ZKY7k5Hp2yGsS6exYMzQWk02Smv+aKWuRktBLHkC
zZONyohq92BG9ZCB1hq76xXYG5CFTCsZ/CVFhs0D2TvavEBbwF3vMRabKCkyeh7y8l2TyUkVfhr0
NDRHjE6/v898ifaffYaziD9gcLlRrNwkFEy/FT2r4cZSd2kV7iwJc2Xi2gZEDj3EblcU7wzjZgpD
sBnm+K58AOdD/t8PwHxWgMsMEA5xFr4e+ghEqA09N6oXjub/4ew7lltXlmW/CBHwZtqwdCIlETJr
gpBb8B4N9/UvoRf3bBLEJe4+E2nGQrvq6qqsTJuCdJXHrVzkhjBRd42bLNymTEBk8YulzzkFY1gJ
PN3wlkX+ShJpaYuj8RdMaHiKoPlgdrVK2Si1olR0Z8b7U9KvQTvGBXrpQN3wkK+hbpY8CNg71EnI
CAwON5VqRUq7IKPdmW+iz1EBJbEiIwYLj/IXFGT1xNcpf1yZ62ku517r0uZsrv2q54ucb7uz4DFf
gmpHnp0XuEL9bY4cEjMOxkB7K+TQ2AWoMd+s9SQsxS4YMKYY+xqUVvOCx1g0DU24Bg2S4k6MNiXF
4+QQ0yN74Boz7PW8yElV7ADNBSWakR0gZnJ/ChZX+OIDZkeromkpDtNuA3GxKaGzrZfQ4H0SS8+m
YfygZOJKjD9tmdsp/2fE0wddhLy4wuUokrHM0cA99BxyrdOLjMorpcXFO/dyZmfPFgYc2jmKmd15
YGqHi0u05eHilTfhRF6sCDqH9KTaBlYE4IW04qyXncg/szpPvno9r3SDiEE2iXWQZRRR0YKrvpmj
+1w7K0HX8goCu4yrfpJbnO1hxoO+Z1vDlpK+l6zTxM+ZQpjhSfBetBVTy5MK2ArEP2HthhAiDPwe
5BZVd+6yny48yIGie4JeZAZkHpMaqpzW37z5e3+HLk/mpESBZkW0r4mzAbZ5k7FNi0NKcXepQKpZ
Ep5LBTjtdEYjreSotNnQxgl+7hv+bV692aoXhmcxRlFqapJLHQ7nuOGCp9Dr3ZGFKGcBHwg/GMiF
3kD+kQ1fclCkJNmm68CwrDoagruuifQxLDaReA7KU8k+8x4FL6gNHaTe6wnlWxKLjtquvCgXL4+L
T57FJHXZNT1FT+5Zbo1koyLl4XdOw6yVA5emRpsePyDCwaoAknN9ioO+y+ko1P050g6SFZgQWRTq
gqQvnmTLPkkCI/Fx2tLH5LN2terMoAdSGD2Sa96JZw54wcv5AVwd2+pBpqd+tDvB6fG+v7+CC0dD
Q6UFHM7ImeI1MvtKNHwGXMFMs2Gn47b3HiVhU4aJMYjHEmQB/40xAQKkyDhD/Grm2Lxw7GMmlXAO
IW6ZOb7QEY4lcvzFph3J2jXE48JKY2z/mJv5N5nLuDSnYnfWSLX3bEtZa9ZYnrz/GJjnsqJekoqx
ZLtzkUAmjJXNIfvwt74tjWhj7tZAsNPGnJ21y+H8ep6La6Fkik6sBwxnJ4FG4f7KzAG2U0h19eMz
DyIWQhNnLX6cj549tjZ5pUa+RdxkfmlUYmPUzZFpiNJswGqgez3LkVJMiVIdK6/a8mFziIfVdqbp
KXw7YGg8yBrA9iBIvj5BUtbyPtRpsTfZ/KQpEKIKhiQDuWLDK7raDfF7y0k/CO6VrRTVFdBeNFsT
1VuIq/FWw/FAUQHVVnV2PlogqrRAwJYtyseAf4K4uBfosu/rIr9ZWYJpim+Ge2FqFmdEZZ9rlSDj
dJTKscyc5q1sqTGENRrft+EXZE2jg9eDK2aNemRxY/3KRE2hBa6u63kWYs+rKo6BYZqrhNE6kWh9
tKY6uxTITc9e0AP8fzOzSLnu0aA7qF53hiiTGoJgqt7lel9UhL771K7oke7UkSTAAw/UqLIPbmWC
f2m0byf4nw+YrWVTcKALlwIkgze91Z5pTEISm9Su9eZ0lCzB+sOQ0ThELBmMhzZxwPRnNzpeEbmz
UptdPm6iiAQ/intAC822tu8NKR2UGAm55KFv9KSWCAvi9MpIqrcoshH/kVp8Kt+auiHCqHvjg0af
Gp167/c33S+p082cXHzILEkHifZ8TMMcaaEj9KDfMP/cE7rOG+UwctByQf8eVuRJATk23q18tx/j
J66ymlGvY2qgKokyXnwMOF/PMvf+py1EwUDRIFGFXkIkmudAgBohsKaGYX8W2vwt1MrvodkF6cd9
I4vHG2RXyE/ilAO8db31VaEZJC7COmQ9xyCrC3kcjw0NucrM3Gv2WtSvONrFszaR1/LoKQMxzOys
ZVDU6kCV0Z/LLou2Qj3GH0MQZSsVpMW5u7AyO2q9JniJwpWYu5iKe69Ds1whoAyaSyAcvj+Dv1LH
NzsIpRUEO1MZcN5uolI2q0J0YE3xVGs11rDlbd5mbc9lrMAu3rBbrP7LiDbstgYf8TG3/f1rvBks
7Q+1/E2BvmXO7qzsb/AhKXpNN/jbms+hlehrAcFScK7hof6fb50ttyACUyIX8AARuOfygfQcsgLe
AUoJMc8TtXQ8/6k5/DeZuCuzM8/ulZEQyg22MlMcQvZP7j2jXKlmRykhbXoqOHiZ+4uyuP4X45wF
WnmscnGgJv1ZacNhm/eQGs5pW21kNZRWYrrfI3K7/khhQSQQlfU5B33FZ03qh1V/zs1u21i8nZ04
g/mSn6fVzf7me9nK7Nq5P8DFcwuG0f8xOhtgy/TAXwoZ/CfTebvIE0K9qHJxX9UByMJzwScQM1pD
WC89s7CO/1idBZRpntXQg8ZQ+S43e0cC5Q7THyuny60qO0iJyXvI6ppMuuY1ltfzP4bnLIMcRaTp
CfDSrNQcebwbUGBSmW7FGf4vx+MfM/PLAL1iCW0KFLo0pPlPsabqLbsNPcIr3/57i25yhXtm1mLP
pdIE0v7gpIW7ZwXw6F074dTjY476MBuyjp9quoKcaRPafBkacMYbCeCexrMoiyAh8w0FRDgid6qz
d63+KJUN8+Ezfyc4XM7osrj2ZFmOWi4+bnZ2uYpps1jAUUo904/smj420VkVwaq+SU2Fgs/Uyg0p
3kWAyTYdGbR/n9i9mpzZTmdCLesaBktfoIUiNNN8HytmU1S6strUN83zzUnGSwDid4jQkL24XgdG
yNpWrHBreOIbPzgyfZdBkBfY94/u/7Lc/5iZXYGe7GcjK04PY8YSxVcNpRBRfW7SYy2xJoiWJIQ8
PAl71Uiw1yRsCFX0SY74I1UcNj/2aDtKwh0XtzofrvGsrM3B7OYMAeNU+bbpzy0yFGIcAFFpSUz+
iK6k/8pxXkz3bNv3Xq60HEtxK8S5FYX7WHsoy+i90E4aGGX8Yjey78IIRYlt1DgepUbE1FtG3Zca
s/IpS4OehAKAy+DQ6z5XfQhVMDFJ+QD3opT9hxi2kx2xN/pC5vZtmkprszxt2vlOuzQ422l1o4lR
UAJE4D/UMthLGhAc6jS0wnyb8mvlgqW7AqVFVuYgd4cGrJnXVodG4Pvcwwn+8CHMGmxYSBnTUrG7
z/s7e8kQauxI9oAxDHq/swX1GKlT0R0+nEGuZIzAxzYMdYuqc8Y8PKrimrdeeh6jxVdA0mZiPJ6T
mw4x3udei9LomCt2TN2uTwHzbHWVbgVth96ArRD+1bLavD/Kpbvo0uxsOn2uEWIpUIZzyD8q9TYs
3+K1zrKl7XFhYl4jH6V+yDNGHs5t/da1x6rqDS6wwkQkanyu4rXbdWndkDUF3AqbBHWV2ZlnQq+E
9CcznJsAaZyJ4F155CnIDKkToFJ4f/pujQGzLSBW5hAs84BcXjtZKKz0URCwwLMAsFJZLf8h/EHf
ixKv3Bu3Z/razvyIqXGUhD7sMBpg9X9G5a3I9bVmlNvXzLWRmStv2kRKhgjIGCAdSp0HvnnL5ANr
3Z+yhYc7zExKBKj+IJs6T29rMTewLQiCzlLP6b36iein5wlYvkYGKu+EGdtN/saH38zwkko7ZfgG
os0oIIssATVQipETNF9B+CMC2jCAwLUAt+CGh0A8bpoOmiDl2rTc7t/r753Nfd6FoaR0QJ2l+WkY
HxunNtqpu8mQ/ZUazpql2QKkAKrUXQlLlbIJ1E0slSZ4U8FXrbMRC7TGCvByAVuDkeGCQDoMYpfC
nCEMg2KCuNcwsjg5CG3g1IVZtc+90JOyo88Za2eq1dUsaPJGAlBJJLK67yPR4tkNC14Ancs+ouwj
QOY3lTZ8sFKtvPVNQGcDDQZytomrZV4Y7lqI7vQ1P6AOwnmmWpUDiQsGyYs4+lnZkwvna7pSFCDh
AJxm57eKkHNqDZgPfxYrXNG9zvWWD7Kc4VmTwChsFuWxlQNoxj5XvqRnIThIHwvmsQHMKPwbSbso
iL5S9VvhH8XsXaZvsqAz1Lfytc7jlc+cA8l9roAL80T+3Ioxb3EyuECVMtwi4RqfgqEJV7zbnKAV
4QzuPwBcQHWKEhhyW9furcKtlMYAZp93OUE6rSRHWf/8/BT1z9P+9fX1/f394eFj6yLFRv52JNG/
//WywD7yOIDpY5PedGEVgSx3GjdK52APnAWR7d6SrFpPD74NGpOdYHuW8JTaoyNvODM/yiZrKyAS
3kYude5/ygL+BtpgaDCZwgG8a+ad7KHmq3KiJfJZAjCBWE1per6JJrT32lmDKC7aAl8LnsM8D+HH
OR0HF0RKWFFFPrPb4F2zJrqd4iEzZWeVJWq63q9Dt6mACh0yhYP4wU1abmAhwThQTT7n5IimOtLp
b0ef/Ijofz3t37cB6cjL/Yn8xa7cmBQwgTjQiN/m8ogKVbqi4HP5bOwO1el8tP5YByPRBx0d35/W
5hgij3u2CNzKU31yHEd3tqZpE7Sy6sbjbuVeXXgQYgIuvmYW/4CmM2PYvJDPCgnNvDVqF0C+8Bw5
ul7uQXyGbNJ2Ddq0ZnTef4UdzWl9jynAg/NF/zN8lokpvAr78SHzSfvSgNL62X9emffpmroz73MA
JxtGeIIHJebdOBh/DkfreMwM6xjoDPlTks9p0q1UVwWQklUPBub9OSL6B3p4j86jdKLEWdkIc3KK
X+cCXBf6K6eQF3IwM+eSJbI/9LV89g706WBV+yS09q+8pZn22Bk69/MIfOffYauswRMXN/2F4cnL
XpTeAjDacQwPwyNn8Hp+0J6r1i5jvP+tRni7P+0LWSZsMDB1QxgGTU7gYbo21mu0zEO2wQlLybhv
NbcD3bx86v2D96qEevQU7OJhZWpvo1JAgydFsSn8vSWpVvqI6ULQZ58LrKhkuoW9xqWztIWvTEyh
zMUcZqHWZ53nKWfWFrcA3JoRCHwYvSWvr6imOaKzCsW4jQauBzU7qQAiUCHxGeXcG63R6b7DPFS7
2OWeeANE6CfqZIc1NavfqsTszEAKBMBLCI4hBBFnW1TmyoH3kxqj1AG82AW6Bjadz8AIDEZPQG6V
WrmVkafSLrelXR+AhrCmOUhtn7DWU2KETmT05CTZFYnM6DEgoFIg09dDFIsUNrigCaO/Ar6og6dv
kxyYDQTALE8PNqXZkWfGUvX723FxZ1wMaLYb5bQC3aJSKWejsPxHNz8mKwZ+CwSzKQMiXdUQTU6H
+7fj4GJjKCjTN2mrKOfGEHVh552Yp8KKLMyYOTrxn8AYHX9b29xrbYFeYwfC9l1AGrsBoYl08p54
zANrU8d76Nbv1QUXiFoNXi/AVgJo+FvHu/i2SG3DTE1C9SyQwaTmH8gWWOOeN4l/Bhe+93p/rhdS
Y8BGXJibnRGYS5Mxi9QzdA32NaD5lmIiD0Q08yM3QguckyZi6lV613kv9uRYr+zOTorv1YFYCRim
bKvbZpM/hKQnLanM13LT2u2DZ94f6II//UVbaxzeEkhgzMqfYxWqdZT06tmzI0Nwmh0W1mKdciUE
WzMzC0YFtQTzmQ8zCAMdqEY8anYEKhzl/f5oFqq56tVwZm/6ZNKIKrtOPb9lIHsLrPgRiNgn/yDv
R5saoOPFFYmk5ju3Znj64fnR+VXdFibiXCzjtU+VEcrn0ChVz6Be2cof8jYxKlM0FHt4jr+k0/1h
TptvbgwcbMheiMD8gsjo2hgbeSXXtYF2FkozFAk8FIpoIBseO3Lf0FI0i+zzP5Zm8+k3QpCPfqSd
tcDsdAmkrnRfC0ZMn2Wz43R+JaSbXNjtwKbePkHFvTunhK/RutKMaaads330LD/zxvhfzdx/DMyr
/U0+cIM3GZAPjANk+BNogyxxZbMvzxoeGpOuErRY5+l7gFI0pZVL7Swe2I9yy39Xf6OnzOSf1jhp
Fi0hSgBgSEGvJZJY1zuBpp5IlabTzlVOyqfoS2kIsuSQrQnI+KGsTN6ic7q0NstxNLHchpJHNaTn
JrgYmmTyR/+RO1Q75YGN9eqPEBE+JWsv/IWLbwqF/jPI2U0eUUb1eA5mtWNzjJ7Fb+6HrpFeLzmo
Sxuzy1XLC4UL41ZDQBu0pPtAR9ix+ptbzZpw7tIWl1DUmV6jaDyaww640FMFNs28sxHXJDl17oY/
DYYu6fWeM7fhMXHvH+GFRBH0NAEqm2gVVCRJZrOXsG3GqA0MsluFlDY0ixxpR3F/BqgKB2YAXaUU
GABBT4+FTnfdJ2Pd/4I5TevvnXb5BbO5hRSl3w8FvqAy0ND1SBQzsITP2pY3rw+8kRrae+JGdvmv
fQlwEFPxDJgStL2Js5ttUKuUGxXJOyvsaHn8pqy47fgXhB0rw7tdUODRhGluVVC0omZzfQQruaxr
WtTMmdWKLeLQr3L0FSfN0I5ZgKxjJa0z/dqVhxSRXOCQxcALAUzI8+axQYjlkC1i/pwwcMJxV2VG
7kmVyQtUWAkHf1mSZrYgUjRVh0AkPiFor0fGB4DHDKMgnZnxgSu3bLFTo02hEQWdaB7z6nnfYeho
0YEFzMR/HvuTlBOJdxGl6Ypg99+s/0EdxXsuEn10OVSw8f+n+shzR1Ofu0pn0fPkg/c4JBRyYL5B
awPy0R7Uj6raBLqfvsYJaVowBSEwT1EDc/t4J/grCJ2byxTFBlyhiCsFqMvc3DkirZo0m16UWaB6
ZlkPrVEqSCNGBWXMJIxKJ+AL3ywpNMvuH4wly6oItj4wZ6Apeo74BdGPIHlMJZ9lcEnZfB970KDi
i03dY5JDSUttpY6zR0kb1gr9S0s7dSghMYvkMYots3ujY6rSj5AVA/wGOAmOMJ5H2HgrZa7AkeKQ
BhbNt36sy9Fh9LeResy0WC+5A9vpLOdAxnkMiPSpDZDzs+qK+PKJo0BjFn9434lVU2hDUltM/pL8
DctD2njo4bRp8u6nYPUhNNbVHf+WbSXxkVVB5AGW/86q1L2wyjx1G8f/7mBuypRP3Vjz1jtZDCWE
FEjHRSx/wvsJSjNDIhi0LHynqJvBqNqEN2LovW1KqX5sEpk14qF89uWUGjznqbqkeQZ4pv+m0whF
P8/1RkiVkPCgAyEliKlJmyn95v7WuAWATFg7UJfhOTBJrM/jSSHgO3n01cQVajXZaDyXPvCMvAmS
pCQhAOxt7xm54PUW5CAEGzn4wpLSqP7X8R86qiWISeExOGWS586tzQGUj6rROxcRFPgaLn+McGTF
qiM5GgtKrGQsN6dAeQnXxNxvky8wreLlDhlMCO+Cyeba+4ieLEBFi/XdNLe9ThecjrNa1u4aI3S7
Zgs4puT9iKtdVjfvzMksxsxBQBJ4cnk6tBfvTLAbC2xcZ74bUU01WQblos5jPXPI28CuQw7aeG1d
O2PgiVse9NUW+koIjcbCUIUAXXhd2ayFk5OfvfbDYBHlQbABZUUR2fTZYRXbJgvlqPbdKhaRaQOr
j8zGko52U8mqhBwy94AUGnFTqrbms6MeRdB0asIo2qgD6Cfv78zbJAH4PDTsyYnuE7HtPPXnR6Bo
pYD/uNwzCPLT+DD8ZWsSjzoaSiO8s0Sj68wsNAXvyIlm7VuA5uRiSdj0mORf/J5H/3cBMUgT6tog
c2a/h9aWom0umeAukQRD014U1xd1hVmbxyk8nc8jkpXozcE9PbHGXy9tKkmtn6cddtSLBx0kH+9d
YZ8+UlDGixqpm7e8+xl20Win8proyG+G9sY2Xp+oUOEv4LTXtgeh41t/LHyXVx/gPDzDfxoYQONI
UGypqvOtE4unRrJYSJsb1UfyyD51LyI4cgwp2nEgtxR5Ipykc6oanWe0jKnJ+hos+zZQm5b24iNn
gZpIS0kJIIro9vArR6a2e8EUlK1/kFA3bI6cKe7S1/FN8B3lkYHXBy29zkory/TLDDSbKjAj4BRO
INYJv3E9VQI6Qzsqqb5bQ+AwfxzKl6yE9pwNEXDZ+2mYfVvYJX3PRgibivtg+KpYQ+ZsBbigHgzr
mY0cQ2t20b7Ec4QtzKQ1REgRDGhNeEgSM/IghqeLlcnEDtXAJGdKj8I3KqTes/bURJsKVBINkrvM
jyg/BqAgoNyBbsfmXdEIFPD8cBM+xwMlbLZtpDUMp7ywR68GP3vai0zaimko+q58qGVou6FRuX8K
/YPW6vE2jF5L8E87afyKliZc2mjOf89OUe5AMmwM9n5jydIr3xvDt+xvoEcqAhmeb5XBoPDYWn2U
vYQI1RO8Dcl6F23ow9Q9oofdSZEtQSTKH0/cKK2bxJsyOwJlGMDdDXtZscTxkBW7BLjSkLTMxlf1
AoXj/CWrjEIxwXJc2aHyWLyhSeW+v1m4wVFokgHQR4iG3Io0vQ4vHPKg1I3PMrLvNrEllzqw8aW/
iYjWGgBrJYQPbbXRh0PeoF3NnMQ79Qz9XFtZ1eXhINYrn7N0LV19zux+SDIt90Hs7LvDIRXR9mvV
sdGhiB6wJA9emkEXRVNkY0Pl1+g0bp6oCFMvJ2LmvmjC92MqMr4L+dY0TXRaFbpWK0SCPF9Gqiwl
6DhfG+7ifkRKEhEysArKPGGC9m5BrCo/cBv2gcHNE439IYC4Z10AT5GRXijMuB4IhPy2HILmVsVx
DIaNpq5JW96imzF88B5OaYApvzZvuU4j8D2LVAjcXJ0EY1HFeJAo30OTT+H0bqizfa0k6hmiaSe/
YZtdpvk9pCKHnsgBx7/lMtX0gU1igy+5/LtgvDWo9+IXSsj4sHgNQqNGmW0N9CMpYVoHoUs9wanC
yNCUSgeUvVbsorYC2po1s8mi1gjyp4h5Saq9VlmxArjy5/0zc1vhQbFbABnY1E0xaU/MHLlciAKI
E/PYle0YkCbuFTKRBzirGJKU3oaXHGQM3yH2u4nc+5ZvAUKTZQ3GccMCwijNYpUWWAy+1oLElcuH
TLMqH5w8Th6fFM8VQFevHNKaQINbYB8a2azV2sg89q3gzz0YAwIoUyKeAdD0rWOBrE48XS3CLUxl
hGl0QfoOVHDFBCsPwJv00uyTpyNw4WA4MREZxF2xy8up4PZwQ1bU1TVQPAlvplWU6WKfB5v7E3WT
NYBREecJ1xzg8Qhyr40yGTC+IVslLhhV0329Rm4zbbXZHXr187NrJOS7Cjh1/Dw3PCjDS/etCNvi
oVX1tcT+b03o2hKyEOjXARgJHew31J2glPRyIYgTd0jGrR8dxGHLVcrBo/vSLaHj3eXvxeC0OmIL
gxG98/1pvE2AIr0DhAu4XKQptz9nvk95RqRe4AVuxU00WFEH7kR0fFptcsiqiKSVza71rtzul2uT
s8OVQE7a41otcMeg0GOekkTg0ID1Po7SD4Mk0/0R3iZ8AHlXFNS8QBakgmjzeqP0ad6jOq2ErhB0
iRHQsSYsBLiZDmx79y3dFvUxl/CtQPZBKhupwlmMmpe133NKFLl5thvkR78dQfuDXjP+Bxkd6aNt
zSQzSwsSgN1eVo9aY40H8PMQWhNQ8sVrFdyFcBQ5UshWTe6eU0D7dz10pSmiiGeSyG2YQzfRS0D0
hXmSHj2LgZBxtkmPKkqSA6lPgqvJpwr6wwXSfD1RspWpua0rYWpAhIvUrKRhMebP8YLt0yoHV5Zb
id9FcW6rx5o5CamkD4Hph0T20NQfuVJvCKgVi1tPQ3QWOzzlCZ+b95dpaftNDgP4S9R+cNlcz0qc
l33HsR1gUoKAcEijmQ3Jsga43Hx0IqVMDAQJa++XJaMgZwKnD9YCN8vMqBTXAQcJ79hNAlV1xLZm
Nx1955p2BxTSiCdepK28MxcyIL/8CVh5VmUnrojrcQ6lF9begFkdxS9x2AwKJLBSvDfEmqTPkLYn
NVSHqKmuwYKXDpwE3h604LNTdmwWZvEdLSI8wiNXkdvxwIHhJE7R69JU44rvug2tkDAGARWHBAtI
/ObNNgLt2EFRgxgJjgAkhSGc18ols+Scr0xMy3pxtXnwzejyj2I3qDnCqTGhI+L2bwHQhRc2ex8E
4qO9Nd5HPelX8LBLO+ZydLNgSPYFDeFQGbtqISmgZukZPUo4QJIKBc9dJVdBO5Wm9r8/G2A+nXqX
QPeK6+B6vCN0jEZWq2O3GaBem5w9qGEEgq9Hk7B0vMbWOVf5RDIfK4gWHRR+gRPCTX5tzsvbOBhz
jBHtqpyVdypPmqwvtyM3PjFhxYBnS4kNH7Gqw9ECyLAIrbpiQEOjYSpQIahjZsbA2Fu0lr+VaBBA
bcWEu3TkV1vapwt/dk2jRIikDcejvQsMPtef2oAYo0hHDsuR7qiEtCta9YgqPNRQihm3aE1lazte
4+tZ3H+YIoHlNSQPkU67tsrm0iCIgxS7Wlob/gDBsPKZGfU0OyPXLVQWxQu9V3c1a6Dnl/XXoqDp
qM4HjR66qTb6S0Q8JdYutn/Denwx8kXisnkbHphcRQu1miSnSAzc2AvZYzbmoy1B0Fkfiu79X+9F
5C9QdwNCU0KANBu7JPhx0RdN4oKaCN22O0EyutIUIVC9xop72zqOLXhpauYqwayqebFQJy5/QM/l
5k1JrMYzX+lbqINAwEwsNGFui1hXoIaQHqEBNDj+UV6tRt/GtED8QjIdNyUL9oTf43Ix3a2XCmMc
JqmL9HRt5DwHxrGYJMq/vwCvzMwcdKnmSRp1ceqmY4Qu5S24pgJ+B/aYfi3XufCOuhrRnBqJL/2A
pSpMCc+8DVEl5VV9l3yiGoyiNyZSYKHVdwS1r+f7e+e2aIsV5RH1oJEbCrT8b1LkYioDgYnaKixS
F3AzEwn3j8GtD5H1E0GJy4qgE1dB6aY+yTsfuY8d7o+14Gvhcrr6gNnRkQY5BIYwS92KzTQyyFpi
+vGQWffHuZBNuR7nLK7wxRzI/SJP3cKQvRPtDFDH8aaagQvTYninPvPVVs6cFasLd9PV4GbOUFbr
ShI1DE45fldfKUFtKjbEt15HJnhT6cJWN4fPx/tGb19k00gh6gtqOjz4frEVFyvK+lCFiPomdZkY
L0pQo37i0shsj7axHrYhY9OO73Uxy9cApbeNANhLODATXzZwkHicX3tBVHB8FIpo4iZg5ztCMgla
NVHii1T3CwbSGb5UjurzlHt78dkYajx9klfSvsjzJtfDIU5fAj9qv2NGq9vvHruAHsOwYD5xBCXf
EVrKgJxDUyuooEolOGUrTiwqg41kZTz40ghGkbCqCwgnR532xQiImq0+zsUcyUVNMiF9G3wKfeiH
Bu2jKj60ddJnep7JuBtEqck64/5CLB7qiQ4M9zWuQpSXrueDz1tJKosycZFTaJgWEieE80GU4D0q
UAnaSyhdq3ocgheq09Hpix7X+x/AL1xLwuUHzB7noshmUQICFHeIHCqxAJPSUCZpvK2h8yfoMbhn
v8BT2VsqgKYoklhBTaQdQ8G13PytmLfgBbOcNE+NjxkPiZY+l/IBdZf/4jMBegZRqoSQ/4YjqkML
7FBEYwIesZ/wg3WiPROIoOetrJAakPiWK9KqBM8lvfSpXklvjPeQApPd6lqV6D3C9HjjeSYKljGv
V/Gm7TcVpNAzUiqEjc4rX7t0pkUU0oH2BW4Tb7TrVaVIlTNjzyVuPjilvKNlTOLAQqZQQFdzJPzQ
LjQbZPnbiCNt/DZkJPa2Id/j44iMUma5UYUX6LbIkL5VX4foaQDQITWqkiHdWvl9yRfgNYUnPV72
0yPu+luZoAq7IdISF/X91vCpXBhlOnhEw5SbKKzKJEnS3KkqZo0na5qFWUQ0YQaBWJlacyCNcG05
qXKvjGURsySzvlP3Qg3IwTA+SGlZrFzTS9HApByJyrECXYs5UgXaB75UjSFcu8CJYLamgxlp+QsK
Pls2LtcKJ4s3CcJbHtg+JINAU3M9MgaRZkjB6OKyKRqeOM2KKGlAkNWc5cFCZSB8jUdjCNYusMlZ
zCf00uzsnvTUIPSikqZuKRO5PCnSgbI7FVIoeG/sit4eqpUnzmJoABpf5JgRzwMOPlvCXiprLgjG
1B1aZCOAMSJe/ckDtl4Tyr+iLKKeAsRFkckMRgtZPIvFnQp4vwZW6/EvN2w9ceWTlvwZkDMgvIXK
8aR4eT31bMkxIWUYREmB1m7BSAsQSSM980wtHQRWC3ZcXvo6y6ShTkH8vPLQXEoUCHBRGp5gKJKD
NevafKx4AdjN48xl6hKq42/KgDqf6DDKVhDsrG/sxH+s1NoMmzVHPg3sZvGRhxFF4BORhZzdrCKX
Ak/UwnInkb58rNnM0EbABSIzblO9YnO9ll/bZo+ufuKnliTXcI14FRYmGu4h2KjDQyUaGMYe+vBF
TQzW08HHd98xLhxDEdtlytvgHYZUw/XsMEMjRVzKZW7jJTojbPy6BTvGQVvTeLsFh4rAMuHtrU2J
ShlwkWtDZUlltYiFzE321TOzSUmt+8CuPz1xT18V4ddYHZeyg1f2ZruuG7O2qQLYy8khsMS/U/vG
08/4cIr3MnktiKC7dfR/uL0XTvyV3dlFk2VcrY4Rn7nt1/8j7byW5MaSLftFMIMWrwidiJQkkyy+
wCiS0Frj62ch687tDAQmYOzph+oyy7JwHOXHj/v2vXkRRKqT+j9S46BlOeQZwUEtTdvV7mHrEvtP
leC4fE6+jaNdTxNR42T5LotXMKUL5+/ii6Yt8CG0FEZVd3mApl8ol0/9Avm2FRN2fW9L/lvVr9KG
LNoDtCbCVEl755xnaECezahy7A09jZRH0q72KTv4n3rWHIz9RrQ3+f3UL7Nri83m2Nnb34njVvbr
7Z39jpmYHb8pNvnf75gdv6Sl+di32AEOhCS2hYAXXa4Qu7Lv3pp/DtX2nAJuze27L5+6n8/Pa4nY
paTwhf3ZNV4hdVNIxTTvNsBW2AjLM++XLDz0d5nL8H2eh8H22ft5e9xLNY+PduccRMHQwDcRMO5m
M2g27fY8tzexi9DFYaucbhtbCKsubM2vVbULYtNnjKbhtPDBhvWTO7z23tsqRGYpWXRhanaVJmak
ZoPCsJTHhEYbcjL0CLdO1fHItUv1IfzeAVa8d9dy28ue6z/7aF5i0TyPoMLnRA/SMSvsJtuI9+Kr
ON5Fb2B0xmgrQMCS7YpPsv799uwuOucPlmc+jO3TdfHI7IrKsy4Bqgv3fb+RV4PjRZ81JbWhewVC
MefVQH9TUHUPdKcmICS6bbR9ItH2ABf+SchK25iqPNG+/CF/FbVmI5p7K3wgU5lQLrTKFWaApfua
df7Px8zcVdpIsd9LrHOY37f+ruddI2zQX6AhPgbB4yRbYS1DtryL/2NydglOz19oZphnRTtL4b6G
IVX9BsJYWiUVmYUEiBvR+a3Sloxz5G05J8jw9Vim6b6QnTQ3oj3Srdne8+txe3vfLFsx4EFVqY1c
iasBUHTJLJcyh6PuD3Kg/9HTYC2ZPn8o/zsWGgInCzSyv/Mqf7hX+igcm1ptUKMqzRYa6Tocn1Kx
HJ7UKq92SNMiqJ1oOy83S6SQKSMIWdzZYR+OO78HK+J7BVVncdRtFPTWqGLmaIv/+TpKUSaM/7TN
zby/GfRjWcid7BAM26Uh0wNlHSIdHRkJiu/YcbXkRxM0TlWS7T6kPDq98bVMDiTps8xYuYJnG+z9
Y6C7oP5MBGoB3Z1dwYIYJoKGDlpGh1T1w0rAsANbHQY4lVdMLa09Pdd0ZyocIgq1l6Z8b9SqTBYk
pxK0BtRgIW/iqM9XTulcwuN9RBSBeV9MgqxkIi/NxGmZJ6g7sMWSWD5mo6weAbi0R4hf0m1gpuLL
iFrrNjO9r7wplTvN7wDnKs1JdaPPuqo3p8bs+n1J3W4n1QVKLvLobcquneCfSWuHJRGBlZbC1qxj
eT90LmIVLmg808yEraWMiHpouQY7dUF1vRNeNSVKTn4roZQ0iN+qplf3UZP4K6/WafY+xBTvw0bk
QOIlAyMQOpOXwy6MDFrQUZWdwg39Y2OKrqPmefRL9at/uqQ1j7pUmts+LpU/t4/0omHgl8CO6Qhg
H10a9iNLyWrPIpEt6PsShuXUT/d5VT4akPQqHtyRsbSSZV7aSdSwwHVNTYRXbWo82sreV2PF8YEF
2F5w11eDv7k9rLm3f59QxCLoTnvXCH1/zn5wIoWm5lSVFVTm0sNQ7WlAeq3+4ZUEl2H3W/+5Kv48
DyOuDM7eIXUtSo3sYhCaIl5dO+mnQBHih/6JlJ7yw3vyuP/gdt+vjHP62fnGsYD3SkDGGe48Y6/m
kSGVrSE7nfvUwij/GNF02qp7sbGlB+1gvTZPZb1yDcwjl3/HOuk0AYukzDQvy1ep2vdk8DikDdnc
8T4Mtlm308SvZrjr70IY7AmKX0NRsOPwj75a/5yFL/+a5/ZB4EfVyBDOXt5QuaGQ2LmyIwgmqOlQ
Lb+il2WMG9X0klOS5eBwRIhuRlOqfpWeUOwLz8juMrSXthqlwFSQPFuXanCbQVqeq7Jf2eGTk7pa
FLrfQF3D74wfuzxUgSWQCBNCxZFyc3zJkqrZyUqtHTKliw+3N8DS+SWy+h9TsEZcmoqGIbXgOFCc
UdnpAb0wKl0brt3E2Ymg4AzJ1W1784TXv5P/weAsMu+iQS/liLE1an43FO39kIj7TigeJFnbh+g0
57IjKfEe9raN3xUbeLxvf8HiiKcyOzhtlQLr7KCZkkYiXQkU5K9NekOK6lsuilvZGL/nelTb4egd
0uBvuRqnYZO6Z9zwo6MYfUXrILq94IXo8QbKXYTikKvBWTHID9b4u/7qPRe1slX6e8/IHcrC25EP
KYzuMLQe8cvaEixsL847lzAxCHTLV/V/z3JTf0T92EiSfaB9dnnvF4EOOWjcPgwNHbK5SNvcowf7
T/Kip+6TZ34XXW/l6lgIPog6IQFiDUiAz1PfvuFVsaJ2kuNmD6w07od2FfQrBO8tsoK1QS8c+inL
SksO0hGWNoetpH1XdDn9uI6J5KoG2VaSDgcyP187XbPl7qS4+Tao410MMo5o3jC8bZp4z31ZPQUp
RdNhTThj6YoxZBiXaFOcgELzOLUddD/JBLpHSrF4HeUvvurabpx8stpkpw2xXfagkUEDn2rlq5yu
MWguzb4y9dpMMT8YB/Xy4DcRio4WDXxOKwj7BPRjFe3SLraH7lWyXm4fuSkImPkzWCb/ry0gSpe2
lDLzzbrEllTdDa91anfU97/qZ72+C9ZkxJcuFwDXRNaTYtzUIXlpLGTpzZhWU0dVWltqIXmSPdv/
/RyWn0EV2Z0OrQJ496Em8dHuCvd5UNcYSaa5m4+XOgWCKOBLERmeuRhLb8JIbSwOmGfWWwFhwo1l
xN7K3f3eQHVlBsCyZNFcRZgy892y2gei6QU82lr3IHk/4cr4rADM1Ut45BQf2u7Saem6qaOTWND7
2jtFM+7zPP/jD9LBwgPFXbAJvN+IkW4A6Z/geju0hXgKvbWq3LXTJZdLn/Gk8qxO1EuXixIjD2Ka
UYUCctl0vLp2hfclqHeVcqJzKPCMt9sbbsEcsSj9cHTEmUAxZ3tA0UNBKnseWbnXUhwdrMIuQY+j
Rxy0prapy4ELvFvrPF6I4fCmtEkBnyE7QsXqcpSS5ae4Okl2Ys/apfrPxM03ibW1tPC+ae504zUc
f8XFb9XbkYJP7KheUw7/f3wB/IUTxSJNUbN5NtGZFjphkB3k7ammjNkpzN1zI7p/BvNnIv3xhfCT
12knQ6je3ABFxTilJ7NdCSquz/s0D1AlKjSDwhow8y29H6eeqjIP+pdEo20e+P6Q7JtQ3jSWdiyi
Z+Cntxd8wZlempy5mLSE3rlNeABpAkTHQaQUe2MclReE7jrAlpRE1VBNf1dqk+zLWIk3dRIgVdLk
4vH2l0yGLg/l5YdM99CHh0MWmjp0R4zdEqCn7mOUqQZrjPdq2YrPt00tOABsgQYAF8fxZ8Uvbel0
trQZ4Han9NV9qJIOo3H4NbS2aatthOoxsFBjsmHv3+VTF1r2EJMXfK11GtIeE+r0/S+jsQdgFXRl
6eD8zGhtWa5v3csvnM2G5/lRXdYySuSZ+1v1A5teL8VqaRC0Xbe/y+NPsqTuA/Gra56S5Ez450kP
Ae+sRlr7lFkykQjs8lOmC/HDwowl7cojk+k0xsb41FJdFTeoKHTtEa3cJN+W4QqTw7zU869FmvMh
niXEAdx5adHPY6s2kFYFbFx1dtc96p09ducyN+1Qk06y+bsI8yOisXBnI3e/L6XPQ1Acat8gLN0P
njN1nHsrXzVvdXn/Kj4HXaspC4My0uVXFXJeZELO87lq2vizjDzQLvXafiuiply6ivA4amFg15pk
vIRtZeHAUnHn1dKz5CIYScfJP0ZTd1vLpVWtyHwYxyyzPfpw6fMfwRqti0+wmn6TaiOCNzhOn7NI
Th6aOm62PZ3jG3VMhlPbVNJ/4XSAncHZaRlUVN/LDx/Wd7ry9bYV3lMgXWuTHxyeM8milWki9s9M
aMItjzplhgCsbbSauRJhLt05tM1jm4ctKdTZ/lLNpJaVEft6q26LcuMruk0fkO3TBTTodmklq71l
CyanvuoJ5E+YwXpeLqVuCIZb+KniJHrToH8mlp/61sy2TRD7v7TUGM6K2gIpDuBjOGoZXDf5qJy9
SCqPchxAIlB61o8uryXaQ4v4zYIzG/hx4Z+FwlVWzt+CJ+DqJ2tDowZ7Z94HF/VeHBZSqziiNx4K
VYbmqmhkwFMQt8uB2/11upHiOrubnhdAB0TZl1OT9q0UNnWrOkL9TQbWkBV/v91wGOjemSIUI5SP
Lw20gVeqXtypjptWdpgV28I0bUV/1gN348XNMY7s6uttfz/95OxqgVmBDj1aCyzYHWdjypKsNWjm
UJ0RQMExUcTwPm5KxVZ8kwaDJgx3OZic/W2j87Ld5C+4yhEEJpRC2WHe0AADbV2rcaChipt90z31
VCj+ZzewjmPTPBat43n9oRqDO9WtV1zVwvbmnQqfFm9EEh7zNFFvpVahtabqWKVsnWp19HdhpvU7
q+31fRAJekFPb/BGU/8aWmXygbOZnq5VZAahqCaMnMWPrqE3psuL1Ylby46ogPvFazmsXN/Xr4SJ
ocawkJqesplzUJOZSySiqGM40aSl7Q2BYVtCsQZmX5pEupEoudCZrgL5v9ynfSJkYThomoO+p9Op
ysbwf/Tuyff8XQ41TF6tgYAXMjw8RkSQJSJvy6nR4NJiK0g6GjCm5vQedAFTkQW/I9qjZ9eDXQAw
+f6Hbufbu3ThaBABQdhsKogzXdFTcStUDXhc3bGCL2myF6NDMLaHAeKWNOpXagxLtkhd0tlFZ8Ck
l3o5PhkQbEMRSXeMRj4EurCjmL6xTOGg0FRm+d9uj2zp/L3Hd/SSk4wGqnJprpGqQqhVyXBoJ1PH
O62GpeKQ0bxI7fO5bcyzpW7pmV2Z0OttA8L0vR0WFBzp/dkiloUZ+NrgGk7idjsvBfTTarwXLNCT
Yt9tdSUJAQX1wcotcX0mMAuLnkHYRL/HXGiXFtwx470Kz04ZDXv09o5lFHqnlSm9Pt6XVmb35iDQ
D5qpqQnc0ocWIrJHKXjhEG5dM9srlbsthOKp+6p4uxgYWOUKduv/bsNgBzLu9qdc7yW+BJ9ORmrq
UZvvJUMoQkFsPNPJC3GXBPekvHNIGmTLpwy5sqTXN/ClrVmpxrWqotW5K0D+hE+j2fMM13dK/JjH
q4rXC5t2skV6lYBIm/Jul5s27ju10MrSdKAiyvZCG/wIoqrfiFEebRuvjDZpVsp3XqL3W/ysca8X
Uff19tQubSWFMIzsFq001jw7AlZ7cNuuMh3BB+8r1mgrKbm6BiJcHKkCiE6dmnn1KyrDqvNUcUwb
0/HCT32OYnGi0Vn7mBSg5YEzwXmJ5zO3YfDr9vCWVhM/SzKNfAMsedPO+hDuykbbN7nHDGdFUpzG
ru+fNU+8N/xevFf0Tlw5M0vmgAua3IZoaHChXJqLhMpK22g0329EQXjsyu+Bz+NFWkuiLC3bR0Oz
q9fqYQYqisF02iTf8GQOzcK+PXNrFmanXwtAInUJFkTVka3XYQ1otuQ6KSvB10NNFBDCZP/DyvRN
V6pCTataTz+r+7t9bh6V8VDDdLWWVbvOs8BjRJiroEzO1T4HD6dJpCU9NJOOlf3jggxHAsnbxsNu
k/Z2p610dC9NG1ucSIxojELzzH0EZsmkxbrpJBEcFGrmlptcKrQVJ7XgmoGkqsS5E8Jcn4PE2lpv
+rKsDCcVvmS9iBh5tomHlaGsGZlt5jyy3FgMasOZVByrllYG6f7/28h8IytNarp5w0hibyPnD7pm
bIM1AMfCSAi1eAGy23jRz+EOlsTTXR580RkC79jFrkPr6qZQ1zhcFrb0BN0mkUGuWb0KVUu567RA
SERHD4Kt5WWPuXeO1G0Zq1/HWLH1ql/RiVlwNwoxq0mQJeNy5h2YQzomIx5bdHLjoGufjU2mlLa1
lqFZmj06pgEaEzXS3jR9xYeTmope3wzJKDrEzi2SwvE2ElJj7/drtZ4lQ8BeIKSBqJGM3ew6NDxB
FGuZ+Qu17DvUm5vUt57asluJJhbNIKEJ+gXHe5V3peCpy5mLGQX+J9+498NPjfbltvdc2gpTfD/l
s9gLc+/m55GYq1YlOklR2+hPIfm3a/O3Nv1q1vZadXohPMKx0SX6zj7GW2i2QDyKTOqgouM91O59
XWTbQtdJ1t01K0/NBec2iRbqQGfI28Mjf2kolL1RDI1adAT9p+r+6bK/TkeoF78/u60rSY5Uv+P3
x+HBzH78d79PnMVbfQrb36OUDztZ6aUw1otWdBqzqHCaNMtGVnm8vfRL24v8FoxKGt3qkEpcTlKh
JX6Zh5LoRNlbDIkD6ETkmFbimsUl/2Bk5ptdTRKA88iMpA12lts+so89zf+hIHvbrWXQltzMxxHN
fLRcIS3V1qLo1G11UOQfad/YkR5tNWHlZC6dGlw0DdUQ+4pXKvDQGqlhy9I5Kml2Ol9e+/FFxaS+
h+rl9iotbmW8zETAyatCmd3Tbu3xcK0sfHVFRXC0dWUNzLA0a1Brsc9AEPB/syVStU4aeeKLTpok
P+RafRGH4o62x9hb0/FbtISH/rdtiNLa5Y7zBW00fAqfjq7soS3TCp6jdtau8YUurc7knSnHw9lJ
YerSjBm1nZ8Q+TgazHrNQy3tBHLEUmtsRBE9InUlll46R1TDwX7ytoboYubV8iBCYJgUgmO4Am3t
MpAPpKSif27vg4U8zDugl9uG0BB8wSwOTUJgRJoRTBX+4h4VAyeINMQf0FertTsdqpc68IASNy91
5p17Md6uQtSX5hWWYkgU4MAjZpw5DJfe4aCUIskZ6tpWm9fMfLIiTA2HUt9m8fPtAa9Zm22WUc/1
3I0SEKaJb5dqDomn2Nlk1UxvPwrDrqgh6bptcslZkZKB33/KzABlu9w4YhrFJT1jhCnuQQ1C2+za
g2y90SS7adX+521jS+Oj75IHNfsBDNHsYItFGKHBBoSoy1nG3nIacjCmN2zDAnUIz9aCvxQ+JfVL
xsmyyIJKElnYuUU99BSpz9ioMsBgOUFHJi1sJTmSdSbIXENNLB0LILt4SC5iotnZ+pl6OFIqrCQn
D15y/U5272G+vD2FC2ViwokPNmYnPRmDzNIi6lQ9kT94L46fuqnNz50kbQdVttX0SD2sDX7VazrQ
S1tliv2IZ2j2uypPcaM2ctWV0pTGG/1im3m/aG/Y9MOBcHN/e5hLMzlJP4HnJDNwRdEj+a3SDB62
9MLduZEGE2m+qatkZfcvm4FVinoeHNXzoIkrSBsQ3qbolz0rjV2xQbo4XzGydAWwGahUgmomITjN
64fIhjxkIRCISk7nFZsuOng0F5fm09ivvAkXrk3IgcEUA84juJ0/b1MdLnx1egv0McqTPeW6o5xV
8u72yiyMZnITU7KIjJE6z9qMqjT0WdrTa9sk/c5T1GqnjHR2w/nomcg73ra2sEC8bUguQurIXT0H
MWddpkG/Riylhp/gMByrl3xciTaWTSBVzM6G3HJ+Q7s8mBq34YaOgZPBhaPfp0PVbvyiWlmfNUOz
k9ubVZQXDNbR8z9N4OT+86CtBOmLJqjETElDyCfmGhc1NW85mMYyUYSadBwDHEvXJmxxn9HJjswz
5QMwOpf7ORGgSvI7X3IUya3vk8FST1RNv95e+MVtxjOdisGkACfOJqujv0WLpFxyYhXi8dzVoo2g
au6xHv3qd2ABrb1tb8mvTtEmAiHy+yNqZnCsrE7LmlRyxLFoTp0gjFtVK8INqR6RXJHg7+AY1aC6
LdjobUhbhSTT7yl0awiopZFP+WboFCb21/mWr62AmEcICTmy0Pbk+8pyX9t0qwvNy8qQr/EkHF8M
AWykQKrPNablTtSHdCgkZ0RHcKzuauXox/Yh+kzIuCa/snB5QCM7IcqmbB8+/XLT9JQOWqPDFsgv
W8uP7kCAEUm2ked7Vf1ye2QLccaEKAC9qEBMQQH20ljudUMvVqxlljhJ6qBiYwv697GZqOJfG3PF
Ry1bo7iFd5fBBk5//+DfJUrWhV8yNJgwh2TXU5HcqL8LOLp1+/a4lrYGl9T/WpqdvLoOcf4JllqE
I4yfefK907qNnv4XXuSDmXnQG3dWgBYiQVNlfm115EL8H4m1MmnTp17Wp4mR/jOUuZKW13ddVLXT
frDNQwYRi7F7qMdN87tba9Je2nmEnEjFQAc2cZRcLs9omUUbZT2hhJLLcM5A/aaiFHsiRG02aZJ7
j2Ptr92SV8MDI0m0CXYWLA31wNl2r4JQNEIwEI48jrbseqfOa7/Vzb63rFOr5nYw/u4i//X29rjy
/hMZGW6ZGAPIHCD9y5GKZaC2ZSsLjpBkj0JxCsXkxdKqtQj0ym28c54hRU4GZXpwzp8McZ4IlurS
0JoUWwlFr99qAVn5He6q9PZNUJz6dCWZujAyrgLAXjQs0VYzf6+n0UhTgyr6Zxgh7bA61C19yt3K
llwzMrsBBpx/W0Syfw7Ekx/AurVVzG9/vUIX45hNneu2iJdomPD1Cu7SPx0nOF8JM66u5+mh/GGu
ZltPKCwedd3gn/W7dF/+9Z3BrwMq4TSRcp669S73WBvE/LzBSnTpAzl9W/tqGf/ECH/3d3X2x0uG
jdn+/bae8vaTKguFZhJQlyYLXc2zOoFlf+hAP1ulTYfvpm9XnN6Vb50GRl5p6ivhw8WZb+08n1JQ
rftnYuyNIEZgPqCnSu6G9s/tPXDljy4NzROdYmrqQiUr/rkNodn2vibB2dUPNB4iy3S4bep6R5MJ
osFwAjIzpqtL1xWUTC+15BxwbAoqeLGHhs3KxK0ZmS1PW6kkSEaMCL57J1pYEKp9kvz14WQodMNO
YS0sU3NAtjtoYduGanIezR9qj9RAfJf6Kyvznra6uJSYo49GZkOpWz8iXagkZ8MDMJV0uzYxtmUO
aZXZQtySSFDMlLbcqDt/AIWolLQY5sUZnCI0SznNSGvpi6W5RbqENj9lSrnOM6G+X2d9mwbB2fLP
uWZQpjoUay3tKzbmhOjqOKihL/nBube+l6K1mc5w0azlqdesSJeHWI18K6tKRlLqX7QKEWDpUyOX
K/HRmpGZB+/SasiDyYjlvSDWtpGGeqsFa7plc7pusIskwYFKgPHhcJEbvBxLJQdBViYi7PFtbEem
fxxceD6Rf083ZhPdi9AMZU1mwwxwlrKvgf6mxOW+rRLw2sg2xW9snqNYqSc5yO2xXKPZu3ZkvM8p
O/OF5M9hBL38Okv0uxwcV3bO1QrosCFE+0bSk01QJ9VuUJpgxclc3zeX9mYra0S5J0WGn50L4Efq
WG3d5v/TwmxZo7jxx7qLsnMfeRtdfwvW3gvX0drlEGbXciu6g69pDIF6ZtuUdhliR3iT9Ocy07ek
RXd6v3KRrs3a7JauoognZR5nZyXTtpJ23xriyqwtHIaLfTD9/cOzxOqyMmvcMDs30qEfLWfU7rQo
WEESLhpBHgT1xSknOO/aH7TA92IkJM4DNZUNhdtvbY4PcdPy7fZVtjRf0/3PE50DR1X9cjRRIGY0
uBbZOfFHLaVnPlAf6A5bA0MtHB7KQQQ3ZII0QFGzoy1V4LgFWofPyYviGhvzW1fRa9mthGhLVggy
oDmQSKPBMns5mKqOrSYgqjlHwi7JxeciE/+o1QnM+hoYZWHaWBna5uAGo4Yxb5RNOxqRWz3NztaY
Zo6r+/LeCqrX22uzsAmmcqdEDoHgCODL5XBEOkRyNVGzcyh61amXSu+n0HehXZO+W3PxS1P30dZs
6jozkkkNYysYv4hFedK0f3ruZBUFk9uDuobF8WgkYzulYYgKYf27HFXdDmROWp0Tagj7mIhgM0bN
IS+hqVXibSsmG8j1HmNfP1X1023bC/7owvRsQkkqJRMzBKeKqrjN3pe3MaGon0HU89sK4Q0S4nMT
DGuETIuTK0OML2sEi3DwXw5ZitxKisosO1d2bz7Hou37R6M93R7c4m75j5H5KxWCCLhEWk6y2Jlb
N//ShL5pp0a7Vtla2vqkSibpSVMlvz+bRHCiokoRgV1Z++qdkmWoc8VFb98ejcGUzEJGUmiQh0yt
IdAMT3//4GVls9Qi1fVyoifqgkLi9EbzQCbsF7y6gI1VeeX1vTh7NIOwHyWqQPO8qJI1akrFKzub
QQaH/TBmOyEuzX0m+vLK0JYmECGBqQgDqyCZ0cuhVVGj6aUS5WercA+IC9H26moNGJnbM7g0ImBF
OA8gqPRIzDddIyV8QZafK/Np0JEN4CVUoeF728rCYEgeTNAvcFL499k61ZCpjUpR52dVPCDehIX/
Iu4iMUJIiMYglC7zq9CvQyH2y7Y4R0H+BFU65ODjmyr7b1qq/PXVDt0FTTS8DCA9oXp7uTJNnESp
ZAXJOQx/CNlXXgWq8Xx7vq5X5dLEbPHrpOmaNguTM8W+fhKVHT/B4nXbxrWbwwb9DiRqAZpeyfCO
MLi2pY6NuC1Oru4U/peiuze9FyU+iPDTrEmNT9NyeVYv7c2mTXddymYy9izyFeL9sJkIRM2TaG1v
j2tp7oiGEA0ip04qZvr7R58Q8T8y+Mk5ryw79XQnDu5VyBn+1grhEGob5MNggsHQpRUzzDxdSPvk
3Pfqrh9eWjXdriaTrpcII0jAWFBt0AY6TwVDi1z7hc7jvivGTdYbttrRa9D+Cfx+Q7NldqiyeGVc
15fQpcmZ364HuTYatBjPoSZspO7VAKXHhujW0vbXq4QdxLVJlZLuAY5wOX8AiwK9F2XsdOouoUPK
gmlgFUO7MBqQB5Odd5oKbXaOhpxLKNKN5IwaxsZwJV5lsN/l4qfVpZrW+3J346U/WJr50WFMxLzW
sGQ1X4P+3urWWIeuDYDIgj+d4IB6HFDMywmTTUEioTS4TpEc06jaD8EaPO96sqZ2pAn8SewF+HMW
3EWpr0h5lVlQrpe7SHj1oKMcpPQuldeo4K9J7EiJTfTYcLdM3Lnzqu8wSnmpKIULjOJ3Wm8t8ZWC
x340XFsebGGUj61wR7OzYA4/czIJeX32ypNSBzttrYHmeh+Sz4Ljf5IYBpo+79TLQ6sZlXaE7mww
u3NutPFu7CgTlJaYHG+7jGtAFS8nNiL4PYpVumHNfIZfhmBfo9qlFlIfcvOt9sOdUmfHXpDv+iR+
0lORTH6FnuXPIB+/ZHL41+/FCTE21ShQMgZGPHPBHVRrFa8cwcmVdisr58D7knpruaZrP88waRAn
POLOpwp4uVH7zFKUribDWqju3tKRWBpevMHaD/73Rvlxe0oXVo+NSiFkwg/oPBkvbZlaWSh56wVn
OBt/xsb3VHqOUu31tpGFk4cD4arkjqSVc05yWFRJHRVa5J2Dvmi2I2RncJ6oaziVhWlD9Zf7mCom
W2Pu62VUKsaB5DRou3tYWR6U6iFUn6WkvVOHn7cHNHm9S1/Fq5cKtzF1xuJTZl5RTnzIa1yBRJ3Z
bhO/OpGcdpVqj8DUJs7/oKpw2971KmGPpvpplThhc+rGxidkHn0rOKvucFT98azlgmNBpHHbzHwG
p+w06Qm6tidyLv71cjMEaj8aQdSQ5AyS1ikqoaCElKR7MROIneEN3YTMxl8eKVrvSLzQYQDuh3++
q5B8iDaS0ItVXqHhuUrvBOnLVFKq/9we13z/YYJeWHq0pImh8aqwWLmBkcpREJ19g/acrPc+eVqy
1qZ9PXmoXUxcQ2z0SR5kWsMP4wg6M7QQQYnOLhA2E2yFayCT3Ha/MhgLw25tt8+3xDQmAEXQhwGW
QkFz5iSCVklFDR63s1GRog1tkpeB8c/teZtHT+82YMmGmV1hq89rSkZjBmFp9dE5TXOEroDkZD/0
/gkuA7tvPifIeJTf/94inb3cJYSdPN5mmcwxkYMkN6P4nJfSr7IJRjSq1e7RxLFvi6oMT76rD4e+
6BAdQ85g5Sk3P9bTeLlVNK4WRKNBXV4uodhDUluKYXxWLfgrwto85o32rTa7bdP1B+TOVoOepRkG
I6hPc6zDpTm70PoSPm4ZqrGzOcrVlo5fZeN29V4VC8OOEfzZaLGSoSUrunYCF8jKeb+KIhgw73Cw
ybgxcnlz9KzQCI3Za3F6HhuTYDUoyoMmxe1G9cnqGlWXH8Q6L3aRnDdHKUeGyPb60Dqlfd8odqqn
w07WtPYlQyLACRC6fIkTMVhJJi0cXvrzjQmt/Y4Jm/na1tPcMFGk+NzHRrSLBbX8HmtCuZKXuOJt
ep8KUHSsAjQ+8rwTCRqx1JQKMz67X7L8T/gI3jE76J8hYnTvkaHJ+03+pgjH29t9wWdMahyAHgln
OGKzQ2wprimPEsufS3/K9s1/kIW75FP45baVhW19YWUWlqqNkSXUe+JzlDoewVGU25LxGT6sQkNs
YI3mR5/djf9O5H/GNDvCmlIbXh4q8blOtH7TyaUHd40m7txYGXcemuzb26NbcIRgRaD/4OhC+jIP
Lloviib+n/g8ZLA1ct/fJerK9bu0TAwLpqeJN4Vfu/QLWhw1FScoPmdN7m80MbTueRT5d6kUG0+Z
HCMqW65FmkuLBmEbzpCwmuz3zCYZpKCOEvZj4z4NO8sebWn85Rd/wrfb07fggWR8wBQwkWak/epy
bIPpF6JR8gyvWmStVM9TX3Rdr+5zNy12QydoJ9Kt/sOQCT9Bza6Vxhatw8VJcwLHQJ/z5wgR3enQ
4iTnoo/2ftwNdl78YxTgs8tdK5Sfxsr/nkYrO2ZphxJck3+0SJUR0F8OuVO7AhyrTubBRdGQ2mfv
P7vlJ3N3e2aXNiY3NLUYgnloNqe/fwgI0kCrja7ETFzfVZDRKN59vlbyX9qZtE6+F3In4cTZ/dEp
WtMN4mQjsI0j4IVe2hil3WUrjuq9VeVjxDudanWSp6efCQzL+03yYTBB66mdleTpecifgiAgLSRu
oOAOq2dFtMUUvr1snzRgCr6Xbm0L+WNmbV3B2pW6Z3chkhauAsi6RkiyDx6r7pvkH10E2fNx7WW8
NOsfP3SasQ8f2uR8fhtW6VmBRJeCtT0q+zFKVtb2egvxmIH3CZFBghT0fi+tiE0xdEMETkxuv0Qv
Cm/uUYqPUJOvXUvXw5k0rLl9wLjCdjJ3A3XRgGbMxfSMnrctwdkkSD+LJrTFMdtMnCBaB56o9r9I
0SdTFHjnR6BTR7tFqcEXft/e0AvhwiQGqNJKhGA7Dbuzx2La0Qw26C54HBRY0537EFuHevwdJHcE
CHu/7o4o0MKZrThm/zvXgudCKTeD/qcLVgKXKwgDx/biS2bzP+pFLsgCX6IbW3XYgXh6bHbtvt3H
J//JvGtPykvW2lFrV/E+zx5QE6X/YmU2ptFeHonLb5hdq7kCHgRualLM22/dzt9EO7v5Vj+sHb13
kMwtO7MLNShrJLJqCx+5a3bSvj3XJ3Unfbb22R133V30HNyNTuvUR2P3BHvsXjjAGnzgbB28xz/H
5FOJoox5bA/ZFhHXfbA3Vtzp9U3FPPDe4SxM7zd95ueKvgwLiFDTcxFF5T5SRs7//yHty3bkxplm
n0iA9uVWUq29quxu231D2B5bG0XtoqSn/4M9cz5XsYQS2ufGM4ABZ5FKJpOZkRGu0wQa7fudamXG
pk1ssmGsW/sEC6cQlkWNRMebwZGfXMZMM1vPMnafz4rfVbsaaoLUb7vD7S+9ZAbsTZhMFnNfKHhe
HvZCQVqgjjW7Vy0KoZEeqhFm+dDQJEjXyjFLewldJBRiICIOklZxX55FLw+x3PUqRC/I3oWjBbBo
P9wb5A5MasDj1N+sfC3AiB8ve5fIngRXLmYV5GmI2aUTIFQJu6f1wVLrrcJ/OVhY9kYwxE40DJRT
sMTG95a25ysj31czC+IUn9mWKzYYhiQdULHsvpl/esmu1VDAjr/RugtJ6tdl1I8/y2Eb9ysvilW7
UvQgc5XlWQm7nmtvHe6FRftcJgft6MGPSiOYe/A/Tm+ls9aSXIrmQudYlLlNLF3KPDK9hPjY1OCo
KE0WJDnL0IhHzUhry7Ue25InoT0raFCQWkG959KTEnPiGJg02X1qgebXSxIIxYIlx3cIn7el12Ub
6Kz2oCNk9cpxeU8ZZZc6M+1J1wQv6pkCx87uY9sKjNx88ey3jm81L9sOZnfQOtsHBHEGz+Ynbwrx
vuQjBDW/jA19IHazm7pnFOr3+rNd45V5+yhfVZCFy53/NunTO5C/csA7gk/vHXUnbLV9nGBMRXB5
bePp2dtARonj+vJWbov3ptn1pojJNtBQQNBFMsztrvZqhk0pTiikHJ7AgU5e7TL41fhagMqK3wV0
o/uV/+Ub1E6CPMSYSVAF6Tbeiv/PQ+RTG7KSxggnuPpRqB2hmi5A0ZYU2bqmsz0l5wigDFKyZVBO
T3OxLSnbJX6dQWh+XqOJuz4BQlAdHwFIVZT85G45tFxGvQd7231GZ8t3mviOeGrsK0m9v/2lr4P2
uSGU7C/9P2uMVjfzDrC+wYWWnvMlBp1XY7pQV1zZRJFjX26isCRgyoLgFgNwl5YgUcRRRQFQw+uT
H6guQcScFsnKJbvguJdWJP9pe7tPOnsAssvxkAR2gV79guxrgBddMJWzn1jNRushbqBsIKvQ+pVl
rtTmFj8dqt6C2x2TXe+/8Oxuskw+K6PYUcd7QaG20R5U/eX2R7sOWlgkZo8RrwxUEOSbNq3dlhGV
l/c8crpjHUDGZ04C8jVPVuLA9bvp0pD4pmdrcfWaZQ7w+Pedh7F46IbtBntrfVablWO/aOf9vIsK
N1Z0aWfKDbPOehV71lk4TV+07JPX9kHaHN2PCnYiM8GazmyJ73e2poR0tVvFsNWBHcjYTFoSxPVm
tRhyHTMuzYiDd2Ym6xvFJO4IcJcTxLaP0Wngn2KoysfdZtS3tx1ibf+k15wbu01RTFp5b6e/XajT
msmJov6nQOh4d9vS2rKkq3nq84JVVAesqy8xzcUeMmdsfB06zzrQzgPbkkl7mox4ZTJobYHiZ53t
Zsuhl0VtLLCZzQdKzL2TDaHF96hR+I6xgttcXiOCLlSuxZCV9OlabYyBn7ZgbPxN0n8svfOtwocz
alDYdZ5HCAne3tTl1f0xKH0+NgP2MdXYVM36kRG/deugPRDzyT7dtrMcHUGv+v9WJn09e0BqlYC4
7j5L7/tXS3E/T92GZ29TM+xmvveQt3t5f8A7HSNSKz76PoZydQGcGZe+Ifh5qYY3eHUP6Drz06rN
fcXKUclvALv0Y3v66mgTmhXAYDqbLPdAZmnU6Rdi21loFxk7up0Cik8FTN4r2yKunqtfZoN5Ea8k
VBFM6YMXsTcohANtVzymd3WgOL7ykj/3n/TCn5//xpaY2RaSUgAkSKHOMorWSydcD4m7S82v0FSF
emJgf2p50KnfdBc5TrVyZq8wru8hD18dM7IgjcGb6fL0eBS3SGshFnXbSbU2xPs61J90d2cbJ4W/
xPOvsV65ocQq5B0FyxvA1SgdYnxMuoYrTWvJUCDIzhV7TjzvodOmze2dXDql6H8B2yFqzlfcEVyl
IDBkLnzZ2XcIA7y4S3oecPW5INRPurfa/FgLFtTSkN9GLxHZi+gnyouaDVDDg3rciBqzC5LsyYG0
PR9fby9LutvfjaCHiIFmUUlEHnz5rYxsNBxiNkbk8u+OF80cCvKAHZBDhzmlUl1xfSny/GcNUyRi
2Bj1OSnyqG1TA2YwGlE+pwoqkOlG72m7MVMnrCx+N3fDykNaHKUzx/jXoHjVoQWBKogMIvfGEfS1
gKtHfNxkfYS6L4jcj6DfWckoJAf8z47gU0d1ADUPKdIZcazREmRDUZMZfYBnPTjPY22tLr+8mj9W
pJBWpRwSBBj2jBIoLlrtLtE6f4xrfxVfJpKS623DAAYQ1agoyttG26LOMuBdIlNRgwIqGGlp+cRe
ufiWl/PHin7pe/FYgzqtw3IwGLXl+WNjDJCPa/yPAjX++zp/DElOriQoTZcmDMH7/J6dwFruOit5
+JIHiAY5TiqgbLB1uZh5mtFZMHCQ2hEi4lmRDk+5ST9IP/2+ElGHgiuh6oXu66WV0us51efOjHrv
kxs/WWo5nDyi7ip9+BQrRu2n+jgeboeIpUML+DFwpwIZDJHaS5tGXfXZoHpGxJpm4za/iHKaixTA
xilEUWV729iST5wbkyKES8aWZpUCn9AfqvSbWR2SJoAA+20rS0sSpP2g0QTQGTiXyyUpQ9fNdpma
kc6zVzDnz14W6Peanew7XVm5OJZsCRlQTBc5kBKWP5lB67RHDDKj5HM6vNmAhMbGP0U3bLI1rMuC
C8L1gB3AcxDyF1cIYTOeTHfM7Cgmc3PgFMDajObNx9cjopwJ7A5KoigvX+4dyKvBjRbnThSzXvfd
wYoGrQlKwA58hWQ/MBn59fbHWnAJFHgdXBdgWAU9jPSxrNkE9WBWOFGF0xcqemEFTg0JApLngTWt
6RQtWjPA8CXY1kV1+XJ5Xc7bsmxhbeqspAiGuM001Hxx+wcok7g/7F4FHOT2CsUKpHALYSqUH3Ep
inK9FNf7PjVQ7sUtBUI6I0als/AVdgAj3WNJsqcmblYO2UJ41xFFkMiIcs/V/FYNfmSvaC0jIhoo
68vvhcBdY/z59qoWd/LMivTdmNHNdQ3UZKTPewPcIgzjvxz9n/mDtMUiKF4sR9q+TB1z9DNsI9LM
uYcUOuBQ4NtCTbVelb9dOMwIu+i0IqMWxE6Sd9QGT8oeMnARg1C3OUfKlD7X8XDHDOrT7tEzoOhV
+jVkZaCxfTdZTwYPlTjAxNNc0MCq67XSqVjblesIwgxV4IWMd93ns5cq0wUKqSJGNCPp9SBnRoHi
fEzs3UyiCuMofs7j/ce/K14ToDVAbQ28O9J3HetSz+2isiJq6L6jsu2QfyqmX0nLVt6pC24Kph3M
PyEJMdCsF/HubG0tmxy1Uxo7mpRHV4nMdDPYKw/9BR+9MCF+wpmJbJ6qrDU6O0rmOd25zD7kaj6E
JKOWj2hTrqxoIUKjWw++Imzfu37MpbkYfJqZ7hLcO2Ua33lTVfgGI+VKhF7aN/H2wkMI3QxdbjK4
kzam3ZBbUdyhiA76xaFB4wYeetsPFs4CcBQCGyrm+vAkulxMayOJnwZmRYm5ycDUSVniz0qJLsKL
Oq6xty74OYwhvwZeVEBtJacr2NADkNpYEfHQM427gA9h1/xg00tLk62q+0b+ent5ixbFsxlkjwC6
yTlw5YFcxyxhcYr1FyNJ8mNfGC9tA7REO0Is0aFpchgmRQnn0pnC28bFcqRjDeIQjDCBEk8FgF/y
SzblMUkh6hPZ5tYi341QCdR+z/tj1q3cBUsnAH1aACfwKTEnJ2WUNdIkoiodTrNi+IX+NvaJT0kb
5GvcTIvugo6mi6gp8Crih5wdNdvjo23OxIoUqMl26q/O+O40p67nW85XPt2SKYHLEAERChe2FDi8
FrSkCFF2pPn5A/R1UPBYm8aSixzi0kFQ+mND+kKd62RUy5kduZDMy3j9EoN8x2t+lawA3iMJWgXy
TzF5ztK1kL/0xYAqQs8Z+EEQJknllR6SvXHpzXZU2AyVeMMJdU4Cq/OeXC39fdsP5Sra+zLPjUnu
0cVpM7Nsgn6XTsp0p6Yga94UFq3unUHzfmozt/epkdogsB2OQzFXD0rb52/ToLjbRHPn3ifw8Tho
c937cvu3Le4DxtQgYoI/r4b3s4RrfHSpHZG6/Dl1b3oMrbe4eCvImvqO3Jr+dxdQmkXPFuU6sH5d
+i7ESup/r4lyUnxnDhUtJAx1oE4JwFKZgP21L9tf3Vhsde377VUuXRkgtkMzENPGArZ2adpM2WRX
KbEjnm92lK9cFUt7eP6vS8m8haEZzab41zEuM027PKDzjr7cXoE4CXIsw2UERDMm/gTH0+UKOndu
JzdOnMgtH9Hu80cdbZaPv76xNTjseJ4iWloiIpwFF2rRjjK1dCJS3JVYS7/GNLi0UYJpVaCsUEiV
lQrSaYwdra6dqEk21hBM8R7aGGm/Uq5a2ircNEIo0cLwqiz9DRRXmbfTCIYQe5ek2/rT6nziYtw6
NyG5MgbfCneEUFykKvHOcesD9dINAc48zzZ6jWbsqB7ShgdZpX283AMsvXgGA/uAQyTlC1DhQOFC
xK2SbBqIsWot8BzmUe+Hv7g8zwy9b8GZM3h0UPKh1xGzkhbqj4Fm3SsaCnIKNLrAtuQZf/PVBCMk
Ro7EG1VaWG80kwscvh1V6IyqXrmNQQ2ZN2zlPbXoHH/MyB1trZsNns0wkzSO+1S0Gt+PfPzZpvnu
9oFdCjnoiKPUjWcVBrekkKMkoBRG8dmJgBn3iy4LeEO3t00sHSeBLMYLFE1lqAFdntdpNsapmWPE
BKUKdN4Gsx4VOsg9oLT5YUtwNxxZzK3g43hS4jhVY6LgFWFHDoYxkW/PzR3wUzP7i2z4wo7kBKQb
Z/COY0W0OTjuyc0Sv4e6sqNHEwA9t9e04Al/bAGSJmUAHu8JZ8Lh1M7w9XGvuCA8N/e3jSx8IsCB
AArBMxd0F/IrAuizwVMzXA0IFGZYGqzys2QGgLDBKGejOx+UnxJ3LPjxoEkK3CBSG7mE7nWai7kL
FF7q7mep2cDRfrq9oMVdOzMgfaEsnmeVmDCQat9y+tgCXcTWJPQWNw30AzrKVcjbZX2evOjitpqY
E1lAVFm/q/k+raI2X8s+xU+VrlTs1R8z4mecRThzMDSl6bEUClnVjdWU+c4r0BNgpZYGbTt978ve
OtR26X1KaLUS7payIWAShV4tMNagppXczwCihswMXC5W1gb6MO3Z4JvzC16cvms0+yRBJ/N7b4E7
YI0sXu4ovzvJuWkpNOkQIJxTB6YN2NSM7tg0805L8tBBlPrJwL0fk3f+8D3z6FNL1mhfl9eua8Bl
QtIOdPzSD+B5pupgfnWjrii3/RgfJ5ocUQTZdNM9N8mdbid3WVVlfuaWpzL/etuFFyKziUsGWShK
8ddT3TU186HEbRPpQ5v6lOp5kKrqWrq78PhEKxDMTsimRKVCSqbmuaRlUTduhMwQjO/fspJuuXnK
sjIAZpz3v28vaumNgcYCsA/IEXV0IaWDaWV2roxEdSMtDsfxU+6GZbkB1rBSCYYnlLCzm3B2PyvD
+FLVEIxOwsFba6yINcknCs85UF8AByr29vJEVW0Pb+1ASPwAJXai7geQ3CkhXev9L5kB+FMDQFp0
b2RoXw6gmhNPKNEr3N5wb9jHeE718aay7UOsr+RBS8EIQyh41MMiWNukfXX62s5bbtoRuNT41mXo
R9LWsA6FXtlb3f0or+T74UQNAXA71LBREJL8ZpqUWMlTAw9TyJtAaLwyfNT0h6DM9JV0f3FlgmoB
9WuBo5AikDvQ0vIGrGwaun3XOixoQLTg1/F9ktor96A81fDfsv4Yk4681UEhp0VGG41aamU+h9jf
vrJKF3iShpThrM4D8CtmGxpxWm60sdhYegacRad/Lkmpgiq/nLbcSPSAE0d7dltga0daG0e8ithe
mbLs3kjXZAGWIoXYGjF08y7AeenPCRq2alPYNljgpheo3oMf2l65B5ZNILESM6BIfKUcLk9qNkEG
yY5Sav+qtPptUqc1Yral8yJQEBgSB58K6jmXy9DjvB2hP4C9BxEgJdrO7fu70YWUuNbsOj1Zwb4v
+ZXgmsMjBQ00PPcuzU00L9ISahvRXHDtwTIomnWTx3cgXJp+0HEcotuhb9GehuEMoHxxlcqk114/
tfbgITlNDNu3pnmbtqXflmDnZ9vblpY+FlwY4/ZYGFI6yYkLBQrYvBRp8OCkW6grDOC8rD9I9fZ+
VERSb4jZWRtticv9q1prKu1KpFiM73K9PHSDHswVXmHUO/zFgs5MiUvsLAVyIVeqjTbakEqHUnBK
0s53C/uDAoX/LsjVwREuxs8t+SmpC7hFnKRO5JFKB91/10I/cB62LpQyV77QUnqKvPd/pqQvxDnF
0Cz0nyO1tHe8sF0fg/alT8dVIXIRHeW7DmBegMtRVAJeRfySs60jVTfm0F3D44s9Z8NvxelCGwMl
4zZ1MKdW5hsvfY7JX1xGIHwSxGLIWzGdd2l00jxA1zMYtSpMSPXmc+OWz2Zi3ll2e/oL10A2gVwC
Q7Roi12aSmrCp4GiVqOa9NFI0BJU18a/lg4uXsdIfkFeYeMSujQBymsbSjijEw11d+Bes81I/Fol
6r1pqT9ur2YpBJ6ZkrNtCnLKGqrUTpSb7dECT63xRe/rrQeexqxYsbW0LOChMXUgxqoxo3K5LOQJ
A4o0rhPxchNDarAIvAHD/bvbK1qzInn6rKk8Q0nXiTRMVsynagxRv67KlfO0ZAX8ifA5vJVR4xR/
f+blWKNWaQUint5jNDI96rHhTyPglsBmfXg9aEoh4uGRLF59kqXYnUFiJd5DFeZ2Ajy6vmpVunG7
ovBdD9Nvt60t+IMYHwI1BbIfB5RZl+siXmxMRpN40dimOzZ7yEDwNYNJKYMx738VBqErGdDC3WGB
0AreDpJDwfZwaZEBzVf34D+KLJv+qlOgkotRWRvFET9bCkoW7kD4HPJVTBpITtEWYJTnvPOipg90
6jcHeAZpMY/kV29ltbm9hwuxFpB8JBXoXgtudrHiM98oNGQVbtp7kZZh1FmFzKnf2unnyrRWXH3p
Y6GQBm06W7TL5fuDeEk9J0bjRZn2C0w6XqNsbRijpR44xpe/WJSg5xaPGPwpuSFS8mrymsmL4v4E
kBvTHvK1+vTCmRLvtP+ZEMs927c8S1JQjg3YN88M0CjZxgmDuBULU/7BWRBx84rHkHi/oK56pXSs
j2lR8xqrGZwfQ2Ycy5eGNv5cfUeSuHJ+l1wPOBX0lzHlgjka6b6goOP2BnSzIjBSpg40ujaPGdDf
Pv+EjtLtb7RUPwCt4h9b0umdcreJJxDiRxoNiuP8AwhO75Qe0sHfKPnGHVfsLX2wP+bAsHf5wXg8
laUCvHbkgD6qvdPr+/GLrf5ze1HL+wfeBsRUIMPkYi4YnJXWnUwv4vytTV8186XwQt72vhc/Ydor
HNfGY5dOFYAn/zMoBaTB4pYb67MHRFjsuzbdqNrXfH4u1fuhbleC31KosEGEKcIfLhKZjKccVG1C
m8xDJz5q+eehfOZ1txLSl74SUnNxaKFLiw7C5Vea7XECswgl0aBzKAdHFliFiflb17/f/lBLa3EE
PwIgZigLyO0lltK201o4Okm6PASYtDp5jVo8MJ3tbltaXJEFjk/RgRdT2pcriju0P2aTwO+MV9XU
/DI9obaS/EXnRQQI9BDw/kaDUbo0KhNk4J7akKghYW4FUNornM+3V/I+3C1fTELsExVdtF+v74qi
MzWqqiQCqVK2xe62B1frWkwtsizoaswrazT7AsWmZoNa2hxwhytHVjqY3Sw06NhO2gABg2TeFYmh
bowhBzbLUKcHPWlGvwP11crdJqKV/HsFkAPFLBeofhkuWZvONHaOR6JuVh9IEz8z5Z6RT3QYdhZa
U5P37fYGLR3Gc3tSRCNZEpdDqZAIEHuvhazmBriH7/EaMe1S4/IdoPLfuuTcVFWwX5pFSJRY+j8e
0RzfyYqwQeUE0BY/heqbVZJthjGfxlyrCywdHADQRHMP1derg+PONMfQoOtFKf+OkRdf6X641Vqt
Y+nMgN0MZvCmQFVFSkocTl0j7TISFZNDwRQKUU8tN751tdn5aGCtUbIsfDcQnIEmEYA0BwzZ4uec
3eUa1z3SJQg6lnXS0991P4hTakOClWUrLrlwQeA1JjAacEfQ+0i3kFfNQAVXVIlypQ/NMtslUIPR
hvtpEKoYgZmTYC7XbvWFb4aaJ3QDoJIKbL+c4xEGDgVaOeIcTECH+YkS+2tOuWQDvNyYZxHIbizv
cg/rRhkzZTKVKOM6ZlULnzBIIeQr23dtBeMEKPljTB0fDDn/pZVYq61xrOAYOs5XnJi+4Q2+vjZI
LNzrMm5cWrmKpQTk30ZKIptBc8Msw2SNLf3awYUFtH0tkPlh3l/yOKIKWCJnJKLdnhtfCU9CBVKf
w/PtgLS8XX/MCMc/c+yeqwUx0hLniCnNXeqZ81EjbF8yb41j5foIXS5IShzTsTVT0DeQCFPDVhsm
obXzduOadOeSFRRYgQcE3yPA2tK2FWmLBGTQPTGiVRA3UNWtA0RV1kLEwVjJdhbyUyTA0KUApRqu
uiuqk8YYu0KrKnhBB+aoJ3UCmZEJjbQiUOjWzp+p/jnmUK7wyhV0yMI9KywL/SOQCQPhKX02vFyq
trKwmWX7Q8teGlAZOqBwK7aVvdON05xs2xoIu9R9Is+s2arKBoOT3vikJvlXjD5/BpdeeNuRrsMW
fhE2A9xyACmgLXTpSAkZLCNFjR9DXW9sGP3UDobyiMtnfNF7jHGvmFs4gEJkF6MHQvkBJ/3SHIqL
DRj5cHHHFEGxGZQkzMrKXMk1F06HSNOh8gAskwql3UsrXFHjmfMW2zwhXIG6se38em2qcGHnMIaC
uwW5nYW8TNq5Eny10LpFwJ/rceu1AR1eE6B0cXNWUzhNPwvnn9ufaiE7AA0Q6tsA62oqmpfSsjSD
mx3rGiVyynZsNrWiadRXMCqT++7cjT/sockgY65rxWcFjak+qAHf7fy27byPAxmEA4MDXLTeBJ/M
5Q5b7VArLrMUkB5aaM7X9ffRHNYGDmVmTLyPYUVcCHgao2969bKbhtGbSgMLdikG4ouD6bAQg6u+
MbmB120p27Tdg2vkTxhZ2PYK5rU+Dh7ETxBIXsC6wIQmP40gUGfHaOwqEdePWfMFCl1uG3yUyfzf
hZ5ZkbazaqbcIp6jREr1FWIexsRQNNzddp/rnBkrEZUgJCjoWMmHole6BvpCeXxC6SSlu53DX7Iy
nD6VHx95RHEGY5VgdwHKDx2SS9+Yea/xWSviUxbvAB4O8+rBm7Ogz7/dXtDSKT+3I90ZTmv3bWfT
+JRkAL5N9bEWs3vVym2xcDNdrEYK2elct7FlY9uybEZz5FgOe2LZPkucYFj7RIsOD11YHG6Q1Ki2
rExRj3XVa24bn+byGzU21Awzzd0bivZsmQeInoVZ82zR2h+jVq8PPZjBViKnTLT37onnv0D6eHaR
xJWgSj29pjYYMX3Dt3lYRKB3cfwkD6oUpaOgIcF9UNQrt+PSTuNWFvUBMJYgF7z0m1qnLq6jIT6Z
uU+mjRCrVQMcuHFaOQlLjgO+XTx1UBZFDU56uM8KqLQV24hB6PFUVRu33yV8xTcX0kCw0v0xId1z
IC/VSzKb8UkUERWj8W3j0aHJbnXsd+kWcjWhM+IIzNAVbVvBXCdJm+TUPU/psU1/jc1dV9Vguf/e
N09ETVemShcvoTOD8jsHxBqN2ahdcmK27Q/zL2gXbphYIEmCWb0vNfBZpaeKZu1KmW8pfon5XFDR
o0iFB+Sle4i+q9NDcPqUN9U2dy2kSV842siTiZ7egwtmytvhZekTntuTvATCubg3nTY5eb3mt1M0
58QnSjitDXK8T1tKjxL0xpH8ilsd/yMtrAbb59gynpz0fG9NX6r2LrF/crf0G+cekDOkwmX8oLdi
qFub30b2qVW2dTHs0g+K3r6f/fMfIq3YSRMVAyx6cmoGsKq+tfprMq64z9LRA08BRpyAVwXSXAov
FETecwIJ31MFP+mIHqh56XfDWrdqyVfQE4O+hFBkwLjwpa+MvW5knh2npy4JtfJtrOpXrdhnp87p
vufu5487yrkx6ay7idnkvHMTpO8u0kzzLteek8bX227z/2dIyhLqQgPyqHWSU5rmYTX90igLTLC7
dMqaCLu8f5hAEyQ9mDJAwQekdfLV2uE0GyTjUc02XqZuWy2s6i2YWcNk3nhk5Yp9P7rnJ0A2J92x
vWZmGLPLeWTixkOfT2ehlvyYnZ+xfdJtLXSnf6Z0a6UrSBj5wgFmCEKVeCa8zyp6stS8Dp5YyyKG
Gs1NvQW9e+abLj810KILyjY/dKn6+/YHXDKI1xZqRKJbi9GqS7cstKYZ7LzQgJz1oHlr76n66oA3
l1hpMKQfFHMBcFNo2EJVTeh/C+LcS2s6L52aG5UWjXnKAqt1fhCmbknjfu2HKYIMytqjQL6LwCSP
1wAGGPEeANRGBgy4RVW2FUYgohlqvc5g3TNjflWV8oi6dhDT/hmqQRtQha3UQoTbn3uPZFYGD0yp
A6KjHGaRWPz2kKR4avt6+8OtmZBCdAbOCzwzE9R/c/1Y0G6LhufK4ZYjo4A/AIiOAjuOEbgApK/V
VHFS9U4an7y4gJqSt8N1sU+bL7cXcv2JLq1IJ820vXQgFLm5OlIfw0QBM7wAitKU5ocENYnOe0Aj
8tNto2tLE9HmrFhF04LoQwejRo+Z1hhI0HLj1drKaRYbdOkGWJpQhQUMFNA2uYI45eZcjRasmKz1
jaYOHPA/YZqUQjbi9nrWLEneQLyJKfnE4lOnHFFdGNXNWO7ytbb64q5B0wXicaiUA3F2uWvcYv3Y
VrBizUbIPPC6QOFx7T6+SufgdkJ1BOgeHFtU/iUrtVJB4WBELsxHB7D6WPFbB8PH9Lndsjx5n3nO
MT0XgjMiur2L12cKluHESFtRDYOQ3OX6GGVmy3rojZsJSMF6liXhmJnO9raVhV1ElQJZI3INsE/I
1WubmXFLcJudPJ0dwKHgd1p8yO0VGqsFj7iwIv7+zMNBoKbnCYAQJ811Nwl7qexj0lVbpV4Z5b96
IIrPhfc7HogoPaHsJJZ7Zmg0oG9hFkhsDPI9hwqTm7ihxaJq/F03j0X71quaP1kHPmIsY9gBcLK5
vZ3yDfZuHwVhoFiwqRhzu7QPMD2AsDFLcUtqYWKlIRtfpk9A6K9l30vfTUwACGw+OK0s6YzpceG2
XoKXREbmHRucB3VQ9o65cnUsfTcMIkJoSGB/8Pa8XM4I7KBLkzE9aVYKZhcn0MlTqwL/XK28bRcN
uRB6RjIPSI4sfN/ZrHF6d0pPlrtrqX1AzEggjueMZOUBv3SqoOGGKjroztADl1cU13HOBjU9ESN5
I3GRQ4kgXpOxuErYUKKHVpdwRewevFD6OiApYAqUmfJT0b8UU9Q7VThr3YGaWzcvt4B/BHMN6vfS
XxsKupqjEJbx/ET3UAVoBif68ovp/QSBNcPITooz+VbM/NndqTaG0p9GZd7XTrpzqqBP70yn3apd
HTb0a5OZ4e1TcL3JABBiOgWUHYibAEde/ogmJaRSUpKfyoid1ohrrkowWCIG31GdQC/+3S0v/3Vm
8krJnJie4gKzDAevPOTkNPb9fTrke0/d5MDfpY9OXu3cZOex8clL9mWlR4g4K850fQgxioluMF7d
+MimJl3cjZmCXGeYitNEfxrVP8BJ1nwloi2ZgCcB5geUKeSPJH9NIUI0eMCgn5qvdf+kPXwYnYbd
BP/PHwPiB5xFzCShVqk3ZXEiluUr9R0UiCYk3A8ZCvW3vWJxKZDMEEp2AP860jtwyojQ/q2LE+/H
Ayd7u2SP1FQ+nHxAtEuoydnAnQDcLF2bzdw1bW9qxSmZbMgLFr5Of6ikfi6mf24vZyE1gCWcMVGZ
wCNaLrg4EP+IJ6Lj09A2SGsqNCYYiFbyY9m3gTZlgW0iiSRrqLilA3BhWHq9z7HtTkoGw3Z1Snjt
D+VLah6r0dzRogryQQkr/CcP2jk0cPH002+krpBy7rzT7S2Qn8HCd0CdhuY3qAkggyJ9UZBSAcQ9
28WpHno/zsCoyj+X/GAj9JjOw4Re+F/Ye8//AU4GpFdauJNQ10FRBOdNm17MqjMbn1asQal1tA/c
0LJg1hjdQphuWHmCX9/rYpwTAR3tJaQYMpycloMygkkHtIFmf7QpXgJO6Kph6ppfRmVcMbYUxMEF
5uEiFCUvEFtdnsmaWk3dxDPDSSmQrAB28mRmVRr2FQkzBYKFRZd2W6swuxCTcMqudKGARWreHLSy
SPZxN+WhOzK6Muyz9LnRnMW5QsQAFZMUKjgGH9lUVwjpHoPepfVS2PRgUHKYKvJYs6cmA3zx9hdf
9HWoxAPKJBpc6EhfboWltcnYpzY7Odrj+DXhO6grBvZY79D4rePdUCd+OTzbzlHXWl+AZPJXeqzW
GAkXLjS08TB8JBj8gKmSHL2sgcuJCStPTYyBttmo3Y02ZNPKdXKdBAFDBcQratWoLF0JEXSaWeh4
O5Und4d20Ct1QnXlCy6F4HML0gEyrKnRZxUWEqQgqf5PMkfmiol357x8Z4rKCuZ+MOgBtLisS93y
Tuco77DTrHo+ujOm8pVsdP7T3LlT57MqNMleT1SfM0hQHSn9Do40fkdAb1v8nsqv7BH0DPO44d2O
48Vl6dteRZfltlst7AO2GEJjAGRjgteU9qFT+oyNGqZz7WyCqkX7T2WCczRp1uqsV7PKiJDoRmOe
FexsruBBvnTfubB6jZkDw9Me6txO5YZppgZAhG9666j+qNLXCt3xygpyEiqr4IUFh7qwLuVhHptn
zhLUxVXwVbmPM39UtGOefv+LzRSvHUFcjiK5qKmcZRCpDXFVABwRFoiCh07ud3UeZtDuuG3mvagq
ORZK1eIRDsIIDCZLSbXKPKIoCUJBPO/bKvGV+GlA7b+FAh/gVjx7aKpdNnO8YMvAc08s3QKDCBq0
QM9Bpe4es5c0fYrHbTcGWtX71Bt3zL3XSHNU+MpzZiFeCFVW8KEhemNCQ0TS8y3pOLindIedaAka
KMvFTGRf5WugoKXPCyyYEJHBiYNI4KWVyhvncbBNdqr593hUdykYm4XehPv79s5fF8XQExc0n5hy
AheaPBetajR3846Wp9r55AHwmra/XZIHE4Bo3g9OI07slW+9cN1eWJSifjZ2NEvQ+ji54JOrWVhn
LKzy33pdhIOSrhhbPKSgdQK6G8BrACElB9YSozBmk5enaQqykuNTvZbOs9e2YdN0QZzaryCobwYT
NQszqtOV2sjSYxEZhSBFwv0C8LwcIygQdyjDIJcrK5/x0VfT5IG4w7Z2lGdeTW+sjCGFMXwuxtYn
czuvXDtLzopThSo46Mz+j7Qr7ZHbVrZ/6AnQvnzV0qtma3vGM/4ijO2xFmqnqO3Xv6PJvXE3W6+J
5CVxECBAl0gWi2TVqXNwxeGcNZlS6P0BJnkq5Uja0K4pv01UkgWphBUrCyPtIlKCdwxEZi6d1TGT
PMsbUp/GhlrBYM/jvshaRXB1WnFVZEVwecLLfmli4+aSSmbjWL1en5j+msf3aSltI1nZKamycWrL
swYgIfrvt7fH2sjw2F36NvFKQ+/X5cjapjJbplTNqSCd7UExQvP6XhfRjq5sCRiAd4ApB8k6XrMy
n5MyliTanECQ8lXOgzTud1Y8eKn5IUQarByPF7a4c6PWM7upkB04GRPKj7N+TOh0MJxB4PnXiwWn
l5EyA4IIiQIe1GiUkCSmTdmeZH3D2KjtdLXRN+2YHbKsvlfT9nvXyerGshNR6+b1TRaWQXq7XLWA
6+chODk2wgThoPY0FYcKGpjMuUcmSMqIrzknORJ1/FzP52IOCISl4Ra5d95DehXIM8tsT4Xp0/4o
VfcAzQii2Mpk4osBXkNCAtUsvu26XRQqnbzsTsrQHAGAe7Dpd5IeQSC5QYnve5UGmvB6c+35UJjF
4w8XczwE0RV46flDO6iNRbMOU1Ybm2nIVE9iAGje3l8rs4cufKgtLJSRS6ri0kpvtmWu5CY7tdZP
yXgqjQqK26+3bazNHlpvVAtE4AAW8Vq7zkCa1KoNdso0xZdTCRdVkhx6mnsHU7V/kzoG2Ihubxtd
yVYDlw4tJfQTIIGAP5cjq4bSpIR03ckotIeqc4BW1PZOH7so/jSJEc6QcyUke2Uk8c0o9fvsPsup
IDCv5DGWrwDcAFg0FF35+F/MeZpFrOpOUEbwzTHAQemyPKDTm67dK5LsVlXvNegJEIx+ZV0v7C5r
cnZJkojdDMPYdCf2e7B9W3eJdKr1XTn7xn3yYgVTEoyoTmmuU3qW6JmycupejNrm8kRFPBs4dGFd
TuX3tv81DFsoLLujQgNE8YnuQKYFDhxfx6F7e+DXkXypIylgQwTIEOpk3Ek4Ir0JKaEWlstfhrFX
hz2pUdFk7kxpcNvUZwby8s58aUu9nGOQgRKCFwA8bOFk2tbRQ6e/lANoDCCCAWboqZHc+sebNjyU
NEZGIyycnyhCtkMwCtxMNGruCa1PqOvTuO9OatLvDQdsEOM2N94L1Q4nPRUYW3krLONGKhxhCfPJ
P0IhwmCB5LDoTrWZq79sbZAPyBc5EAOu5PY3m9nQeik0LueAgNyBuXaUycqetG1ZbfR+YMEMafv6
selQoooLQ/9By6zO3RRK91+qolRrEDOQwQhmU02f9KxVqQ+KeiJtFTmvi21SGUzej9TMILgrlclD
qg2liDGeV3O0gUNUkYpBLhBKKkjKcC5MmUNG1ZiwuK4cVNtxlz1oO2sXHeSg3kuQgXAHtjWPX6of
Zuwae98S5KZX49f5B3CenLba2Brl3J261zrb6G78pAYFOY7jz1neZQ0kLfdt4xNFcGG9fvdg3FD5
WVCgQG7YvFPXQ0ZYgnGzlOVebUaRy9Sy2I1W1H+ziig+CXbRMpFXu+jMIO+7pKxaBzRDp2xs3CJt
dipwOJa6J1bld8g6FuNLoc+eJGrPWjlfUeJA0wH+jQwrT96EfZrbtaJ2p7RQNY/EZHCNfo43t4e3
FoeBmMcBAC73hev6MkZIRtd2spWzU1Mcu/QtUj9UTXDTW0nj4YFxZoO7KVhRbMkxtIxOpvEq96cm
P/RtMARVEw6gLKBHAGHoM8RHjyq9a5v3GADs24NcjffnX8CdNqU6zDEbCMMt/ZDE7K6lmk/aj4Sg
JzrojrbWHduBfe2IiKthbRGR/4G7Lj3z4Em6nN46oaojtQ07SbMtf6kyXF/QGRA93x7fqhWkFJCJ
R5EI+dJLK+CoiZtabdnJMCp5n6stNIPRSSyAJ648lZHVwwUWBBBAZKK8cmkmavssqonGTujd2+jv
0PPyKk/d1y+a192XuuCkVJeNxW+8c3Pc3CVa37E6VdlpSNFya6QjAWvsyL7rg5n40ApmYd1K8wNa
CdGyrynlUTMj5IEUm3kg7EmDeY47HzkN+R7t2xkq2IW9z8ey38jJPGyohD5cXY2al4Y4+X0lz6BX
j1NRC9H1BQtA/wWvjuoBkAFXXPwTnj46Te3+VEh18ktrIE9dDq3yWA2xEs60jtCHreVgNoBWAwh4
6rk7KGCT/XnbQ662Ob4Cz6zPVmkw7fGvLaZZPZ2yfAB8XNun4CVpk3jfdSK2pCtHXMzADZGj09CM
zZe+pWQCUEtlA3a6kb/GdmeO4HUZ0OtwezhXh8CnHaSXwfe8JKe4mKxJJYmHqR1ODarQfq4Vv8se
jIB6PkGlKq3829ZWJw+kdv+1toz67K6qZrZRxrgwnUynjDzHzKVgzsHy3iJR8k/D8efAUGZauozR
MssdqiVp2jFq6HBCycFt1OiQF71vpbPg8F5fpz9muEO0Aegn08CbdUps4yta26OD2juJIO6vThsI
AEAkrC63FS4qpTIb6jTpMW1Zuy2VMTCb9jDYSnB7dVZ94Y8ZHqTFHJ3YPdpKT5360fWHwZm8PvvS
qKPAjmA4Grc0FplrQzKwNDY6lS1UMzLKXLMTaZEvUe0i6iGPhD2EdCTQPWg+5IJs7RA1JdE4nOSs
Sd4qKwKjadJGvTvIZh/owIhDhV2dfEiLibIIKyMEXRaqe6CiAHyJf9HnNVQMrCIfT0yinp3jIWhC
vBhd07cXbG2EIFBFpIC6BejOls84206JkmLWlGpEMiuo9ZNKJzfNR8VrEwyN2YCJF6LOnRUfWajz
0ckJuAYuzdykqjUFhyA0roEa0Qq3aVnlWnL2kSYVejPGbtrdHqHIHHdy2a2m9Zk5jKdhGDaONVO3
A3+AW0fF6BuRLTiXVzYzGtzhMMiOoGf3Cj7VqW2pJfJ4KvNip8v9FsWtfwofhVOem+C2ss7UAXxx
6ngy8286HXwq3RH9PYpE8jirHvhnKJ+H6ZlrlC0DKlvVxhPJv0GUJFBIAx2SSRCY+IsMknCLmBAS
7vivRcqTcwdtbnQ1KyLok7JXeakItcj6WUp9VJ3kUBWyp6bUX8R/gOWzKcAkUSs4Urg9cPUFnIc4
cZN2qS5VIdM3kNQmxEhcYlKXWMWxB9v2LKJc42b2PwYBVgFaBYqO/BVRl9FZjLdSFer5jvUR6q07
5JK9f+T3n0bAnAtOQdx2cVxyx/I4lyWkBbIqHI1f2niMKkDdTDcWgX/56/xfdpaBICMOFCSvRy73
cTKTRdPWiXPfVl8dL0fZTzFcxXPUrfqjr750ibBSxO3qT6uwB49ZblK431zGLXnSl/umXoXxiyQd
spAWbvZVNjdFWfraFppLbvMrgmZDs20mb9R9yja3p5dvhvrPF0B2CqETwBv+7SvPOoS+JAs67IeH
xkWXBP5oG8d9rdzNwp1/qN/T1+bbbatrrgrufPBoIDsIrOkyLWd7UkNuflAsyCjn4Evv8oeU6QDe
VF6Roiv/ro6nf3Y8fA5yoUAC2gY43qu7XTFQo5dirQ7tsXuu2me9Su/K/LVE0deSnN1Iu6fbA1zb
GkuziwI0OZBcPB5AqUFI6VRJE6qQbLsf1Int88E65O0kKlDxmam/xoZ+xIVnDBhhjbt3KQQZjdZK
m3BZt3jX7eNdvINSY6BsYpT3tuW+3tuH+NjtyU73ol2b3MV5KPtARISg/bg9bv5pcvU13HZV2pmA
IyVrQq16q6TMi+zXLLrLImtLTWlTN8YhKzu3F2k18/mAK7vcfZrq9hxNBuyO47jRUdUtbE9y3Ajs
3omrEM9uJN+JX+N8o5z6CXyKUEDsPCbaTkuUP7tpLZ+BrnkAZpFLwl2bZwzozSwqkU1qQuIMfmbd
ZaBjUkbmakbs6SJ2i0/WpStrgMwBywSR5SswiBNbnQ4OnyY8grTCbV66EILybrupdmjWdL//AO7F
Tfw4SDZ//U28j96bvclXgsiNPcOTfcUbg8lXXUBiBCnTtRNxwc2j8XDBDoNN63KTk6kvJjpiLnQ2
uw6Si+6cvs3G+EiteS9nyBPPd5LN9gOZgsnId11jCVATK6uhIZGJ1zAedEBoc9EVUrnQpRkKGuL1
uGz12G2nfaI8ZOU/BBIu6459jvhiL5IgNt/hnOqJPA9FT8PBvu+k0dfyOyp3Xjkf2nHXJfvbu2zl
1IA1YIRxToFx4zPLcRY+M2tQ676faUjB0rCdfUh7FqJU4fVOhg8j3w3QCZAgKOdwMdqgVUJoUSch
OlPVvPfJzgYHRM78XLXctPH7ur6PlOfbI1tW5MKjF6PLvXAB7i887Jc+k0qkdIxuSEIZkonB3Ktl
KE1JFVh9S+7KQq08qmrEYxp9oFAKFFxJr/wFaZWl+xIMT8g2QIft0jp4q8y5Qr9sOOVFFg6WAhiV
XkTonbLaQzzEpksmVgiubdxV20ILFR4tyH8BMLF0eSxHyflijjVaInDZDitV9ppIeRtpL2IBuzpv
FxsLkwkcBk7Kn7eRTtkIiv0kTJKgNAKZuJaziTZ6/j3+h/QNfw3nzNQyx2fD0YgN5traTEK4ypdU
a1xzejT6k9Toj0p5uu0tK+t1MSxuvSqQ8DLoSCYhdDvi+ov6Gv+K+oVk87aZta2wgLJRXFvwumgH
uhxTz+QJ6RoFfpF9a5np6cm91WzzI/o88mPRzbux/hCYXH6S2wgXJrnzLFZ7SSuMxSvq8QThWPSH
d146Gr45dZ4dMy8FYJdF45M8xq5pebP+URCRZtPq/J6Nm3PNnnatBS03fITlV3RDdsUdEESSIEov
v3I11KVHHSo9Dl5Q3FB7CrrcCRInIU0mNy9mD8zoMxGxyF8fR8seODPDDWYiXVlCexqOSbdq1W4X
HnRHQ4EtfUr9O4X5Cxp3dgsRuv4qWHN2uThaqcUgORHsJupHYs/BPOpQPHGLthNEr/9jhEiLGTag
DVcsTM6MikiJEn9IbD0O0lpPXbwgUs+Zqy9KBhGfgpRvSj39rLq08LTKqb0pKb9qrDIFZ//amBWk
hAFCwOmEpujLDUOQdgGwG2Mman0wQFtt94EzgM5FYGctdqLTEEktMOzg2sXNLXOa1KSVnYQGqemW
Veo3a9BFuIK14HluhItoWVEpmTYZGExLPszBq37WOoFWRObJae2bELL3bm/+1dlD6QzZdX3hOuVu
9IwSLUVRH54qP5LpzUGDlWV6nfrltpnrJy88UwWWFICT5ZbEa+fZBvo+MmdIw6r3E2urdKaXZYde
Zu70BRTZE8A3jyroi2+bXZvOBdiGngeQOaOb7dI3YohPlkY7wkvlXYLqROVZP8BvI1fQ8RY1yK/5
x7ktzj8GaEqRtIAtpaq9Ab0swj5DkQXOOSAMpU7jBAuOgnJQhv4R9s9ScZ8HKsq1ABNBmhUFOS5H
bOOyp+Z0TsPUBaRbcJNci73nP865Wt5PmQ0tkjSUm9Ybze+GUXslFeAZV8/Pcyvc+Qk4RVKa/TIE
kG1/g+L27qe9yQPT3d12LdFouJNEVltDkiUsRhI/6ww5E7mBeJioOLC+5H8WhHPgPAIqbtKnNJzR
3Zyyp0L/f64457WRblZ2VmG6IjX2yuSJgnXu9kSJhsB5rdZ2UDadMATkRt3JQZonFXRtrMUwFJxw
5QQdBhIg3EUeTHkJUW0sRaNYXqNOQZnZYPL93ohY91fDyZI9g0gr1Fr5AnJv9FRHch9b3Nb3Rpa+
ONoD1U44m/C6V+56IkrErx6z6NL72+LyRWc33FnVG6NGS3aYPErIqqAlr/6SHyffsFzFM0t0zwnO
g1W3PjPIzeUgT1ZmImUVKtZzTIqgae8GU2SEB/98xhnkEEB8oKJpHu+vy2GBW5u2DZXTUH0C0ZRy
lHNXf44Dc8sCciy+G0/6JneHr9m7dUBj3r7JNiLtp0/IMX8TxDMItaIlnwGcyuUn0EYqRhWaCWEO
baun+SfQg83RiQ5z/WTkIAzVXiiyWA/ST1SEXUvzb2+KtdvuuXVuAmiSo/6rWYiF9F3rbS8FG5rc
3NnDRzH9m4MJaXO8NZf2ABScL0fqJFUCVlJ92eKm41ZkKHxwN5iCEa1tc9y+kGOV0cF6pakIqh3c
AGotDU093TlOdpgmUWZ1bZ8vEM9lwZAo4OlMy46yhVAAoV2WXR1U4K/m9DKOgnTq4uG8YyxkyJDR
A0X/lWLXAA5rtYN4fZja/lwCaICmG515neHmg+7O4JPVklyw61ZPrXOjnDcSDdtcB0o2LKbvqNsM
key2W+ObqXyY8bQxWbKP+pfbLrg2TlBnoN8ApCqgf+aO4y4C9UeUOWmIW5eEZG4czKH92BSbfzW4
JT+JbjWwH+KqeemAYL+0q4omWWiNI55CWzBbWVMK1jy0QSVPyai5GfiRBlF+lMePfkYZNP2g6xE5
UmR6uJOnohQCoh02mYZTBxgc4rICsiXAMCFD2sT30zdJeWii5qBGT5PuqT+Kfd9s2o/M/Ao0heAY
/AQ08n5lftavwNwAlQnuayTbySlUZ9JwCsYvwLE+2T/mDTvFTwAY7FFF22FifBL2T23qxT9QoLi9
3Oqynrfsc0dJaluzAxE1BLzKje4M3/g5Po5+6g5PXemm35XtfHQCKQCuto/uY286lvt8Zz7f/opV
pzubBO54USmlqdzAz9XhuTFRINVst529ttip1iZBDSGPiWDi1w5tnNboJURXMjg/OO+r44ykagaN
wnzWgIf3mMXuenRlJc4mfhTpT63F9XNj3HXKSQcniQmMTYd0l31hwCpvRGFw9S0F+jb0LKJrfaEJ
uNxPqcKYVLE8C3sN0NjC9Ayz+x0DYjHp2qEmzeNyLdUcchdHb6mwV2N9W6GACB0dVKHxr0vzVR23
EW0JxughPpKnKvPLL9nrDL2Z7fDYxpv0AV2ib9UX6U16G4QkIcsb5MqP0XmD/igLZVp+PS2VKXNs
IGcKTcU9uPKiF0Lc5jV6jNBs9/rrtr+uXsBQOvykZEaTIo8IS2gNadeYZmHbjTt5eBru7J8pc9XK
dqXhuWs9w39mguTK6iaBo6KhD3XLK7UBC2nnunT6LGTv1o49E696yEHfdBSxv6/ujDM73GsPmgBl
3WdDFhrGizOjWmeDiirU9Xdp37ejIP6sHnHLG/y/o+LOG1OF00JVMQs7/zfSUl8jn4XzPQqWwhTq
sqOvPAStURZqFih289WEYu6ciEiYv6rIvTHZNLproAdkl9qBue9fRm2bE7d6odadijJpJEqAr11T
FnHc/5rntmcpzQNgphjoZvyhbdGD+eO2T667x5/f5wI5gTQK5Cjw++qdPrkOiCqc8s6yvuLFU5uG
2wjM/R8L98ceF7Oz0R4UAlhEWFLtAwKI27Iu9p39GFWmFxn7aLyPIeKeix5bglXkS3q9MkJmvYBZ
bUPCg0hkZv04/LNKvFxbVaJviDaYxX4zBdF7twEfh7KnL9Kr49vb+JDkbi6708/ozfquK658N21y
w1X/IS3rX3eUs8/gdoXa9+DyoviMmKSuLH3v+4e2EeVE1u7maI8Cywt6DpYb+mXElrIEIXPZerMf
H96s3eQZx+5b6kXH9in90gTZ9raHrgaWM3tcYJH1CjxO6ZSFpNoW+sIYiZrsSRvujOmhUoX3y9UT
4cwcN4eG1IJlyIY5f1bdrHeLJ307134TWsQz6sdWCCTX1gLMmcHl/5+9ymsG2lQ9xnwOXhFMT7hI
HGj4a/ZidwzoXsT6tbrfz6xxb4NKg16dKn9aq0PV073R7X8b3u/ba7Yatc6scNckjUHW20b7aljs
7EfAM4+ittVr2AQegOdeyN2N0B5ZlokGC+x9POIufjcei6AOMoCPyKbbMn/cTidSurfH9YlrvToN
zgbGheO5KPEsTuAd+lbpPfJdd0uf+oCqAZdADk5Aa7f5OkH75Ju0lXfaW+I122oH7dAAjM1+4kbe
tOn+RdbtfCq4ED4PjVnmNpY00gvYMSxQLBRMBBRY2/a4swAV8XlP4gvcoJkA8imRsjAFaD+JamQY
BBt9dXKBqkJfBaQ4kEXhBoIUD+oTqYOn3aaXcP/TD8Oh2fa/oMYbjl/iYxk6yORAa2xHw3rb/a5e
6bb4qgVdwPbMr+/jn/VWmNpZ9ju/4ucfxR1YWqSmcT7io6SHdqMGtU+9zk2D5N3wak/f3PYvvo/s
M4KfWePx25Oa1iD9i5aDRPdSLwWq7WfpFl7p5tvJlfzb5j5pqW4MjodxzyrKl2aBwbGg9Ifd+PpL
2SRw6ORheNce5KD7MX9rg+JgbJVd9FDj2MrucN1BO90u3nbPtjvupG0B2I7gu9ad7W9P4AtJaZ4y
LZLxXb58Jz1Ie93T9lApKaCEii78r+mOHKYXbVe+49F3MI/Ax1hPSWB59QeEwSieoV/jn5onP8ph
5kb3icBReVaqq1XiQjYFmY1UEawSOnLdl2b5x/LeZmRRDx9CBkWBA2pcxLYhFdboGYzJB8dNXW27
eVVc3c2Cd9FbcO2SdO58XNQ2jBgwjGX/5foHyx+1+nchSlWuxu1zG1zcZpKcoUVhcXBEzeRBcns3
c5PNtIn90QPpgJttX37f9qbVN+a5TS5oV1orGQ6FzdieNjWrvRSKSVWUb7t42tXRfJAY3aVDB/pr
9mA7yX0/RJs6H31pnraa0gSxYj/P7EESVTOEs8FFvHFimUMnfJnzhQAANwXajgXgcnQrT/L6ABoC
r+VBJNO2egc/nw8upLFhaJJhxjqDKOc07wDJeNL9YtP4neCuuHbZODPEV9PBXhSZMsPwhgAt/Efd
dbZZMLjJ0+0FXvVbBx1lIGNbyDC58VBC5UkqYhKStPVbZVtYlZeNgk3/efpcxco/Vj5n9eyepvcR
NSoJXZJKu0+z38qY7Cx75+DVNE7945jWbmI6ntrXXlYyr9eGXaJ4RTR5HSBu+Vx8HUDUVrJuq0XV
Zq47FPn0HWmkIM7aoLO0B0du76Im/+JAPqKnTXB7kpaNxX0+kHcLsQEIlEFfxF3ba2UAqrfoklCv
Z6/uWlfXEk+Nn8tBsBpr7mUD4od0EsjNrksERTfq40gsQOG6ZlfZ+QNtNykJHHmrkmemgfcjhqa1
KP+w4gS4OoCQDoxrDgD3vBNMeYsXHk3DGOC3tk82monbczULgBsCM3y+aop1QhlIB8O8OyR95k9K
4nVyLjiY16wAwrh0OqOFBZDJyzcBFpIpmY7EG4X/BEz+EJZqV9wBCMk/FpYvOPPmRnKqTqcopOZz
eRwq41DY46Ztp5eZidr4liDGeR6kVxWwrqDUCXQiF/Kjdm7mSUVVWM3BMZBCo0GBYNE4+ywLRpPm
2z4RtegsEf3aJBjBFu6xa+rTdOhB2upg/qDCWqqjC9mNIGMmmM7KHfAOgmzU6mpBW/a/1rgXqmLR
0VIqYBH0we/MdxL9iEQ3ItGAuFcpsJw2ZZKahp01j1v0kDsgyXOgRliMH8xILDfTdVGSf9UmZGaW
Xgeoe/CEu0qClk4pR6lP6Tw5udswa9vMm1JUUVw5JFAX+2OG80Ra67UaV6idNq16grjNRokjT+qk
3TgrQQP25AXbI42y4Cm3ugF0JDDQiwkZTh6dkqtFGxnUABgiG36Oxrx11MQfSF55BG0st2Pv6g5A
hhtoJURfaIJfbjazoipksjHEVNk3nga0rObVs9tsolpwSoksca4o6eak0RJ1GbRQKfFzG7uqFmbB
1B1Fmtar3nE2Js4j0ZbQVVAg+7REoK6XHuzSi8jzEP2bWHhmiLtsy8Bc6TZZDGXyNqsO3UwCIc/X
WmreBhvz30vERdyh6R2JzFgi0NpuU9XYVO9JvzXBiqh9z4ttaaGcZiZuTCePtoJFW377KlotxK5Q
ekFHBP/oQzOhZBoNihDa/DHHT6Oox0T0+5xTWFpE0RKM34/T34b8XXiWrP0+2BxkFEdB+K+ai6uc
nSW9TS1n6gqcVnXzDl3v+TCqTi/YQ2v79dwId1XujCKvjDr73EPAexF0AGX6o81+396qa7EcLYEL
uBAJiKtymD51Q2pCPSlsnTtCPlpVEsSdtX2DBCI6ilEvh0IZN47JsGmZM0wWcldmO21lCGkgOrhK
cZAy4QNjdWnOrHG3ooRYLALRfhpmCUiLXSWqOn9KYrTR5BAWIkztg0Im3dcqo0+z1fZLu9Fwz1hp
+INSUH8oh2ebzLlgMQWfZXAB0Z7bykqGBfuUxpI36KC9I60s4sdfXUskrCDoAUAXkkqXftnSZup6
swFgUxs9hELxYq6dXWjP+9sCt7N6Vo5dx2ABmOUvVU420hiBbWhwTbbvdd2tVf3QpYJwseJB6NUC
ASJePKB14pM2SpcoCzQAJ5cpeV1PjpTWj4zJntItvUJJvPvHW+LCHhfpLbsYm6aBPfiRm6DFw4rv
puZfnMcXVrgwnyQ5HigKrNTOnT7e5ex3nt4xU/AiXXEJB506S0vlMnM8e7nu6BqRG9xpSjva5Ua2
RwOZ/c+dG2SAIJ8Bf54GXblLp7g992sJwYsf4yafAfhmEh3nEs1YtinjdE+lJH6kXRVMWaq4KRiZ
NpVV/SY9IWFmNsCdafG3qdXmPR2ZqFX7uusWRNEAv5igNFlYknhODjM2Ur3IcRrHTn4szeYgx+81
ib5BaG7jJKZr1kjAa2jdnN2swnlpT66dbyqibi1Cjrk+vMmZ+eP2JK1uCCDCVLww0Fr2mf85O3+0
2OmKXMMcSZKfzoFxbMAQCwE6USpOZIcLplnU1J084XKV1NWhz9WdPPcu2AnBNa8c26wS7POVEw+X
gb+Hxb/Y5dwsjAFCX+j9dQGz6yMf1CQNFTxeRFYuvfV/qGXVxZRgQQtXjh5fifUSiWTU103oBnrT
EInxCLyMw0pmdNHYYt7UDKnZ8TCApOZV659ue4HIyrJ6Z17QJFZC+hxWoD87QoYiBBW2MEqtHFxY
E7wp0TeJph+eLKGhup6xGeizxraZm42G5U1kFMG7Vm7xF1a4OwJwMnapq9JyCTlY9uDpVNtG8+Oi
NwT2Jq9LD7enbt2x/4yKc2wNzKXIB6QoyhvdMTPrZ5J/r/NH2aRAcbcCh7s5OBXNL5frBGlDHblY
oJoyTXUVi4DvJHflV1Y9EHWhgxK4xWrEB7kkKlcOek754LCQ0SI1hLFBLALnJH0bsufbs6cvW4S7
vyPyGMsN2EQ/O89S0+v2WLUNRuR0cRpkhdX4MZh6vakhkjv1ZfaVlbIB4mqSB03WkE1sN6+jRgfX
kVLdVWoaebi9QFSya35PI0BWcZJo3pz2hYe943jzOLwbOWUgdC8hHQ9NC6vIoiPArbZLEy2O0d4Z
Ab0BacwXB9IYXq/EycMMUi2/qtB1Wje57ZYNiOaQFKk8fTTHUElAGaHLpRUo8SC5pd6aoGrQtM3t
yVmf/j9zw7lyYjegCsriLKyTwa+T3pdigfOu7ns0jgHchE48aNBd+hOijs2QlkU223hS4lCboJXZ
u4bo1rWW1sQq/7GzjPQsvpgst7JKhh3zUDhBHrmS4UU67sqH9Ke01yrBxK1GmjNzy7DPzFVzhkqE
BadKHl0mYLwSTRkXKiHg1KmRgt+ugBjVH9rD/HZ71UUGuFU3+641qwlzFWdR0GrP7WB5sfo4Zi//
Pztc4CpzTauhsYDSd37o2q0NRDC9k1XBBheMxuEiFquglVdomK7omd3bj+lXkbbiakj8s9bcjfF/
LKmvcqixLWVYJXWpjD7ZXfJj6KCoK5iw1Uh/Zom7TgK7oKlzAUtKvkEbKbMDvIvQbimLuqnX9/3f
u8XhrvNqrE0oncOQhbrsmLp9cofN495e/tXRoJQBFn0FNAn8ZRTkSwyrvyx/e3IAsJJMhl1pu9aH
KaKsWB3P8lzHX8hz8HcYKsVlVY4lgB/yFtdfVxtBnSXCka2OBwTfC/wBgD+ePz8Hm4GUGk0W2oOv
ofGvpJZbWMkiMtiYgnNx1eeQ/ETWGioEeK1cxheniaKiqpAUokWQpcHYb4DAqwo01ga1COO0GsvO
bC0b7CyWIR0/ZBKDLbt1gUxLBCeA6Oe5cKbOfRHpAyDMjCErRIlu+SwW0YquOsDZGLiQJjVa0Voy
xlCO953xYVQH8PkJrkar6w/CEX3pbAXFGHeUxSgx4NWKxBAy7smMlsNccdscuk5yCHGR23tn9TwD
wx28DMBgSFhxixLXTGKQswbyE8WSYOrne2to5G1MS8WPJ5Z6aE670+1J9yc21u5oK7UgGK1N6VKy
RcMw4D5Iwl+6RQahaTwyK0zp/CuLv47/okcUKgN/fp87HUw7qUvSAm7dgPu0JKZrlT8a7Vkwj2uj
QOvZ0lYJYS5spctRgMS0RM4TFcF6OOZy03jIVodd9ziy3C3Uxi2h3WRVQLBgQUnxlDF7MxidOxqP
FiTpbn/M6rcASA9p44Xij2e/Y1VmRmOCb1GgweQjJ9R4VZ4/9FT0FF41tJCsALJvaEj7Xg6aVk6k
2vmEfp9Z/Zij0gm0VGJ+in0X3B7Sskj85dqESjhIY6EXfk2sUnVjUlsMDWcVee5r8NxOD6W8T2bV
o/S1QivjXAi24VpoxAwqyBFBwAvNoJeDM0ZGxpaOeEmSeFPsoPHmJpk3xaoXTbEbiegPlo12NcIz
c5ybJkUH2UlFQX4ttfaKU3wFbzpABkrjtnK6/xez+ccWj8jo1QqMAD2GZlcvaNd3k6F1S2d2x5Om
PmnJ7Mui/oO1BhOQj+BxtLC0O7igX85m2TVpNqdozyzHjaGQYwW2pPxkgwLVdgo3z/zkaKYPTToI
9sLaqWCh3fVTs3phCeDsQq8DklBIbCRNGv9GPr7zpKFS/kUMO7eyvA3PjjY5c2acbhid0We7WsMT
J9vMEHS+vWxrLnJuhbu2FbkzySyHFUudvqsQLVfnA2jJvFQXwVzWNvbC7mviEQBSET7BQeEciS7j
uRwhXbCjRfEDjcqylybjv6gBgN8Kzzb0d+Jiw1O6j41d9NHyRjBnuwuKGcoeOW1E+narXvDHCi+C
qk6xJWk6EjaS9qHjTQ5aGIGfraZEgTwBcQnwLjZ4fS5doCvR/Kh1qEwZTeAA7d9tqmdZum9it9KO
TvcBjdfpF7rhjek1i0svn72i2qsi8ZK1u8NC/IteU7TMAqV7+RXaLLHOamo0AZN9OsSbpNo36X1v
ThstEbXnrrkj2g4/NQOBT+GXTrKgBla3QHT0UbHtqfdW5BBR7EXaZ/9L2nntxq0tW/uJCDCHW5Kd
pFayZHnZN4TtZTPnzKc/Hw2cfdRs/k14/4buDHRxppo1q0aNseaHP5hZrl0gmWlhiDOu4nMb23pv
m/+KX73oKd5q8lm7Yz4aWhzioVM0dFu5zeLf1VdMxYP9aRJ2uudutResHS/KzHglRILmS/pylcyw
nkMhfP1T9QqB3Eav1+oe+PDri1u5AmOQeBq/ns4CsOLZ0P5ByMM2tK+Vd7ztkdYGAnmfRn6aYJXn
1+VAUiGFZW3u0M6G6pNeaki2NUdN+PVfWKHSMOsqaQjrLhZmDPjVBgKgc9pEUKfaav9qjFs87as1
Fmq+oK1EeaZqX9xQaCGI9ZAArhmqXUnRQilbV7PeYt100syyk/FopQc9OMByYmfKnSAa+9vDXDtP
szg4f4inobx0OZmxWEWIZzOZRhW1NIlb+wJslhunWWX7gh/8dfqHtCvd6H96+OlqW8zq1ML+X1g8
ZZqhdLoGoseyP86JE63YCDeuB4YlLi62PLTnEJBdDmxqLcMvUUo48wAMYZiBZkYMq91AQ6CnHm5P
4vWOvLS12JFTLbV1EWErfdcTe2IZ5Q0L66MhvJ7bz+FIXRze1BSKrNZ4nsU9aM9IUqJjlqe13emh
ZZtGbP5/2lsc50nhUNRdCy5EoMPF+q1kvzlhm4wn6xNHchwyKp6DS9Wrpir9vFNHXudC8R3s6nNW
J4+Cn2zxJ61gbGT4McC30AxqUaeb3deHWMnLzNTMfMYjJZkt+4FjpKKN7pdb+hFhfGPrVnRMalpL
6u9tcWoKY3d7i6wt4McPWBx0IYW5e5p4EEbWZ0l7iIUHZddvQfVWAl6GyauI+i89xehZXg5TzGpV
qHlUn5Nw11SFTQk06CPXL1M8Cy1ACCJ2Wmar5U77+2LHhellzJv7iunVcy9ZRi9ecgC8IW0lW1a4
TihrI2/7h7TXgMTzcniw9adiMTRMYivsENMyvxb0wVPpgBjEDcafw+iWWufA262wom0M2Zh3F6Xy
l9truYLqv/yOxenQk6Ivq5rviN9/1Y5+V7na+Yf3NdgX79ZduRfu9Of01Xjz3Q27s3e8fK5d2l28
98sSyXUtYxP57362y1RnxnkUtngq5Dux2dFzlm3lOVdyNdgkHwTpxUwKu5RNFK00772Mk+NnDV34
qlMPNhjr3YyF0727tittpT0HW3qoK/0Jl3YX/luvmm5KJeY4t4Xcfur0Q+Cqz+Vn0JhEe82n0rQR
1Apiu/8y/tiY53kfXc0zVJLkw3QYWpZ9L0UYQ8Mh4G1VAVWv6qfVBrsgGA6yNezbIH+Imuw5Cfey
1DHw5JuWoUJx+xNmf3T1BTpRPdQIYHuXVCNV0Xkl4rvkj8b+Uaxo/7LqH8RYX0oo/+tO/Xrb3Krj
mCVhgSGKtNYuNULaKS3Rb56gBxBzF6T7XSj0vj0W5iftsxk5tfilGhCMKw07Fjdme80zsrf0mQeB
e2DJhlMZJUXtVqaE+cRezp6UbJdstCmuzuYHE4u9ZBDHeJ4h4f0D10RjNKvgn9JtIWydcgsseP3q
Y99+sLWIBVJ9UvzRUElut+bPxlLtUBI+3V6t2YtfbQ4LLSsQJ6zXMlc/ZlVHsovNMREVKo2wo/iU
d/CqSb9C4cEUWsQi/zrmZlSskG5okNJxJvikD/enok8jak060ZTG8de/wfEkye2Gf1tdpg9G5v//
YCSq8gJmfYMHc2rlu8jS/V1nifZUx5FdGE1gV2UabNhc3X10iuDjYEqiwnJps4pM7o9Ui86D/J6J
gW3G78bwLQeEeHvN1sYGQTNPLIRhZzaHSzshxHEog3HABkbigtLszqOnda46dWij9/G/sD1IGzZX
ffdcmIYHbY49rmJgL+jG1OJO7vX78sswPusBDQmh7yiZ5QzJnVm+pMbGWVubUMRU4dZHIh7owGKn
xFnUdYrJcQ6gYxIcLyIFLTyr+Zb+4OqEfrCz2CxTrA9aomOnG6ofYv5ax8HB+gJ55X4UPGvDHaus
zvLEQbIL2nJOBxOAXK5eORV5LDRhfDa+SNArbPGGz5vs1s8vNodSyPKQ9Wl8Lqdvve/ZBQz4hfDa
CncyyvXj8Ov2Xpx/7pa5xRKh2CYAfs1oJ+s1O+9fTKjaNkk+15zUxylbrE9tNUGZVDMwsLPgqXr2
+sSVhhdtcC1zF/tAvsqNWtz6dv+wSouznAnNMFQZJv38kFXHyH+HVNfuyDEL1ZemPkjaP9Gkvtye
zNX9/sHoIuQuoLYcUmSFSHzAxyV9oiPHlqSniVzObUOrERGJGySCUVvjqb7IKre1HKOVmsfQxh0q
Hd6xJrH93kJ8pA2eRiE8hJq+G5ByrOJTJ3p7KZ12+asGVdgk5vcIam/UKta2EZSQJo9SGqyo5V4e
ikFKGoS4qvg8ig+G+pkn4mb7wNrk/kkpUkpDXHU5ZFWwVNRetfhMTsKWut8z07Vf67Ysbc3u2nal
lEYCDDUbHc68y8GIcmYJ5aTH5xwKx+Dkd9J9k/n3ydz3nd0pU/zWVd9uL+iaU5l5mOd/iGovcQqd
oYxirahoXyqDHfEm3QSgrXSLz/S3c6gACA13vHAsVWV5fVhSFDT9J7rtnUh4mLtEe7dPv033UkF3
lUJpghepuKv7fatvHMnVIRI3/FEHmJv+Lme1DIShSOdHYdya2T4ohM+ZhZDa7Xlc24c8dv9jZHEC
1SAcffjxeBV62V6pYrsyBmeb/3XDzB/v8yE68evSakyFh1BSyyd/eCE3edzeh6tWAFnOhOR0tCxj
u6KwUOYD8XOOJho1MgkAbplJ3wWr3aJ3Wrt0SCXRLAtJ8txod7k2hdVS+DSJfAohcfrEOgQWtXYV
2mEbL3Roa19EIGBLjHD1RMO0Do0n21Fbqq37oUaJSpzDg+o0CsZ9SfNHy3KV/9XwZvEG6ChFGIPk
y+EpLFeVzcMDdH+MFOMIh5YW8bgJlX2aj+gRbIVbq0v3weIiKyDSNhvkGjFyGY8npTy0I5It2kZ4
tbpqBg8Mms0R3Vg2bGlVqXhNx/6I9X/onan3mneS+vey4PKpnm8frNXTO1eWFDLUJm7xcgqbIKlS
yj6kdIy+efZTWXjK07Ld3bayOiIT6DzPTjbjMiWs6bkBSovYqiXLONc/xt5+bGs4dG7bWV2eD3YW
G0KsjTgcTZro5d1X0d7wQavbmiaSmYaUa2oJo+s0v83LwCSvLdNlKU9OM6jIZD3n6Ua4oaxdVHD9
KqAE5vYffbnLOLWTzKPlbNa9+bURYs0dvcFywM4Ed97crBpNPmkDfzpHZSQ7EGsEtqq2+n3RCTty
77orJql6LAfpcyBIiCBlcrIvrCg5SaNCr7xXTG5dRfWXsBm0PTwVom2GZEjzKfnUpVVvG+h+u2og
F09dxHf4QyshWFKExyHpQyfXgdyJuT7uQP/Ehy5Pg3ufX7aVCHAUikf6xtSvPQRm7SgeqFDkERdd
7lJInksz16b4PAjx69ior6Qy9JckVhK3LPzgayBU2obJ1XsVhDMwDR5XSBctrpzK1ws9VAbiktGu
XAlSFMf6Ir0ZX+Jf4s/0X8lwo8oBQXd7B6+P9D9Wl0XJMJViUYmwWri5Vd8Nxle/+iUo/qnXPt+2
tHbyIXm3aKmkiAKhwuWcxhr93nXOnKolgMNKjN8qr9yaxDleXT5DKBv/oQKAGGIZP5LjqqRWGGMa
ouTj0HyJrepZBJ5kDYfSOqZZb4tJabfh2+2xrdTcuNc+2F0sXsivCh1qtecgRyy+F+PPkxSWT4Xm
iffp4GcvfuZHtL30o9ubmnDyZOmfzJcUdxjT4gRkYEvtZPXh8uGLlrx2Jii4UqA9DA0luzgbP3xp
L//svot2m7tmvbGL1lwV9Td0N6kB80ZfDF+oa6lpA4z5ES171SlJaf5Ndy1zfXui1w2B+CEJQCli
WbMKA3WMLbzuGakdkeqD1DS28T34ddvK6qEAswjdB/JXyEFebtV6rGH/rPBDhv0DQjnnblO0fvUw
fLCwuDjGtmq7DGAW1T0FDZqX5giLyVHZ/RvYoyu4JvxBt4e07l4+WFz4+EQz4qjrO0iUjZ/VjiRf
orZfhaw5SsER6DSpy9F80LrcVtAHMBK7y7aUf9Yu5RkJ+r+zOs/Jh2A38VttHOZZhbzChU71FB/C
t2Brh/xJK1+5gA9m5jv7g5lRKFMP+WZ8N17URjP8gPbVIbT9b6T47X19pmErdL+QB9xRBnDLk//U
7T7/mnZbUL+18ZJ0oyBNQEPbxmK8ndJBWCJ73Krl5ESw5lSwiRfl+6ju0lrnZfaXCrvACkAVgmFA
6UeZ4ZuL2Io0YahKaZTQhowihiWG/9Jg+ZjGW2mytajH0ogTwHbTHr+8HccKGAEAE+zUL0Nxp5on
6FVvb9cVEzOtMLOmz+mAZZbRqKckKfMefcyd9iW5D7YYd1dOuEQEr6FoS1M8t9HlJqHk1RZhPiRz
3kMFNXAsOzQiHdnb8Fer4/hgZ7EktdoZmW51yTktfoOxhg5hE42+4hKBk9CBz0DoBF4K5vphHJuC
PibnIjH2Y/cwt63W4q9NhPXqUHRrBjdT7daXTe6Bbwli0urJuZcOWv3QRzuAOP/Fqn8wsfC7vpmY
QxVhAuRKnd1hAg782ybWqvYzxgtYjDzTRy2bLMjxNkLSgsHxDtq9t4/2XNd244zHfz9v5X/WooIL
WwsvTxq9U4IaW1H02ejvlB5WcECilpLbYuBmugt1dZXv+uSTkvzcSmEoqxvjw0gXHj/020wo55EK
gW39NBN7vPcfu7P4edqTonWS+x/SsXGH+2YX7lu3fY2c5Fi6+ef2gObx/bhXj9WOQkI4E7e+wjS3
6alXgrWL6Vk4yEyvCiWdp+ddcsXdYE8nGWuGo9uV47lf8mcRmpd3yw52t/fA6k7+MDHz/3+4IRDd
maKC+Oyc9N6h0na9KB/MaX/byKqH+WBkcfKHFv1qvcCIVrwRXqfCJ3H4IjmjtbGh/6CpFvfdxSwu
4uohNHNVm0cjua1dPrZ30t486Y7C+yF3Aic6Scf4sdhPrnGvu6UjPX6r76pTACPfQXGhTndFV91D
4ea0r2h/yfvkRUKbNjiOts7MK3bshvttTsx5bZdfPZca59Qz9+Myi1hY3ljKM5AVHfHqOE7u7dlf
Kz4D5ePSJc2oQQG8OHqBJ7ZGIiCmUNDQr9hTuvdiOo+b9zrZ+aVdJLahp0+psXFvrZ25j2YXZ07W
hTrRQoZlRMa+GWh2iQf5LOntd70LthRLVwIMxoia9py9nxnVL/exzjb2FY0xxrJ+iuoDWTYp8/fJ
0dL2tXG4PaNr+5m3KUk9IgzEIha+WQ09TyvmvtS6qpxIzO7Jbe/q/CUUB3is/z4jNfcr/MfYYvXS
BOUGrwO2rQTjo2bUD377VTc6N6xKW5Tifa9uiYmtLhxK0VBmzNgIc+ETTJ+cX5HRdBXVQPvGooR0
WadfKatUyY7oDTnens51eyRkNcQqZB4Zl2tnRVCRWR3tSr50+naKIuK1odh6Dc+7bXnISGFQTKFO
SyJp4YPEcPDleu5IKqR3sSj2HWkbOXyVy38C9dS3J18O7ITWXyP+VarHtPpye4xrfvaj+cUYxywc
p8Qr0FDwdGC7Odkrb3r1y+rTbTvz6/J6mFTA57Qz2Z7FoSvgPvJB1tL6pXxVRe1eiZpjlb7K5vdS
ek6idNc1WzQT60P7P5OLo+eDFgYAAmqKfonahWLtl9qA8Uv1cmNsa8eOest/xrbYl76SCpOUsoRj
VB0a3XKLsXtpzCJwFL20BTQGbs/lml/+aG+xZaZQ8GgKm/clTEah+qk1/71tYGvmFptC7FtL8mYD
xZvWBk6Rv6rahhPe2g+z3/xwv5cRLRpdyb7LWuTJEuhgW2458RniPSVO0FX6rYDxuj2s1XWSaDHh
KIuohS7WaSS7KcgKIOTieSCK8Z24P8aK3RTfb9tZnT4ShKSDeRldsRh6pRh70wxhi2rjx+h1seNJ
3sMwbFF2ru4DhffETOI29yRfzqFWJpqZNTNcbfist0dBe/0vxgG9hKiaaC4gu335+2HQ5qTEwBv1
UE2lGsgVcKVit0U7sFbgpjPq/+zMe+XDXvDEMRb0ntqGIGHK26cxTJM07/8mDXfoDRnYTKk6SWV+
pbuqsbP6WYtBdcvDOWUxfbpjb497ze/LOGOyyvKMul6MWxGGcoz7uUJGrlA7kc6fYtvcEgJat0L0
iYAZNHxLHSABTWFBmxg1yOC6+NHwJFT7ZzXeiD1XNyPUcv9rZuEsUl/vG2iVKBzBmIjAcTzQD5Rs
4RavjjNtkrzRAXFRcVYA614uoRrUQV3lVXNOkr1WHr+N8cE71go8a7tw69F0NXFzSyYYOIBpMkWq
JaRKy6dmGL2mpcIn2IlkORaopnSv+uPG3Xx1vmT6hBFYRE2QI0Y17HJQ3lDLegTc7dy03Tu0Uune
QoFsw4i1MnV0zbI+xDQkhOTFArXyWOR+W0/nCq7nztGVkc6mJOvUH4mXFI2rRUKmPA6C2SX3cNi0
nywlMK1D3OmJ8ZB7PCxss1LMieqtFrRuDdXKv0pTaMXO04zwG6VQ6S33RHo7rcFq6LusW/VRgZqv
dUtBKj+lQGdKnGBuvedDoPzOx7z8qTXy9JREZvyWxXL1kjSjsEt8L40cEhzFayfTwGS3Sp7kbjG1
/adobNMn+B6pF0WGJbQ7yKjLn3KWxz/S0QvfIi8AgE/GNn/x4klN4CLV9AelID9MH3gF9UxZhcE/
6KCKpe3R3WjYedCPe3mqO+tARJFo+7TL4/BNzbOABCjtiQ+VWgnqPghlAfZHTfmBiIHY2EQZivgg
lWHy0nExZ49ZKEgpWJjRb3ZB6akiwum98OaLYfzPZHT5t96ojVMkluM/hGlcPmLUZjlYucr8nkXk
uHZ1mneSK3g58Pqka1viI7kT94OpRJKbalIZOU2TQVWXBE0NSUMr65/rSRlaMiRR7oELsqzvQZhr
8bEdxshyvHYSXjoxAp/fhmWTu1YdSAC5y8jy7KnT+q9h5ufTqWXudFvreqU5jYOfbmUJ/0itXYRl
7Dqq8nPcOfMl/8nEfHC9CMsFEMUO/ZnOu2xwpLHLa6QpdThxxckCuuVFhviprXJqBrSEhq/NLEjI
hCiZandtzlJIpUU/njJK6XcPBnuLSDWSz0QPTLomZVXErJCrcuVCR9k8AXoAO5AepijAxkbzYMZQ
HNjhSIDseIrR0cwuyuIDmaF0VxVT+bP1oAxwLWlqfglIycZu1pnILZo9vSU7CQKn+56X6qsRpqlw
lNokbfdGjf7XobGqdnSVJBkyHpKy8Wmoe1F0hVHzk103TGOO+lztT4XdlkiZOllVmePfXiXML/l0
MCqyhCNZVm2jsSuQcx57kJiF0/QHXQn2XflLSDL39p11nccCKIWcncheohYK/+alszKFrBta0R/O
ZuRLtBLqg21Ztb4fo0LcZWlZIL9MCwWoElMEmYmnaD1DgMcPECCvc3/Xq2W0dS2seFDKpcA9uE7p
7F3WSwdKpXqjpgMUSeXoKAaIk0TXf98e+lVYB3oLSASXD49RMgkLBzq0bZ23oTpRb9L2JorCgdHc
tTW6Yvn4y/L+mjEDc5oICyY6JUCHlw0v06R3aj754jnXTe2p9dRobxRs3rSCkz9PJ8NBkV7c3R7j
9Z03G4UyhXfS3OWzGGMC322P+uYE62dk7bS2TY/ct+2dVqu5m0MUthEqX0UNfwbJktHHzFN7SbbQ
1UPOogbiOYhCeJR8tXiwOqFztbETNrBiczR16YLm25XW7pkylRt93kMfXJDRE+FWciRCpuWNJ03P
vsuN2R8GVEEc1Zumx0yHmySRhHJ/e05Xjgzgb3i40RamPYwA+tKyKGShn8vKdB5oSrRKeSea3ZG3
z0sbwaSmRq48vHVN7EzKKcyBd4aTFdiFF21EaH8WbzEDvPwJZFBJgDJuuaPQnK2trsmkM1kd0ely
wivb6HVkSoas3AWSZOzaotIdXOXgjFNYOFbU1fs0pICmaoNvp333qwwN1WmlJrtPW1F4EMVp+tz0
gPvkIK1cWbaSU1YN1jErg+I1G8vGHrPR22dpVD6aft5svB2uTz6IHpwfi0dQA0ndYm6LUC5quRXP
yjA+FnL5pSkU9e83KT065LnAOnIglyjRYgyrlohmOE9+0zyApfZc9nP4A4lN63h7r1yfh1lkmwZC
KnY6DRiLJ0qqdGEegNc+53GJpojWjBAVwAKiDs2wcR7WTIH/o3hHCxA3xnLmMj2PBqKHs6Xt9N6p
vUO/Jax1HXIyZdz3vBq5VqHIuFwcuoEDptVS6PoJy3u5qced2Gn6pyxV6nsiAjhVW71xtEH3HQvF
6E3gw/wcuNzx8wfMjT/80Wy1uKwqK6k0xVOUswRBR9yPtmdFMOH/EFTVtcZdbRYHdartQuz3nZ87
2Xi6vZzXFSZuSjqPUAGg/YO/hT+lK1QBETXPgJq67eDvYsCIUOncGer0LomfS6k8ZQY89oL5JPb0
24b1hkdfWWZCLzomsE+Ndil1ULbYHzsJt5en3edKUvO7yEhMFaEzj16D2+NdWfA5OpAww3GBhPhy
wXvFiJpIbcRzKirIWUXGNNkmbNF7I677914IvR3to/E+M6IU1iC6cG7bv76+YDZHnIUsv8ymW9Ji
m8FAFmzQxXNXS9a9Nobdjl1eE9PqybcsE/IN7zOPZ7G/wDBQbKfgyk29zDZ6kiBOpaWJ5zCL9KMh
Zdmd70EKbPpy95zEXvooeL36ZOZGueHMrzE9MvPLPMvwPYOAWUYjcuKZvdkx1ARqUS+3XsZofM+F
yo7aHiCq9YKc/Vsdac6kbhXrVkaNaXrQ6GBkoZc3aeirwWAKjLoUszkocLzuK1lJVY9po0KCqj7c
XtX/x1j/z+C8xz9c3UroATdqMWiVvS2UX2Mz3tdK+mQWgq1G9V0YhHdZWWZ2b0gbtleOj4K4MOtL
LMaDYPYwH0xPcQLHiFDKZz01U1eOfcmJ0y5lV2vxhqnrqwy6MsrQ7FuNDfUHmfnB1BiSCFPKTD7v
J3sr/X+tqg4e68OPL++wsGj1gRe/fB7ynEe4DeAIVQv9YfKSf8WwfmzGzBXi8lSU4ad+Cnbyj77v
viDhtfNFYefFoh2Ikz1Fv+Vy3Pm9vgEFXjm4cGDAKk5ym2TIsiPWHHWjiIZGPmtIN3V67oTltyjr
nZnj4/Zmml3+4sheWFrspXbyUy/rsQR7YyG4kWELz0Fy//m2la3xLPy+mIe6WGq9fI7jzhW7h0Zv
9uTnC2tLG2rVEOSteHh4m7VlwKAXpVUPXiUjOmw99tW3CIImk7YrTdogYFkzxAUKGTAYanCbC9eu
RcMAGsSUz0mUAFf4nhf6UVH6nRAbG5mqtXMwtx9xbZGrBb90eeQszzA6TfUVVFGa7Ogb6WfiiO54
e4FWbma6kRkPiD4EB656/SVSwZKfxNJZqT3f6c22P9WJ5E92hQK3ndNHsNP1oUbs2yhOY9G2u5Ew
9KE3reYzeuTdxvReDxqs1uzJIaji3lzGsU0gqF1QxeK5ruUJjbSpPshl99fcdrx9eEtCwsj0AhNa
LGIc03qtsJBn9KJPk+49IPFw8re6cq7vBwJYXKVCazlZiSW6txlTIaabV6IWXe+aNN+XhUYWb7of
xeG7V8LGtkXtdb054UKTmTfgYYTeSwRBqlq91dGkcVazbHqBdbpz48zT70y9nc5Cr29BxlZWS2Od
COzAhTPKRWArkPAx86kirGvk7D7I9frc6UG+5auuzYBIU2dOW/6hn7N4OEYVdVJq6ioC7armNuiz
Hfrc//vzZpDlogQxn7m5BfXyvCVCFXdBjZVATTU3hkHbztvU3DjV1xcpVixs4KPILGjLi9RIM29o
FBXKf68883SUfnD2rZeyrpXd7bN97eLZxlgjxafPLcILB1Kn0hRGSaSdhaKJDhoiAFximUiHjqwc
xqgb3wOh3bq918YHIwrcpkSCs2bx5SwOnuGlWd5o57BSu9QN2iiai1i9qNpqnUPwdHuM11sD9UmE
lfD5OEkeN5fm8mxsC+SR0Z5MS80xu6ndt3Uj7G9bWRsU6U2wEOw+S1m+Ea0i7qYSEqSz4Wc0aDxZ
sX+UItm9bWVtvXi9wy/PUYK3VbocS6oWjSY3qX4OIRFzuk5NTnqCyKTp5cERAYzIKc3O39gkK0ND
mG2O3akowbK82PW5qg+d1aoajU5F55rQb9zzQizsUbKaDVMr8SsdtQacYoyOUS4XSxmpI6qepSGt
YCSHPB2F+wTS1qMuVe25NSr/lCVBexwFXXHUXo5oExildmPHrNx4cPyKEFaCNQTVYi5OYDh0vth5
mX62xIxXwXDXqP5Ozb6CsdQzyc6lxvZ1Khe2ArnM5qNhbb65z6nw6tC3AmK4XOSiskTfm0TtjHBT
aEd1MNDjM4La16ViY75XTfHWpn4HJIo3yqUpfxAMoW1N/WzqgSnea0o99M/RGCYyqgTdoGxwjl0f
RWAmJMThygBGCk7p0lyaJEGJjIV+FnLPe6sSo/5VDJ648Tq4HtRshegAej2RmGW+Aj+8DmoUkfCu
on6WK7P6LneWsk8Uyl3I5NRbRBmrIyLOk+kAm7soFwcyNwQtSYTEQPVhZlElb9jn+z63dHXjUlg1
BFCCYi5MeFf8XFJpQjfUsVJc1tl74hnpURTEYgNB9gfHexnzz7cbdQH6DehMMRfjqSMKPsgwemfN
t/J/rCKF0yyqUT3vq+6u7TXx3h8m6S4bhHEX6YayjyMxPcAQ2n4qpeSkRlHigLVIdkZUegdT6NRv
YhM3X6JiLJ5Q+9Ldrmrifw1KixuHdmXV6RqA54ClQJllyVlq9BVP/7D2zkaKdGTuk05FOudVS8YN
H7ziozic7C7uLuJ7mlov91drDFRgNdk7N1xfki2JQfCPzl2d7MibhD/LXC/f1KAtO1cBvpjtzbjP
37tYk7aGfM3CBQkGUSN3AboXPDWWV1siAziPAhOe1ihyi0gc3iohsBrX9ON9GRnesZMEDwpBwrqq
F1AYHr3HMLWqpz7oY0TczXe1ipT7BMe/8UxdWQ7CF+Ix0BpsWHMxSaLUdlbT+ubZbPXxTQdpZuep
X7xMJFs2jsb1pchrjs4/aL5pkIVp8HI9mnbOcmVF/NBbqaOnP5UGlTdIH/LCsje1Na/HBTM7SQca
OIjbr2ReRsWvWy030ofcfNQtGEgmW9+Cw67YIFwhO0gWHT+1TAYzFKprsRw/TBmV2XSQ/lWlbnJ0
n5zV7Xji6jWgkKohgzLTzfOiWhaxlNjKlMDPkweo8+WnJA7n1GtgOBCIRnccnS1Kpqus5wxE0ZDI
YQaJlpY9MIFopHlLdf0hS0X1dSTN4nZqa0DU2EMg3migU5rJlQLF+iSLQ7YRo129trBO4E6eGf9A
dWJxMbSl1yiQmeUPXeyrD1E2TbtCHoZDHTS/YiEIn/JArJzAiqXX29N8tUNnwwS6CtEEd8Wydqe0
qeJPMCk9DCiMTrai+IUKeMHzJXuUqRftoRyqfkUFvEC3DV/tJAzjoMg089aj7rM4haEQ1R3dyMVD
O9GYNhBR7thOIWpsfbNx6167xdmWNpPfm3hgYEeXxzDSskhOlLR40ErkX7OqsKAWJUxDF016ngIx
+D13V955wOOAkfuh/IwOUXa8PeBrQsD5Kwxxbj8mGwmdwuVX9KYfAGUoiodJqvRXFZpWaunDjF4w
FCagnR6ifsz2opi3AOharUd5Kh5fxhwKF3jX9LtG0MCge9YP2Z+y/WSN+0GvYE+K/x6U+OdTqThQ
eCHRtvTeRdhpVhFWxUPsob2QyOZjRpR9KDJT+XF7Vq6CByzhh6lmAmum5r54HVP2iSVd0PKHyZJC
t9Q7ulrEYYsx/9qZzKcLXTQV+rq5DHg59aFZe2WolwoVUK+Bz7PLZLK/lU6fJqJlvaNnjTacbo/s
eoMjgamgXEIAO6c1Fr6ft/iYcKr1c6lO/vSalfEQ2Bn4IrqIhzwad39rDnkHYG4zxB4Sxit8Z6v0
U9MmJuSvLUArg6qt+YAkrgjlmxj49V+jNWb4GSeKX4CWVVvmugq1qkthNI2zL8d0vHqiGXV7WuMC
fyMyv55H+klUbEjcn4R/i8PLlpmqOAvN8wDEz6FvDs4woGLxa+8FWujcnsXr7XhpbP7/DwE6GTxY
QjtigxZ8j82LKrf1IdpS4Lz29jzdAPGREgJ9c0UbbdZ5MKWdYJzDspMPCG90OFtN6uyQBhq77w2C
Ba1Rc7tCXHMDZHTt8AlDyXhRiJmRFEtdHaTtxqrXAus8mYMLg+R9ONAOFNZvUycdSuHtr+dz5uyl
sRREMCQBiwe634x5HxEhntsyGQ171MQETVhTj7fI1652iUoHI2EdViAJ4L1zuXCqWUq8QYr8LOrx
MTS4r+VWEnaWvFU32zK0uKn10lS8TMvzc6J3rpz9hhrNgNbiL6eN0fBCFDUJFd2ZyP5yNJ431kHo
DTmwoSbaR3n+loltuoEduNrrs5E/cCsS53Nf86WRKhDopzKN/Nx2IUBG2EnCR9HPsuxvz9Rsh8Z7
1sZEH+jKM1kJKSPLzM+DH3qnPrVCh7ryVgPHcl9zq7OnCWMAdYkUchfuNmhSs2p5Gt3ro1NIsdO2
ke1Fu8oYD4P/l64dWzMnF3gIEjEczMXM9fpoaDBBaOjpPJvN4JSu0TTu7S1wFS78MQL9CYgDEiDA
SC6XZ0zGOVNh6fcI0gpgWIPofVKN7B1hV+2uHC3/n4a36t0ERu/gK1PomEqtfhFb3X/Rhyo5tIKZ
2ZXq13dZkVTOkKo/89xSaluPVF//fvtrlx5t/lht5gGYWeJnDuDLj+V950XmlOn3/rtR7PbaQdp1
D93X20b++KaPKQCskOQmLEHZl+lfpgAKZRorE3XfewLZ1OlSi964spT2QLLzAxXBwc3GqtxBG2+6
kRnGj3pdDweh0TNoaqXWu8tls9x5Rh48GnXtPRhCmL81Yt58srqhO2JZPE1T4EVuBbGV2zSS1cJa
02r1TjXAd9uBBKL3Lx86DMqaM92mAeZzpse+nDrA1ek0TLp5ryYjD8ODJNcnof0Wk9+4PX3LIGhp
aLlG4giuozbM+266B9rgKL1ip+FT3L3/F3a4RskQktWmqHk5oEnOmiZUsWNoo/0/pL3ZjuS4zjX6
RAY8D7eS7Zgj5/HGyKys9DzPfvp/Off+uiIUPqFTvbvRQKELCJoSRVHk4qIw6Y6Vhe8F6MSHiTeY
YOHQ43n4RxTj9Ue9zcU0MM1dY7W3Xqo/G6XbjIdGE4ks9xx/yRPGbJQASqNWzqFXDLV8+yBU9+uG
Nw9maZPQCYRiMMId3JtMtCMnbah0QH3vkm7KaK+k2abOK3Ntju1RNUaJs1fzXjAnCv0kyHeC7AY5
A5ZeUEQ7uyflENdX1kBiPWvtSg4zjuX9ECOeiUHtYQaOS6Cch6Gz+KUYOa/IMspg38thUdJQ873C
6YKme6l9ECrQyOjlj7qvZ186JiCHGOqxbak4yM1I49xqH1tTzAK78nsMk0VeXfEVMuaxCsYof5w+
Oz1N7vQMjFhOFqsyxtVqviL9EotKAUIf5Cy9aaPog+dsKPslryp24fx0kB/hcptd0owMZQ5WqqjD
pEWasAOEv3zqDKKvRYkK0crj0fJcvGQRCyDCxdSouf8D03yY51JR61GGyc7+PKmwccsjxrd9jpW9
TW8K3v1zYRoA86JwiWESQC8DjT4nTE5CYQkj9kCHPfh7KwImpzPvgOhfq5UWEDETMOn3vSt9O1cw
FbhOXyb8rwjHXW07ZxR42M2Lk3f+KQajdYp0jZRjaNC+EbapGCG0K1cJJrb3GKUpZKvr7mtZGPr+
wDMOCBpbr+2bfNSCZvT3YfISKoLTjd9d8Jjkya4bXq+LYmNJ7KYxD5uYG76VuannfImFJlYARwcT
mxSVtuxtB/Q5jH9Lpgghc9YD18s8Fxwh5bkQS8s7Wcwxpr1KzUPrPXtSvOqDFFvFeVlcwJP+Iwm6
gKQPvstkHGRnWZ4XpHOLoSTsNCPvHQXvjKZU8oe+VMZVPOSDk0ia7+q+FN8OgVm7GO0Odv7A7Fbo
x5HvxB6w9VxCaF0icrn1ENbftJlyn3eWcQ+AMvjmr2/BRT8hPnoeMjrP18EfEQifL4/qoXck7NGZ
HqD1Rt1gQvOgbVDvTW+trRTb2kf95Xm2691lv/HN14XPv824RcjGCxr+F5vDZlP1zAOZCAoT+zZF
zo3W+X66yyViRauhJyUHnHJROvyPpv8nTWIHm48hIOzlPCa4jL4Cv9yExWjLk7qCm3ENsJiU466L
QeP0Al+aGBNH10XxKA6jEwDVQFSKmUOMwUV5NYpolJTSDsNFcoDSPJQvtY6gVYmU4oBrQbvVNPDV
vbS1agcREHrX13vhaIOt7s8nMEchl+JYi2fyzXb88KNnAxMZPMHuGpEqPKTVwp2AJ9UMnEadb37m
n5tVMBhqgXc25tSN6778HryJ+N17ii5H2X/SYh7N8kXYgHoskI3w1aCNB85x1vzEWfeZ0iSV3AZg
itp3pk4rM7QzYMK19PP6Ei7cQJAk4/kDaBeg+uyzxPRCX44QQe87kM7ItDwkpKRoRy3smmOwl94R
WTPAFpCLBwgE9RNGJ6EQwYSiBMhoyXPHBUmFp5Qn5IJXBBc2qkAIU7FJSNKxJdlIqidUEP0QJGbD
3tvq9F5XHR+UbZUdcW6WpU06FcVsUpRkTdslEFXmv8F6799l1q6pOC+xi0aVWSEAijGIV0bMpbA1
Jz0a6zDP6nAvr8p75VV00I1HKsO9Kz+TATjJ7Om6RSxt06k8ZpvictTkqIW8XKppUthJgNLTyEtv
XrrKc62Y8xRrYx2BlRAzTycndFxgnCSnurN+q5xs4wWt3rx88zMTHhnUymhQPbc6wfAVw9O1EL0o
L4aS3orgic+N4N6sYreYLBpmNa3UV8svBmI21c00Ct8l+lCFdn19XRccJl5QeBjiaQ1YAtQ//5IS
YXRhzE3rxo10oz+bX7r9K7fFdUV9/Htd2JJpnsqaN/nEf0zDWFgz3GoPlq5CRkOT8VmVLekHHq3C
krXgPCNCwIMDj93Zb54ISsISjP8myL51IQJjXkhazArxo5vr6lyUn+ddRKsEEv4/xOk/XuxEzAwH
8LMakzRQcL6LbvUtMKHpfXrfPUr7ElxUOcYgjeuW47GWVhFgSYwIAaRfRsrzXLlAzYVgUlXQDIgY
9I5YBe3OGKWx7VROqLXotWa8H2bKAzamsEGqgXe8BDMN96+aq49k2vW36JZ06g0eQByvtWiHp7KY
W7OYIrD4C5DVU4tY5L0mL4gSCB4g9G9n4s7bdiqKCYjrSpQbZIfDfe2AxYtz+8+rfx5t4ccBnEJF
GQgc3F7nuyNKnRz4Hnoc6qi5zaUU8zoRmNnXLW/JBE6FMBrgdSjpEzjvwAXhE71obgpww8XWnV+Z
HBtYVAdZfDBFYVQnYDvn6shqOVhW3IISwkgjUgnRjSj0vCrP4nUP8BWCChChII3PSBnKvKiqBOd1
lLthVQUSrklr0uwKAGGUJ8xfo6CIqJlqidNkg+V4vcUbGj5fi+y+zROaQRWBFBneMOeK4jk/6Kgf
wg+GWmALlrmr0IbuBKLyPdaFZg8q3hbXd3HJS1kzjQmiHNQ/FcYdepNaDV48H+TIWiFZM63x+I1p
FIW84Z4L9oLoBjAH4PnQi82WwfVCbMs+8zFmRfvOsX4ICZQYfFxopP1rlc4EMRvpB21bqJEA7iY5
cYBR33q9tgchhnNdzMI9Pb810f4izXke1gX66NLvUjBY7kMMHXEKL/N7Mk7Wpx6lNUUxMgD3lieR
JjN7H13+oE++Ln/J8599ALN1kxBWeNxgAEotia+yIK5aUbtJRmHtiZjQO5jqMdKVl9Iv1yOmF2BI
iAb8ZFQmNI3AWD4kGPkYApnM+awFg0J5FsAsPAcAQGAL0FkOLB7YHUARU2nEGCInme6NQuNkKJeM
CeU2VJ2RU0aSiHnLlpEStMCwzbrXh7L8CJQbSQ7XFhI111d5SR0FKRJsNLCZ6PU5P5Ih8lChaGGe
TaBUDiaXE8QLdfnXJR0d7XEnUliH3SpG79WYeNQ68xibIHuS6t85eqyfrmszmz7jYOZK2AyrRfMG
+vDOtemVzor6akr2gmxltOowJsFPe+e6kKUlOxXCKDNqTaH6uZjsg4Qqjpzxhgss/T7mtyDsAYAI
5Skmbk39SqlrDRxZUf0qJ8+RvK6i7+sqLJkXKlF4Y4pA9qEydb5OEniYQSgBpq/IP6be/RBvWs/W
0811KUu7ARAsLhuACkDewyxU2XpaNWjwiEo+Fb/RvFZTTUOfMycaWHonARj7Rw5zU1d1kQu9FIAo
/zVBNAhOVU/KQCfjEdFvaFWKKy9NtklRkmncJ0ZwzCSVc16Xbtezb2A2La+TtjBEfAOSYNkXqlb6
b4wr3VWmHeQOjyl34R5F8zLy70BuAHvAht54FYa11keYXiTsxzC9GZKG6vW6jzG3suC1Zi2YIxKo
SBWgHIhLlEXmt1Wo+kYkgSd1mEijf/t1RhJD4xyqBYtECw/Qs6j5I4MmMRbZCWXQexWmAxTmpwie
KsF3wUODTeThWRfVQTIY3WFArOki41kj32zLepBxTWPEjgyK02naYsQixyYXTH8uos7dT3MfpcKo
05dZWEcGyPADU4c1+lSsq3+xYth61KyB3VGBrj8/w0lfR35TY4RVWf0Kp7sODObjVJK4erh+ipd2
Bo15aJuGqSFwYxZMjzwVuGBr5kTzidJjuggWTUlWoOriLNrS1sBRzNhNPPgk1vGh0FMNgPMmey3N
Sau+WGDqMaK/f9nNrmLG8aIsh9DwfNniruy8tKshBDPVfBDq+zdScCi54xDmZWGuIpSSZiTXXEwC
wvZcjoaukqFOIaeOPYJ5N05VhZtYL+0GzWm5vw1ac4tGiNX1zVp64kEeOltgFrjRL7rH0rYap17C
5bSX79Ax0BJxld2YYFex268uBiSPs2mX6dEZP/FHIGMehRihwSqeBT7KTmILT5OTOcrmulpLQmZ0
GtBweCRdDBaLtUlM0w5E6pN0i5FBBpUL4P3cL7V4uS5oyY+DmRiZXqDe0cP7s74n6YYoMnNAF5UE
zSokdczsPnaTmBjP028/piOvZrF0tk6lMbdGJhalgLwpjLHzgSr/VP2WdGJN+cnR+ZdYczyVNDus
E72m3JcCTVCxgu1uMpL18I6rMeudRqd5TLt4F0ZuXdhtuY3d60s6u7prkudTfyK50BUlHSwZXU2H
ItiDsPyrbon5+b8JYU5b509T6BvYtqFevUcf8duUU+/+uowl94RGaDydEfwDssLKEKugtUbMT8Eo
8K8czTf1hG4mvbb/NzHM1SHU4hCMQprui1pbZ1mwmZLxHROGeWHTkjoIAX/A6nhlsI4QUDdPyaY4
xdAAHe3AaK9x496fCw0aL5u2dBvi/gDIaeZVRGh+bgJAjQAAJWXp3lIinUoeGnV1g1cSWjhLgNzj
RQYcKRJDbAQx+JVl9RN8BHLLNNBAJFDLFKVRYOI4Lm8ps4xOYDg9sGsCesl2tBpmaSatiREVUbtt
64BozVFOXsp81RZAXvwSu+0Yfqb+B0rPpaTRseGFF4u6ziQ+SObMPDpMZB15Va4MPcw9F9cGHm1F
6PZeSH1esLRQU8WTEDUVhH8ArqFn8nznghrcjvgvxVh2xVXpZH+m24H8Jgry1pmjUVC2csx/eXFP
RDLGMsX+GKt9mKLq0bnitndEJyRBQ26lbbkZVhnlzWpeOAjQEd3jGJuCpyNb4JOkXLM6Ea7RS9JV
Dj4wVKeE4Pb6qV7wguBnUWfyuHm/WOahVi/Q99F4yT5WVLTurqZEopVy13jPQs1JmS9clghrwdyB
eXGofrC44KYEPkeLcdoykN+QLsV0K8uK0lU6qsOmaPGeTNGDeQjRgcnZu6WVRC8WmNWQlkVCgYmt
kKyR5RT/7A1133W/WwwD/nsACdrNgFdHjR92CeK0c4NUOi8vAj8I9m3zWQCGL2pohWy3KVpXLRSi
r2/agj7IyAI4Avzb3F7GXM/gMKt1YRrD/RQUNCu3ta+Sary7LmThLCM6RAgNAC+e42xeFiSfqRxr
Kuph6l06tbaofesWahp/jx6Z+7z+yJmVPbmHQyNAYKiiHGZo97pn2K3wEeX3AHVzvOOCpcPHI/k/
u0bYIBMQmpI2VKCtDfegPHVMPBjsUJNQmscM3zGN36eu+NsBAag1nEgEZvhcM7WWlAJ9BxgoYSRU
xfNfju4zcKzqYsLRbdEg/tENL6JzSUFSRJmUYawDWEoApepFKKh/DK3BeaTw5DA+0GrLYaYMDPdp
iQqeEtkYukBAoHHd8hauZQQySM+ooBNAgo45S+hf82JQiQNEUWnDypLidaf0vGfqshAgE9GsA1Qi
uzlxX2tiHyGbhSrspPvfRjx+XVdjwd9BjT8SmE3pfD9uEwkSYrF2EvUDDL60Eo21IB3AW2DjaUev
C1xSCS9hVOV/nvisFbRWhBZgHQJR6r3JwIwgjtXzdRGXBoA5YZilp0HO7PBmp3FyWMH54w1SCh8u
FCbFRAPSNJ8DrzZyuXCzEFDDIRcCc7oIaDGsD8N4EdDmYF9PLO0YKU+hrmKk13ATpA3oWoz1dbUu
fR2g/bggUMvFkYVPPVer8gTVAoY73aNJm3S4iIZb33zsIud/E8McH7W1kkZo83SPDgLwKxvtcSqO
Og8lx1OGuR3CwmuCKitwz+pOgtEyJKyRYUxLjBC3fl9X6NKnYt3mwhKqdwbKxIxCsiUkZiT2KRBB
N15YPDfgtimGGmoBQxvo9nVpS3YBqgEk0BFIzzwK57uE+TwCokJE0kGEyn6I5JgwPJdqQ8uq+Ua/
Ez8pc2Hu8+lFyQzR7NykyLLnCb7RDOJUtHs1iSq7BkTTBlNXvlbagccVtCAKsQOYG4BbQADPPhMM
YKvyMZC6fRx66iEdktch8mV3MrR2dX0ZL9wErnTAImaKj7mVic00Vp4uC2XZdXuUVG3BKOwg4aRF
5qv07Gl9LoHFRqReotdVAV1wWgXStmLrQGLlTlncrAHei6ggVrKrarVlD/EgPV1X8DLZNMvHFY+6
KYCvGsvsEZi5lCEI7fbdL1W+U+lGMgjIU4DxBHMmxUhcjr4XhvkjD2kMvLlQ3GH7nMw01+PShL5D
TfPfAdBQ4KFv7UngXPMXx42RM9vQifftSg/DTBMZcgbX10piyI++XSlHmVuUX7RG449GzFFTWjWS
PQsaweLLZxDLbsLfltOQygnp07doxy5nz3iqzX9/oprvh0HZAUCxP0y/bgNb2v41/mheO7B/I/OJ
qjGusHMBiNj9ui+xdtOvPMS0sly2netmd+F3GQmMM8wLZBzT2QpqfZeA1tSrNVCbgiH513U5ly9R
RhDj4NG93cqlpuB4hfdRjQlXt6pKmvXe6+YhZZgN8TIoq1j74tE8cQXPnuVkkwqt9KfEh2DtRrYK
ItLeDUr60ruKuNa2b9VHQThrumiHJ7s2//2JxKkpYymQsGuN+BwrB9V/ThQO7QtPBGPquReKYxip
WE3lths+e/OQK++cHZsj/QuHeKIGY93ALU5pOhtfjIluoP2yAqq+FjUG5aExLFt5MsdRLLl4MCKi
IR3xM96kjE5gSY8UcK9icmM4ENHDZawUHBFLy3YqglGpDtBOHflhv5cH0m/0Xci57HkqzD73ZOcx
jCGDDKjQRO9ycxN195w94Qlg3oOBIgl1qQb93kP2odigcaAMjspH/9gdzKO4ewpvMN3y7rpQzqKx
FO8JxtjXoeH3+yTD2EyppDnwiZnOwW0tSgHfBogO52yLOf/9ydIVIbgHkgxb4w1UJgACVJyHxtJ9
B5KpfwQw5gUSnT6pm7jfZ1/AbtBIe6zTVdc5VbhSeaWIRaeDJxrmgmDkPB427D5liSeDSajfj9K7
ONOQu8hQkYB8J9Sk6js2iaPdUvTyj8C5R/p8+YIuHprKmAXSQqFiSI3PBiwtPUbLIEPGMfPlpfyv
dhB2cS21cW9GeY9E5vhtETJ8f/y9NYAICW9c9GMgPGZjdLM1ejSzweaK6i6LHpPgMEaP1816QYkz
EcyFlOdFYcQgO93L0luefOG4lvlNjf7/WynnHNuFS/ZM1HyqT2xbbgt0HWPEyz5NaiQ6PhTzbcAE
EYn3Bl2Wg2IvSrE/My7O5czOre8UnCGYgNWbNDORyMNkGNXiWcBC5AON/khiHN3MgCGNBg5Tk0c0
xrweNROcWKGCNxCds3oLPg+k0SZSKmigxuBn+VwrXxzl0SySHhj3lmTqRHpkv67bwuLCYXbPzzMa
fIaM89EkZWriAgbdi9u09F1QJhJVX6tDur4uaGndkLBGRRldMKjLM5ZgloPWq0k7oOm/JeGwSYoX
M3ub82tS+/fxPdLjKM/P8yNmHMj5siV51Iehkg/AyXePtUAyySlKCrxJ/NfQJBDpnUpilJKj3O9F
tR72mHgAJiolCmhbYerz9aW7rCbPYgA1wH+oHCIwPlcIdE++oYXdsG8UWmBgupevRGE96GRKVuUm
53XnLvmHU3GM2fVmauTCgK0KlHinfwmyb4fji+w7krQCypjTYLFw/Z0px+zWiLykNcRQTusiO81F
knp3HY/7kAV3gYIAiXEAXACQnxvr2S4lrW7N3Iq8/nEn0tIn7RGTlDAK2acBukaG1ff1HfvJeZ5E
kBfimCVsxEnM9BLiejoTxhCkEEmKfKIDjqlnce/Ib8eKCrcVoXuDOk+h+90TFE7trce5HVnWiIsv
YZY3z/NM60ehfzyYhv1u/o7vLHfwCMCmOzwNm49xTwPCozDgSmUOhpW0QP0WkGr7925K6rVGRio7
mF/cfRMFDbsdyVbBweDY0g+259q6M+6sSzTg9Eys+/ikBKQRNvpWCEls0qFDHv81v8WsnvCteW6+
yxFQCSTbXOtxUl+io55QQD2jz+uGwAQnF6s/u9+T+y+IjCCua6xDSpSMrETXXBe0oJw8/88c6Gtq
s9E9SpIYWgYxYMieaLYRt0ZL/ONzRD46hzy0RLvBmBT/XqbDZgLuxXgPV+lBfj2K7urN+qhItfII
pd236Pb28U10FXrHq4+yXuy/awH8pjV3C4Lj63wtUBaN4wwzxh5j0tkBBpf7TkfLjU8Njv/nSmKs
L/T6NC9GSJpce3iM7ITEtw2NXc6ys003Fxox1maogxl6UTg8AgP43m2KnUrqkGxje827prkqMYak
jHVbaAlU0g/xEWiEw3S0VniSgtaFExGwXdsXWjHGVOl6akUVtCpsQQM5ikg6vwMf3ZyWy74fhgBT
oEixTVM6VKQ0SYnR5EjTbX2MMuNNd2VJXv/7MWjGBnYA04zYPKuF8V1IGsKyi/3BnKhA6ntwk8aH
WwPcKO63uaYTmpyiXXXo17xrdzbIy1P1RzYT6ulTiyp/iYUYKttEeW5X3VYqste0cfTH/E5zm8BV
5e5fiUUtEtlQCbyaLOgTQ++Uro7N/jGO17V/ZzQP0VfqKysldTJ0QIt7LfiloEKpFZue8+Blbv7/
rPaJaEZjs8jAcz7O15Z1FFpqRqDWsC1tNxa2FHH0XJYFwCny2uj/Y5krNB/TX4YOO9u47XayAdYt
N6n9dd3/8oQwkZNqgcJxrKCQvPVW4FAhb9JzylFk+WzqfzRhLvu4zXN9mr2v3D/ibhti2tyo46pJ
t+O4N/Ink/fIZoL2/27TH4GMJ50sjDzNW2iFhpovZSuhf+D6snFVUs99dTNZcpU0kKARu7yvyexD
B2dY8VB9bHfOhSqMC/UKcFQlCgSZK00moTNmtM3om0y2EWZMvqAlz+Gxs7Apiv/KREcSsMV4VrGU
6SngtpgjAZk9NVrqfaPmFrzFzm3ykRW71E6ch+uryTx9LuQx2zUGYJnuAshrtC/d6J+K92yi3ZPV
lBxBy1EuKBH/TzNm2wJM74qzLhgeXz99zHugt6r9lqz7db0e/g6IdKETs2/A4oHLObIQ4GkvIZLn
92Cr4OAK/j+M8I827J0nqrnazAGD+B0/AbqVEdFud2jF5ziJ5Xv8ZNmYGy+NKrmZRixb+P0KJ+tu
SqR3bJns/pWnwMBu0HvMhsfCt0ZQuXqZl89Xa3z01zcGfUkfI7K+bm/Ll+aJGEafTvHVBghkxCWY
7hxQLXEFkq/0x5f4q3HSVzyJ9f0eqcxuJWy/rQDMIh4ni7UY9558AXORdFMl+5hIjeALzx86kNqV
Vib54LWdLe/ciZz5O07i6yjyi8Ysi3lBAxq53q1pq5u35K5fSxyD52jEXleSGUeKV0NS7vjHgN57
63hTEd5zjSeFua+mPMGM7gpSlIfgUaeRXdqiO31/XzeQZQ/4Z9lYDyiC0a6YYojxfis3aJJYpSgX
mrbnCneJUxy2vE7rZcd0IpBxgXla1L6eQmDnGuQmPzRrf6VsjyOxNjtpc1073hoyTlCMxV5qwcbw
aK3jjwDGpzl79ZXXsMCTwjhALQTzlzEfZfkgtOiC94n4YBxMlJKvazP/DhuEgvMT1ai5Uo1BcucW
3ktNrahjPIKWsFOcWPQquwvDfNUVPY8PcPHVDhLYeXTKzBbCUh9l2tQlIgibHlF/33W3xY1V2JGt
EgPsjRhE7hHdDcjO9Gjw/q8eOCeyFSaND9YLVVUTyHaTm+DGC247p30RLdtEtsu5vqSL5n8qizll
mj6GNeZFwD/mO3V6TzyShPbYbhLHxAQC8VYHb0m8qW0Zp09d/Y/CmWix8YwsseoEjuTbO+xsnfYr
9CfROb5qVoNjcUL6n+LhpQH9s6ks+nQUo6RTU8irbEwqfQ0dgYob7S7bJR7yUW8+/c4xg4JzBS3G
dYBBIyGPMQdouWGORwlaoDZK5ivo/uCGE1HpvU7Cjsr2w8M3F+w9G8eFjifSmEghVNJYqhtIS2zM
C45pvfKR0NhOIy8kmf3UNUHMzVrlfhTrejY82spkVw7KdWS9/vYc/ch7hrOomJ8I63QFmYM/d0RJ
YQ2dXrO9QeIjEImpDSC2wzMQnk6zpzu5Q2M9DOBlIGjnYkrji7ELN8372vYo+mvodeNfcponOrGU
X5nvS2MxQpT/7Jek3gu2zV03ngzmcIMoOQmTHjKee/q6i4/viu0CPPykOWlB6AOSYc/XlfrJHV8x
CrZMM/mmnrQd3Mnupqax8/lZks3BfVcC51G1weve7qm4e/DtNR0OdJ0htbb5ijgryztw7KQX8OzF
Cpg78RGHwo1BCLQZRkLXa9/9Wnc8BufFuOt0I5k7tiorpWonqDzSV4MkN7qtE4lGxLAtzv3H207G
kWhe0ohlCUkxscOjavsbk3zxSFZ/+hkvttAA+yJ6oTHhgG2zNPsiScpKwrlWP5qbRHbat+5TJ/Ie
D9B7hejO2n6obx5ov0PyyR1JT7CuvHTi4lV/8hGMc2mGSgKxFD7i2T5U++BWct32oyTd5v4FyTaf
B9lYDMpQyv5HacbDxHlX1WjJnoPn51cQLNLy15HSO55e889crO1M/IuubxSv2LVNx7FWilTD2iKw
cPpNQChvXuqy9Z/IYJauiKNwzJNZRvqRGk63thzd3ktP25bsDijU8p6/ixn3Hzbj/yrFrJ3VWNUg
hhAovr8bRN7GvuuT+/v7CeR3/jZd3WweAxs0G8W2fPhe3+Wfd+vAoU/UGb47x6dPa/pwB9/HM+RZ
z2trzfhyTEkq9aRUcWnoq2H3t4PP/3Mn/Vnmnxf7yVWRBLlmpAV+Xq6Iv1Ifttv13d3dvznxJ0IY
B552hlRWJoTYaUlVu0pQmaCcS2/2T+w6oe8H/WjoSkQrJrNOYiUpLZJ2MP3gXoklu4hljkOeQ44L
CUC1AsaBkqPOWr2fx2DXGdLxMesjt5ind5c99fV1VvFuvJ/Q+EIUxomh1g1oN/oW8Sknu9LJZVvr
KPI9Hj4VfRUSoyHp7/uUBq7lqLerFXUexJfv6j3+RatV5Hz3u55MnfPF2befeTXXvoPZuLYJOkwS
G8bHV/uQk5LcxFsU2FSCTxFESla0Ig8BGfHvd3IA9U7n7DjbuhDsog8YhX/NwsqjUXSOdU6Woo/0
oFO9pn9E+06yl7cAnoDMhxS7cN84FsLrZiWvx38R15yLnc3tRKynV93UaxCrEQ8bYG72Jkkc3lXI
smbj+EEMTgacNpL0GtsYJ/V1pXjt2D/qKxCae1s/cyySPUw2ygFgYvuMbsvYVgERyCxb90nz4f8C
0X1Vg1310D1HAy8anp8q5xt+/j3MKRKaqRETsME95rGldXZulNZGarX+uxALtSC1ZAwYWSKV5aM1
dkDp9YoRErFvZYyHUXMDrU9qmvFc4E9J6PKrANJBwQhDM1i+y9QAFho4euTiSU4Ei8TbSiRAXd/U
9vE7o0/d4SE65C/Xg8DLS25eij9CGcPD0NsO3XASagCr8ql2vZsHhELr6zIuQyE0PwEgipmtIBcH
i8q5lQEc0gt6acxWNjqxE9jayqdIoXDO8UJwdy6HOcdJ2qAFpYCcljZu+Dy51Yt0TDfF/x9+v8uY
51wW8xqW4tGIrByy+m22fwTp8A1QlggjgxjsD69wH9udTzSS0HZn0sbWt3Jqj05+v1n5gR19TI7q
TtQJ95YTebZxBxQg0WzDjkh3sLk5istb4/xjmU1uhxgjGWDfsKxkUzqHR9M2HHmjk22x8ihnG5Ys
6nS3GZ9SiZOWgAl03u1XnPDDR0a5Ci0d4FMZTHDtRe1kCSpWf97n3qlRkm/WBhUOwragf5/bPF89
5pFeGiPIefqf1cvJTbPzXNDq8uh7L6/dcyFMIOiVej5Tw6A0dpBWQBbwUAzLZxAAIjT+zGONmRVL
/L7pMQl9BnTc+L+dj+96x3lO8iQwy9TWmFcaD5AA6ncHkzLXJklt3+a6ydlYWTepot/m/zRhVmoE
Yq0SZqiM5t68JvQ1J6751j2nLjc4n/3FNUlMrOxjLFc1JD8a3YQrgLxoRvAM7tfcR/DyAf2jE3Mh
1aIYKVYJSbUTPaKLjpQ9UR90AshNtPLtcscdinCZeZrt7R+JbNpyLNNCiyys4nN9V9LfEz2mN75N
rzv+hVzQuRTGI0eBGneWjkqYRib3M7DFN28vUcDGDDvmXGQLVbdzWYxHDvUsEL15t1LSOi4qsl9H
wW7X/27l8NrGBT13x7MoTV0U/FqTf2Am7/4d7ueCmERA+pXwUGELr0OodCKKcaV9NhhoTPkRhWyF
m9PgxbMjVzj6G5qtwENZcm7q5Sv0RCLjJmrdl/0iQ0Ux2gz2Z3wYthNgdr57xwv+F73FiSDGWxhe
ndVqjOxu6bwOBkGLCtgEN9fNb/YEF+f3RAbrKYSuCiMrHlAvf01wmpItZ7l4SjAOQsvlyvAKZFV3
yWZadyTeoDJkOte1+Blrf00NxjkA6ay1Qoulyl4rd6TvwcMBc+kRJRg2UDVboNI3YLC1c1IAIyd/
qW8G1Ynqmq7zprf4Q22Pt/Fmq216Hp5j1u/Kl7HP6lbSg7wsYS0HdYuxAKvRDrGN19X/edJeE8L4
EAucaE2qQshzl5HDu0cTxCzg7bUP5q2n2gMVSeAct/fEcsKV+Ghnv5MV99BzdvrH0Z08lCoj9JLY
+nFkFhEPB9TNYlKs39LN8Ynmm9DV73mR+YLIGTINxkH0pGDeK2NcVjLUkei3/ePr5CLB3axrO3/4
+9Qd6kkILBAQoI0HFHfY4RO9jMFPwIOEawBwdhfpBLfb4S6gwipx0Pri0a/rmyktKgVEOMhdMeYO
/ZHn8so4U4Uxgy3vap2meHIe3ByoSgSkPvj70HKT2tnKvE8bIt5fF60u3OZzr/8/ohlVBTkLtUyF
My2/O1tAumvYm5E9f8FrcCjsdwBsiYA5RPhDYBvoOZRv1YeBfsQPw1HdUZrvt9ZmtjzMalsZt5zo
aaGGiZ04+TwmRpe1rtLSudwFnDeV8HSI8TXgDo9I6z6YR+foHbUNr+S8gLiYpWrAqiAYwDgT5obJ
tLoCVyM8mAKJrTPXa9zE9h3AwQyKAur2oSfZVrA1UuDFxrOG+deZo30mnblttBQP7cpDjlxcyauD
7EhrRPHOsC2I8Z6t8pecZ+7zHrMC0Zs0T6kBSs9iCXJjr+haT4W6Gqk2kt2u8G4g2lbYzncc790g
z3fYhTTMOwQ7JYZ/QNNzY6/QNdLFBkobeHIZO9dVXHlrkOim2oU0OgqrwnHWd4CTE4e+jSR44obK
8/pd+QBWXQSVedDMtZUGb08JkUO6KnbxIe/JcQssrNIT1P84/nop5lPBX2XNfP5oNGObPjABMA0K
xUQaVN6OjuK6SOwdb1HV9H9dP9ELxQ9wkJ1IYk50rRliFCoeSizrAViQBFfg5JYkpYpPwAb2iMaZ
24neho4joH8PLN0+SUlE18ajdMutzS8E1Gcfw5xfbRTHTO2q8dHyhgGTKpX4XY1LlRRlF+yqyAip
Z6Zo3hDTaqUWhbr2ekDeOSvC+wjmOKOhO+wwFm6G4UTWJsloAyoClXZuq9mJ5npvxkhN0ia0AJrU
Arzc1UxbhFPrNte/ZNHRn+4Nc7RbcMImbWugclLawl4daK6sjHytxlS3xWF7QMfROB4NfxM2u4TK
K5GOn8b/I+3Lmhtlkq5/kSJYBdwWq1Zbi23ZN0S3F8QOAsTy679TmpnHuJpWfe9MdHRE9w2prMrM
yvWkbHF+xYQH+ONSGC/zUktxgx1OcFAgidbcwlDB2rdwJuZ8BQ9ixyuvTD1vY64ZjzNLL0qkZ+C6
tnJ4RC+vV7cnPKYmvK4fTDGOQYZ8LaICMCVLJJEB/F5gq50dLiqAAGBaJ42JMmDv+0tjfGCT9Tzc
h/VREKyy3gHakAO2NpE7/6mDjI2L6Q7jJKPaPuRkk5KhMd/CbbTYZItocfkIbM0uNCtcaG6DVRuv
qgs8BD01LV5+Y6L7Hz8EKOsinUcHcBBjDGZ+LfhqGPTH5+70pm/eUDs3fiXu1iLwhqlHHFrc7rBJ
8RrRZHS+8CPtKkSgKeyAwWCKhw0WC9pySgAtUXstrgfTUr7JSxdMucQ/eGXUfNb2/xZrTUXpuvJm
hqcdtOytNlyls5qLg87JK5oknTQ2y2SlZ46sk4v0JIvLWUTk9AUDROcKCNNEGFZaUZGy3tTxosBC
nsN9DZw8ISwyxrZ6BTPa7DrdSpijslKG/ZHCJ85MY7nlZWl4FBhtGIrqOuvac39MvcgyzGRrGh/3
eZh6xlGc+ocHRsRFoekN4UJ5IPJvs3N5YjRpNP75/h8QYVgXmGM7KDiwBhxS8VCTV9P/fZ+HidYx
5PixdQTLzlBdArLWT18kKVGbQSDQH6ul5Cq2Ckr7eG2YnwBWI9cd1/WYuJYf9BjLOyg1NgvNQM84
0Gw8suMVukLni8BtHcPVMFEmoB3ieJ/LCctIt81iTkvFtOQfQzexKPfqpUchr5F22QxDRsZWuYik
qb0sQH694OBtTFzcD3KM6JVVkBt1BHIy1HCmaxip3jW6bkZiToz0xTcaswif77M45V79IMpIYyCW
8zNaPno0P+TPjdtsUoSG79Ua2GXoObxPjNoRxn8c07rZ3FF02M/qFLsxUKA9B5djnGNtbX/2/jcS
TECoNBgVlxKQSJvQzC6/Ix5I1CQPokj3nEP2/wTf1fIqaKhM6DEcUS0n1f+90xXD7iMKzCugz0It
DP2+PwZoVj9bLUd1J5z4H5+nDI4uIZH1Ru6AxXkMpbeZFFsGHtpQ4ynslL6OmWDsQzVrikCj96Am
kaU3GZF8jANlhmkk7yoPonVizPjnkTHWIRETLRxSsT+uVptbyR0572PyfsxNsiDv66u9jtfkFSOd
QNldHi6bzMw2H8gZk/vCxztaeiijo/VnUpdHIX6GMFxJJb+3V5XUJS8O5EkgYyaqBEs/ykToj+iW
RkUwaJ1uLnGERJamVHUkhIxZiIyw6XPEIGij2zjtPiSI4omx7Uh02O/lCvHQOiNLcsBK7PTh8KXv
v1bG8WPFw7OYysKPpPWPHVcaVgFfuxTSKuzOj90Ci+oeRC/9CJAk5yF4T56rLKJ7BLE1/D56JKPb
U8K0ESSAWhz9S0Z0+ePccB2tyQdlRIJRbTXSw3nagwRcKhTlNw/D4pg5x26F3J/r2muAtaCTtkYI
fzAWXx8cWz8pniPqjOaf47ZUIw13alxOavmSZXZaufc1YJJBnB4SgOj4Ac7vzzMERq3ahddwOEpS
/y5FodUYnRl01UdTCrUtxhGp/LY37xOd5EvFbhAsUwcmusaonVKi0WsI4+F4KTd+vL3Uj+KMBxHO
o8Ew1uS1GGIrzXCM9N95cyWGtJwBCfp/Y4RROsVI/EQwIpiuy9WU5QXF9i3h/t+nMum7ARoS+6gF
VdOxcfLnJQ0ati+KQz7cqmgr3Z0RkcxM38GuHze3esKrzUwlrgBsiJwgkIIQSc3p4Y40C4mJXtO7
YoDHu7kijWOQ6/pylJ5/P+Q7h5TWWruQ18s+fbyQfnHITG93n+OpzM6PH8C8D4ra1SWQd4bj6tSF
JIAn99jbm9+F46TmPjRLy26sojSzX/ZSsi6oUIUPKMrycjq3ovgf/s/oHBhBrZQhmMtVORyfnzfF
Gvsif/e5GRB3ZroY6gsetxJG0WLrjLbaCGEBR/0ndXNEnRFhfZgBzES4DMdrsVOCQ5uVa6F48tXC
lq5wan0ejjT32hlx7gTD74Ua7K7QutHbbw+G87vadGTxGZquHSEHfTHzw2E3s3a8l1ie1NdvZjWm
R0ht4iaVDEp7ddKxw+LjTXkCDpa7IK59tVvrdfnrsGy9r6VAzNerbT9FhFcMmXxPsFFT1Aw0SSBg
/Sn1tdIG57TPcN7SZz7bX5TjfanmfZ/RKoDYKbPiCjWO0rdYf5rPONntqe8Dvx+QOzTOA3Ttz99/
iaRK7Or5cNTm+Uk+X05G/n9Ej6WNfDgagcL6oJkPmNk/SbTxdRjKszAc/TIkRr9o1Oe8t+4f01Qf
3A8ilM+R9RkUo4oidYDWYSWsCRBzbAE/HF9SyQoea7t10I3ZAIT3yCFLrSir7FgoRuGXsF0M62h/
khW0KJXyBm99G3VY6dsa6P82g8Coc6K0SukD27gKfTOVYYxX894wNmEkagmpO3RukiYsEqdM8kHk
WP/bIivmd2HbBtAVsdJIwog387vCeQtkpqATYf1nknlGC5dTbtLNcUAlYfaEkmtElsYSUChLz2u8
Z+//fixoAsZCIOx9wT90xijIephihcIgHq3TRjHDZWnBJf/acWzdVOPBmAy7B7jU44uuDuCytFOC
np707WIHr/xOG/pz/zjNb3ZYJfHV5NynLejMPPhzm4ffHSCFzMG1YdzIYefx3pCpx5uu1wDiMl5U
44+9qIDEK/trqYpHtI3m5PywcGFM14JjLzle1Z/PhQbpwAwk+sIN4G8waqMnc6kMGwxcWk5F+te1
OfDcnQnn/icJxoL5ep917SWBc78cVsReL7eHniPuE4Lwkwbz9AdlOMxKoOSjtQ+92OaCrHvL5hzV
RBLlJxFGp6QQ7sW5BiOrGVFet2ghMC20uPBeNe6BMU/4TECTIrxQJKU3QOI3sz1vMp936Yx2+n2d
F82FXnq160+H+Z5jjDnfvzE4ssVGN4fFz/H9CqEkVn3W7oFjX+iT8VMhf1zFTR5GFEL5io6AKyio
hE7CY3eR53kfvJvg8cG40EEBYPqriouIfxm/gFrGm/2YaNX6yQZlc8TGOZql9YCuYMTfqpe7OKol
pKonOx66z0Qz/U9KjJ6rUY58tAJKw8Pm1Jin09vZ9B5y8/fDxikwzNNh2vIBXhrHJ+fpDJtBForg
UqlU+cXT2+OVkLVtR+SJo5l/mmfKHKYgDKRwYS0ZhcmieR1iuxNGQtCMAcOMAIMMr/dFbgJs7ScR
RmkGo5RmlZjdLOXT/gFAW5233webprb26108WACdDtC6iqwuhzKHPYXxcoH5ijl4CZSxwGePnpd1
VZKzE7q1p+NIxf2avNj5AuO5T+gz1V6/ggGzVropc/Vholz24wxu3TIjeS1mwHG6CDjoZ/3peYMX
w1mQR81cX+wXe2vyhPYvhvCfe2VHTSu9MoJzBnJlieoGSnGrnfVfmapvEowGdsock200MW5hC2hu
vgAWL+KtX5ooa/88Nkb5jBqrWNoaF7ixHMf5lB7dx7VNx7wi8znl+PPcO2Ke2047a1pf4NCQ0xuc
B0fEJbkXL/PWqNlgI5PLxxj6Mwz7yR/z+l6F5NIWqKEch1XjmMbxvvz/xUp+3xHz7qrXTM76tAJH
p3i7wdTxEaVZcvaKrcXtQ6E/9c+H5ZsWY0pi9NZFUo7TszYd0CAiB0MPJrEPITrMDIv3AEwUwn+e
HGNU8kipfEGBZKxWKbE2uK7F4vFqup+1t4d3ucSAsYEBD97D9hd/6R822eGaXqgwizQDm2lgqm9L
iKKORrHK4wjj9AP6TYYJLnMdgSfGtJEJzYmwmD9YXstrbJDoN+7cmMo80n3ahxfjTOXdOjmViW5W
5FrmFrFt81C4mNjkBR08phiTofbnNu7Lsj/On1REmc4iNT8Vy8UQ3CtGXnlHyL0qxnjIc7HWchUi
kuUAJgs21WmJ6frdjnNVE62EP0RRZeyGeJaLIKB0IIawGagDoDPWtU3bMxYGHhTOMfLeU5UxGpFW
DoaQFHhLUjTo3t6S4yd5R34cMZXpBZb1wbEjf/Y5/eSQsSPGWVHCeQCKMdlY7aZy8KY8WBwinMda
ZQxI5CMV2xSQjpOFHrYjWSDnj5FezA6vdJunxxPJt58sMfajiiupFXWwtAK5N9A7O3vy6TuunaE/
EHr9tfv4EDhwV5PmXpKwRRuZXqD1MBKJIaoK/j0kRWtIfgKU6v0jnNbo0fcZSSzaPvPVKzRaJs+Y
YHh7e1ggoacQNAPpOErP44jiBDQATnFEkBHFDqgBIhL/UDGUv4BSRgN709Ht6+t9zujB/GGqRnQY
AUywSFO9Njg41VOs9uX+xycyYD+5YCSvmF9SbZbcjg0AnhiFXotL2Vx6xmNLuK7gpBEcscIIXqNh
y+N1hoHvIEHaAEVCXmJi2h59U2DbCIImmOVaBHYK5JAeYNY/qTlC8gCQIjzbN2kZRrSYd+oq92iC
9HExhhM9FB6qnWey++A5Fxy9YZfP18l/rl8+hK7q3r/+ierHj+u/2duRbx5UwrVJqLP8vPpXR+tb
7DnH0l24SMSvB7O17O02tVLHQ5THY20i3/iTOmMTNL2va8nACa7QtDwsEhFT6BcMvzu1aVa/AZfo
fXiHJ2HFHQmiOnNHp9gRxTS51ElDg6OoMRP/FVug+oer5JxljtHjCPzNEo+O18hmWRwAZ/moPegL
FVlTjgxO++0jGWSMw0UcZnGd0xO0UMuAl/uA2KpGIaO1zGXv8eoWPHNxk6cRQ5cr0KkBUU1TZhrG
GZx/GVkL+4mX1n+VBRjxxlgL1cgULdMpPASmBDRTdF/N5W5Xc8zrdLz4TYYdT7xgzXUR0yOki4Ug
Ci0QCzEDL2mciJz3YLD4+q1R/lvoVpZgq56/fChPT9c3jDFxX/hJ93bEE+PedqGYi2lJxSIlzyWp
1466hlehIR0MgCc7Pi25YTf95B2VkhkHtwcULuBDcVvIShGrIt3qcjA2AppdeKNg05HxiDvGbFSl
1KRqBK1C9EODn0+gmcF5sU3va7XjIQpMJ8FG1BjHQtCjQVJ9MGahVrBxUhutQ4t9ZbmvS3vZk4OH
8GT1wbHL9LT+PE3UhmRVwRpPtnYgXbt5XYiIXmXgJj4Uh+MC8Ym0IDauz8NY8NdXe8v4cchOPzbf
ZBm5KbCeqtClG9nT6WFu5thCYMOpN9UtderNL/TxFugzFzyUZXhFxYn6BX0OvqkzIhSiiT+RLjXK
Yma9jo5vmwXpTNA/brc8dK6/uIvftBgZiuS4DtQBtFbPq9qinWEhcfZujVIDbKcNx/v+0f5FaL8J
MmJUBkopXGjwTCNOmE3AsM4tF/mv3XzLoTUdJY0OknFN5dSosBqWvuqCe8JM34Y6w77z4trbXza8
YdvyONzRL96TV+YduurXKOqo942XnKQQGbRuuL8uLhfl/y8+w/c5Mg5rmQpVUcxg2p7rd43I0I6F
m3kDPP0X7AkZTMUBbBSHvb88s99EmadIO1f/TqZWdm2tzuhQ0dfExaxrY5of6mIXWB/PvI4wjjqg
zo4zH721dX1Wrgb1ZS+WdRLMjeY9oI+6sjq34fD3l2f9P/xp7M4u6axhlzyNZd6MB99aEAU5d/MW
UfMazWR6VH+XFE1gTEwdtoA6ONPg03KsB+qi71PXCVdvSHIiAwP+1mvbE03z4FnAWfNCa5c88VJo
09nBfzREYyfrYdK1FBvR6K9AE+MxJMjHkGGJ/AH3bKff4u+zZSzNdabNZO1CBRbIBBi0zDwE2PqW
82LMeWQY+6LLATaKtyCjx8Q4Y/rs1Jvye0pqKwnxPzr6ioG1iiwyHT9j8e6669flEnHRwbbJ4uz4
1vv7CwZYTuiHNXb52vzwETQvlzbC5ybnhevTCarRBTAmajb3q8in2W0LsHrFAlPOM7gNPBdyOkT7
PnvGLIWYwux8mnTIMXJrzt4Ex9x5PFAvanHuSTRjkTQxy/WAhtDDorR8QrFO71vX6YTN6LAY83MN
pFqqOrAREyQPdyf0qlDsvD2mzEgNVd3aZvgIaMnDbsVFqb3viWCc9acVigrVNwQaIW5AtTINW3g3
lwFvPS/HrGNb9E8ysV7FUUdzUgB2pD4WvFX3StZIyF7MA0AheCUcjknXbjXIkXXN+w6Rb4SU2+qt
pKPYcLD2j3MgOEnka4ndCofIvX+LPJG/xQcjik3RoZ3pVgucL/2WiDvYAbVFvGH9j4QYi1OfhaKv
aVidu/4rnntsN/AOXMG47ytqbJE2ErpYlzsIxvOqAAaKsRVew0Ni7m6+4X2ObvH4HRW7YdqNju6K
/WqhOqPS8bzZiHjysViHuLGZeagNH0xPftV4AsJ5p25P5ohkrOqtaGQ4xNUZLb1mZQXHHc883fea
sOTlp9AHQLKv4xRsbazQQ+rjIT19lS9YroGQggt/e1uKc+8QGStyruU2EzNIfOdYbyvMTW4ejot9
uPk8Jg979Cb1Mvn8JMSs0GIOJDFjvTrEh97zeCfLcYU1NkkXVYhOM6p6F2t1entwjo/Y2YNH/7DT
FonJcYZ5aneLBEYX2cvhkJSU7ZnnFGfie7JtUmxazmVyXgE2T6eGUaBidwWN2OZXS9noBVYPWgJP
t3lkmBgpavx/F1wcR/VQSDfMPTF/LVHDh+7xXFCODtxC49HRDcF/DMlqg0q3/wjAuPuKzXM82UTc
tUaWp5pDy3rXQkLpYRE59eodVp8OOvB6vTkWi83GdUmhDnoHSQiXnxgV/+DwwrsaxtlQi1QOSlpD
t9C+TZ8TtI+7Nr0ZVN6eOcTox+4oM5uIO3dJi9cSvACJ4O2IvKm/Xt/KHKv0Ny+d9JfM1T9uFAsF
2xdGKBdUtpvUElSsd/Yi1Uu6dWIc5BKyXipuVu97DLxV5n0+OWfKJueyaywKVxFsrtov6fWy/eJo
7cR88zjn8MfSy6YJkyijbnP6a4Pu89h0F85GcR2I4j5wUX4mWxuDTC35QoMVR/q5xJlYqJih9/lS
gbvcPqFccXxzrJWyEUurNYfC9pud/mD2L9bO+zokmyiH2Vr9j9aRTdvVTTQfdHRKwGxZAGWGl4x2
jwR/OLz+Jc36jwzd5vRGtuSSyWJXKfQmw19oI9NM6YSuNQ4VnrgwQRCiuijvaBxb5mbhzUl+7Hk9
4xybKDOBS3/W9FCI0baCqDxcaq7Hs1K8uJ9dbidmRqQGFSicNulWMN9IgZwUAMHd2eK+cvGiYLYF
rpGVuplTIJHWxOaLdUBid+8+bi97VO45pKj/fsde3dICo+sPYmwFb/GcHC2rxVJe9JCTX8hknjlO
NkcAFCZaSWZlU4cDOEIwmQPWFsGKwqnpcLJrAFH+6bXJM6HQkx5J0tYEsI31gI2tAflEPE0wRbqN
bm0IFday8UDip0MWrKgHihKG6PSb4IzOUApEXwuoGTa8Zye2j3PrE4kaG1V7mi3h9xRPuqcjeow2
+d3sXEUZ7kwlq84znuLf94ViOugbEWB0qcZoRIIJc0g6poCct98I+lB1TAh53aJWtlv9d1I4Isg8
0ZmsxXrj0xMki4XrO+iaIr7d7+/zNelnjKhQIR3dk16kWZeH1K0fLODE8Uz2ZFJj9HnWjw+S5GyU
VJXmu9BNyK0kwDGkPFljfXRslPh3sHBaAaWLNsd/IhxfmxfTOyAzxONpMsvwzRPrpLeDrJ9bmh0/
r3/jajTsgV7NgeViWOJrxavETZrwETHm2VUFI5OkfxGzNokjvHsWj59JczciwbjpyTw2jPCW5VRM
cf+CLD8CVJ57fgt7/zCqIyrKT0FrkmuVYot7j50+b1jn89kB/ooAngctPEFh3xdqLjHGGpRBiz3k
OohZp9NlnZJVayroDHWUV0F/KBde1TgcivTn32OPNQ9lJgFGDxRjIOXnLkF2mKBg4qkLnrTzroux
C9j3BVeaNvSiiI5BHbREuSpKzmsUSxCWGosWg6/P97njCSFjJGZoHsnymmqxciGzGLMn3JIT7/wY
QyGHRnE1qBBmi3DTrQyzQ//wF3XuIvzliPx0juZbGFlXvRm6eWkYoPa8QV4fRwgMWWsPACz8QeWJ
IixgrUBDBJSk7x/ldIl2RJp5kWMpnkW9AUG5AKaUApVqyJO2pnEoHgLSP763znU5LOVNEMOF9rz7
1KenFUbUWXMSl/k1pf2qq7f0s3JUSOhOt595sBnTiYwRHcamKEMfSPmAA5aJD0j7bdpi+c7SO4S8
ZOx0gmZEibEroVQbbaRQ2dzQ9kAgycfQhSXqah4P92W6Y2tEizErSiqnqnCGD3CxTo2NMhce5ppg
FQXG5FAC4twVR+v+8N7zAAtgqem30Pr4O4DjttijEILWAWyc59pnzkvNevLqXPVndQ9qjbkpSWCL
LhbccPRu2okfHSBjSDQw1JQ0c94skzXWHnzJKzUlARb2bbFD54vrQ/GYYqxK1/iCEGqgd5ueTizj
bfZ4/5Z4fiHrxQ+xTJkCCechtZHkupJ3tPjqZItU786Tj/fJcWSC9ecxiJzpsk8Z2iSWuM3IfM/N
oHBcQnYopQnbXqrpoaHLjuw/6SiCjW5le3fhPJo8QoyRyOdGpWkFCG2wwXYRcjD4eF9nDEMRyZKs
04T1ag4802px/yJ4llRhbEEiGUVWSfh8Y7ZLq6MLz9+HZbkwVzwXnSrFn67FHJGUYtAF14zNDlV0
SJURYjj9s7HM3MIuB97GxckMnfxNgrkJfzaXcj0DCUdcSY8JkbjmhccEcxvVgHnf1IfXgpbnzaZ5
iywZgA0vPclcbGJDNxTyRZwbmnaUvplibkjX4/Yi9yApvSVYI7x+tF+XJudBnY49FCyFApwtgHPZ
ORNx0M/itWio35eS3tzAH0O/TE0w/4Q5QDxDHP9h0gCM6DHug9jKaU1HHY/De4LBHXkJu8k5Nx4J
Rt7kyzUsr8aVXhXwBNBG9oBZiQWyjci34WGNedWIaW8M+31kQzYAtmwwBNWqV/KBwoM2ZkrCigwe
hROhXtnb2dLDlf++PGBGI3SyjRytdrwGtknRHJFnhL+f+9m1OYP8Q7CDi/IVcB7y6STMiAAj+7Pz
XL+KPkUmJef15mw+OJHVPC3IXvhAJ2DnHjB8lTzxUjDTWcwRWUb+cdha0A/z7thZA0mfQhd9tlUN
r5bD36S8jOjMf0Z2mdHNhFTH7rznZw23plv9Q/nCkcnJh3xEgwl6aIthrZXgZWX5QCxC+wvK3urr
B4cMvYk/TO2IDBWVUTYE+1kvZ4XuHSz3IZa17G89jChZHXoeQ1Sm71GihzqihHJVm2gpGIquwCSr
K5M48WfgBuqCF1rdSkV/JyWxvVmSqp/L+QDxW6EpdP4ZS8C7VkL3EiB7np8JNrdQlO+zI2w/rJ0W
YTZ7pXJEZNrx++dgJbZpKwvrqupFHKxlJQUhaPDLSLY/HLjrdjhSL7E9WwWwWGLDx7rBVXFdoXKW
wnZ42mLHkZRJ72LEEGM02ihpZzFQwY5R4gRZQKprQiLA+F4XikBEcRla8nzl16en2fBYy06rLzg/
4L6o/olrIdfnIYvorW4Es3itwm0C/JFeQ47Qt7WCF7dOVz9HDDPWZEDB8CIaOFclXOhCRsTYbFzp
/fLcyKagkLAknbuUPrrVYKvn05wX5016KCPyjJExWs2ftwoAldOvMCbh4zLgPeXTkeSIBGNjAiyk
1qoIMoq5YsA8xSs85QRLbLTlL9k+WNyhLB5LjLGJ1SwQtITeoNX+wo5hmh5vrc6+EM/kGDaJR4sx
N9cAS3P0ELSeLbrnIbex+8XKt5u3ZjD1A8kX63VhN878Qb0AvCC2eIkHDn22Myu8zAGyXUF6Mqv+
vbXxDN1XBx6DbE9Wk5ZFa8T0ETqd/OUitGG/HWmBwh1NcVi5t/KWc8czLW6qg0reHfPKNmd1ALsO
c6oY1qb4WHTk2HwGxCk8XzEBre2px/ucTgce32LKtmbpcYQOo+5GLyetfcZejHg9dzKkyTiU7j/s
ElvDKUIVe1upjaN+WW9iBe268N4TQjtut79yLMC2ON7tdN5oxBxjZfJ8nhdKCDXP7Wflq14WCVly
Z7nuO3zSLXs8ensTI6waZYDDhwn42btidsv0ir3Q90+P80Dc7OmISHfVhyKi2u3sv+5/ebrFYXRI
jOEomjYpC7rO4GI1mtWHZrzXFPfi29eSFM/GBk1RjZfzcPC4gsfYEL2c5dm1xrGdz3DyiAtzhd4v
JPZ4QzMcjWLrOY186bqY3k/8KzoMv7z7x8cxRWz5Rs7moSz0uJiN7zqak3JMLUe42N4qXYvLUKGn
hL6/GIX9V4Cy3WeAI1nsHKTaz8SgyMGAv8D0R8XZAsuJxgCA+tMzFa/Ntddaqh2nTbuk3dj1Ogud
KjEBKIlW093BNO3X7d4tVJ7BmYzYvwWb7bDCGiLJUGtqcJYnfYdIqWitD94s7HTIPqJCxW+kmUpx
xfhXCgaBsiw6bxTgwAWoMson2HdjcjsI6XndeR9uL9eIHKBDwjaM6Xkm1qUmpkRwjsgWozDJdbN5
B8hYBnEWYA5rBsvQXMjplKeHwoueB/9w5sV8PEPNtlnFs3l9aah5uzjVxkey4+LygSjuR33Y7v3z
piQx9wOZbkvpsWjppdyUV2Lu+GQ4KssOO2ZdJemNhFisXW7mpv4Ym1fU7zDP1Vs4uZX8yO1v5cVD
LHatEMtCkiogqXnIGNsE0wyeGTgfvLYt3lvB9kwZqhCJFVWpVrVyrNHdHj7UDxTUaJ3wf4yJ2LYp
tZWFoawhfTEKWuHzFVv5rtYVq8R6YLxdiF4vbcG5bwtvPsgd7boBqI60Kw7jPPAT0JQbgIfsE/Je
A6oJ0EOcV4NjdNliTN7IkjKLsFTJqEnok4pn1P8SX6GLBJtadENhp3zK8HrNJANLU4AWYmXObB9v
Xk3sfVseQsfi4i9Oly0A6vkfcoyVb7Rcb7DhnRYS6EThLl4d9YXyHmJVoWF5y4h4B2/HeRr/clnf
RBnvrikE0UjpUpLhYeUsnJk57LHM/otr4Wnw/adQfNNhLHzVp1f5OqNnuQI458PCt9AyThGpLtjW
Bhw9LsHpbM43QepzjKSwBpRlcfZB8IJ2SDr/hgFNCqBJPWW8K3hWME5vcUR/2pH5JsoYewEzSY2s
QySfVyDpbNoWuzYf/YNkCYDTN3flirc59C9W/5sk4wKWQlmfWwEXCICZiuiPawp1B5AvDmfTT+Y/
ZNho8QxEveFCA4/nZL3pzcFBvijf9CFdM8wdB+UIy43n0d0Z1UxWpWhGl4M5zlt2VH7FMfGdX3lj
c/jiKR0bKgaxUGcKXVGFuaFgpToORs+9BVmi1+DwtG0WMjwDXnvPtDP9fZaU/RF7s0L0FT2HlKSa
5WP99DnkcMWzXGyYqPlYPa1dqSnBrlWJnBQXld3nVnfnDtLpFueV4ckGY0NyIw5aFN9giFcY9Qtf
7ove7a2/YzrY2PDqy0EWqzcTZZ2kJbZoY8nobwq51WHiJDRrjJev0wV6exLAb1mJi7nP+z+Be56M
MSlqpQjjDhwW63T7O7NgQ6r1+mWN58DjtdVOhviapmPLpY5Fp6yzX2LNqlQUEfpDK+CXYZOCA0gT
ZIDvszTpYI2oMHeWdK2SthIwMme1mah2mdsqloBFi6hYpTVHHCcb1dW5rNFtR9iyxqL0A4mgPM97
Oi1vwUZdf+cm4Mtg/43t59x6RHty4DSrwJlvPwIAnuo25/qm9G1Mnnl7MrXUUecCeexQzdGZdf68
f5aT1aQxAUY8RD/sATaOCuBq4/x2PueL2qMNvShtZhDGj+eZc5/gZEZ9TJB5Z0QtzeZtinogcIpW
il144aO3er5PZEpCxjSYh6XrasUQQtA4nRyrAz5VVHKi5sn0xYgEC6Uf15c2kunFrDbFIXop39Gf
EVTmB3cp8tS7PCZEg7SRxb024lUPKVwDxhT8pW89okEoIWvqk3pzm3NwVJxYezUmRj2TETG9azo5
7ECssjGubfNej8lARZNVFcD/IurbbLZEDBoRsNMCbXPQMJEt1kQH8NoFvOxmBcHoBYefKUEY02P4
uUpo425D0JNDEr0k5LzLgIt6X9gmVWhMhHkTA/HSdlcJRC7OaQVvrbHfstfQll4rg4SLWkXSvwVv
X54vmJFbcoEhbq8Ie2vjH0AfudGttUEdztXZACMRI7+y+V26BGGg6JLB9jyR06LEvUPG/FbtTEVh
A+yCmL2xgO0+P9LkXQ8uOdZv0sXXFAm1ZXGuyZLOhOyyJM6GsqX3B8ZO4r+NYLQl/QvPZtzC/z9O
cUSLUbQeAwapX4HW80ojzlvxqHnRQ4danHUBXJt18G00AR7MuQOcQDxq3Dzy9MGOfgAjrHGMCbpW
xA+wTm8+cBARYXjwhjWezzOl5ONDZeR1HqS5nBagswL2S/ESHO7rw6TOjdhgpDGPZ53fXfD5BHGS
sGgs27twMZ6ncjljHhghbM55DjANEWeFbq+3BQndq6lY65cM07RmQ8RFy3EUJ1MfY4r0VEdKNgR5
Xvo5KNJ0xMlxZnblkMOBOwPF44x5kLtQaSVsiKEQT5j3NkDFXCr7+1c0+XqNmWEeYUXrOzFB3pp6
NRjZxEJ6hUgvHMM46XqOqTDPcFuIQ4AGAlAp0J08QBxSM1u59tPSCxyeqaDa8Yf6wkdD05SuY0yI
ITbPM8xZqTKI1XSJhi2i8OnBIHJOjgrWHTJsEtHwjUgRRAVkaD/TqbO0rULQXY7a3H91fN8csYnE
qktUXx80ypGzySzUwi/mo0nOcKk/uv+PvvxpazsiyBig4CzFkhpIdLwLI2Sn37KlWAk6T794rE22
rWsjSowJShMhMuIYpwhVQrbh/FgB1WBAC8nqUUDlGvY1PAgr0P2Y2zxF5ggKm1fM9aLS/XIOiH3L
fxzc9WHpfakL3eRdH30v7kkKY6KAQG/EwxV0Vu3ScDAS8DLsRHOnomXxvkxOOyCj02RMUxhKcVUa
OM3nGHl6NNg5HeYZDdN13S107Wvn6eZ9klxRYaxUMa/zrowhKtbFUm+NfZ0jW9Iie5asJe8kJ03i
iD/GWslnKdDPNRTBulIcA3mbn2YqrDy3wZun3IwNUYZ5mUU6bLyApMN1Mdsmq+p9+9Uid1lyt+Tw
rk1hnJvrTCyitMMZlm/yC+a+FJnUNnmy3QIOfg0oDE9X3B0S7TA1JTdDPPlMfx8q2/tddJESihdQ
f65srBQPts6mceWUYOfUsHsVXnbPvM7j6VdnRJKxLz4gQTMB64Np6xiM5v4VVvMLayCeuRfJ0XGF
sS9JilnRslJxtDaFdy1qMrOVF+/jvhZMhWYjK6YoP10CtETOcr+F3pWyG9buDPOUC+HFqDf3yUz6
a+jXxsIxbHJUBUa94Rjr+iDp6Dx2h63HHw2dPqzv7zO6HNeCNL/O8f3StoAfTZdlNE5vYQ71Ph/T
Du6IEUaPQ4BQXH0DhNDkblrxPlgGm0Ew5w25bHao/G/VY8dp2/+LofpmjlFp7XpJIlEGTRXg20Sw
scgZReh3nSzPJfn44KIKTMrEXIYYCyLOTWcOU8Ei56tPJe8Cz/R39pA+qZirqJGKrZ8KMwCMNX/k
kvLwx0szN3QdHf3Ivd0A0kauqYSxhNrwsV8UYArA/54R1TuLprToLliQ05PY8XaJKQn/1RswIsuo
8/kyXI1QigZ4qtAxMTJfnkyvWXky1zCrVF/vccjos1xjF48UgZQ1f8uJ7GQWlo84ewxJvHyiwPpo
v7z2jmj65Gm5XKLj9ERDG7gwqH59fADLzdy+IpbawdBw3t5p+RodAmMDAiT8Yz3HL9vIngqLtsUC
RcBliAuO7tDv3DsBxptoBMCsCfSOwdom30gyCRZmYX7Jj/lqbnOITb6DI6YYi9Mq13kpJWAKnucJ
W4+QTNiKOMDE5KWnJ0ERsbLtH9ll9MUfzld93lNSQMHR3ZOMnRRBbPtrjyL7eJ4JcNuazFsM+mPU
n/qFWCyF8Y5mhXicm5+aNLWjX8NaKO38/1j7rh3JkSTILyJALV6DKmXJLPlCdHV1Ucuk/vqzyNmd
ZsVwM+56bjHAPhTQnh70MPdwYR5qmYilua/O+7xXOs+yL+4/elJDwp1YuoSa1z4qA06tYLSSrEAc
rdLOTuRtH7bRrVnYyIrFibMBKAa2KW8qsFLAjB93dOPU/TMvIl4NBX5rzeYyxUGJpDSGbeETDO77
GRvCgoPiY7oe9U26x+vzz55RC5E0eF5A1nxOzCmboHmQEq/eiQkREIP4boxtHRvtreN2E3C+rMGA
VRhEGLcRIHCv+gg+pBw1l524j7GBCnwVn7xs0nq6YKEgg1hqgk2hc0/loU0+eZxuNxuQeXLQhwP8
BgM+aRWPpWZACAqoOShEUabl5p850GswwINUvZx0bUjXFO89y9NE24UjA+8rjxODB6UGgzqdAN8p
nKHNM+JR7FQZSQgefjr0zjm2S5r5yr1jd2Png9GjuzegnQODnRwMzCUBdZCxlW5EUHeft1/3KOUE
tu5yI1MOjhsMwmhBdxaFBseZYlmHE98rD3TuEuMndiGQfwfjBgMviaqHuNhUVkP2r0e5sMXPCiV2
rDAlmvNnb8LfJs8ma6uiaI0ipU76/eynT+ERBIyPoG8aiHDgZXvWw6y/3YbJ4EdcRHk1lICsIzDL
+yjw4i324DiNHzf7P4yQF5ox4IGZ3CkVwK5Dmxij2xlPapwgb3CMZ/8mAxnjaMlmGVIYdtL70UBd
BA2SDvIFvO0TXEkMbnSDbMpdA/vHiNUlzQj+owOKBXsuztOTuXLTTAY9jDRMlUSNZhSU0DsDaipK
wo24hdczw8NbkwEPuagyIVFg6/vX87EnxaYi4COSufPMq10Xi4CFDfADtSyKvMfZTX5UEgRjsSu4
hmUHh6Il1eRUDdHJ+YBo6XMfxTdWb1+/1ZdmvmtHyiCIYFhlkEwwEyR7MCKq28oem5QzJ3ZBo7YN
ajsA2bE3oDFUjt3QNjfwqCFiCfre4TMlcW2JAZlOkvNUr3Hrp53n1bY1YVU8uJWFLSok2Kp4Xfn1
lPLvm8huME5naS4VEfaEBOURC6O2YHg+PryYBLvLrO0nRxo1GvaoTRVrMHTFxB7uy4N2EaXUnaz1
s5EhHFSc8qhgUNDfxLeF/ZkcP/HM4UhbuytLaYwJz0jilb0FaZiqIYUT2y8TohPuC3UtL7kUw0Tc
c1b26ErJL0GDQFLwQW6mD16NadUsllIYKy2iIi4G7RL/oME/BocbyOlRzeIWyFcbsJeSGAOc6kRK
+wD6NCgPtjNWvmGu3aaNjng/fOHNYmHdKO9brb2QFkIvP2phGZlWBFOk0W/16vQi9DtElCcRD6RP
nhHyRDGuTjPnAhQrEEWTu6+OhfTFQM6vag5pz5/Z67+zQnbiwJCQvWjohwv86FGZiZ6jrkurDQmP
v2O1O2p5iIzDa8CCHppnaDb5NUbI9h4mi01svkCvY0g0y6nRRW+Leyre2BpoMQ4uSV8uv8xqPLj8
IYw/TCO5j1p685yj07YE0rGmHP/7Qs4ACdjPZ04AutoEY6qmhdedpqObjrkdUS5osVCdEVRjghrW
+l+mJc63pL/7n/j1WwxzNUKr7QSzL4BfmO3CwD3o8p5oOYcXjXHksLdBlWapNekVxDskvA+xrigG
2SHBwV1XaNX5Ls7t8iEX186I0BAQKlAIftejTEvjZgQPPLJ51OcgLbDn5XhX5ziXIilqL0RWGvZY
mRlEorEZVDbvR8XLd9qx24qoxMXwq851HVe7YpcCmVuh9L1gDgPVMbutQaO8uZ98jgje96J/X+g0
TOqcdV0FnV7nQ1oT6z5BtET7Rp1P3hYhad2J/m2E7BhOpuqpKPaw9edXQJajoyMA9EYbMC9wtKLW
fMXaL5PrC600Uwx1Oa7p+9ER7dvILmvSbNSTsft6NN7oXtj/i82wPO0Ybyposg4eJwidb5+xz4Gm
mBOn2qeH9AReFV7r4ypn1NI4GOAI2zIuMola46vXPyaBgzAPK7tQE375/PriEvevhyS/vx0DIOI5
RAVahTjKR/LqINbcGPZw4gLIakxiKjIY0S3EWyJjkNM5H/VGNZFKBnvZcK+52s5OZC/zue/vVY0W
kpgHSSenamhCKRyg9pJggArDU8IWPAUcqFordmnogJVULHqRTKyq/H7H5Cgv2qBVcY1V/1R9WA/D
W1OjbWgffly3+7U64jdJTIAwNrogFKYGSfvXW+/j1L48WO6vnwQvfZDYZ/ZANG5kvHLXMPMmiZJp
6bS4wnywQIzKugyt+aQjV/MskNKuB9sEma5bO0+P1bHy/zPL+ckDr7V4DzUwkAPIhqKKaCT8frDx
NOVSqpYiANkLdie63pq8Tc7ND2wB4XL7XSaaGFD5Jo2B/7AqmmwaO/GSoi2xkgw3/IflnclHSBLv
ATw22WXn4NuP5sb0MPJX2eBf2ezx1Lr+mdeeProMxWWwUEiGfjGDBbzFvVZ1xRCJqJ7tj7JbqyiE
I6oWIXHzZW3pIiaORAomjO7fJDIfuRWneByxuuOU3aEwbBjgW0U6GD1P08s94upnfqJlJdb9JpG5
nVMvJOEcJCItRR4VJzhR5jOkW7jLjdciiW+SKK4vTrPI8hkkvymsqEd+9naeHfnzZWN3G+v0CT8o
U4JBG92iPC+lrjgMXZZkC9VhUDzBhL8LbkpZwTMvg0FpZPR6GPF8AJ2Oi1X3BoGHTGxaHUVWBpMC
tW++megK+MheLN9ORnvYb7DsBpTYdvRcPdj57aPT89KGay3v334h8xH6KB8arMTCL+x2KExgVcUR
9jY3fuuCKxBHYxPbPOQq0eiuTfMDjIw9r+99DT6//Qjm+9SpmuaRiGMCnbVGMLyLmoRnkoQbbtHz
/oeRL74H48CTJLTKxiqgLV7d/aP8lp/cp6/6g/e8X6t0fdOIcd3DPCO0i6BRt3OcjdWCeBzV2uD+
uNeIQiIMNlZeerQwVYCI1scK5yP2lMAghGcj3djcqvHao+fb72F8u5zCE+s9/cyO86G+zR+6Ax4W
sF22pMfII80Z7QOLk8BZe/MtpbJNL8I5kM+ZRKXuj9NNfC/XoAWMnDt164eHEWkCbOaK3IlgcQTa
9877z9CZ9t0HD9pWgeb3V2e7XxIjjEbLxM+YUEREFsRvNoE3YsuqhdVrHBilAfsVC2MZ94awzCw9
q0X4Z1z3IHH6hw0SE9xBt3VMWyjFvBzkLlIbobsI8pAWzxQihUiLj7aAcQ4MdNhQLiy4u8Yuh3VN
QQbSUpAxiWVfQcGSTG66K+15E5KPWy+qiIbWm5ssI6WDILXyH3ejb9+As8nuYtBhUYSlj3qU7E07
ffmT4tU3a2OgrDqXsxXpuHPA01dUrzDjhd16fL/FAZEL6C+8iZGkIVgmcPLB/SRVJA9CYgZfuRMm
XlT+GAISzo6QEKzTsHaT+s4xsJWY9puWDISVlaX2YoDzRzJKtIXYUz/VGF2ic+nx7g3He6kMiGHg
MCskg35qhy4OdUNM6x/oc67bRD4PMunv/oddKYouWqYkawbb+CR0QnceDJxqNnkWyYYbPfgh7g3D
/ZPzW8hhzs8YpQCnBznPnhMkBFkSEb3D1C45glaRYCGIOb1BGQcrOjf09KiDT3ed9xbBG1wXs9Zd
i/Dw97kxyI6MYasFAcR0dut4042yD0DueCA/t/AsBdm0x0vmIjtykyWrlvhbMjtqm6hm2PcdJI9Y
i/byK/DCz4TMo50BgLhr2FYv3UIY8xDodHBhSBaFO9k92zH8VgCYwfKkR241f+V9ujzRS7SyuN9Z
1UdYrwK9FHLcS2hk19y3xuclMHinx+C3ZgSaplaQItwiunrDNDT6XdB+YV+3j7WU1jdtWLy2GjDA
UnvXDduRfwUO+LTVClPK3VZwNp+01SW+vb/nSF11uYvPxWCxKRd1NsT0DHs7uzUPnSe/tjdO9fQl
OJ+Rz11fvVaC+KYmE0LmZi41lQGBICWQnPOx68jjV/cBrOKuHZdWcXGhHAMh53MhmrlGZWEp1XtN
vG1IMnC9PXLzg2sEjN/UYkBEnBMMIeQQVTmtR7ecxrWNwWKL6HbqCg95vJ/t5v5rfto8Fv6XQVuH
OF6ASriCyxf7WtwGbBmKLIvaD32Hlrb+85nXgbb2yF8qefn7QoQJFo68biGisy8bgPHaFmaMtn9t
wJ9pf/KobtZDJ+SdTLysRUkymSuRp5pwHjCrctJ3TUWGY/krPeZPP6PNrk2dx+4Wb949LWhyTnKt
JVaXF3KZSzEaXSJVLeRGh/1rc0JCStkhkWE/oomQcwFXUjbfRDHXQQzHJj4LEJWS7CTdoNz/+Mm5
4quIvNCGuQVpEDaVaUJE5Rxv+xfDxajc4ybzefnC9SfqQhBzB8xazLROnRAZNBskJnOSfqEqhLk9
2kMou41JpIfG7Zz05LoVZtA94X7AM5888Xqa166CIuki1qehgITUDK7Kwk5jIxIDTZ9pMqpKbaUm
Di8IWs37KLKM15iE/1NZKv1zmoZnsTXpbfMegt4N0NTb+PbX/YAmFIwAc77hWtC1FMccraKVyTSV
EJcS5/19Jrc+2KczcvO04XYMrT5Bl7KYQEWYBDjxM1UNb+Dj6+3JA921H2xUMJwgec6Nv1a/1u+j
ZB+fGRK/ppb9dZS6PeYIhvDSPoX+6IJi9fM+4uVSLm87FioXGrLvzEwJZrwNDNzvmCgf6bwTJDfG
rvadud+5Psb7fpFDQG52hLIM6fru3kEq71N/AC3ajxDsJA7n666BwPL30BBkYa+y2Qi1RE9czN3m
vPf9hwj8vT/f7AmtkF92K3t/NMSrL2UyYY0wKYmWnXEG+9fXCEli8nKzkzfBDSd84qnGQLipCHlT
ZxCD299JWG0Vj/et/CMUbLHxLeNw/SR5tssy9huKHobosMPNP4WELkJzrcTe+j5BCzieeoWd/AKG
11yenrVIQ5HRkCJJNBmsM6fZoxaJvSEBHisCmJXJK0jnMO1YjmSsbZRmeAazFpMuxTGnmvfwTucz
xCGI6g9jYicb+z7AGNv2+nmuX83fajGOMDDKsj9TwzQeHtGgiInR6//+qqddKsK4PznIYhBuCVDE
GWU7epR8/XWnfmDv/Sa85Q53rcbYS3GMKwxbWU9MCjVYips5TqVuJi+03cl7q7e79n3DHR9fY1rE
Nft9ggxw58lgYkQCCqJQXThY/4MdRJQy0r+juwNsWh0fiOl2RHd5Z7v2PFqKZnB8ktNQNrNIOj1P
PtwxljemA9F5ps8xEbZNvSnNs1JWONL2cXBAToEGAw6ErL6cF4oYVNEFPNbnoZpmrHlBAEOpKkFw
btNhygfzAPII7Ob78YhVzZ/cb7dW819+O7Y7XenjaSzNEAfodK6AL4esnc8L29eKx9+kMNBRzLLW
9AUs5Nl5zxKCPc3hnUieRILeidCh27F44S39F//p/v62SbZMOJpjpTQWzrNriESC7ZzTXg1UEFBz
/eJ8vNWSgYK9GairqOisYal6krnR61HLpVM32Y74JNF61U15Z5sej75vrdtUX4piwKRvW7nXrUyi
Ls0Rw22MoUm3u91NksttNVtF4IVaDJKYctZif0YB23h1UrfZKLYD3jLO42A16lsIYcBDH8ZBPncQ
4pg1EX/qm8f8hQPA1FP8wxYWIhiQ6NVqztIGn2eALWxC93QmtW1ujXfJ3rU6l/pl3dp/y2Phoq5E
uRlMfCPU05S9tKnuqtyu6soVLCfK9+Ps9gNpPCt1QKwvV5jcVBK37O6uq30Jz6+ozUJKUWBnhoKk
6Wl/djHqXvVAFTox3YXkOfAx40CKj4cHFJOdxNNAL6Wf4lfMkG13br3VS9JtEeVze3JWAXtxNkwY
qOdF1WlTIp0qk6TDZp5tpJom8qXnHLfOuykGgzlWreGqCPgKhexEFsZKN9H9Zve0qyvC5d6jFnTt
qJlYRcs6I48nHDXNixyP2wRkZz3xD4e33Y7L0rjWw7fEAHYwJhbmHKlcSDuOMcGuy8RWX4MXHoXc
amZC0QwFuQlwW+jsunO9C1ulS0pcGzu8UZzaD7bKQ7EZH1S6dLfBoxb1MtRPlM+U6E/XjXfdHy6E
M3c2Tno9UItaQhQDeuPjrW7fItp9aJHbatzRptX5jaM+/JHb+C2WJdmoMqlusQ1LOmnVptjc2GNo
q3u0VdDlIn9UAF4c8KViufD5YyC1SiDhgNHIcuy9kmD9ltU7yP/vueRnqxaqq0gygR8PTTvMeWoK
yCeCqaF+w5Nd3caD9+EnwTqx3eMXiFKvf711h/hbGnuMsRxUXT6dJSSXaFEu3I0fdEQ1rRz0EXBk
rTqQhSwmcrJyq5o1BZodj0no6IOrymiirb2n9v0xxVoYn+ex1vMiC4kMhiVNUGhzA+0U0nuFbB92
oLd1R1e2ULxxPufH6xpyPp3CAFnSVEE5K4N08ga/2Kjeo8jZrs39XAx8xXk6C9kACY3gTHct+GVT
bNDZ7nlTg+uYvDg55q1VRImqdAVOzkGaLnZRJMYYJLrl+eToqyH7QhITJ7VncBdo51FCMunVoS/V
k0RO9VNpb82D/8O209vNY+Y+Ivrk9dms4+ZCNBs2ddqQykMLJffvx3fvNNUEmxSJnW0iItJe/fsN
D7Z4d4AJouY0rwK1hbY4V02yxZrET8WeTv8/Ti15THbdR/lx3SpXCw9ghfgvorDb5SPJiJTKgkzR
xwsd7WmDGx+txhZ8+1ztMpufRFuNR39LZJNonTIURqTBTJ9B3hPZ6Jef/Xp7/jB5z8rLlfqHP19I
YjAlaf57nloJVgpUODyKzs/9G7qSjoVnPWgPvx5O2CrZPY0bIUKDULnVB1SveO9baqbXfggDNXLZ
qs0oUVsCq0Nzm3kFKP1eLx+VUpyil4PzVTn3huUvMcKmKbMEN7RF57733m4tckbafj8g0vB2+geq
dByJqy+1xVkz4JM1XWwpY0dvqnSLBdfTpQVNPc0N95Wt8I6TwR/5HFmiOUNW7TYeXQrxWhwm2wQ3
c0kwRCf5IHF7G133xVdBKYTZGizERenHcpw976B5xswAlCaruh6FuD7FgdrYx9nWbxtcWO6Lkep0
zYQYOJLQAp8HFnQGkb3qgzYRrGvJSwUfWbj2v7VXBojaQJIKxYCwJLOPe++j1uyq8s0bB12piR3/
CcO2vgAhlQlrSsrdqIsw1z2iQ7zrYmLZ8JCbANmm63Z6CXevnCO7IbM6T6pWxtSjPDvlLro9J5j6
2m5vC6e2BY20vo0gcZ/Z0RGMm9nxk9sVe9mwce0XMKgU5kGi690EN+0d99j6crw92x8xSXdbSgrv
ZptdRWTv7emRO3XGCUE0BobCfDSLPgQMHR30455feA5sjWZl+R0vf1+EwkEvYXWr1OM79t4RvWqK
V3nl02C5lovOKbzaHoePwrZ7f4cWUP9nb9893OV+h47UpwgcPmDo8GdfvL3pXWw8z+zN8zj4I+dB
vZpZxRpWnb6G0MjPdgXF59YQ6kmkSCVsMMCcbUfnnDpa7AkZGbbW867BuvX9PS+/tFqTXgpmrvDY
R1YrhRfB4r1Giphg4OP1KE4gX9h1b2J9xGg9LyW5GhUupTJ3uQ4zS6pBNnRCZvD19pg/pKEt5eim
UzlXazUsXEpibnEetzqYkqgkC33uql20do+z3CmudDTert/j1T7QhTC2Uwi82p1aphC2xwhSWHvp
e3Srn/LI6bZ2acDn1O4GK8Fy58a9Uexd4W5wsXWD8PweLdCyt3n5O5jbLEZ4eJcNVbqJHOEhm4hd
7SiL0XV9V1/SSznM3ZXCoh5za4a+GCO7va3tB2y98g3bJTv4Njqfndi80vEaXixlMk+Wri37qJ6h
29jZH16CYgAatndcjnSeiV4acRawUavpf0x03z4q/hsoB+9Nm+epaQBy7UMxQUOezKGOj4UDtG6P
xxSz2OjYjSza1vrJr1nSz3FNGhMXJH1Z61EAaUFDMF2/2/X+j2p3z7G+tTBv+YEYRLHivi3aUJJO
croVHlCPniM7EHgT32sDQvpSDAMhWmfJfWFS23tGa9ItWpO2D+TuxQW1EhiF9nxCat63YpBkHqXk
nGT0W+1bx9FA/PCE/urb2os09N9ysyprsetCP7YJYxyyDBPgEAcWJcsr9hiRwL4ZNEdcv8OrJURd
x9STrqmypLGxhzRrkaSAwfBUzhuDpnETe/4YIudphxJ+gtiDm8FZi5SXEhl0aqVSiEpJQdS4b9BE
LKBhAY9JZMLu7wVOQXvVFhfKsQBVRXPXDdRIcIpqYWs4xOfrB7iKRwsRDB41ei9g24AsnYSO1Eft
BYw7nR1j4e0febKFIGqfC0AqZjFL4h66DLaT3ZV20xA6R7vnsrKtRfXL78OAUhtGRh/E+D77PiCI
snc32O6c3t4/UvYgbiVo1c4XajGgJChCm4yCCl9l/KzeJCyEyCUnFR0kT7i8iTzLY6ApivpWNS7m
sPfeb2dSwxxQQQa9Aff1wFOLgadaLC0QHOAQKwcsRbNT+saTsANM8AqE9Lb8A9QX58fAkgiC6NJs
NZoxPPYn6WEnO0/U81638tXM08IodKYnrKzixowLiEFCWfVfj+/vt1uMYWDV6cFFRfLJ3kf+dZE8
ZGIZIPtUKHoxhWWAAfLY4Ckru1HjJTf7KiF4DP3Lg9QZrBjMplMsEeKeXwWibtFdgI6N6ypx4Iht
c4mMemylBCKihAy/RHRN2L3Ms4h1z4iKsUFnqg3NYhApnLBIJgXjL15UgQ/fuPW2v+5i24djBPmS
jYWk/PzZasS5kMmAEzY4qm0U6rjFGP967w/TjQCKf17sdwm6/mnsv1VjoGlsRzmqz1QMRjdB6zeT
ysNybeSqApvXXEPB4JosBpjyZujNHK+HE8j4pYeA7LiPvnVz+K0NA0ex3GhSVBsU+vA2eT3W7nGM
QOqrHNXX/Lbyvzb8KGYd3H/LZHAJO44a8NdDK6QbXxuZtBEx3OxHWJFH5Ks5vnEdb38LY7Bplls9
ajMoSIUd4+3127SaJtb/NjpdZDBp7IYkSRXoYngfaKV+eNgWG5oNR99fif1uNkfcavi8EMfELZWp
DsGsQZyAaOJ1cKvHbN88g8vF4Qhag3QDxVFKjqyieZOxC3GIimxCNwbGeJ3g7S53kNjH3CJHypqH
WkphLGHEFEGad5CCUoKFpL5KXMXFPjyONqs9hUs5jBEkWT0oUw05lz0yIBs5bdEPi3nfHz+wSJ3X
DLranLoQxzqqVJ5Bw59DHLh3HC9EPHHybg3SoYflON2jWcEgt3SUgTyc36a7SiN37nRosDQVI8Gb
4nhfv4Dv6PpRryZZlr+JsZwcK6Hr6Ew/6OgcT5iwJ1gHi6YhIDLISD+tA+feqWvYtRTI+DJtNFIF
NXYZ0YfspxNR3xEd5F+oMAzu8ZbEx4fSzrzT9uEBdPqjnTwjx6fZYGjPLTSyupLrFuTGRu2Mx9K3
hgjLH8b4pkobBbkp8cOeG7SBWHy+wTV8WwpgHNFUdGU3VvSovePZzkSi+H8xG0pvPG+0mv5YymK8
UW+NxVmk9xRNqxgcRAakcLYnEN6Kbz+TF52U2wrj9s91wGtB450i/fviKaC2w6j11MYV7Jy3bjL3
ur2uZiOXijEAJOdZdJ4uX2n/+h5h+fOD4R5grQk2zXPTEmte0DAsS7awjQ7sAcwpGq0kTiNCllPT
7cDnJHst/WhmejANThC7GlEuRTHn1otdOxUYiTntwTH4/l44YLVxLT93MLnMgVeeVswRgno4GrUC
okT/+fihnlKPg6urrTpLZRj8nrUWY+cZJFSPvYvJAkoowbGDdRfx+9Mw0G1Rgn4jhAiH4gYWtm7R
oMPvgV19XCxUYbvaxrlSlcTqqT173nQ8Rbe/yE/a4YSZ1a9ps0l83uf5H5D8t2psB9sMDqBRnDt4
pdejB85FYKF/hxCZDu7xMh6r9Z2lfgwcB7LZ66ME/UCMcSrvQxLusgjN9QS1QB/rFu3HqiZfID4X
7mg38yfHFldzmUv5DOrSKZ9kliF/8tGxAFBEsypeATzfS82BjZiXYhjsNbTWCOYW5oK5lzMJjy2t
l3Bs8n+A7u8Px8BFZoJtIqmhC9Ig2JpN0g6kkgnJPafyW3v3hTG6+68Y2wE4d2Et+lsqx2BHhVi9
6UrIhbkA4823fiN+nD94YnhnyODGNP4XeveOef9qkWP3o92oLbrSEnw1MA/7tHuGo9va622pGwMl
uTRGmRxDNyw9OGLZX0miHzzFeOfHYImuB2lVUWdZkuxORQXkMrjGs471wOdv62DpmrWmSTtTgQnC
zjVv+5HuMDUwHxDuWTaud/Rws7O7vbqX95iR4JwiR0OWvlkvNAGID0jZe9I+3Fl27cXeHlSLHDnr
3v+3jgyaoFQsd9KMk9yjkjm2ZBBoE4WDXBYoND/yFtVw/j7G1UmMhY2wRM6zNYqi1UE7ypqG3qML
USF2n2Ec4+edf3hzI/cyjHHmPlQ4V4IdYxUrbUJpmp7rODveFq2FYN14FO5ofz8Yq7nVeN53ZBAm
HebJKBWcL1ozsD9W2WAP+9lGl/8b3dUQeujswg7q6x+V549YqudMNipkN6AkZoNBAwlfe/rlgzLn
4GIkn3ekq9JMSTQ1RZXwotVVJoC0klwIUqricfaQIkK3AamdF83fQUO03RKOdmtHupT3jyNtTTWj
DyAw4e2QPDyTE1rDnUkhmn0jejsbg4oWGmF4OZy1KAzTz4asKTS41KTvespZFfUTdjrDaL3u3UCD
esW79mvWuRTB3EYtqWNJOUuwTse5/Ri8Rw44rwZHSwGs856tUNYyCEDOiz4y0JaB9zPmn1zMnGCf
EUfeGoIuxTGmIZR93QoxjsxsSB+i1/wXR8Bqj+tSAmMMnRaNGP+ABFSNUbn7IDmNgEAieN3ouHIY
jw06sj7oesjBy/4VzJmRffKNe4Q+4C/giKI/mY18lioxXjuKpwxprotKDoAx8yQfrHm4SryM2urT
bCmJcdVdU0fYKztTcEK3oHQGRbvaUuSPyA7Mvg6f7X4tOFhKZBy3afRlg6QKPldN1BMCOr5H41xT
NmdTtlWUagNEdLRBD7EjonFkrF/QI3H/9Xz9W3Hsm60qFFWtJEY84gAnN4o9U+IvhF5Hu79Rh60k
lEJ+LvMA30hrXbF5ThPfGEkk2E1s1xLYJI3MkZ1qPF1XjANEbHGhbCarGOghgq0jAS3VbmPztjms
5vIWtsD6jazANDLuFc14vL7qtgqaSkDRwY1PN9jKzLX21VLGUh4DFWqXpmZPwch5lV7Fr5I021t0
qua+Otgzxos2u1IiT3VE7h8/uVeN9xkZ/NDOszoPExXuDNjdRBkbebixFsot9WNxY6ynTBZhKRid
OD+cbbpWLb+72WCVLLqcOZbPA0SdwY5+CiY5i6iFvB5HUDN6J9N58MnoP31ywpnV5MRSMQY0zlWB
rbUKbhnY3ZXN+af29nnd2lfj0YUENmcw91iZgN3SUOYIv6tsYoLh4McHOnmCtgV07vmPA5at7nmV
XQ7Us4mDQhvnWUpwiLF/z22G5ME7OzMrKX1aix3+9WdH+7mPtshXoxrZn1TNzjLQ3SHNw62q/Y9o
8G+8YsfZoiwwNSG8+BTkxbDSBESwH6H7Bs6WH6593vI8MweC2QFaBdTjo5HQiKa5i+8eeXzSPJRi
h9hSyWgyNOpQOy8RX6RuvjmTI4lDooRE7cEX36UIAni3mXuODGBUaToqoISgJokt1/Mmcuji7h9Y
Nry5R+fOv7zO7MInsR9zfa5wAxDfHD3JOdXYN6xhU/gWUPXJgyqOj2Z3PAXaoNWJfLlvmnd8jz7D
+/QuPZVbYNX/h4vAAEily2Fej1ScgyDx9fgs+q+Wl0h2WJLgAQWxGFsnr0MK7/KxyQOjCWZQxF7Q
GJkX7/bBV0++u9tdBvS4TG8c98KmC2ozVqbCgIYDmmpej8cAZebS3ViJe8/bf8EJDUzmjVLnbTur
yuXbBXflAekBXl1ntTK/gGM2PdCbJVoO6DMIbPF4LINR/Q21rUeUC3i+ZTWbuhTFvFDSvK4mtcA1
Q08XiMnwNkf6NsQS1DvzQMjhDXtSsK0Hu3roYiAelRAPXNjlT+gmjkJZgqIghPAyp9n4vu2iQwov
GNpZwXnEXJiTr7ws2LxAryW9lk4Q19lIVCM1jg3RI8GI5Z1PXg7FD8Rdj9PLY3ZfUWZ+7sTZKonD
8rCZCCXLDX00DMhPSYEOHNUJYvKFRwBHT17AYDKxCVhnYkFQKHaitp67EXrteelpro0ymDLpgoEt
S9RG8cSYN4r/hM4Rh+vEeaEJu89JQqozlmrIabxXNI/g3XnKUIkOnIdtS1SHoLhqu/YmFWxeMoJn
LhaT8OjBOTqnCkS/0j4c72OLJWjwCuOGbpb1x/vA83UyYmfKwb7B4AM574XDZzYQXsaH8RYGLoBq
yaJBNzsj88LGMVmmYxHmoCWHyvjK5d42s96en41RIXk+2/LMo2BmAun/yFMlJJlUUYHU74me6Tya
bSgbycFKnzTN9JJkZ9aR3ZkcN8hEf3/JUVR0ZVg6hp0vhfdF5TWMz0FoTlZyENSvSDCdDksWWllw
r3uiVSmqali6adJ1AAzChVi43KKLOj2U5+yodb/CxPDC+dd1IUwU9pcqCyH0RyxUmeq8rru5Sg+q
cban+kss7bN6N+dOMTSc5wD9vQsQ+4coJjASBLjy8wh9VFl0QJIplhwBjIP7hwAGpYpzGndiUqYH
fVBepEgkud65Y6NujayyI1HdmsHoxonRkOtnuGp2izNkUCsYS2sMCygWnoPP1kiJFo+fsy7sZ1Gp
7euy2Hanv5TUYHSiYZhIaTI23oiGZoQmhPWtq0b34miL+l2Re2Z/W4Q/TAnkN/PRMPD014+h+Brm
YOUQBnvMeBtUVs1z8UMYkNEqSx7UAT+kwtSdJD/Jekqq2b+u7qrNYCOGoWMbvWZcHrML87TSqhzC
HuYphaFj5BGJMp1jNatfbyGC+XrT3MMl9LCa8BzdNLrmGM3Ziwz1Mz/rnI+3emQLUYzrCepSHXqq
TXz+EquKVNGvikf5vC5DUyXALYZeWWYErVKlQRza9AACD9sUfjUmyKyLP1LktxDm22dWm2Njxxnd
GfM9SghE7I/9ZHCErEIT5hH+qwkTrw75NKmxBSFybtll5VfCSSpBwN6Xdhm+Xbez9VPDqm4wkYiy
LDPYJIv9FLYNjKCRQO3QPFWGSsBR8AdCTFmz8B/cD7sKqI/zoY+qLj0Y52AghTb0G3MsA6+tUutf
iqL6Lu7NUGaSFJQ4u6B4LrrcGer7KdU4uLd6OU1dlE1Nx84P9oU9NXHRBcqQHs6N8TTM5i+sQODY
ANus8xfcoStIFDXJEC2WmyI3Il3Nz1N6yI0QkXzU30hqvi/yzAnbzovz9q7FNZX75CiApbTuXb0I
Y/ccR06qhIdBD45/8A0Xv4eeyeJgZbqQMdJHqvMERoL7s/arSp+vy1hBJE0UMf9pqoqpSyLjx5qi
h54d7KTous0omomvyxXovzNjIoOY84Ju5Z9++Zs4BgAr2Sr7cMRnxN5hr0BHXjx8SLP4ZIrDS9Eg
i5ZtU2MrnBWi5LlbVNjfKXE+80qgqIkYFDdFKCxbbO5JGANVL6YeoU6CeZZzTjShsxtxdiM5vUvG
+2j8f/cr3wQynzHVI3Gymjk9tLJigF/SmFw1KEyOlBUE+yaFuYVnJc/UQoVaU/llosvMkzR/0ENS
pe51i2F7e+g1+SaJwS/EGV3SlviGU/cQ6fdVPDidcpw3qXaX4q6oSJc0x7Zwxq7ngMD/EK1oEuar
Ufxn3/zq/yHtupobx5XuL2IVAZAE+cogybIcZzzj8QtrkpnBHH/9d+j97l0JwxJq9254cpWaABqN
DqdP66CCzFqGR836lOF1jqodT1w922ckCWxz9swyvLPn58mi9/AAFeI3DDcWjkFdmArAHPTwXt5H
MaX6LDKKGc9D4WfdMUNcrOXP17d3w7HESDCOpmyQkUA7pXfbrnIbJMl9ekreC8ttnkLjNjdjN19O
FN5eYf2+Lk5GN/11mn/Lk3lI6raMGn0Y0lNc7EZxA44jUIv1ud+PD3oDsgyg9ae3FkAuka/Zosj4
3bS/iPkQ5p4w/Wh0qykgD9qeEIWtUH6Z9PBTxyRdZmInrNxdqMu+hXs8ZckhPjmfqs9R4vZ7+4nE
IKJz9drLMSQlDnT9UYQFulnd6Jtzc32rNp4gE904Ov43dQ7pl8ePBHLnDHxGhGm8T9ZbaSuOYvMG
G/gHiWLDojIVrpb2UL5YT0/GRG7j8UsyuDT2I/PddujD9aXIrH5/nboBp36dCgIGu9VOnz0tFY1I
RxNEy4S4mfZ1LHxifKHd4s5NC9P7mTLi5wY/YZK6N1g7MT3E5q5uel+D+29Zb/+0M+WvD0J0a8BV
sYghcyYk+FCMEsIH9frRGfZW5Wf3ZdXsIvrWi+c8v6254w62L6p9YrygmNm/LcYhBv+mU+SKe755
0CaoxXASjoO5fJebg5RNtmAyeHqarNIzzW9Oonh0N+/4mQDpFVwaRoQzQZPC9ktvz/uxnm6YfTTr
n5je+G1iX3JHFTdu2q4zkZJZQf3IsasBIkX+YiTHKB3cJGe+Qq2kyv1fp8iJQ7lDTIbm3sudg80s
SVrYkFKlZZB3ixVkaNbZUT3GW+t03S5MxOJG+pT5iaGF+4Ekg+Ih3NxcDvgNQ8qEWHK5vbDGeoxj
DQa0+s6+QosCxK1Cz9yWLZ4S4b3pTeAeOY5toW1errwPOgtBZYIVg1DlAdbKn+bZbceDOYhj9jjp
nQostqmcZwKlmxvqZdywCfmgobuLFgQQRKX+mxtoU8xUthmoQbikKllSETOzk+zEtMxN8+9F7wH1
IX5YWRAKJH1NlW+/LRATnNdkmoWbfqk1aZUiUGK4+9yMYceNUwpWUSPNg6jQvNT0DT2IjUjhBsp5
5r90FeERRgFgoYZczKq7NO7TKM5OcTfmfl0QTFefKsvvaR7ui35yMAWdYd5UzveN6aQHyufmeXai
RKGvWzeToPkcXCw6wfOyHviZKWbC6ZKsx3cUboVny6Nfr1/Kj3hSyoWZ5wKkSxkxbSRTifO09swv
vkfBuCevxYHv4p9ofNh/Lr10QUeSuY+fTY8xtw6y+/Qmq9z2IT9e/xY56f6x6effIvmOXM/bPI3x
LXBprD0G2AWEvQ/muCuap6Z/I+EpzhXGdtNpPJcpmfNpGTQREmzw3Zy7FVqjG39eAoFyHuI5mIV4
/e/6OrcuKSEgUzBN5JKoIxn4MXQ6Y9Jz5Cwy7sb1O7W+XRcgVxb+fyP/liBd0rLRmJWtG9l78W7C
MOgu88iJJbvkmBycAAiI0E3mRLEuhVgmN0B2s943NmZpnEDAmxriOx2D6Vbvh2+iHG6m7oHmbjR9
icRLlKPgoetBaz0pVk5xH/5QZ7TtIOkO9iIE6pf3xahbPDFIY5ysrvqdDaJy+Ux2eVp6Wjc95Dzf
R5VvxomnRYc2okcq6EHxCaun98cnwE+zMaoIGRZL0qg5zacqapH710j8RaSFa6WwjYvmFRY90Eb3
dIq6uGi8PtV2k/Fv7CU5Ey9pVz7o2AAbT4DpgCAsrLzarF36i8SGpzOMafAZTxUv+6aROhMpqRtJ
U7OeqvVR7b+LhPslEnERKJuub+zWQ0BgkEE7bnODyO5DIrpSn0mYnqIldzt9CODdN+Mri9708lSY
9Y4ZjSLHsmmR0PhqQh7DrKQPjT8zv1nmZGbc6rBIvIWL8NpNjp+lr0kR+otYPISy4bg8FcOoeH+2
TATKYgZmW9jo8pfl8nig9cw5UsGZ5doTvFpVuLraUllLMTYb+RYMC0KNSroow0jmNtNghCrnjmGW
RpF86afanaL366e2avs1OVJcVMS0i7UIyXlhTH7ehYnHcgbHmfZ4VvDCIp7AHIPrMrfcrvO1rUbi
7NS6BfPd7Ao51CXb2fWX6ZddvvU+mMrdfGj/xUnBPWCc2tRG2kjax6gpmD6mDUxt+a6FtWuZismT
W5cLcQ/+BS2Yo8ulS2eaGo0vSKMvn9L2TpsiP+laxYbJUKGPB8NwuGPbMJo6VnK5Y6kuosjJkbzo
ko4ektCe/TkpO184g+a1GiOHeYy0YBKJ47Eh730+doCOmrXpYtxN9ZYP2VPm2H4ZhaEX83H1lmaw
V5eN7YWtVnhOHjHFzm9tDJwi+IT4aoK8y+U3Zz2L00TX4Bp1k5e1N7btWoOl2JlNIRQeksNxR8wP
jM6ZKmmOaQxJVuenJXGrAqHum9E9XtfWrbuOBwt3kOrwCWRu7KQPwZsRJ/kpR8afDO+iVJHabN0H
RPGwJARHrMtp3KltKyPWsQjkijwNsUfRRl5r3cFc9xS1slFhNjc37UyepE2GQPxqIyV0iuhTUxi7
oRw9ZW56a1Hw/KG6KMsYSP5fHn9sDqagvM1PKbXcOYNJIUtg6lPg6A1m0KYHo1VhpLZO6lykZMvM
QWvLdGjyUxV9R57a1+1SodOb7ui5CEmpHcxc65pwzE99PfC91YzUS/R4vHXqOtoLRHYe2tWXfaXz
8qglFZIvDOpSxDl5qjtHV6FLVStml5ucL7nWcxMrjhHtZXbmjioEw9arDloJYsDurA/7qktnF8y0
R6PmZZefuvIJz0/ok/TOOpUnzfRCBfn3llrCJbQdHS1GFkhnL0V1lo2Bh0OVn8zhltIn0scu1V6u
X+atZ5VTg6N2YBiMOOuGni0ni9HyF5L1/ErHG8TopuymJ46vvGOb+4ZHB3AWjmKFbP36hlXzgEnB
J1wRb5mWvaG/peZbLMxjGJd+M/MgzlTB/6Z64pnQkePHK2F84H3Olgd+H02rCM9PGDDu6qP5VIrR
S3LjWLLP47AEbP5a8MzjKeqk8eiHDrDw1zd4y59wbBN4F4RPDrElXxPP0BCSJVzXHS/oCJowBGkR
qddN9nHmItBa4V+XuGFoLIbUPvTTppgNIVmzxRjLkk4FKrLa4tX5La/8wXiYl8yz8rdE9dxvrM/C
wnAlTJyt9cGMe7bDoejreMxxrjE90eyrmH4236vyflGV9rbk8BUQRZBRtYAgkhRVZBxlYCs/jeLW
CE+ZZT7Mbfti9osLetrv17dwK50Cx8JgFPAhh4HbT5LmJOjbWaW1vKDuMpDKB8twFWRN6qC87XzO
nWI4jjnvvNIxLE+PjXGf5Y22v/4hG9fTwvUEPxljq5sjrbquCGhI+6I4aU3tDdXPpfdteKN9odDS
jdsJPmZUAhjlNgpSkpaCUzAT01QVp8ZAknPs3Na+qW+Y45HFNYzfIlO585vH+bdAOe4dy1bUMVkF
1n5SBqiwL1/17kiUXBxbtwFaAxNHMFcAqnB5krjr4dCE2ME2PYCdl75Xj6Hhd5g5SN38OUKq4euy
n96tBK2Uhzz1VbWAzRM8ky89kFWaFFNiQn5qIXbQP2lV4hNncLt0UZzh1krtlYsXJRAOWy7pCovI
yMVg5qcyDDQ93WUpFa5pxbuxdA4irQvkrKnqoqwPqhQuWXgEbeT6ALdjci8CFVoc2WFXnDgZ0/up
1b+R0AJ4wgljxx3zsvLsKit2YW6b9320VHtqT+JlykTsO+m4BBUjCL6vX5qNd9NCFclx1mGwqC9K
Rw6aKUHtMCtOIhqK3VLkIJSMYZD4QFVwni01hpP6YfwA5ZBRVk1WNWmcOvmJL7+tZj4O+nH0Eczt
BwyUur6qLfwa3hDDRsEOADZHHhtaEZaQIRHFiTTNeD/EPAxCXSfAHsZRYFKSHEpR2kECRIA3kxGY
D7wSwTT2VZCPTRuQUQyAQugj+sDFtNPbulRs/OZuoEvYwKw1wFrkt6BjotDnuSlQfS3LfVZWbG8K
DHjKSisPFtNIHo0wFDfX92XrggHoueLpwCj/R8qj7RK2dEBjnhbe30ecPc7za2PppauHqvVteJcW
3nJuoe+bGijZXtoSkidJNAooe9UcTespL1VXeGMt6G9hIEEDaBVP9/r3s8dUoLWnWyIccWU+D8mz
FrojIV5tHK5v2cY5AXIOl1JH5pFDCy7FdEmERAqZcU4x3lP7PrcXF8xS7ky7m3r6eV3YxqZxgOl0
uJgGRirp0m0konBA0kxwG8VD2t0VQldo3ZYABnsHpDRFrVVGoE2tyHKSYjUtBkEGQG9rbgc++P31
ZWwdDab7geR3jXlRZbncs8xKhTmEkPIGJJ1TuFHq5obiim+dy7kM6fgtUSURmnawEqCFkOJC55Xw
WuAA8n8e8PJzQeuHnOnZDDWe8x6CepQM2LR4ZHpBAlNxMKrlSA+S3g5zEZaQovX7qTo2aB6zb5bS
S0pFIUYlSPJeQmrV2mhA0DjvF91j79XbOPuW6nZuKhqgLCbyKhbSEuvfz3ZtmGvGTGEXJ8dApb5B
kBigikYVu7alaCYsAAOxBFB78tyMtpj6EuX68qS34XcnfAxjvhsz+xDl1f66Sm+8k4DlIJuKMIFx
m0kq3bEmYfVi4Hyqmt82Rtu6PDaKQ2JELLguamNRQCBAxIr6R15Kisvrxp5ioTnFydZyf65fquKd
tak7NIrk41bAh2Iv5ShAUgbCXekKmRhiyLOKFqc17/isGV9660eznISpg+fl1vYW5o3do9Ypbu5W
4t0GkArGG2RQWKNk5eIpXL0LVpz0sjvMcRYYwzP6yW9HErnWFN2VZoMM1i23NIXkrZ0FvhvgdZg/
3figvzhTyqh3QpSwoJRrhNsZzI3Kb9Pk6vTln58g8lbUNJHxo1SOvyqtsaaa4AQjsD6Pk1u2x765
Eyo83pZOUmwhpiii7eWPpylqAc2u+kSccvpej3fO9EZihbXYFgGMg2OA0gSNAJfXuF/gr+q8EKdJ
exP8LQYubMyfru/WhqmwqYMAEt0GK8pKUsMYU1ni1Co/lmGijNgW/+Y4zgRIFrys9Kmx0lqcGucO
CO9lydy6uVNWQ7a0a61g4U4BhOLIrnQVkUqkrBKnmtwBs8u4jwgtVBmiLSnIIRgoWq0zXGS/Sujz
0FgkFScy3FY2xlllP4boNSlfrx/KphikeZGDR1YZWLHLg9dmqjd134sT0MP7Imgj7BntPKdWWHCZ
KGCtTtjgjf6PoA9jcXYnZ55lDYhgoGGg6GR2F0DgLs+SJziN7XC7xj3JWLu5iVlMfrLDEIuT3TrH
BWRUw2/d+fyPlw04z4d7DBwTHLHLZZsLqeYuRuVMiDdj+BZaz5r1mJj//DG5kCI99lHVjyURKGTn
znh0AjRdukulK4zdlpl1EG4aBC8jtFIm6UBnGU24geoVEBflDArrPfay1nUvzI+muV8Sy6VMKKYg
bBgMCAWRMCwfUFHygM60qAhatwFGTvR9DKbBVHskneLh2tBNx4ZFgu6YFopmq0E5UxmUazkX/YwW
L2P2hzHy5rLcZWi4CrNYsYmrmksh+4Uoyf45DeDptQ1Rs35npcNtkndwZm4yByAD8TtuxSEiwXUV
XFXsmsh19WerCzEgowU9FxAk00vti/KWc8ttzcUnc6W4fKrVSdoeN6Da0ThEVWYQfpnr8jG1bkX/
1liPdfYtdFQUWVupQgcJZlQ6oRkO0IKXa8OlCJuZABC/tE/gtXAbDcxFVR2gY9yf49g1EncsPcoR
MBS1/c9LBBfCJb8KMWpBaIWzpOJ9pMQl7Mnqf10/vC2f6kKIpJu8i83YttcVIn+W+tZ3jXgcZBC6
a8euo7szRpDk+9rkiqNcf1fWmvOdlRQVQXI0jwKLI0PpD1XvR1at2L/VKl0TISnm3C1hpIfAS7Sx
N+4BQLS81m9vVAV+1UokpeTEAk4sItlpPO4mhTuz/dvwlxABM6Q4pVcNHZRtGTrYJeRo6Un1eGy9
ZTj8//683IxdttZAwrXSnt/ML8a++F2AmTH/BATLQxMcS82bA+emwxyu60qnWJXciJ0WfVuNBjKJ
Wte0920UtkFINH5zXcrme3K+OunyFk6bN3mB1QEn7nb+hBnWpWe4eaBiv98ySyt+1wSLGXJxcuOz
JnSMictMZEbvUPDRbkFnlbU+yv/Ivii2TiVKeolRpmGi6SFqpKXLHIwIj22fNEg709e2u8n6ZzGr
MmMqmevfzwy8ps9N09aQWaKW3Yw7gNrcJt21c38Qzm2v/3a0m+tHt6kgf2+onMOKaKzBKBtYJdln
3R6Nutd/fyvdChg0HA0EIjYhcsATV2UbihDdOZx5zum5us2OWsB/lPvW/clqt3vWMfA58a9L3XI1
zoVK+2iLUesHDqGNHwXPnWJNW88weE+RujSANkQf9OUp0QSRs2Y4ABvSb6S803X9YBUvCH7yVIER
2XJnziVJOhjymJA4BdaF1z4mc7o/athWo9hd361NrTtbj7RbCLAGPA3h+jBN3jhW3mTeLu1tlL1Q
QdC3teIsVEmtP/UOuczVv0d8h1jUlFYmaJTYmgn0SwvAw46Q8WlsdJUabDgVqxTkZnX6gbOR0gnW
nNcTy/Mc5bHJcnNtlw5ezcw9HYjbRj/nHl2wU3I7fAlNxb368+QgGWn0j2QqIOzSnsK/tnpbAHsz
EHD4UFRMWOrHivyjQsgHvOvMXFhtlcCfBrLBoHcY1LaGri17CQ2FmI0e2IvFyMW/fEr0fKEA9uS1
fiij17SvEFxmQQZYadN9pfULQdbEmU7z57TYD4ID/0Cqw6xVivavTa1BRg81eR29Vn/0wWkNszC5
Oj9ZxT1D8dFcXq5fBYUAufGNFU5T1XkJHAev3VC8paq+z42nEnu5koOsEM+1LH5pPDKb9UXDsZc0
Ng5Za+6q9lHod4N4TOfebcQxn3Q3mlOFE/inhwaxK+4caXe8nLIZnk1n9UAmiM0DhGDNL6o9FkkR
dLrtK7GLm7toIeEByMh6/aRrN6VEZMO0Cou5y7VHBNOK5fxp4LGctfiCRjWElB+MjWean4YmjZcY
ErLYggc9uz36IMtSlYJQiVkXeiYGCTTAPFcxBSBWK2FCK+5ms/9Xi1mRqzZFEVSuiaQNemv7cEEN
qWjXlm60U2qRwr2VJ9AiIGZAMiJ1vGY3Af1gl0tJc5Q9DT3DUu6NwkXTg9MibLxP+71B38yWeVHY
efGcgZ8kAlRdca82Tci5eGknMwCPk7DAxbJnDzH6fWF9okni2fqdlhO3GHytAl1K/2anZtDR+sDL
2C009JtYSkqPP59v7ARBxh6JJWudTXa5E3Zb2mFh4AYa+7r5GSUN2sl/p+gsV2/6WgG8jIsuRUmv
3BTlppbWWHXaiH2IGZ3R/Zxku3LECPjEL+3CJaMnfv5zG3a+PsnCVKHVDfNc5Gtilhsv5aB6u9cf
+HNVNroc4P3gDZdWVTd6qesL0IG6jhPkQZ08R9FLZBys/fSiaYrbsWW5GKWw9w7aztD+fHlc+aJX
wpghLYmGeEcqsG+Es4aZ9rzNbqye5+7Qo0Gfg872+j4qBMvYGt4wYdoRBBdrveMQjX5Ofk7m3sw+
xUCBXhe26v8fe/r3KmWTaTe0Sq0Mwsbkl13chbPi97dchbNdlOHkGH9VR22x+iOl7ZrGS2RG7iyE
S4TCmdw2NBRAvTXVZwEIdXleHOw1XJ+G/DQjizh270XU3VfxXfuz1I6U/dTYnrIw0JPKG9jRUmF1
Nw+Nrd4eUscGskaX0lfUXtH3sNgMvazRDZIp5Ln1O68ef18/sE0rciZIWuaQakYFtmi4ltPvwfCs
UyqCtndztKD/b4Kk25YW89QvHVaUfot38ezOfoImFEVIs/XQAYyBVwKFzHVk4+W20ZqnFauwmql4
Qxt70t6J+P36OjY1EEXLFVKPB0imabDLeKqcgsLjDzQMbCCYlnJdwOaJnAmQ1jAALJNNFAKqG+IP
aJpMMBTvuoiP9pg/rumZjHUfzxwCTef5VDLIKI+Wi1l12RFA7eOjE1SH3w1m/YVu77ZB4/0SiG49
z/Ze2a4O3o2DpviSzQM7+xBJz/UlzVNQaULPzZu0u9fHnV5/ur5YmYj0L5fhTIak4qC+atK2hIzm
RNG/fFvfZt/jn+y9BZNf0ATVbvDMxq2etU/2ofZ7BR3BB7POtb2WFL/P7LgAxTx88YDvoPfe4hZH
kBIUlbfcGq7mcq/cATEHAu4vVdCAijXxG588JKC9F9+XL/RH8YME5IbiL9d3ZtPIAIKz0gAAwiBz
AfRFxtJeYzDW35lvAvJ4IgfrhieH/02MtAFWqkc0qiEmy49FfMfG9wZUMeLA6l9A1f4bC3C2JumZ
XabGXsIVWG5OkduF7pAglcsU5ZlNreXowjdNwwSfkqS1Rujkmt1DCI9f0LbnWtqXthl217dtI9EO
r+tMiqS3pEDbdkqBVuc4m6T3+/DAjNNofhv4G0qvdWd7oMXLAFuNVUWhTSPn6DYaFgGwBtXApX1g
ZSgSLcSRJaSf9tHCDHe2G+ITMNYLt7aZCgC80XyLxaIEj2j4472VrJ5hR92YCBuxubH4fY1OIjf3
MY3KZHdj1bvwPr0Gzr75lEUo3oCJdjIUmrN5G86+QLKJBCRpkdbjC3RvNL82Ge6j2OdHgDd4qnIG
t/f379VKCuRY8YhIIoRJWsBREv+esk9aCA6Q9Mt1HdpycUH0QVZSnxUPIt8GbgLb16XFyXyN65uS
+y3/KpL50YweaNcFtNZ21wVuNOQzIBxsHCbawVbWrUvNmagJnqQ8BgDFaYxjO7LC7ViXBskwjKAT
ywrwQ1nLDiF+ctPPZRygeU87OF3bP4xZxTxSDtVx7ELtc+mE3wUvepTLkbE26xk8DegrdQWIHYKh
6NFfJHr7mMWNAYzS5NzZJHFuAWONbq6vaeuwDES0KDFzpBfl3HIelVoLCGl+0ux2h2ysW3WJ1+lZ
0GCoy3VRW4bFMEzkGxCTIMqll7s3mMmYWWB7PZl4nGgTRKJ2NV1xRpu5mxUZuXb5MDBCSlqxNgWG
bQzDMv3s39BbX+5RoJzgYYJTtlWYys3N+1uWzCtVdqAizihuFRLzoj6a5dEkN7qpSu1tRaiAyMIn
QzyHpnVpSbqxWDxacfUYxxx6GDQR+ZU9fDPEknhOOX5Psx5jZJrcM4wChJTDHFw/uM0U7dkH/LHO
aujQFwKUeeUjjYP+l8/Uc74OP6LB1UZ/+DcZHVAb2QaKEThFOddC7dooIx3rLfIDEKjzznRUK9rc
UmCowceCtlqUxS51MTGsqq1HDTaq8cHottx2xS437mL2ZH/NhDt8u76DW27vCtn+jzjptUunPAGe
GyYRRfpfTf5CwmEf0SqwitTvOoVTtqqD7JOhyw09PWBksf4gOZi6rmocjtNimreInfYzb6f71L4x
7fQBKNWvU2kqLt3m8tAmi3obsE3wRi93cw55PbTxUJyyovOj+tbq0V6GFhBU/+JM8ZJtWhEAjtBq
BHoO/SOJdebdN31GZ5IBA1/Wza7WqkAvnWNZqd7s7SX9LUZSEL4gK1Wk/SoGHUJlvB/AcwJkkU/D
5Zgsdqcwjpt3bEUsrU2DfC1ZXe6hHofg+uToEqLll6k7pCCwbERzMCLg1XWvEeUexau4fu1aQyF6
yzc4l7zu+NmOYs4LSqhWWZyGyG/N3NcL34ymfddqR6id54xP1y/D1gmCj42iOgyHiH4kJ87kkVxL
aW2gdYK0T8JKPJHcJaWKAnnr/M6FSNtpTTqzeAg1yfkhxuSfNC39sfecbN8XKkzf5oLwfBro1UOn
gdytQqymNPrYBOLXKgxvILPwFg30l9zUVcvaFGVZH9wQWIFM/8aXlvB+GKGWbLBuU7LMfqnbNxSA
fcWdXhVctiJoY1g7EBEJoFB7qRUlm61lrkKgfO3K1frJ7+MvOijIsir45+oApcdaoAuwWuxSUCXy
uEdnU3Gas2MJQl39Jvk3SzmTIOlC14vOnhmA0nF7V2bB0HhFeCNU2futa3S+jvXoztQ6zfQB1JBY
R2LutCXzx+FZN9z6xQ5FYPfD5+u7tnk8Z2ta/34mLQYjfM9XQDtCwSlYEoZGyZ57U8XjncERUF0X
t7E46AGhiKfRRgMQ/aU4Kx1NkRp4U9p4cuflOFo/QHJJu6Oo74tMYSA21oakP/CbwO4hdS2TMDll
X1Zjvxqk+jC3J/SDx1boDfY/VzxUcvD6A1/5YY0u15Sh/SESQJWddHRDm7ZX90dTU13YDTt0IUTa
OBQXJpOt3QCZCPrGm4c7UG2LGpQrCiu+JQh1NgvEb6DvAyfJ5WrYbC6zk+G+onIYR0agTW+Wlru9
9Qa0sUIbtg4IIFsAvlHcA2BaUnVK50JLQw1NKGQfZkFaHkHwuAwKv1clRdo6XpkZaRdIKcjRFKAV
cmn9lKqczQ3wC/pHwVwJpD/yRAjQLzeu12pwpTSZOBUURV322baRseoxKbHl5clpjRNr3zUAznTU
siPDfs90Yx/vQ5Q0YnLLhKoIsJUZAZcM8BYgF1pJF6QwqRNzJww0MKIeFcRT7No2YKRac0dKTC2L
Ho3cY47fD6+RI9wwJ7+vX3R5ZM6aUIR44HKBA0Y/tikZS0Pr5ilqAegWWbKvwuM43tTabRNrKPkN
T3h1dlE7Iz/Tes3U654pXka9xvSAu8kCqcKtqf0O+a7P9mN/L4DpHclxYL8FkhoavU3ovuhubBXP
zwZFzvrNABugM1IHpljasqbQtT5eWkD3uZ8nqJ1Y0SF3DA8NPrHHfxWmW0VzoJHF49rg4qsG3S2T
+2y8I1PqtgvfI1x9GFtVxLvulfSGAiTLUM9HWzaooiTV0idrQMwLkLZGyyiY4CTvK6PuFGXjjZtv
68jXo5WdrY0e69/PnoJoMprYqRIA0vKjDmJj9h3xksMfVSXwDe5Z4PyROFvjmJV/WxLUk7A1zAZs
C86neDwO8U8uvgkQ45Qs9XLdb8bldmqjB+d72vzuit9xMnzqaePi7eN6dkBruiIU2DAQayEELckA
D6GtS/qeEarAASVf+fgzr8v7936h+yXlz2OlMuNbosDwiH5YlMwYNuFyj4cwWcJ6nWVQJJlvxzfU
TN1ySj1HqFAT25IQ2KBhB0f6B2mVsSS2UQH2/9o5+7G+r6zXWQV82qoarDOW/ytEcu5QwtUwfrwG
zJ/afh46npb/0GzhmZF5z6df7T41kU2Yh53Nuk9x2PpxeOjYsIuQD8ZxAgmmnbp/DqRjwFasvVDo
+8bbLx1nqtlWUy0ABC7NKwl3yXi0qm+Tqn1t405eSJHupMCM8A49gmgJ2FcHhUKuXyjddxvt4PBh
rbV9XW6RN8nQLl0IiG3XHtEIWhxN57axb9+vm+j1dZWlgL0Cred4I1Bulw5vBr0SavsgoEMd0F4q
F1guzLn7FzLwHDoMeU4grSWn3GqA9Me8GuTI6WdzORURuoBV7QRbmr52l/5HhvTSzHpehHUDGUju
AjBpeGm2w10H+6XjX1/N1pmvk6VA1ofHAeM7Lm8vDMVQWTHAoEl5byTgH49U7Dsb/rF9LkHSqtAB
fr8oIGFeDvoEQJWzAwsU2gbQGGGaiuVsbhzaskHXgqZW9NFcLodNDTZuAEwoeTaTYDaQTD3GCud4
S5XBMoDfX7PdIPi9lAFUT0PnEDLIK7d/1M+8f6kjdHwqvNbNfTsTI6U2uUDoyfsVafemAe3pWiHY
4PXPOn9uVV7CRloMPgIGH624G2A+JXUrqYjsRQC3LfL2gRvtJyfS73ML9Rc7tT4TTd+jdx8NLMWk
uK8bx3UhWPKWNTCD5EkFi0OjyW8Nivx+64KD1jX0RmGAttYIN5auMwgA5ZYzxZGx8EgbwG+6wGdc
yI0z/qoeMFSCvDC99XKL7q5frC2XAFWD/wqUow7kUvos7+AShGVNHk3eRbuUiew+mroiKJo+3TU5
7dw+I+ieCDEDigF14jlTM3sJiMDccUiG3YyE/edizBMLDYqmKHcUJJE7DB2bFAX5rSTbxefKNwfk
q8yOQMBqF+wUOy9xnTymIVh3w9vEcVvUbtIi8vtpdm3z6fpWbWnBanqg0ABl/TEeIkNnYkZj7JSJ
SLAjszuQH7aO8qqlKWw3XY2z9ECs04PgEtlgY0X37+XdDYWoeUXhrLAWFMN1YKedO5m2D7LUA2tv
WXEbYRYdaoJea4s9BoATvhP1T5EcutDx9WrvWF45IX0MkvK5c1OnemW96uZvxTlnX/kHO2c3t1Ee
lj36UYpgaL8hY+bO88PA+p0GklwAwb/G4/Iqmpt2uGd99nj9ODYMDzDtmDwI+BEiHhk4RpdKq+MM
bla+Moc9WaHwtMojw+xGIfMBa/0f5Umal1djpi0jzqRLTugxctlo3ETOTdUV7oDin/avxAGNB4Z0
1PA/gt6zmCDRYnvKODYXFKWuZr9orHUtProahn5omBAatYo36QNf/ofSfRCfrO35eNcvla6CMRPm
jOEy5oiq75ChJTFN3Jh1x0az/Ap0e0wcZvHSpM0hH/VdEnLPrpeXYg5vQvJcLKeKMZAipw9duSud
XcTsL9ePfOsGMqSV4AigSIHZWpdfaFt1xJsEbTR0GIDP0NDYT3m3q+gcWAubFe12W6YYW79uP1xt
YFAupcUV72mJcQmnrCwDI2cY5YXLjp4yFj3Wrem2Lf29COtwfY0bvuF65gAoI3G21hIupXadABsT
EMIgTvqsceEu04Evr9dlbO4j2nbX/i5g4+WESanX6Mev4X/y9Pv/kXZmTVJbQRb+RYrQvrxKtXQX
1UADjQ0vCrBp7fuuXz+fmLGpuq0pBe2wI3jArtTd8ubNPHlO25pLR8NCVRpZr/CYPASghFtwIoAF
r8fiZ0H9vySyanwqncmVtcDLu4MZbKWzlh8St+6lIcFfSmqj5YFJINqE3SGrgk+j/YiCSa+3x7H2
91oTHG/P4EpwBacVqRZ61RcAvrA3ALcUffsT/es/jYH+kOsPcu+VtnXK1C26u1VbC5vFUjXQIS+7
nsVCHvqgVWjHsCMdjveh2xfQlZbO2zaJ7lDu2uIrXr1jSUL8a1DYgrXfplNmgqeOsr9n6ZCG+pMi
f0exYVd03hg8zjHKwBxz2IhfMasmJciFjgIRE+HNkqdO34wdLVJ6vktdXfOmcJdtPSXWoLMOry+S
OfTcwVcqrB1UzEYT60A9a8sJ7nppgcU31byz5k6nvGRLx9z00zd5UgVvTLMa97HdP4ZK4HyMKtV4
UOBG2HC9a2ce7dwlHQukisaR6xVurD50qnQAK9/QY+E82/XjGGxFlqvLSrluSWbxBw1v11aq1jL7
TlNAEOnD2wFBwmK0dkafnZTA5M/2qEbOrpH0k9E9Ju18uL2269MOm87Sf4E3FZtK81nLrXGweCgE
KcpvvtrvqilK93IZ8ngcqt7D9bWenuT+Lu5Gm56nMfdak4dr35XSWZ6RFr79TavzDoaNHJNJDlx8
VcrZWKSRseDIutRNYsudp69Jt8VyvXZ+WVlbgXBwEfsTzq/t5E1XDAvpaFPtZsAfezkuHdePuvhY
ddnbJttwu2sGSXKxjxYaV27y64V2TMiK+55+vCY2H7LhiyLT+vygz/XJjJL721O4fLzoeS9tCZtq
dkx/nJdGqyZchGFVX9oHk25tXIqrexddSLCMvP95NS832kU0VOh2OgQOZzZ2qvIAYU28D0PbP8AJ
h5LrNIx3htxNe21U8r2Zzo7i5rlfnyc7M4+3B7x21SwtUegHUHViPa+/RCvqyezpwz7rcwkPbw/g
MIAY+9AHyeilWtgiYeB8GqK233ASa5c2YSAEWPTCWrxCrg3nQRXqsc9M99pzTcLe0R+aLt7Zr8A8
k/9yMENuwnyhBFGqSTPqPgMEMkSQY+vJHXWCatdOwdaDfnVIZNpMoIYyLJGCv596LoGm5GYzNOC9
dfuQaEj/Js88/ze8z9pJJ1kKFGmRp8LrX0+eXur+0CwNC1n9gSZ9N0LlS82mV/gThJs0mH/ZGeSa
r63QUg5RbE+NtSBKf+C58NRqoXU3O4Hv3t6FazNHjEguWwXQSCB3bUktQicwbAqs8eLOK9cq3o7p
X0a48dxenbYLM8Lpnua8j1IbikcquGr0HAyG62xV3VeHslQBKP4gNCB2HgH0T9qf+EWnfgz9cgft
noWuXJh9uz1lq2P5ZUd8L1Ksy2s75/qLmnoRsg4R/yiTDe+w5g55slPGXSCShshSh2MqEy4S3KGi
QZWU7Xw22+1xrM/XLxPL31+4wmGScqnNAWGW/jH37Z2uvqeRUH4FiJyHwS8zwl62if9qtWYkKUgL
5alz7mv/x+2RbE2W4ErHuu6KgI6ysxLarlRVXiBbG05zfdF/jUI49z7IFEmvFmpsxYLLsQ53Ns1m
8Ma/xsE4BDdcuSYtj6LGB+hzJ7B8DHV6ctDUb1pCf4z9fHvC1pae8iD8ZjA6kvZYJvRi6QszzINk
ABLFcXSsr40hubT77Ma43djGy7SIt/rCOsbj1wEpLbrLyCwnf3YgCDSJDNPHqP9Gf32B0kgo/VGP
wV4ZfztkAQcO6z3AOf59gUeoElAe1sDhTEZaPKb3s924cgCWX03uh/rL704jjWuw+v+krCR5JOy7
ZKwgHMnBCzQ5QpfPU3Euh68BXFm3zbyMFKB0JlWx8AsrrJbgPKVUnWe1JkGlHqM9m3tf7hUv3ThD
L1cKI4TztEGgYaOL6G+5sDLHqUGMDPB7mPLOlrND3ZdccBO0R6bHDYLK8nR3e2gr8dhCVw2TIxyz
Ftlj4VwZ2jANWUgqHuraODoa2rM2+LELuM2ToMBJ9MQdo8JL5uks+799prFN4pFTzdTStX19CqJU
JguUUqnhcr0vNWiih5HW0a0z8PKwXZsR/KxeRK1ul8tjtGrcODu05PxN5YNpH27P5eJIr8/atR3B
0ZpGpeQzTdhne8j2SQX8dngYtNYbp0+DvCUT+tIfLsYWtUM2DLGDEHEp1RzH0hASceXv0vSd0rSw
IGww0K1uSWAMgDeJ6xwxS5f5cCugPUWEXLxV54V+WPoWS/si86ZP+laxfX1Av4wJG3GS67m0lYDb
MJY/aJXj2m31oA5bydGNMYl6OFltF7ZeMCbfcCHSnuERG8DuePCk1YU3BBuuY2NUphDeVb3kZ7LM
qEwepmnzUCqPpvX37X23tr+5r5B30sHqEX5fH6POtOQhhG/+LMd38rfmq9MFsBT++G9GhOVpm0Hv
Uw0jGZ3C5vBByRD20BNvs0C8tkAmhVTqMhTOELK7Hk3FcMp+oRRZ2B3M5H4EQ9T/GBTjZEmwf2Sq
l2bZhiNam0Gw3mQ0VJBevLavbSq1aaFwyfPFimWXMKm0g0PUxzvEn27P4tp2uDQkuAjNHNRBzRoy
gE3qJbzmo78pHW2MZtUIeASLUjHPClu4rhxjhjNjMaKGSMFmP1r1uBnrr9hQZLooDOBO8A+Lz5ZG
Q11dbmTaSfWYgtUJvKOb8cq8PV0r66IAQ1lUSGRiGFFHpx6iFCYWkLUQVD2aY7GzGxso95dNmhn9
pevG0CIYDzwMliph0/m93eWSBTS07cZlOBTtNgKxlcthQTXCZcODHMZG4fxA/lvHQwkkGaR9AmcU
wauXRg+VExyaLXGctcX519YyddfbeZzMpI9lFoc87H6I962ubysrrRtZlNaXMi4UutdGgjRUer8k
smxMqz2jr5UepLqXyXz2weH2Nlg1xS0EhowcGI/ka1NxTuue2qf5woTattmOJ0xUb73G1ozQLgNL
2VKqg4jn2kgE9ZbW5rABB9FjWyEx17Yu6KLfTixQ9UKhHTY0RItgNLq2ogeZGXKx5Wcy1Xffla0k
3uogEAtYSI3RgH+BjXOGuisLCKDrcK8YD1Z+1LdY77dMCDdaa8X6lCwU0FDg6hSF05PdPf/+ekPZ
DjCE+hk8PIKXTGJJlksNE1E5exKq49midbTVy7fmXIwlC0nwBJRerJ3FuUKAQ9aPF6W5GyINVOwj
QvVWHL1mzUkjUaDgvYcG4/Wam2ldWk2g5Oep2JPrY1H6fCMlsuZdoJ7/x4TIbGb1TaWniZqfneAD
bCUNnG0LKbFMiyBKZPvby7M2ccus8a5km8FUeD2e1OKNbNUOPNNRfh/rscd5VIp8F85bjS9rbvnS
0rIXL57JnSKVc9CZMHS7X4ZX3C2Xv72M8uK3IzObdSrD+RnclkQGNtw32cNYb8zVysKoS5cydQnW
njahaysweyFaWdLcOKdfISa5V/K7WY7ustSA8m0jx7eyLle2hGMjT6YthRK2hpM+RbtW9hrEMrd2
85oV7jGqEdzLiNEII6rVRioQx6RVo80Dt5IgcGmrv2aeljtLzvyN+VvBk+MrL8wJg5qnOEyspSNO
/tqEiAs3H5qsPujkYdv6qFefjPFvivna5GbxwQ7gqELqoBnODgVq3Ag9snfS1gwsu0545119khBv
Z0ERZ7HDDIT9G2jd5+FduIUdWNn4mEBOi3I7MYNY4ZvTWnNme+lAnDI3CT4o9dPtM7w+hl8GhHuo
SNGLDxcDlsWbWLvP6/eDc/hvNgQ/UcEINTUSzYWd/bEPngbbdzlit22s8Dks++PXQJaBXhxjpdP7
GN4IZsowOw85qvYjpPYLSd8YeCMdo++0MoDT3EQGe06TAi1LWTlEepvct6OTunGoGl6X98mH2x+2
tYLCMQmywLaSZYJt+2M+/S313//b7wvnIpLbSfeRVT5TJNs7RvOmC5ON5//qHrEXrC7cvYQ/wvrN
UpOYnUxENLbH/qOknDZShatTRNaOqJu3iizWwXpQUYGULPoL1I3V8DQ2Wyd1y4KwCL0W5ZY/IetR
0O+VRTJyy8fby7A6R0TzgLyXZ5AYBWtcT4EpzYjZxN+i8STnXyGyv21i+cgX7ubChDCISRvNfKox
0ZVwuZdepx7kjxNp1dtm1uaKXCr8HeQCnRdcobrc9HHVLT2T3Te5/dpsUq+sTdWFAZErdPK7QZEj
HnOOXkKc3D1kpvwQB8nz7XFsmRHi08ZMgngwMaP3lttaDwqc11vFiI250tVrpzMNuiaNs8pQgs5V
7E+q/fftQaytOaoPSxOzuijbC6c77ztD7pe5ygf1jr6mH6b0trToP2/nLej/6ljAcYByhqPghUC0
kutWGMqMpSk/jzCDF8aWMOJyH4obeGFp+ceCsCJSaTjjovB09ufqOUelxKWRraiaT5b+55g8zFa4
ZXFrTML61Fk/d5a6jClNXDql027r2lm++eWYtIUcFtY82Puud0CXxUqlDdbSqJ/2u1oJfzhqvZuT
RnM100tAWEIUG8/Gn4U83cv+K1LN9LLRDEKnA90HIpIsn8p5GmFFIKwsSV+G4anq9ZOVf54H/VjL
wG1u78f1Cf1lbzl0F7csCpq8n0xu2d54issffb9xFazu94vxCNPZqN1cmBK/f1Cf9T+/bPz6qktY
hGzJ7CAaKgKWjA6BKjJWqHNJBwOhn0l+k26qxy9H8sWOWLITcBUvAvXCntMCHlyFFdC7OsXfq5TU
Ms3gZnOXqvpuK+O7gvXX0WsEwk4jOLl5sWqjJF0wtBEZkSHtaYDVpwDocjDfzfbUe4oh+Z5MT/VH
u6U3LtSK+BA31WMZx196W2o9WrvgRgiCAEnY2LlLgAnScl3CL+t049YbbnXyTSI0OtWXQF5wZZlZ
1l3VUqNDid5tfsRyx8zc396e6zZA9y6zwlUpRORjWuhWneVEEoGPdvCC5jHccYvkanWTkoD6x4rw
jnfaTstUHStlsGuHY6S/nesn+6/XDwWAlJiGihVHmVJe02erPbUOnXcf23jDxK1xLCYEfyzDIJAE
y2zR/YBAIojXEnLRrZTErTVZrIjngTyoFIRYqbrvU/nU12+7+hXBl/Z/C7KYEB4xRixp1jAsA1Ef
qeU4ymme969YDlR9NRC7Ku0bwlzpeVHEdljnZ9/239LYH8HPLYfQxG0Bn1cXxeGxR/cFTbRiBodO
h2qWcp6Tg14flDFy81ChIcXf0/1xe0jLNhUd1fJ0BxKyQBzE2EKOW5rzWnyH1dJoERzsYWf7f0vT
X4Md3wHWmaytOu/a7XFpUTieqT0Nc9kgfWfLkps4n/1NCeCtMQlH0+7Loc4kLEgACOv+fQU7dmue
Klt1m/qst/sk/nJ7Ftfc/U9vA4ka0DpTcGtpAJ9c4nBOR5n3izsVXmrvUDrzP922s7YvSLKTYTdp
mHixAbWhmK2yYgPO9l0Zv0vfdPMhSTaMrC3QUv6noZx6PP9cX++0S6J8M+t4NuuHFtOTH7/iGJEA
g3meS950RFBN0ylmbJVcjuhxZl+stKo908rCc9x3W3KpK6xz4N2BhVuUjMCCiY13ltb6rTTjFYwZ
4qviscnlQxBHe1k9l7LyOC+6Y8aPzN56bK45PAYHbojcO0oWy99fxEhVXFhlE0IWYVXTvoxDz4l+
xPMGwcCKERhSaJyE+5pgXSxfW2E8jGpIK4tlpObHugzGgzZq46lse38rxl2J2wlwwakueWudEs/1
gMqo7oZgUWwrIv9QhdE7LQQdq7a7uTqO1skvRkINeYB38UmFccJy+kdw6W7+YKNt2CZK5qpORCna
36K6XTkTVx+2bOeLmTaHHlZEB6iMojhfQlTtIyA/ZhTfxdaGr1zBurOFLuZAWNR2yq3Q6GjeSrrp
gIZ0FcI49tTZCCxq7xTtzi/P5pjuzGg/JjHXz1ZDwfpQQbuiG8kBEgklCqOXU59MCXd1407Bs5pA
l2Hcq+mft93M6r6ilPqPHcFFUy+cULwABpQNk/+uHbLs3oimT5CPbLGrrVqCLw4CI04oPIrXi2cb
s2QMJbJuGs1DhvE1DGGtGM3D7fGsUMmwcBdmBJfWV3R+lCr9/+bs0bgfeWQb3Dn3D7PSf096yK2M
ag9e9aEP9LdyMRwspz3q6li6mTzv7aDz5GFL92t16Bxd3DhdMabIklqb5lxZAwcq6ltXvff9xI03
aDBXriVcHs1mS2srqHbhzM6pVExUujmzsh3dwVq3g/Xoyayrx0zuPo/2uKWNuWqQzjqCo6VS5whn
cfSHKuTllpwDmkQLYyfPbvGlS4ZdstW7veqOLiwJR1EziI3NCkvT9ElVPklx4ipS7Jo2yf7pIA0b
d+JaZpneGsiCQfyR3RNHFidOHFaLmNQQy7MnV1m8N8oh3KWaHHgQzPvuWCXtTgn90YX1s7/P+6C6
00s0oOYw+e6X7bgL69J2b+/s1U1Ea/TSTgqTjZiVtQd17A2Zz2ryE3Vmd5G4UruP/82IONdT14XK
DGQObW5/Bxm04t02sOLXaJHi+Fu0t0A+KFTbIWDuy1ihcTGeamenT4/dkkkLyseQmuX+tq2V6Oan
HDLVFKrKQFOvPU7uY36EwQqonPa1rtu7sGs2enxX9Ap5+AOrga4FcAdmrm3ERd/LVs6EtXN1j1i7
6/c8uk1UYxIvV8H6VJ+L5POcFS4Y5i/qEHvBOO4sChCDUnj5RNmq3fqmlZ1y9U3CC4wWNwp1tg1H
UKL9OUfzXQpoQs8ir9KQ0v6YqYabK/2ub9/WdcNmlr/FavFVx1cmerQRTKy4iatvEfxS68fqJAfg
4IAT6vf03ViunEzlyepK301hFjuM2TwcX7HwKqS1aKHgnWxhUfIoLId2YFEqI268Mmx4fSjyfH/b
yuo0X1gRplkOxtLuAlCsVnh04ndmc5/7n2+bWItpIXj7NRJh+oaocVK7ZPqy4SkiplKJveT62Q6e
fdn2arrWQ0u7k6qtPs7VYwr1L91niyic2GqRdGqdd6Cwzrp8NLNT2H9rn2Cv2Bjd6gG9sCKsU1mE
1TzrCDpJkaECwxjbfZpGdCuVrYJSda/MKNg79R/xENf3ZTdKb8luJXtJqgJPkfzYs+Omc4vY9zfC
v60PE5Y2hWw2Hwo6c5p9/156vj3s9X3za26FNTW7ZvJxgsA25RxV4mo3jT+i32/cxi9dTO0ywotQ
edATraltNk4XBPsgsNxuem5Cmn/Q0L09nK2tsgz3wpKct06YSwBr5/EQqA/zXT/f1drvP3+uhrN8
xIWRtkkGupfZj2N3qmBBMv17O92iNV71VTzgNJBaCwuhEDomXUWue8HstrHvGd0Bdxk33530lBff
bs/Z6v76ZUmEa6lZO7P43OWKNZzm7kMcma9xThcWhKNlBuTtJxXntMvlt0r/vjCfbg9hmQwhm0TG
+9/JEpEKQdbHcRszWQotZYlyyiqEyKz3sfxpCUwWkjJoS26bXF8f2qzh1QEVKmbazULx43AC3zrD
3nOcGz94bDL/GDi+m+GsiOK7eGOUq2fV4BVMCcQhYBGmscANsiF4TVT6lwTyfzOmF2MLgbhCFsNh
vbAiuJvZtKcxG01ukiE866NXxLshT91Rl+nHHWGQ0BtXmpuPHQHoYNehOySNm+S8WXryuE7W7KEP
dgcj8PR63GlAslpjl3c+uZbuo6XkW7wxKxE537uU72mVhElHmJV+7Bc0EN8blaFrQkU5IHejnVL5
z/bBtLaewqtrYBIrGrBGUWwXXFnUxgylW+Jxu36QuZaObad6lT44GziqLUPL3184md4a5TYriJuA
DniG9Wi1vDSCaWMXr579i+EIrixUCc5Sk+Ek8h1Q+m4j9llr7NFp6iHwQTVWwdD1KKQG5FlcM4oq
PylV7in5fZJ3HmSQnM08MndBu/9o5VvvwfVhLdSX4GgBOy+H92LyijQrG+JOeqXUR90KHqze2biU
V3cdSbZ/LAgJhNSCfECnm/XcOYU7aparRvLXKHgjoUSKNPx51LcC6WUfv/BxFxaFC2HK/aicltaU
NJTuYK+Dx6DfQ5VGZB+4TejcmcN9rMi7OUz/aKqtDPDtGYUd/npGY11N5cRivLWZ36ttdldUG7fq
6tX97/gMsSAE8Qih38IwWA2a283Be/hJ3rW66erxVm/C1mAEF9eF3egky1RG1Gsetp6tW78uhFSd
1Moz6rsM5DQe727fOusHinYKNPoonlAjuV6HPpKKYU749KLqvDruj31h7sJpvofd7c+o0AaPQurH
2uk+hnV4DrstVP/q4KD8JqdK45cl5rXtQbIkZWmMaaa0cVXaVT7kVT1+vz3MNcAl+WvQEdDKLiTj
gt9wIEbT0hh2AjKf3ky1fMyU3WzwagxUr0CPvHBb5Hb1kz58itp5n/Tyge7cuzbRXABdh0mp7utY
gewsOg+h+e32561NwuXXCV6zbPMsjka+TkZBOWhsGr8/37awFtCguy4vHYk2gZ7gwLQO5Z2yohco
S++DutnHUXXoByiP7ogOeM/3d7ke727bXItoLm0KLi0x7byAIoo5D77FqCMGSedl5Sef6Uya59u2
VvcxvAv0OlDXXDimhX2sp3VsIUCNwvznDABhVjn3RTB+SXoDjRLzQe/3Sg1Fcmh8jZJiK3hb4bsF
NH5hflnhiwvCLuIws4Ppp+IkbJTJkdI97WrVsa/kh7b9EEjhbjQB7tZvKipE+RD2LvyXMqIHu7Cr
D4A4Dw6x1+zPnp5LG5fL2t2vLI0ZNvRMILaF3a+E7RBmBpOjTAdoqbNPSbMRXay+5aG5g5ZpkdTl
kryegCQxtbpweO0WVeqlfuj1zQfFKLwskD80tuLVvr+Hl9uHHntj5ZeVFe+xS8uCB1PSBq4eVcb5
DrMbwVAUDm/z9sdY/qjGH5o2u3IOwqx6IxFWKr6+b7acy/8zdrr7EFeBJlzkqJTVALoten7PnVx6
VvVY2PkCyPX6afZmFcy6k52C9k0d9Rvee/WEkQFaCMzAuYl58TYzhr4PBibdV8+ZQV8MEs5dUbuW
3Rwr6JJuT/XqNrowJ2xyABxpHS1C2GnwgT7/oxQ+Opt9JVtjEvbqHNWmgtoJaRMNdsjKeaiVb0p2
yhwIC9A/uz2iVWP0YP3kSQOWKHgNuxgquuTYO2rteNGwr43Yi+WvJYm8Odq4g7ZsCbMHFY+d10s+
KMr3ccN7rvk+SW7H68fUq3LjVKwFPzBd/zswYRbLZOROWYyFWX+QrBM6WAfgvl7KWbg9heue98KU
cHlpUS8HsqSSWECyoy7eJOob34BmKUZYy/pO6NrHYOWrc1n2GxHe6n6ECIiEhrHQkgmWZwkWaSfH
6Sp26LUIY0aVN5QbRlZvTl5nKmVpHZpdwYidOoXSdswkLCBHOzg1cbZLepy5f2j7T6QS3VaRvdtz
urp6FzaXrXRxm1igy8xkwKZT32fqVwQ5XbqUjxAefHiFIaYOTIHF/fXTs10YounNhtSs4opOx+lY
TH1PGFTOELkGjtt2xcabY3XBbBJ3/1t+Fkm/wzaoq3bgHkphTYPjpo9grNxKDv6M5V5cCIBXiWl1
YtoXnWly3BftImM8OOmutZvu3rcoxxql4mWdDQlvCkcoRNPzX3GTQlQYur1ygDj3boZBcLK3Slur
i+lwNaq0fjPHwmLWrZx2ncMurbu3VZPNrl10rq7Pey0mCLi9nmsTjN4V+RyYuHgeC5s1MOC79dVF
WhXEKab6/qnfPPGLoxLn99KIMCBI5NomGg26/8NyV+eo0iobw1hzlZcWhMhRGeJBbUPYaoYi9dTu
b6U/mqHmttR5VZr/bs/Z2vrAm7wIXlN3BEp7fdgmh5d2QPgG+KTwqhwq0HG6b0IogTkNt02tLg88
UhqU9yCcVfXaVAmEhCDAhkbGjL1a3eUN6KqtFsAtI8KdllkQf4Ymk2c4T3nfuFG0TyGs+m8jES4z
3VcGK9IseC36ky0pnpk/SPXWyVndaBfTJaxMntAMVNZMlzx4iEtvEZcuu+jFPgbovghBEreJQjRz
F8eGM9NZ2JvVJ9KrXj0nT12nn0ZVPjZF+VcQOhvTtrqxwWr/JJlEWVYYUa/2UqLxFj1HUXU2TKA1
2n1UUjkE6UyS8/YarU4f9EEQwVJZ5zoRdpum+1XTQvemyC13sWwNRzvWyo27anW7oSSykFTS7yTu
6T7T8lAaM/oGEyf3FuE9Tzc7hft4yI+3B7R6UuGFWZgqFUg0hIzVKMWOUcu0KDqwCZX65zoMDmOX
uFa8Qa28PqZ/DYl1/BbEquUXtLmVnePW/bh3hqdkk3hzYzgi2wQKR7yZZuiyDMtHFcD+Xtvvw7Ta
Z2awvz1xazsBTRkgduQXobATH2dTkTY6TKXnoJ1BXJl6l/xFZ8LWhlvb3TpX+08KSFpjBDNpr+ld
Z3L7DFP/ZpK4Ysug/BF2ygcdzXLaaD/eHtbaBOKx4QCj1R2UsbDBISQKgkqmi7aqay+3f8Qq2ROp
OeTD421Da6gZBvXLkuDuMos2hEFu4DOEaMdTJ2QcLKcxHhvdRq5KthOvnOr2Xg+Snj4M50dn+oHX
abIE945zjqXK9Bp4uV9xHi6/SvAmUhRH/ThyHkrts2X/rcjfKOeFWfeKE24bBBNE2LRm6MLg1SHP
ENxu8SNIM5rtablNhnaLU2jNG0NRAU4XnNeC4b72VmZqo4uu0hCoFsh02N0u6IqvVludGlXaxx05
6UjZOBZr+4czAcgebl12kZA5qI2gzakjwofZzZob9u9VzfaULpXdsdtyk1u2hKsfQFlrG0u7GGib
P/No36XxLiAh4Pvz7vZmXTuFpPnoygewo0KRej2RRE6FLE2IhWrqeI4N5ezDbgWT1jFNzUOZJhsY
mLX3EVgyNLsAQYPoFpyyrtR6mbWAoKcMKi2zM982I2oOzpvQWMTrjvxfJ2c0Nzz0irgDbU+Lih39
T1DFiy93PUzNUQppszVCskph++hHzbucJEFma0fNIGM7515WxA9yNbwxZ9+NhuYV7sdxQGSTUkNO
SnR36hRHk2rRh+tM1WmorD+yWPPKpL+zqq3q0OruIXMNaJmlBfJ1vabsyaRQDLobchjrRmd4awEO
7Cfjwd6MvVdMLVq9Okzu8G4hAXRtKoe703EmgOZ2/tmuZ69GmbXKLfACT7f36aohXoJAvqH4oovt
2pCqlAYyIqxgpTwgu/c+z57z6SSZ1u8/Og2ZTgOIRODDJ/l/bcdo7IS0GF0UuiTfB8AaM7k5vqZl
+sqKcOoqfQwbu6dzoiRtFVuPkRG4cfGKkPXKiuBFtLkNy3DpAuh76V0PJtOUPqpSuxQI8zba+Va7
4fvXzhkWF1of5+cdIKxSOQ2DEZVLB49ldm5qoq2TPJrG5wniRrncF3XhFkHvVvIfATRzNOjc394l
yx0mBOkGm4OUPnlrzruw8wsnl/qhkDnn+uiW2TMPjdeQ/1zZEJ6bjUllRO2wkemIQ1mPmq27xu/z
+y48mNRDyAJw54j4jihNqUWWkNnE6rOVk4qoH2NYnm/P1tqZUpHTWug8GZIICu3mSu6rIi3Oc6QX
x24yS9fPtB+lXL2DUaveuGlWrSky2jak3zhZwrx1qBQYCBLQGxLM9zUqTEFVfey0cJfnW9KQK5ea
ASEGrhZ0DB2iwsaXDUgbIz0oFk2l2nfn7D4231jDnRZvzODaflO5x8jWkEKCivLaW1SyWpamL+Vn
syr2ud+eyA8/JL324fZCbZkR3MUYI7WpaklxbmZeSkcrc53h3W0Ty8kUT87lSIQpU+1mzA0tLs5D
n7pK/9xVWwyy64OAvWwhFecFuOyPi+xh14Twu3YMwqw+Y8B0nuT++fYgVqKLpRf8XxPC8bfG1p4j
OmHPCg3ICPf1teu0M/CEfRKNb6xR30lV+UbKzM+37a5F/OR86RFCnw6YqAiXK3OCw9YyINkoau3o
lGi6l5HWuZHf5twgNq6XQOs4jqrxedAsWpBLy0vyWEMMy9LvKX3GnlxOkFbe/rC1M0crNqIQfNTS
Hno952U9hIND1vasVtMRGTAeI/Nh0h6KeSsvtob+howeDrwlrOOKXpb/YnlHxCZ5EHAUlNi4n+zq
MCf3WmXvrcHx7NaTKaUOkXMH048XvHda4+Bbw24qoveDPXpq/dHUt8BSa1saYgKLDhDoAcimXn9R
PcEeEURFcc4ro3LtWg+8UPd/X3aDd/KFFeHg1MOgFr3GnhvHpsZ/1oanou3o2v5UHm6v5ur1yv1K
E6Gm27TYCftbKwo1Uua8IBn0bFWKNwAzK6OlSDnIMBi9KZW7UX0z5QC9HesetZdXuHCweah+0ILN
E1pw4WWQxWaW1wWly9OknrKv6B24G2d4zU3wrkMcAv4VQkph1aYhr7K2q1i1RtpF6XGu/V04bjxD
towIi2aMGdQRFgMpgLcRf9lT5aKGc3u5Vo2QbOAqgraTZP71/nNkv9FSa8RI+EhOwKvqh7wfXrEk
4GEAgVJtYr6EANwZsrkg5ClpyG8K10ofyj7+oRp0JKavCRdASKFvweMa/YnF2Vyc8CaGhq5tqxIl
cBR5c+n7pP6lZNEbDu/tiVu5vrkhdI1jRRXNsrRrQ1MsR/Autcid663vOqV0kNrgZFs8LeJhZ2R/
3Da3sk5X5hY/cjEuq/Uz8mBNcba7yfWLb0pCnanYkmxes2IAN6HQZBPYifBZf8wqOfRl9jWY4Lxt
jsFdZCQbt/har6Zp08O4rI9OJ+PyFRdj8eWQHT2W5bmR7OPg6O/D4KnsogeT9tW5KXdF8Q0orZfH
tdv42RHwiIdg5sbGX3G8jPKnyDhUFAA8rj+CRoo8jbqmPNtFeV/U9SnfktlY2SE0+EHbALRz8UbC
0aJq0aVdnJbnGum6yn8b6scAgn0tC10ftczb+2NlOCSrCSuok2kWQiXXw7FQeLOtdCpJjSjavGP3
V1+NMOTJdtvO2qCoqqNwTH8WoDPBKQ1658/zpOIvnDZF+E3N780hjw99riuuX9LnZ8+hvvFkWxkc
sTgVJkYHcbYtHOqMut/QQ9J2NtJynyyiYU2svqL1nanTWaqlPRLSnusZbBXbkJzRKenAcOxjW0rJ
KQod6aQXY7NxAlYmcVklNJp5Y1iGyJOb13JHUpd6ScR/cBiNXjvpVRe55mxqhzxHVtUqWu397ZVb
m0QMkkWDxh8BIGESx9bppMzPK+RF6m9SuEDUHf9428aK/wB0T8M7mTo6H8Umg8g35HoM9QrhrQcb
6o3aKWGu2GLCWrNCjsz+CbAEnyXs9cTw47yw4vqswZ5rzU+UhGtp//sjubQhHN44GFE4jJP6nBaa
d6zo/1OSDRjG2oKAHOBVS7TkmGIGrO0ntbGHqOZWjO/suf6Rxa9p4oZ6ip4wYHKsifjI1FrFqDut
rOlkNo+BJe2UKth3nX93e7aWvXP9MGMQaCNRB+RpAaHx9dnJi7pBvIS37GwG51r/aiq1W2et20db
hJtblsRTGpcpt3tY0Hrx0Yq/ZD49dua7RPpye0Av14YB4QdYGh5rL9amiS2znbSe2/07ssPt1pN8
6+fFGBVep6AjIjpLCYKA1i5PzN1/G4AQcqHAEwVhxwCGfeN197d//OUB5KkC3z3hFZcObLnXyw1g
YWpLk8+v/aPl5G7bfrbDDR+5aoNcLVkD9MpeYN3lKicxHFisQP1oR5+hLkZz6fYw1lYBH/KvCeEu
M9S6CarRZNfak5v3nyGgu23g5WaF9AiHuxwLLkzxWOj/Q9p17caRLMsvKqC9eW0znm6GpJZ6aYgi
1a6qvf/6G809R5qp6TOF3QsshAUETXa5rKzMyIhMikaqyfkhrSEpHBlSe6jkAlX5okjcgfST4J78
Cikuz+GlQe50FAOU2A1Q0RyqzrXGdVF49UtX+lW4Irs4u5M7wUYQDZDbx2GWaYOEeuXByAPVtbQy
2A6MvGUSgKlqxSqBx5w37fXwwAKB9ivoEirzgp4FjiwgUdaqE4ZH1N7LoFbpaIgD5L7yle6jVBtv
kHPiBGMv8G/XF/Y8r7PyG8IrCOfNm/XMcBdMsakGeCUBtsOghpiFHjQBIMHuxunT7T2zNMa5fjBz
qqOBimc7R+tY0mYKAizbrA4M7Hdmvgug3WCxlQK9n9wyHUMU1F0fBHQXglIItwQubcPk5jVPcxVB
jlQfVPWzmSm2BVDqhem7+H1u+jIlMftUxe/3Q4zEw33gJOFDHjupJZi8hf2Iiw7ThggEWDGeCmKm
6LTVSakR1H/09B57ATKh0LsQRduLA5rNgFwbcQ6vfcJYrZvTENSHyNA3hQlelOeW5O5UdjuqC+qC
8+Rwmx5XOAwhUMBbiUc65JB9mhQpbnC3xk4OWhstwmvi7fauWzQCHZI57zlzvXAhVZWTKbQ0GAkx
X3ny2rUrWr/etrGwsyFv98cGF1IRGZxSbUgbEMpIrkWTXQlw6wCZiDGW/Kj4VHtIWDVKLHixLG5u
y0TIO8u44elyeXarTguMcWQN2EeOWfbU96Kc8eKmw2tWxc8jx8arL1ErRzNdXjcHqXykQ4AczeDB
Iw2K4t+ewIWRoD5soiw7ZwrBYsyNJCslFcKr7SEGhYOvQsB3WzexLbpE5tub23DA1eDNiso3EFD8
rdWQJgrsVmsPYza51KaveWTddbK86tMGauz9cWzZUZuynR6vjXQnW69G9/32SK+3CmBXgPfMbLR4
9/GOHvcjKpuG2oE7Jcj8CMiCVUIUZIWVPnAqJaV+FKI0D2mTrT6MbHvb+vWCwjoSh5C7l5FL4k93
UyAsbEqrO6Dhzu3syaHSGte7UxiCJ9m1G7k0xPldubOyIAzM7pAmm4yu+mLVo7UnvCOGaE3n83u5
pqi04+JCtRFcxQjSL7dOHQeVVRtdf2j6pExB4k3LnaRmlp+BONeNJzBY2jYLXKDPK6cYQnlFpDpf
357X2cjVR6CbBg9evEZQN7z8iFhmRtJgBx/YFHhDCAaJZHBIpQkO/MLyIS8LdA8OCoqGfAJ6CIJs
1HvQMVq9nzzW4dwqeYiKTGDmeo/Ob3ewjEI1Ao8fff6Ms5igRu2EmmkFVkG9lPaF2k53EUGvk9rR
H40JVm5jlOqNRscTgOiqICD5ysRdziVoWtGdA4o5gMJNfpDF1E3WkJvyQQdx0ahBDGt6Lugd/egT
L93b03FUEkfq3KBd6emuOeKH1mPw3P3KtFMabCUjdkUcbNfzDh35mTELQlDIIfJZXqZkOjqKI+UQ
D3Xhj5VUmU92lnSlq0d6jsa8AhUdgUtcaFQCuR6IfOaGCSw1Xx7uWoV2DZ0gZ2R2jorWM2a3aG+0
HJCaOlppezk1/XFK/Mr45+4YRVtohqD1EIkwdOldboBQTmheU1k+qIxABS819EMdN+Xz7UOzMKsA
AwHJhecDuE35XFFJqw749xCzmsXyVuqMijg52vGcVsVDuwcVgcApXZ9S3GGIBwEim7lH+TxYmUyD
ZRajckB3pQLKPgNcWu+00it2lwx5bAl28sKbBdUv+4svDBX+q/JfXqGukeS1fJAMj5WuZkLNzSlU
D/T5EHiz7xnacIZ/7OEvbXKhiJQEetVbufxFhlH0j62X66ULDvLba7fgIsASi10JLB5YSizlcoek
JR4VyPTJB5NpXeVOeiMzl+ZVhncLTcvcBV4XuiFW0UxeGE1oQWME1I23P+L6kkHsLX/l9MEBccXr
DOEyiwykw0cQWVkjx2R5AzjPVnJSmVt9ild9q8WCY7lkc47BQcqG/AmqcZcDB1H+NIBeTz4Mo3UY
jehuRAXQyVW7gtSHdAjtRDDIpZkGWgMFPxPwOVDcXRqkRK21BlyGhyzrf0YRmhXBNqkwQCxBO7nJ
ktQlee2UaSXYvQuHBbcAjj9uV8BgeLyuXEVKFQ/weUAJEt8a+uZHrjDbbZK6GwWX+IInAIHHLNsO
bVtA5uZJP7twbMYQaELNABxP4bHp0Maeln5rgIsIscntPXMdaeJWQ/0UaRf0EVyR5qY9KaoOhHBQ
AtCiH6VRdSuFVJJg8patIFEMUCfOPY/LC/U4n2R4oANw1bHDxqLdpEUvQoovLRFe7/ghbAsUBudp
PZu2vm/ynpqJerAomw6S2v7SorBxSyApBV5l2dLcKgzoLUoj3AIVOGlpklL1EFD9fej106g396QT
iXgvmsGtj+ADITo40y4HhHI0yqeUqQDaKCDwGUJ7PWdLNkUpTYIk3HyFcVEGxmLgekUYjot9fiqc
zd0USTqpQ0MBJzzdARjlquW3spJc1j2qhKzx3+19tzA0VOTgNWR0LZkaP7TSNJWoBefBoR3esok6
NprbFBFtzPW2QxUaOw4ITOQuTYubP0mjsQ6CcAMkylAOt4vxLTGGVOCQFo0AcYVCyyxlYHEOKY8r
7OchhBGtbiWvLHOU/XqrsOJ/Ywjk4DjkOqpJfEuM3aZFnumlMZNrlq6SMcQ94ZQ1H/90ZbD8qJdC
6gRuHX1/lztBmiotgcinAUHUmkl+bZtduelGhEBOm5Vycvzn5rDvJNTiUBnBw/rSXNsEFTjdIvNA
zap1OrM7aZG1Mf45VQdwN38HH3O3qMqZmdqyBwl1bB4iUh5mKyBh+8fpGxtYT2TWoNYzC8lzu82m
zMgpCc1D18QveLQEqPKZHyW1RJ1419fDbAistV9JSjjtyynTEpR/Ays1UVT8XqfkOYfEEYNEuSxK
ECwZ0lHPxs0AQXKLV0it+lYKiggUzkZuu2EPht4Qbe0SmJ1Fy3Pb0pXUZw+IptRKWB7QZvlK8121
Cq9vwYZpie7W64AFgcrvMUEA8nLyoqa08SCFJTW4k/PqHlxMBanv5bDEI1WQDV0eFZwCpPZA182/
xfsSx3gqMX9KEkduFirRqirix5zl2T6zasHBXXBEAJfNYqxA0SJ3zY2sBXF7y6QeUUOEyrxD5PDV
BNL55+3zumhlrpQhzkQExnddx6miB5lSKmAmSorSyVSlWssI/j5vm7m+H0AT/wXbxvQhtuT2eFnI
TVgwEMQ3JqVeYqNthxJJdUtDHvzbphZHhBYQUK+gDwRY+8sdkceKnPV1g8hOizsXHMEd+D9MS1DR
WLYyiz/DPcCBz39/dsGCdneyrKgD1UXC7CPIjJKVkUWWd3ssV7sbzL1w2hCrMCUkEHmEJelBxBeC
9OjQstCpAu0IwTivVnGdm9pJzWvB1HGrhMfODNbAgxX5EXhVY44qzgZlt4ll1o05HAPEWWrzIdcv
wfTPLogrG9zyFG009ODiGY5DPbpRmbptpbqdiM+Vm7i/rYCRduZxsjBz89+fjSQjRQq0RDQeAxBA
nqKGEE/Pod6Ojch8UsXKvYFikyD5yQVd/zGKO2/udofY+Ty9Z0ZL6Ne0yDcNx6jSjN6zA8Is8NmX
47gCBr76qZux9i3PB2QLkXCqBUEsn1H5Mo+mHFgGdglFB/6MkQksvwQzi5N8b00bogJ2g6JAt+26
yemV5NjqG7sXPG6WZhrIHoAqoZY0N65fDtrQq2wCbex41NqjRqiPTA5pkd7Y9dHz7cPAud+/x2dJ
Bp5QgO6BKeLSUpwCoBjZ0XAEqXPkWkG1CvLUQJmNSa4aaKpz29zSan51cyGmnfN13BYyWQq0KFHH
4xiq9dGuUQJz9KQyupUNTjLqdBWaBKEYMGalExh5KKoJL00swsMZyICcKx5Cl8PV6JTKWadMxwko
kL6MPYvZG1RdPikZ3lRAHATjvbI336Iz1SQqCHPEw01vJ2kl68quPUYKhgWMJ5Sv3Kp7J9HPTCRd
dLWUsy28E+aKLNAtvI8G0K2iwBC2RyPuV1mhrKJhcKcu3CqKYHtenwqYAskHKnBzKgW12ctpzNO+
M2u16o6G0fpGf4ftutaCYdUGH9QsnLAtnDaKn5EFEMzn7MjOnmAoXAGqjqYH0GJjSq8AuiazKjXt
rf5IC+ikxmCfASwNrDcsc9+6QF+3/7CFdDYIUCYyRqgEI73NtyHSMrGnPIulYyUfigwZ5Kh4UoZk
BSlaQaZxYflgCXh8FGWhTs0DJK0I4vBpnkhHJf5WgCB/XCcoChR4wNw+ggtTCPVwwO2QAAIhBp8c
CuV4GKLJlo5pZd4XSuMbLDmArqU0wXSTJIdiSN5zkeDt0uDOjSqXG0YOIz1uZUs6hlBLraOtFH7g
/I/q++2xLZrBs2IGR87AO85vAjEWteWIsUUfktQ6SvJqKKU7qoJb4cqLoR11pngAJxeSibiZLkdT
NGHdy2ktH4soelNQb2hyj2nyvRaheKW4bWT4t8fFp4W/CrboipqfgDMLHX8hhJ0cSuqgaUecxtXU
jK6a62tQF80s/Q6KgXtoZLhSW5xKKd0PsSCe/RrQ5bGb2/Pm7vCZHhXX0uWAuyoguW5M1rGp23UT
3Wd5us4qG21afi6d7PhXMbwl01O2LtVNEqe+YXwnj1YumIXZq3BfAR5LC/7NRA854K+XX4GmVTUL
qBEcKQGLcGZkZN8jBYC5kFVBqufabyPrD2gNKp9Iv4Ab6tJUbEHNjhpKdGKS5qgHmzyUs5BN4Qbp
i2Bp56/mRgViN8QXs2Axppm7knowB6LVoI3x2qb6DoQHf/V9LN+nY6as9IywbzZVZG+UVOrWFDIA
pWw8gFC83qVZs1cNoggCrqtZRlrcRJoBNXy8klBfvxy6XqixWcj4ns56qLvnPuv91FRXglFfHSFY
QdkTETGOz/zHpRXILGly9DXq0GO/zIfOex82ya/Y7d/yBPp+ruVQ3/TsxBkeAyGlGVcARklntg63
Djg6ahE8wKNQ5EBRhy4+DXPpaHo22Slqnxor9lPlV14AQIVaz6j6twfNPW/+toruRqQK5kIsv39B
I2jmCsXMpoCd6qPmNrpIj+/aUcwjO7PBPaEwqqwbo3n1/kJopbiJZ/tx7nS/Cqd4EdU4r+MAzhq3
Vwi0PJVOauJT6/coLxPX8MDrAIoFz0w86/85fdyZ1HSS5qSFMTIkTqB+AI8uuBp5ZrH/rBDSUyCn
Ajc430quBjaDRCn2Re0U23QfPtl+t2sTp/Mlr7rrN+S58XQRld+Vr5knEehagK+AN8LNcnkU4rwx
jVTBuNCplbhARHqRSXEfN9axjtPvKNsI2ELnibrwOJxBbtUojSBBFWKPhFnoMDvcJcp7ZfxlFJ3A
0PxD14ZQOcEDDflrviuojiuKVMgQn2IZ5LMd2m7RYA69+96SRCkrkSluEs2IKoTlMDXS00gsRwKt
Pl4bog0yu6WrEeHpgCL7fAXxQZrBwhQ1pwDHS/oMcxmsZQ1Y/NU7iKhTWmzVH71Sbgkl96kpUjrn
G4X+3pxntrkYigZqpTTQBDtppjtRN7a8YiUDPhu8l+SuVBwz3aJRf0B3jagtc2HDgP9i5hUGCwZg
g9zFG1aoD8gdjoVk5tu0HI+2NtgOzeQntRWiwRdWEr1WaLqCW4b8Lm+M5g1J+xgrWakUggEZORIQ
Y6w7S0TqvXDu5m59ZIkBBALgk7uCst4CXGFeS/lBb0+l5seqE1c+E/G1LA4IkhxwKLPEGd9FT3Uz
UrOYxCdE5Btiv6T0PrFkQcByFdXjcQJKQMTYuomCKM91Bh2qCjTDNDlpqTMlh7ipPCIfE3kNRQBn
KBpPJYIgmO+gnvfjhcl53GeZmVSNFLzTo+SU/+oLN8qdvzLPevtUPmTTNVCocoxNLeLH4Ptp/2MU
iQN7hiAjQLk0KmcTQsSIJadJddmv/J591/x+PW0NELNsGXDegvT08rz+scdt/ToBnAman8mpa3f2
t4JC6cuJM1crfUVfk4/bAYLIGOfEsmokDQjcklMS2X4R4PUXWi56KE1yYva2Hyw8LUL3ts2liAHL
+GeE3DJ2epUAUYgRhkEPttrnEuxIqVeAGJ6qg58Gn2G/qpCr0XvB7SBcS+5CB9eIKg0j9qz8M2+T
bSdbG/JShuMpaVDjCHFhmK7VQZE0uW9rEVh/nkvOk18Me/YOZ7tXo10psQpzPWok82nRTYiTyswX
zO5CpIkHG5wnOs4BYecjzYoVY94lWXJCl72GU2Guab6Noe8b+YAu9dO+F1xRi3vozCDn1Rg6PGpb
wnIa7rRJoCSLs5hmzvhNsFd5zN3fJ/HMEHcSywCYN0WGofh1/FWczL31yX6ADqH36QNEVH9SR929
gezLmQY3O8qu/CKY2tnA1QqefQB/NCVtSMYG2wdouvA4Do5616+kVe+Vz83a3HoCc/M5uGWOP5y9
Pk3dAHPQR9Tc78rno/ZQ+GrkDuuD/egln7rAomgluYNZRI3OUoKtUwV3nRa5+qlHqkFGUq+Pjvlz
koiK50vXPLhrVMB30Dx7hagmcofarIYV7Yv7oV/J2S/6vcpXt+dxeRr/GOEOfamGyRjmdXIKSoWt
2sl4B2hIduNxECHRlwImnD1gAZDEA8UQn6XM0iSrS7i3U6MnjmzuRkDo1ENbo/C8C5OfZbUZn6s0
cZJBxO/8Pw7HH9PcKM1agWpj0SQna3gI6Gdt7NXGrUuXlSH4A/e14lXlT+O5/ZG0rla/huhiCH7S
YnTq8km3v2nWKhFCdJeX9883cR6PMVDU2TGmI0xI4Oll2q4YGCM8YmsnMvX+7XUWTgGXi0OOmMW5
meMyq1HS1dDOMNHOofZ7qHePTQPE7bAD21RR7IZfUSJve2szyKsELM3tqsjRGQOy/+xJVbctjf7V
yfozE/PJO/P9tVZZlT6vjsT2ys5wB7btHPslfJT+IXTsP07ytyVtvh7OLOmo++lGPk+CXsnOOFax
V2sZE93hy67wjxnO6eeaHVkQjUxOtv2imH56AI0OhE2YZ31LdtHn7ZX94gy58oRoQZ/z8Ghv5SVd
SATFmrDpcMUwX7Lvg5Gu8+45VyGapqxK+4Vuk+qlr9198WHV+xHNM2Rby478dvs7lnfYn+/g71bD
TodWQofYKTM2+eTqqxYCCdMdNUac9gdm3BuJ1xQQndG9oWmcIa/ncoivmYe0fiLBpiU/DOZoR8Fn
LaS2AA76PT38uyLppkKlBqan66I3Yq2yejNGG1o+4LFW0/xJa0t3MopdVWxS+6eCtl3giuUjEv6j
mvhZqzlRsCmg211CBTneUuUuZLk3VeZe7R1qjT6LRWWVZVd59s3cZd5TIHAz1DVO2kv+nZ7Sp/KO
rQe/f9a+RU/piYjqgIu3wJk97u6m6gjgnqUkpzII0chSWwPg6UHlNmYfbm+vx1fdi9+u8P5ztR/3
gCpxvpiyqkE2DocjU78o+9yYhYCOH1XbK6RNE0EluX1Wp5XRQDioAx/Q8wiiuxGas26NYN9sHBYK
tu5S4my+kX5/E+eLi1jRSdGUmG+LrOvpTSPMBdurh86zldr8TCkkgrrvqGGsBJMxT+ytyeC8cq8q
k1Y2ODNRuM8zwB0SR40fTIBUJvQgrlCdDHZ94RUATolUWZfe2+dj5rxu0ZeqmUwwXUjkG5aCJOGB
FbIT/WUpqcDDz8HYjWF+zf+Z34W+gg19R6x5lcuOJkEOSnRklm7Ts9HwmSBNS+QaxaYEgsTjho7K
lpX1ZsoVVzIjASxm8YkGzAqoKtBTYhi8rTA2xgKk/Mmpznzcij75YbqgK3OHu+5O1My5vDXPjHGu
YJrMpiq7HsbQVUfdvvU6s9gXfgAljLTdkOmv0RAh5BdzCecj5PwBMVC8rlX4TKVjzli4erOpFLd6
th+scZeHsYNMhtW6Zf5kkteaCU7Fkjc6tz7vprPdkg01NZUa3i8orXwdIifk2YOGe6tHeC84gEtX
9bmt+VvObKHzqsryaI7CctDWuky6kyV0w7M7q3XIcOj62A2rh3wlRLHPx+vqSJytK+cG5cEcpnSE
4cjcDOqvEikM24UGfBOsY/PDfL49zqVL8HyYnINLCZjcC7x8T3F2D0p3EDz3bqh+h3SwG4UTomHB
gV8eHbB2yBjCzRvcru0GopAQCm+nbKuX26lfQY+s6Nes8ayTWglzsQt5YBlgoN/muP0aqmnNegvD
s6GQUPjhnXw0XX1EQ6hjax6y0KK32aJDQwYRJUK0wSCXfrltKghasyqwYDBCe5XaQ4hw0pFEuL1q
SwUQGSXP32a460GJM2DsY9zLCX2IVEeeVmb50LZg7VUd8LP2+qcWrFTiGxnEzyJHVVzTEKWFFj3r
2Tdw98RQ2HTSwWh06iWfrdW9LDvSZ565Rf2t+lAfIZ+c3lP52Sp2NQHbhpCD9wtmeHVSfn/AlXRl
GEE0kbYyLmcJRdZdCIkVR7de2hRooXVZrLQUsoEQyDpYT/m3tFiDFimmoHoaE7dTkjUzY6dWHuPy
rbeOCRvX/681usKwZlCbQfIFn8ekNVqBu/Y+atZt8z6lqyxxKms1BU9QMm2kbisRkF9NnWOBefD2
Vyye77M54s7bFAxa1ysG0mdrG22G1O2eTlRASrZ476FRDL3q2JHolOU2PVWUtpQARD7Z+zRBxUMZ
fS3+YCa4kL8nQMK3hexVlq93b7cHt5iZPDfMHYMJ/Aym2o/xKUhf2+gXe74nhrOTQIA7foDUq31/
um1wacsDVyuh8Q/oeFz0l6e7aMaIlVkNv6En67F5kNhLHepukYji7iU3cm6IG1hMpwakHiVqjUPv
FHHv6tbr7aEsbYxzC9zpDbpSN5saQ0n1wlWgCDn1h5Q+9Ml7ma10oeLOojm0xqBrChkr0F9dzhyT
Y43o80o1cumWReYFKXUYRJ0DE1JveavJnppUq9tjvMbDoPQxE5vD8Mw+wONhEpmYBZFRimu85ic5
5YOnB94ji51uU3rph+q7SuduJgFCbDE0OzOrctmEdCgmaSphtkVu3qkewu/qUVpN36Vv5N+Et+em
uIyCHLOsN3oUxxIKIe5ur5peEz4ZtiBM+B9DgqQnYJJzNz4XDgH5onWjOqer01bCC4QMXqzE+UsF
JjDFyKqnakxHh0En8KDKtHnUUl3UqDZvEd7dg7fk9yfMh/MsIrNrSyUMWkHQGve0qnGidttloECy
9kTUjL90/IBg/IK9oH+Zz0i2Ekh6pBLpoNAqrR0rKt1B6ot4gu25dCjAfggB7ZkjBV0plyMy6y7H
RY63iTmeuhDSBa84d+r0q/zMANnUnmRo6sQfk75K3gPJ6+1NUPj9g/V++zOWBnv+FZwnyEe5JXWN
914YSsbayAugUiUqgjMu+uovWU4FwEn0FHE7aGqNLqgTBO808lWTuEOn+DrZk/wxQFZBt9zSupPQ
b/QxCLN7X+ec3zrntrmt00xDb1Y2wkBjeMjieBc0ZNfmbMuGF0XaddJclQS3Vf2mFD/jjrqjvEq7
A1Qh42rbQR5S97pko8vbOl9h/3th8IMUyTaVk40WMzdkZJsMqR9369sr8z/mDI+BuUFFwQ653CAQ
D8uqZkS03DM/bN5z6W6a9A1xNAgVTa9Ruo2RD62KlSm4HObfvZ4v9J6iYRf9kzz2tJlsu5YQI53q
mXGxoLa6t9SoXI9ENQQ+enH3QUvqv6a4AMWgkFfs+gnlGnQQ+FFTTJtClp9vT+S8hW+Nh3sGdFYA
zGYj4dkKHud0F1Wja4SpE4XBKQh/BD24tEMRDGoxKkJX0e+RzSM/81ddGQC4BLb0kyWH0LvQXT1L
XFPFc7WNvVDNPQh5o63uMNSOlIze7REvrSDoW2ecEvDQEv/Oogbg832Pd4g2DK2v5Hq2ImlEvDSB
zPttU0t+GVGfhf7KWQFK4sZJJFkFrao9p6qY06D+HnceaLt8sD74YSaIwBbHBdoMQBHRfIRC7eWk
IsNaGmMSpSc1iCCgFQFiC0GZ2GuzSfR4FJni/KKWjQC0MJaeyoYa6xTPYT9Nw3glMRDv3Z7CRQcF
MMh/h8WrHUhtSgIlMehJKiqq+o1VNZDQsmuzXUGocCrvgknuGVRZdOSyXKlXIZDRx33wUPeTrPsp
wqDYLwwlVqHEEKTylk1m2O4bWxkUT4nBL70P1Uwt3bY3CXsyQ7T6/pKlqEQe0VAGkKzoSe7oWWWM
e6tXatsJjaEuN5VU1JXbdVLdONMYQXMLx8iyTcH4l/JKoCKxZugSsgKgY7lcVntkNC6hw4CIqfTf
J6f0Pms3dn6GLkRcXFHWcakyMpM0IQ5FsxBOKBc1lVNKceAbeqqg1mVUOxN3UqAFERAV0onkn3WR
OBFB6plOh3bM7vrY19LnrA9Wvfo5kFOgf9ixqOdxIRpQkYqBGCGQriCa5j4qs3vaDCCCR9NwNctW
O5mUrQw6+naxklTVKfq327tuyUPB4le/xJzl5qW+EDgW9UhidmpWjexkXkdc51P9Mb20J/R9/wtj
aMiXNDS9oIGU56dKWmbmvQ1juFJPbN2WTvdKdy57AKWaAAy0cHKB4fhjivNIeQRbSjePi+J6jizz
E2o9P3SZiVzf4kY6tzR/yZmP1/sgAMEHLI27Pt20+RqViGB8gZyAF5BNTu4yn+AxrPsBc+JXS/qm
95uk85LiRTC7S5sH3tAGwxponUBndPkhzMoKs2AlOw3V3aD46eBSaZZLjFcvyl/VsSz97CnMvKSE
Zsbo0PiYKU40rPX8ePtDFi6DGT7z+zuUy++ozHJKSpKzEwORrj2CuXePAjGgJWG+uW1pXkTuTr+w
xN3pRpEZfW/DUraKn3IRT9ZSNeri57k9ZIbxOGYBJjQeXTMHNfk6SZ8T6oz77LN8z6FV/DkBkuBK
38ZN9mLd91h4Ucy8VDmdOw7QWQjpULTCcW6xoVqkdkaD7RU8VlvDugcN6+BJNSgmnOoNdKly/7N5
DYddBtJ51c/bx7Jz5LVZ4bGZCTHri8cKgL5ZeEFFbpNbW5ZNHVVKfE27G2jhTsFbR/bMQiFqLDYN
2QMTEOlvmvEwtM2KQfGWkninRwJqgqUaKLhpQSaDxkToBfJ122ZKByKrHTu9ytoPSHY4llU5ZudT
3WGJp0DKTz5p5C3VfvSq6KJaXBFocCGqApfJ3Ix5ub+HMigryxqwv49o+fS32nZ6L9fxmm3Np85/
sdfQY3m3Pek+39T7VuDXlrb8H+NXCU8p6qqs0CZ2KqwUSIV6zyQhtH5eRP5YzW9R9HUDw4w+t8sB
6nSszTiVsOWmnVG4VFvVKHaAMtTVX6sXaHQ3pg8hlttn+Ssjcsvq7FbO/SiaFKtKmkfmdV7vZ16c
OnTVPGhuMDqD03rpI9mp/tu2edAPw/M6O3b3w3200X/lHirAx/j99gd95TNufRAXZ0Zg5KmtHB+k
O8qu/lGs3iO3dpOPuxIdB53X+vrJ3vRu8FlunvK9jW+s9uT4s/ZMP1zbL5YHrMC22YR31HlDPLeW
8e8mx1y3z4lDBbP31e5w62O5TdnkZRMqHT6WopUEabWn2HDpqXGJp3zz5aPut5vgXvrWbhtX4ISv
rx0gmRH8z8hsFD15ngalhnCgpo3ViUL8TpVSx45WKBm3cE/IsoG+0b+9LvNILkeKlifsTiCKZ7AY
X14p1DTryqpoTtYLBtptfwKiWb0yT5R/Xch3gbIBddyZxhsN7byT0XvNYuiQg6F4GwFg0B5t5dCD
NsQcCo+k27JFm7AAGz4fLX5wIJVD/IvIFL3P3I1W211Y5nnenLRE38sJOnbt6KPq1FWnFL9uz+O1
JwEfhWSAzQzW0NXFbW9IpmixBWjVKaylAwge8JKKBcmL60jg0gS3Ka2kzwpjLJuT2Q+g5S1Q49uU
pRdbMjAygjtBMBy+HygbU6PVY9gaGu0Y0nSlBiIUtMgEF2BJhZHkcjsPZ6wcPdRBBv3t9ppcnyUs
Pp7q4MLBn1cquFEd5GWnU6xJMYKPF81ZNTg1pjj3dJr7Sdn/sqVKULoR2eSudOBtNCkIWHNiQeKq
Rgl5sdDJ2CP8idN2wNpom9uDXJpGkCWAyECF0qjOPzkSNTEzLcM06tNo+KOZ6E5lSH/dNrKQN5un
8o8V7jrpw0qjpYztXTr1y+REXnr4FrTOtHP12BsE6f7lOfxjbP77s7srbrJ80u2sOY3uODrxD/t7
Mzq6+3p7TNfB1+WQuOPE7AoEbgGsDKvoOXoV3cBLp/XPjIFD43IQIKM3pLCB79FrzSfTSbc7BHgn
dGpAt+b2SJbc3Lkp7iT1aQHA2TT78PpnoTCnpqsX0vxDnWcgOuf5MoF7BL013BznTGWtjOo4hpVp
IB5EA2NZXVVq8t6AnO3fjOePpXnLn62/bUdgGFWa5pRnUJUA6+kxlrM9cEevpMwFEeDiLgArOIJf
QL/R/XtpS2+aIU30EXutDL0sAhpPfp8QlN0e0fL5QWQN3UUgslHVvTQDqdmpkCeYiaq7sAYoW6l8
YmdbEME5ZuQrZngfQTohD9W/9GLyh3B4u/0Fi+Ocw2s0W4PChifIjUMGko5Mak40fcttDJMewkgE
LxYZ4Q6u0eZGxSIZo7TJKuqjPSX9IyOxwMcuPCXBp4p4GjwE2Ieo9VzOZhDapDW1ABuEfQbILIFQ
xgViS0JTZ5U4TQpK8OlT6XPUfhj6BvykY34L2cohTx70NHcVPEHL+LmYos3tWV4IHC+/jJsBoFXK
uK1MXDl4RHqk8oJjBaD7r2Dy2b256WWggj3zxbzXu5XxYZ2soIY2wUn0rrl2PvgM1NTxxoX6AUq1
lxPUNlpmBUOH5r7UdiPlcVDkPWU7kMzqhrDoNl9pl1HWnKmeidPwikU1kRszIUQfa61oZzTyFDvg
Ya/SH7nt69/D8gfeuA6QnoR9gk1IcHavrz7AkKDgDMoXxF3Qb7kcpVUMIAkx0cIYmd91Y1+l77dX
cyFmhYGZnwD0JCbalOeRnzmiqtWmnGpJd2rqvjOg7pdK8l2XotJ/YK1lx2v8P5SBiNWqnsasCZoc
aWluFAKclnf7W66PFprb0U88vwnQHcpXwKV0ClMriIYTktRy7IGFQ9okoyEVHiQwRXwT1xcKjIEs
TJkfBTPrzP+Rdl29jSPN9hcRYGySr82gZFGy5TR+IZyGOWf++nvoBXalFq+ImQ+D3dmFARc7VVdX
nTrnctwQCBM8sUj7ExfHGzkZoNEpwGf0IfTq+nQpdJ4dmqRDAhnlFdQy2dPcj1mjVXl/AswFWp3E
JQ50/6QNFL/Chchi1tTEag2vATZtFsDvBoSPUrnFwAZQV6E3NV6LSibtJBfNhrcXbHYOwaQBLke8
4iB3cTmHpRa0he+K/SnMgop64tqPcgWNEL3VKMNo3TY2k+6feKWQpQQUZOqGYOYQlfcO0XQ+nPie
04+6R6qWZooHZisQCumj4alDHh1xjmMj8rzSVpNaLbdBocYfedPizadmbtzTVBXax7pL4uT59gde
H1V8H/I7eGtC/hOJEGY2miYbU7QEnlyAh3eJKqdTZ9cSFfv1nKN/H6JAk6AekJAac5mrI6TNCokb
TgUaunbowh+2hOP8TZ1VwSMvd8UCYm9mVFhdcOIAg4M2auaVdHuGrrcmvv3sdzEzhASR6BJPHk7k
XvqINuTl9q+fKU1c/n7Gl4HSxXO5AL9f9I3oLdr5p41eUTSB5U+gT8TfC/aur6BLe8xaKEkoNZEE
e7p/F9e7uFoJLyF568tVD6yoJj/0nCXUlN/koW+gSEe7/r70v4pFaeWZ9ObllzDebMyJ4uW9hO5a
z5KaHXkn+V5EOq54D+0iNfhUofFKbw7vCzMwRfiX9+KlXcYDgKaVG1G7GU6N/poXZhmtq9FOXBu1
6hfvM17dNje399G5OMFkhSkBwVyGUivoYlKl4wkknKi+Z8EAbLV70IPCpa2YlcZtc7P7SZqElacm
X7BcMOsbVHU84HocT40kmiT4jgJaPLqbX6OwblrNiK1As2+bnDttBBwvID8HhAKPkEsfMuhCFUgd
P+JZQCo75MPcHtR6KVE1/RZ21c6tMPNYxLrv9l07nrQyM0rBXWX5qtmj55+6O00PF0LZuVMCZnVh
UnQA3SxbAYjrOA2FXB9PuuYlDo93Ao1rtdgIXCWtKjk7tWGYbf5iHs9sMivXCpMOOE9gk29DgITy
fpUU2ZKgw+xqQTwHhUlQ5pGrHjXE2rVaB6j+inK9j7XxtQNWaX17KHObfiIX1JH7QPzHOvw+ghBT
w6PELNa9t/cEFeJo0kOsainUpBR5YeLmXDQ8NMRT8YJT0F97uQGRvuQyF7yzpxFXHFi8m/oT05w6
StoUSxf6nPMAZzjkTKZbHbv+0pbXypCAc7XxBNijtOn7NEYpvcoM6FAPRhrx3nNbo+6odnnmFGU8
bNVOX9Ilmp1d1M6hK6PgLzZamhpTBLVD7mJE3nQbRlpNA6kZzAiZE8Mfta/bizm7YzSgcKcoAdaY
fTlGYtKrLmjV1Lav7DEReKqVObfguOasoI9ABUph4jWVGC+iJJxYKJ3PnzK1u0+hnUAbvXn485Gc
22B9CCR21SDG3oeQh0CDtvagH7VUy5wplU8ky8D9wSMiw83y66qRmmpS0sMKMvhbdNtWO1Ub9A1U
peuHhkdiLtIqHaqPKihr5BL4Um8gVHC9wSoA9LaUgNPtrupKKhTDaDYcCR69XI4NPx6ChU6uuaMD
DhjUNND6BxJ05i5EKb1I9UTkgf90XTPC9XRqaxA+QRg7Ot2e/HlTUGkEoAlEpyxvLheKqVdFOn+q
uGYwxNhvn7JKk6kyAAly29TsXgIbPiiOwWSlECZm6xUlCOJKwl6CkrMzhuFoyWLN/81uOrPCuIK6
TCQ1gMc+iVoj236TZxsSN/JC/DA7bRApBecvntTIFF06HE2M+zYinnACswUYOFtgB/NRDB2kpBZl
yBZsKUxuNJcBwgk5jT8lyCigAqSVaXsHnvCsW3vSCHnUdgikgXLV2JampBfJsJYCna+ooI4VSvax
0iBFFsuE8oFSebQuFbQ+Z3KIRoXbKzz/pdB3Amc2snbs27Ths4arBZdHg1yUb4VaVV4Hvqvu3SbT
F0ou0wSzgQfEYQHkw/sFCOnpU86SDYDEqXmtRwLQjeJTPyofZSE++MrJE9AAguh5wpbUCyHV3PBA
NjXdMTqoQ1lSodKXx6KvYLMrc5DCK0Vj5Jzv2wBPeAum5iIdkIFDQwReC0TnjHcfEA60QpYLJz9M
abCrCeSHrLayyyWR1rlDeW5o+vnZPLquG4khRJ2wkdNj4gdG7CULiaeZixHXE4Abk2gN6EGZperk
6ak97Qqv8rZpXa1CsHtQpUsAbHm6vQHn4mxUaOEywaQjQZKTGc7Qlr7etxgOD65zQ/Rak9Q+9Bz6
snc0ueSMOsig51fKqOwr2p402vCScFK+EGnNdH5MnPvI/2MNUUpjE8jQ266ghh4KgEkQ6mXxvpfR
my8+lxr0WUTBKLZyDYIfTzS7HC/8gThV3FhN3B6gV7ThUq9fOJoz5+Xig5iLPC8znevE6bz4Bsj5
bTHOdi5moRk6GnUDeITv5CUQ8Mzegk0QwoGRH8TsbLiu9bnM+0EFm15iyuGRT5d6xedH9Z8F5pj0
eHLpdQkLcum7doyKnt6fmi54KtsSyYzgPu/du0LvFt4hcwmki5Ex22xEWjePy1o4DekXiV44x4Ny
FoT6HkNeXmUhJGdrMx8CQ5cKCx21TpTRQF8gYJ2pkkyqDiK63qByB9ICJsBOxxQxNQcfAVSWBJxK
zkHdSlWMtBMA1kwTJB/dbUhq2xV6QlOIOUn9Eu/1tG0YN3zxDcy2UivcKPqAe7Dsouadh6wEGHfb
tnnpW0RKI8i+77qoFc0xSasFFznrVs6Gz1zBpNNSIZiGr6IbgdM+Eb1CB+9jjJeSyfNO5T9L7AVc
lEXoAbIMH3mKocIcUs5B8jp8Lh67g/yxxJsyc8tgSsGKhfITNN+u0uhuEPhtWAonUt/J0omrbHlY
yMTN3C4XJphj07ZiHA9dAe9EPjEisAyKybvXabjONrcd8vwi/TcY5qDUSad0hOCgJKMBhNBa0RKa
kewQ9wsB2Vx8fzEm5pZBzDnkHg9X0CA/W0SbMrFJJRuS/C2iTsn5nSkIBhdKxzFK7F5b5S0WLzBL
ebCHlrzIifStBPzX7eHP+qeztZym5+x2FfA2ExIFE60Jv/zAhAQQlcdtF7xV3CEVDpK/EGLP1GDg
E1CXhbwnqh4gor80mDZhECJHgbihhWYJRWPokL+Tr0SkGpBK+UO1BIOd90JnFhkvlGQjP/TTvFe+
a+VFQdVRX+XRfTB4K5l7z6K7rhFXecZntGqflXrBFc/eMWfmGQfUJMXgE7eZIJd6ufI1IaSVV4TW
7XWcaXif5hWYJbDhT3hYZh+rWQ/CvBRmiGaITxsZp38ERdedSJGtAbmGsfSMmT2iZwaZ7VxzIPfm
NBwcGfohQ1zSRhMtTviV5L5Zj6+3hzfrcs6MMbvGa+o8GHWsYZ7lb1UTp4YWCgJN4jgybluaPRBn
lpjd0qmD2g09LI1KbSXKfaRZpbSuIMQ2GHkO5WxVW7A464HOLDIbRE+6JOxUWFTbdKW566F9rRI0
zbX2H41MnQSPJmFbQM8BSLzS74kadBdIBRH3EiZuNIhiumhRNfnP5itYQoczY7qyxVx9PAFaVUw1
cY+0dXj30OXUXcACTrNydq+zFlTmzVlV3iiTAKOZEN8iHSIqf2noykEBZIksmdkSV6aYtIASeBP1
rSruyT4AGmc/QjN8oJJnDGsokd5eJNY//mMM1K+om/IQJWHfB1Ic91WmhNI+CV279e+k0tTb1HbH
zATYUQ8cjQcHbr7EHMNWVa7sMseZVB0SOhrsgtxvvCNog/CAqaC8reGPsK8O3UtuLox1ynRcrSEi
iEnEA42ArMihwndxLkQ+6C7BBbbuCAV8VDeqzyIxZJEKe/3XksnZpQSBKRKgELLRFWZfVmFRyk0Y
SXu9MPHQ4WUT1aLgC2HxE7jYF4Y37Yur4aEZXIFoKOrTLBQedWItbtJc2je/vYdk3a45R3L65+gx
suUl3P3swP61JbHwtA56cEqnp5hKhQoZFR7Bc+I9el+ZudQNzfj9fzbKmSXmNHAesk1qB0uaZgD1
Un32vyENF4sL3oq90K7sTJvnLDKJZEh7R5MdjvL74E0LKcHZTmhrRMdhXT5VH+qmA0Lj6faqLU0k
E3lWJY8svQQm9DYxwiC1CukbRNq1tin8O2gGFtnL/2aPubd9UeZzN8YwsxJwcKip25CviY7hQ7nl
jv+bKeaI84EeF32I/cidwPqy9SwX5DePA0TArP/N0HQ7nC2dy7W8AKzkz5i0Z+EFdPlBQLl7AYoK
f1jfwzZBTyjkodHDCwgZ8raXtvwOrYoKXiv7vtaMMOIp6OstMT+gXZJyxVfgFUsbc9oBl8calSlg
WyblLcip/TzGzkYXFSHwmW3m7tFqSrmytgpX26SCSjtgwVKcOzXdRmULWriICuURSuHmwMnBgneZ
FuvWVzDHI+fCxkP7hbtXxe8hWmXpoVBXt5dxyQRzFDhRjVpuiN19I4t2GG/0btvJzUL0M2sEOiI8
1g9VZ8LsFaRHBl4UWndfeRVt82Nd3DVL0sDXZ/pH9Qcy9ODlQOqX2SOyMnBCPI6+o0Vb5VU45JLF
h1+VfohTQqty4e3KBPzYkZfWGAc5ZCU6jnXBdzzJ040mSQVkvuXFgv11AASqfwhfgy4GiDbU7NmN
D/L4XA1Cpx7TTZKdApmC4SRDA14xoH/yOSk9NC1Elj7Sctx0UkF9KJoFoLAJ29wKSWu5wx+Gshj6
5TcxQy/EnKujzgudUNa3BVgZO33jxfdturT7Z8IVSDiAaAhQPugRgFnpcvRxA71BUPGGjhbUZqG+
5GlmoKR/8HxTv+ep74igSvzWlQUXyvZhTSOcmKWBSEKXnwTu/ku70gigBIoIsdNYoDk1EouqD+ga
tb2VZ4GB2KpMzeyNkparhIqmT4MVsSOztp+EL22hwPADMr50AZffwriAcWKG1No2dmKRtv5xRAoP
TfFEamna7FrhQ4hSI/2SlBWEOw2takHIRIGQqypD5F7rgEZvAYh1mx3HWV0B9cKXOEVbsykgf+Qd
ygK9sIcB+IU3qdxEkYHeXPCZLXix67MCdAsiQOiYAuMCZN3ldIYg8hOLksROEWdfmpAhMOpPf+rF
Lk0wK+bnSEzWsRo7Ho/rrt30xBzKhXLo3Ha8GAezFLLaeiSuYIRfKZ/NagQQCuJP6Vraj5auGE1N
xdwaloK+a995OTTGQUttoAziAKsKeCt4AOQg97TwzGJTi9OGByAO5depiQ21LGaF+M7zFLeqMocr
C7tSj0IJZQ4o36D/MB3A67vRQ2C9qmjlNwumrwPNS8vMwrld30hjVkMaQzu9SVlpabExbd9OXNiE
M2+uS0vM6lWQyElzr8mcPLLBnQSmkyKk4CbutFWN1EnnL4QQsyND49AkzwTfzdabcilJQr3OMDL5
F1eXEELnsD9+oaROA3EpQJo8IeMlJtqMf40xnpLv5SQQEsBKAAw1wvAgNe9qtgJm6M9fc5hFwKrB
XYAnHVSFLs+yGhZjGTVYL78rjErYEH+LoF2tJ4LcveCeenIsQSkzHcIFTzi/gOh0Bmwc7BBAJVya
1kckvjI0kzjuuClB4pI8Qdq2zFZ19aTyx9K965eQxz89Ccy0oscbHLaKNBWS2T4ttYryTvNJ7gTv
o50ePzijO8oSVSwNfl/cGc06flLNpciaTSJPx/HC7LS1zoJPvgq0ZgjV3Bmad/k7aUXDd2PEF1bF
3Y3ZmnSWCybulaztu8MQ6U+A7vX9LzR/E+JZtx0rSy959S3MrAOiVcs5kXKHW0Nj1w7t6EncBKt+
p1tRbNShERij4VIIhNCQdlAdpDxvaFb2IldLJ/g6wruclunnZ9MyIrM+oAMxd8LNaBdONlLkuIx0
3Rr8q74v7sL173VqQMrREja3Z2EmDMMOILoIyJoC7CQzCaFYoCCfprmT5ZkxKHidDp4R9XYoIjkE
BVngHv7CIEECT0P3FvDojMFuqD0fqPHcqZRXcF2A62Yfup4ZokCbdSCvWDA34z7QJ4i3DvoywE74
0+9/NrOFOnLu0Ii5kwy+E7npinMLmuFt3OgLL4G5Uwx4IZQ5Ab1BjkZjF1HiwYJYBoXzVlGAilZI
ztAn7yAuJOTnYrhzO2zk7BHJF8YQdlo7fqwfx9cCuyU8cFZhtjsZQRyCub1va6Zr98Y7NFlOvqWt
EztdNR/eSd8ssTDOBEH4HuAdgR6G3ithzzRJQzivpHCg4mNAY8GA5MDtPTNnAQ8foA/hIgEum35+
tohi3oS9IqWFUwWJsOtVzbdCtVm61sTpnmR9IrAnABiC7GqCwF6a0bMcYNSiLpx8IxoFlexozVuy
pex6eucZ6Cay4ofceOpMdfUEwYyFC2h+kP9ZZ+4fwAeyPAXRqpNrFdTP0lw4in4wLHi9mbyUhn6H
/8wwqyUDFlI2JQYpbtNH7jVY43nH09BcCYZ8p9lBSLNfC/iU2ZGJkHfDccexYPt3gKZK4ioaCica
c7NMdtCLWDjlLF7gx5crZyaYpUO/dqHVUV84+lrchp8DVMt/EbO0qjvBcnfkA+KmH7f35OwNem6S
Wa+xAiVXVmFU/kb5lF4xoc+hWX6ku2AzBFTfhg+a7Vu6+adUnf+MVZ44A4FdmrLPl9s08MKg8gGk
B9A3oxKaoQ6xa/L1Sl+l4L/GK0ELi4UDOOvbQF+miYqCOwKU25c2lRSt6hHSz05tyoZo2cfYKem2
WVrG6dOvTiBBlK6ArQq9oYwLjfvGhSh9VzgSBSPbOrY5C5GQ7xrVnWSA73cnfXXUp7/DJZrVuRcQ
QMX/Wv6ZgDMXUybpkAgjLCuH3iw3IKx8iHfyYTTedbPZLbGyT9N1MU4ZGE20i6KbDxHYFYu4kmdN
XqVwmejUAqxf9Zs1UYbYKvESW3Ar4vSKumWLuXB9V9DD1IsKJ+kfk/Dre3jzW6M2uXo3AASsyYcK
pZL83k1NMDop9SF8w9/DR9lv2ydvUw127C3q1i+Nn1nnrmw8odDwTUR6hcCcoG584cT5v4oRzTc+
jTZttApV00sMbliNnaEK9sLpnV5f//+sIHmHn5+tN4gOexV8dNjQ3W937bq/E+DYi8ModSbaYhT1
ORufhUK3bpu92t9T1gUYYBl5JtQyWfymlEOjtyVN42gg/MzJfStsRTU14j6jtfd129bVHAOrCglK
AglPUDpdNSMEYKIsCkJKp0ji1zzy7DQXwXPSPN82M7m5i4mEGRT7gIb4kc7+uW/OJjLtlU6JR5ip
Bs/KpFOg5KsuQ0ksW/BBc+M5N8T426jC1CYNDHWK+BhmUKZO9P0oZwvTNjOeiRgJyTH0OiBTzjzb
VbnKlQSsx06VO3nvU81/UnM7Q+f/7Xmb2QrYCIgzEOQifcx6cfBlR6HcDaUzPMsxlY3yCOXTRrdv
W5mZtAsrzOHPSddqmQw+FpVPjSo8BtaInPFtG9c5FmViUoMbAxgT4vS8eHmW6jDO0SMVVo5AuGGf
tYWU0lEoWxPvGjMDQNOIKjcy8jYqDF30CtpXXGS1aIxfGO3cnKI/BPUSdfoX24HNJ23Z5YpUOLwK
hTNFXvHBZySnhqsGpqwvJXGvPSvGjStDRqUbgtEK+7aAmmQnxppXOmP+a/Q+s0JEjduURBTaUIOW
umzN5cc485/63Nbfutpb1Yk5CI7PrxXwkqMWQdSGZjkFKlXvof1ze13Y7n/kMqbvQ3oSLekoMrFb
OSqjNuU7rXCaUl/XaWqQT1+CHKT0JmzDyogec5X60prjt3EU2Jq0yft95asAcViDvC916sfPtz/p
KhKcvgiN6yAZV9FfxrYRNc0Y1b2mIsYdihcQqBt1JC8EmzM7Hr0W2lQrAQnAVYkc3HZ+n3ZF7YDg
Asyo296D7iZZcBIzG22ia0Y7voTmvKvDGzQVeBCjqnayaCuAz1vXzTDUDdEHBZgUL2RnZzzShTHm
DMeZJ5CUlLWjlMBGNQc//2zz74AswF2nX8M4cqwJrqVJTU7HDXV5ilFh6QHuzhqH1B+cFFFNRycO
aIIUcS/yTwpKMbf3wvVzC48BMPcjsyehIoENcWlQ6rxckkkH2QxtJdUh6g9AMSvVa12LVNKdaoMm
s0C1hs/skd9Fm+xRb5/0aIud6pBdtURcdL1vwIQ9NT6Cl0vQZFa4OU7igYvloHEA06/Jt5bchWq2
cCLnbCC9iP45Xpo49hlH6cvQ9UyktHFKkPEG3iHNkGdq/zTvjCFM+Q4sIsp0SJ1eTmue8qQKm7xx
RrvG+yClHhS1wTe19Fy+3i+XdqbBnl38UN4DlRCaphx0AEo2b2nhKkxWANNp5cKRvvYakyWcaTxb
AUP52Uhnlnypk3MUixqnkYhv1EJ/ENNsyZvPDAepbFBOymgoQD2SuferwvNGaO60TmrakYFUM5UX
0rzTfr48YPKFBWb1G1Looa/AAiAudmFkRrDR7PulfLl47S6gpA7R9qkxlMe1xByrQNWzspHC1onl
ZN89kg4RfL3Ry8Lwg6fEvx+b/JWH0uZQudt4tAZ3Dw0ZuyJoVZAs79GHBIEU0HgPpR+pOGVBdkfG
2NYzyrkPtz3AzLriS1UEqGAaQDjMeBxtaAQ8TorWcbWK29RxG6ADZ/i+bYTtFPkhSjm3wixsXpZ9
mQ9V6yTjvvGMVDZiH/ez/O4f5aQ3lIPXpQXVs2PPp8/5b+Lb6JvzxHh9+ztmBgvWP5z7qeANggbm
M9qMuLmWVoMTiqBuaRuqLAyUpS6dBgoL8KmIKEFewuK12hTd6HnSDkhIgPxXeo0ewsfmub+rj5WR
rIgJwvFjcNR80x+taiPSL2LdHuJ04pkNDm4fBLPSFAaCNvnSI3B+1EVcJQ5OlaJ2n4DsIwPRwpLC
2Mz+xuWOVwdBWwoKNdN798wbkDgDJLp3B0dI+zUBAFvpVCNNX8SlhNx1sQITit4PcYJ1oMVaZjxp
V6eEr6tydAZjNPuNtMtPniVuoPtsptawAxfc0TN+h6vx9OfzeG53muezEQZJ0KQ8V4zOq3lceETN
xOqXY5pm9+x3y2JYi2GJ361TefXR7moag8vuPrKXUKcz0fGlpSmGOrM0lCqH1mpYGoyPZBWa2V4D
m266HlfVa2W+Q4x1xdnEQVaadgaYqawl5PzMgUBYDiIoVBvARHNFgjmCASktukx0+qGLjBRyYC73
EkKEUv5WIGnWGCheGqoLMdeHDJ1jlZ2Vvh2l3SEADZaKJGVOxnWb3Y2DJS6Ryl1fN8Bgoa8Sh5bH
M/Nnnc5mp/QTgH89QXZGLh6NbBRkdK8RyNP2ORoL5ITYHOEblOElsrq9u+YtI0ZW8XBH1yCzLqqW
IUOL5KVTAmPSAXuRomWE71feJqtewd65sOOu/R4ALhKae4D1QezPeiW0roUcWpFlJyjJHmKrds0F
CxHPTCSp4R2GdNqkA4guSGZIwqAmqCnqslP7Vn4MXVRtN6NGtVXyHTvJXe6IHI1E2t2VYJKV7ToC
su0ogPlEMNrFTOK1f7r8mGn+z1Y2dPU0iVxNdoZ7HlJYZCfIhoooLDCCflM1a81OisfxuQfSqV6L
tt5sbq/vdWIarCuAVU0Uz+AUQHB9+QGZVnQD+vZkp5A5AD4NSbgPdq6aPuWhSEmzjf292GwjbasI
6CXRDC22Q+UjbB66j9tfcl2p+vkSXPCgLEO6ms0ao4FXLcgYKo76qcVAfVO5foi8A2cERyU4JOAt
5sD1sQeF/Nbfyk54Tw7lNn4YvwXXEqn4IqhrQK/0tYTGKZwR8/bnXcdjUHFV0JSPPmoQJrHUC1FZ
iVke4uuG+rOBynut3yfS799ya5YFh2f5y21z1zUKzMa5PSYw40CL2pEE9vp2pW67O0ffuvTp3Tl9
LQxMmi7ay4sYloiCIeGKRJmAiTW8JO5EcEkojnToYqpVtD72ow3eSgiJ2KQEv1CngeDoAfi+MqPe
rnjWBVvct7/GN7Xdc/YoW2Jtj+q9QtYp1xs5pFEKm1sFcklvT8p1yHD5pUzIUEdl3aokUQCSaSkp
OjqOW0U+3jYyc+nBCrIhE5EAJoXlChV9offUqlMgkW5E5QhpULwiHgJRoT2kOGSfyjLEDKLIXoqI
2OYtxGSTZUA7QP4AbkC2RUBXqmxIuFZxguJT2XGumQpmWpkQ15WGdR0cBoDCG/5hDBaGPDuvZ3YZ
H6AMrtAoVa3A8z2XwWOKFc//au20qScHFBoIOpnwvaw7bohAjes0QY1+zWjdavVKUvqF19/kvK82
85kZZjOjWOgTve8VR4mVldLFxAB53GeJpGysg0gziJslatmZG3K6qJAzx9pBN4WJv4SkcGNghBQn
zn9F5S6o7SpSHkrcKx0XrH0whd3en3MjJDx6SIAAR1uHwsRkGYlUafSI4nR9SmXvRRG7Veie0iyi
fZn8xX08AW6RgkPwDBXry9shCco+4BVRcdBpRSg36qqVpam64IJmoj+AWpF0xFMaHhYv0kszfsMp
TQp2PIeAsz7VIHAZPSTxs6ygJ0e2CDYK1Et4Cmn71kpVdOB9RKld6Ju6MbTA1qVfIcBWNa/QJrEW
EwqzAQM438GWgEcyummYSVCaYGzEiMhOGsbbutAgNp+YHNYXDRo+Af0guA0UlzPA3pAZ43ucjLSp
VolgSNKjp69z5UWXqXvSQ9o2d3GwlBq7LtLDbUwkC6hCgHofkjqXs1cOYy11aHt1hImMXDLEinZl
tXbNJqfvrglodKM8BMeO08yBfwLlyF9syDPzzPT0MhJ22O4ITvukoLU/dBa6Xguz8tBAhtkENkIf
pIVTMLkk9pwDeQ61RJBZAK3JxE18XqvoXsSl5YpVtUKCKzTlQY/thaFN335lBs9UpKfQoAbvdTm1
ao6GjKiTECs+IsK3LJk+6Mbdg0ftN53an6uA7nljg/9VHc40LOtu+2J90/e79yfQ4hoD/fLpdn2y
Vne/1uv79fr18ff96Tmj5s70nNfd1jV290uQqTn/APrpfz+ZuSRzrWvrasBurcfa6MMnddh1amG3
wkEAXOP2/MxGKefGpMv5cRNvrLRBlh0JEPu83ALwKKpPcmoLH1xhy7KVPElb7S7Mdy6U0m8bn7b1
rbVhbi1UdqQqTLE2UvwL9B3Y82azFPX98P/eMsKcLc/l87zuVdnZvWa0twGCpzze9xkVV/FGpQWF
upLVU81UjaNHxXpb3eF5rJqKufREngtAwY2KTT9lwiX2lEdyI0lxhHvGG96yft1O9zTYg8ZDUO14
xS7BMHF7fueOGGoiYNKF95+4Uy7Xtqi1gisDQO0Kl6cKWqj8hRrCz9uCnVwkaeG7BLww8Aa5tABE
QQoYV0wce7PhjM3jSL+JKdNP1VKNb9f8PgZGYRJqQX6NntbqJn59Bgk0HR6+lhrh5s75+ZcwPkwb
elkc22msym5wXKnDC+wNQIiFi+5nkW6NmLnoKuL5Q6pixAkdtgl9fdXpx+EDCk60vHv9sB83mvmN
bmggAnXj+Nm9gkGe5hQJZrDn2O+Q2zEi+36XWc3uuTGUha+bO1D6xPeLSgCItFiU71j4WhrkDXFa
V6LNsG2ldZa0C7tqdqbPjDAzwCl1qftiBZpk+AoNCEtBow145LP3v9i9Z3aYC6JSkS2uawym8frU
aNQKjSJFNCzER/NTBvbn6SJCxwDjg/hSS/Wx7YkjKSIeCuD+WgvSUpJgLsKceBSBuwbZP3rxLo9J
l2St56cpcQYNkMln9CTkT2qPTlEkJ7KP29M2uzxnthiHLvKuIpdhQkChsxs/+dDMi9IQqqWgec6Z
Qdvmp+SM21thTr7QNpCY8Avi5FCuDKVNVfHG4Bdm398jmOpRTNT1h9sjm7kXsU543uIa1yd1zctZ
1PI09PJYIo6uDJC1FPzCqgNhBYbdfYUskVGMwYLFGQeqInYG1BW0gROe+NKiPshq4nFwKlIpvAgh
Mjxt9Xh7UDPLdWGCyRKoQQZdhAb+RIhkKgHWCyVQGUS9SfbnvgFEchATxIDwDwuqjcfAqyMBhori
C8gQH93yQ7/QSzhzmC5sMJtirHnVU0vYqKM3jKVR10K/AIeenS8kM2VIxmFRWfSxToY2rgds7z4m
KW1BEUUInvgyV4FGGm0ct1dnbsuh2QvAPYWAaJit4ohemmTV2BGHEzPfav1MosKoRdStfLROJYG/
ajJ/4QDL00OauWKQJgZLHTr3UIhgsWpN7vqNkPAYop3QvUpV+hyunkvoqGUIV0B0bBw8+q1aq4fj
8ddRMx/oYKf0TjBE0+ioSNe/QUFG/2Iizr6JCSUSDqBCcD1g9+j1Yx30mhFpTWoWKMTI+kBbJV/S
bJ/bS+ezIF6evbDUiIBuOOJoaMwsH0JxEwcLFdpZE3AnBBCIqTWT2a5d2ieEQ03dkcdD54HrFn0f
2sL5nnMhAJj9a4NxWrpXlVxQy/CTY/fZC/Unl1XW7bX5EX++2jBnNpgbuZb4skEmHy0V22H7XFl4
UxtQbESg1eBPRMvXnWY021eJljaC4MfvzOCmjRVha6F5ITMevjcPOD4bgoagwJBpYKjGpJ6L/yyt
aBM+E8QwL61R2ZSna8W8/5vtBYrfKSkChkb0ZV0udlvJA/g3VSy24sm26EGgGdLQr/lANmIjJgeC
nqkFfzjnSJAzhWraJOABSt5Lk4jTI6FTY2ihqE8DdCZkJwtDQ8yWGHrmNhnySiBGn/r6QXp0aScZ
wAhYCoGKMAYtDHwKofC4RfW9q7TuLw7pf6ZQLL00FadKWSgKh/1cladQbp/lXnxRA6GmxBsUw2/6
JZKen7wOu/VQ3hYmhNdPzvPSpBdrsBkkqvNamxOQGr4K6RwzNkK8s9DtZcSHinK0tWtTszrjVbQE
ipT0GsWA24dgdppBq6ygqw99xmxjU6ooRQ+aYdXRuS1H7nn+W0fsc9vG3G0A3hdUEJBpJwDbXg6W
UyNlaL1MdQp/DA3UwI5VhhOmKMgpgwctXN02NzukSXEFHXuQkGM57gEuGMXArVVHTsKJP5hm2ns9
Pt02Is6eA1RsJGgjAkbJsgj/H2lf2iOpjnT9iyyxL19Zcqmsymqqq7qr+wvqFQMGbHb49c+hRu9M
phMluvfV1YxGc6WKxJhwOOIs9kQNkk6dfa4heUiH09CC4HlQp79j+0mBJ6Ozcx2QI5VPwkKHzthD
pJXFp8WevTyk5AWyvR7mHN5IIN8VD08JhXgSC5ruk7IFPb5lJcAeFhBdFLeQnQbqQDqEhhHSlHU7
2eeYQnGK6DvangZc9JKj1gam6lugZ/iN5v6L9wBDTIwTFgwgaAPXr70edAeqHbp9Voce9xy7jQgp
i32MZuPGZPNjMiF/TpehpKRUD+AJQFMPycLvdyP+gdC7P/mVh3YFKEpAkb2UxzEocN0U3jPKgNHL
/eSxD2dwF5n3Kdn/SULvMcUqeBQq6Q9R1Pnuv6jyIMgFDQdwGaBMvOzbi4knGuilyaAgck5n6xVF
0KtV28KPR03Z+N4+yqub5UCxbwGohcmWjDSmM+NsKlzkaJxU7Jh7faDuprDxnjHGOqjBc+r96b1f
zHusjtxzPIhEYOqrhsh1Hh78/pfycb+492ukm5UqSk55gl/DIPdsdIH7PlW/ybA3231cnqzinNEG
povo2cEwGKBKFfD7yqub41SFxqBBr3HcQWTJUwVg2eQEYX3glgNunabmoGcnB8rETu63be7pkP2g
D8WYel3+3HS7hvh8wO3XtxxPOacWJlhFEwxWDFmvo8kn3+q3Hhbv8N6zLmXNxTsm2diO82gjK/Qg
G6bQFdoCCqzlHYyKMa9e7nRodl5HaPKc4xtPnLM9fmpnDR7mr45e+lW323hta2kUnXWMW/ANA4Ah
fVMYWiQpLfHaanw3lfcOTabARm2EmZyHUwmyGC64f5aPzfQSPybhn1+O9+sXLFQ9gQ+rDX3l11L+
TJ4TRnmAToQXZP7WAGWlQ2ADtYKjC+NDyE1KN81eaK2t08w568kPZfpRjg0UzX6I8odrihDeteH9
RbkV40AqvYwnHWWZGIXecsSznZ9K8hTrO8EOUFU72xSnNhcesAzFAJ++wD2l2eC74y4ujxRFoTVF
rZZDhwaW9GqoTzo24Al3cz9G17T43IiAqd8mFW6TiV8Qj4sX1n9x+s957JlzfsjJFrNi9VhY1m0h
cQATIkM5x26oEmEWzpkdnfFbDE09imHT0Tj0+Wk2zlv+oGstc7jc/C+edDOhdg5DCoF4fdv6c1V8
Nd2vkMf2rWez8hM34g4yNcQR5jS08gjyhbG5JUQiexAug+ar3yDnIgqhgoWNcB7jZ4X6cfnZ1gBQ
g3G6GrjuHuwPzYhQwfi6DS8Lnw5jaCs/lLR+qemB09hTN1m7y5aRUwbmtpBGwrgIQGTpmGwVqtRp
ji014P2fdYEOUPWLc9+yHlhyENlGhlqb8mPOjhEqqnd76XZeJxDR8JJUCXfOhQlaZGh+MoE9O8O6
Uvht0Xgz9D+2vGvWBomXMeUZOLrsHDZZFZYdCGhI+OyoPx5ICPEe75PjfS2RJyCHBgvz+AwidrCl
/H5LW1xe+/+eWe5HTJZoaLPEN8dd21inno9AXvY+aGxWs6ewymubZz0DnfhkaEFTbRFDl1x5+47/
u+YfSJSLY6Ebk6w1B8QXLn/Qybuj+7ZyVHTwJ+mWa+nqfkLla0CsAIYQMoojM6g5ObAcP7NJhZlU
5rtNwFCRZvaJWJ80Xfj51rBoPZVcxJSOPaZzvdYB3D3remjsBxuS+lhcDIKBfPCs9it/U+O/91Px
2vGE2Tuuh1AUAi9C+pIdE+r9xBmcc2oqQVu+K0DjVPnr/SCr7w29WqjtQr0SIIfrb2WqO9Woasc+
Z1nhp9ohHlhgx2FrND5JNvgrHzfnm02CPQL4Mzp0uPVeB7NID7x6g0QA9neQHbOj4oOJ6M1e4hmY
EiXeq4tzmEIFClO4OSDeT0zBDtbjp+pxCL4tGKnYK46Pb4P3m/klSjmIo2CKou3eft9fldUdhrsc
Gg9YmJv7MiWW1pQDErlJyzPsLSl0WU95F+AWssun8XteCy8p3+8HXTvpYZMGlDHgoEBkSOWIolYd
5uEI6jS6V8Istn8s9p0L6bUKNYn6dj/a6u66iCa9C9HWeSZMbGgLKZFrPw3t94Tb2v0gq3dI1BOg
N8JWDvtY2sOTW+SlRihSP/lSdI3HrJ99c+yG1yR5Z+2BtV4HYJ+S4jR6yspzoR5G04b4RwUsyM/M
fZoWoYAOMlQTD2udf22Tdl+new5V8S1/jpUvARXC4i2KanBxa7zenLmhz3SYsPxJM3nW+M2IX8Ac
hGXDpzrbErxa4SIAjgc4OcB5GC3Bv0IK5tpT5bIlhaHQR10iDpTuZ/sw1RC8Hikwyt7c5kGOJl3v
jTP+Tw2SwK/msPH5r+a1BRsIzTIVTTbZkTdR51Zw0jtnNQmpGVbVvnjpah82iR4FNFp9abaO57Vt
fhlRqgbswkiyjC5pLV3UoWfyLSnzsIph4mX/qvPhfUBJcn8bboWUvqwuruDnNCHklOfhbKCub19H
9lyBpZywITSIuZHptgJKH1eBx5ubflwCPsQPRZM+5vFvkbzYqRWUaX+4/3hr2QoTN1yXgB1YJD2v
N5PZaXpTo4NzLiw0P+qT6hwGAsvfnQUBXee927IqW+3tgYG9qKgtpL2POvjisB/qoQR6Ajg1DRAZ
52HErSk58E/6DsqB3ncjFJ71sMwkVO81h3hS7702/mzj6huWbOPVLrtFOlLgCQyNCIA5wXKSve/U
pJ/g8oL+MDZyaCc/Nd4cWtvxqmFLm2ktP1xGkt4pI5xBawORWPy9VWpvuQupThewHN0xsvFKVx/L
gJ0R2Hs4/OUVTnoKaf2e2mcMn1BBZTtDS7zGqnxV2eoNfwCdbpbwg6IB/AlGmnIu4v2cCJHaC/ok
zY4gAsz20ap+zUFPvuVjmFMe5G8d8dqfk/qYNpMPHQjAYbqjPr5O1l7LtyaSa1nJAXfXstBLQlKW
sVlwB69LUqB5DE15DD3favXFcEJqfeekONrVJz2pvuj61/uf0eoLvggq3d5yzBassURQuGd7ZPwD
5GLQVn868EQwv9w4GZdv8mbRcSBi4IoTH53j629WIbpVph2CKWmh+YwBQUiY2NL8WN1GF1HkxDen
TOlnjoacCpN1TOIwDerBgh9yL522ABNr9y7owuBcW5zCgPSUDvtBhxggjm60wd5bJfgJ2wY9huhO
9ui8JF/YBsJo9dGwdPhGcOOGJ8D1As6qyOBR2qCtn31zWiRx42fTfNXIFqhl7UVZqMgAnFm40DcF
MgwT9b6Y7PPovKbz2Wl///NdtyBsP+phx5CZ8LXdxy3YEfYZWsyeKb6NEIFwyy/CSLzB3ADOLClK
3nTg2SzLBSrODSVewIw7y0BzAyM0nLXaq7TPbMYMJmrQvt7KzGuAKEBH/xtN1kTFPIRpwE/b57Jx
jnr1pFRQlsq+1eSolj8oRLVivzaR2Sg7ZYwGvFah8TM/jKwOXQ31T/51bAZfaY4O/WKPhRe7z/EQ
0SrsY59A7X5Ekzs95eJBVY4LDXhuHqA7cYTWudPjw30BRRjqIF5JwBwpHyFi3cG6r3ixk9TTtgy4
Vo7gq2eVepaQfo5TiF/Y50ajL0O7dyziAxIPJtUJlJ/h2KpbI6e1fengS1sUSgCtkEd6A6pHPcfU
9FzYmZ+VypND+PH+1lz7xBZLelw/0V2AC/D1J+bGXTdBpnIx1TIMr2ea69s6hABgCQ4PrCSxNw49
fUkQN/sT1i+Yu4IN58hoKFuhedG1sX1+eje9AFgXQDG/LB3+9+9PP7PgZ4Xm7Dv+O/EwkvaXvr6B
f/YW8/u3+4++QvlEgQ7OFC5jGDxD1/v62SkdwDbX8FOMEebcXmEHhXXK6cHqjsp87MfcH85tA6Xv
BwVgt5ni3rJD7Q6VxHZLvkN60zCWRlZFMwt8d/TlYCF4/VPUwTXTpmdJNFVtc5ib+m8+J1uc9JUg
SHJwU0PiBuXBljawIzIyENeh0XO48Va3/rKUqBXgKMY6xl8mnupvUELke9SyNlc/Wzpy7LarCmAe
aTSlYEtoR9N4Ju/56JfIHFB53unG0YS8CT2XCTxX66dEU06j5dfOlr6O9K18/BDTAmESwo+qfmMR
p6hF02DKk0WtkR1oyvKwrlvuIyWUXp7q/v3tuRINoJQFXKdi/gsNv+stQWKVsBIU3khAZgFil55K
+0Ch4byVxFcDgUAIYg8gigCJXQeCBDvPuzrOIschp3keDm4x/8wwjLK3tcCk+mtZQniNo1Ww4D2Q
daRPziyY4aT5mEVpRj+N/Fsx75X+c8f2/fjTbALgnrwM/mkUmX5m+E+7V5Da6+pQZn8swj7dX2K5
o/qfn+PgXWIcAj6prK5ZFp06NUqfR5Nqa/t0waMDuThwOP7RBzdzy5dxtNWz5iamn6mVE45mTo9D
bw4nLCX1E7Mp9v/8N1kQMF0kWj/sZqRS3XY5ndTRyCO06V4r030G1iqclN7TXqta9/VqD1GnGjT4
3oF6WgwVGrCkNn7D8sovkvSyLugTgCeJzjqwAR+Z8+LyN40moy2rWVRZJwxdzlkeCahmG8fKPjYa
tiG0rS1lCwe0PJkUFdxMtGVwyUNv7INfdxE1Z3Xi8B5vw4K3TupgnMH/dpCouP9wK7kKlaQDbREA
8YHnWAqoiyi4dSm1KVIWpaoz+gL4S4g8OyS4H0Um5i5LuOhSQUoAbFP8b6ks55ltwBN1YFGsFdAK
2tUm5rW0PZbmXscUjFeTz3rq82r01BbOec6pZ7/BHEArjADQ+FTEm0SjJQvL64s64gO8gh9nSE9u
UZObcauxiFH22YURSF/Vv8xhZ5buL8F7f4ph/TgdJv1PXQZtPu3uL8nawhuQqnEdFBzoQ0t5hpCh
tPqKFlE5TtA2HqdpZ0IZcGPvrmQzICcXcjguDmhJSlFAPodjZ9EWUdEzaJpAn3N+nYvsMyn+1fNA
pgY4aKju3ThC9SQtegr+Q8TKCkP6Y5uMG5to7YPAVGnxHgSmCSf39VZNoVGpa2ihRXWVKH4zWL/i
scvCmJTORiT5Nv6xXdGYtoGtBawWOi3XoXI2i6oTvIwm6KhRf1h64IfRiuL0pdM+kelVbN2OVx7O
WTAkmO2gKQmI5HVEiIfPRSHwovJeQ6XfgZzvEqAitLf7204q25cnw3ED3QXII4IDJm8I7lbJBHvu
MjL01/YICVWFlL771naPGeah2lYlt3LCXYWTiqwYjeSZTWUZKWaFmfik90HH2z/pNOaQfnPrB91J
tpp1K3seMW3kGUhf4B1KMa2+AVtiRsxM/TN3bGca3DfnKC23YBtLhpAyCDTDwJYAIh6W3TJSk8dx
QQzWlBEEDtrM3alTOL5RxS9b8Kp05t1/c/Lt8uPVgXGMzQHTNTTRpctJXDqYA4I/EWVsTh711EjD
uM37TxjcjIEyO81+SJQxaBNNDWuuGTtRa5pvE2sKIII67oxe6f3KhFhMTfRmZ84KpGaF4YJXx62j
GEcljBWo+GmDZXoZzaqTUjTqwY2H0q8T0ENLq+1AzRqnXeqOU8j5BCvUjGePjUhN+Jik2htTZ8Bl
sSherQxI4qB6vORCZfu6wOW176wvAxFtkBCNwmmJ8QeNUeW5mevOE3bXbVQPay8IjQa8nKU/A9Lo
9UdVazht8C+raDKKYq/HarlDzQ9+qw1461gwddfXdv3msm5r38udoY+XheY0KnE0qJdEch2azq7e
FIZSRZ0LEgPENlRt78DMJ41Gc5/XWSAAVYAl5q4vtlQw1vY/ZF8WmCQAPWh9XIfmxJkd0WZVNDjO
58r90qc8specvHG2rKWSyzjSAaqhC1+ZMa2iWOz0/K18Vgzi2fG7U5Te2P9s7Q2s3VouuYwn7f9W
oEOkMsSr4SnXvwzoargPOas8jt1z/1tby8boi8J1E40GtKikjVPZeZK2jltGQkuNY+/AbDNxMNsY
WPvnfqTVRXR1cFAWkX5DhpzGfVGxssBDGf0jjGBh9lPALY8+td0vzCK+VsAMuxtXyA/tETlvLXql
II6gFFPlmo+4PQrPniBBwjKIHwEJg3Ddj9R4HTRoc7EsTIqDY+Y7p/KrmAYDCm6Abg+4THs5eUg6
H1W2lgat+zgp7MHqR+B+K1/ZogvIVPCPbwjGDCj/8S4gSywl8pY6Ls1cJDwewGEMk3PLq2ofhXYS
KkcoKXEPkGOoWChe9/mfv5XLyNL5b3ezk8ZmXkUlrOn4bO0angczrHKATtjxWISKoF9M+PXeD7u2
wzGOBb4TNZtyI+LqiEKlesaryCnzoIGNIS3/pu4vi71mWwSytdR4EUouPztelXWtYW3NWq9xNIDq
oLLhybFG7gNrXYe2yfoHlwH49v/1jHLbZXQbvSRNhZw8lp9nq/MwYeGCB2P6zvLf92OtfVygLKGt
9eH9JZ+YOfQmZ6uvq4jGKdB3z9Uczfmz4mShBjvWgT0pW3qNMhjtY89CkMnBFMvAXF1WIMJNS+NW
l/NoVu3Gg6PCoTQLKAfoYhHfG6eT25uQHs9nsqdAlR5aSiuIP5TwKtLncjda6e95cLugEUZ7QIOc
HcqY9wcNR3ys0mKj0F07KuAsAfFHIMdwTkpVZ+8qseaMOKXi0e39ghXF0YGidZBUgLBDIGbLgXEt
ry4dPQtnMWZAcmnWOzNH+73g0biDltzGCFpWnPlY+8u/Ln21M0hZehrjr+tOs1OHz3nxDS5Xcfxs
Zs+ZBnraj95JAiApHDu6v9E+ZiJySrWXbhGKdxTYMhgOGkogSC4HbTvzMM5P6Ft8bnXXN1I4Umnd
5y7/zfXAGh/G+kWwznM/zew0mczHVRnV/nACh47kh5YNDz1jfswfAJEoiL2RYG6+ekOz4GcLZsii
uwY4xnVpoMyZVdGM8MiCkIIKv+AxfnL6x0ZRDqLKXm0LFgr3V2b9pSwiQIA2g6kg80apMTZQShmx
Mn3S72k94tLPVNXPtHL2s1pjDxTnnjdqozi0pjmdtWwq9qnewXygjLWtPbKcGTcvCqQYCLPYuAvJ
XW6jE2qXE84jgyehUA8N7DKSY2k/lMSfX3R7ghbKOf91fxFkOer/7EwQS6Cog9YlANjX644O2dTO
TskjJVV3GNhVjfqQ/GbghziJ+afmY+GL0fkOHZi8HD3iJE/DMPgDn3H6k/dkpqEhgDcgf5tFnbjf
GvSv5Ul7qT4gmmpDxET6edwkEFQbOx4NfPiOStX1SQMGDLDW7VHjAzDhucMOcU+MkHRVs7u/OvLk
4WN18CYWL2lwG/BDrlenBXuSOKXgkZrPU+GJsUDPMXOS7puL+87jICzgp/UatDeYsTqHvhfGCB1R
vTm2WaYBjm4n/KQYTQIvyQ44EGyo/nHUDA7pHTM3Q1Lo+beN37y2j4AGwbeEOgow3yWzXvTNrExJ
BIcBcGRo00NljkdLxF5WouwdkrD4rFsnWHfMNbht8+bUeaUfuQypFgH2BY0iA+RVljRVPmpYr/f8
BJEz/LNYhGy1JFbvMJdxlm1z8YxtPuZ25iKOVfy14yfqWH5MXqAMNUONe2rg8GIBD9Kc3a1K//aY
wFeyCB8vrjkLWeE6sGCNKG3YAEWp47MBmob0dxFvpMKV6vI6iFRdOiNz0b/GaaFFCQw4+9cmfkog
DtfXHIrmh4K96d9s8zFHvcmyMqhQhJKNSny5RlwnI9wOdcggLKAI6+ZFClPERjsNOA4NttOL/rVX
2HFjo95uFtwEwe1EDxAw/Ru9J9DHlB5SWiJSJ+rnBvy+K8MDR/eYFo804T6xJ18oX6p449lua9nr
uNItFIPNgas64lrWaa4fRnVvuDA28fUt2Z61zYKuIFwuAX6HspGUvIpKd0iZlCJqTBd3J9ots3Ig
oos2Mbb2zOpi4phf9CUXnRfpoeqRdLFm1SIqk/oRVOYn3kIuVYWNX4LjSvADz8hJi6sjhiWfNl7k
cjbLmwXUIGjmAN6FGaCUcUQ8T2JMJxG5iQWCKUehgfGx5Q0ALrqj4Y9iqoLGAnIzaxoWlmNa+840
NJjI1/zI22qrx3FTTOAsAwkQZgOLHsQNazhGtjOnQRGRXmqfiZW9WH2J9bd/VeZ0LI3yYI9b67+8
S3kNlo4egkK+DR/PdWIwtT5m7VCJqG+y0KaF71r8OAEiUUQavJMHlNYYxPg5OJDlxD2smXf/Laxt
tkUZBW1a1DSQmr7+AXrXFimmT9hsGIvHMbNgFAHgwzzhsnY/0sqgFxK1F6GkUzFrofUMWjaetZq/
j2OGUuFvMrC/CVcfZrv2a314TC3XV4zJG/Pi1PSGn1Ab9Yuyn8zDyLdY4mvPjkHR4nuKyQtO7etn
73LhitxmIqqBc1JgToVJbA/x0PvPfXslAeQb1hLo3kKFBneS6yi5wfKxQ68nsuJ+33DNaxT3Dzf4
QRVbYgErbX6omcDy4GOVDUOmzRhC0dOxc+vIiWEhqHBf6Z2ItbU3FujOzT15rSrSwBwpf4I2+v3n
XMn9C9tv8eoAxw1GKtfPialDZc9uWUdu/FpZvyZ7o0JZWUf0eKDkoMGdCEeolC64ppSjMnd1pLCA
aEBYzU8ae0r0jfNlZVNchZEyIjW6jpsqwtTvemB86l7vr9LqnweYFUgGtOJuRLXqZtK7uZvriOkA
RrFwygHm25pOrgZB6QlTX/iZGPKWaxQg3rgY62iG17ugqZ9hBD9oh/uPsvLCMcT9XxSpmhJd4qhT
hyh1YHj//KO5/NvyVEdJ+9bCm6ijrOh3NiO+ov8V2g+H/ptN9b9nkOmFTqKkgg2IM7dHJ4Y9cAJm
W7bn+VaeXcEi4EhZCBSABCPXy617UnbZkFUaPk2IaM4UHeYe84MC3s47A9fn6bkBTbbco/qkb33v
7O+/q9WP5yL6smMuKl+WlvkgGKJP8+jrOlqMoDk7PQmSeWvMv7x26UgDEHKRaVgYm+jXX4cqRyON
q4Y12HyWstMFYXui9ePBANyEDSpIdCnI5Dl6g0+WmmzxBNa2vg6sFxAoOE5h/Xwdndt2pUJ1qYmm
+iWe6h3rM28GR/v+cq40AQAvgMKIAeUAHaCG5Vy/WE+ilk2nWbyJRKpm6MT1u0rXdlCaOplat3MT
8siLAySzjq7VBdms7yDdsfH5rZ2n+A2LuiYYmRiLSAcLzOZIqzp1E5Vm8o07T2ZsY/iphBDa9Czn
1KHhAhZlYA6ap9lN6QlVPJJZP9A62fXmq0q3mjGra78YVWHZ4eggs75pbDnVmHRNlALbA3HYnlGP
zhsNj+WpbrbXRRBp5RNoMOtE7RvoNMx7cCY9B3zU+oeTvABDqm6Bp7YeSSoRHJpphAGzF5GWe/rQ
5d5kRQWEZP5Fvlvuhv9v6eQyjClg5RMsXRt7RvnqOrPXau/lZhpaTq/b1QPP1MLZA31i6XTrFW7Q
blLwPDZgjp0WJvQIhWSvUY1w2pJtWUs6qPj+G0zaoGlRmYWZIFhp/XXdb4nzhqk1DOc31m4t4SzD
atiogp8Mlv31tziKCkXDOLWRwP1IKX/15nsPqOAw7pX8VUtOefX+T7/+BWC5NEoW8QogyqVSJ9X7
WTMTUqFqF346lEFjCk+41JtxeiiH/DHrxN7MU88E0qbbuIfebMklOKwwgFEErlVTpMd1piRJc3iO
RgyW6uQ1q1uv6bV/uqboq0L5UwWldElvcpMzaSdTmS0LDYvuZTwmx87a2fFeJSed9QHdQq6uPNJV
NKmSYDnp8kkxOXB6kRp3/mBACE2bty4gq2EWrh7U5fD25MPeLt0Yjg4OjwRBH8YeLOEzW8BVTiEe
7mDGJ9AfjJDionkonLLaa0QjocM6fVdP7QmnJdhCmjkEdJm2399Sqz8NaLLl1g88nlyxucJpctrH
PKK+kf+u51er3XijN1/+8kYvIkhrPLFMVfUMEZoU90le7nTkSwYJmkZ50pONx7nttF1Hk+u3TphJ
3TWIxjjF+EA5GlnrZ44LRL0DFgFsUdBdbDPQf3GE2urh/mreVKZSdOkTIe0ws3a2eWSSGGRka479
1OZbcIGbkwhRAN3C8AepB3D35Z1e1AAOihynj/GMTrGf+SEzDz0ZQBQoMPrbZJsuP/kqcS/BcFNd
xuqYwsmNAp1PcLkfcxGZk/VQU/Hbrj+LQQ157mdJUNtq2ExQd8LMLRSZFt1fz9t75RIdRC6cGhqu
eDICo5zgEFfUWFAKgwWt+mt0RlAZ7Ss1q2jMyFNvGw90SF4s+PveD31zhnxExpQBF3WgXiypnpur
qlDNPBFRK5R9WzY78qNu3H2vpcf7gda+QIBqwBACtR2aNVKgjNYTm2s0QhRWd0EioH5AnRowCUwT
N57pdnvi24JkLJjpULqE8tT1xum7qTecShURm+EXNNrCQlXRGhsPtBVFv45SlcTs29QS0agFMfEg
+X5/wVa+cbQnMXODiBkSFsYs1wEIYxbON1tE9LXpYDU/woeE7VP3eaK6b8W7Ueyc4szIl/txZdFv
sAoRFxsR6pk4NaC6dx13bA07U5sUd5laA1aGouw1RxRMqcLJPmeqhmm0lfkszwfIKDm2VxFnOoAY
geqgZ28A7hIP7U7+ohvQkqlL5XUus/ow8a7yB2UodgXE0aGqjarIUF4qI6FP+WTroY2bYjjERr9L
a0f1iE3qjY2x/PLrj3x5MnzgGLjCWlXGzsyz6B2dUbRQ9DrMahqCjb+r2gCQuDboWlD+tK4P7y/n
bRa7jAku+/Vq6vHgYuMndUS+Fm/5d/cLmDK4M2ycPmubEQN5cOQgtItybPkVF7nSBMkhdwqOtgdM
KvxemaGFNSti427w0bGTFxAEeOj4AW+Ce9HyMy7CkLKGK2dT1ZFmnhLKvo4QTQEaWwXaBs2jPUSR
AoiCQmVkCJQEej7JfIbanwf3EzhV/NItaEgR1Ssqn6Pbm7NnPhzBKtgTLt7vr/ptWsPUGhUIykfA
Ym5Qq7lecIz2izoq8s/zeEreYv0TUzcU526PfARBRYIxCT4aEHGvVwNwhXF2HXTktPiTaOfHLO39
jhoP6DjD3HhDu/c2fyKYhgk8/G0hoigjIUpYZc1jXqM9ZwPYlIuDksUoreKNjbQaBmNCA2gmDH/k
4Qht8YFqjVJHbeo0wVw5KQY+unLQJpbv77+j1eVbnAkh6q9AwUVK09CKqTGGUOuo0R5SVwnG8kBh
wcSSr0m7sXhrHz4mPlCqBUkPgxgplaapEEk22XXUpeQ3xDyUBDfnwYOA+d5R0SlX+FdFbIFJV4OC
FwcSEpDTN25u1VwloDigJ2R3+zgeTxkYpOmrCpMx1DCFvc+73/cX9BZLhMy9MPH+ExFG6dcbUpmV
SiOwP460vXpkJPiq+8Zu2uVBD0n9Cir6tdeG9V7/7PjxRppbe5mXoaWSMB6slhczwcskMflsuuIH
VVsQVkXh2cVQhkWiO5/uP+5qSDgPoUuEVIRS8fppoZuYlNnSnxH50QgZUnirgpMB8dty49xYqc9Q
G344aMIle9ms16GM1FUxNkRTBMI2KYptP4PQbm4FqnmkjrkTyotbm1tB13I6BHYQFwZ1EDiQno8n
DTqeKW0iUw2q7+KtepvesucYKkB2OPrTu0YCuz/eX9PVmJCBg0yWCckVOaZDtVZXK9FEQF0AbNMG
avftfoS1rwLWbjY4rIt/8Efn7+IIKeqkKg11bFDqvmTl97E5MHAjXBqqpR7SpPRBdt7Ym2tHMFzn
gWJCVFQ2y0a6COmQPDOmWkffLDEf7Pes6vbqC3PrwE70L7gybry4rXDSWdwkrLPj2GgiBSo58aB7
ECjcKXn5o9afVO3E0ce4v6SrATFaxfgPJI0bxBSDqi7puNpgKmXCus7JHVRtTr7Py7I4uFB+DasW
c7E4T+aNvLrse7keQIW4NGowW8XlWlrZWs8aKFRgZZtuKUhps0vsrAiqpGXB/Ydc25kL6Qrm1ihA
LBmJ1lMxTnWcthGbKngXDFrp2QlOjftR1uqGyyjLr7jYKro6q7kC/+zIYrGXZmZo0JckeTMgyPcv
AuGQXbBdNjKLdB2y2t5027hro1oRPuSfAr1/S9WvLbwf7gdaWTc4l7kLYQxYeEeu5lPu1nlr0z7S
Cng1K3lXnu04yf9x0wxu40AxQqwJiCxYwl+vW8/igSYwF4iQ59+AAYpmmu4Uk+7vP8zKfkNTbiHB
aRDMRj/3OkzBSrfWOUSE+7T0MFb3sGo6RCHuR1k5WIABBtPWVVBv3Ujb94oRT25adBG1IOhJujKD
gmzztwe8cleAhPjIB6vZSBqrT4bGGaq3pT0lO83mWaGpglDETH+29FkvziTduNit7G0cIpjtQn8b
WhqOlAYnbjUjtEa7qFEwCGODqQUQ7Bkeutw2IXdojhvLuLLzdIA8cN3HNNaE9vP1ywJ8yJ00anZR
2bhiN7XWfFR4pYX//GXhG4JYnvZhACdtCTOe7djKhw5dotlX4/oRLou+/qIKvnNY+XI/2NqdHCQx
pDR8SGgNy0dJw3uFJqk5RG6hjmfaFmbgklqLwMY0DwT3WZ8KdwgtQbQdU1LtodesflfnlbaRqNb2
KGZSsAxE8YNPQnpsYWSYc9vZEKmtVe4NAlx8rY6B1ZavmpU/T9jeGzv0diaHOx+oZICyYO6Na7S0
f9yGN41rkD6y5hRnJxCqAbT5oVjP8xazTl6du7ZUAtQW5Izzhp+KxEXLQgFpRLHJljXASh1x9Wuk
owdO0PXYD1Yfja3CAx3iaGFvucSnhVsGY66nDx3XwePrmu5B7ZMtZNHKmQtUEYoJ4K1B1pIb+K5o
06ooiiEqcdDatfPdbp7awvLn9u8s5gONFX3jja8+8EXE5d9fHE0gYrqJA6Qr6MfNvuq/ibc8rg8L
k0r3Rvtxol/v7/WVdIG2K9jX6Api0isfuBUYB2VsVWM0uz/UMhrc0Ysn9H62dGFWMp+BHh1ozSDt
33LudLs3zTpzxyiD6mwnGHQd54dSfb//NCtRMMo1wF2ClScSu3a9eg5wdzXThimqTftRJ+AaJwYL
Sdu4G/loJevhtIWPAjCUIATLDVVlaJO57Ls5ynqLPMCXowkE18RG4XUbZQE6APiEDAB/ajkPCWuY
hNuZfUTSCgBNGPNuwcluFwwRgKfF5RXUFPQyrhdM0IQkSYztBl+A0BVgRthQ0SFC2Uort533JRBq
IMAKUNspUqAcZWmvju0QKdMT0emjqKozjLBflkGf5vH5W0n/xP/H2ZX2uI0r218kQNSur5TkpduW
270k6XwRsnS0r9T+699R34s7Nq1nIgPMYDAIkDKpYrFYdeqc4Vc3xIL76dbB0aVa3iHgllrIpbj3
lRZnihZkbDyPv2Lb64F66lyiCoysbeMyTQQhiiVt0blTq4KmjmCsdjw3U+3mVosh5tJprT/3vXvF
HQDER5PEwokFoxG3h6yXFDMM2XyWw1NVQSZ5/nnfwG24gytgUgV/O6jC8cy49gbS90ljFKF8bsxy
8KpE1lBDMcYnoPvcIpfBxK8AGzAOev7894YhLQx1woX2ABfPtWGT6SRL51gG1N+izbQxwNk8S84o
O3EPbELWCo7vyvdC/xdfCvOwqHTyE2CxFaSD1kfzuR47Kg87A0R347S9v6jbyxvFKMBBMeiLtzYi
7PWiUpSoEBPy+VxOu5z9jFTNSeXTUtLXS4GpFSeHrgtWgsIhnJyXsZyqYhxUu5kxqWFtxqx/hiCX
O7T61pTm/f1VrTghNIxxnpYNhFAfl5KgHtxYsdzL5z7PQIPVyZHbNLVIO2/lA6E/hzFpnFk86vka
fmBmBKCoUT6H+eAU2RnEjI4pUo9Z3Pn6Xbsg4MHHDp8HAbDFhYY0bqQ2kFT5XOfeNJ+k1HLiMHMi
bauqPRjSA0+Rf9zfvZUPtahQ4fAuuCdUdq59AljwACr0knzuRj3aJCxPHSkZZpoa9b5NbVnwsVZc
EC1VUEeaQCAs+kPX5gJSa1pt1OSc+41eOLVpbgLyaAHPNBYipo81WyDj+ZRSRa2AB8WUnWJXLDDI
GZX4OB5dNsZOnEanSnkcXu7v4i1vDAg/QHYASlBQnwN0zQUqdSJd0mRMOVeStg3GYySFXjY01Giy
bSX/nBgUb0ClLZGNVpTHrA88kJN581Dtu4j4Vdhv5MD+ev9HrQTPy9/E0yZ3OoZny7FSzmkF8ZLY
HYONZDxADii33jqtFV2oi3Pyzrs8DBBgEKlxu11/2jGyZrR1U/ksGbssBCmg+ho3mTvVkJjwU+kN
TV5Mam7ur3Hl8ON6IBogFniWIPu5NhqXjTa0ZkHObT5FdDD7ESOzgSqIZiuedGVlOUQXOTCIkXtz
Zgk5L+sqdUxukZYWzQy61QkCkAKJuzVrKKhjHxW8fMCDcm0tR8krSuuenBnJaVM5SnDEWPDYujkT
eMjK4V/eVQuNIKhWdL58ouhpJQehRs5xY3p6AlmoCNy2tAPDZV9konL2ij+idKIg2tgL2JtvJdX6
UAz6FJCzPTAXkgw++DoS/ZX034kUHqXhfN81Vh6OyB8xUwQGffRckXFd7+PQmGlWZEBNKCio1f3r
XP5Ri9YpyLTXdW8spY0V/OzK9GCn9qEPRoHTrLRFlvwVhVxctsiY+SsjMdvMsMIa5y//PSXh10mx
NnUu76XWeKhMlU6AIaWNukXmtEmI/ION4O81+n1dnk1Teos30aF6xsT5/W25nfFE2MWeLGxaZEm0
uVDVZX1e1yaKB2XbuGoGm9pTY53JsMmsd/B/eyj9W2hUpR+dTUOMTjSAaWdvfTVTJn/Eg3YAd6cb
2KIfttLtWH4YQL6AFoLSlf9eGZANISBj2C88XqYmpEk4uUlcQb6r88LOopMGgpds2rJOE3yrlTAC
kSHAb5DzIS3nsYakHjKttQbl3HW6TXupr4FMl0RdjrXjhoEskEKB7GUZIuUcctBJAfiSctbqL+OQ
uDqbUcpQodIjYktbCSHL3w9YOrBht7GYJbEaWWqunItZddM8dIF2AdVPSGOQ71SWIHldt4YsGTIn
UIL8rF5dhMc8HFXwneDD5Yllbmodz5oQo7CbcZQsOqJk8UcaouLvMwkTEnvoPBAAiFBqvt7M2DDS
yDQnBaCKL3phuoBHe510HNpuaxSiqs/tECYODT7Zkj4v7x2eikRroq4NA0M5E2n2ymlGjASPe6h6
szxBDqxzAqPaGbEfxj/sKnnoht8V2Q0qKEimQXCA17wIhRFQE+D9jeFTzotGYyD1rMzK2Zr2Nvs6
9K+J+TIVu/thYtWKhpKFiSF83Djc9hKQt5tjKylnOcmeSD8e1SYvt7rV/gxsQwRWucW8Y3tBkw+o
L/plSwJx/TEnI8nLFBHrnDNUvputnW6ACN/oLH0YZfYSQkKv/1XZXttpdLZlT8laN8vBRGybrgkJ
2L9eO06otrwmZJQGVO7imIthLCCdq53LfGuPA0iCoMs6voLH6r6d2+ER4MQuDXGbHAa6WmRjCkPa
ozQAoRJCh6iTWsxJHtQifZmsZ/CaNGRfKLYH8OOXnEkCsqKVd83CI6xquJfxuuEfnom5kJBDGOY8
F0HoxW3Z74KkkZ1SwzjB/eWuBNlLUzx4lDRpLNfJqJ3zUj5IY/aagkXxvokVr11m5HTg/QDfxLvz
2o9iDayoeaxpZ7lo9WemoMWbD6W0H8dp2GjiLsCaPXxCVJLwKsR8KWevyDNJH3B6zv1UeI3euob5
VumaG7aCRtfa3l0aWn7IRYglnZwmiAfYO2iAVxBmGSxBurTmCDjqwEoiwmGIYPkFFxasrsn6UWH6
Gc2gOnqyTcCmBcCltWOOBsA/NrjtmiZWmXLe6DAwelPlRGxvS+kjCdhmkveVAizxXPl25nbjk633
D11zqrq3Qd40GHr5e0+5/CnchsqT1cc50BO4ITOvVJizbGpsV54tuvVXNxaXFBJ5DRUsvmQ/6WzC
mxEbm2XgAitABPWmJIK67Fqui0I2sjp0qhduCi5k2UZdgwDA1M9B3maQhSYMeWalo7RpNpBsCtTw
oJD+uddyMwPaPd6rAUZSys6sDpYWicYM1o4Fun04hOi/4T9cHUO3oZhc9IF+Hrtt0T327KC/CR1W
ZIS7B8FcF0w16A7PpaJRc34MoqcsgOLYv/p+F4vhShZxB4yd3Nv6uUkrmiffNTAm9pIgm1l1kgsj
3AWISloepw12zMi3yriLo+c+FTwr10LI5UfhDnjZhUUYNVgH9oppvwbrryeicZvhi+uYiAbRCOGv
ksAGxEa2G+Mc2b8aMgMO+j6rHV6tf/766KKR8hneQZyJ0vB1pApAltXHWgE7EairWFGUnmkHDRTY
4vqI0THRutaKO0u1FL0ojHoCycd5gFmxtknk2DgP8rvCUqqZvjk8Fqzwsyh0DJDhppPxFBvbxKC5
bu6sdt+/aRDy6LxCRPK84vU2KLg/sxNItfElwk4r56QA59s5wOstL5+lJnDNxrcn0azHirtcGeKO
V9d0VoWsG+5ihJDFbEDn/fepBxwFRZuFgAMZLefzKRr48hws31EZaZWgrA7MWfD8L5zlwgjn9fqC
J4Vij3FulMNkHsz8EdQpw19Pl4NMGJgaVGzRFQcihbMChuTWCqrOWI4v2vQU5xfc5YIrawUFACvL
K0RGxwWQ7uUddnFF91Ub6RNqHec6S6bDoAdvEvjL3L4G2MvMIDQRKjZoBvFaqvakt6xtOqcgGwcm
K93c39WVcIV3pQK4Cq6aBfZ5/UtUoHWnss/MM7HfTCilqsamFjbKVo2gGA4IpLwQGC1/frHcKR7G
oTZbEyX3PfieVOUxYE/317F2mjBw8D8T/Dq6sEpJCRO2igpbRH501bcuw+wLEUDYRYa4TxeRaMQw
TW2e1eY9jSx37t/C7tx3ojawyA6fB0gBpjq6DnbYfh70lzyc/CqOP3pZkJCKPg73dNELK+uboDTh
8RhtHSmLLBpFf+5/HoERPo+IhyELSFmZ50RGqxnjx338kAfufSPLllzXrVH7RAMYDyC0cODO125m
QtbEyCYbZUlTlz3EPcUx0kn1mnK2nRhTG1EcRrvIakX1UL6osIgvXkkNct5nW7EaEqu2fKneGW28
k2rPgLTh9FwmSEW34AYqkj+B6jRQZ/zQOgiaOveXzj9Ab34B55Y1GcdMnSB2GGXfS3PDWLfvY8zA
6BsTRMnDedb9bv6oshTDE/sxFmQkn1P7F1u/mEfDAHziBnDOC4PX9dZbqEVKJUKnr8QKVRtl0+Xz
i1ZGXpu9JOoJhW8l9MLkV5v/0dXXZNhPv2bMfOiZy5J3OZ6csaJEBYczqMjrgSGx/d2+5y+j6Qn2
iTtW//mhcI+lngZ4Bd9OR7En7MOaWX5gf4MKZggn7JvcxRDGUZ9yx8JlbyePeetET6pdOFWwm1Da
wzwGEe0Zdy3/55cssnnwV9Ar8fzrfUjyuBoIZDvnmZrFQ1Z+Fax1udhvPoqyoGIwPLCU9K4/ShSq
JSB7uuW31rYzXXsntWeiHxPmpPW5MjRas8dYxEfKnfT/Lusfo5wjDl3M6qCAZoVdvOr2z8HAGKm6
EaxsSShuVoYyHohmkHKgVXy9MnhJX1mYGvNDOaldI7dn4Fe0emM05VsBcSOnj8ZkM6JDj5LzmOws
1jRHOeks0FBKoJCrbJHswbKsm18E/4dWGhBuuOOufxEKFEVOwPbgt9KR1NvgSdIf0cRW/xLO8Lm9
uERRvMRdCmwkt72srROtTrG96TKFAtVAJX3s2A6C5yE4kqLh9f5Or33NS3PcsiZSTgFrVOjlxsdW
+VHFRz0WUStwYftmSdwFhLpB1c0TlpR06IyX1Ko2pFGpUnvmIfkXan3I7/CZAL3EnDmf31lKm6VI
vW0/h95BSl7VzqCV9K1TRA7BP+T/s6wLS1xI1IYKAgRFYUOurPqa6c/xBGRao21ZsDEH9lja1Kx/
sA5CkG4riRLMtTCHSR7U1cEQgDE7LucnpcrsLq5tX9lq8zZNnzLzucDgvqqcUmLTqt7r3XNrP1Tq
qxSCfPBNTaHdtrvvPGs/YglwBPKLwOXxrXRt0tSY6cz2+wHThF3ozHoB3u/QYZYgKVs7fRh9xjMK
mnsGQCTXp68olbhNZsn2A6Vw9fAw5R2G1/ckPlvDl/uLWjsR/5gCFpAzlbQJmIvDwM/lB4ZurqY5
JrNE3+/2TCCuYVgPvWMgvxBSrq2UQZxMUgLnibOXWneLDDjUb4RBTjAGZeQ+syiJ90P+3ZQqCnJw
O9gF3bbELks7ETXm7VdcGkEY0cN/cJHwMqnZYGZtb+DEZJX8jqHobxKQwxiuRZdRZUIGUA57gFMD
XbSluQypEEz2KdzC5ZqA5HAg+JJEd1rA95pFslmHwpcVV86UbWSqiXpst58UNoEuwcQSCjdgYbje
7CEFTdHYJoHftpAcbzedAgEWUcV0dWEXRrg3MmuVSY6tKPBZ9icBOHFTYABhOxv7Zv4FoJBbzKIp
hBUfgpYAYE6geAG5G7+VgHxPcoD5MD9SnxMleC9jw29CbdtHv7PiIBRnWNvF5asBuwXAE4Z5rnex
16oIzBmJ7YOhv53mh3qPHoHgrcJ3lj/d49IIF1SZas5Wo0a2r+mdR9RDme0YnudKq2yL5DzaX43g
9yRVgjPPv9f/Yxb3BXDMBijbeLB8gfuYpTPOwFD4pZI8BHaNeRsIo+27rqSNuRmiftuEsTv8rSTB
jWluWyFG0NqW1Ng+ZgDAuvgGtgAKBXc36miQbAvX+m23YOQFCVvpSbrg+v9/Fo46v46+ErJ77jia
YD/usmjZb1J0tBg+km7DjqqyQ7Gdgk6byI6K8SY2i4hPPwmqrxMqYBsJWgwgSYRIEY/bNPSqbWIM
fvhtTJ9fI4fQ0vllOoZruUBvUqAZdpIX0u8zxf9CAHvbPLvguncHWjjTzkmtzf24v3aaLn8Pd36T
Ogcf3PJ7jDd90DzcZorh9QOI9pV3rRTcnJ+jyzerBwEhCEUwkos89/owhRiHKw2rxWGyBi+I8SCK
9W0tfxsCe9M0kWM1mwDMunh0Og1YoEcQcqpHcwRXXK4zZ4pdufstNwsxH+3DXyXbmrGg4LL43e0v
BOJagTwQ8PDLtXFR08HIaRoaKN37hWE8RVIU0qYJn+/v+e21Dh+AfhuQ6uArQ9fl2kZJspYNEy4D
G9yfrJaw0GcGbpoab1vR0CXPCf550KCfAIpVsLdg0pNLmVDCLK0w1HHQmOqk6NRCyRKELZZVUoZZ
waQDv5h0ktNtLIEwXRkdy9iW1XyOxtRjILHQrNdwmgSJwMrli1EAFIkxLWSjt8vtspY1kWbGAa5D
dWPojwFkeYmyj5kI8yeyw53zTmnYXENG1Jc67cjiYmdHyoO2MAAJKgUiQ8sxu3CbuIl0kjQwNI0e
ADptvo0iJxdcE6u+ebFrXDoYkzKvbIa71uhTUFKC52ts2dt931y9ii4+jc4lghqeLOlcYSUgLwqg
hKptQ/jN2y8zccPuaTI39+3x1Bn/8U+MGwDIAV5GcCtc7xwUpOSMTDm0Aqj0Ijs2jV5HV3EYfd2P
tKXonG0NmtGD+eD3/svv+9bXTqKO1y2oYyEhiELrtfFMG7Ww1mHc1CNaIPfrYqoWX2VwYka9oAW6
lkhc2uIibcsmIvV5gXRs2Jra9zo/17rAxFowR7oHKOESwG54XGIWZAF01AM/Gl9MxbUTQrvxMVD3
RH0wRF9u8TY+UgIMDktLkeyGDgdtLBJVMwv8KZcPSE4cMwNnciR9GJDRbizloAy/mkHwIhIY5btL
bdzGlTFVgd9NoFepIapsPzaQU6rsgrZzltMJ8/mREomSzlW7oOMAgBojWcCQXTtKgCNRgmQk8CtX
ewAlI4TpIEcQEJc96KL35aqjXNjiLslOK6o8kbGxYfGnSl8t7Xct4stfPeXoFf5vPVwAzgMWSlqC
9egGo/mDsm88DeNy0/ckPWIcugx1QcRfqRssvAn/WORCsaq2pg0aWgSvYDz17VEDv7psAfA3HsPy
uUJNWX5MDXIYQYTUKJEg81gpJC/mQeCAFinom2Qudpa5UUESA+Yt6NhTYnhT/rMiP9TwDIEZAjqA
VgX+kGbpA0rrrmg+djXO/GP983NcXA/znGRQJ2gDfwDNTy2Xnj6aO5AB5Ue8k537MW3tlsBUAf75
nHniHyxJoxUpCfHsyyI3MV3RqPnqSVjA2AuyEezx3P0A1J2tdzrCWIxszjFbBtY53XTKPtj2vTd+
a0sH4/3b+2vigTmftwSe0OA0gbI6SOs5f2VDDf7EnMB74tYB6g1V3lTajbObVbBXf2utTRVhFuV7
3FJjk5ROXX/tiIgn67MocBPzLn4G58SyDEE7wBtxWXUqLXPaGS9QDwg9IAG3o1uXDmj/iALSM+yK
JMga14L7MjeJYoUGrA5PmMWsOBzLGMF9SnZt+o5pA6oyWmUNZQRqlCJ209UTg2YxGuBLLozq4nXI
SyKzSAYZHxrznM5o5G+9tq8hxBQYTlkc2jYGAhlPRTn1KvRiZG1fdP/iOsMbf5lXQSqOOtj1LyjA
PShLM4I9BoMckmCgelsZj0HtKsrBqgQ3y1rUvTTG5SGW0neAPy/G5rdhoGFzbIExF7jxkk/w/nNp
ZPnzizgASbApzCEJ5CPdCJrGTZXvmdr5DfkKuS2HDOEujyqo8A3zBqoDxZiJztHy0fgfAOfBfgLm
DekFLgwGncqyKDcDP0HtMtMcTIm5Op5XJYSCgvyx7Tdd9tOqjkVs75R4Y4pI9Naix4V9/v5OUIcg
ZmYEvtR4GcNjc8yea2eSN5Xev8h4/IO/QrDna/EQE5I4OkDsY5aE+7CTnCRSj5kbiE4a2zz1deXX
3Hxtgke5zLaBNiB0mW6aOaT9CTIsr02hUWALK9eLFX7jkeMidQDIDhUALoAprdxW8phLCJujZ08v
Ube36pkC5YfSXOVAaImaLKM1hnXKkrwI9mBl29ETIDjFAD+BVIVLXxRrqBliuuQnh/jHvBk3JZVQ
bsEHqB3bT7fWPoa4k6cMG4y87UTvlrVsw0KqgQI2ptDw7uU+QdQNrEkVTVrc3shSFxwoufbce+nJ
TmnvBYrgEf//GNRwA6LMAtlLLk6PgZlnaaZIPgMpXFtLHrhQuunYo7lkBVvov8v24KjC07XykbHO
f8xyr0CSE0B4S2xzmb2M5Enp0k1qWsCLU5IZG+jlIm9lbhOJJrbX14u5WbBTLphGvphNojhS56rD
na/EqKkAU0zz2WsxkZLS9rHTFGqI5uAXh+UcGhPigE9iEgaTmfzTKcZRG60GJifQE9uQzYoyqob6
Y1dG+/veu3LxWcjZQCYBdkrM3nBBsy27wUgkXLp9ae0tVCms+DHPrZ1lxA5Rv5rAS903yA9GLdkG
LIIpFUhVlAj5rmeVjKyeNAVhWkIbBI2lafCigI7QerJyZw7OgKo6k5R5pAxpBwkZExSZGio4yKrd
BPzp4YsSvqmiDGAth8YoIaZzEELwzuOngKJQjxW1SCQfDPfv8Gq9wL+HREXgwpuPFJRN3TZkWyUf
vLoUyRQth4b/4pfWue+gkxAc+10kgSdpzikDs/+g+wbEgXq9BI+1e/8jrH51DLKAhxfz2Rg3xq+5
uCrjrFEGTIPD2riBhjbcOu92kxojzUhzCnpniqq8oMCylt9h5gyzHugsLAUz7ulVtJ0EbFIjAe8x
xVRROrc42e2mDE4QDwUa2QYEEHWzyC1Y+ajUpyJ/LMcv/2LhBqAcMjDZ6JFx26ymQ9ZJcSH5o7GF
/PTGrGPXRMsYp7lRf0N9QeDtK4kPNAMx1gI6LN3EcML1RjPQBmQjKj5+lRpgqanQwImhM+H2JvTN
7i9tNU4BkAdOQlzIKFBwOWU7YpozDRlsoVbhwJd3UiSP+z5KgVXJymNoQy4VStT6w1BGkxMRQ3QR
r7oVeh14uqCBiwbZ9WqlKcqmLpIlH/NQ1M5QNYjQsnrs7Ikm7TuoW//FimENA1kKAJVoe17bm+1h
GoMcX5Plj0ECMeI/muHorX4qamrqKcXzWxZ1G9cO6qVN7oum0DDqVAKbOea754pWXgeyhuynSPlv
bS9BP4E4hAQcX5Rb29D0fSvptuQ3RvBe1OWmyrTEbWaafWeJo7WhAI+7Zg/NcHTe8fbEZce9B8qU
KF2e4tt1ppO08VY6sS0BGk6uX8d8d//DrWSNkIb7xxbnJ2kcy0G5+MkwguG5AwO/KJyuXaCXFrhz
XhcYC2+rSfK/RK3iGQ6LJU9KRCiUtcwPYAncFihwolLHnTijMVqSg53KN2rjOFq7cHy1gn1Vp5SQ
GheIF53vb9zqsoBC+xwMX3oO1w6va2XCFtCCX8y2m0i20wa9n6nyVhYJf60FLjTUVRPMEHgc8uqd
dUcqpciR5FX6l8E4FOa3KPhzfzGrN+6lDe4o1Rk8pEHh1g8gZBV47Mts7czUwRaCZtGN1Q/7wxK1
5ATr4gXNRqvNgrmHTVv5k3V/LPtU9e+CdS1Hhb/LL9bFh0FDlVBIMeDeKmKQnD0SExhpXw52qBc3
H+HXuekEsX/tQGGUH9SmwFMugqTXfmHXQxt3Fnh4zGyQ3VnVJzoXRecIFra2eSjSLoB9JMOYrb82
k8eBEjZVBXCOW9PIQYeRxtT0Ku/9rXLSjbwTWVzz90uDy59f5Ck1xCYCogLSUhf2Nideb//sG+K0
xBYcrBU0LmYGsXOgQgR4Biioa0tWFbWWBaFC34CseWqkm3j+UT+Upl8A2Z5VD2lzjOzNjEtmIqjA
Bwcjec/nZ8EGr10ul7+CC/p6GdmzFJmAYOUfXXgMHtpvjf2G54eTYFqyzz0ZJB7uWPogMwmUA36J
1B3mVIR4Xdt2iJlhzAa5IQCK3MHMFi7UQRkDH9OxtEoBA02O9YzReHDuCVa8RCz+rFyY4q8dI5yt
PLNmQFym0LM0Cpi39VAYyS6p9dNg9yhHPaeFTEeLHHXtuekEGJu1k/NJnYZvD8Js/jHLkorpRYH3
D5OPk4RxiVEQDVY+KQ7mgjJbMGa49K4dqzfM0rTmIoRGduIo8aJJiTsv/R6BdE5lwiRw5dPZeMbJ
iNmAXmBO6tpcVhEWdpAbOOV/tIfZlU7Z3nrIvfQ4PpcxDV7CveVCQkzZ3P+Oi0dcfUbwfmMbgRwC
5gvpPecxIZRo1Lo3oxN08EbVXVAHGqNaS/X4UIEVYBBkKwJ7n7nwZWCYMKbdlrBH4uLY2N8jaEdK
08lmXzAh6TbFQ5MIyh433xErBOW+hvXZ0CLQuKPZkTYsoRMRnnrI1taFtmuGbZaea1t7E0o93nzE
xRZwQ8tsDb6ksjjtxeryuvqvLaCwAJXZ1iWgiaa0FWJGRIa4gA5mRwjKpVZ46iAmgDmiAA+wNldo
nb7e949VQ3huwSEXHDI/ZmGhQtXgxRCexl51kzQAaP4pme19qfy8b+i2sr7sHY4A+MDQz8B783rv
MkieR8UQRScDJFND4pFkclHkcLW8fIA6w2OWAdumUPAkOvARGRznorWu+eblL+A2FYTFStmNoJoC
/mIM0r3UPzAj3lta7qYsdfosd0n4cX/Za/sLfRGwFAP2hKYCl72basUy1c6jk4zHZVt804Yaai17
YW9z3Q5kYYAjB8qIR/D0LCg7fayik5bt5PCjRc2vTF8jW3ARrh02PM//Z4aLYkkNBkNw+0cnaL55
VdxRPYWoVcocVsuY9BQ45+3LGT6DZ+tSwF7YM/nzVtWVnuMVBnPt5BDEsPckHmgQ+aHVe/rbJH1L
E+Le/2K3MLnFKKh48HbAE/YGQVpMU91mEyJ16WlbaTeck0O0j5ivbg1Ra+3mbbeYWihD0HECOTLP
1FhXbY/xtiE6SSD+ig4hDgJIpd4kZRuJHNG+udAXW4tvgBh5geRyny6UdKuf2j46PX77blLmnU6E
nmz6e7M57TebnJ42J/rsPe9DSp+fE3fz8RoCpYd00n398J5evz/5Xz9a2tODP9EH33n3vafZ8SPv
95/zF3t/fpycnUk7+nAgzvvu5fx7Z+7PzsvZ8R4EH2jVBy8WwgX8rKzwOFoWEvraU0ubHchHRAWT
JRjx1+blZnHXZqrOkB0sR9gIE+Q+Rmcg0QtFSQFP+gSXXr4Jrmbk7QCI86y6DEz6TRp2uC31hBrl
jx5SfFEK9N30S5IfZi12lHzc9pWHulw97Nq5cQyILUJpsTGei65yBqnEQJjqAvO1vX8MlmB4uwP/
/LRlhy6uOozAAG8lNQhcD8Qtfghqjqv7u4y94+JGZOTLfQZ4RuKEzNEpLR6NNKNRJQhUawZs8C58
iostN/b1z++GVOuH0sbJynSE9hqhKpoakSrXStTF4M7SgIAGAXJULrobZQp4e2AhqXumT7ojImxY
84+rv5+vxwQx6nnt8veDbXeOcmoVxDPbExoG1Nx9VOarRVwj/iLlmd+mdNTcaqJptZfJnwh8E8G/
gYqiY3a5ZOV6Y/u202trwsb2fa6dMIxOQFoxfL/vfGuBHz0IdCKwPrB/2ZyVqC/AJYCx6VOQQgIP
sjEQ0k2cRD2rKU0pXl2T4Al9C1Fe1nVhcQmfF/4+gDE1IwEszr8AR6avlvv68/QE8UaHOd8kGlI8
82j78PXwDrkV77flPNAfO1XETnc7e8n9DO7YDdbcppEagPM/PcjWiIeJQmcUMpd+U50ZwIYftSlx
M7OjZmc9EjXaji0Qro+S9buFmpA+/ayU9yh8HUYMam77xO30jCZQJUeUQAQSJN8rF9jVrnHHLMmH
oQ8NCQ5aP1qV7CaAEnaYCrazr2VW08AWaUGvBP8rg8uJvPhMIE1jcq5hf9Die4rswGXyox1ErlQK
XHAlWYQhsE2h42QBf8LdAOrAlDjq0vg0ye91D0hm4aoECi7MzVXDMfV3ff4mcPqVmLVkHJjMwZMX
o09cNNGMBsp4ZRaf1OYbsRDZSdujw6hAGrV0pMDeS8CP29K4N+I3TZKcrn2aQc5TDsPu/i9Z/SGY
3AF8Gk0hAI+uNxlqfzIrQ6x9NEnkAqgaUD2vGL1vZfVTXljhfAfqAFPRsjA+9WBv2Sb6tou+tIXH
mpf7dta+JGSDcbAwx7JoW16vJu7wJmm7KTmBMOaB+WX4EPRFChnfn0UeURvzpg7ePfdtrp2LS5uc
9wRGEEu5BJs28kcMvXoaqBKPZaQ7mSEAYa+ZAsIWs3mfjHv8ZJBRTzFeiGVyIq3TTxtwYAOpCXnd
oD1KwrLQaphciNJlsFWjK8vz+/V9T2wI1cBaLnsS9En7ZOkNDq9StQ1CcgQPt1NDcNY4S9GmBsai
wWSUHb+OCbZ8GPy6/xgk9Vf+Uzsw5jTjD8Widfy1Q6MRUvY0YfvI2JnkELf7RPmeaCJpxDWnA0hw
Ia5YaN75d1JszN0sJXVyiud2i0YYgGxGfshBFtOKOvhrpwjaIAQuhzl6II+u/S5o4zST7Cw5KfFv
FJgTUZl+za8NtGyBEASIXOELWKyOJ91O8SlsJKZSP++T+VhnhxqUD8AkDu2ASSqRftBKVrjwxGLY
Hv1pJDzcvZyYUHYq5z45FQZGhtSeJskDCqOC07O6cxdWuLtYw4sIPaEBO2ckNs1b6zcq9al3/4iu
bt+FES7IYdMKcGR1yUku/4z5UbddUnyRrV1kpNQq3xPR9PVarmgCWLjAOQD7/3yfXdxcZFAnpHPY
OhK6UXrI5ASUMD2VivlfxNVLQ9zC2lFnsq7AkGK+yDrziIn7/xSbbFNo7v09XDtNeJYv1JtLCZXH
KmJKeIwlUDCfYtAeKf2z3aHRKzl28yWRPu6bWnuWK2isYeMgkY4KKhfG5dQ2SyPFW0kJ9acczJpW
I1MUkc5BOnlpMLuqTvXZsUDRG4tw3CvfDrZNvNGQEyzcm9dHWcu0IZMU2O7V56raFTrVENKN7f0l
ruzmlRUutzHCUbJRyY9OnUUgtQvkqZEc1DGj42w8pyLF4tvOykJWgeVAEQBteuCarxc1KbGWobIe
n7pEkR+DFOINcmZOTglVKC+Us8zTh2HejhBPAt+1GTyaLE6OkWEGG4xWFWhzluWXacDLszW7WOBZ
K6cTzC+IaojRy/uKCzTMCEmAVBjplx1uGYguUFb/3Wo5HXOMgquBS1j7XWPkx/1PsBLfFBRIlk3B
OQVW43pPDCkxK23EZTqM1Wua5i+FKVNVFWWxa+8bMKpqy8wKygw3ao66wsI2ARH2CWpZ03bK7Roq
HUlD9dCXACJQ2hAJX0mLHAVmTEZIgti3skzQ/OMMAZMCD+BvwR7Mo3md99mpSQqajo7xPkNr9f5W
3naRjUVL4B8j3P2XzqDLbu0uOw0TrSeag2efFn5e0+RH6bKvyiYSrGrl/MAgWMwxa6lpaApcf7xE
BgNbgHmYU9NYqQdnkY/MIjYgc0X0zSSsfgpBtChYJm8U5UmgDzFRC4EQpJh8Pz4y5CCPQXtxGpQe
ON6tGfo6QGi1YW4TVVA1uamhL8YwTAJZPQzTL9DS6xWqUmTMrQpjofxedeMG4FaqVBkyrMKxTmDd
7cl717hDLtPAJE5qCJpyvN8s9sEuhxfBgjFF8eba/mgE9lg0QXZSg4yimv1/nJ1Xb9to17V/EQH2
ckpSki1HdOLEySQnxKSx985f/130B7ywKELEPAcTzIwRb959l7XXGoGJJNr/YmRhX2EZFzHl1TJm
FD+sBMT4c601tq59G+vWFqI9ptHNobyzsnolgznDN0ii7HmifjMwf8XC3YGC9c4pWH7P+zzaMmX8
A/R8CT5YvtWUqUMTD62UPieJdGzMEZWC/JUGJ9V/kM6GdBK1/FHKzKMKv3BoNR6iQPD873zEOkZ4
+wiEosEV0kiirNHgklQLfWcypSAYTbf13fGgOK0D+t0Wzp9///6bPQ8gO+5b3ToZEOPBpQVBCyzR
q3CWsmqQmSmbpWjDF3E+k+hkf/pHpIEKcQ/xs3k0EOFDQXMR2+I5u55nI5FDUamXIc7PTVe6Pe4V
Sb+lSJ6SlGiS8TFCtAxC1tNcpQ9l+Deb94rmmyOWCZsX5hKgWqtv0NLcr2o/zJ5F3hAH4nrxKcA9
OkzG0No+qieIc43Rw/1pvukSYnFRwIFklqw+ncXrIglMELM/mFjVYGMR/B/F/CCPxfdUdqwBbg/9
nA7w2b8o1k9Ry1x7amOaFnnUtJ2Myc3olzI67ALUuXApqDJcr4DYFX4aglX9ZCqCeBB90dE7lPbm
aQ5IUGk9bUJZc7o/+JvThU2I9KlHgcYGF7G6KwQtFFD3syJUE6bQbUJZAlcvzzsPy+3mWsxIEBiw
rtB+rGE8ar0QcqmYgbilHf60ZeUok3TM2+iol9AUDN+q9imMes+Kvajy2rTduRNvMsHm6gvWNy+I
Nm1ozQgpWphqUCebnvrkg6aW36mGdb1kU15Mx8xp5F8jTQ309Z67ErIz3W7li+A/0F6zxxt908SM
eB5pB15a/LNFGXW13ctZ6I2sY8GHTCoeoyIeTkkqSWdIjJvXKqgVe44bCVArsizJoOmXpCyQ5W4i
BJDrOPuohubSq9u2w3lupdm2Ej91hLKh+svj7ZZZ+zXU1J+oGWd2ZUXxIQxJht3fQGvPfiGo4fup
L3JpaDdq0GGeV+mkp+2lk3x4YVVRd3teoFM8xoGbQUX/eN/ezWl9MwggjGuYVqQbCTNtDkNBaKv2
ElK+yrMXs32R8Y76+qWvR9vof9SD9Cjkw8n/1jwO4VOn/eT6mkNj52F6ywu9f5iWD4EHBDIOiaIg
d8f1cQ2sPjeHomkviNA8BtK5Hb4pCHm4XRU6QRAd1ApKP//J6g27Elpn7j8G4cH/mHY/A60/lsEl
V/WHov5O72HI/wjo4+mb5+mrLkinYU8W8mavvX2tRsIBHwvmljdn8130PEbk7Np0bC+kdM5jYVud
+pjKhj2lnWO2X4Kkc6Tmj07TCenhs5LPh6bVXFV2M/1xKM9ZXTta5oWN5uSzR3vHZ20a6cLdA+u+
RbzrWaVX4Q2ghWNvrSo2Yl23omyk3SU1MqRZ6kErP+VS04iOPIcdGKpAjFQ3rfXUsrvACJ/kKY18
uxpNBOYiKt0mLbPQFqq1HH2pSmDUtt6p5jmu/DE/dFkteXHS0eNZ+XEOKkows19zHABfL4Mu/lUh
5xPYklmXl5GA4keY1CLJW7mOR1fNW3M+5iiEghCYsz0ytrWPsayQSr6L156eHHoor/eTqkbQTmlk
HRtVtUs/crX+by79aMMJMpEP5l6nxPq1eTMHl4pKjyZ9uW9X9rsNIc1TpwcG5oBr+RU71T3arPX9
03ozJgimeQhpz4OvhIti5STq0ji3YlgIlyDyL1nqs/vqM8y6T4lwUZOW2MmXvt03eXMhYZKKIpKD
Cy0Ewej1NIZzoNRUdIWLHp+p9T4O7WUkRIzU1/t21i8nb7XCgiwjQw6JBv9rO1IX9H3CzvESxzZ3
7pbbMZAPoicMf4xLlQj++nd3o1UZ+kQkJMy1nZr1Q12dtcw89OW04/ysvfjlWX5vaXXcsnLI6yZF
tGo2Z4TTZ9EWhva30Jof78/WzW5b2VldlmlT9QGVIuyo3QccTbfMgyctyGgFjn+l9V75YHk5r24R
LjicyIXsD+/OWOf0p1JNjKBkAssPODOX0XfhVtFeiQ166Xh/ZLdb/NrU8vN356hXCqULO0yFqX8e
XpTq4HeXJPuBh4f3sLO594ytPAZBKlCYJRDx5jw6mzNeOjyXZabRVA0WrJltSEzvD29j4d7P5DpD
qQfdDBkbFtXsc5RQITF9d4b+gObbMPh739bGtr+ytdqMvd4JalJagScCzIgGR+0/5EQak74TWG1s
+is7q804Ro3Rqyl25uI76AAHPfGjVO7si5v0DUfrysrqIsKXHuFUwMogfIt081vvZ19zX36Sv6Sf
KtUVUP+Rc3rgtLlzB32nL/32dro2vrp456K0lFry2ZXGqzX8mbL/GKu8DW4B/tLah+e6Fo7SC98f
slkIvNSCumGUtOhzp8uDE0h1eewr1MurbtzLIm+tG6QCoBoWbvObpF+fCfM0RG3oDak42DHI9nNm
TDlPsrhnausCIX2yOHdkUHDTr0+1rtcRQUETeq1axcIBbgq82aLJwP0STH1Mmyyo4ZesivFUzVV3
8MWgF/77K7BESyii0/im0np//Q1ZytUSTFHiBcMQ/aNEFnj9zh8OyDsLzlTWzU4h9CapyqIqQEvB
VNH1Q+1hNejCSK15tNrEG/vckWUf7kdSm/XoBPVwgHT/FPu+0yEHJkO6dv/ob9sGVEeXB54CqKPr
wVaoyWizJiUe/Mbp19gqxNOkVPkT35k4I+hvuCIk4VBZwj+tNAxuVRXBzlu4cbnixpONXGqBQNtX
w2+NMpaFUUm8wuqr7DjOs/a56WtwQKYVFtUxRMEgdZS8yiPXR3F1r4Nnyz7PpC4uFCyLYNj1FLSG
nwt6PseeOCnqaYir9KR1Tf8qygFNKMTnT2IotCdDz+S9NpuNm5fmF2q6i8cNodbK4aiQe5OSrsu8
tpGC5wIGt5PVIsGRF+axr6s9XcItc0S9HC64DURysdcjneJOboy6yj3E3WEjI5wtss6puIrpL5L2
ttbGXUgPpU7ZEJu0Uy7z/u6FznvRrIdwLjy5NV0j6Owh1R/9KEIQ/ZIFCLq0lwFFv07SnUwSnlVq
zU2mPCEitPMkbCwwumh0FyHkBUJ2zfufNGEbqnpVehUZptKAVCAsTlZinst67Jw47l5kYVeMbXk0
V67QG4sF7C8Lxfs6ixgvmYFG7iqvLsyHPvhXqJBh/mb4z5bkNCAGtLh9iKbPgbzHwr9xW4OHN8h3
y6w0LKjX025OBW3nUl55kpr/bY3gEGuLcnCc7szqlh2QFEvFAq4kADfXdgYk73vftEovSbgh1TTT
bf2rn2r6jp0NT4hsw8IJwhFRbrQSYwrOY6UUlTc10SGr6SQnL6cN0VFNvyjajr+8sWfRnYTiEIlC
CgbGcoLe7dkg6nyBfmpSYUFWoM6Y56cABkz3/q27NSTSf8hjL5UsIo1rKwUod9+wotorFQcG5gdz
kk5VHFz6BnWyPYTgTZv80kIDhxYYfnhxl+LktTVeH8EarDj3LPOxa2yBtvjz1BEDts/aKTvo5Q9/
/pAjyZMZP2JrbzvejpVoEBIESkzLUVi3T4jiUEy6EpdeitK9EfwQlYAc5COPgWtFin1/Ym+X79rY
6jXrkkKYkjIpPfT67KgG4r9HPHRTfWY2Fy5UXkxIeFnBlQmhjtrM6M3EmxzrWJylJ3iW/mgPjVMA
uQR53ttSeK72qnXLGl3fJotV6hEqHXTEvqubOzH1AUELrEpiehihkEpo+oob/0NmlJ/uz+Htub42
tfKfO4HyMkj8BPI8hF9d03hJ0j00056NZR3fHTOhjoUaStGUZsicnvq+jFI4/TPT1Yu2/Xp/PBsb
8GrqVgtGKWfIStFKvCyo7Ll4rFI2oPkkKoUzmzscWHu2VkeNdLuWRwbLJH4q9KM2fm1/BoXpoC16
uD+ojSjnepWWL3k3gxrQijLOsERnYzE7I3wuVkp+cVLCz2FYu6XwOYs/DBSxAyBqg7TnNG2OlFcV
iClgS6SOr+1brd+FpP7ZkMhu50H9LW6Go4hoehoQ9Bev94d7GxaQzuI1Y9+RXriRUG2NadZHMUm9
tLrE+aUrT2rittqDkFz85pMq/r5vbnN239tbxftGKhdTpmEPmlNbPOTu88uv0p4PGYxLO6Zu/YSr
oakrF1Cem9SqE5rI2uAgFk9Z+HdsTxBcOJBc0xtNSyf6raSHy7HfMb21hCQJwcUtC0h32/USJvVk
KrMCAr8eBTeyA9UzTXKe+a9kr/d/89J8b2p1LtCfN9S6wNQ4f5vpCJB86Fr6o188RWzfZDophhvM
A4zGJcw8lRP5R71BBUrcA3e8kVetL9L3X7I6N6Gvzp2mF9w8j5U3HHoXisfWHQ7dS/4MROt7cBk+
tgd4xcWIhgTbyUcHFP/9Nd/cze8mfu2hqUkVKHQpe2rwD+/H/A8Mb9BNdV+yX2K+k5DYs7XayX6K
dzaYZeoZwSkPS5pJgLMcq8rOfsMxq/V7bCa3dSLeR2VpCwLpQW/Ymj1soVbxJaNLvVk4zseG/gPh
ZwZWMJsfpPlF6H4r536+RPrXrMvcuT5M3VHfS0NuRLXcSMSSgKG0JSm9ymg1Yh1Nsc4MZxW8Nafx
KfuHJlSkxarf82gHezn9bXtcTyhPcUtxmq6PUi0ISWa0aYY8Ra1INsH+GNh5jIyEE8S9tCSajKql
StYVfzOqHihwiSIo3qo2qv/huaPzBLdxCalvGiqbeBxbsWKDa2pzFLMHmTM9pU9Z8Tyme/rIyw2x
Pkzvba0OUyXGlDL4Gx7FoqB5TYWPgrXTl30bu7GSSCSBSsDrYEmvZzZR9LLrGm5iKxncOHNIP7ih
CVUazGzjdzPeS0Bt2YMslfmDgg8ay5WjpbeiOud9lXr+fAkMT4z+6Ppj0D9N+o/Berh/D2w+M8h9
GFCrK0DT14FpFEZmMYkCxpqvU2xnGWlyy477EVpryRaBnQW6I1TaQZ5/TXupyq2RAuhVqPnB501a
/HpmC6XOo7BPMk8QIT/PwosQHDMjsIcucQQTPeUdl2XL3hIsAnnAbdDWWJ46UJRolEaaqCPxrAlP
YHsc338JVNfI4Z3pYO25P71bVx/sQ8s5YGrRH7keoJr2YtVlasYjXuqx3fqf/kwh//41aL4Eyh6G
Zmt45iLMwd4hfly3xI5GN8OXYmXce74dQNiDzmla5o4WkenIPxehvxOq3kArWDvynwjJwlFJiLdu
4jPSAHxUI+TePAOvIEHZFYo3Va9K99QqX3pr+JSa/mVQ7FJTDvSsOPKHgGI46MJy7ml81tw5+iVE
5+7b/Xl/gyytrgWk7eg/AgG7cDiszqwVlLMf+GnhmXn8GPXaU91WPxWr/K0BfoZUcmDDafSyq414
qgTZqQlEQzsIcV8ltTj6te6I9fxRiE/kuHe+bcPpUREkh02Mr4N7ceWJKHo9KPooFJ6h/xn96XmW
Y9tEn6KY3UB4yaFjqT/pc+J2fWiP/oNqdo5A9lnoH2cfwQ/y3/c/aLG3niuUlaiaaiAxma/rTRpn
teoLQ5B5vuk7mkprrGrkl2iIZbcMPt+3tTn2d7ZW13Xd56Luz+riC7hCd6IQ6lRMfJO6mbHHa703
rtXhy4IoNUln8jQo4UGhEVj+LIjtMR92otWtp5ftT8Mb8ECSqOvGnpickVlYXGP1gPxOopYAKQr0
LuHVSUSnS0Q3TJXjTKudke31+W+8f9hGdROAJOWCdaUA9oQpzhB+94KudorIeEym+tXaZQW7gXEt
J90UqUqTv7Hg0Fpd1VLSC0bjN5mnAGSvm/EgRsOHLvjcGT/TwHJb3Z511R386CFohn9V9TXdlRZc
zux6n8IcJy7Yb9qSjVWwUHW1MqOuzPWmq6kjmwWKh5b+5/4G3XoQKRwvDNJge5CWXb2+AGWSUKsZ
aJT/NdPgMQuzgzbqv6d8PCMD7xiR4WhB/kEbtIspuk03uve/YGvb8iDyKAIHVG+oaOWy19QqrTK6
7bDWgtVBYCmgZ6gJpp37e2vzsGeha1iahSk1XZ98OVdYrKFdwD2iZJudJcCxbMkHyZ/2UvGbpt5e
CZ0OTfPGHaY7RacpdDGVH8ZAwSNsmg8RSYOd63Xb0LKCOrDOG0gnkWzVRsbA+ikqTMmv0QA2Odmp
l20ZoWkHwCYN+FBhriJmhe69rLBwJAQ4Rw+9If8e6kK09VbfQ29tbXqqyTJpbjDQoNevl8jPilIs
fTyIWhhIFn0qonFnwjZ8FG051TTii2ihqasNr/W9aY1VkXv13Bf+ORtb6jA+xZtTKUyt/xgKCrGy
4E9W7ApUEE88VGJ2uL/pNyaUTDRdmAhdLUXA1UfAYj3VYdvnILReVJOsZmdb866mw9ZQJTjAyNDC
7E3q6HoysyINTZ3yoRdl7jfr0Nt/INF2Pnqv3w70/ttfOxsqiZ3XdSv3Dfvk/xldZ1es0szUOMNo
0tQufPhokIzoI01Fc6jjx9Zyxh4usoOvPpTJ1zo6CxAW35/cDb8QShaZKBR4sSyuJ7cvUpp2lCT3
QLTpRyMK/UNNqw6kz3RimUp5rHWk22al3Eu8b70aAKRo4lwagoBZry6YLBoLOeQPj5er/LcS2+FR
L0bVQRdheIxac9lRUnwqp2ikTbrSncECSRBJcfaJDkPBSZW8Of73yaDOarDLuPn4sOs9MKLamJYo
i3iVkJhPdWFJhwa/6CyXlXgOKis41EM5uZoaii/3LW/tcZqGlEW5iDqzvPz8Xb5UDKceFuq89ARt
Pvpl/5DHzlSJp/tWNjwsqkYL5ooJJ3pcXU2iFc5jOxeF1/mHqvpX7h++Ddrf3XTolhk6BUARctGS
ZFmtLFXbsSnEmmksE1YxjXEdR/FxmJXnop81lyTEXtP7xumlhoSXs4Q3XBWr0ztn4ZjlSVGih6Sc
pZw2aoi9UuNSKJKrpQ/9SUTT5/5kbh3e9zbXyMy8VFqIhqjbtsNnM7hE4o/efOlS8TEjK5cqzyoi
0o38cQaYmuVf6qA4lXt59o0XYCmdLX1D8KfzBFxvG0vyBYTb+5K4anaE8UdT7PmvMr9h5VghEoI6
LQVq/I31GyMCqUnyaqA4nTxI8UEElV8SNB76/uuQfpWmzg7SL2ly2NMC3fB0gI7jC5C14u5fd1H2
kz76vkL02KVyc8jU9l8FmRQnMSLRzkqzdO8v5tb+gdVmaTkj04zXcz2RopAUXTZNBY5VN1e2Homl
HcDZ+0nqqf/01mOV6Oga9XGFILIg7vhaG5cwTit+HTh4mMLX/WcFiW0jjgSKkBbg8CZ00E1K0mOt
PAxCvlzFO20PG9uGTmb8IDpK0Btd4zoUf0p6paypQ3bfpK614z1lrY0BkV2Vli59mjsAgl1PZ5wC
RulBm3mxotYPwQTBeqGN08dGSRPPKmRQU4IcwEgeGDslro2LdMlUIYRoUom86QMYlHFozHouPajy
yFdZ7Ye+mx7i+X8o5XLX0IUJXgXM2bp1BTR9Jw1TQtl/Hp0w0O1AOdzfklvRBjAJ4KqUlJbq9Oo1
gkwjK2QLiEaQC2eTS6afW6cyXNOv7aAvXkKjgbXH6N2hMm2/TY9ttidUv7VRZKI7lMAlkEfrvt1J
VwMksgFr+ElEGe1L0/25P8g9A6uYv2/MmR6stPKa/GkUv42Fv3dLL1ttdYEB+F4gPswjTs4qONVK
IVQyn4XK02OOAO0j5DaqWzQP8pG2Lamyzb36ycbzZ+BK4U6RAAM5tbKYh1UWR1NQedlCVh2KFwO2
dvVQKBDZ7jgsW9NH29TSpMVGIeq4PmfZXIpmWTSVVxi1dCiaWXSCNNqp0WyNB99EAlSgEt6vN4Eu
JnLRlGrlqWXtdLPsighV6E1sQ1D1iYh4J+bYuPkJ4YGfq7IB3G2NcofDcjSnvqgRgab4FYxno1NP
Cje0He4MbOuuYO4InJY0800ZhqSySFST1F4Sm9VBtarnIemKhzza2eRbE7iojS2onaU1aHlj3zl3
MyIBY9OpNc5dehyE0JPKE72LlPnLl10i840tgeoRIQwIK4AF0upE6WUdJrGeNkjjFV9na3TyuNop
emyZwMsCsgOnErnylbOVZMM0UCMEO9b00JUYfnzou3Sv1LGxD0zcGkZBYgnPY3X9WT73XyoBrJJr
86k3YluYoWjSM7ePTvcvoQ1LOKugZWi3eyt2XK+PQL01Veih86BEcdXod1t8FaEn3CUTvZ03sGiL
EghQMdJUa3S0LGRlrvaAoPVZNJ9HzRx+BBXpzfujuXVlsEJ5EzwOSTnuhevRiJEcD1KAK5OH/Qd1
yHMYRNCWVILWevRjGBDG0SxRCW6Eg9lO1uG+9du55KrFJwWgzIUBKPvaOk3lZcGLWXjNUCIhk8ba
J9U3UtcvRnJkoxHujPaGvwQZKO520qsgPchorh3FUYYcPVTL0lOGADjwLLTSh0aMTTuVBOPD2OTx
89zgCph1BkxZb3z9H70vkXDK6SE73h/87UFncbnx+SI2EstwPfhIz4ZQ94niImn6CkH2B0X8jlZT
11SOYexdyxsBNNZgKoJgmCoGbvK1tbZJwgFdmwXhKBeZ2zRl9Z0bRhtstU/lT2NRkNsW8goKnlyI
1H9Myl/yh4H+6dAZkhqGS6UXKtTCZqPceXW3dsHSsQyslSuc9PP1pzVWnxlRJZYepD9T8KmNP9WR
Uw87vt7WdCN+BuwMfDbR7Gq64zrQ4j7z8fWaRn+YgsI/aX4kHdIk1lzBjz7DSCXv2NwcGflQjjDQ
e3Md9PWTmMdqjDvR1uFRFIRsUUs8G1VcOpXe/Ht/P9260UvylYo9/heOurJaYSlrtSKXMdYUk73U
QywIGpGKnfzE7hLrQMZ75/Hdujxw12FPIfLi4l0tXIH7jA/Apdskn2XxRykdQuOsBDA0NurvWN+7
429fYAb4ztxqBYeusUSYr4C6xO1HpJIeRv07qKI9SbOtjQLp1MLRa9I1sc5lq3FQVkZOvMOPT0Ma
HJtxuow98YGcAqvf48DYNMd7v1Ad0924zql1oxB15cTuNxPpFIVgyWer+zMr5k9x+hXCK3J/l2xe
gYRb3AIgW8iVrxzOhXCwVlWp9OoPSfK3c+VjbbrJr6ZD1cqRXl/vm9taM4q6S5mFoi4A6+uznSSd
0PSNWoL1pLG6AR0PsYY17ZH4bh00CNig1OIVY+lWez8M/MoyuonQA2XJvBFLd9KC7+OsfhZU/ev9
IW2ggmgupmGdFgfaamjtuR6T1Bh+KCQyxsjDoor1EA7FcZQdGh8jxZk1QrzyKE9fDeuzmKhIleG8
Dc+icZmi4/1P2do73Cq0ZC8CkzfJ7rwdCyWtzMqrpoOse0301NRfjOBBE3cMbT4f7y2tdk2ipX7h
h0ZF5tfWDac7FHb6S4ts2p8fC9jAkc9s3HmPRW2jIMpUQ2dBrpO4DBWF66mO2jkpcR8qb0YJViLp
C6PjY1oPj6Kv2aklUQsdX+MyfZ3LvazEBs5v4R7HmVwKeGQ/VtdNncFNl8Zz5fUA/Agu6Nipq0tb
f88M1S7iSyq9aPK/Ig3mrf+UFJC8ZsJHFL524o6NNV661fDPSHzjLKw+Q47SihoRM5/RwygdM0ce
OKmKu+MabRxULnGQBAuj4ILBuJ5pdDjmNPSFyutkw2sBDEbyE3qtX+5v2GW9ruNrLrl3VlbXwVRU
sxzR9ubFaXrWdQfGUJvcy6HNdzbs5nBIQzBhlLRxeK6HMwRFpGlRVXtm3x1EM4WIQ35slfH3/fFs
mjF0UaftHo7WddghdEE1+jPjSQXFolVXBsxepe0pJLewc3FvPLZLHPB/ppZ98i4uFER0aqGDrb2w
ZwMkFy0OnDAWPkctJLWVFdtJBX+Sv1fU2x4h1UkDKihyZKuJjHrDrxUtrj0LJzV9iH75e4DazT0B
3pAKCmSgAB+uB6b5BW53FS4Bb2zTYXEo8H7V2Dokxc5R2rJEHRfNOCJ4Ls1lrO+msKuaZpriuvYC
kBVRqrtKcqYJ+li1f+5vi617C9EC4gsaY5ApWbu0VoMU9xgMtScVUvcpKab6KJXT/DPX5PZUlwUi
M5L61EfGfJxF+dxGxZ6Cwta1scA33wAOwIOWuXg31hiO1Zoex9qD4M7VM3SWxy+BcIwE9Vh1/8Nh
e29rtTV1IfO7rO05bKde/2M+G/3P+/O5tXDUu5DeI0qlv3D1vAsFzId+MtdenrwGKUovP8Bm+tLr
fSvL5bO+nN4eGdo2caDXTWBBqpVDo0i1ByttUZ4U5fv937/hoNMbC2JLhnIGZunVTa5bjaC3CU4K
FHLZc8g4v2dCcRZj/qsyI/OQtqloo57633vVKVFSHgFfQB8dY7veC0HfCKM+0AiWdofS+q6Fn8xm
pyixdTu9N7E6WnWfdnmoifgHKVWPHG4rkWpsPr2oVnsQxY+peJCr0/353NriSyqOWM4gib9OXnUN
GXd+VnmcoF7r3V79UVn23HeOWgc7FAabJxoebpxYwh3gIKvzJPZBJPWmXnt1Kf8rRKJ07A0zcGpV
q1w6mqSjpMBsUGRB7jYBgLcuHax///t40TwGwEGcTOF59QlW1gcQIpEZbJtzGVkfCGA+B1F0kgLp
udV30nbLgq0PA52X5DvRCWLrrI5cTLGk7qOoRdw3RSBLg80q9aWdN23rXL83srr6gyYHOCuHrdci
vj7Ep9n6KAx2Of8P9z7C85Q+qS6BUFmZEejsDP2uxGG3RvEiS5mTTca5iS3VDQsldu8v09agLJCz
+qLRg9D96jb025yuD2ScPbZBBTUJvPWtVA9uqlUPvt62O+Y2Foqq51KXe8O7rLP6YmxQy079xqvb
lr2nm5VDKSgBQRcKO6a2ogCK9BY90GwKlLfXkY/iJ1ZYd61nhGVJ48XfPAbYHQWq4k7jbHktnU1H
cxbUh7QTlWMjZ/nzEBr5McxCExxs2e+s7MbgKTRAcLPw54CKXl07VWROjTHGDa8csLPAtJW+c3Vl
56LZOvwUaOj+XjIrRCKrRIclj1UX1mHn6SerOvvmIaqeWqOhsPZYFMVRNiJO/uN/3kbYhKOaOJ3I
a83A2RhGTKNw2nkQj5nUmL20+HdnPTdmj7yiSBiLqCNh1upCyf1s5Jpp+jeXstNeSkmx4050/vtA
3ltZnYcmDSqlnuveG2a7nL52rVtIHwcq5ffNbA0G/3GBlhKVs0rXj5w8xn7a5tHg6cXvITyHkqO0
v+6b2DjZb3S6UO+D2EMR89oEXCiFSG1h8LL5EkevJbBqP5EPFlTN9w29HaTV7Us6HPQNqfklIFt5
3c0kjtCvN4PXxcDvp7D8UFffSIzDr6gMGd2RNN2QplashyKTXmoDiovvfeB0MoJEPwf9x6w/F3ls
VyxorZKn+Jjmz3r/qke6Ew2gxNrkQY+rT/e/emt6gP1RRkIEEPGM1UdHGYwYsy8NnhHFbm65SNTY
jfYa6dHOvt02xKaFuXnJ5K4cqWlKy1Q3usFryuwEG05fKS9BVHycgjTZMbXsmpuFIByGdpIMLkzd
10s+zuI4JokyeNMpiB8HXTuRRY31wa53+71v3UM0+TiHGuwkFDTX7kzUp+MoxnAQ6D04Gd6L9il2
o/BXJf0thb/3l0q9GRYEEogvLEtF5Xnt6ioorM/UfojDtdEeucPHPfKB2+OIDi74KpPUJmnU9Wao
50oPmmzJRqe17JJEswcV+VJJ/a9il+w1OvSg84fJEXjF+rmNm1nH+YvJj6R6a4thA/zYPIkRvIhJ
5syp6A3PfZLu+IMbE0hWSFuKFvQG4hde7wt/NNJmnghaJbW6wCT4Q7LynUtgI1MLnGORR1WWWbzh
chnFxtSTCJezg0bGTWfJcAoje9bbMHWtCgZZlMpqN6mpVMmh2bjjnDk+lBk7R2BrqG+AWtpgeAKt
1bHuyrQ0C5FUCiroh0TID6r/8/5uXH7D9SGjbktPHElw9j4owOvJpHDi92FDiqssSzuLlIx6RU+i
q/YvpSq1bmCqf30ZTKdY7bxNt8cbV57C2DIwkhtrkR2h1zTyfEbtRUH6oJFY0cNLsIDXkuCDon6+
P8zbawvsHZwtcI5S7iShcj1MWQURTats702AGx9LBSUI2QxjN2zb6dFQCnFn4TYGx3QCcQTjiOui
rbw1pBIKKesL7BXtA5ixb6UP6Y+AspCtTv1ZTdTj/QHe3mAM8J3B1U6pkykLSrnqvdwyHmR6tsLK
NUBXzezQxJdPdJOd7ltcTSmPPRg4AloCaigsbqIUSQ2UYTSb4lLFEjyk+pg/akNqOqoUz09pq+0V
rFe32ps9MsH0x0g8//R1XC8hMpGm5otFeTHo8FMpnkYk+Cvjx/1RrcFcb2Zg76R3c0n5gvW7NmOo
jZlSOMRMTG8KMozaGWZc2N7jsnRmY1B+tVOavPQD3JTSNBlPvqSOrpwPw3mK/GwnFFzto+VrAAuB
qkRsCK9nnRq2SuqVkSw3F0GdmqM0R6+5EX/RNchXrCBTHwUfaq/7M7Axzzy3oAKoiDHP64xFnjUB
4o9Kc1HYwTQfCyHUuOGAmzOHO1to3eH3NjxeQLLECAjwjqwmWy0yBZZmGaWmUEqMI3o+PtjbjgZW
K4kEnPxIT+A2ber6W1gkvXkQJMQ57EIRgl8+0qv/dE0vfEq6qTbtrJtryGKRtFZgPk+L+lDD/UWX
dp6LoU2HcbmTd1kXo96+Hu0sZVGD5b298UkH3g2jMptLLaXlYCdBXD0Expy5RWGgRtj0g0B9IsiP
TacXp0QYxX+BPLayHXaVcBSqGOo7UejOcYQ8tOpDV92Xfr2znOsA6u0rlzrKwopGxma9nkkyh1OY
G83FgNcD4ou4/tQIAeCwMZ2dwEyro9B0qaPpoUWZR0fqD5HFnYV+OzXvnhk+YgmSyWe8ddESWl2f
qmLyYfMkGXaZ/QTJxkz2tcCVx3lpEPaNkTiriJqvnG+/O4aADbtjDTa0tfNpDH4Ova8AMBvaCs9M
6qtnM5s0p9a0+AwpSx5QLzGnkhh0hAbYDEM9/xlNY986OYT0xAl9oHyBRxdXS1T8eT6kY+c38IWN
4pf/enQkcENw8ClkMBd48vUo62ie9GSY2kshS8UhrxuJtmRCh16zdtPci6O9nlHeFfxjbmCqH6sZ
7aolSBVFbMFC7vpBKqNo0MQoAVq+6RaB77+ORgGEUginh1rpOAjy/B0t5nhngy2G1h/CbQGBy0Ig
Dg3V9aCDoo5KQWN/FcZoIZkTffH1NHnIh4hUT4x2bNz8t8f1bTORkKbXdZFGRkT22qLRqFqdqHN7
0ecSJmwDt6udVVj9YUQ+sM+GE1C49vH+2q4cpf9vFJwjwYEOE8Q6DxH1AaqfsdT+P9KutDduXNn+
IgHal6/U2pvb7Zbj5YsQJ7H2ldp//TvyAHfc7H4t5F44mJnMDFIiWSSLVafOOUCZszmhbBiD1qgo
La3uJhvRIHU7IZLdaJoiM5jV4r8xj3Ab+3jpT2WRETwolPKuw3KrFVSYZSUf3iC2IEAyQ/6d5jTf
qDJHzbRvRBO52TW0CVuQXUaPcgpiNdyICxqdefYpPMrdesD1B5Wn8TlTKSSRZB58tfqoujEYFW1p
jCd77MrODBG9O7StORNhzpME4I/Z1mJtlcUQvmh9u1adY0Kfr2/DSx0oVED2RORnL92B70a0ZglD
dQhDZB70Fl0cvayZeJ0IpEbi7qSjkPZYZYa0EsFe35S4I5EQRlst+t6umOtQS6p6lAabQw9xv5E0
IUWzp8GpHe8GMjb+igtcB1zoBwKxJBJhSGpjKS7HOWtdNCToIzmUAECcMhk9X7JKJ1NXKnR3pJUS
v9x3+eUPZHY22ixwMn7Ja4BQ9NJgHCZRMsdGc+DEZHa4xfGQ+16rlt0c1pI8Qq4FeVu2+RlFmwEw
tJAeujFQc7MVeqlJTaStKu4xDrIZkR4XSMO88oq8YRbFcNC1L8RTYJNhZlONZ2AAl8GJ07ugAIYG
8HfOgccnbFeeWDf8E2GUsngn4IZXIslaJRgNXpP0UEMkrs0UU1NbW4WIbQe8VqWVLi3W2ABuRLEI
SpBhQBEGTWpInlwuXTU0Rdp3XX/AyWS8hEr2MqpZaVdZrliRAsE4Y5Qys0fYSlLomJnIh6EwGssK
ZCj7YI168YYjQQ8FTcp4SuO8Zrsnx6SsAgoa6gPaeeWnaAxnJ+vpWjb+xgmN1CC4OaGYDIQk2/Rd
ocBQx7HYH1I5P3ZG4KQab00c2InmTdmAUkyT/EGOViL0G36ErBE6lYHwxGyzB/MozEWhDU1/aMKu
JxEAOUKbv/M08mrZu78fb4TLaI1YeMugC4W7luVAzEu8wmmg9AdeaOOzFHCd6uVc0htm0gbJUU26
4ikN9MogkYRz2uIrCtxo29T5bymUU2fgS42kuMaOYRWPj0h+v9UpFTzEuHTTpJzw2EuQaL3/1bcm
CBqdSKlCnGdpT7h0xRD4sG6swuHQoitmUIweqJP+pzTWlVk1mXvf2I29hkznoo+BmHxJ510aq9RB
yptiuafGpjenZtZIlmW/21B8j/rWohVAmXK7FvfdsgqKKLSjoo9EwYv/0mrSqZ3WVfFwaFTlTPP9
XP/qMzcNEIe0tgJRi/uDvOHoOLOWlNtXxx/7KNSHpOLGthwOtFe9MdRALfqjAC9rldqGVLjF7wCK
c/dNsuWn5ZJFoeLrvkMRFmm/yyHqEzp+Uj4bDtqsg/smn/RNn6mQPQFZrtvKfO+CjLb0wnhKrVzR
XxFntraAXCfJjchVJn2tD/yGWy2XII655dcVel6A9kWY5HQ4QPop2YEftXUnZKZdEQfDhsvmtQ6e
W/ZA6ApQB/Yf7sTFB76BOuZuFLgO1/xBkGerBEqeYOf9DKXyFbFo+/d7BuhGRDNIyS3AM8ah8tZo
VcghjocuTN5qpHCM+bNSpudQrVdg0l9EVMwlj9wbMKkoQuHFzxIwJriEEt6Iu8OkipMPPs3njiZv
fN1XFp/M8y4UM8OKGknz0adSmtlAmyNEvVJb4+MY8tGxkuRkqoo/aqdONXoWjOpMMTAnQAaXREkg
kqRMRxfsKaIzIOuwsuPZeg08E3ccinRLZwFeIWz8QEtO0xuaDodE1hIwDnBdtsHTQT+HoeSkfZ94
Yd42pyzWQy/SQNAsiECdD2qBl26ca04VSSPoLlXJalE1cZs6MZzOUFqv7IsJ+mlCC206NSB8pj9F
ecJZkdHhnYNONjPHKWSlVbaN+x7o075d48G4sTrQIEetRUf0BbwFi+Ed0c9lNHk7HOoUmm4AFsXn
pKehH6PmZg9D3+QkotIzWosns52lwSm0abTFqUmsvhtmu5sADx1p325BoR1sdRxQZoMCl2sooeoW
kxKQgo8hSCfVvJ10pbziyNc3P75/Ie5eSDZwZi0h9Ldd0/Bi2gWKMhyCuQrQvspVYGmCpOj90+l6
b8IKAkhc+jgWwYJ/aUVHTzmfFjgL5JZrrSIV5n0oloOTaXxvaWMnrozq+rxHOh4AlyVHiHCG7Q8S
VCrReY7Gg5r3opnq2rAHgdVM5EjqbS0tI6tt9RIyB8oaDeMty2CbQhYFMHLgy5i4Lu3BkRxUOIXo
WAVuLIbPyQzK1qFXwADNi9O+bSW3ouNaPvv6ykHBRVoahJG7EdHwfTnDat6pnD4086FvXURgFhiC
xpOi0q3AuVNl0jUWtCVpcHkqLfbAT/KViFT05b9/8xsNRaWpSOL5MFSDK8YxkQRI9oWnWpDNuVij
97g5OlRAIKOEEAW33KW1qVsmXOnmA9gdOqsxauA4DE7CTlcMIkzaAwcApTXVS9ZJVecVb7rhvUik
oxFpeV0jjciMdURuBmBEzO0gOtO4SaJD37zr/5URvLLQ6g2CKRbG11ZSVhYTGDMboX2nQm7F2fug
/omgbnZ/L95YOYzGAAUZCPKBa2ACBTSuacLA0/mAdp+oOfLJg9I98+lkgiHsvqUbj5wF54nBYPYX
fK54uWzRGHAqnxnTIWzwdpGAN7bjyEpSkyIJIZvtS9tmpBEBjFSsFdPLPmP8c5H9BiQcXrP0CV6a
DoKyb8Vwng+otPYm0nTtYOIO0h14i7IzxqgmnBIjOadEuTVpIEiK6j5eeXqwVcrl6gM/ElJhKuYA
sTVz7mVy14xUw1cUoiW9BD4yH5ZKREsnJhDK94d8a12/22Ii65B2kV7LsNXFsyVnZEZWR9gqWWTi
jllZ2RunHJ7JSBMht4n9wFI8zsIojmMp8wfkXfYoAOgD4joFf5dA+te+ilWzElFfZ3KQV8HZtkC8
MaUsuAq597FM60k4xEq24fBq8CE8HZOq4NbAmtfTCEuQmIFIK+AaWLpLx1GrqKJ0CIQDBZWteNLr
37265VtUs6ZwZRZvDQqHNXKGiOpQymEiVrGRGs3IYvEAncN2VzR6BPEbTnK6quXe7jvH9TUPtZl/
rkKUGa50mdtaaLRQmaRD0heVjWpPZ46zvjag64MSODPk1hHwLZue7QoZtaLI+YEXD10vn0Vob/CN
QWJo3jfZmsLJsgyX+xumcKSgTwuvLMCBL5cJLwtVnWJNPIBF7VHiLYHfQ2TFCSfeBdGC2yBrg273
lZQU6/Z4JaOZCHJuABUu7EaMb8iNKGSK3gpneQnrzgBl8i3oz9C1lca1JeTdXzoIY+8aSIH+yFah
wnlUN9BzIXJQgJlyZVCsF7JGmLsVyqhxMEEV5iwOht3JuFhnEvDP9/3v6ipgrTBXgYgiRzI0sMKf
6M/Cqt2n4Hfj/UrAhmMGT/eNsW4IW0hTfiHJcc3B3y99Ix8MqQsQjZ7LplH2RhAIT0Gp8B/RiKg7
HIw1OM9tezgHwSyytGowMygnkt5GNez1mjspu7EUwG9eOMhsefcHdlUq/Gdk/1piZnEw+LIZuFk4
h6WtZpvaQOdVcUgsuX6j2REcycMgrvggu9G+TCKfBQEAUBdfKwsjlYNGukk4V8WM1rKmyp76pigc
RF6q3Xb8/IQGmGwiuSyPiDllabMy5mX2vu/0rw9A5g7xPMC1wLNerqYYRkm7JIjP+Y/kd03J6CsP
w2v+yO/bh2KNxO3GZsBL9V9jy1J/C2u5PmvVEtbONK52Od+g7SA1p6m1Vwa1ZocJKSHtXlZSCTtD
r1pKFB67WgeUZ97W0rYCM2DayaBqUziiApxYDcZGT9MtH6VuisKwMPXu/e+5ucjfhs3cRHkkCWE0
KBh2OPuhvBVKMLentTkJ0i5G1ygteJtL6Mos3Nw336wyx2mSxtAEKWF1yDqnVUMngChrWohO208r
plbmm023gwc4MbQBTtQKMcB2YOKnUMrU1pior7JwjLOyDxUkMwYkCTAkPv/MtVeIm207QSczqs1x
KZI647wIVwavzk7JyQQ9waaarhFwr6zm11n8zYkVWvZl2MO5QJNB4kHZ6mPzICfqTml7S6m7TZY1
diutzfGtMx6bB697dGPiacEq5gAbJnMaRJXO1dvYIstOejKb294tThAMHkj/dt9pr6Lrfyb7X3vM
Zq2TXq1BsoNFjXSoWCIXFEt2mffmCCQQNrE5z8huKpo5SrxJjbUG46ua65f9JawCRxGScywbDURR
lLbudeFcdAPRpuQwTAmEQvuHGb3coOVGVnVG8K3u6LyXQQMwgQpljj2Vm9e1zm+u+bdvYeKhZhTa
UUjgeBKIcfgEymNEsLTJTsgwx2RMV6A1N7cu4LGYXSAb8Ci/PCf5kKszCiHt8zS+1ZI5zI4gk6L7
29znPzP8rxlmVFTQUXrTSvFcZLRx5hyMon3VtBGR+aTnSFcBuGgmKE8SSsGNmCtjRWhbDfZCFW2B
EivdinQM3KjjRrsXp7dYG+udZlAwsIIx3p7FGWINKTjBYyr3D2FeJZv7TsoG3ssIUJhfMPF4Cwps
Wn6AijlggaF4ToP62DblOezAQn7fxq3DbaGIw+sIDXTAY18uRqwnXa8JCWZJnSYvlkJto1OhNLWg
1FdM3Tzg8AJDlLMIOCKne2mrHCaZCnElnrVUegc9kqNm7iA+iFJCoFmexqKV8T+jOjazlNrKWIZm
Ua4BDdkn2kIWAhVvPDUQDiDBx7x0tRG087FGqc+jGsr3mSnHgRVIn5UaWqH4dH9yr2J+NHMhyYUI
CLmSa6ZjiMRN0MXsqd+n1ZmrxROIVp2wajtS8fOGmyv4Pd48Kxfy9dmymAWKAOSfQBBdNcmGNTfM
uTRSH0hqR297t8r2TXrCRuPo7LTTa5PtK94PW7sXenegm3lwZWWtYvuVoLgIvvAZSJ+A4hTvblTZ
2XQm8ErDpBvUB7BxPhaSCSRY1uNpRcAxINsA/nO2Vuy7TxCZTdUuVp1csLtTVdmRsm0nDzT69T4C
d4cE2PI+AO9/bkH+EbnCjjvSc7rinuLVMbh8L3iDhIXGDWGceOmeIGGQaFoH1K822kf+B+yaZm3m
9uxBq2rHPzY2RGlc6jVO6wxet2/s/DzsWms+8g/gNlwJOq7KwXDUi69hji+ulFNOB3bQF93Orm0K
aoiQcCbidVyMAfn1Z7IS8hlaK8+EG/sDb/wFiYR08FLQv5wE4Czr0Cj41gcEalRLdL68aNBBFkqc
mDg77++P6xMB/bpoMsUjHIlZOC3jIjWdhqBt4alJX3nghvGL9M1oKjeNWrcNwz2Q8dYsILmoDp8t
96fTX4ZsDaJyHXosHwECTrz30O6HLtDLISdBK/bAv1A/NXqzVJuNVCen8KSUViKL5oS2Ki4EEUBv
B/WACjsvvK7Mwo1jAhloHU0qSOWAEZSZ8yAuYl4v4taXk5dgaMlQ/klCcSPlBelQTtGqY5VGm/EH
bTYAQlVZ6IGJ26SSpYSvsZCalSivpMxYVl1ogwKKJOJ7oGCIfn6WOpQbRKWrc6n1JSqQRtqXjcmF
7ohodExIaSjW2H3Go6smjzX4Z/S8slNJXEkuXF1/+AaQBSEHCwoI/IW5mtShaIoA95MflrVAEmOS
kCuE6PHK7F+9ERczS1sVsk5I9rIZ+r6JJtRj+s6XI5OGZp7aqf4DCWetdrLBD0oQLVpd93vF6nKY
XB6OqH+AmRnLDtdT2Eah3kigOpFEylmfvTl3podpNOWxJwoSzBNBREBUMo4eSn9rB8tycFxYhqgv
gHRIUeItAVwde7AkIzBFtaifLc5zNh+xndoIuE1T3a0cJdcXAGOJ2ViZqLSK0MDS5KLPblNYI/kD
DK+FWpqJDL41mQ4wjk7r9WbkIb3vQtrRGk3Bjq1omzv8LnTmx7Xs/lfN+974l4jo2wunVKRuoTzW
z505maOV/Na3xabY905NBCLtBC9zMqs0/5CWNDa1BvzwlupwruggUU0mAvCHU7nZSsft1e3DTBbz
IJkzgHqQrtTPgynAvGYXpCKcpVkrjnd12DB2mMNGoKVRlsmXHRAsmiiBkcLyQ/Lr5WdDAkL3KIaT
FW9nVYjABA6fA4QY5CBffEqMJwCdPeRKoejn2Rkw55KneLMXm8I2eZhQ1mjMxDxCX8faYl7d+wNe
xsMs96IRsjCGLDcMS4NeiHUrjnFvnKPS18VDzWUkad7i6pAlawRnN5YQKV7Uq0TcnUva69KzBqlX
owbwnXM8EegTjjxEQQjECoUc+RjgtVaWcpk0ZmTfzbHdXbMQzXDlmjtrYkTq5COnfz11uBOXvn4A
LxZSR2bVlHoEaQfICnxQrBNJQQNg5QAvayKAMIWwWzmIrxcKAFi4B9DmAMYgaLycPZkL6ZIAgTXU
MgKgJ8s38UWmu+kvmYEXiWiAXnHYo+0GFwsb4mTo0SqLVop9UYfWa27nfoX8We3V8coteu0PmDNU
MyASDRlnzODliDrkPhVgUhJfA6haJZEMKEbQgtHUzCA+xIv2uNZ2dwUpWcaG6hPejeh1XUQtLk0i
01dWCXpV/NaZ7O7wIW8n85MjyTE3MxK6qdnbb7zVuhV+IttY8cjrHPNi3lj4nRepOux5xjzQdy2w
p2hieq7N2QqcyqOOuaYd9pWEv/T8SzPMFQbGlaQBuUvi5wRkk0Qhk12TyPyYCdjh7dCVSfSAUr8V
W5kpkbfnygyttXvkquvla6q/jZWZ6gwBi0ZjfET1GnocJGBFsycdju6ZQOncGu1HFAHNwapI5eoE
hyvacI48WUPv39o236ecuc5UoONDFMrhZGQSjpJmygmJql3anO+fo9f3Bp6TS0SIYjyiMdazqDyh
8yBtE19BYlAHPR01AXEjmnAaNtnaW+zrbciu8HdrzKjqrovLIaCJT3+mNrDMDvhnrMDUbdEUTc3J
bUy1U9kCGa3Z+nhqvdlVSW/GbrkHjMOkVkvom0q6DU8al3fxhjI/G5J4nJWYKTGs0WotbrOGw/iS
Jrn6bDS0o9SMPnDVYD47SpK+SUU58XtHsvrdZiahp5HuNDuiLYLabzL5bWtVm9pNnPD01DmDo5Jy
wztShrv3Z24V23Ek59jiHtfa8W6uH24nnA5LW4PGbM1xAIKsi5dP66AeqXttNwMTJ3gq4oxEIjn/
dN9frrJ8OApAMAgWjKXwfiVaBBlyA4j7OvVLqm6KOQOF2kYFFzC3lui7TuUylpjToOlqPOpGWOIn
IjlhvfBwBdouq13Z4pBbeOXLzf82NmbrR41RQRSjwtg6CKxHj9340EMfp11JYV71IAJTDdQbLt9F
QwEvQyagiPO0EMqUS3xRs5pul2c+6AuQOYqkFIQsMelkxKPzrue8wU3PAsjP/tC1M/16HRecKtR4
cI8hjmLFTfh5iBSBi1NfRaeZdgziXVCD6ufj/ozeHCq42ZElA8cILi5mqMCE4OXNp6k/OsZReqvt
/LN6TCxxAyyq23oophEedHwrqegVs1cJiAGEdmE5wWy771z5VJ6o1Tmg9N12Du9UW83CyXMUVwZ7
fWQjQMQu/ErxADvJOGyWhUOWimPqR5wTHGSw/HpTgBSDsKKBdoWeXTD5Syc3cDagcQBS8/I65tHy
IVUhn/nznp5eNVITBPqxnTgzGcmT+7jfv7h/Hv/8CV6HY3rkKtL/JQkvYq2l9iohkwUwF2IuZlnz
3EjQvloXfvBeONxP8BysXsTXmbLFBhAjEHuQlpZtxsZUCXXQN2PhT1v5R/ceHcN34CtcxeOept+t
PZyDFxysh5QnZWUla3t0WazLIx/W0RyJNC94myDrdDnHUApt8zqSCr+yxj2qArvQfUGjGilw02eH
ae1NvWTE7pljjnEBmjFZqqgwt8m9/DQKZm7yG+Oh2ambzEo9yaqflQfqtLbhtm58Lp4NP7B5r3sB
d7/+wL1lz2uR0HUWb1mAb1PA+DMA5glXGcs3WbxdOapZu5Gj2IMlWhBqfShWniXLet6bAsarqwo9
mnGpFT7HtaBwOknZQZmOcmcazbM0mNka79hyad+zx1zqFVpwRzSyFT4fPIh9Zkn1Lpb/Uslm2Sjg
o0JbF1pbAHRXmHWN1XCStIaPfNp88MJLtZbmujEIiGwgbAPPyNJewgyiL4yyR+dr5Cva77F95Ao3
Bnj8/iF+41xD1I9q5sJLs1DtXG6FUcmNUVbLxD9Klmw/iYSuPKiu05KIt79bYLY60pIFF4Dl0xfC
p3LMiJ48CtmBn9xS+a2LTunL4U7eKz/BfG+ihnt/eF/Ib8YRvlm/uixQkcpFcYJ1GYoR5vAj/aM4
YMP4GKzwQCRvSmx5E1eb6lkiarJi/MY1jFkVDRAZAcuMhvvLuZWLQuoktC/4oE8Y8NjxmhNYee4P
cNk438eHEAO5eBgRNUjZQKH+0gadh5iqZVj64cSRVHnQkRG9b+HqrGZNMHu36AKtDXOYKPbDJ/cL
w/lR/xB/5tvoHOOtpGzTgMyf2UP+OPj8ytl5lej/x7iK0iP0RURUxi7H1zeQANWnBMZ9aVe9RGZ0
VveZzT1iM4BEYuVmYHcca23ZLd/yjGmJJrhxsVbOmTW2+yxa2Ap+3J9QNqpfjCDKhvYC8FUGOhYu
jaA7cK47mS9x9OqqUz+DmWmcybQbVnLxVy971hAzdzU0aPOqnktfIsFkhrvyOdsJW5Dre2tX3Kop
ZuIgy1Lp4owxcTvwFG2yY+iG++gpIdl/sULfJ485r2rQkKh4O5e+BsJ1Ofhdq5skXbmsbjodSjsy
qsAIgABDvlwhQeWkNBCE0h+2sg0X6D+qF+M58bJn7RG8zPnaQrHlDCwUkp3oREYiEok7lnuwwU1T
LSGJLx1F9I480ZN+RKS5kz7j49qhdMP7LmwxK9XO4OmOuKz20128bUng1U73Uq5s2+UPYU6lCyPM
KkWqPqLtGEaiTfYoefxR3K+53M1xAB2I3hu8JVH0ulyjOOhTMa3q2p9/DT+lh+hDaoj4Evy8v1fF
G0uDK35pN1ngAHCKSzOikmagryprP3uNzHH35DrOuCOIFB8C8mKevIR0fz93sAgQCU67pZ7LHA+5
ASmtkKe1nz+FNRGPrQu3W2lUuHHOLTh0lPrhbEvD1OWoIIuX1iXHNT4vHJLMgLK6GYZrDQq3jCBj
C/Q00BtgCmYu/lTKcqGvIurHwgY8HSSNXB1AgvsLdH3/4bm0ZO9RDMSLSWY8TVmUqau6ADYEbf0E
8omcWXZZZv9vVpih8B1XDCUPK3J05sQS/OGr/bzXs7UMBI0joHzT8SBiLnKl1OOEBjDRCdtZ/slz
hqOKJpqbSPhYQdjYac2+NI1wy0mkRvGrWHGJmxOJdic4HND1CltzEVI1VaQwp/7YtwaBxkJuds20
RnJ8FQ3CG4BaAqYe0GLUUlnWFiXqgmkC75DfCBavEH0yy9kselOkBBBJ8ZVP3/v5vaNW1FvC33a+
L8aBslkOdpDrAUh46fYzB7UKMQA+o5oaT+FfAjWxJ/EHRZfqfX+5tZjfDTEhkwAIG+DvGvXbAtVp
WSB99aisXVNXVVF2OMtXfItWOEUo1agECEIhGvlw6GH8CP8U1ETuzgNKCTXB2KpcTxvI6DTWSSTb
iHREsZbse4hE+7nDb+8P/JYXoQ0TlDQgKllaoS4/KZqh6ZQLVetTCGI/oVfMgBBKRFeOyKuSydfI
gejHJQKNa7BqXprR5mmOdJ1rUUzQt8Iuf7Ic3iwcYach8wQMauapO9R8Rcs0NiuX9Ret3eXdBif6
Zps5O7u6RzO1Adsl4V4OKEabldVs1G1/pA4ywk65+Vk6ufWDt3Qns8+/70/wVR2FHToTm2R9JQld
GHY+IJiO7lZHBSkiqMpvgowgx+4o7uhp5uCgiPEk7seHYrtW9b7CCLCfwCzyPOTjwEuYgVA3y/ZD
exnpNtBe28jRXhLZFND/qlMnrQkV3IKbXXTP25LFF78nqQZQZt+lkM0p93HKQU00MZvSVDkrN/Bv
56cudMvxjzL1ZBBNSEoaq+o9bDZm+fovZhDgWAFyY5uWlCFRo7gDdiSszLja09BWuR3n0ZfiYOzX
LvNb+wE3H8qWSHctZ8+lo1adwDc1x3c+3/3s5ZQIw1/y/yLHDCSWAtkj5CSBg1OZID9OYhmk32nn
RzTJtmChKDZNoTcm3xkGAQS+tu474FXq/ssg8DdAf6HX5opmkk6plnFZ3uH5opBDclYO3hmQts/7
ZuTFj9lthgz6f8ywTqZlWsElMDO5yV7cKmfll7BznINgqY+NF+xd5Z24hDz15Glj2MlPm9ucTjyJ
3k8d8B7nypzI58rQv3py733TstrfDly+obNidPgmdSKQuU80QMsWHVIDVQxUE5FJPOXPqGpV/qw4
3WsBoREUasigWbUHtmqZ2u2zlOyEz1bYUPHDsESFNPtgskB8en/6riqd7Coxd0OT07Zoadb5Yrqj
/UGqTA8TEjrgw7LMgQw7/G4ieEHbid24pvhknTLBuf8RX2iGe/PF+KY49jwnBmXnD7k7pS6A6SX/
AbxW2JiGxxknqmyN/JQPxxrCUdKwy6pNzH9UamZmGkG9JM9NiXuddah6a41loOPbeOqBd09tGQ9m
eYv+7HwwueGz2jSg+SkImt+b9Fim9qibRmoL3UNUPYzBY0LJUFEzmFSC/xGE4f2fNHe7vV7Zs+pI
m/hXEsY79EeivTwc17pnv7LZzDxoYJzCLxTVliL7pd9Qg/bRrHbUf30/fgA0AxbKDYRBHjnyEROK
0vNSfkZ2n7NBCmgn1vJTmvhn/EsOoKKHh6295cn2Z+Y9SzZPIA1EzpEdAXQ1IWX9z8/gFSb2wP0l
vLXboXUEfQNIRkBGkSUL6pomz0dtQliobTKe/xWr3UF+SX5qnKcaTtG0vt79SJJmzXWudz/KAuLC
IAdCa7yHLmdMKuMsQNau9Qelnwmd63eIIL3ySXgw4nmNS+FG9gKRCsCTKK3gKAX2g7GWNHHRQZLG
F6Vsl08+VahV8bIFpeFMfU2kI3hXab2Wm7wVSVyYZbZHDYqPRlzgwsbxh0GqR7km2Tndhs+qNQC3
JtmCKRJug2ZXpNm4Dd0Vbu1FKwmVq0oATgqUc5YE84KvgYNeDn7Q4krmekA2RX4bE0N3xCS02ufp
XEdklABQsPFAPMrVSpJl+WPZPYGOArCEAD8E3mlmzsFEmcsNjziGU8DOGRLoY6zEordH9s0EM79c
VCMnNQatXwtuhaWMCtKLkduHTsptK7OsEP4OH70bDj/u75obWQPM6TfLTHJCrRLRyCMMDo8Yp9nw
NtoYyZ+e/PoFfAOWUzAbXFKhZeBnDYdxVR/9WtBvxpmYQ5TDYu6iCODYg7zt0ceJMyXcgofBAh5e
fEVv1ujWzrTGM3EFGGTtMo/kAeJooc5huqkNWj0rMqFSCMhguleAggePeQG4ROkUp9QyAHwRVwqn
t16W3+ecfRMYeRD2pQTz3K7acw/ag/E0vmgP2mF0uw/jMTqspe3+n1VemP2Rn0bjMbPKTSj2KlSI
Oj8A99SP9Kk6R87sGWb5K8LgI7C3E+5N8s/U5kOSW8GDbt/3sxuJysXP/v0CZqlBlt/HuYylriRb
y8zApUjDeym/yxMCnqfgyNc2P/xesbos5PXWBcfmImkPpkYmNNM5PigkijBI+LXoigPSTuR33pYl
Jw43aO/mH4Vpr+NxeZYzv6NAxIpmm66s93I+3PsI9tiiSsZHINjz9awb7EjAWT3EUmn2avVyf7w3
T6pFjQ9vBYhJ8owlIxyh61spaK+Y/4jlgW/WyMWWVboayjcDzFFoSFWnJRrf+uOee1U8BQ+h3fys
rkzYzVsOggL/GQdzHApzU2jSILR++in94l7TP8azvpfP9bEozfszdtsvv5lidsY8FRUoy2Fq7oj4
PmMrHMBLUgMuvOP348EYSPu2YnL5I9lJVJakKbjTgORis40aPwt5nWP7QwO5eQNu6S3fKsp2sMYf
aULoDgwiL2FB1DWpnZu3zDfDLAOUTHkOYYWBThA8wps9VJFejV19EPAk+Myd+HFNheXWsbOksHBp
Ii6CUzLrmBToQoW2dee39QGP6khtXCV5buTnpp69drRLVJZqyOIAtDqRkfdk2WxAwR6hMajcQsvd
LNLCKwunpGvLvmx8Zg0uvoxZ9m5oJNBz4NEhJ55Y7xR0n/SPkfhWpJY8PwScU7+1h3mbJR/3F//q
QAK78wJCXmg6EKuyjcggUhnaDuHUCf1oBoD+qolL8KmbHmuwtwtDgI7+Ndz4VcOeDkwlOKKWFdAh
G8NydcQhlVE4r+gp4o7hdAoMzhrlY9ECsdNsp5dINSV1X3aONBAkwZLJ5bs/90d9nQXDJwAWgM43
kC2DAoOZ7rICtXpstPTUQYQY7taaE/+eia0dlbwjKJypanhrPcTTJqs3WmTV+aPIfc4TWAXB2W64
RfM75Iikmx23siBXJ9ryZehAgh4Nugkltio9K23XoG+UniQaWb28r7nPlvrD9Nqqhifhurw/E1d3
wWJOBS0fInhEIV875tu7vC1zDuwgAz2pYWrKEeieYlOlj/eNXG90xooI7/9mpVT0PIOqBj0N+afW
9qRtNcvoa4vyyCDxT2nqJKIHHTGz7rxifh7jeGV/3V7wb+Nc9t+3L+C7SFFCtD+futpMosLVuNZO
oHSrcdOGzqUlxGD4rsiMEmX69jbWezl9b9tnUMrYQWQF5VbWKDGSR/SeCWHh3Z+fm4uAZCwcEhp0
PBt/lSJ4C9VkpqcZEIQu9MaAmlm/+XsjSHYt+qeyjDoC85LudD0GXWFAT73OfVCot3gptJpd1NTX
qB2us5xYbtAN4bm+bC5AqC8nm0pd1HaV0J56vn1X48AOx8MMYe9WdsWQmmCTWDqPJK/ILSo99d2T
NG6Vzosf610SoHsqb/dzdo5EJ0IbwXtsgh4S/bB5cOzrTdm7IP4dFoFks67XEBs3/WQJzRYAqABx
VSagKP+PtO9akltXlv0iRtCbV5LtxnE4RiPphaGRoXcgSBD8+pvQjntON5rRDJ09D1oPs2KKcIVC
VVbmXEJ1w3NoDAbh+5JZO4VNEE7jLzmaW0xwStbuszL8SbBQ2YDQ1PnEO9wf8mcG6cmurvyy2utf
R7xPaBdWphoq2NW3F/I6RMD0euCOctDkg0rM3wTW2V42IT7c1xajMTQkMg0ouLZ5QBd5spuI3786
vwDh5OFtmyvXxIVJyV9SrUgtm8BkFkw1OKvqQJlfDB5PeKg0P9hmv+BVplkMUSBxUQtBL6Rc68rh
IJFxSsd4/ENBOzxD3vulTl74M5uJjzj1mFsbDWkrZxAkDWA6RTuJaMOU3gOzAZRqY7E5RjZnCeuO
oV8k1cG/pzpbUuwiyri463Hlwrsjh47WY3QZSFGx2nok0/gyx8BchZ3Ofc1Lg7Y/jumGANDqmM4M
SZtZm/SUdFSd44kenKqD7s/dyLdYj65ifGk0UkzlDgPu2AGjYeVHWnx2yZfbW+86jyYZkPYeTzQ7
L1IYsDRfc47Q5c34Hm0RKHvaYb88TV+mjXj/eoHAYyA8mAqOe7Q1SP7L1MeqdJJsjts2bw+Z1ZX3
lKk8dBfIc5BRTzdO1/Wdj/IGGmiQsEPvL2RALv3lklgFIBlkjtPcOdKoMlM/SYZdzcdwKbHh02Kr
C/x60QBgADZDh1lB4idZnEzQVKEYN8eV6yFtmqPlu2ycLSt/tQYvdzoY7MXDAhTvONHyRcArC0yL
uYWJnHrnRKra3QPHoAdM7cpwJHV3nBWlPEL4bvAH3vyZXAiQ5LMz+Wk9pzuwOKU+WkxAzc2VdOeW
c3UwUigj3d5hYrBXXwlxCCFFgv4DV9rB+WTlXm9kPPY65nteHqhAHUKiK3TZvvC2WADWpl5IUfx/
a9LUD543WDpH3Dv1bZgO1tEcmg3g6NqAwOIPHmyIvKD3T9q/HGnJkZkljw2AvZL33MI2erSNL6r2
cnvm9KtnC6guoNQGCgmoBQjx18udC8Hg3DLrkcdZ1+6z6rtK9i6A9QUN5og8OynaG9yPzGVhD+h2
xr/nxUudHgrvHkwHHXqPp5/WtyZ3fFdwcsyft7/u2v2Bh+NvNV1IO6KMcPlxzHFqj/eMxz1k+HIo
i/hez/0+a7aordeWFGh4Fw9LpGRxhC8N2e3o6EyhPF5c+gRl7aNeZ++3x7JqAv2TQnkKtUNZodhR
zHEwGcaSaRmeLI1mYTDqFn3vSmiBKQMWFpeSaISVoWG8tbWe2BaP26QBtyH8wiF1IJ1IrJYG2ejy
DysfpmOjZASKSHzY2YBB31FChqCmkCu/Pei1BcT7DLzJeLHjYErPhqpibUcKjcfW4EQWNk411hHo
jQ63zay4e7x8IfsHNi5UtmVIV1U52Bu2yuOcZS8NWDHKpdkR8oNvsY2tnUsbPKm4XCCvAUn0y32y
WIOt90a5xMNU/CalFzb4x0edKNQX762nw1Z55jpsw5v+zKB0Aih4fQ2XpTA40gPTikDrfprNW6UC
uO3r7k9QfN+eytUNZKP6BE4VoO6v6KcXEDzWNYBKcV3caaMR6todJLTAaEb9FM/q1PzFR3PPlzRy
1OI0NOnx9gesnRM0I4JSUWSOEEReTjErtN4Al+USA0MJMlUj7Q6KbmQbw7xO2MPvOcCbwfGBfx+q
eZdmOMmUus8dJC8cqHx24cRDkvs6DZPa9otXwzmgaRksXIdO8Q7d2IfGot+D2WdAaTYvwVZ9LOr+
jlDj9fbwrzOV4sPQlyOoa8G1cUXoqQ+UNBY+bFYiGzAWKKllyk7vI+0dGku59Z1t5XjXDikmAoAi
QLPR+SRtat1Eqbw0jQWnJ91B3WgPTMWpqbZeIGuHVHTkgkQTOqSeXPTS9cabK3VZ4nmeKjSXF2Cv
cHsCpVUQKLHs1+15XInIEHyDywkZKmxkW0oX0KwrvZmmaqy1VD20efnuVooVqKlBH+qmqA810RxI
pc1bjSsrJxaGwSAq6P+FTOblxgLc2YU6ZgbDr/odeQNhPANJ/B39o43fbg9xZd0uLElxSK3WhtYV
GKJXN6feAuUHqCUz7jzfNrM2IBQ7BBGa6KeUQ0CzrhaPNi2P3ccqwBnpv7y0VmBkQbulnLC2ZueW
pNuCNyC+gawHj0m59+zfgBEGRI1L9G+r7tsw7f99XEANYdMDeH7NrJZmncoKj/DYUaudk6UAYmmh
4YbcrX1VfWk6FEiTt9s210aIR4mAYoIS56prSicLKHlrHSNER4IZc7R0gzmuAUHlfio2wHpbtqQT
UKVQU6483L1qoD61wPGDpkK/bzesrDlStAoAS62roFIAR9DlfjcppKjBxc5j7gGAOLZRy5rQmot9
UtinsnoolB0BAoU9Wzk7NAv9oiDjkPzy7CfVCnKk52Pu/hqXn7cnesXZXHyVdApnRWOKkiMMgrwX
usenk16AGAf8YCWIg2+bWp3nswmQjmHi4hCqI1IpqQ4m+gGKsLqe/kJNzvewcwuGJSYbJlfCEJRc
bdBwQgUDr04pKuBNWhbVksNjUzVO0kOXqDsvgwbSp2Xvbo9uzckIokWITOJmQG/s5fIm2gIZR6Nd
YoDrxiODrPheMfEULIylP902tVJWEGqOHgyh9Q/uU9qxLbfhN5duicvqlehf6vJ35fykkVuE+fJE
yZdK+Wi6e1qHwFSCya443La/NlQEHkAqojkUuAzpHlRdZWBZxTGr5lwe6mb46eZLuluGstpYvzWX
iuQqbgfxXEXh5nJSdVD3eVzDjcvmoH4xXlseGfeLnoPgYJ9mWxt0dVxn1qQNSualS5XWXmKrR+1x
AkjYzXf9mG68Wa9hdyIbgYsdLRV4UaKD43JUlCNAT01lic0prJdARbq9iz3vW0Mg5j4A6NXtCus4
KSRgxS8yhAmyI+VzYvhFedcPp14v/OIhrbpAX56s+S3vXL9kzqPdbDxK1g4ssq9ApKF1FYkNaZ2T
uTdnqHcvMRDbqm8Q43kE9XwwlUQLvCyfwgFk2EHr0v9Dlgg9BsjYIC9qoTlSWvaeD93ggDsvdr6W
ILjXh9BNARE/1f0c1h//vJkRZaHkjVgSWHS5d7BEpxPH40+NMxAJ7rSs1vyOtvmOjFV3vG3qbzZC
Sr+gzGVBpACgNUB9xYSfpbOLwmPMdpgWu076ZlcqNKcTRM7VrOnBwom6s8A1Hs5EQSP/YoOh0lq0
/UjU+pjCkb2QfG4eShtq9Mtol/cuot+9M01sb+R56pPKGx8L3WxCt9LIQ1e2LsSMxw6iH3aifTWm
edwh22zsgIWonyuuZi9zlrpQyJrasEK/14aXWrlZBO4YD1pkNVF4k3Z5N9K+yMbGiNvxAVJejzV/
dgeUDFx3Y5uuucNzS7I/qrO87ZepMmLoggG/AADpgkiI7LKmPWr5k1OBGWzKgzLzWzPdF995cj9C
JMyZ/1VQAxsWHwIlEqG6i6yUebm+I2p/xPPwIarWhIOJBPsWIO4atyWZED7sbAtRpV5mrymNuLTu
7fbJIWgwQCzBRv3gzA/z8AT1TA1J1QqiUjYPdLATFTuIhibFy+3NLMYi7WWMFc8h3Oi49OSeKq0c
yoHavRFbqvJgKFPglPnrbRMr+XAxn/9rQ9pCBRlVjdLOiHnQGGFlH+qgrQLnQO5KsuuTsPp62+DG
mOSNpE9or6pqjClH6t0CMgsQ7NsWVl6tQgQMupq4NwVxhzQkYybd4jaKGQ/zabb/DOYH9U3+e0z2
9c9e3yn72/aurzSYQ8sYyi/C66iSJx2ovpAMBH0xduY+b6K5PqrVsGHketqg5QRtF9OGi0ThVQp9
IPwy2CVYPGOWoXWdNxSs3KgqhbeHImbmcsOBegDOU9SS8I8txXLKUDtpq9hWTPd2Dxr55UEJlDwm
1td3rdjCR67MG9oq0QOCDmxkOx0pFKhKSBuXeWrFdl8/9ICOKWFjTP+MqtXQkorkEcoSgE1fZcnI
7KjMcAYMKenIftAogW4GBQusysuHZs7ynW0u7r4vmXZknQOqt9HJnhyDtodeT9sjs8piYy3FwORZ
RtcdEkq49HElSlcUWQowE02dFQ871/mqqH5v/mSAmymH26spNt6lHfTXYWfY4CMGld7fzo4zP6bT
xQYl+aDFSxZaquG3P+15b0Fe+baZ63U0gRDHm0voD6C3RhpOJuiPeG1reEH21QF0aq2vE8PbIZ9G
jrdNrTzwhC1xrg3UAQG1wZDPhuThClWtwdJibfnIB+/DgNijjtJ6qYZs2E1OHozO4KNlkbqQYFcO
ua0fS9Nv21OuAKD1RsywBP5m+nX7u67YLVD4QhsvNrKYaYTRkg/obdC+56hdxQwkWhRMoCN77vqv
Q798TlQLeuQsqwlktakaGEVUtDkKfxHpP1qVvfVAitiN/stY3I2H5/VxBh7KxETBGyLTLzsNbWKM
gOhQjzXlzqlbn/HWR1uiS7J9u3yZFb/jG959JU4QJmFNbDpxs1wu0MzSRivwm7h+4VMNsH4SFm1V
+KlaBgpF3KAWrj899Z5vl0aUsZ1qFUEyOaeUjBvHbOVqA60R+IFF0xe4ieX97/ZtOTGemTEjibfT
nbLe94k2HyfeD3FrdqrftUoCtJg5+Ynb2kcFiG30obLpz8b2EN758iTiS3DcNQuhGoCr0mOyJENt
p0puxo42+1a2c5RvFB3Yg1v4GhiEqycaqPd9se+c3W3L1zvg0rC4Vs7Oi0pLxxhMTEHpdeCU5C06
Xmq8ZIPau1PK52FLgHklYw9eZlQ9oO+KzmIoEF8aTFxFAwiK2HH20GZvI2cgAD8ocYEUpML8hja+
xfzBM/ZqtwG5WPENMA13B8EH0dEso6FLo06UdBrt2HByP68N3zO/swQgFjgHNcuDvALN5J50O2Pw
059wEy2B7PvRS7ojNx/z4pSm1c5z543vuvb24rPg7MGc4qIjV1oC3c1pU5jMjhVLP0JNvEtBib1o
YdNa++TfQbCaBaVMzIFIWoCYWzp/U6aZzLC4E49oge0fCHhSRTax4PuieIXSex0R9tiap6zg9462
FUxe3zjQ7sPpR+YE63+Vnh1ZgxKJNzkxNXYMNJd28joVD8X4Wk2/qv7F+TKDLruZi8Mi+sA+gNzi
80b7vLhtpKN28QlSoKSiD5vMOXNiuws0Za+XX4A9RfL00aX3BTjCb5+v67vvcsDSwYae4dIoyuLE
eP7aAesg2eR0HFgSt916sK/AHmELfAT4EXxpcgcYa+iS0dp04jlDU2X3JUPpzb7XFmC5zZaekJ0o
ALxwwip5LMfn2+NcXdgz29KsQtunADut4cSec8i75zZ5SasHtpG0+XtCpbUDsgNq8ejbxt0uOw9A
GKxmqIzixVRU7JC+Ssw8hJz5BB6EZij60Cs0FJJpbwDTkVPw9T72gzZ/5F3a9X6BTujkOKtD/qOH
YM2H4nlQlUGRpXkq6hlsDlPLoVXk4X9Ow0at0Jcx5VmTHGlZqG7QLdXiQiwDWN5wSpnzG63JeReA
rbetg3zWyLtrsfqrmXHlR7uIbABOweIcCqPG7W6xxbHvQBiijHvT7JAm1HJgAgOlMcUfpUoVsJJW
P+gyQJsIjB8gKzUSyCRVBEAkOyvnD6aOCQub3J7QpmloddAUBrp1Wto7TVDadfu1gGIzXmRWqzzX
oPMCRxgKpFbAoSPoPs8Qmmx/g6LcwCZgMzIYQIDzT1KzofHnOrGapwW+7mMcxgok8mjbeCi1quqD
jiQQR20LBnrB0a1mUGRR5WFRjRTiUciwDaGNuSlDZi3s07azoQ6GekLxZdT11jsoi2WmP2qvg8dR
R6vt93lrgl+T1+1kvPPBrB54AoTaRq7/Cg0kMh4uwltBjYhMvyyIY44lxL1y235SSn3XN0tgVHpz
sNQetWhP/4T6a+E7uUt9e6pO6EmyQ0rLg9X9npP8ZOidEVSkInemNvE7TqzP2wfmKokgPg+dOdAI
wOMQKgXSU8odtRSdUJnzlLraPVPsB0KT19LuIQDxRc/HEMDQ0B7GY4J8TTtCxe/BMu6gu7TTpgiU
5BtfI/zQ+cn6z9e4QibRRYH5qrdQmRnkGEvnSf8yQxTDzX37mxcsWQAOFWv8zH9qLPCena2ue/nu
E3geuCrMNx46ONbSSxwZNH0gRek9LRMCq+xrWxuB0j47yxv0ojaGKG62iyFe2pJBnv3CknxcYMvo
w/FL8odEcxuCvkQ/9K6fBLetybfM34HhooMKKqhakG+8DHNmozFRuKUwZti7oX2lCKaVJvVxstL2
q/ly25rsfWVr4vdnUZyhTWkHGKH31Nh/KG4XXA6+7X5bEErdNiRfZ8IQnsqihUOFvqvMeaoRmyuV
lyVPFRrre9D/6tl3b9xqUFwbDugEAI0FgFyYuRyOzdICdZc8eXL0ELAVoRuS3btbDP9XaSAxGCCo
BHEq1PEAX7g0QzA8Vjkwg3b3PkZHDqCPdVAcSx/KVelG6LM2c7i6APEWrOa2zKOqFqMJ8YIieUoK
EqTw/s2nUX/eXh3xwdIOBz5ENAcDiAdwoRTb6YvQGkD55Mmya2hr4BrwDabXp9tWrvo3MW+Ak6CE
isqXEOCSlocWlVmOWaU8Je/kWXszwW5iBePvBUJTfH9nv1jTTkMEt8UJtLZegnAX4sLAaYMTVRqe
7VhEaQxVeVLJQ5Fle25Z/lB+t+tgwrPBTEK9C02UDm4P99pF4WXmwlGjhon80FXvqNejNNsZQBBZ
IEFffqGNx5/GT0f7CpXyDVvXXgMAVpG6xhsQxQm5PA3dxKJUmiWLWPN7zjV07D+q5Rg2A7TwdDNk
5vH22K76D1AEQ1JSEFMibYIeBDH4M8cxkmwgC/S6IxP+qR5+jEGpRpBbhzhl9bQsD9T6yVpIgo0v
g2P5tUf8XKH3I9UP+eTX3dfJeHS6Gr/AgSETHlQb0OiVyceTGAUhtHMC+GRKWw3sQXbi5SyP3OSh
7NK9nluQWfvdJV+VsQo3JkPcuJfHBxUhHE3sMBvHR05uTtbAWNIZedRMr0XzLWHvC3/gFt7+9rBj
Gnb0LzRG5osv+Nabnw2J9N43zQ8Q/fjUWlCdgxYJLcH6lW5VRa9PNgC22PdQtkZ0b8twJJUOBec1
MkNaXqKLpUGRt5oTb+PSuuI5wHbAFsfpxhsRJQW5NrbwZEkqsy8jC33+nFJIBpanqs6DToNvVJ5p
25/GTg2dj2RuQcMa6hlaYI02rNPad6oPIJkDxUattNvxYk8JBCIQLo5ABNf51rmUMxfiW5G7EnVp
iB7qMupYw/3gQFyqjEYoSzWvZkv2PeIkZn+OOjsmtedvCR6vbEZA14FvRPoO9QO5FJs1EBlfHLeM
iHeXkTdtfM7TOzo8zP0mIYJ+vRXBkYfShMgCA/AjxUVZig7ZHs3bUdaCI12FVnvJfYKRMt3yu5RE
SQm1sCoJS/5FS5rHft7q37oeLOYWCAdwgwl9MNnZjnnpdCzprSdF8YKcQ68UTWI89TW9Orj/fMpF
byZuR6hGolQiL2Vq85IgDYJ7Cx2z+7xWMjz7LR2qhFoRZuZggn/a2OqBvR6gMIpEMSIAG+8E4YvP
XN9SZVAtdUvlKe80I+Bmxtyg8VJtt1QT36t8GAIK5PKX207m2sMj84FGNUAPcJyvThh44Cat02fl
aSEuAZ9el1t2gBqVS+Dh2wGJYZ54qH7nKpoVVUWt9Y0zfpWAA5EWUi94DuEJDY4bOYRDTQc0d2zB
FyRp1vpzpY87VZuyh0YHRc/U4KBOVd2gk8z1/KYuv9S1TY4IZfWDRYFyuD0f12ERytMIJ5GCVtGC
JT/SWJY3DcoDVZSps7ZrFCjQwWbtF924FT+smEKC/a8umwtBeJk7pmFuPpPMK6NhNoywdKEUNBN9
9PuZOxuTfJVqRIMzFFgBmIFIqHBUYvOdba5W4czIx6KO0Pnr08oI3X7wE6DYp3sbsQr8hj6/4xw/
wIkAzNsQNOJUgO8Oe6EHSci853X/OTR9sMm+YVy5FtDoI7YQmmGAdcgzrhkTuJLBNxypyHkzhqte
O0wcpBddrJffNTIGjrU3Ft+GSCR0Pup/1cTF1CACBl4Yzg3AQrnbCd7VpDpgeFGi3pmNiTNXhbVz
uL2trg73X+FL18MyoOEbFK2X85+ao0g/Kw3iGvMug9DkOMTeXASjFTXzFjbzOjCVrElPectURgBY
0jZagN1zgVtSk1M3h+/FY16h29uCCO9WpHgdhAubCMPFAwmLKMtfIRwbJm8mbTQwPCszbWp3hd7E
49T9IID07nFZ5fdAXIz7fqx5aPChuANFI90lqteGXVIoPzLQvW8c57V5F+RTCNPx7IWHkeZ9Mjjl
E28j1AKxi3InOy0AcfmsLL5nrOp3i8mrjYTutUfDVOA5grQ2wNMI0iWjxC3sgYFbPYIiNQ2swdRP
qel0fs/qdD+QIT26KfqAK0VRQrusk3u7Ub61mtOfkMhy/9zeedd5HfE1SKPgckE8jdzO5RSoLgOd
aKe3kfXqHI37okNayZ/8+Q8keoHGP7XUp3ttS6jqqpYFuhOYFXgmCK9ZQOVfmu3UuTSc3myjeWmP
vWb7aUx4Fw4TgG1a7pf23ejtK5Q2rY0C+uqSi/cRdBVU6NlJr2gv55ZrL2kXqSN9H0bw9Ce9UQS6
tZiHolEdqMsuzeftSb5y5RgsyPqFzDX8xZXWtaWg/KtAQz6CVoW5V4xCCbJuVAJiOltSwVeRtzAF
rDCaoRD74RFyOa/2wgfEWloXOcl3Q3+3vffbQ7kKCKS/L/kOTcmgN1KYXQQVouQLOtk0xyd90FQH
bJTbpq4iZjwqMWeW6E3DDSCvVLUAWJBUELwtQcPXPZcl1EL7MQAhpflfWhLrd3b9MY1YWQW2nMjy
IsdFE31Iy2AeXvirYoUa3d8e18oOvBiXdOJyfbEZuqq6yKxerXynWXH2I63B7Lhxq68slS5eX+Ai
/c9/L0fVF0tRWi7HUoHfELVr9qdHxKSmrzpgoOW8xd+5svMuzEkn2vUUjiAQ5hb3h1G8jdrz7Wlb
2w6CAcLAWw+Bkcxj7SkuZJF7LFIFgJoyvNkc+hB/kv6k9YFtLcGUblKxXMUe2IF4zuOFifQeiEDE
78/2RdmmE01LbPaBA2D7mKO2ADrFBySbfyVvQAO27qmwBevj7ZGuzaTgaccLw0CrlmxWR9JSHRxs
ELe5z9DZaxo0/O8siC84GxiQ4F3ZuLAwgbZ/V5dp65ccSfzbVtY2IK560CyiVCx6By+tIFpSK6Df
cazSnfZWmSdj8KvyCMqacQsbIc7MRS4EK2ULxj/B04LrTL80ZRcVh4BD20epvc/cR62KdQhmz1v0
9msrc25G2hBTopN2GIQZbATa3GX68faUrRlAIzj6LVEaBfxITOnZwszAX3Z48PSR6w6BVj8227G+
mAppqnCCIN4I/BjoI2RoT9UAj4c8FYmc8c5BLc/07RMLS4T4hrNX82dNB6AkmHfz0Rve88zc6cCQ
+ywgY2hpUOz16i1u75XFu/gi2XM0IOwYZgcFDoUeVUhzYS/6TfZnUv+5HoA8GfRXMXw0XKH8K+17
IPVFK4YzRPO+cN8r9tCRDae74twvLEhXCXiFKSs6WDAY9B2nP7Z7nyOeBUOI37D49mZZCStEg6Wg
9nfR1mjIm0W1q76rOxqNBlUC5BpBjwOu5mNVmP8quSDY6bApBepQJF7l9AqzJ0SO2UCjBdwypv6o
FUg88MPt8azsA8BBRSQOxDsOsTQe2OXu4lAa1agblzU9ZGX5w2n5XQ+l+9um1oJwcJNClRUAFg95
VMk3gesILlYfaZTR7F4bDtzB5jfRmvrqlDaY9Yt9qdlBopjHQbEPWZXsb3/A9Vg1wZ4B+hu0/aFv
UYrTzNoqm8bqhwgfErjJ70p/S0D0ZWzJNl/vEdFbiB8BXhN9v5cOZRwzwJMte4g0VOyLBgoTRD8o
7VYGUCzNpVMBHAgDQvYPSTHkYy/NUJJaejMtNGqgOMu0t7Y42UvADc9veRP05un27K2YQwYM2mLg
lsWPXIedqWFQVhoUAbX9BQiFtNhNQ6CObyRYenWrFHt9pqHE8r/WriqxczIvGYRGov5PGg/mk5Pt
3yc0CNwe08qz/NKMtCU1yluSapxGdvOTF1PInXvSf9OcxykJ8xyhRmKCo+bXbasr+9AQohm4pJFf
Q1X7cuFYO8yeUps0Mg9G6LyMD8X7bQPXYRtGdWZAOtQWusHGsoAB/cAFcatvh8ahDfON87Syzy/M
iM84uziTsiI1SWEmT9vAnO5FLirZ6qRY2QggfoBjwtsVtY2rXFRVdx2HancEPnE9H+4oQwI0aQAw
Qad7t+HdV1YGxHN4HcPDA3ko02bQCXleN2djxIvm1zKC5ysdfAKgncW23sRXUCxceqB2QiuKA2o9
kZ24nD3KVZuZqT5G2Sl96k7TTxXd1emB3pUP9E/yddpw9Gtb/cKe5JVUIBvnQtXGiO7pCZHHm3kC
jHFnnei/3/iXIxOzfLYvNKYWHTVUWDLfvbT/XLzy+5z+Ox4FE4juM+TIkeCCn5XMjJZdtQhjxogV
j0kRQfDmlYAdTbmzyR+bddAcR8nR047FUgee0b5sMjtcAZXFEiJXjnOM+xNoVekLFhV0JN3YjpHn
Vr4DbDQA8ll6r0N003pelnCpmoAAnwjofPUM9Ri/8x62mF5W3PLFN0jOBPCpBMRd04hbAKlaqOga
1YNLh+NAel91lm+LupVMWzn2aPCAqCxCBmxemcSmHfWB2Q0Oic6PGf/ddBkw0PvbHmx1t54bkR4X
U+NYGdiVxqhi9xPYkIkWzNbiuyqY+Q5VeiL2x1Ybk1gt6T418eoUewqAsKsgvdWL2q41mKRmHhh9
ZDb7uflIrK3yyqodWwW4WGQjtb+O4ex4LLaX1ZVtjFFeeD8YR9NkpnzWxQc3tzRNV30MkLz/Y0ry
MePiVCwbzDHq9ggLKDoafDSwtO1+ZH5WhcD3ERrO37YkfVYiPRwM4OXRQGXibMgJ/GUqNIgIYohe
IaRhHunY7Po291HKCYGn2bEF5XB8gzYl+47N71Dj2sCBipFdLebZF0j7RxlmYucZvqCayHOh03cr
21rH1XNwZkKKv8bC9VgDSFWU6u1u0DLfmx5Me2McVxLSf33MmRVpCeux59DWgRXjmH8fer/79Zlp
0JDW7QASAzWASPfTsUL6GFnUr4J6/9j9bj+bOUCLF4jDB9SA56D4vYlD2Zpg6ToxEnRzpiO2Fteb
cNJ2DiR+NnyAmMCrNQT5KMRW0YgHIBZ+f3ZQtAW0l60BE4XuQ27H8+cM4kw/9Xk/Tn7xozzpL7ct
rp7MM4Pi92cGc2PUAJ0VY7qrTjNUqJixMabrqp+4Ms5MSO56ZLk6FwjPcGWYb1X/CAjw6AZ5FnT0
Dqn7k1XZdw2YX3l/aoAEK13rIbUhZTIPJ7VDXR9tJiaYoC0DboNtVElWwsaLb5PCxqpHPMdcDL/f
dbRHeiK2Y618H8CGNtvPnOgbL4pVN2HiIS30YAXTt7S3s6EcBwP9FtFIX9D+5VMvf0xygdDSH5f5
pUHifkEOsFaHA7HUIzDrRvjvK474wQPjoO4hPJKehHbVqdzWFxYpjPhGehh0hgb6n2a5se5rvgLQ
HANdhGjUt2QcYTOAUqz0NIYoBWkWpNY/FxC/3R7LWiTwl1wP3WPIZskQCaMssUROMUf90u8K9cFB
3wZ9nuck7Obdlub42l4BHNIAmy66EsD/dnlUam9UEt2u50gpp4BlxcHKAJllfk+b+6kAb3ZZHsBP
eXuEa2+Bc6PCYZydT6KgDF/V5YzX2u+s3DsOMFVf7faEh9ttQ3/rHJLrQVAJOnaBJgT0U9qZbOq9
trVhyWlTcAQNAVS4jiNY/TvBqFV+ms23hvp9PkT50O4L0z3Y2rcu/9EqE+iF3cMCAWebNLtZq4LO
SPY9++WNrxQ6jKVab0X2K24LGHEkA4DEwWNCfkloVpaVqJbPUQ2Z+Ta0v/4VPtp5vArq6pPu6p+5
t89+N+5uTn5mvb/VHysmQ56sc/uSn3ZTdx4AOsNeKPRT7yiv7rylQbtSuwQI0RQPJfgJJLYl1+yQ
XKusvp+jBZdAkozfXePJtuhj3UYZWi4GtM634x/A5XfOYm1NsNjM8gAtVNKRJhMsx1dVsdEaTSNh
PKpGjwW6y4/qDLCGpRjJm5JPn6rBn1hK0Sra6/0uU0lYQgQinBeNHW9vzJUzbtnitQHMOPA5jjQN
k4JXD60LfImpfuvb36o3PjuWFTAl8MbvqrfVILHit4B2RJUetRGkfeTX9+AmlsnoxFF6RCtUOh/N
Dh2yLJghC7hkuxooFUD7ePejNj9I70Xkx5gm0AToN3iDV0rm4O9DKhQbHFVJZDAuj77bDG6VDguP
aBMV8xM0cXzduHcmqNDuON1PDkjtGL8HN82JLaWv5nvVfqLa78ZK/z2NiU8RuBHU0CF3pEqub0Ib
ejqqnEdDez92iK06MMeDpz3SnvRp5zwu7lcn3WgAXLsqUbBGlwpAMSihy7DfRFk4en/qJeqcbjeb
s5+Nx75Hs8yCUgHAlS4SjLpfghyqM9RDAg3qjdtlZQXQgAFIGCpL4HvBO+lyBey8RXeQZSxRX3y0
I3sYfmCK0HDqgfWc9X6WdIGiBqA0RbsMUY4ptGK09NfUQNSi/Lx9Cq4djo7mTNEhKtYBCiGXn+Ia
fFxGXV2icQac1u6Xk2fmWxXBa696aUTacVrZWJljLUtU0bu2O9QdKlxgfQ9vD2XNCrDqgsMAxU4U
Hy+Hkk3MMgglamQVYNx2dL+q/T/V9HbbytqEgf8J6waMMO5rKbJzIV/LLKVXI5tDml5Hb6tRuxu5
s5UnOzqlcWvivYnOUTRwXg5FIYBQ1pSqUTbeJfPR1u5y5ZEWTxU6VBdEbgY4xTOTbBzHtaGBtgYV
agDpRD780qoOda7cSWA1tQn32cLLHWj0t9B6a8sELWcVGxyZAQRrl1ay0rEqeCY1avH3SZkcAN97
BSPKjw7kD/++VuempAEtXlOptLLUSDOX3cQfy7YP/jsLYkrPwig3yVKj701YUDmghX3re0a1Edtf
Xxz/oTlGmwmOKrzkpY2syHWHWLUqMDFlku3V/rHVNsmBRXr+8mIWVlBoMdAAIGhALq3k7VSPnYPT
00x+Fnh4E42+caeHoKd8bL53/zxvyHtBAOD/kXZlvZHjTPIXCdB9vOqq02XVYbu7XwS3e1r3Rd36
9Rv07n5jUYUSvIsZYAbdQKVIJslkZmQE4hD0Q4BldW5NC+sOdBSK+BzIo92QTdrp9uOVWc4afhpx
BjKaQFugj3Vuwag5ro7RvfrMT8DqpcTp0eGXAZ/12MzSmxFJ4cFFC964wdgCxECQoi2aSX4eoR+X
8LsG3U2Tso+SNTjMHUM4C9BvBAZqzBlrSOMysesTgUrpVG6sRl7p63+lGr0kzRo/2PIcoLTxVJ4G
6m24n5jFwfstz6Y80Z5xU5oh/6vEQfp41u7EoACwARON8iFqvxDqna9OM8oK+B4L/VkDTi87NtV4
rn0Bp3ZvoIu2hSSeyr2DFRKIC8hiZShUPP6A5WwCnYITCO0u9IBgK3AR2iCHSY6M57B+alveqsiT
SpDCi1aw9it22NrbMIJUJ+xC45kLwasRxWYHrK9oUDrGxwNaRrN0QOB4wGyinM5Gl8PIi2TsEuO5
NJ5GcY9EgekLyqXN34VA2EWddHlsb9nvS92DPsDRpIEeMY1ZwUJV8oRwMveshI1sJuK2FvZ80XtE
580266wi5C1i2LL/ZExnwP/NmvtT9hICmdqE7F8YfT+sm38QXYovR7GhN6KWgqjxWTxXqQnBuMbc
+Y0V3PJ990Se1mim7kw40FyCIaEKDzEndsKlwAftgy6GnlZw9sS9J620JVzloPkb7VyA4K1CuRe+
RFPq1FlhjKrl0jzClwGi3T3wxaBS0Sl2NcassbkAKedO4/72ffDd/fFpi55peBrBocS5rYZAvwHM
/uqp1ZVxH9X1i44+dUAliebGipS6j72JBoCzywfmAGlFnR9nNno1GGcipYQaLlG0E9/ZZaufSnXT
ke4qq/6r2kF057G1RcIFhxrYX2gNlMJZWX2woCzlphY6/dRqP1TtrauCg0LMRoP0cIzUlaxbcrs2
ocsRwiZiK+xQ1NewjvMJTYlfIB2T6CfSQdikqBoPseWGdD4Sz+moWIqxyiS63KJ0nNgUtMEMtSX2
HO+TXCjBdaCfKpLn0KBptoWm1psi4IUtsB0HqfXjY5hwzSYp8p8FUg5WZCglGHEm9VoY1a9Krz2g
kfxnX51S0DTFtfN4Jei6ztcdpT7cZXTdZbxGmWBa6zkjAk+lfoo5UMhnk2QFbfZWZtn1sZ1l9YYy
4IAAgkpWIb5hpyLjhE4O0sA4qU8Y7+vUbCaI3kKpvXlBS4wZXaW/4w45RblZy3gsLlNYltBKiQcu
OoXBzzBf+JoYcti1pXHi4rR3BYLGRXT96Ssx4rJBAWbwlEZ4iHcDppMJdxQjKH2SygbIEIn6awxa
3DVCKBs/NHGqf1dNhkN67APjxyTocPTWj6C+wuGsKd1h7GPdbqNQS7egPe1Af673/HcDPvp9Op69
okZ5GNi8jx7UfNaCE+AEmuvpGIAbwwzFsd+srPOd2Ya8F+1LAGgYhQ5mGtQCPBS16KPJXGvKw4Tg
3zAFkgBX0/qg9ZrUYpNoo+7IUP86CRKg0rlaBlbTZ63D6bHmlK0I1qEs6VfGvzhzAOwEezBPs4sS
wEzMCVdXQ5nwcZI9Z6KYnuUoFDaBnzZgaBZqK4zQ64jOIN+s9GpEXxaYMR5PzGKjfZpX8eBCOhvw
YzpvX++OsI34tgzRhgTZFDvv+MhJJj9CUrP6NhwSSqrglkDciOKvCLK/uamxitIYSKvQM6a6/5Nm
CPC7SCDbsU55tM+E7fvjoS0fyzBIJ5e2DdBnK3OIJGqutGkURJ5af8jDrRfAJ4vWruilFCcABirX
B2uivEazt7iNIQ+BIwtOhm4MnLCMpwUhKFeqRI+8XKKaMCAndMnUyE6i1qUZjfmaKvoi3mDsMTdy
X8BR8WzHKLVD1V8q7pKgCURBjtbKxLXehYX0DxW2R1QD0DNSZWA3YE+tpgnTGplor7dAP781nNSG
ZLeNzjo7tQWTc0AfZ7k9iqI/xY/MawVLya1+DRZNrcyuB0QfNN5BOIuuXMjEzF2JE+K6adEg7WUK
knKQZ7XiDjQpsvK78tPfCah8VyKDO4uKkA78dEgMf3rv3KDYyjJXtWnqSdFRmHyTnzxQ5gwrwdU9
j52ZYQ4DoarByMNlqReGwQZdYVoeHIQg2hSJUwS+laL63Ur6thT0755CmNCv42OiEFkS00FLwDTH
Q3pWGQ5x+lwNJ17wUIMy8/Skxt9VxYEjzSwyjtRzSSNjc6YeGU+cAf3zLbLIXOmScK1md2ftkNGG
ICVS+hoer8ykalwZd2IkZp5MkFDvok0WvUpZf5rApf3tEweXDA/1HRAJIcZiSSp0EhvNJCaFNxag
7msUC/MYDSAId+Ms3gqClaObSInRFLdimDr8fENQKSP0E1HiEcRNzPr1pIjEXptA2VM3v6rBGiez
RtrecMXQabKdkFYm4TdClG5VTl4Z9XJ+57aZlTTSZhgmXoDt4RpqoZnm26wNrPFtZYw0u7Aco0Ld
RkHFkNVqzOOi0eOkKjxO8GpFsooacsn+EbJiyBgjJwqmBE/hPh5b/XyIP7LKPK4ghDxoeVEUXocD
LnkhV+V3co6fweVm62ZkFRugqo+FCwV5238ej+UpdtLN5PEX8TJuGlfZrW3V5XlPp/s/0/B5hny5
sTOaOmjauvCEhrM58PIoA/RJyU7gc7OZiOX3a5oxixAFrVZfLTI3GgkHCMZMmPiuPgc8jvnpKa/d
KrKj/hQAJtrKm8eTvghKEKUBi4JNRBP2oAGZn7ZNVuYdIpbCAzeQ1QmcHejiNstX6l33rODywD+4
05AJlOZWjLrSjQr06J7km4iyuF+r+J1lNouGm/BXcPsinQUI49yEHww5nuth5XE+2JNQhOjs3uAn
U5JqyWkq/Fk9gPWyGNLCSqUhe0O/D1jbAq1ceQbc2aOoaILEAr3en4+q+YfkI1Xsk5XSi2So8nWB
m1d79JKYJF4jrLgzq8gOoH4MUQ7UyVkpo6JEoRZpOXAPQmE75wePAIcWo3HksYvQmWO2Jd5OQArj
PkbKg+0RMeQsUaYuqzw9Tzu3CnneUtqpch9bueP5aDhFURa8dcgJslbqcKoSEo2Vh7K1q/j9HlQV
5/jAReNPgdPfx3TaVMHPxzaXZUgEGV+N0o/6ssHDPhjbQq8rb+SKXRK/VgRZMbLPuM7MyWBqSgsg
+G4oLTBavgQk8h7bv7eAaLKFy6KmAIw7sy06URvCrBMqz28Utx2gcdG1TsMVK7fGXTM0x4LUOIpW
7I3lT8hpGaVceSGHgm4FnB3X6O5Yqn8eD+fOcQnk8r92mNtJDyOlB96h8hRtJ1YEzfA3ISdmeyzS
Z/Tlr8C76K+xbgk1E6BOKcAV2NP52gVtmyWhQog31HlzlotYfW2LxLBQNayPXSFCzUSI10ju7h0z
AE3gwUE7BZf0UVqKVGslZ8RT4nDLN9jclakIH8itJtIF7Fx4X7VTvuHSNYH1O5MLRSqUVQFQQuWT
RQwIgCjoJViRvEkpRCfXb12lF/aQJ2cFDa1Ro2uWwaES+nhJl3ufFgegpoHhIlXPkvolACFkKVfX
3qgRICaENHytVTU+P7ZyJxhH1gTvYrRSAewFTMB8LfMq47kokzG4bEy2dTiqe6UyIlvilABUPHx9
Kap+eI25Fv3basu5Cd6/25WPoHfr3KHwEcgPgYEf0n6ojM0/Qk30JkkFo/YkUommpBnIuRHjXRjk
YDeNQDZqHeUP8RUqB9EWThoQaEtW8bcbOGkKCdlJvKZRmwFka/4dRd3wNGlSey0yEQ7AI812gpjh
ysV/b2W/WmEijU4nKFpFSC5CLbl38IIA6dpYN87jSV1uUjoWXLxQuUGxie2R89HNXUcZ5lRoq4PU
+DGonNSPWAw3QRAoVqi2KxCf5VkHgyDEgEkgtrFf5pMnVmC5Bstt7Sn8aGyEUPgQBb9AyzrRVk7V
5T2PB7GKN4AI4BJFI8wtIcOpoYWRNF5N/nTDq9S+V9kL8VfO1DsTOLNCXyNfbqgcmd9BqorGQ+oO
OltgKDTDSvPBcpiJZi4naAvJtTXCGtY3EI6gKIzSEu5jqCCwGTyIbwLL3yrEA26mt8qyIkiQh/LK
Q3hxlrJmmLGJTZlPQ6UD0K7X4IICGVJmp/0/fgcujfqshf9A/3aHTpc1TTzWR1i7zLU79eWQIlVM
PEN97eNNM74M8etjv6dnxdez5NMEnUNEoig1sAdaIKMynNZB7WnJL7HOTAI4aZdLDtpZzAn0gpqs
mBPA7I+tCvfM4uSgbONAkCDlPfeWaspIWfojjmvZjZ+jF/Gneoueur1/zP9qVrAvkDGSTc2qd2mw
j4eVI4X1VciLUa4IVMiRLKJlnbn1MVdb3/dRVolSU/nI+3AX6xCQFxQbgjQrodMCec4aY07rMg3F
MAuExjNSpEBdHkwBFdT9RrSddTIaCCYuGffDgNNpK+eDpjqcmNeh1bQEHKGKpvjRxheMjnavl2K6
9ata0600idAdp0ZpFNtlV/PTVlRT4HykUq1TC2pP09/HK8YeIhgFAKBYKaAaURVhWbPwrgzUJp06
Txq7eMOh/LNJxvCAJqR4648kX7vj7iwR3di4apHMA4KB2XJRWfRSBtlnD52B4lOUNdxLPWbaToUy
s+NzXY3jpZyQWOTrzpKSkrPLUgKPrxp3Fp53olVM4jYuS+QaOU7cxTCG0Ctb7bhhExCYF0rICIkn
CrZZKPAF3CgPoC7uvbj1oYshFgfFIPXPdILEGNjQJXNAmtCp1CLaUdWjPdGTaQWJtdxLFP1Fy+tU
OAB7eO7NOYj7y6IQey/q5X6PtM+JA5XCD5mUjRNxQ/HcRv6LFkgnoezWOPQ/S5Hz84OWkHDyI5uO
Vy0Lfk/FMUUdXRq8OIC0MEl9qNSI0ojyUThZiFF4N5HQEtgKXHc0pqw4qVkXbgHzLp0sKPv3OI3z
U9JIohX3HOg5U6VHAoPPbWmoNcj25ZmThhXO2ZJoe0iVV2Bt6pIT6A97qzFk38SDCCSzha9YKj9e
1Ggy3I7vgi3XqVdSVJ2Fhk+HQ3xo9lkjmUqeFyvPzjvXA6qxoO+lvP6I8VkAHkQ0SRry0eCFxu+2
EO1g5HIrfNWLZKsnojf4QGOJLgLBK77w8ba8s01mppkbAkXiUAbmvfdyUTkpiX8lqvBjMJJT3e0T
Din3x+YW8S91d5Tead87KuIyG/LVJbjvBj4dPCGOLb2Q7RikvkDIWqkIjSKusaSm2HElYCuB7K7Y
Xl72c9uMn8t512pEywev00YB6jRozJlEu0s3Lfee+ZolGr495uDvkOtk00euBmEAQKaldA36eG/S
P183YKNFZwkbuhkxP3XVQLDecWuiC5VHHNChp2+s/wJxsRJ83Bs1rih8LDIAKEozQbY2GrVUdxM2
GBQirMZXhK1CDPJ9PwLNI83RSHg/oVdmfoboUpgZeqwPnpop5y501UlGg+Af2QD1y8vKOt6ZPhTh
IGqFFA1KYiyxcaEFDYpI6uhFTbWNoFJK9Ndq3MlozBl7zhSMaa/UxnOuodaJujPGOhqQJtS2tfaR
A/idk3Tz+JOWcRZAjMDJgGsJwlQ4ReajHwfiK2UVTV7gy3idtkMN1lzAjyPob397OSleEv0UGDwu
b/Z1bJAYmhZTNnmJr/RmhODf8QtpTZn0TtCBqwjHEbhvAJRHEmA+oqJTci6IiOAlQdc4aRo1u5KX
C7PU5X7Tj5x4HlG4Byl0ELhBJWk2euI1G+y6uq10U7cRUl87JkaRQ0Y2q56aIhU2EGPTrJC0uQ9O
w1Y6GyDyXXkU3YkLkSjB0QJNTKCW4Cbz7+7KdNQ7PZa8MchsZCxkJ7Rb46/cmmrpKqBfG60YKkgm
aDAiGwSL+Y+J7jtilmvJxDtH3fxTmBAVdXGNUzJ8irpXrdwNbY+8x2bkVmuhDg1l5leogeKwjHwz
yqeo+jPeJxl90gtSLnm4/szMqfaCHbsf0t4/QDrk+m1Phy28+HCUguqWbWeY2oIPVAG2GsT3efkK
6XpirMGXlrEiBoRiF+BZcD+Ag+aLCIrULqzjTPJI8gL+PjceayftUzMM16aOusNi6hDOKTzFSwFZ
OLcUSVKlN2oheelPldtqTrUZ401OXOTUuP1UWP1WEcxsjWx6eSRDchOQETzgad6cJbWM+whOGk2K
RxR1P1ajbClKYjjfXimcw6DrwU0LLiKW8VwS+wjq0UT3GqEjtgb9GXMk5Dg1UbySn7xz+sHvkIwA
WBhURCzGXha7VBwCUfdihYtsRYsaW27lzDYg9fz90w8dpzwA+6B6QzsZ4+q8VDdZGGu6x1WyCikT
UXfR3PRd/W2MBQ8UnOWgoASCjrWicbXUlAOne1ktkV2HKDTCLdLGbw0kTc7fXCbEvWAXgykYpa0Q
cw/UuKBMyyg1vFrki3PiB4XkcqI+4KhCc94qlehireB0aAMCKoi2hi1EuiK0v+mlpnGI9VPTgFyO
4f/SpN70lU3fZqaUTN5YuTL6tFVSmQHxN/gjp+NQlgxW0Mrsp1DcMOQJUdNBMcsAuGU+ctS661DM
4ugiBCoSI5ETJO+cNvx5PL/sXoMVKI3g92nzIYIGJujLlKwyksCIL5yivHF+c9L7SF2Jatnz6tMG
2iXAkvqJCqJ//yV15UvQaIHIQnwhGQK58JD1e90YbLLWDXTXjsEjfIb6DFyUuZTRtdjkZZImF8h0
2CBmcfXoIIPUUYtWrtG7k/bFEJNyGAYIOfplnFz45refv0zk5f+wKP/+PhsvdVGpgny1SC6Glvw2
eM401HalELvAKH4uyhcbzMKXylggh5MlF1ChPpHOCvGPcEBkClpPKAObilXJ29X9RQ+grxcKa5Xe
1V9doVJSTuIwMvUXeL7/8T15lxzbo/82/Xw8hXd2D3zgP77AqkoGKt6nkNdKLoNeu3wKxdMGfNCD
wa/hh9jswH+PCHVekNpBsFZn5pFG/Y3fkeQSp5ZoQbQSnfYkM+VjvoHI1uNBLYh5WGPM9HWQUgYT
K4yV+nP23p+gaVdXdgoQoansG2t4yjejaa8pVd2fy3+HyJxEQSSPYs9VyQUZsuM4VdsyEyszaf3d
4+HR/ck6B8p36HwEHByBDXPW+1WphqWv6WfIz3mA9Jg+mCFaCTFAc26yn5GwprJ8bx8jIKQysEiW
Aqg098YojnIfyvPGWeqvgr4f+2plwe4awEBwIBmosbDdYiLf1aoYdMa5No6y/jwFax5xb8ponQOE
fFQ0ii1VtUozpETz/XPRiJYvfDYJRXXmtqBjGF7kil/JhS1g7NQDEQ4iZ4gXM+rIzNEnIFMviVXI
UQ3NbDTVVAZY+ZX0r2U37sDmOYAtob0ahauPr3wEwfvM9A1XqdBPXKyckku3BPsmFCWoFAqwACwo
pyg6tBAiDjmjZgWcx+BkoPo04pVreIFWByAG0S9lM8P/Ab7P3CopV2mVn8fB5fB7vMQ/EJJOG2Vw
oJr8IftWXWLHPd4GyxMFBT9QMwgok33mhOdeqcljLodKGl3UBorMOEuqaZN76d8wEtwgdyN+xd7i
JYamL1yYENoA/oDK/zBHmMbxA8rHiDQKSbHqMNvIxpvxoYDdS0BiMd1PWvg0QSD28TDvmQVCGIK0
oPQT8WBnwoJYk0BF0XbRpQanJdX8y9wM+qiOL5H+gjpnvtOMfjANSLnvkqgSXgzwDLuPP2LpQyjb
6WizBGhYRQ2PGTrXZYgF6ym6lHhzWBKnoV+oKbhdqfhrnNb09JqfbhDEoGEWxWGD+oeJzbVu7DuB
j/OLdkXXlTvs40u98tJYes7cBDMaqVX8NO+oCcHUOadpTa1WzFw/T1N6SKEFIAnO4/m7ZxFHJ6D0
qA9CK4fZHODJzvSIT/MLEW09MCfIpkjHwLCL1upksAFrK06zZo/+/Zf4QVJyQUoU2JN1OwOoKywd
UXGmZI+7QU9v4uXx8O5cuOhW/Xd87FPHT8spSiLY4wRLb95VAkXIQzjlTlNus8LqfCQmd01V4PyR
rfDcAMS/Btpd5JrA2kjfw7ijEKCLyN3Mx5wBqt8lmp9f1ApA1iOwux337gdPQnvLKFPDR13+NjJT
/zsIZ3RxOnkhWDUqb9IQHZICKqpBtp8Iv7Jz7twE9LOw9DgfgQxhUx0tQY0M9wM+K0Pz21HVj9lP
4V2yQs3kfwdXWuvcKE/9rnbF47R2eNzxAxhHAgnvT0BT2TaDuEmFSlPj4iK04H+b7BaH/wZdHaaf
HKv0aY2re/my+NRBQF6HFoEWnSx528Yqkbj8Esr5LbmIOsKg7CUo1zpD7k4qdM5QkcPTj3KTzNe6
rkkzxmJaXPrmXZZ7PD8PvY19lTk//1aO8Tfyn1L9VitHLSpA4HqoVl42nySHs1MKdVDw06MtBatK
W47nHzC2Eh+pNS9fwJV1LE7pTj6rZ3EPAfC9vpvOxq/w0t+Uje/KNrGMnbpynixqPbgJZvYZZ1f0
AZJiqiBfchVag/U1qiIzQB+ioOE/nhaJkF57NsYcyrX+iu3PusKjsTMXEimDfMAJLl9EK9+VbrLP
Ns0h3zbb2B0OwzbaBDsk27bBs7ITz5KXuIUrbsVNuvm2POfnLCCJA5QsWHlQ9pyvQl/xE8j6MQuq
8CSX77K4x6PJlPidwm2AgwBIECLGK0frAgNJjRoIpJAhhTDYohJSqWU5VFGlXBRT/FsWZm5nT8Ex
OwaebxbPazWB5Uoj0EAciaI3ohwoTDJXBz/qat2KnHr5kT4Hv+TcamNTfS6f8FSbYptfCeMWty9q
LogTURGhJe9Fz2FCecqCNDEuouG03S7lDpVsQaBIWpMrXG5hagmZNYjl0fCN3UF1V9WkLVLj0m1B
YfiWX6sn8afv9kd9mzzHm9qB3Ng/8hr1wd3xfbHK7JtkTAFR8mF1DP/6Z67/OwToot1oIVk79+kv
zXYJMz5ml2QtCeqhxkyWxPaLt4BzlG2lmu2F8Eeg4o3xFcK4oSLDXbdImaHvdcVRF28ePLVRB6bN
ycBPA5U43xx+ycfaKA3+pVXMCDJDiRUEm5P68vjqvzPMmRVxbgUFmjLr0SN5yUz3bSVNuwx9mSEw
D0+9LTieH/Hj7WlUTO351nt+a0KcG0v2eBjL5ws1BUJ/FD+gNg0Om/k4qjSG5F4v+Rf+zEPr5MNw
86v/k9/B8ePI8t8Mb/JWTC5uS1QXwXGLIiMVHgF3xdykP/JUhEwIrmBLOkSdPRwMwxn2mXttt/xv
8qSfijfFXmPuuzepQKshi4kGAyrDxYxU6StlCuUwvGayi9dKbaE8LxGrlkziVG69clPe8UKAQSi5
ooxKI7gr5oOsCBoZ+jwKr/mx3WhQxJHM+tnPTH4lUbeczM/ID+9OVHJxcDERr1okeQQIU4JHQ2IO
f4ruOqI9e2y+TTuN8izAWkjso/GMMo0w24oUvlqBHyO9BqkJ2r9/CG+Gb+Ebh9vgGIFmT/kzrAA7
FlPIWGQWbBDRb6sbQXoVPvLS7N6m0aqPOZhfe/OxRy4OR8YQ45ByP1QBH2BowO4OpnLRapCsbR/b
WJwXjA02cBLB5izgirl2nuEgEH3868ttzPw8425DI+tVLOHnw1txqq3Y1k6Jum1/2JmtcIgETaFZ
O6QWySvGJHPQd77kg5kOJnvnd/+SipZqK2dHb/a+9efsSysH1SKiZ6zRNfzysjP4btIIHSD4QsA6
7gPw5SLam54MT9bcx7N5zxZELBDnUjFG5LPmtgSxNSqhFrFW0LBA5z1SLB9ja+lbrkf758rSLacR
5F0wAvExiuSWGC8PB1SI+iDprzpoZ57buK9tsdJ4+/GQli6OowElHPTzw9aCpCzkG67qw1y+QiO5
UxwFj8JDU3iTfH5sZ+nmsIPnHm4TWn9mCURlBXg0oO9lSJschSYyoTwX6T8f21iGhii+fTXCrE+W
TXIFmL98/ZG8wx2iS+imb/mr+tG9J2+PbS0fPJ+2oN8C+j+sEHuO54AhgMx8kq+NOyS/5F9g3MLD
2pA+Mh8ycTulHKAzdegzS0XOWziLoKImrzXZGYqptmZ9TFPn8RfdXUn0x/3vBzHbrlcmIR5TQb5W
r9noFGVsxvKxT4FsXauzLyTQ8TxHxE8JKJHZhNfQA/rLnpPKqa35RJGvh976YZjB9pfsTGZhhXZk
DdbP+vb+/nc0r+AeW9kTy5N/bpi51IDiypMmlOSr/pKokOKL34PdKniBbqxZoDobHZpX56Pj5XzS
tEmEkafyWu5++7tkY+y5nbGJnTXJkGWiiDHG3J6oACA9i6j32pEtj8TQs3aRAnNjAuR0hCCl151U
3wYA87Gv3N8p/1nBxbZPi8mY+BgTmbxKN9GSLWgAnrUn7gkJ1RW/XAQizAiZS9Qoq1SIcSpc7eq8
6165ldzlJxL+0XIxF6gGhYKk8eH34jmrrFi0Qw/SvO1kod/GqbErM1vaqx/T6MirT1+6OoxtXAbA
ByMJDvwYy+YEZHOPmm6oXMmRM7WDf4RW7DP8ZFMf1oSp7i3ZV1ufYeyXTRcbRVapii9f+c1wjG3z
w1Ms4hTHYS0Mv7PJZoYYl6zDaJK5SMNRfSU3V4L26oH/KXv5obZb9FFLFnkJHfCpcl69hlC6E64g
PffvhH7mGr4MEvBNaZQzQ76S0AkOvueZ04b7pWwmSMFCMWXV4NpYGeesQiNIEoJJRTeFyzsgydgQ
M1m5Y5c1c9AffR0V46JZWVB4Lidfeyve5V71FFSmbxNMqGR1L+G+fVvDv9+5DGYWmZsQ6ugk9ys4
pr4pzOPgrOxp+sEzv6eIavSIoEiN7Mii11ZOmkEaYlkFh0BiCuVbsKapskwqUQtggUULG65X/Ds/
hCMjzegLUbuWP/i/oCuLsZm52hzdFKG4k9jhWqS88ATgvNHgincZ8hTAv9K//+J5JCqULJKE4Faj
lflGIBlmEmxuKw+12NUJkA7QvZEvnRGuHcaLA5JaRqwH6iwkijW25yaUoqCbsiG4acVOx0u3Quja
t39WTnx6a82XjFpBahjtAHjmsuGkD+X6Mo4xPqUK0VjrEB0Q4hrAg41cTztVS+x0IzTB5rHZe7OK
ZhHauEdZPdj9LAFY06DtPrgBMGRN6hOqZlaZx2YRboT4Q0qnlYtt4fcollNSZuQ/cRyjOXu+io0k
hUQaxfA27nkn2Ac7welXHvDLfAG1Ae9HAhKYg4VsX8YNkRF1cngLd/J+OA4HdVcf0S7ljNvHk7e8
2hhLzCbwpWrUElkJb8Tlttw2Pur76olsE6t0/K1wRuvKPt6TNWzAnb03HyAziaC4itp+gtl+H3rR
FnrznnD+GZ+qne5yu5Ux3vHL2WwyZ2MethPHFWp4S063AD0C18nCXD5V21XKfDpbzA6YWWLOxErk
Ax/o7vDGbfWN5gZ7/w8ePHvB4bfhKrPkXUf84iRsNJ4Bup/mGFZ0ehbe8vfCXRvP4jH66RxUAQCn
Fs4NJhbOJSNVEl4Kb5BlcdR9sB220sZ/Rh5kZYXu7GGgKCmxOH35LvwdSX8oP6gkuhXO5IrWBG4V
5dAdVDvZTZYE3DdV0uvNdvu6YnjpGpDblMAIBpJZFPzZ53ZbQHXUL8X40/2Di4JKSvpX28iH2Pp/
WmJWSx4EEqQdLIGKczeZEGFy3iSnPhQr9+YyEkCXztchUbf5csuEfRH5Ex0S5KeC06/O+3CB7H8a
3fAS/ERhbC04XptC5lYrx3jiygb20Mp45CzNad3WRkZV+P42/pRkpTyQIO4Di8N8YBEo4ioQgMU3
pDVRXreFk/4sOKFZXeXL48US6T6d7+O5KcbxiwgqXoDcxLfKQS+fW1mp/atzMzPbRhAM7ktz9MRn
/bnaKRa/1XbjZfj4U4GMeMVp1r6D7bmKM9y3VYPv6KGOJGBnNEf9jPoXb4H9zw2cYBPterf9kezS
1/hkbCSrsSDSslt1qmUAMZsQFpIe6pWOCBMfUtqNDW752uIuzdvHz9gkT2QTub7jO/G3AV3wZNA5
4PxB3KMBBDNf8CQT0czSw7M6F+gG6Rha02HyLd3mn6tj87634nP5VL0Ja/RZy4N1bpfZQVma02QW
7Abv8l44iALqyfyKiy2P1rkNxpkHkNgDZ/W5azhzMn+rtn/N3DXy4Xt+DPodkJlCUIT2W89nkBOj
BnwJMraMcqxjb1T++OPa4b3gAESpi7Ka/8cIc72WvlCSdoQRfiPv/Q2/7z9r8mBWBMCi3fgbSElt
hf3kaBvVLezC7bdr6aLlYwFNmNBG5IH9o6ShjKeMRhNIUVqnNxVy9YPUmcmamtTyhppbYHwibeMY
LBokvXV6Yo7lKdNzqxvRXWpK3QWdj9+/EdEEBZIP6vnQnGYrRjFUpdoaPZ63WjoPrdVwgNo5QX/h
pKOcCw6kjk0/43dQhtwQxY1rkCvJrV2Q81Ae1RDdXmvykPdcCS8I2pICEm90vM5diYhZi60oYor9
srWRXwVLfpomTtKR98en7zINAYdCGZw+zEDLD+eam+onXS+gJprd2r/1SThk1jHYVR/CS/wkeCum
7jnOJ8OIggYYKN2Ic1NlEjdlE1XZbUqnUbTGIij/kfs24qw25Ip/oNJdaHaoNdMRcgj1j1EcRtVK
A79/UoUG6i86Z8R46NRc+lErartGgLJMVnxOBQgL/uf7mKmI1HgMArDy3pLiMOTj0fA5M5zkXcBH
tpj+KXAngCHfHIPKll7CAUCMNfX1uzNEyUoAEQaXEIsTVviI67MpzW6lruyNobtytbxW4Ltjw0D0
BVQPGgDxeKQhxpeQBTzObYA8cHbT+RKg1VgMLKPoDPf7iw3tZ41CiNBXBRrkuRn0ZaChZcryGwFJ
6WQLCGf1nWrLgKgbexS8t+oKsuPe8qHoIctggAK6Aw0zc4u5kMmcKOT5rTYr5D8Dx7A8573cbDVv
LcC8N4foqAWnBQBSuDDp33+ZQ0XrqrLxC2DALG8tv3ovpsQ4/v1xZhyGD9LDkZT5za/b/tngiPhD
GWNyhhRva4V0ZU2B71TdFAethE+WVJtTBDAWqg0qcgKbRs8gy1aXKcWCh0YdrqztslYC1miAIpCu
AVaISsDPh9/42hiUutbd+NLSgS8JSdSDDONcBf80sdsDDmVc+m4H5ZorFxpm1Yb2WN+CNrTGDgzL
YHFyDAk4h+pI1ihHPt13Hk3i25DFQrUcWESDBabzE1+lKkf6G1dtq0BwS/93y+OIji9B2Fv+tB3z
2kkUdIBqbsRFOx+N7aVg5hlI0AorQ1P/j4Y7ArZSpK6qOGG2TcO/7X+R9l29kSM913/oE6Acbqsk
dW6ntsfjG8Ee28o569e/Rwa+dXdZ24Vn52YXi5kVmywWyWI4DElv3pit6sxj8NUhUknYocl8KkiA
TaRjQ3JMQiKjJaKoVzwLqltrh7KobdH7k4m5ExzDj7RbVfGbHj1bPanRDn/9vv10mZj0A5Ii4hgg
K8msbYURbaJO0vpTim4Ekumd7ohtIrpqFH7Wajk4nWy+d60QO9fpfnl7Rt5IhioYPEA6CHk9xldL
oaeHjWiiGXDALuFhM4hu7m/y7H7M78XwVjFI6D1Zw1MoIF7GJmVLcoob5U3fyMI23YsPkWFHpkmj
4zBSgH5rErZ/oJNzo+5U09V0WzqMoWFLw50xOoUT3sqWa0QNKSoyHHJsJAhpqTxaH7JlX2fsZ7st
wgH0hM+4NcCtNdmW5kyre8OrhP4kxgEafFtSqTeWuq51aqirYDq0JbDLQ9u4AyLGTvMfdONQzhCB
0co8pgEBhD/niJXZZLKiPv9FzENpqDCoOgZef+rCjEhuX7pxeQuAu9pvaGGlq1Hfj76Nqki+1zd6
8No9eQFWlQH5Cni4z0JnGzn1zDWU8TAGzmTYcnrIVLhVW0LjsreOgVSb6XRsdr7dBDzv/6O2gvb6
GSV3BjEz0LfF+J24j4thkof4pBHbG50RW25t5wGrXm8DzltmNj8XcmIoMQWPGPu/1CLr41PkCdpm
wAw8rabBtHtgB3PO5MfLYiaFviqMnyBxgztwaQlLz+yScpriU0xsY3Q7ijYZrOnivZF/+JuZDIa8
kVlGbQqjvZdkarONEnRgg4yFjnpESC22NDY8r/aVM2YFB9OBY5p3xgKv+ZIMIBuK1JDr/FRXg7DO
fDWXaSGGXrySgKyj0Xw0MMuTNGq1mpK2rWgCGGmT9vEYV6QrRfQ+CVNoAjoC8CYjzbxxiIgXGNi8
MhRhHa2itu38YygIQUAGjOxIQGP15IeyUCyopoYGd5rqwKQnRTuNGRWDuJ9Hij0LCalA718TS4g8
F3iKgUKnDLtIwzwqBSpWoyFwDNtPNwyZK+hKRZ4K/WtYj3ApDFGtsj61pOQ0uM2mPCp2vQrcECW6
6PiqrpOB8DD6fwYwDEXmlPWuBSSEj6i/cYv9IVS2aU/DDQzc5DZUsL17bn/xfKDMgYNJFQvUoVfo
9GUi8nas4kJBQxTeGcfG7WsX3cU9Un9u3TlN9qTu6vcAowyIg68b1585d/hojDJjmgGYaBJ2fV4K
VypMb5TCND3VjkHU7SGg+qZxxhPHiP9ILjBkGIkmRoCVPC3i6Zamj78fPnkNZVw+GO9XW0WQYDI9
PXkrY9eQ/VFxIkL/95ZGhg8mgSEa3VQU9cyHU5IIZsYkxwANGZRzLEv6cH4sjIfRwsmrrRTHgiYY
Fyy5rk/UjUl8amwjwhtw+/n2nNnCWweFP/SdaDpjPbtKNKtQmcnZvdNs5I/aJt1TRfRf79cZ+xEd
MYQYdQuGKRr7IkxPzyWZdj6JnNTlqNrPKstMA482GGkk1qHVlyqNGAnFnTEHDfcGYtvs4/3DHTcv
u3hCZ1SYGxuZZYmZMlBB2kEirrTGfCdaSx4fC/p5978LDZ1BaAHFWwQT1IwyDJIJ9NPQz05CQJ7z
gRqryCfr9XUiCw4U2T2MuIgomGJNOcNPXllKqSotXlLEe1Fusk1HxGZFa94isjm6YC3dOZ1Zrmcv
thahryBkoPOMDRLWgfgnAH1sscmZY9mWNO2cDqPSOZDEFSsEHe9OpjXVb1BQcTiq9iMOhKad02C0
WS2Dti30JjvtPI1grut9yFbXT2XxZp6TYOyaUBtICbQ1xJVs5JVIBUd4UegDr/Q6S+PaqbB2bWoU
LZTASbTRt261n4cUN0Z1r2bkIXjkJU+XvME5U4xCSxIgSsYaTGEa4TUOCf3kHMws+CvsWEyImyBZ
qFc6Xu7NBohtW87Xl+KD83Nnp4GKDMAypoLP61vsTdIcnRwrun4fKQCNfv2dArApUaPS/Q4Ypdlp
pAg4SboVaGmnewmzMty8IOdusqjn1iB2Xd5V87kgEHDliMRu6Ao2R9s4V5NN2kS9PgjYBoTTsYeH
DuasoqHt8w6JpwPM5cwTbO4aYwiu/IxcdfNh7TYYytSc+GFcyzsZT6un60fFY4uJcfoIkNjFCIJ2
eP+R7rdrHkuca8NC7+ReInqKCALPKpXW6p+E8ioKPAqMGeiLUmgnERfTPOwmdyB4bPPuPsfPsM4s
UP0piTUcPvbb03JVOVs80QnHYy7GAN8WBhN0l15mbBNBNupu1uSRdvuSjO+9u12bVNi8Xz91jjH4
AdhT+RNA5xVcGjugkXW3dx5FkfRE/VUHJKO8KZfFQPecM8ZPt0rtS6IwmzbX1kz0BhevwGbeFpQn
wqUA55wQ46h92Zc8v/gyBhrpbJNW7mRr62qnYsCX0oRy5DiHZf9uszHFc3lkfm2qeaXM1ycmL8ou
snV7/xjf8C7RdZ+Nsd5LMo1XRn0zQn5IG6qbeiOSNYeR61YUqwEuKYi9OMhhBd3DQ7V5MG+DHXWo
yRu85yrCfJfPAqmsqJteAPzHSfwkpHYnSgM8DHhW9LpFwHrlSypAxpayUUcY1VOUOU2KDuCbgIbA
qu5esfTGNT7bvbDKHN6Dbpnu3Ks4b5BAR/wl3divBh/ZCVhvp7IPNUlD8nT9nJYN0TcFRn4p9ieL
Yp5kJ+khvxdos1VQqOUhs/HYYMQnlVpficCAQFT9glS8u1Zur3PBI8CEUqI+AFLTBIF0IgA4JOaf
6PE6hX9RtH8ExbZjWC3GZcYRJA69aet0OjpK5mzpyOtRnmXx0wB805kNxJlCe0GHuApr7JAjEJ8i
27x5TBzO3eScuc4YT+iaqZYNtKqnFhEw4TY42+LAIfIvMfs3I4zlBF6zNlZGBBPjmqsU/c8CiVe1
HR2TNe96zj/4mswYo5n0VaqkDZ6G0X7XOpprKqSjv7Gaiq55WbFlw/nNFWM4pbLp+kgLUdXbPodE
f+Cw8rPr5+sx9f195sZnAC2UqhZnI9Vbg0iyLWlEOgpH1G5I6lbEAZ6mfX8ff4TUGIiM6IpjEJYV
XUHyeMZUQicvYxFkrdOKoJ2LiUSmw0YixhrNRkAPozxfN2vAj2M7o8SYBUx7tkmhoSYrf5Q+rZDS
CYhl74ZDQdecYHspfTrPoP3DFWMhjDRL0rADVyPGXnza71+pk6y3n08KohTehpRZCa4wxgLlITfW
Ix0MYsEmeKC8TVSLxu6bFZWxEGZp5R4MRHZ6epkCcp/+ebhu6hbNA1KhM+TCnHxnjqVEVzAQIBD+
2oNtp+vxMUoJIqvrROaP/BDRGRHmPOadHYU0IM4xV3Ckq0fMfPwdha9tfmeGtBIwghT4CLGD54mo
UK1mJa454eHiQX9zwcLgKwUAU7+i3vvVHUdjF0/57NOMkZbHEH2cNQQkP/UrbSsTdc05Zx4FBUd0
JqCiKawYw60wZeita5wH7/4vWWDMsocuN/TIgEBy29HedrhP6GVbdSYkxhoDIa0fAwOqCqCd+7ec
3va2uK8ohw+OrrLlrsSqAMWkgsp49/xmvSLCfP+ry8Ca3MASGqmVQSA4Tet4hR2S1eo6hUW3dSYo
5k6PY5PmGkpIp2TjP4qAs+b4rWVvf0aAuc9mXghlMr+T1NVTZSs7M5htRmjzioIcRljTaqj9hMWf
uBbl0SfxCVDZ5LqkFg4b7UZY8YemDSDOsHW2tPTwoGiUHGELXuY5HV2S+TyNWhLXBRXGzRcYKbfw
D5Q2HcV9k8gm3gwo1Yy88H7hjl/Qmf/87I5LeZkN4swN3v+bWWAjT3cXDuQLbllFfyCeKGwXfawq
WYAWthwvcVfG8iBALXIM+c8hVszczIjO/58EI6xpLIC2IoCE99I6/dNN4daPhSPa0hON3wPCue0L
7u+CGiMyq8ilqSn0/PTsHVyxpCoQNDpEP9XHdUXj0WGuZCWbfZPUMx30mA9EOVLvyHt48WgwtxI+
RND0DpIbqb7y7pBptNE7X5HydJ2XBT94LjM20xw3Rm/EMx2gJ5O84yYTFrIiWHmHBzAaQ9FOx+77
tZpekoQJsgqfeqcm5ibcEAXxIv/6LyWyLkgxIvOEHvhtWDh70jAFa+DR4gYUe1g7EjgjEX/xEj6L
J/TN2ZeHO7ugdaS0cTRzphHLFWhHj7H7yXEvy9bmjAgTMcqqP7TtACIxiTa70ZmOyJM8cmIhLhUm
Yhm1xjICEVSwFHB1iHcl9R+lz8fxF4cQT2RM3DJg/xPaJL5E1r5Ka/3ByV4+r+vzz24rwM6g81rE
oCbQzrFf6dJu5r3UV72hzk9k7xAfi824TY/e6uTZ4SE8oBVi/3t4Gve5jT4I5zrtr28zofEFbSao
8dEOLA46aKcBTd4rO7TrwunsKliljq+u22qXl5jkr/ptZ6MVvB7sTqGiM1Jghgy/83TGCgl3GNNQ
P9MtliNsFTfJiYkdeQfzIG9jlfgfZYx9vyR9qxSijiR67veZb/veuvVTqhyS1CLSWnz1TCwKRQ7X
jGkwvKLrMKxOzbTqMidKNo1OOp9TF11wvkC10DBbiYkC9PwwCesuywAAXkl4/Up2sZs08hjanEiF
R4K5C52Bpy12b8w5cZm6+v71gTd4sRSVXnDBXARFkPVRbsTslFfkuXRkqvgk0yDHO95s75K1uiDF
3IW2UXNTr8BN7USbIqHPQEOsaJnQue5ibFKOb1yw8xfkmGthBTIw81OQ24kfaIWSfl9X/SUTcvF9
RvWxnztpJnSMnqYbVPkNdHQFNCPrp3wt318ntRAYXVBiYooSnQuKL4HSuJLpoV6Zf9Z/R4AJI9RY
qyJFn+Yikkjf9NuKw8CCFbxggAkfBqnOsyzCVUFqeKM6VUJe15+c4+bdlfk3nDmnsg/lvsVWtlOI
mTt3bJ1RWfPyTdcPAl2DlzSq2Kv03ACN9vOQr1S7ePI4nfjXJQVw7ksKsTI1pifiJLzHnHSn3iI0
tynHx/LYYO68V+qdZJZgY9chUf/Y/6+YZOh8+TaMPyZwEqnGllUR1ZScHEIS2feWE/MmMXgsMJcb
KPqZP9Qj8j4iipKJjY2gnE7YhbfCBRfM9faETO+lZDYf4RZ9wq7MazvnGBCdrToNcVjLngcKwk7c
HuaqCaC0BvfRt3mzr9fvBrbaXGqViBz9VBs4kbIkJqE+OhHKNde+L1TRLiTG3PIiBwx03OBMnvG2
kuHlDVrujactJ6S6btd1FmgGI2hYRqaCmdOmIbxHCEdSbIgLd69aUYKPi53tTiT9CA9NyU0mcyT1
pRlntipPU7XuA9hDrP5zX+a5Sp2EtxHvucsxJl8l9zMyWBQXaF4OBdOI64oP9D13OEZ3kYIMcG0s
M8CKhh9vHd0EPkKn4JIY6KbKJ6Ldkf6dEwUt9VZjLuObCmPa60yZQt+ScVHWBrHrZF0i++A2QNcF
YHZOPBS3u5WIpuIcgUV81FfrBqP47a9P51W82fLyqIum5/vXsCqCWDxUBBE8xyR/Ke3f6K/mSHVR
Cc8oME4gl/PcLz1QaBpiUeF21+O6Xvf4i9btjATjAjAMWWRyBhJPODYdVHKPXKfAY4KJ9iIUhwS1
gY4nle2GxNwHOikoRzU4+vdVSTnT8KQNSrnvQUQjQUdqvDysGxdjMfnpOjM8OowzUFuzDssG4hrp
SzW5FoYiqKM9XifCkxgT5lWDGdY6TuW0q/YuehPt6qnipKd4uss4grDrhzjvQcK4cbtdtOZZNp5a
zSyenUetG7lVYqfYCYPGg90AXPjhuox4BBhTYGUT6tqw/6fp4Vm7b11uX/Wiaf6+GF+P7TMO1GgI
4nSGqAf2/sYiz/FxIChrJlvfvc4J5yi+BgXPCLWDgoFeAYSyPzm5wU0P3zl3/MemSszUnNvNL+zC
MxK10LZ6K+G0S6exJVekGupKGRVQaA4xU9pV1LhzKvLwzmuG52jy1yT+GWFNDdp5BnIWomTXEfm1
7Yn2fl1+nCvJYoRjh1IxFiVoRJveMZ/+YPnnavr4O/vyVQE/Y2QwW6vIDBDpqZYDdsuW6O/q+JdE
mHuveOWYAHYF9758ggE7phsMXVFee85SVflCG5i7DwfbjN2scPZgrTAO29FNcyqfY1d926lrHrmf
aAuM8jGmIKq9rscKdESD3V7SnXB/OGEK8TYeMF08bJUnSofBBp9S7HxievQ/ZjbObjJjKqLWTzQA
AcxKePDX/lZ9MMmDYZv/5cX2TYYt3ard0GfB7KyfxdVu/GpSwSRh/nZd25fzNGdkmJhgCoysKD2c
3gDXgD6491ePZivOnVqqXpzryFckdqbvIozFaASQGXpJewfrizzTRhoRhaVAPkSkgPXgYcdwOWMC
hdALDQzHQYB2k5E8Iq/Io4XuGstP/lKE6qVzCvoIe1BDiBCv0vQxXP16zahxy8uocWwfW5NLRMEz
Ukn7avkdiL/pHPH+LxlhDAbGKYdUG0DikK5dN3rPapcmz9eJLLKBQca5s8Y0UGW4FJYZWlgfnpuI
FADq/DsHeJy+Dv+L4TujwdzQIg51QUpAA5uPYqDlSlv1edzxkqiLjuKbyg+PXmoaCtb6HLtFv5U7
9OHPzb4Gh5fl1/wZGeaC6ibQJwzEbyd7pMGtRVTaEGnbHNfXz+Wro4XJuGNo/J+DYZ06NjeYfpOD
TlysDMd48ciMOkaoAwzNzfZYn3bRRnDNbU0MvIgKAPVioprzBF9O5Z79CObO5sAK1YtwZlbOd/4d
FgjpD/AhvwIirFKb50uWTcQZOebmToGHgdcRirI7yJiWtaVubpKRVzy2FoO/MzpMmB+meZ/mtTE/
7VCZIM+d7W+nz8/rJ8i5WV8rdM5sbJV2SeiLIIIxtPJpJ/cELyMMo1ynMtuAa2rCePtwsAIP4M1o
yQHQEOmxiuY/xfpnwmIsxJilwVh2syLqRLUx3Pz+dxww1iGUG4w39fj+gFmQY8Zta5CvS4h13BgC
H8dYg4S+yrTum++EG/oaOTw0hKXJhvMbyzZeBb2MrJgARua+BpneTARdv1j3xu3/52gW6727Qfdy
zwdHKQHwM21JcPfUYkhYuAlui00lrjpUhTG2Y5yunxTHwrKz74LZZ3MZen6FWw/CTXcCXoCrBzZH
pRfZA0jH3OuHJnNWjpg/q2BfLRid9qnZxZvH2OZa8UULcEZjVpqzyzn2YSz0PWjs9FW2F7HnfiCj
Ql//2zsTu8yxuREdij/QDwCbFYd+GOY4q6fkBMDlJ5+EwEyBa7p+OIvvzDNCjE3Tu7StSzGaCRnY
54LpQF6b8bKCn5Fg4hFscp6kZIrnNiQJ0eno1PRjoPDldkB4WeZFXTujxdi1oRlG7NiC3LqYHoHq
hxdEaFu8mGHZ45yRYYybNZlTYUQg8zzZ0/5Wv2n3dzknzbcsN2ztxBQ/tBnrCi6Vre6mEYsgsrnV
oXPz1/4VcSmt7TEnqivbXJWbI5AfLuGbnDHr/plu1xHWhQlikeMxO7njE1AKye1EvWfJ4Xi4Zemd
UWJiodLKrC7SQEnERuybwFaxlykFQzxlWNTtMzrMbcXK1VZQsDryZGP1ggA/J3Bq/IucGOjQwEKQ
eUSdLfK3vdrFfVpB3YAmqdM57pjTzfxO9iV/fU6IEVnmeYOees18TeNjiI1ZXWU3+7eBlLb8BxpR
78tTQ//LQZ1TZQQoCo2nTiMEqJDpOcW7sgHIfIecEI/Q/CFW984JMQHjIHXCMKZtfjKQF0x+q7Qm
9xmZnOpYbDkpwsVrdU6LiRaTSPSzpsSZNS4iuNGR5lvl1nYBa8FbWrFkjs5pMdZVG1sooY5j62a0
3DUmOXIbcP32dRsu8bRj/vOzq2vUioXF3iBToN45ow4D1/QGmyqg8h1tHGwh82EGubBwPLKMsUWP
rGQ0Vj0bqMmtNgA5tNVX1UHvcuMkx+FFetL5++2XLvW5SBnTGydoX46BZ4ibMOWkfRodwzVc67l/
DaiPQplhUlFz0lvuqBFXcRh7HHbKYGoV2K0gZQyw0WIHCBlgxxYrLhjFrIT/fiF+bFZR0kSXE3VW
HFeekdP3rrTXaao5ZHzgac9SUPMtUYAtXWoPntmR0GBMBkqavMuOT/70drvxdnccLZ2/c40nxpr0
fdE3egI6QCF6S53A/Wic7ChjiQQ3puaxxNgTa4oLv89BanJVlP+xYAiF7Qxdj9zgZv7SNaYYa6IJ
qiwGJQ7KMCOi9Z2rKB+jemeh+JiJdoW4urL1bt03K6t9LYvuf4atRh4VC1PVLxw1gBszSpkYYVgF
9Tg3XRqoCSlwpk6BF39Gr5/e8rX7h86XJzwzMYi4NcFvv+jUL70rOdnqP/SPAjYTCFkAUDcx4MSw
Ipiq0CTGMOshZh/nMxMO2it/i+GSHmLnq4FavShjLIyxIH5vCbUPrFugFYjUzaAdt9rqMXbfr0ts
0V6c02H40aR6DDoDdICj/werdkm4GV1rJaH47Nu8Xv+vA2AV8Ywae0BDqKqpJ4MalgqTt2H3Z3ra
8tCSvqom14gwpmLy+qoMZrPUY0VdSpQ/eM7Z+kiAZWTf3E+2i9frrb9RVWf4jNZba8Pb1rJYpjhn
kzEiSSjKaSfiF0zdVst3j7s7/9gSkRz7DcIuk6P1Sx7unBpjR7ypjQ1hAjUNqANIZLTPzet1LVm6
V+cUGPsxqOMAJYVT8V/RW9cF1NhcJ/Bz5zIsxDkFJgYx5FFstBo8VLY8g9pMdoY+cINom5Q8H/y7
kCakd29V3x4eHft1m9FPnpVcepqf/wQmPmkFw5p8bQ65gDcQI5Erk08etjuPBhOMGGGKXS5zqNU+
bQqncV59m8fGYl7znA/GcpR11oym9qUOBrafntBF7Hh2h26TR3Fn3V4/OB5DjPkIElHK09l8KDfu
TGagIwof12nM37hyn9nkd+PnXj028JNIBMmvKkmxug27FTgRBkfH2Vq2PE5yOISg0kPtAO48BfT4
+XeMMGYhU4faFAQIyw4R7JKYTjRGxxSvr3DRHgAv0tQBXahq7JPcigopzzsxP70o7rSJb9X1dTZ+
rraeL+s3AfYRXghY5hyWE/jIAsfVtzodAAIRETknFbz6Masod13abGJ+KMEZTcaoR0riR0YJvwtE
eJoTHcPac3Sr2x0VXVre/C2PzFnJZV5UcQohIn5XqYCliPJj4sZUP3X0NXCEjTgPuHYrjhYue0iA
68sy7rCisMre9YUCsE0JaYdVZ0e/axqIJD9to4Fb/1gKPwFt+w8lRqKCCmM0KqCkydD4xtXIYcjt
adXK3HEiHilGmL2h54MUyLOHciM7Puy3gNDnV2Hnz/zUkW+OGEcION/QTBWcWR2vkS7G7meVqH8k
h/aTy9MPHi3GJSKgzYooAUuT2wFxPAoAKafQ+uYuxIgKL0e0WNM+PyvGPda9lqVA0sSoDxCYFCfd
WxUSAc1qfpWgZXCXr1Euo8Hq+kVfNLxnGsJ4RKCyDrnYgapirur6qWhvzWalPYrJo9i6qUiuU1us
PiJdiX1fwFxGcpwRaVwYoiDGCl4pNxsX7Xb9YT+ge+y/VGzPyTCyxAq8AtCG6vw2t0irEmlXvOhv
vHs8356fuvjNDCO7uAF0vOSDGfT0lSR4nodB9x4xnoBueF1uy6f0TYmJKVqs/J1qC48e0Umdj4Ts
5yckL8bkHs4cCJw9rSqraP1yPhw72R8yGwj78PSKw7tWy77rmxk2nvAMVdADkMlubXewW6d+LDfi
w/Dak4hWdstJX8+/+sopsfUzIcHKidzDLX6eMlIcC3R3ZlyMqS+b/YOKih3mQDud10zP5vFMdpIA
8NGghMbNUHqS+xza9KkNabxW1oErn9CZv+nuE8fjKeGiZpzRZSw82h9UvUhAt0JF46V8vC1v767r
3qL8zigwhr1AF2Ok1aCw8w4YPqSw65wT4vHA2PQRS+9RLgMFbF1J1/5x8AAPd9PXa7//L9O7SJF/
nxNjgLSs8sdSBC0M8NnSvUiy1R1v2nC2Lpe6ABBvjFcDAF3Degw2Ga+qfpPkltqe7A3Pzc4/79qn
L4/7+sH+jIYvfyZzsNrUjoE/KS0QVWo3PfQu5RVceYJgDrYHBHTvqxDE2/0try+V923mIPWhSfXW
wLdTyt0TtvC+uhQN6z98S2gBpt2eFPu+tgHX4+x9ON+H94en62ewMDNwSYnxIQUsodDNIorJBqjF
PdnBYDzoNnHpw3222r3YuG+O7WD00OF0BH4Voq8pE+NVPExUxlUHBTi4L/1j+Gg6Kf0A+PTB7m7u
Axvr3jd0HT44tLUf1sfU9qjvWpv36xLgnSPjdLA1NhK7Cj/CvUdulOM3f7qaS+kyrqbtzFEcTXx8
IB+8W76QVjv/+I8pO7PVtNr3tfb0FDvCMV0VbwkBhnv0aAu8DWrXrz07bvc3Ase+y0tPJUveVGny
LPBbzlHyfiVz3Uuh9rywhC7/9ZdnymfetZtaxfJmUwXsaF5j53UF1FnYxlEQ07Af8as1QggnK76Q
p7zUEeZ6Z3HahNasI0C/v68tR84f75L7xkVK2d6/71vgho67vfLUaNQ4BG/BQKJ9xIPi/+q1+/eL
/mOurpe80TDnO4Zl1lQhMbYuuvs5r12TbF26z48jWa2dz79UB+Zmj4aRdYIIwQ6Ecj6t8FSNudhD
gcbPWMe38SiLSxLf5autc7MfyT2171qyX7/S94d2R1f2jO22VSK75MWxnJ/A5Lmv38mf65bMCz35
Cs3PFDwMJIxzTOBn99ISVLgj2z14m4rIxPnAFoDr1LDJ72oYoX+ZtjNyvWxNRp9ALUuysS2yGWzh
LSbvMUqm9Vogm8rFWGFK8pKoqh0fD2iQ0TaCswnc3WZEelv2ifJ2ox2fm4y28u40ANQf23JT56AR
0Sel4xfOelq3q+d6dWOKjvJHv5Ow3W2lYoXvytor2KdHApOEWD45bEsgWxDzIN0DFYT4AdpSk02b
kOZW/5TQRbkB/AL+wmSHuwGbOrH6a5Xsf30qEUr05rGypYc6s6PbzsMKj/tsXzRO/mS4OW3wc4U/
5qsWfXVERBnpV4qL3aI1zfcekkvpSsK+j8NtPuOlfRzETeOuCvfDIhomXDeomFFxWzqHHkTDeD3Y
UYuaNlIa2pvoTLvhpiTdw43pBBSJbGwi02lgF25kkudNSbBgGt4sp8MNenhdoSEbV1tBU62U4jlK
ARuskNf9ag0siHtjFTqO4SAjfbDu/F2RoYxxZ25TB9CevVugdJ68adigN5HRHiRqfRg7eaM2REtR
8T3eBnY+kI0ezn1T+g4JursG6zV7z37XMJ1hkrKn+1fxLV1tf5W7Y2lrTzdy53TkAevTMjsF3pOy
Eew7b1s8GietIEBcBaQxlgY5AkLjFQCHJdQ19GPX2+NadDbt9jF/S2uqrQKbmi1wY0LXOML3OQ01
CiB5Ya4NLRrQESwTiCdk77yNU6wfeqIAEzf7fO9t+Wb9/tj/0hRCgq2tb8eNeY+Biy26Zdek+tB7
strqUP5JIM2BkgyRB1Vhuv5gRdPJUIhbYXVF9GFQaxMd0epyQ5yHiiROacc2kL467Dj+1dEOe5y2
sf3ZSoCBWldks1UOdLo7hq5IpPvqMYAFPCHwxXl0x+MG/7Pbk2KA0JC56vBbbJ9C+mv9/aihM4ia
+CgkIdDnwM7eppULdPYM/yk5u5S42LX0S0Cx/91z8rceENcJmnNV0tth4ViJc1z/osmHurrJd8eW
glMAShgoCa9C7Ec5FSvrVpJ2CWnt+PEDXm6E5u+9PcBji8M7BkWJWpB3cS2Tej0Z7naVbHNyb737
GQk+Q3t89txH4xYrq4vHFjXXbY6RYxsXTSSDg3z9miir7UbIbM+HVgZOS7MDCt4rqr2/xhToscr9
DPuzbe26pmSdEIj2DzKhwuaYNGS8qXeJU8WErDdOCZB4y8bMtO/ItwLinfimIOuRepDNJ2wV8EhJ
s3t8f05vnlJ3uAsO0audDe60FnEZ2uSw1cH/dYO25GY1ABmphqqoGPJlzaceRIYghF6HHlzFxdUf
yEt4nBsyErtJiXmjuzMMvLXBUW1D9H1z3BGXPhNTSVOtVIlqdYCPlFIq7cLTyQ2Bp9+66B26zTcF
Imfl1oIZzQ6cF8QXb4xzv+Cdibr0NIjEzATtciQvJwsoBiH1CLKU6+tCXmjuwQTCmZBnh3jmNETR
NzAOLnSnZzt0DkC9UY7lMy6LhnW+Br/G9TO7dkmOeYP5ZpNMeoUzLQry67f0FJGd5OIC8NhaiP/A
loKVKoqs6ICou2RLLrpA7jy/P1kE1f5MdGEhMUqf36LXPQIeVnnLRZBbqADMvH3TZEQZl1Gb+iZo
Atk9C+AGsdsldD97Dm+8EOWStevHz/sW85MHJZejrkCEYt9zfuXP9M9l7MMcdODXUoV1bnMAbpHY
0Y4agPt7knPIyDw6TCwOCLJcqBPQeXYBqEbI4UagL4eT78DVkTWWLT3tHJE8PK15+IoLGnaWD9K/
am1nF8eP61JK59cLilm81wsvEmYHoAxzKHphfr487TrXDexThD6SjPw6IQBx78na2Wir7VNAKKDi
30e69W1eu8zXBjzGAl3wxwTjnionZTOAv2fbPty/39ysS/IboaW7y0nqoInSdaHnOd11O8/Gqing
v/nEnlAcpZ+ru4E6D85W3T3ANZDb0L7/hLPebD/WH0cRHuqXQg6HACHY2nSua7R8PQGGXaKXN1+w
uhqADYiCJffGsw+bg93jp7642rrGswHDaqmrkD02GOY3vAo+5zZ9vQfOVCKaJCyjntM+KXV46qb+
LMVdXCh29Ervg2wo58eEffLJYTNLekWdtxNaYgKCMC2zW9t+D/EWHJHTmaM1zaYIrXSCpxMnt/sF
439FOeRLG/T/lEJPhFjGj8HeBXvzfP/Lv1M3z6uDvSmpedsQZ72i5AH/xuQM2gp0x8EPpKv1A5Zs
AiZjzdNWzmVkK1BCYJh6Nx86EBV5rnjmheXVQvpfwbJUjEz8cCXB6KdNiqW5eLBUEsKg/tlcY0xU
sOsd75SXrNk5LcYeawH6ygBp18Fqhk63/uORh/ksr1+RpeACq6q/OWJs8+iFaTzoGhCe6CG+f0tp
8oppBi4C/AIEALzhGR3GNluJWeeWBjoGHny986K8VVgJArTbDMDlAlryseWUOI+flXudQZ4UmRRo
W0eo8CZfUhQd/8WA73kwesJriuORMS8tTRBZ4xQWYM9OPKKkxPuTQikS3MDr7CxmejCogx2isvW1
5e+SkBYYce4NJmK0g4ThLfiDai38H2lftts4km37Q4cA5+GVg0RKomRZsi37hbDTac7zzK+/i763
21KYrbinuhJVKCABbUbEnoe1EXEGaA6qEEWkpr/qbcVJ/s4ICyVF2JcU6jV1Qta5QijGsJypt4+P
tZNZn/ePt5hyvSZAMP2Y1BVXCyDApat0NHPF4j3j1XfY2tKeR8/E09EWF/0HmsCHVHiFw65z4u3Y
yYuZUYNQuxrgieRNhMR4Y02WkT39o9P9UCLsKINtra0Q4XSm9xxNZm0ieI3N1mbxYAwlM7mYApqn
c//fsUjjBwjxrOpCHKswJb3HzklO9xwWk0qA8FeASqRTDrdklK7p3Vau/icWh8lPORwueZ1sab82
eBRig41/uk9nKRSDJvk5FxmKeUHtiSHCISRScls0hW7FWMUWrRT8NsWCrsT14Fcgrt9EqKHL+1LR
aUplyb2/+QZCDgJsf6mD+SFHJIxiq7HVHWedyo//+lIJefAihsF0Oh5xxA4dzI9glc7qSd3/g0n+
WT3/XCphBiKeL7Vu/D7QjGKXAmihX2G71pp6olmafpvQH0qEIQhlVRyTASea94VqgM7qMJ6O6bn9
PD3nwVeKkKcIMVBJpUxjUMIUZCxTaRo3y/kK0JUPssmsfVDkHu4z6LIp+DkgoU4iMciYwEfol2Jm
JF4nwFx+D6ndRN9u1b17JHRJK6gaVi7hxcRjj4wqdv4aABBGgbGAY6sZ3ioE1Oi6g/bcJC7j+Ifa
pvXzUZ6SbLxImDrlPRG2dTTqp7YFZozsF6YcWJ339b++U+DbyiLPw/ECyC3xdGk/FlXO4LDd6lID
JKzC5MGJZluX8x9XVIiXk1ttmnxsAz8/a3pgxIM+ALHV12uTR5NMYoUr/zR+UKnOuoJ4yJuzEQ8p
pokgpiLYslt9+5SIVTkLucjVhrp5Y+HBrkj9mvWpPT70y1n2Up3FbKxk8eaJ1oIr0IgQdoCT5dL3
AfKI4Qptm71myJM1tmiVR+1xOibqPMKMfjejgKOS21/Vkbd30N6ZvnlCjtQ0MYJqAr3GZG2N2mS/
5IXeXABpO/J0zLL5hXHXrGqUhoZeng9v9/C32L4U6ADUZXvUGWf0UEW7z8JLNkPi0AyqiRiewfp3
gnYmsX4cRdALo4FZQG+3ey+o7uH3hPsvZroiQhimtI969IOCSGmle20vHtonfyM75VqywmOMmd7Z
Ju4zy94OSIV/tWjI+sqODFLo+ohBC1ryYim8uDk0Yb+0WBrKWsH3VCuXt1hRXw9Wt2/QoEUbL6fe
L2HCUkYpWrkGKdOb6zAxMJCfTtorLWJaUO83JyLsF4t+20QKQMb98DcPKlim12XrPq8sitDVKxLq
jm9LthRH0CgevF1liasjYniKK087B6HsYpmLfLZB9tWNHkLrD7OuEIL9E5t7c1uEcsMYDx9VLE5S
WrWVW62FJmyY95S+UHnJjb8mRTa0Jz43SDC8/RkzyrqyFbY+Sm77fNU8FS7tXEtJjxtihJLTJvRC
iwxujztwFxaKxHUUVD85c4VhwzdxM7r+JjFl6BPztXWM7F2yc4MxdpYg6lBtnm6UziZwBdShUASz
vNV+Y3ev97loKf1185Gkxgk6vkjmG1EHDCu8hAKKX5h1VvpV3tmBvG4FPRfMsFoDMz7iDuGoT5IR
TEbFGklqeRGKR2icHwsrCsxo2lTFsS7XbEFz6OfPuKOzFEJnRbhJuWlQdmANbyO9+Nvhu/K5ttgt
AILtSDdwQR+fJQBRwtUz5Y6WRU1WBAxZiNheQzzkIMujlAd4yNHo3y+oVfZ6g4J5Zoab3k1U1Pcm
o5h0KzyLB1iuFn8b6/1WMwuT8iUzpV/XgB2wMtwclf+1LpPlGcFnsFkSjnHUIVHOoQyO6u3f0nkY
7BCjTK+ovZ0iXdxiCs6kDTUta+qf4g9LaOpMqDwt6BBWCa0R/8Xi0dSBkJ4op1zUOldUCCXtx4XM
ZT6umzWqT8aIX5GVp+HiLluCKyKEik4ACcWrEYjAk3iWMaQTIhrsz6x+vP9kC9mQ63oZiWbdsiVb
iQXoAHP4kT8JiADt+xSWldrVUQgtPVWpmjYze8KodYe/r4mdmxTfmnpdhI4WJIz2VhlojNicwdnF
ttvUn0a0pu1BWBS1n7N8f8dVStwPOtTMvjkM3D04zKO86pCjun9jy0pPUgRRRoJMRI4WYnZFJRTZ
MGuLuEfaFNgi3rMWG8IWvSJwq9VVYhuvczzGoztLRJZAeq7WnxQWX3Yyr76A4HExSPxmEoL+fBky
HVCC/qbbauhcmMfqIp3dZq66Bw4lNi9na2o0sahMr4gTvD9qgsgMMYgPLYa0nUz3dpbeWRZFaS+1
taL/WZElEYtPNU0kDhlGQSsEUtVDxkR0KnQh3hRgGsaQYRebG9riptSlyWxe2kivz9giuC1KqC02
Alik/BKf8F+7oHWNLWqXq48iDo9SjzLJSQe/CTubktgQz08A/K9f7rPYssConIABF04UuO9dNFcs
hl0zWZhggch53EyoJL0aT9RCw3x9v4yBCjPAsjKmDchV5x6WIgyBN8wnyS7y21Y8JgfZGR6HVM+w
q/ftSGukXconSBiJF/CcyAOJCvGgOebXJcZL+nP4FT/Pe2fnzHJo7FYvf/ao4vi64nLHCX03p2Bd
RDrlSmcbT54XoKKoQ6i8LAkC4fGOOZsPEZv2UKUj5iuqc2wBs3LHYnnrsD7RJpW5WQncI0eo1TDn
ilCNyx5wM9gNUe5XAyD8PXRfGcxaosGhfdf6flHjsVdBUhSICzku4GdVX2Yq+KUyh1V0blLDVwwZ
1BLbMnavrxOcwfyVxUT0J+Val9iIv6JMeDeNN3l52NX9/4XFR0fVbs5sYAXuJ7/i9RIZPopJXJLA
a4KEy+mPgpczLY4aeLor7BJdSnR21dCU/JKWA6tqgqLMXCMT7NLF05RUABBHN5uqC1gHWGZGLR7T
AjuM2fdBXcmMZmDUztCA9ZTvveQ1ZexReY8CXu+KTc6hvTHrOl3ObS7AMD9L+cCFWT8JLdY/H0gw
WM3noVDM0gRRUlbxxtd9968HyIxX32DtpKTDfi45I9cUCSsuR1knqD5uXgDyXblJamjlWpi7EBnv
IsvOfnI1FIQCo4OPDzwKKqrtkv/KQyeymixrkqwQHxCEjKCMET5AAl7l7lHDUMFg7BlqHndZU/0Q
Uuc875X6VftqnJqZx56B7I6hqEusi5a2yk4csMs3IjjB3L/z28JoMz3aaA+NS8txLVXh8Lz/PisZ
NQgd38VsiU/YznjmndP/Ld3iJdtO69R5xxQp1tvbVmTZ0drb0xJJS24UL8oypis5hf8FiDslHp8k
xYiQupyzZuj1o/azLAyHg32vaBBvKaoJevBy0HCbhyw25lzKBo7L+gl5SR0tNIxJS3ksS8wPSbJc
5XFl0Y/91KMQLW1TRGFzs6z1AMD2wGVMzik/qIW/RaNzRZLQjp4XF6MXwcia81qz+oiN3cAcw6gx
uIYOBrNITRKwJFWSRU1UiTtlp6TDlhIRJt1ZhayRmYA/kg/9rnmLNiMlubMYzSFX/i9ipMnx2hT4
KTWIPSvItaA2zGF9Ew9gooTmCS5mza9JEbcoh0kMrFq+P3vr5hMAUsGeV5w6X+FPaQUoxw1P0npC
2rFvKZWWpRIntuf+nJKwNlqbjHKfgnSzUvRDxFtNo6NPIjk26MlAVzjNSVr0/K4Jzm98pXrSrExj
7CuZc0wRhxQjFBxg1nQGrYv/xHJL8rzQT1AVXiZc2Rgx2Zhq0uwAAsoE7VRzDDEYf3jTDix6X8Fi
oAlHQeQRg+FfieBOIZYZBgg00CqDgEZgtWW6SWereDrIKXYg612ba41ZpApASDuvDEu9SSquwiJE
tZUtr+WbL4FRuD/3r0GYyf5ynTByq85bkjX+u+Xv6sLZKWZyro+Hc4KQTTS49jLym0TQh7bXtSBf
qcCUSd5YALBymKxRH6PpTxvrpXBMUCJKLtK7lqCnXSo/Eu7IZzo/viB1Z9WVmwtfKV8aCdoy+Y+4
0GMWjeF6nBlytR5rB1ANikypyC8qbgDkwMsGJpRGniWXIlbphWg4Y+VgJP/tTlkOWNL3+CQ83b+1
5cf8oUQW5kqF8yueB6XI0QD/jUkM/2McNjF2YeH13sJgHSGr1TsUsgsFVgnVuX8d8Hsc8eqxZm/N
BzjZgFFHDj12qNMJxqahZvqXPJ15bTJaNTTsZ1UI3yoahIllUEM+h1hkOu3rB1ou7DvaILnumgIh
DKrA5DHGZ4azkqNflfF0ebRGq8owDhJupt2g6Z2THQrRkC584CTB2isw14LlLKHeDjbg2WqDF0xW
wGrR3mWRT4vArZMxFo7qr5kNlkB28j5RzbawNWooteQbQycKrCBy6KiSSKUo9GycFjCklZl+uR1j
yE6BfSuWUfztXLrbt8TV1+QIlThlYl8xYj/r4Dlyc88ZIMEU62Wui6jW1wlJU2qSY4kDrmkSOZ7R
k4Yaneo99qYjj3gAGliO/S6ykwK8YxebuQnfz5ZokDyLjuc1WSJEzoo2DacJZHNgWQMP4gAIBagi
Xezh3Yvm7Bmxdo+GxnKbbyszcnMLVU5KemlJI85JF/SAyQrWhxO8mUutl6o1O7cXfCSmYk3Ge7Km
zVss5rCuqJC5uixCEOeXQg9RLvWPA6OjhGJgVV+jN6d4F22VkjZisegAXpMk/Ii84RNAROFgoyX+
nc7m6s3sdqLpP3Rr0Y7/BBZFWy35Y9f0CDkZmIxFJyfouQX2K4WF8Xfax1j0jYLMHJ990tKfS7G4
BCQnjoNgsljMfes7NExcpGMHl0zsvMQMFESoQ9gkBjMBvvH+2ZZ55IcUER73o8fyXKsi5b0WLrWk
l4qpYEiLAZgvv5pECrVFcyMB4lBUAB6tooXm9mR+I4deIOJkJlzb+jHfeCbMy6O8jaj9gcuX+EOK
0P1tNzJcH8EtGrFtc3DGUvdMdBeghJZZZn1iHDQN0BhlKbC9Ph4hcWw5DSEanOfAljXavW/9ac0J
rRMZtXwvzjxAGp4rUmQQVJV9LTACSCUp+KIxODEwE9ng0Ic1beLWLLLESj6H1M3z0Ghbs7H66RKp
k94DgyzbCKKr9WbvIUO4CWtH8n2wslG1K681tLdWOyf51pOtLvnTBJe6cLXgcwKASWaP8SoAxphv
5Yi8Kk/a9eKBrffRYHsJZZ3pYmyJTkuFUzRJFIASdMstSByragIU5vNl+8bKRo6OTss4auZXgfE5
k9qk9O11kHd6TY94Po8V8roTvAHY3CO6IDVgjzyjtGc6j86jYjxYL6/KqBuSkdibZg18EqxO9g+Y
Rfi8L5PfTtev70DvB9rseEFSROI78hjrbjO1H8+XC3IWEwBUges32WhVGDA2ou906z1CN0G3PhVG
sf7CZnHUIrfH+1+xYMMUZA6QNoP5kHjsKL29fVHl4irpOB6K3XTdDoOsH87ZAbg35h9f95Jh2JgU
pSmI347hLVHCR2AErsCyVBANnMZEZbX62thbyv3+Fp1bGuLtwQZVFqO5a/psvr3Y9y9tQcHd/vas
la4cW65RwthL8Nsrd3AOvhPpG8P2LAqZhTzxLRnCQnQM79UawrPzM6assYsPQ7/rPw873djbJ9uk
3NdCDuuWGqG1kRuuKmV+lK154VZvbv94cB7/rC1mjf6cYW0bNDb4XlJ3KwG3FAnJH9VYjsv5Gk2X
A4r3ZL4FhuM4emFbyGR1lmA8Rfrpi4pAspANuSVMiN4ksmPMVjNhoKO/TGDy3qae7reZuCaCws0t
k3jyv063TXapbq7O+mA7WDr98OdlXBkG80orNC6/oAhhRs86J2Nf2i1FtR7aqZIZ/nxpTPS06jOm
y+P6zwzLzGFCdHM0n2lLxZZ59IomIcrt2GNDQOTx58xhp/V+3L2q+t7KzfqwQaB3OiE5SC2G/Xb3
cbNXNAnRDpN+ELQWNM3AcYvOmLB1jtvkn2AWoOYcMdNEkfdFfXVFkJB3r29x6ZPGIxfpizpvmrZn
fNKimN+uzO2pCGmPfKFHKA0iosE+eI/PlDPQLo0QbwWbuSIV+h8JJHBjPFmYnf4Yo52drO0nowJK
iUEjOcvvL/m+ujZCvoU+ZcJGAEmAe2LQfbr8MTDeozhHe2NUxepI5UbaGQm5jrW2CtDSKpxN+dP+
eqZi41OeiGwpU6axQjsBGG/rAocSA465sX7lTUyv2iaNHRb2qd3wg0LEP1Xss1I3QZrRX2S4GDA7
HA5n51F2/j48YKbv/R1kkQ03P2mzSzSZVgg9EjABvE4OlLeXwXQDY+U4D/pOnWtVhvFJ4ZJvH/YO
l5DtXlzd1gN6YYVzsNuab281+nOAiy6f1w3cMPv46VNbrKkHJBRIVQkzlq6MA26RKTh0J+ytALYF
H+ncF/LSWzs+zT1V0ZpqFGgcRGiSSs2FRIPmRnbkGVOuD26MRYm+7jyK5nqnrHcGwk1M19ufFD+P
IhkKoVz8OJbzOIUofgA62gfGxn3tQn1EQruIYVMl2Wx6XHRarLCg/nH9oFuWtTl9UT2VZffrR6+Q
CT9FTUM/68Ex27f6iA3hD3CNbZo7tGi+RXiJGibr0IZHvNQURlwkcLGAE70BVWJeC+A8wJYCIKAw
jvbxSKvjLTQhzAL/Q5F4I65uBm6cKW4T561zULiE49W5IxriaPmc/+Aq/NAi3qsKW3/gGtDCli/z
jTMBxgbN8metG4n1dDoePynXuZBCvT0cYQs8EW1+pRxBNZsf7SPA+tMWBS9giwz6pDs67yDgGaz3
8LKxT36gfwGq5TiHHvb0EAOfZE2ppyybpp/zE5ZC6wuRi2uc34ztsQf6eHoyaZtK/wOf/psIGb03
ZealXYMz57FdvEjVSrefNvYzdeSacphvdXcVjqh8qzRTjsNIH/EZPfstxrvvy/dCZe3m+b756YpE
IVZ+6qeBcH42D3Jk9eZm7oy1OyqyyrJv/iMF3wHrFaU0yYKpyHBpgi7hz6W3EGNxvWlS7A71dQgj
0GVZEwUFCG2ZU3DyWstDoH86hqy+pZD6D6b8hxEIXVIMCR+H0cz8LprD55YmHAvoraz1lj4lW/98
LOAsG0ayfzVOEU03zwf5bWB/qBN6pW/V1GPrcBa9C8AOHMACzJGkrlsIW4EE1+MPjV+W7dwPTUK/
dIpfY+ksaLbGs7ypRXO/gbvCPGw/baq7suyd/9AiVEs+tmUUF+DNLdZcuyuATaycdaevLQSQGwTK
90WBJmyE5ujLvhwjDdRMtDRxx+bZ/qKdiMaaZL0OPR4t77PziTCpu3F7zGadi21S6ZlILSzPztwd
7iCLdFLOTgNw3CHZ7ko2qsiA/l0xZ1oM9R98rn+/0ncD6ZVcj40nF/L3K11GQ167bx/6WX94eX3t
zXcE4JRXol4hEZdq8xZYOZ6Zft78qCI2BOZ4AqzA+9yw0F58oxjJ9uJWC5KM/TYkF9QN3j6ApRfB
sDlAkF2jxRgpPKCOFcaow2Wg2LBFn05CQ4AC1GFVYYkjSgL0sSDmAgKE2pqO5pby+zMn/+KMq9+f
9crVi8nCIKT1mMAx1xCBSHrW6Ozn6NBealF8r8gQylGEDvak+RjPcIYVd2/NwfX9V1qoJeGVrmgQ
KrBTQ6+ONRwlxU4EKAkXSPTdVg3N+By56F81h4f/kiKhAIfY9/wszebH4dfNvAZSi/XBQERj08zL
suN4dTpCAYZtg6WtWipgqK4Coo2kD7sqMZ9O9vGLllVd6O65vUlC/amY6e9FETfZgg6mm0x5Z0F8
j7RDUZiPLDjyWLY7iTLOFBVmfT59oaT6QXkiCuN9eyJX/C0VmdIXKUg8u6JRPnV6MhqluqJq81lO
7sjRt6q6osOjr1iNfNAZ19uLvH5LNwwAm/a2XdIubdl5+uGEbzfuipSmVmnuSXgd143QwIIlGbDt
JUwuNe9HuzxCOSQeU6atCkqldTEPK6AfPmbbPwkgWza2sX2mYnkthmNXJyO0xFR7E9cVuEQBIIsX
pDedx7la0+gPu1dU2FWABFDYY9EwXlEkdEaMMl/jJaAYPsvMGqBVtn3UzulLTJ2KXLaNV6QIZZEn
vh/VAi4znj1eNE0g47J+BGKkqVvGBhqDYrW+IUzusSShMcrcC7H4GwTZNYYJ3MMK7e7onPlj2F/H
4z+4SZWb+0c11IPR6kTGQZ2neVIlNnBn0thG/7MuHoPS7PhNk5rqC+XZfiuOW2IzI12JQF91YsfF
JaR6e0H6CokdZ73WjqiZ4B+KhVyoXd4Sm3noipjGdCV28M7E5v1F064CRAZ2AFj7up1LQjRyM8vd
PtstOcLio4Gz6qYe5Opq15goeWOoJgc8p+LuQoM/SwNiGINin2k0CUH3xWyMo7ASzhq3SzMrBzZs
z55KWgs19SoJAQ+yME0GDmczUQ596zUjtOpxtcmsk20DFZZ2lb/11+1VEtLNRYzG9S2Otb24rKxn
7+wOgnafF2msSIj1DLfj91kLHdmbq0tgiA/o/WoM4z6VBfN/exRCmMdqyDG/g6P0xpY1YryRjwLy
eBBbo+XgcNCubuaye1xIuADo6GtkpgY9Uzi4mMxh9MlFPoyqpSicR0ZB4yRJbMV/P1H6t3qi8PWC
Dry5NjLwKeBiTHKJ14lH/QImgADDc/qDzcyilQaPNJyA+bHv3BoZ/zBAsZ2K+dbc5/A9WPUPGU2p
U97lGwviShl1gJ3kihYHGo+XbXQWe1NmVskzcIyNLYWzFxzq28sjtALmkpV0UkHr2TXRDAYkqQ7L
RY1Tr9NS5t+e3r2LIxSDEvCNrHq4OEbTo0ZvAWlonGjZoIX85O2BCH0QpDmWiwIyHwe6tM9vI6CI
pgLwyJU8B45YiSHrr4mu75nXrbtlDu7WxH461I1R+flv7eX3t149pBzmvRIOM+OHWPy5/hs7Ahwr
m96HQeMYQnPEbKK20wjD3AOH3ewjB/jaipHJummYFHGj6MLvxu6rM7VAl6gbv0OOUt+aRaeru/FP
fKKpJoqQibPWv6Iy1ZjP7PuZLbH4zlTXmv72djjr63UkA83imaJ4Z867w5ki4WpklRfELIt3ugy+
JenVDkABPtALLenYBS697jEL1T16hLeBIbKKD3LcoWsegnKzQzVVMUwOMNMtLYG3UCC4kQdxZp2r
m2RLvmaT+SZhVLw3uNy5vjo4KOv4gH/foTeIai1pdkwkdIrSeo1f9jieCXV8cHUAtTsG1fWlsQih
Tvy6VL1mApXW6DfpqCPp1aS6zmAoBZoShQaaWqZ4Gt89flc3WY+jlnQCuGQ6PKvHEqWqlpoKWgj8
bp+LcDWqIG+8Hs2CcOgv5oSM1wCAADemNcnSLo9QGFPG+02vzVoy1adtZlEEinZVhGeRFkHFdh1O
kT7nsq5u0IRbq44Y6vlKe9VoNoxCjdzgltX1qEnV9511JvusrfhPrMnk7Zo+P0eRXInQFJGaKJog
gJTpwrkFKgzr1qsSAB4GLSm4AId4wwlku387VqGkSiAlo2fgIleYw9f0A6pcte74G/ZUZdawLiG+
X9RwiKY0JEJplJlcC2MBeyKgzOGueGzKcEJERKmrWNq67XT0Uj8ZM9YXFRWfYl8kQnnwWdzG6WzK
ksYSJ+PMGJinkCZaNERTUhKhPjgPLmlbgc44Cxo2cRhlskLOEi4WzbxQ/F+JcEm4ehpTYSgEdOw8
uxrQAx+l/fSGZNvcCEpNuC2U+G4Zh1AhfDcgmp0DMDRFuMWHqs/O3JZa5aadilAhqiKmKSuBTG88
X5TDyuStvrVQjJosy8ZWJIpKmX/ujs0k59gqPh9jeQ6ZnyUO/v12KnR23RtYq2LFlW2gwda2FTqw
3CzQd8jKhCPiJ2Lajfx8mVgVWniGwerYS+KvaN7xskKWoDx4FXUAsskwBkpC1ccjnOPWSLCp5CjW
Bs2pWj7LDw1CeXUah72BTT8rr+3wYiHFoX/R6igLAyYz9/0QIXybUk2rAehg8KXmLtDacFIDTUd7
dBwBFcX+h/HLDzlCUylxL7D1CC9g617c1MWIuHFCGpFydcsO4g8VQinJcibIU4lDPResjk0sNA3x
O0V5e2mEMuoaXo25Cr8f68+uYHJ7QHWjd4hChl8W2Z9jzH9/5cGUeTd4w/DNAPW7tpq27gr/oMm0
+dSMbF+Ger8DMBesmboyvqIniggv2+kf8oRiGpXUE6sW5FeHFerWVmtSs8u0hyKUUpiVciBK8wkv
MNBoRD6cz2h689cWmuDRVrr5wjwChTmWFa7MqyygAwRM9BI6gonFvmmUCSFRgCVw8T55Zf8CoBEo
2nGue6fIpvYvLtykyM0rTzRZUFhMS94+5CClGrC2JvY8evVkIbftv/pxU4B8waLGN4X8Lle10Q41
HohiMsfv4SNVlC2UC3ctAsEN45oSHBGJ7FJGnxgnMQzPnov6GCUz8Ial5i/3eWbB35pbSBRFZjVW
BJrb7UGV0BuByFzy5yE+y5ysh61IMSzC0jFUWcXwLvsN0EYoLFXChAFfVjzc+li/JID7c9/8yjgk
qDH6+4PDbR8ZY53ZuxcZK6EKHSflV+2u3u2tJ8x0UJhp8cAKoIdUFph10ncHypWIxjkfSoC5QvNw
gJSBgI02tajfv9OF0h+2HIssy2HFrQyEJ4J7khS7b/3Gh3fXGJhXiQIdaKmAF457HYnaDXroh8iU
9zTM0IWLxqi3iNFewAApAmnBfZX3xbbiQVYEOk9nd1jn1tK6bZeEUcL2XrT68djfi4mcW45phi7x
y1yDBjiUb92Lt2M2m3njnPRgUq5x/iXCNbihRBiFWOr9qQhAqVptFT06a1bMAfXd3rbAJ6Ahky+F
A/MAP5YdcZjxw4zV7bnypBThIECzxdhx4JaZ1QFf0kdiBGuznMfOEDFpUU97xh1kjBo9ocRlUlhz
KbOPjhVWVSV5XpFBPuDoD0Mlegxc5g2//xjsJtRDGw66wgIdBVuQMsOcDrRNSAsNICqoisCvgqaZ
UQxuDx5JbDONbCqehcqJNLvtZYPdxbURPQJWWN61o9EqOv8PUG8w8Aj+YcGrGst9+zlXgsj2MYBn
PU47z5BVHdb2lU6g8y9Hmi5fWG4EQhzOyMHtg+NEWMWUiWQsfRFAyByBIFy+s3N/QfWc6AAG89FU
yejpe4f/E1wuMF6iEHUiYcPqaCdVAXL8QLOhS/n0mw8i1EPEaVmTMLx2ri1/7yaAea6NNx/LJbEq
MNG7fWQB3uBI60ycf5WQphuqBH97feBJPotrwKy99hhj2huzUfcldsHHviLxa+0v14oDm4iSdh47
MwvMMNkOW9EJJYqbtaRfb+gQHKu2Wl1zPuhsI6e1Rs3o+hUgmwGXZ1hJZhpCiRUGOcWOLcTNN0QJ
MxY1Yuq3nKgBGqKdLK0FXpaZe+/NgD5S6Xz/IiksIpMdS5kfS2JZyDPP8pv+XTD7Wo9WqSFhr+JG
MCz5MqOnUO71PofILKFvgz5hoinFtZoVNpoCoSXDPtP7B1sQRo0FuJfMASdPwMAucYtMXTNJ3nsa
1ocDwned7dLBnNaT4T8xh8bpXqR1/RQh8pR0RXL92JCzVRwbPgp0zvRYvCV61ehxcvaltff3/qf9
Pr3GCiwLbwhqAocnmIptBj/Ng8A7T6Up17tGSZ1cBJgsFgG0SbJSZMpV/OYn0BNEVZRFTLWrMhEr
DBnLN3kZe+cLa52xBBmViwvNWMvzk90K/S0RQvfJaPnUigpEni+Hv6vVVjWwj/Oy4kyu01M7X7sr
c+tiDOHgYKbVt4PDw+tmYwX79/1+L2zSB0TjR6AB6ZtNuDI2m5PxTkveLOBh3n7i/C5XdsAPJ1/2
JHyiiQ77jw9skjl0JuZ8e7fUz+v9Bk1T02bDAcoYu5U2vkEDp1iwf/gASVWBvyKhRZC0uvOeM76q
PA/VwGkFaDsJ63n712LUARl7YF5p/Z2LT/JDjgxmUlUT46nSvLOoAsZevkglJWxYUI83B5IJTgb6
RJP3HShUq8wJa/2txNKCcgPMfiPY+6+FPjxj5QtF9y/Evhqrwe2E4ykimFAJyQ7LQh2yPBPnqdgc
2BeicQjnNXtr9B3twE5P6JihMc/CNA18CPiiGD5Bbyf8eYJ56sSL6rAXgX7pciYaStGeU5reYf+O
LYkATVfgy53e7yuK705VQqhuiBKSK2eBx4kNiFYmpAa7BIGTDIhCZ+Vetp+a+fmZ22bf2WUOsdlk
hnGUU10r9CNFXS+98813EMKtMlzHNCW+Q0QiaJUDNj08+kfvwdHHS2bJL+IHc75/9AUdeUORkFWe
VaUxKlvxnIX6GyAjZafyVzQveGaUe9dLOCp+xNcJwFrEs6kd3uS/j1MCJFMU0Y73z/LbWblhHbLX
KqgzZaj4TjxjxfXh8UHYMJ/3CdCYk5w2GcNC8VgNFKYD+9YgESSYmCjAPIFo7oZNf8Fe6CfaMoeF
CQocSxZ4hVc1ngVs6q1ExGOaM1My4vYwKo4ZBt861+4Zq5gxLLh9XCsGNhsbJxZQ6GGmfx1p0IAL
bd639AmJZMSBD1JpmIUjRQPiXMVZlcYZzovrxMbDyzxjvX86BYBfRNac8qYLydFb6oRowkPLwijG
6btL+C5vIJmDjYZLKHXr4WWXO3sANQS0NoQl1Xdz54QgItbHX893Pg+gmquDZJ8dmcHsyKNiYSGN
sfkaP+Yb902TWsValJar9yZEUhhrGekM0EY7ho9S4HNycvTpaFnpw7u4i5CCxkoYWjJ9IQlwe8+E
jAKdpFMmBa9cW6vMPEP5rUW0YL4qNH5eiIlBCSk44H8go4KVbLf8LGthlPkqhxeF+HxwWwd7oXYA
Ipj3lmO7NxUOdgHn45Ygkd/IQ19puAkEt6b7hlIgeOhRNR9lc40WUwBBAngdCQhqtWdRtV6dk5Db
HO0KaO4HWfSXuMWKE51kz+8+lfP2mLzNQ0+0N1xyvG5ulpBUZUpzRcMKCdT3t+Yqtst1Zw8vQP59
/IvuoXWDStP701PlxrhlzTlKB8VRgYIp7ikKf1l8ro5OCC3fBBIXpPiQGB0vLkBhBw+Tt8463O12
wgbr6HITnUXs/0cddtmEXpEmJLeM5JSTYpAurWf0s2GuIl9XIxxebJCizl8tePw3F06IqugJ3dDV
7HzO6KHLzm1uSEDsZq1YPsgxJVxdFtGroxEiiqUYTF4UM7XJ6DLoQfb0uqnR5nicq6LmfVtHu0gS
WlgKJMb3vAlS4yK8UPUOFTZM9MzzPEAMoaj5hTbwGxlVuVuloFZqNQkVlJ7qlhugvOj6GtNEGGbD
2LGRYUMAFff8d0HgliKhhvIgjsO4AUUJBaS31Tp2bMoNLvojP++lEnqnnppUTXpQKExAQPo6t7es
/QbhDjwfWrJz2U5eESO0TShIlSBleK7OVDc1MHznfcjwDx5Uc82sEztdMdjCSt3UQlFyKqFyAi2N
eC4G2VTfui6GSeAPrRzV1PU/+q43EeptbH/1adOGcWgqRiVUTCIoajLmIPx82cIlWa04aJj8ibH0
9Z+dhahyA2TmzJjhYWm8Or/bL3f2/5D2Xc2NI022vwgR8Oa1CoYgaESKlHtBSN0SvPf49Xugjd0h
QV5iv7kTPR3TPRFKlMvKyjx5zsVUz1xMWMdVJ3YwDTLRJzCSEXQs4DLZACZpfBoQBUAUpP6LJ+Cl
q1FnriYZ1BC5bBhlp5YqrC3UtI+25ZrWjgeqamHrLg1x5mpCP4o1sYGrcRy5oyUKxFMl+t+0R1wd
wjk3cy2VauSrvHjy3/1n/q+MGirzPlF9LW3UX/jjg0XTZg6m1zhGZiMB+8XfSPtoh97qbfNSbjj9
C+LckFk6HnE/bnY8WvF3MkE4vzEU690lZTAxf0Rf/38zPE+bQfyOG5vpvPIGR7CcYFC2IIlFfUM8
PjZ1B5p0PckzP1SnUC/pG0wyTihD2E/T7gmBEBC267m30KN5+Fk6IgvOVZt5oxZ4r5hNJbxZcjPe
S/WOtYFnWEHdWtM75xm8O56uvTObaqkI8YuUfLTOM4cEVUGpjGsMNiqJroClsGb0o4nkZGMVLgG+
F7jlqR4ElCzOkaM7z6tn+v7+itBkpO87QIwez/4duPj17M8clS8WpZ+zuAXkbWF8MXi52NAiNSiy
Jw35+9jYUgQ4r4yobF75Q4V5j34y0hhIuJngwrIDiwOt+5/3qV1R2SCZoa/oJ/LBcJSPP2Ca3Uez
P/NSsh816RCKuFS//kQpefzD7yA9r6dy5pUqIRM6r8Pahji2BPxsxu7TeGxj4bHAzVFF/VgHPTvC
80meY0I6cSTxk0/RVsKgbMiAuN3CI6w+hsQotBVL0vPC0Zlm6GYGNRbVexTYVZQurwMh1m28IITI
0MlJN9KX+AesUQsW7oYlFxZmgU85CDUwAbAQ+Qc+2bSNPjBUYsjL45m8H0Be2Jm5HaZ1FV8YsRdZ
ivqjYT29vnJQ4F39IFZderDf3xoXxmYOJ6mzjJ+eW6daI2W+V3/a5MyNCJJTozoNTgNALbuwHaeD
+2ilZp5GU4c2rTjMY/DzVsUvGbNu1IWluv9WvhjWzHmUfli5XKKikkveJhqsib/ieD5PJEkLy7W0
72ZBDdvXnlwNmEAnSPXREfVR1fXFKHVp7838Q8pHYexzyhQuvqHXqGdJ/NUboMcI9J8OKree/rIo
VHDfpoKMiiygGDTnmmdDDVeR6Evo2dLjPRwhLqKfzsEjZvV3seA/HZ7bTfG/xuaNW6XUMlkXhRJe
FfpWn0QTwYVNwV2xaOnuFav9Y2nmKAp14HjPCyS8LtCIpJHsbZHH8f6L88LGzFUMpSaCOdX9TWF8
tBBzsTSLJ2uQE8XWwv67V7ThUG74n2Wat3BlY82pgwtb2mqrC8BlmbzdG8n7rllqFRfun9x/TM2c
BSAhaQGNSXhALNJUmvrYbxsjt8FCa56Ox6Ol0dzYWJv3ZrMDi8X65wcMgYt9Jne6u3CdXYx45kB6
zfU9t8TGhGDP1EXu2mZj884SiPAO1+i1nZkTiQKxaULXwwFwWr3ARYYcMlg6Ugf5INSO1vQ5pYeD
vkS0dT/yuRjfzKVwXRu7woDxvbxt3xSz2Y6H3XnaPnTxdXTPe00wH1lFnZfn51QkbdMWgtvF0qla
oxyaQaQA6RHmJbDFNwRaCDb/Ovrj623aI/ODzito69Z45EbF3+18WeRki7wsE0E6iXJGeCmAvMHq
sYV7ySVBk4ESRP0N5Paz7SFBGzRT2GlMJOdISegn9710h90Ndy6NzPZG2/gxtOQzCf3pRP+oPqMd
S98ciCW8BcBJIdWjD5v/A/3tPTd5aXa2NUQxk918nMxua90Ppsb/Cl3P7qmGxLwFMiijpmtsyr+P
p/RuluTS7uz+EbNmZLohmZymgvH+kiWBU3JjnMFrtxSU3NuUl8Zm4SqbqXVdJrl0GhuqFrvEXY+f
fgxh9yVGirsn7R9LN0FrXUmty/PTdL4BCy28Rpt1ewb74NKI7qbpLg3NLp02iSS/mQxFqASBQdhE
Ph3svtYTuhh4U1rmMpp+4PyYXRqc3UChqNZiMy1YRMBECJQ3/fm7zEKxOIGzWLXU8jau8GCFmVJ/
U61J00IBjCt3/KMXEl1fmsk7aj4aVDP/53Rzc2jOGHqNJPCwiFz921ZCqvqNWbEFGTVd/kP11cvE
VTus8a91QKft+byGvMUrBC/xRgW9zdL33L3qL79n5m0EoejbQcD3oOpkJkZm9cfWWAnd4rPg3oqK
aDCXpgoQAAazFS3BB9f0SQdDTEq22hsPOlnTQ33geemw3wv8Li3NFlVsGVULG1ganxE+MzFViGa2
8DSAgcKdTolsgs204GLunfpLq9PFcXExaPyQKH3RS6dQI0OkJxZbI3U2PqHeM7Fh8cj+/l2qt9y7
jEQZkE+gysHrPkc6tQ36R8tBksCnz4FuCYIIBeGIb0rQ5l4Vpe4SQ0Im9gApmMQFX+hgLQx66QNm
i9qKLsJEXpROwGO6n0lu8qd2xfrUSz5FlgJfm6GTYCgsIViwfPcCuxz6bJHDsmeYPsbQ00ovXlCh
Zd81utk0SD0j1CCK9UpZ4CL9w7ioLnQvjLw0PVtpJGQ9OfZhOv/DG315EnlbBtS9cYGD63T+XX3X
NMq6DnR3tXidoadsYdbvbXBlQhVj0TmISMzGzmopBj76ChLRIPXab1+yo3fwY3I+d68+6pp/H9u7
iwS4tDcbcJKgn6NRYM8Jc8TnPkdlyOm5aATMXwFnRv57MDfgZdY2EphLM8OHhgRAqcK/6GyDZJjA
iyIEcrUpCrs+Yx5knSbyPuUUo2+JFYmvHDpTgr4WaivDqvs6HMSRALizdM7unO0ru7PwISkV30V3
m4LnOHipQZrxVqCl9fQ14qwdRVs8/UnB/LseP9b1dsXYP8pir9jSF8xiiqLmQe/H4wu8lfSKNuQv
9LQeXt7E9ZtTrf965rBaWPR7aZypM0CRgMZCWmreXjHk4NVIABM7QVclOPE6CjqDk5hTGudQOb4l
vT/eZb8PvdmVf2VwNsQhTgMPoijYZcB2cwn16b7XgxXbGswZkqLrZ3f3vDaI//JbXwJoAJCBGoTV
UOqjC58yXXqzT5nkpdAzhN5MyITMPqXKFLXXuoo5qZ4ZQW9aVE7qV8lYZfAkoU+Jy9ed8J6NCpG6
nyQzo+YQdnqg9SRgc5Lzn0W+lcKShHCBMZhAV1G4geBZku5blbaQfY8byqunktn5o1GA9vc7WcKL
3ntWXw7hty5ycR0NeTbUuVwyJ+65+hFqm9d8UP422tbljPzA2IVL2+b0eN7uhYlXRmdh4jDKXKcm
BXNiWL1E7GSGfxnOkJwR4YxJibqn3JY9nVlgWQ5LaMx7z+or47O7KPYTxY81jDhtADZ+jmIWwlmy
cBxyPStKkjNHPl1Ie99Bd+OI/LNR5pQRhaAWYq/mzEniaVGZrko5nmjNd+t8gTJY+C5Ku4Ea5x9F
IqMIn1hAMvPxnN8LYa8+Yeacx5hB5xuPORd4GvL0+7ifSpO50TMG2kihR7F6bPC2rIRTgb4klUPH
ELqv5nA7tVFZhi179+Sp1Nxmu/xZNEJTUUiMeuHOoK0BRA9N9guH8nfHXh3Kmd3Z5ipzNZR8HnYr
zq5fSwd60iCRr6iwQiJFP21ZFNRik1iVaZ1S3bQ8K0T4HPr2c2xoMsCbqRVT4enxbNwmoH+/Ct02
mAiQM83dpATRdll2efdUvGgBUauItF8oPn0ViV5qzwzbEDlfiH1ud/rM5sw9qW3tpr4oAGit/BEc
7SDR9XmJ8uq2pHRt5CajmYE7FJ137glJsmSFS08hb06ut74hP0UWmm3UJ8U1pIGwoAUycQOjyPcD
Ggl+/I93+PQlgNbzMicJHP5wfetrxdDGfCpjuIKLgv/+az8RSoeVnrrosFn7/cJOu82+zwzO5pct
pNJPWsk99eWqrgG2bv82W2U7GuVul5zgss0A2UF+tWD3Ns66tjvX2kjbPIVUF/DrTvTjvEW7jCSG
n5LowzVfo2ACywFlML1etKfDc3x4Pizs5clD3pywfyZamZ0wNc5iTqhU95RB5q0iNQvJTOaQPCGq
gcN+bOy2f2QaLPpVodCpTQqmswxU4zVazYo+c3JEyz2ET+nGNaCTaQDTRMU1aMKBM4UohmeN6Ad6
T9qpPo9eruefx99xG+fMvmMWU3LoqMsyjnFBJ2BFBckUg9/QSA/0wPwJjbogP86S0PdtI+3M5mxH
qz7DcbzqMSc9zsAo22/M+M/JDCJysrek+xAF8imbK95ZD6+H1So2lM/PQf88I8pdimynrTxfckUS
AS8WuOk9Mbs9NK/wKndApIPekRcPScDx1O79t2Qn0mitWt2248g6Nio8JcWVtp6Euku6LjiyLA5+
U9jApFx+yiwTMQh9ybgNPqWKV1L92rNUEpzu2eMIlIi7DWMvLPw0tNnQoaaM7mFpGjsaHa7dSq52
NeSHcMoRpzQ7+FGjh9AFalI+CkR/Hxu7ebFpkBnCbakoMlSP+XlAmbBKkmkyNplU0wH8dKnDqOiF
2mmnx3ZuE52/htAhCWk7Aas6G1QdhE1ZKCECEqInx+ajjZBelffSzyevx0Z7XiHlryySCdxmka7N
zkGDbaRkSHlGDPKreoS5FEOyKUzZRNC+JLF0z3FovARZKAG/8QhArtct6jstCzPYaidsx6FdmcKq
O0cfp8lfEIB5IP1lPIuv2R71KsBqvnBsOqehir4w15M7vNlAFx8iXH9IphZKk6X4kEIm4i7U1rJr
QJFTPTTKn5omDcm7BV2D2+zhNM8XJqc9fRHVR/nA9mMEky/Ottfzv6b58bF1HGeVg82u2qc4xTLd
D9+nqiDN2UhO3JQVKN5xPafLSdrJ2s0EoJwmSoKAUtOvm7v4Go7LIhRgJOYUe0aTg7/KYb19XhNf
MxvNUmMq97vgXetp11qVZi5M/82TeJoLXCFIlwI0gf7j67mAnqLoN00HJ6oQd5uiRymgXqh3Jg9O
37/ZpAmyRHF+d8AwCwFbsCAI3Gz6IQkcRVmjMKeM27eYWjZLl2KAO15QkzQkOeAMNZAOzLwgl7te
PzSNf+bVHUAGNAltITrkzJssgvw2NRmaGDLoAFzvJRXeVUcYKSZ4yNcS70ihMWruQrR597yhn1wR
0FkOSoJfl3OxyrzGlVkATMd5ZA5+bffFQezOff9aIbuXUzWjfPHCDzURqreW18NRMdqRjC9h96ko
tEWPsuJlujCSPP5mOhpoAR0zs5O3iqC3wBgG9VK8eJOfm1YIst/QGBYVHuQN1xvDU3JXjIPWOwum
4kILIX4TFQSMdUrGhogZVQUjLa3CowOeaMlT7C2EFL8B6fxcgFBBkkWJB0HEHHOo1F1SxYXkn5MU
NbwnFQz8OuK41O4+a1HvPkcwT+vVy5hvueK9zkGUIYNZXvnKMgroSliEumQmYCkw1Zo2k7o2KxoZ
8zkei3OiUc4jrHwUoddstIPBSkaimKxAOcvdaCrVzD6y5dd8pOMusBuXoAOd0/Rs7cumiw71vy4S
Ead661JIDoUJERjSBLr/2UH7y/37+IjedVeaoIkqIE3Trp7FVn7VuBLryv6ZCam/L0j4xlN17dNY
N8EIT3GAdAN4xJQ87UU9XkW6kR/XkfmpfK4UW9JrU1t13mJ6584lqaBWBhaT6c0GLpOZ4054X1S8
QcQZG7dcTgIoNT81Ckuk0lsVxbbdBpAejkn2rGZ6yqwk97nsSXusZdqIS6fr1qXgW+DGNITByOLP
w+ABVa50HMLgXKMzObcHTo8/scLFtxSaQ9STPDqVHuU5nZHWUxzUkSpsyYCSghcYfGxC7lmiaWRw
7WvHLEWHt84ICWb8g7OEuAXV6OuTlORhEWVdEpx9m3nzzcx9qsIV+1Ph6b1zC5KjqTojEfNn/E6i
j5DdaiGaBdgV/x+DoDV8B2SDQSKiQpZMmMXLWd/LZd2VwTkenrRnHB9pk5xRZmiGA9MEYPExy28Z
GfhRZ1WreFbahXv3zssMRDOosHDTNQdltNlEBEwylpzPhOcCAIOWViPNFJp9V+5rZjCD0xVgFNm0
pIQ0NkeY8thnZuEZnUqyL28fSVuXQdhnVuE+PNYllRaSELdB/PXXza6lsverUZi+rka7rk/DABcT
XPC41bKjy5K21h+f6zsPZAU3AioQwqSMgUbS631RlGMz1KOfnEN+k0MP45N1jSbUC9bJtq5rwsUE
J7ZccQLxz1lIx4J4SwiG2wSnBrIRAdh4iUUFjJuHgW5ahmwrROm5sVKo3Ty574B4wbvq3Wtjx2fW
W7hW7hzUK3uzLZDIed27Ieyl7I+G6w7IycezehvPTAMSEbsjkpKledtIn6Sc4mlpegZ7pQdB4J/u
6//QnTZFRdd307WV2V7hXHRVyl6ZnlvVbg69I5i1o62RrPbKVaaLDtMsnJ2bXDrWSdBUBSIIQLTw
86QC8B41Iwh+dnbLn9o3+/qlzTaPZ+5OQuzaxjToixAlCyZt3AI2cvut5gkbOvKJsVinHFCVemzr
3iqJeFzBXSuipMwR7q6WeHzd1tkZsUQzGMh2peAdrwzuhVnsJLy3Vpe2Zscsb4swlsYqOyt/uhJ+
h7CO72+i8IWp9/Jb1dCqNePMeDzAO3lWBJ6Ib2V0/uNW+mWiuJjMsCmEVAuU/Oy3tB0RQChvUWq3
jAnZYV/YtJWeRAb7JPwU8UiQz66jk9esmIOnbRjpI+BCwnOk8FYq4FgdkUKdT2icrhTlrWZemsoe
K0Ot7DZAtmU9IDJBi96AODGkWfPsLuVKb3cfcpS4vKZjhXB6/h7OU6H1g64rzn6gS9JHlm7FZuEh
cut9YQI5BGQQZB4v7ikcvZivOK1cxtXG4gy2b9L3zyVgBsGR7aTVYKcH+fh4eW5LDpoKgjdBBrsU
4gZkLq7NAQ0nDCxbFWckQ9uGKBxtbb+0/GYn25VeHrmjhMZsLYoQb/6VC4tZOmyTo7v2IPgAnGYN
2TvEK3PaizBMuoQLeoy3B9gOlGge0v9ADnek3boV1Z6aVS4u3Di3nF7TqC+MzmJ6pe9YoDdhdNuf
+POX+RU+x6MeOxwYZ9Y1GjtMgyoWSE6eJZuG7erxpN9bYm16TeDcQ3dsfujzqnUFrquLszTquUu6
XrWiHqhiTdPTz6CmUsXSxxZ/mZhvZlnmMWgwmnDgDbxe5lgTardoBmg06UJvZqgrpilHON5Qf4qX
BlRFBdGMlKEuq8epwQVmk5FOpOMROBsSOINMU1TePosQOVx+0BGZxWg1KiEa5NMypqNHq6f+O81p
D8hIY+dgvw1oM257f1UmK/mLr2jLrIrcyPE2WWTOutUewENyIp3DwBSQtM03EdfzgTq2Unn2BcLW
MY3L1zChXmGW0UCF7iPILNZ90Xwzeh+kYy/qYvcsfKPIJEkg7aepBgY3U1ANLVmFKO9UAFyXdgsY
Fa+zeIqiFKastF73Fafh9Ewz8ZcS8tmPF+m3+W62SFejmO1KrohzmZXk8oyW9kDTFQCOlK0AVq5x
U/2MX0BLoATkWuk3tMC991G1w9DkFMsdqKKuqpBG45pnrUEfZD2sV11qaeNTzG5Exshys3Spf5SE
ffakfARHITcC4dXroCiJwvJgeHvxT+0aSraBRqL72jNOaQnyWtYOCh5130VolYnOBC+RZlXRPuLM
kVm5kclLtNxleHPnuyHMjagtqOiT0UKjhI+f4q8ZiYQyFWB+UxUGW5pcS4fuyf9qfL3QeKRy8Oup
A/bVlxam87a3c7YppvvwwpMGdSXIpSqWZ34d2lvmbd9YSUFi5NIsVgd5p09khLZk/M4h2YvXq5Fa
pRWYS+V/6Taxp3IymgYQXYIIhft9DVx8R9EyPojJ1PIs7Lsf5U+2K3a17ZscSCC8U7IxU2jN7Ac6
mtHOI8pWssIdFFSRnj/H5JWC7RKSRCw0yNBryNIXaPmeV5LFm8E+XHg93qk+Xn/p7GE0lJkQVYxS
nlmlomn1M7Vry8/pUbKwqpHpL9m7jX6u7c3Sy0XeC0LpYWa4fWlWqNdMirUjaEFU3Tdd2zW5nbiP
oV3cLHjgO2WaK8vzcqSQsnICn4G9cYhePKeVjuO7uO1UWlVEbt7HwUbckelhtM4kbA3++fFR5+/c
epd7Qpgd9S6SXWx/zLS24mng0R5JZ6CB3jycBBKYqMnpgp05KZXeXVqtMyNzBHsCpzz+jv/H3pRB
JotmMBDzzVZAQiW0S5LpO5ziUz5UtHdSvRxNXsbr08FxYSe9x9jOU9L8sK/5U1/oBRItu/ovG1Lt
j7JKkoRI68LKWiOMiEuYimgFZcBs1JjTron23YnhrG7cuLTWE73deTxpvsJDCyeyjnRXWRjTnfAd
a6sIwBQATcErv6Xoi/PGdUOsJUpQnYdO93sEjz9yplE1jVcNv2HZgoYFsyuV//jVDKuIoZBTUDUk
X2YrqrJtIgWSi70sGm5Mmpe+94ny4Tte+ywvMbr+pobnVwVSukhTq3g0K7++72KMhcgDksOE1dlH
dqf69mvelOttmb0CGCTmqzH8I7UBqQUrgGJBQ9OYX4go7h7diw+Y5eJCv/E7NouqsxjZMUCiCLvt
OrLVyukXvMSdtN80s/+MdeaV5DEtfUHFWNn1ltmHp9FkP/egDpJpsqqnVjZk/OqpbZ++NqDySWy8
1UhMU1obnzkpzJ/YXkE5AVcV9cylV9WdF8HVx80OEDoGhSERp4+LbC5fJaFI5P74+JT+YmDmq60g
vYgHAXpTbk6pnMpIe9be744Oq/dCOsXSStonEfhXlbM8OEVjMbmpgEmIAWJiW9TI0xp1/96DF3Gw
2GD/+IPuZGwQRALGB0phFQnP30ff5fZTvXhoZay+giu88Xe92SHuQ9RUQwOU2YyQ8JFYqmoA8RDG
fYqp9Ddep0sAznt7EE9LsDLKOHdgVr6+4IFWlvNCqrEHwdnfFKbrv4zZH7cCwMDtF94p92yhj1ZR
lEkuWJznLos8irpO9usz8Nj1HwQyDDLcSBai/oDM98L08vjw+XqrEzIVIBUFQe3sDegrVdtnY1Gf
hc5RuTf1hwHnsKKA/IdEniVIFVU9o6iiNR8tpFfuvQe5S9Ozc83JeZIHaV6fyz/cVyQIVBh0UaJZ
rYI8KqAVaUQ9e5Ylq99VYkBToAyy0lGXHtp3SsBAhF1MwezQZ2mXQdS4qs9QFrZP4bMEN/euWM8q
ksV7RecXjthdh3ppb3aOWzH3cpaDPZddQ2ww4rcFNGbzEBWXQ93ZakO5iLAcVdqVctLaBW96N/JC
J8eEu/+9QGYrrgmjmzF1U5+bBAWV3MlFQyyo22/zWjJKLaQVhzaAgrjyaWGvTT95vtcuLc8WfEgb
mavQYnQOq440KYJiJaHJaHgsKoHfUaWP9Wda/EmG56pxeM32htekpv3748+4paebSoGIkAX4FJYV
fgOmC48ScX4vxQomYEAQ/AQWdFHnU1psh5Bo5/zjR90dJNRwApOjZ8lOHNUIjYZUK8nml47ANOKb
GUGZTUQmeGKtnE7nxaf4UdAIRQaX3kYfw7YtDKQZ1SkzMnQQ0xw/mcyJRFvxafDG7dVOz/LV48n4
jf5uvgCso0gQqLjdldma8JPsOl8l1Zl7ywzpqUNCsOZjIrIGGzh4pwDiVFnAC1e9OTjgFrHcGCX5
8LvGa2tdlqiDBW8Q3N36HpV6qgQW4INtd3j8lfc8InJ6//uRsxOauwWvhRKmqczIUNAAt2viFDnK
tB5F1PjY2C0uddofKNCjOYXFdp3nfSUugb5pVeIKpCDIkok9ol8AD019eItOg+0bSP0t1KvunowL
k7N90ChpBPaqqjrXEbKJeLj67i4N9VBZeAzcKSBej216LFxsuLIJM2iP/45NA9VIvmnQFifoyNob
6IuwwVy6EUB0FhspKKUfz+vdRZwQvb8t7SCGvDYdp3Gr5E1bndU1t++8mJYjrITNPlYWLtDpMr7Z
0xeWZvExN3a5FvuwVKcgku9SRjK9qnh9PJw7ZZxpKv8Zz2zNPCHkWhFkamek1M7Ml/wTFqsUGA5h
I6eEzWx/W7kLycQ7ESC46kWOkzlN4qHLcT2FTRd4otJKoKeufSOEb4zyd0lY2CO/D9LZ9F1ZmbmE
xu3VACRZ1blbD1Q0mu9i4sLO9WZVGLUeP3mO8NUjKcdR1mxpgN8F2tmtwdo9+mD7XfS8hJC/s3Ww
a0DoO1XLVPTgXY9bKyVkbkOmOsfda6BAars9tGhLDUwBb+iu7f/NNF+Ym+2fLvDjYmTc6lyk300G
cRX1K4+CheNwdy1FNARNyymrc3osRODhWEOa99xoNHJ/EgHdFNESIPieEU5VcbOwHBL80mwpc65v
mCEMm7PnGp4IxdwaZOdLbWV3NwxgP2jnQvmFV+d3CFPKIoNIsTmXemz3OqeL3z44SEe0pZZokzRU
O6CJre4jG09G/wiWcdAbUmEPaIUhrni9JD+Pz+Yd5A8g/sjzs0g1oMo7z4NpnatqRZY1Zy4lhVWc
uS+20T1Do5VZI8elUCSl0XAssqDx0KWNg8YrxRSp06IxrCeFEy9d9Pd28OUHzW4wJRq1JhXT5qxw
x0CmWeww3TqIAl0NiSd6BHA0pDPMRCW80K3HN96SIbbxIg8LrvHeBQABI02bcMtAoM0fMj3Xl2rb
ls3ZSVBoB3eY3e7HlXIc9gO6oZFcj42EtBs9X3PbcuEav+OXr2xPu/Xi8nGFQm0jFqvSo6g+ctu6
zxbu7mk/z10XJJMmGBXUSxRl5pOHUazyZGyas5AAaNZv69xxm1VcPYmuubDFJidwaUqbcDjoYUSN
Ayg+/Mf1YIKWU5VG9Lqz1+n1G+BMgGRZAFakIH/copFz2Hhgo1Fpp69QWHxs/CbvhPqDiL4NIJMm
OSNljlod+0wc87hoT1lov404YvWXuwfZd7fJFm6D+cb9tSSjSghRFuRFxPljJW7cLA755tTEhO+S
dd6xWz+EkphfH8LBBnJ2YWLnm+S/DYKscILNoHlv5rLkgOXDulSbE8MjH4y+wVasFvz7XRMTbhzl
fWBy5qAcSInHaaQF7SlOUOnlfTS//IfO/XcQaD4E/EjSUAifzZqs+UyaBGV74kbZZLSnQoiI5xUL
47gpO0xmACHB0kx9jqwmXO/BRm64dpzMlLpslRvVUtfquntR196K01OdMRQjgKZNYXNUszI73zW2
v+JJB3+3sCHnF830JUDLiayIshhYv2cD5ka1GhEstScUWoIVXlQq6AhIwkAuyfHZFbvhM7v5ypwK
1Y//3LSqIS8DEQskZvAds0lg41Attag/yagkBMawzaAOH+6aYyQ+S9VJbOyW38r8k5Qa4Q5Mewv2
5y4HI59EhJAeFXCJQ7toZl7L/SLMiv4UBD4tGOAe1TOqUZVoV8rCy1WY1vPa50y2BDR2AMcBfOhs
vdVOZDrPa2BLYQmuVi08iO1WRLGOQU8z/DmqX0qb6CFecLJiJaJP2/qvWxmyUJKhfPWrdZS/dJUT
o9ddcCLOylLDDUleU5lbA4b7zNVrOTO4CGjHQly6e25d5vXnz1ZKKt2OKRVMVa3YPHpgOYKKn3eM
tJ84IppAYo3GH/9md3AA1YoAU2CDzjZm4Itu5Pttf4pUva5WlSE0Tu60a1408teMex7Ak6TZbbST
3hugA/+NdajM4HGNSESbB67o9a8Vdqz7U1Mexb6hJfqPB5fgOBMXsEeBI3y+StUSeRibCQ0uo1n3
wqn9wndME3u9bzT0QuNKhJdAtCnO9qgMxAwelj17YvOIoTkvJog1h3TBCUyvjysrQHAAaA3GfxZ9
IqhCXp+EIuOZoUdL9ilWIyLE22EwO/aJC43Hk3rTq4vTBjuowf/agRe/toNt5EYB/vep32vPWUmq
dW9XFOXgk7tRGVJ6pF0nm817Zw+Ovw64Bd9+cyP+mldw8QJINaVMr823SgtlvQzmpY3Xb4POyIP3
lkM5kZsAuePCaG/Kh7+jFRHFwr9KIhCc1+aGRu7xGoE5Lj8V3EopVlVqJAJ0mEISVAqtx3zlQ0S5
SvJt2DSfQVF9Qv+KhoNVLLn5uysM3KQsYyPhIT+beWGM0oybvqUvQV7cx9YYbkvmKRIWRz1N4nwv
AR4pyDz67ODeZ5M8SoWIwmnAnaTKEIdDehJTqjLH5MhP9X0fb5hy0L1m3zMcAYhJj6JkIWS/t8xo
RAJ2hkeuAnQC1/Muq26udHnMneLuZ9SsOj7wDUyyYJ+PT1LBLoQ9N1nJaZ0xryqaQqAzIN9cY9mQ
Rr2rsCAaBB8KeXGgYPOx39snuwU19ea10QH2Js8+mihXh5fHR+reul7ans12IlS85vnTye13TfVS
OgVA//VoPbZyg8/7HSJkKQUBwd1UY7qe0iZMgq5WUu60xdjADilaeOdA3o6YGbVA9m9ZERii7RNH
ImMkYLM7CwZ+fU5d9wP5WaQQunm4/vcHIYYCqw+Weo6OahU3jAvZZU96C0rljJ4+th9vb9uIjrQx
O6vQ411pOavn593uALat18fzcVN4mMzDh0GVVFMhfXjTNdsBjNxHFXdSKqM6J6BriOWSCsi/h2kB
uUOB8IggD+34nijpWluoIt/kOf/b/G/kBrK2Gw6uZGg9hJYldxKQ0owB7y5XpR8Dr3TQ2o++S9Co
fO55yail/yLtu3ZcR5Zlv4gAvXktOvluqcV2L0Rbeu/59SfY92KPVOIRsefMxmABew2ULJeVlRkZ
AbHCyBC6c5FMSmj3Z2HyGfRJn7hjeXg3QQQw4HpTKGhLinyx5868bGWxWXSoan/kz3xktZ0TIJi5
b+6vJE/bAxQfTgwtlKjmUT6sbCS1yiOOO8vZIeKggmqPvYbb+AB9+LpDB8AorYTY6F1Lc40qd8Jn
EYp3cmT38llIiOztZEnvIT4Ujibb6tCHS8pPYLviddbvxyolQ2LmS8J/NzWjaa0QXGKx4JHwfuev
Z2noazB7lDg6iBX813EboCgmrjgwbD39ggnx/hzNOF8FlUBgn5ED524IVIB7i2IGmrRn4RXIdHBQ
/9z//Zklv/p9aglG2StSIajBof6N9IeEXt11u1Ule3XfzE1kPtVQ/xkGHY9oKK2E7YBhvOMNYgxG
s3B+F6aJBtYkyuAVBYPf5wzX0Pbc2/3PvynUYc2vvp9a81oaWlZu8fsTP6SCf7uDuGnXxA/0bMHW
zAVwZYp6WGhClyu5BlPu/jMwpX14vD+WpamaAtSLzE8euJIwTL/P//oWavWLfTZLBqa/vzAQDFHT
SNOWigj60ci4U9FuZDQ79N3/TrwDy6xwC5v4j7L1wuLo+mkH7JoI+aEKKm8aeeAIXmAAh3wBS2cO
Vn9Y/S6BqGaCkqt1mrb8hVG0KAplkmCYEK+QdeZjpZ6+76/U3KUEH4P0EtKDeDHRb8yIkauon8Sz
9uw+feL0bNOS5jGEiNy2W6h6zRzQK1PUrgiDoFfEdICU21u0VUwxIPx2iWh1yQa1MbQW2QpfgA22
0Cud+IdmacKmC4q6UFS8rvAgQOcL3uTU2fFjha2ZmJu2HhB1OkADNihqB7Jk5+b1PLWQXdihZgtK
ELzI4Bo9eyhbix9rby3Y0SMgtIcllofpl+6NiJozJsrdMg0wIrDxuwtP0dn1uBgFFQPigSRlUYjf
TioCbGy3W8wHLc0TdUbETCrzatJTOkPX9QTouGgJ6CtIT0uHccYDXC3IdFgvDqMMWHs5+jC09U7W
Z6QLZmcsBEcz5/3KxPQJFyY8Cd0KIQNuf3mz97au0Zrdml24Jmd8/6UNGmAVgh1VDkGFeA5OjR0/
a8aSLOesAYTYoBpCjK3QYa4SerwLYBXCCcIZHoDP9z3W0s9TD2RoFuWZmODnq9/wMbPHAdLo9y3M
RV/Anv0zAuomVl2Or104gKlhPyPYVaee/Gw0+2kVLyz40mAoZ6IMWdr2yHSeDQnZk0bPzgtDmT0d
EJhF5RH9IDdJmjhK/LbhwGcPDteMBOSnMvhFXbeZ23hKfv/HCLUkdToUbdzBiG/kpvZfpxEnR3jx
69RqsEohFUODX8/wUuZ1C3Q7EkSqlqLgmwI/4q8rO9RaeGHQRlUKfncDqsDH53QtWdyK6xbJkGf9
yMV4KMfejUIHp4XxTLFLAkX4c24bC8s+63YvbFAuHevBZkGIsTw/Iy0P5AfiFWh51x7hd8fjcQmq
eoPto+du2ucXjkuTg9rtcbufg9V6r5x05wkaSdvXg7Fzfu8PbdZFXoyMcvfZmJddEGkILY+xJa53
IzjcloazNHuUpxf9KAvVGqMJ1xUJdpvf4/0xzIX6V1uN8vMD2pIho4vl2W+9Q7o+n081+B7Igpn5
jaaB/AzUkDxw+NeLMkZqWtaSNCmTpuiO/EFjjJMtsezNGeEklNVwyYNVjkbXtWAZCdXMB7GurtqD
yeFlBBYAUi7EEXOO8tIMfWhydJgNDRQRVDtY4a1uewvA47l9dWmAOjFu5SlMPcIAUDC/hcO/foWb
YelYznnjSyPUMXGzrh56FkbYGHqMFRGO2Vp+4DaeUa2yf3HPX9qiDkpYgOtI7mGLt7mdu8rWS+H8
/JKgBqigFgbkBeX1wXsEVuce+h6jhj5SIq7DETHRwkmZ214gvpCQQUQGR/trz7twLLXchlHpCgJe
QK+CUb6kW2Rj9FxHThRebAtZ1Od/YxE5FxXYc6Tf6Xz/yHpDnUFW4RyQbE+8Tdbb/aY96CsgD4+S
8c1Yjd4/LK3WjQbG5EHB1PMfs9TWGDI3dJlQFaBFYUgsCZ9StL6B3c74PYLf7fcXnYf4X7VSgU2V
wGm2FN3+ZWPpV8DlB1D7hYUmaqtk+ADM9GjhCnx+ro1or5jk8fF04g5Pv77pm7+r7/vzzU/X943d
CaKCrtmpE4M62Wnrdgmbh9N1CMvorUwcGZy5OaiZNwfd5LDc7jlEvQ4YYrI46rnX3B9I5f9bp469
1PJBWPOw/vwM61uLi3R3La89+22DNrkncN4GRmovAdxmY41Ls9RqQ9WCq+UKZl3Qgqnf6QaCpZOC
y/25nT08F1NLLWkf5CLrlbDCysbDxELaEzwjOX8hiJ3NIVyOhrovlapumLiFnWoDTsSM7LtTs5di
A9iq4/eCDxXnLudLY9StFtVRzUgxjIn7KVHWxURYuY/a6RMMY++dGb64BsL1qeO7x4jbbSI/ZtzE
wZzrQQ4Rp5owj+kPKEA94+l343w4KDUsXLzSFCre7GnUX1EGRoFHkinXWLudLEVq9/9CvNfXeK0g
SaUQ1Z74QPvVtBTn9Vp8HDhA0Fk9Skzy9RWBrBwywOUqN2vALSsjNFVs/83q+3dKaHlWqv/m9u/v
96LPm3c+SP4D0iAB0UGDcATei7MhQRKoMvljvushhnPObN/yX8q1VdkV8dbuV2oL+iZ4AL+ikRlo
2V7f36xz9Qn0nP3zEdQuCvski8YYHyE8xDsBzazxU7KPHG1fwJpn+dvicYlacfItN+sEkAJqjuh2
wxPpOkIqOqUU8mJESjdvc30ihtIRSOULx3A23BM4gUUMBjkq0AFem8k7NUMTXwHlqFc0v67HdScC
nmEAXGUu7LzZQPzSFOVY+I4R5ETJxDMgauNaeknXvs4Vtvb+q4QAYfIENDu/quUZ8gL10Vz8dGmY
8jWtCkJWYczFc7kLTJw+XUbDwJJDuwXCQY8KlxQPcJrGAgtFvdHKKgyAPVLGc14VRBpewvppCO1C
lOyXPgY0mSuJmC6VrGaGhnYh1L8BwMOfNHQ37cUhbOuWPW81yaxs9wu0QdnDEkP3zE10ZYXya7FY
5y2Pd9s5lH69D6bRW6i8jFbcfw/fNegqFH+xynR79eK0T70oYC2WJF6hTlyUtLEi4Dl6ziE34saC
pY3PlY9aO9rtvFTP2/IJYOtK1F3J8Xlr4bzfDvjaOjXgvC6avmi57sy2xojuh6IWLDcLSC6u81rU
ZWVVRvwWlEwLdm8vENhVJVCZCWBjZEUq4OjioVEHNQMsabDidsMoFRmzEajN3BSjgz/8lpoVeqAP
67eSBM0OTTkBymvXme6233WzcJ/NhAL4HJAATh3FwLH+3SUXEa7oebwSaWV/Vr4q8TiWx2JcZcx7
+yu3oF14wh3arJboIWfcxLVRag4CEXEvJwKaxbC1qXKVWTak7XeFAnHKcDUMr0wNmqC1mnWfmTGE
Dx0HWkImIGP6MYj7OnUW1mS6EK8d8fX3UB6SLdouwO7vz2NhDOlWiXAxZqacotnz6HGPA+HDzFjE
Sf3FlrdmQVID+gSkmOjWyzHusoJru/7MbnhPV8STUvW2x0t2lb+H6pugWIWcHMIYnPxPGvoR+2yf
V+toXAvtXoj1pHjsuY7U/lkYbFl8UINiIbSaxn3vA6l1an20tFUsEIBhJ7zmGuPbQeNvmZQfF07j
TSMwkLHYhv9MBbUCSjT4DOg8+7NXPkfukwK+Z2RB0Ycf5RYjnxU0Dw6GANgTpiDZlIXOu3umOoXc
sYyfON5ivbeFPTHnnRTA+NAwgWI4Gtaub00pGHNV8Lj+rMWB2ptpkke6J0bihzaoo5VKxU8NbPhD
KRWuyXL9lgmBkkQZ+6OL1WQhCXlzBaBCJsNFTl0i6MCXKE/J82MZaimfOlZqRA7H6u6DPrqr+yO+
XYPJygTZmx668k2/T8fGORflYuo8WxkJH3yj2gc9qROig+8ZmJhJOgZi0B3hFtlcbw4gZZq6vjVG
8TxcBqmzNazmxzdGkHamFrjz23W6Skdd/4332WeXIxCLKn3JB06u/mqbU9ap6ZWbrovSGgMvvyrg
64gvJaQ568Iza2y0xiytI7RcIoivrpYsTwfoxrKC6wDROmZdnjbhhfcNBMYHSilInBgRZ0h6ITNk
PPpCJDSCk6riOrRzsP5I/rpDUgs95024kHi6RYJh8ArqiADD8KjA3iBixLgbUrZMHPCmhapdDaSu
9p7JmwMksfUBjJXWEBpsZI/iWrOjffmA05faoiWr63TH/YyJya+qehsGq1R6vL8lp3CRnh7oNgHz
DBAyIK3UtuhCr+W7iE0cjat9g8lU3iqGFKbDXG+jmlvfN3fj7qapmKhOIbzGowRDRa9DiTsJ2N4E
4KhhNSZxCrKk8og2Mfu+nRtWpwm7DlM40rCFRinKkDBEmdjKuMfkXFc+25xkzGPiEQ09bs/cGyir
2J8q7/WqI3m+idalbzGlNQZ6/dX3NgttxtCIXXNMjFjceMGK4zfRC78TTwX/WAe22+v8r5eYY2T4
S72xt49t6tOpJXE7Iaobv0kdVTa6PtGLTofAZ9zt2VJv4ATXwJJlq+5hqWf1NkE0GZ42gwKXDDdF
3UVBNCiup8AHurKu7DSOnCPXCFrjMdNFsAJnAyB9fkWK78CuHKDMh9bkQWalf8UVOEcDcd1IC8t4
mzuiPom6IoBxnLDe+KTaMgZTNIcfay0/2inIhb7yX3E1sY1bgBPakDE6LWyhOc9xOR3UFkICR/EL
KHg74Vo+Rh+v4u9DcFK28jrZBTpEX0K7Nn/1CnJUyVNgSesDp3sPuqDj/7d4Y5E3Y86Bw3/hBlfx
jkXy9dqRsQxklIYiyRzRRzf/OlQaptVrV0he25Zjn+ugGkDQFgxFqbt8kD41Y8I+D7WavGaCFnsL
ccuc3wCcbALUonFB/Vu4C7c6+Pi7Sh0zp6l9kKpUoB+PxOSrqlnpqS3ZJcD7tOcpN4VWEDDyAFKI
f2mQn9YrYSNVCvgnBUVcqwHikZwtOENhwDmMNjQgLct4iRH5NogWAW6FZjdaIae2LHVakotB8gMX
cXkDhk0+NmQJgbOJI1lmK+FU1sS1ueEkGsW+lLcCcNw5iUpLXC1RgN3wpcCTocwu4/WACPaWtRTy
xQMv5U3mMCuZ2/MlQW6h2BWRJQ0Es94Y7LoSzVQ1+cYaofn1pSz47NvsBr4AhIeQi0AZCBh56goV
fTxgfKnInM/PyCz05D071xDaCT7vH7hbZPyfnYnMUZQFsNVQBy5PeWFkfYzULdGbhj6A8Vz4Bamx
mwo0sIgFSWRSc5IeeaAKBxc1wPkSaOUavZCWunlvk1XTx0DkB+9HAU+lm0HLSht7Yoq1L6062zib
J8bYiEC3IEj5fl4ATs35fDzPwaKJlwoomegnawlq0N6ThsyJpkoLQoBtCWgqKLwOhYusuJJaOUOW
QqOb9/k0RLgTiAgAxgFq7evtjd5NhmtYNnM6NkcVvBhACdRw4iqX3IEwWYqOnlbwQHannjvNc+2x
BW/X/TX/Q91TBxuHC4uN0AO8mnT5p+UKULX8fYPrsi994DHfaS9ogpHyrhASEP77GkEA1Z21rgvQ
GJWplXJwI0nz7cJto8iI/DFtCBQ4vVFHBbEJd5oQVJHBDhH/kuaC+KL0QOLrrF91FRGVgMOdoWTc
zutiFgTHfOc/uzkvPZdp1aJjV2FER2jTXDUXhjodE2qoUC6Yik5gmUQ0SMXAMTKfpavluZOBGFs2
0V2itGCiiEid4xlcfPJv+Bxmwwske+zQ+9lA3PKze4V4iaurnN6FEpHZpW43buaWg8YDvgeEsQgD
6X4qvh+TEsUKz9HE3FYgXBbxoM5Ds1nv6/XGW4PFWnFJ3JujsJBQlG+dOhA4aApBcK5AfOnP8124
16LxRDUC8toxXt8HM13vR6NeM+QdfRKYCPIw9QBNKH7fUNEz8UWI/oRi2VHfuBAF3+3gBo0WzP1v
OoqF+AcVgCfoyD/lfxIjub7ZQFd+6T1xe+/hwEy1LDDE/ZXDr89MU+dJIWgQxuKKtxSKAFW9jvxH
f4m4bG5qLs1QaVDfzSS1GaDS00BVwYsPVRkSkAKAXGcrJEul99vqABgYLq1RgZ+XFbh4IlhD6/Og
5yhmtEb1m+/2+z3KBPr652vQSL/pdQh//UaP0kJmdCbKu7ZPOSKurUvoqcI+ul7rgOytz2qCXRIU
UB5fWCsnMgIqHroxILpecEDTT18fymvT1J2j8pGqQMXGPSuuJea/HAhKJXnBxu0Ru7YxLfbFPve8
3ANPImz4sVM0BQnqhZM0c3PCAijwBXBCgLVBohaQ6XoXqKOMOSeolP1M5ezNATyQ33tU0CVjIPc9
2eSobuYMbFOTOXbqVL4eD1vIXiuUDYPeYPAN1OsCGksDc1CKz1p+6aSF5/PsCv1xp4GQAi2XVPTh
8qU4MkMLa1JF4spOlGdhWOIZmIlx0DKEdym6yBFhI6y9HtMwdsiepwz0dMzITGx1p5INCoggKV6Y
vDkHMol9SQoP6kU8tK4NyUWnIgfpMufeS6w+34SVQKoKtHv/fciMEV0YouZNqIBBC3IY0tIObzeB
tCJLhF6BMuxXDL70+3tiJky9Nkd5rKpqxMotNYjoSSQ6dSgzMjjBeF9/cbqZmvpG3h7vm5w7VghJ
/5jXRPA3UzNZCoUQjyIGGGutKTM+kfBuv29iZu8hAARxAbJ2CoJSykQeo/DNB4nnoI/rpQzKXcGI
Dfo1EvO+nZkThRQoSl4YDqL9vxLChYdQlbAL27HynLTKkKjmHlwpetXS4FOAykeRtBYUZBaO1UxW
CoiUC5vUgvVi74MaM/OcvQXoQAjKKPwBGOzPmthrgssWhWn3EONN+7QQ7d72DYrXpil3xZWSXNUd
TL++gpVYNp87fbCzFYTiLGutmfiEz/Pk/5FvKD2SbkVDJo2h1zayhNUK0p+Q97y/ADP37dVkTBvh
YgEURgAfWV14ThBoK3l0zVZid0XPGUlZg9eXX5j8WXNwMtOrCh0ZNHwg5HLV5RPPc6KSKLwZNJIu
q6uo3ubZEvvZ3OU6CeegwVpFxzz/d/lfDI0H5rXuRdVzmk0BjmIPEwp1eBVEMeFD/ZgaEkiCXVLH
uGDBIIznhgjVTfQjdEVJsje3WnIUk9+hbo+r76Fuj7ocOXRZ8Z5jNCb3ug9FPbSEff8LukRPdxdu
xtu8s3ZljLp6e6+UorbSPKca7eLU7lhu+yEhkSTtoVN2fwvNvBhhC0VHTgIP4YQ2ut5DTF+zSRHF
Pph4yH4kHGcO39/bZzBQ69/dCupW9+3NRW1X9qj3ROj6UssGsNeF67becooTbf3WUtDJCBokd4X8
QDCSpomN2BcMQdy2wQPHvibamq+3ncmyKHptlNRUJMbo013kKgtxz98D8mapL2aESlkNfjy6bBv6
jiHqEAmwUPSAYj1wMu23t9EP3DsfGjVUAX7ODw/WacfY8UF/Ohqve7Toip/BA5BZ+so1vxVjwses
ipeFGZzdiv9835/ywcXRSAUlH4EFhvqWtA15Ur9UoaEBECyDs38TSutsM6BYzpdrKFYeB3lfQPCZ
9B/1iUn1QTnm/kIyfibhdLWFaCJoqMAHQVdhSSV1X0NGaJIs11aCmxtdrTlSZmWgRxOQe2JLo4w2
VW4IhqL9lOpebT0Su4t8FzN3LAc0BivhjY7uWlrZkB3kvkjZxAeGSd2IwEaML/wjYBivHei4XReA
RXbhxM5dhZcWqWtpSHktqf3Md5RyJRf6UFmxkQ7vSM2DkfL++s9PNwoRkC6Z0ls07qNBhreVBkx3
gZaiROcTQ3wqD2jHTDSzO8QkNRT/oWJRDLBHMwNmCwqH54VvmN2DAJCBBhBUMDds3M0gl4mWNVjy
2h7l0mRYYRN6EMHTCx753TRcJ2pk86A6j9lKl5ZKknOBL4esngRtvEln4O+RfnEGpFZu0ziF/cGW
QHcO/qSQZCgN63pkLdz7sx5y0p4FcwpIb0DZeu0h29H3sJ0GqBEyCRgcn6PRTFzfaNkjD25SWcRt
rweoQPNvRQ46aoNVdEl5XpjwuZju8iOmBbkY8JhrrN8no+80ylMDlUIVwJAdkAdQ2BuOkX8chsrg
ssAQUZVb83jiyyW/5LqngdKOETgjtGTiugAqhPqGKB+5eIRsmYNSqJXEBleTN0FPD+nBcRz05BuZ
5ROAAlfHfzP4KZMMNBzahejesL6S1NpjIYPIQ7xTsUIDsi0ruzXND0n/zj6XIH+zdxSCnP/Yo1Yc
fCbAoEiw12yMflee08fIrHfKKtvLUHosV8Jh3DD2AV32ENKA4HHz6RmxvrTkc2dMQW1LRaIRjQy0
bHvplQ2fxFXgMO1TDILbo1KCmofw3kbRDkm0876ZjbAECpyNci+tUrdf4EthX7aw6gu69fq+978a
u9Ir6MbjHnzFyzxdQ32FDKYcmI9gJCBDgGLawTmoqxLtFc7T8AL0+/0NMOddoaWFnhAEnRPe7Xrz
a3lUQ9/A9Z0gt/36DJ2GlH9ThK0P5r6lWZ88Nb3JJ6eC3B6Y1uFirm1FqZePscAivdeZAXD2wz4g
kBHVD+Ajl3Tu39ydcCyAIaI8hpQxFVdqZVKUQsQETtZ4piR+eQoReDPvoSkBEWD5kc30oDKZ7Lcu
fopdEhqQKdRlyNqWdqwtPb4nY9TYMbuA3qGgij5JWuwLZbCiCDw+dLTaluMVxx471w6XSOxnnhEg
dkUmBgZAlUZrefdCKAjxIIROW28YQa8FIzIH/1Edv+/vmpkoelKKAHM9NIRwW1BTy4uNqtYSEztR
A0r1Hq0gIQENW7AvhVXAe0QQQ+O+xZn5E1BUFKFyqaI3hKX9BtfKftRrMfzUQ70ZrOF0//dnCi7I
4F4YoDwwcKaDmzYwkB1GyJbwP/kW2A/Ee1BP0c7d5xIL4vyAkOlGJAUoCH3wihQhQC3Cnoh21upF
Ug7puAnTj/vDmimnYFho84dvR3fuDQEOlyQlXxVh4jxXJpi0akMh4bnetTtILOzwph7JqQU19GNK
snWamvUz4OebpY6xmaDx6iOog+8D4OS1IAdyxEYwxbEnmfd5f5wzs4kaIZqfwPaO2aQJaju+Ubiu
KgDU6nFxj+sgiElXHL2FXTgzEFwa4GeBIexF2qWUqRvnQ4aBlG3yDFYA1eLKMjfvj2UuAruyQr0b
W7DJ+2I9IZS0h7bdCDs3iPUweY25/ZC9CqNdQQ2mWorFbot/KCxfjI16PTalWPpjDuFUdCcoT9L4
W43HsDik3pmr8B5ah936/jhnnAgiXLQpI+0x0YBRGVYod2ttClovp5NIU0ckjE5D/1bWVs9Dn94/
Lr3Hb/YIHCIMQe8TSWO8XKa/v4jzWoWPi0zOUicYQp3r4xxlY1sUoC0XR/zCRrlxxJQtaglFtUx6
blJk5SrFCFuN+KyVVK0duL3RsF/3J/JmV/4RboGiFtOJHnWNusOzVBkqJQA+qIWz8trPtqy+71u4
LQpOJibgAw9KdISJ1ObIuThsOa4FThHAClDt6O3rK+fqIXjXH/ntdknd+fZhAIQDjhcgFioUHFAS
vF4rtGiEQRSLOcrfcFjr1mAIskHkRyYKVBUhxbRIKD3596sLmrJIrRjq8HIfMULubPN+++mRwJ6Y
z39CqyXjYOrHhnyv9OjLWNI0nZvaKek3yTcC2gtE4PVQoV8fRKEXFA5eN8a7tnUZ4lrE442P2tZC
43up3nBz7DBQgCmg542LVMJj49qeF2Rgvuu7whFttNfzEKSQfH2MSP7TLyQ1b2JLyhL1cg8TDWlG
BZaa4DuWjacGEpjDUoft0nCmw3FxqqWQ4cEhDCNgm4Ocg7iSNeKorrHwUFoyQ19hMhPxpcsVTmF6
oDQNkYjWzAj69W8SeGGtheN2EylPM6dOtPEg8YYuBrUZESdKEY5Hge0vv6vvVvKuVaD2/Wjtp47E
7dKFM2dORL0fdIygoITO8/UcyrVf1TlwlxB6x/tjG3wUmVWJxgtkDp7QNwSeOH1hgHNbA5bgT/iJ
spSWuWddMa8CrysdVNcG9BiQPLZYmfgPCrJWJLTEM5TjM0Nxob77VDOn+Gdciihv2zAwyZffQO2c
NkhGPAHr0tnj/vH2TWPk0KfzdT0HUKCXjPtDnuaQ9i+X1qg5zhWlhUpfXzql5a3ibby0htPX3vt9
ymOyla8KmVyVThGsJ9oMY2+BoZmt3kDstxIelXO5tEmnkPueRWqTSlUU8ZnXlE6q7SXZbl8ZHrsn
TI6Fu9EqwGah7Hd/Dm/zc9SSUddQqORSVAvYNkK25xhjTAA/fQHPb2KFXzlPxPYhS6B3wgMtDWAg
4Rhw9rwBKiMtHpmbaAlfAjAxOgOQtEFkTd25dRcBgchMqjreCSxEsZqC7XgzQpawW4XdcTSXauw3
vP4abkEItgHnqU1X49+VeeHoEMMPTRBBs6IvXyPA4Zz4RUJKMplg6uEBmkL7dNt1ZNyoloBE0f2Z
n9aSWmuZVeCPJASf4IalzgrLtkIISeHKyZvXEI1qhtw+JTlRxQU7M34BhI0TlADk7SjvUwsMsF+i
clkCAanwNAorxfHKPTZSR/x+oTrzR99GDwmvSdRlNFRnVPreRU6kaBjkzh3WbJCD+QTOSLG8TeCc
92FJVPKx4ZF90UOouqbgnkh13Tw9lT/b14KgFb9bGPhtVQ7LC80XPKiBp4THp87vWAyahCbi2okb
3U8sxkoKM90FW6X/xcquIAJpj9o2qtfSuOLBEYt8O2OIB/U3fi2jBWdyS8BMfQx1tL0xCNuuVGtc
qu13tP3szBYwV6ipQtuYoOJBSARcmm8qYJr3jO1S6mbGl4H9HHsAgaYCxjUqROGqXG6ZfGicUoZu
mgtBMz3JxcVRzlx7MpCOeBVPSEMEeNj0Fyeq7BLBhXoKzKAZklsx/HNcrgNba0mVmCHk2VZ+C6U8
4o2mCK5YgKkrNEOFpP1Quxdf3YbitgGBk/92/6z9Zb2vdyY6h3HrT5p905/UVYHHfNgoCd87JUfk
k8uYg92WpvAVGcoqZsjo2T66iXO9K3bQlO7A5o7+6ZAk7EpJjS7aAgze2ANn5NW3a3CMKWokzEx3
/I74ceEiv9GehTbp1bdSc5jEURZxHts7FdlPzMW18Y6qwYQcGKGhGZjndJsfJP0p1hFJfN+fqL8c
yb2JorYpsoyBmhVjjyfre6zvBxM5S7TsGZ9T8vS818j7S0DePiQbOm/64eVjwf4txAWDB4kHsnoo
pOP5RSWlGE3sU7WQeoRpICUApfEqAfwwKo0UvfueIZEOGluuvmB2mlJ61JdWqdORCFoNcketd+r+
MEiIz+IKMuKrBJqC9+dXuD2H1+ObDtDFAeGlURSDCuOzEmI9GO+D3luNOaJVrAb8wtR3yFJ/8shg
J7aml2TS+dHZrQ5vTZby1Le9KNRcT9968S1amvRywbm9kzynO+FFJK4xrk4xTPnwR4VeT8yc39CS
N44oGxhmseCgbxvRqQ+gTuUIrRGeA/2N4xXfXL2FuGEt7qJGJDzILSGnDuBn7C3d+rPni4PAE+gK
UJFDGu962EzgZTzLMRg24b4s/+nxfc181evQkkn+8SEoQMO6D+4B0go26xEG+LT7e+AWFTQNm0c2
Gbcxeh7oPS55gcaPqjc4MD/EZP8QoAto45HTj/htn9bxk41eQUnnP8XD9+oXsrhLRfnbzq3pC4AP
YvFqhbOmedMZBtQfbpIMDhjTH/bB9lOwisMDSlUBOeVb27YP5hOYYzYf1frgbCb1dYB+j6vn+xMx
Le/Nqbv4Cmr5ubjmM5ePMQ+83pYvSgUyUEi23jcyd+CwnGBPx5uIAy78erUBPciVssoHJxhNt1LM
mNPM+xZuA6yplv6PBepIl5WbyX5ZDE6VdDpUMokg4OBGtscphhThuTl0C2OSbmPHa5PUyeWGsIc6
eTZAffV5v0exICPb4QgW9ndffzgX+zOueCPl9BO4akaydtegShG260S3CTFNB1Qujr/BbUe0x9VT
SDZmekBzrPOb6ktMM3OeVRDQ44GWTLSH0hlCkZkKtAkOWwfu0k46huM7tFMDaHbdX4RZO4BY4+0A
uKzAUvdW6I5jmExnKkcufEp9qgiuICJvuPXvfUtzu3YqrKOFBkAv8J5cb6jcFfJ20KLBwX/UEXDB
643Md6RFBvT/ZIjWQak6zF08HVIteXP5bc06Avd638TsrP0zFpp9DDmeKm/EcHCUqCW+B527nnDR
iwe+hPuGFiaNBhi3jeRpuE0HpxGheZ2kOIcptHeKyF/fNzR33C9Wh1Z3kupsYAb04TtuhzeVhjp/
Vv+LdYHYBEJcuM6po+h6AzRg38rYuBygP9sYXAzwqHeQwoXawR8YmnaOl1aoQKhT+o4vUlhBqmiX
TI+T1/0Daz5Yj/mqJad+ezq1+ltrvn2IPPlgiYH+jPtTORsLXn4C5TqBnWhdscQGzI3XLdjUNbiZ
vWU9nHBV2ePhUTimZPdhZsbTCjiKWDfu259bSqTfNbTxQL8SCjnX8zzwaK362/9ND5B4lhI1er9v
YW5XXlqYPPtFAFTloeyBMQmeOwJmwTdk7znnlhB6/8tK/jMO2mFICa9UMawE4QqMcGCQBTrhYX2C
ZHbgnLrHL5F0iD1AU2wcEO1Nc4kejH9xAC+G+heKXQxV6UJo86n4iHryj9qP5MSe9d/PJop4ePvx
CgeROOpccG1fNIo34Fyge7tKJcst1HWhLeHFZ17SKBYC0wPOHaQ10FNzvWpxFIpCw7cj8C61MaEd
+zWaz411tCfmjjc8vdwoHyA3XGoum8luXhmmq2u+JqSyVMOwQErflj+CaFu9s48FRIDRKCeutMfs
8/6UzoUWCBLB84zrEzU9aoOCiSmshawaHYi+kyE1RYACwuaEd/J7FC5kb6Zpox0O7KCXHy2oLB7J
19MK+uG0qDp+dNQhJU381HC5kQuEfWXCoybkm6RY6tmZfexdmqRWMqzTLEtAeIXH3nbQG7w1QQW/
eheMs+U5JGn0FLiHJczQ7KsDWTdORoYCPQ10LqDj0yhUW3V0xsjSYqvoWSi1ZEYivAQM6dhd05jo
Vl3fX8lbMARC7kur01V8cQC9RutTrXBHp230QSZpawJErIh62/xCaDB5DB4hZCYmr+4Sk/jsul4M
l3KjZdwWLJ/DMK89BhuOh4rZG5u9+YJdbpJ0wc3MBaaXo/wfzr5rN3Yky/ZXCvXOHnpzMd3ABF36
VEpKuRdC0pEYdEEXtH9zv+X+2F3UdE8peRLizABVhXMqpQwyzI7t1lqzTZQbgWZYbBosPHVCSLSP
IvfT/rTUW/IlEPDbbkVnnwgrAP2nebUjAbA2zBRtPO/3tb31kEVatfflWXB9oBihAis6Z8l+Hzz3
9TQRHDagwvyEIv12ifD66guDbUMFhhkHdY6tlcpAiTrLGs/I1Cumx1cKtZm9WFm5uojfhpnPa503
qjVgGFbs2+NQkg6GgBHLNq0HLi8dkashMmi0IHCEmqYGNoDLzVo3UoTOMiqeJbJeC+5t6N4f3160
SVzrbb2+XYNcxQuFxb7k3298A81sKJkhR4cyqjmLpMqmYU3DhfYsjvJZ0ApbU5as3BdN4OXGmcYA
rBSsCnAU51IdeRXSEoru3RkeDW5i3bbepC1uYsKO6w+2en9kBEQ9h03Nyd3qHBC6et2sQJxjOOHj
zybhSv7l8lFms4wOg8JIw6Q7PyhEOYL8g0geAji0EGU+OqXX4tp/fAZG7lAf707lUp/q731MOIrf
Z2Lyjr5ZJFMwMjYkGN48Pw2fwP7bUGPxpsHh3+m790f1qJPnw4HbA6Evn6jW//z+11f7r5WYWcQx
UWs94ViJYnjM+LE0FmrlV3bx5QvOLB/vutQA1xUGcCqn9Z4gVj1O6CsekhuXocyz29ir1S/TtVY/
v9kVY3858uy4mo0IUsw87eBY1qCeEhGROlboZFZipyByMeqVlfpUAu3WTcq2WbGINp5Oyk+7fHaz
jtwUxy7B3CrkKTm8oBhDnXtltV6Dd9R3RW9TbO5gEZe8zCu+2cWLz31Ag459Ik3jblu4ZuD5Sr37
j9v4EfrhUBtwV8LNCmDZn2f7SnL/ctBZqJQJRpzJOQbtbK0hTu+87N/au/vkdJ9v1mtfcx+h7EoY
Eb1nOIekkaYSfEecJc/0yqV0+SCzgGnQOpZHX7aldKfj3LkvL/zeIu2UoNnr9n3s3PpsSyahzVxz
D7DhBN0HiJ38XwtbcOl0f23Rb6cbvOLQcmfY/MLq4Ql8F9DGs3XbWwcOh7DX7Yfh7lwDKH+ZSOfN
yXJOC6d78QGm4//tAZq+HbKMYlXkPYcYxOTd4f7AJERk3RO/WN0Ihv3ouhvMQLo/UX8hgv79Zr5c
jJl5GwZTy1oB41PAC4NuaxZnCdQmAbPjciGO/J1z7tKUfmHHv71rbFpNb02mtHQzlPT2qntcu/L6
xpXAvi3jIgHX+M+bfnF6Z8ZNqYuiaQoMia4EaGw4a3oXknbyCxBX3qLdabfLHBhuaFA1j79Oyi/9
dgnXfyWNfDnFMzNnJIEQRfJ02kFqsJ0aFdCtIG6qHRY62cLWbhPbsG8eocNpgkLCVQbipoD8kOBY
ELSoY+lXq4Vl/52OcrYWM9OXsKwMq3Z6qH3nHpFrxN2O9Oet/05g+KIb2PwQu11ZLyzI78mEi8n4
2iPf9sAI+fIsmcZNyESq7fDd3jOAtQWT9m1/uyPCCVsBXXaISxeO2sJO/zLK30YOwKwTJCJGVspy
jXyVNxT5NuKhHSejl7ey+/ObXmmbuHzTmZmrqjqnWYHxKuepfN0rO/iDxO88lOhu8Ip3oecsLOqV
mO1yyJlnmFtUFpIUQxZOsA98zYs2wUo9BtthyW4uLePMbKXZv26wCau137e7MSfHI3MyOyTBzr9B
yo3p5KC4d9hG2/+xaMrl5p3Hptzq69yaTpSe+RwsyUDcZ5Wdjmvoiy1ZkOl0/uAjzFPzCcR6i8rC
WIPvxBGBvCykyzyUn/Ci69sbw343755z2DHn/HkCvcF2YdsqVx/AACGRBRVfaPXMFtUc0jqOGbwk
db99apDaLG3vNtnfmvdRZ/sUGZ3Tmnp8q9yiapHj6ESezU7TZbUyx6lnb7GR80rLCPbZt0earX4Z
RmbFYzzScFITEKHsYcrJ2hjRPxp47+SAFN2djVhgYSqunuBvw87uKkADszJTsBSgp3J0uzCfs6iw
g9LPloS4v7qoflv1b0PNvO4cqkBpa+He0Mhwat+n4FiE8y/bbwwoUCw9/pW29xV2wRqn+nCQHRR/
c1QAgdL1qofdo4I2XhFkQS35qDi5ldePjfcMbYmNC5Ig5wSYgLwXdvqwNEnT3P/05LMbT06p3Ktq
1p2bQD40iXgWJGWpPn89JsNWnBraxalGeum1lAErI8uc3CZkpCbhsikbFeD0G+54QEcaUB0uMCwr
huLZNnxblYvwsd/3ggkiZUs3oDkBnNW8vjSWct0aHAXLRkydmPN1EwiVLQbZQTYNwkQjdRbs+fRO
lxN7MeK80FQy8IfHlA1nR5BJ8hHHduyq25PgYDMuDPW7db0caja9A3iqkpHi5Tpb9LXjdmva2z24
sOCzUKdcOFXTVv7tvVCXhYWZ8l/zDjupzXnV9nivgNpRSYB3XZIavNI9ifeB8ZraUC3QGM5y3lEN
tN8wohALeo0JdP/yEq5ASzCSx+FoNuRgn0bm/TyHV2wUOudBIgahNeALAbe83KIWanZ9zMMRc9i4
HRrG3o6340p3ag99vvma2OfY7chnbC/5e1duYXTTg0xaApsdYAtzHHOQIKIQGm04x81m6NzC0EFN
dKg5WrrA+2rwdxA2EFYsJRV/vycuh50+/+bftLJM5ajEsMicuvh2AU7mLg7tJSGL37kUtMuBZq5j
XFZGS4FWPz8gycacI/IhyfYePHnA/Fnb2n6r/WPk1raEbGMKXunjeufK203knEE37J9zT1+1/mbT
+ofSu+M2/tnk3p1IRCixF8ii/LwRrm1vUBwhXTahjEE+cjktOo/HtNDoeJaGO7Yty7MVeUm3pEtz
JdDApHwbZjLL32ZfUuvSqjpsN3nTnEoVKI73lPiuC6Ve7LK71LVX3FvdrV4TJ/V/fsNrphD5QJhi
1US5x5ztdLkssiJT2HgOg9Dm1jFQ0I8WbwVIisNwLgx2JXCApKcMZQwTGiXI8M/cWiuIUYXMURdg
O2FbgCQPW0BA8HBr2G+o0T2aWMWACHtkTyp/qRdq2lpzW/V98NliykFdVU2KBG+YrvSHQoezYyDL
K3/WMFtVCQeELxJPXLP738ecrWxrUasNM7ywtOsB4S1WhmFHAviPK4UMqIY+lsbp5wW9ZkEAQIIG
2URqhlBk5uhIHUtbJZXas/EIkw9K49wrVUe19u05yNa4038e78qsXgw3c3aaKhPKsBfbs7qJHWDi
wLkpZbZQ34TUD/hCK/2V3Xox2PT5t4OipqPG0xrvptqG4A3MKaun8sjDhTrd1TmEZzB18qJkC2Dy
5ThWy3WIBfLu3ItpegONpL0JBQZCg0Fzm7IS1l2cSVBwAZVrQy1fUwdh6RqfdsZst+KggMcf/GpT
R+3sGkeHqq6iMNueo94RY18rJiZLYZM9yrf5W/mmdCR7+3kl9Suew8WQs7fOIh3yQgGGVEW/qJ6b
N0F6UyO7iLYiI1LpQFgikta0fxaxzL2jFfuSnQrw2DK/t/Zp8JANR452Sg2ctx+JxcH3ujF7ux/2
eXCr4ret1NXhlWDxtNPwAuoCvffo6GS5XZd2ZPopFMwK0t2NGwVVSf4rBmvuhol2yR9p+q5r76y7
1Rtb6dZaXdtZsNMLtzfW0aaMW3CccBvErvqwIKnwOyuhBqoBGcYKoCZg++bCJ23foEZSoWSiFtvx
rpZsKOupx2SYIFU53TQ9iJxdxQQ3+w0DBPuxX+pFu3I5XzzAzIgg8TCkCouQ9ugcdSDZ50A/UaLO
Wr/RF3b+FXwBXlYFEh/gEDhdX3vk2wlTxILLHJfRWS49jRS71il2iuPFx9arPOan661JbeqN2+wc
eGOKtKJiB16GEPbOeOntKiXgwRAW7o1rPuDFU82MTFr0QisNeCrQWz5pAdmjbXZqnxXcJwFEfXW0
bahvF+cFW3rF3IBTB3LEoCuHquNXlubbZGR6oYNOOO3PbNSxRUWbNXCOkFIuAduLn34+flcOvCIZ
QMOiKDeRBcxcMBRgzTTvyv5sQMDmoUV0SlS9DxZ285XygalIJjj6QHgJFpE5VkWzcioHJtr0J+UU
6Bh4aeBYPXVA1VS0pDLOI8qrqNIH8HAzJ1LQFNHZEE221eFOrzZ1De66SlgV1JWUBbf72kkDrs5C
MxLOGhAuMwMUm6E0JKPRn2OgoHqvynaqVpBTST9kcGGgWAlGYcTStRMIdln6oUh+XoIroal58QAz
F6HN4ggGGa3j2QMYvjzI9D054VtCTp8rVFZW4HUtIRr73IokG7b4P0s5uCsnHSwAU8M0erHA5DS7
3+SyhahYhXCqQu86skVB5+yTlXcciXjUj90uuqnX8Wa18NZXrvCLUWc7j3cj+JxkNC5tuZeiY4Ik
h5Io3tG7v838D052nbd7N2y0tXbrTb8/2wsPIF3xki4eYBYUYC7gnqpTdIx7QPJA6dM6/ascokXr
buFevTbDKHyrIA0AnB6kmJc3+5CLgh4OIjxQ4M80FCr6Bzbej9lqsNaGuXTYrtyoCrB26F2e9ELQ
0Hg5mg5XgdW9NJ5pZitPzWuCNgok326I7rw/Ph5aF/BYUCd+3FUJ3nRpWpdGnz7/Zr4MKpRmZ2B0
Xu7BwQm7qQD4Q6xgJINil3BlQOySrAxqy/e0PFD35311pUQLZia0bUOyxgBF7LzFIU0SPSn4gNYq
6FPtqUTM8BONAFuKSDYNdqF2HNtVyMkgLox8ZZEvBp6/eNUZ4GvqEU/FKxmqxTqRzZ2htiSX7UV1
uisxIpA00BpBU6qmIW6/nGWrLBrBrBBWcGXXvqnWJyTSLGPhja60oyMymtICUK8GZcg8TisRIUrc
wu2gkIfB7lztKf6lf/Y7yQPbva15JXkZvdYR7XFn+t2r5O3vfbQ2jHbxilu63LXu7hkwh43r73bu
67CWXBWyTevH0d49byAcvmDJrq2AaoCMXwa5A0zZzJAarBW7OJeHc1qcQFdplY6VAGnDITgDp/nn
ffaVsZ+5yur3wWanrAKoVTQiDLbdH/XX1AHd+pkYt3z17vsuUNEgkBTAuS4/dosG+4rpvBh6ttNa
S2nQgikNZ9kv4RZF5M3b/nrY10CRpQ+Wv3kV1tqCBbtmLS/GnG24ri5YwDWMmZHywYAU8XovHYqH
eMF8XAvWVXRgGzqoR5AimG9sCD3WwthiWnMkwJiT2zpiDlBKi2sEsDX8r8CDJt9T5pRHYW3c/NLu
QXtxvyTnc6UUBqGYb48xuxNb6E0PtMNjgDBeAo/vgWNy5c345KpH4dy+AWvZA7wHztf1nQQ8obaw
vabdM99dGnTp4QtDNxRxwOX5VoM6xyzg5A35Rx0favP25+371Uz7+wAILmSgs3/vQB3jEcXUvu7P
aOd4adeKM+7UB3OD3n0d7QSpg3KBX7nJuqwcwz/foTRiOZ+TSADI1YSbFgBGDvWgAamTpVN8/dX/
erLZvYwQuBSznvfnyBDrbRJq5kEz07uf33+avx9e/6u3+9stxTuLK1JRYZBAfpblsHkoGbxLoJbY
/ueRrr4O4G5odTcm7PRsJ4UDgAtNiYmmMb0rTWDtlaULf2mIyS5+exlFq7U2Dpr+/NAMdgYBCCzp
sfC+eoJ22RrwQ12xnzd3qFH//G5XTytUX//r5eZrJffCKH2N/CRv9p4CnFnu30Y+HHendNxnGftj
9WmtU1RVljJrV5fwr7Hn6XKdKWZbNm1/bnVt1YkPovUm6qP78xteu2e/vaAx89xELvTgJ8JmDPMP
HjhG/yhFXkwz538xDCAnSMJjMn9TkutrEPi0St+fiyK0Tf4WKl5b3NUIvX8e51qwA3/hr4FmWyUb
E/CoyEN/nmRNMwa0thZUBDsoJwzAbYrG4SRCMi2WP5XYsAsw77UtylOBpnql0a9DWX2w+v+xgKRm
XjzVbBspGprhLRFLOaKIeS/XZuLRtEKjJEf/CaVlchpa9a0STGWhlfBKrI2BUfUAhhC4TW06Wd9O
TgZpkEATgIquC37q5Mgty9MwPmhM3orWUsb9Sls8qjuAGsiIgAEPnSeieyYg6i+Rlw1qNMtEjl4R
ZqFjnNQQ0Rt/qRzQvk36yMHkArqO/lPP7FEB8+FCPvPqXT4RY0z1M9yx85Ojaa0F4Rp0AZefWfgU
SKqTKm7e7mPl1VC9uIeIDlR1RutpYfNNaf250Z1IzKaimqmifnc525TKrRi0oYhmD9HOkSbeC4eC
ZDfBI13IoVzLpYLGEnkzHRIH6EGYuSts6NuQydl4dqRHCaQmb36DYjcj9WOzYAOvOGO4QSHEgyIh
tOHn/I5Koo9VwFDLiNe8sSEIjQ64fiDp7VJkA+Lo3+cP3dNAvGpgYVCRaL+cvyapVZ4UcPotKJbs
rX4MdLfmSAZ7oDeWTJKWXKZ2OQZq76WyIbyVvRo8DXnfCr5osl4n4RQYkoTiSNi5QjXQyLa6kH/0
CuXJfcMgbAiMhKmGRAzR/G7nqpywW0MPazQdVSXyEFGaF+nO5Eaku3qhQoc4z5C9/ZWkSSB6UJMT
TCRYzTyyceTFwanUVmTHnmbaJDkGxLI7QUqZxxp0shJZ4SBdsCAKoZAwGYbI6bsw1tfd2FknBQrc
yjE38j7dqkMuh/uKRpXg6FQIFJJJciH6Y446yhbECnJ8zBjXqicjN9r8po2jylr3HN2SflWnSoGr
XY/QIzp2qepZfapI27wYhmojZ3ow1RDkQN/LklgCnNIFiuSxtA7vYQNpf5cNUVrvqaZRw65AQg41
O60E4WxeRTGiPEsF6bmlqxG/SbKuiL0RHWONn+WWWTnqWAyAZgwZ1O+iQEjAxCOnYuNqgazQlVSZ
fQRap1JMzrmatuxd0zJ0shM6Ikv2lsmFDC2zJMgFekB9QC1OetZZ6sroQcx/MsqGAlM2VIpAZC6X
uZvWRjpg6qs+Gm2zy/LshYGxSncjJAzqd27KYfWu1k0Wgr1qrAW2anLV6jahIGjxAxhtaOxSoGDT
+zyJ5aQkVQ0kHRQNslg/tK2hRWfIL4SAsaEGBBC9lfQF6j1VayEpH4aNEdltrTPpNsy7ZnRS/Lnk
pNQa/LewGDsnFjR83a4I23BbV0iMfKahFKXdpm5TjR6EptG1Z3xNgfaIzOjaF65wziFfx6z7dEyH
gfQQM5TdssnS3AlKEDK7MmYaT2TFRn/glUCp2wyxrPthnkbxrpEtCp0wWQ0SbYcEjRBtgyoQ2V5I
kRDzYUBMfCkQ5ltlVBuBZG2b9+4Q5Sx0xTyoy8yuq1xLbLMEHhj0VzUbqvsQ6oZKDOUUq2N3RVEY
444ZJQRHUrlPBVsVAI9aKSyRFVc3MEkSKZCs6Bw8Cw/XHPqqDGzdjEluI1RKti1zkWHyaMc1qKXC
q5EAfeOJ2ROAJS2BtHWXless66TyBgwEqYH23qEchlUQCbV4p5k9WmZGS6/Ml7AzjPhtzKtC88NB
0GsUPvSoddsgtQZblqOWepIeJgqWSunVw6iDJQlnoyk3Eh10kFYUciP6aV2lDIwtpWS9CyyDIIIY
NqHmjNB7+7CQ4qEeVCxDeqRVQYWDVDEpcdMsLLkrmFGfe1Iki0VFWlFIRycEGMX87BgTXNC1jI89
qH1CqB51/cfCJXPlSgddMiq+4EoDFmTO/aSObYJbOB/PEY9QVLa2bXwWxbURnVGjJJa279lLa96X
yRv6cUhJo8++Lxwr+Igy8LxanwuPc+XO+0/mKwUMbih4zy6iKhsZGk2mUnfoCZxAtE7ykU42iaQ5
Zun/PNoVbxVVdST/UDPC289B0sySAgG8q+KZ6WbmKYL5oJmRx8QmdmJxyLyfR7sSduDKg4wVvBYw
eswFF5RqcsBbgBiHWCsdxqPQRd/M88+DSFdHARoUIgpoVwBD7+Wlp/DGjEUK+GIqAGCOcLwpDlKD
6eNIzmv32gggBicIvLibhqDUsConN01H/xc+9d/e+/8TfuQ3/+mo1P/4d/z9Haa/ikLKZ3/9h/+R
18Urj17TP8Ap+fqH+yvi/z59w3/9xuXv/+M/mppXr2n0yv6AqubHa/NH/vnHHcdX1Dx6r+e/e/FV
GPyfDzeNdfEXF7PJh1PzUQ23H3WT8q9h8RrTT/53P/zj4+tb7ofi4+9/vucN49O3gdSS/fnPj9a/
/v4nkmj/9v3b//nR4TXDb/3HZ/jK8Cr/7//Of+fjteZ//9NQ/4aUN5Bm8PaQlgO7+J9/dB/TJ7r4
N7Qvw5FBchFYdGWCwLK84hQjmn9DExTS5ICoTf0af/4BFNz0gWz9DRl71OJNCQz8Xx/968kulu+v
5fyDNdlNHjFe//1PkNdf+m4TW6QGdXOg4cCgBmzzPLprilCsNUEIXIl18U5QzI+BhooDiM1OjSjS
IFq3KXlMN0Hehhuhpc+JGoue2Wq2KA+yK1VVvs/1PktJHeiaJzCpwU0UNgnIZgJRBd4WSdqbRmuC
0K3bCMjQDiFNepPEWt26JVW1UsS3lLKRVCQGWlV+12rQS/4C/US/HfumFh4LC9SBj0XMIVYMzY09
V403o5GaU8oy6NBIVg0lcJNmXWbrYuKGjW6toRPutCoPoOQphOaJolVAl0jei4AZQjvKgjJRl1cW
SbnZ8Z1lRua4itTMbuDcOagqN5vC1BCXVKm0aSn8Wg2W2kaJ8MYYexGyRzCdYlQeoEWB2msJDvyg
eRkqPXeaTAVsUeqjaqO22a7WGPpGx4kyJe3zGMqkle7rDByqksRcWitbiTaxnyZiWXttyZlGLDFo
cluwmJThztLyhxpHnA2yU9dA0kphHOI6VIeCiKOS7SQ9gp5unvUupEBQyQlT/Zhx0yRiJn2CsWwf
Z3V3F5bZoWqGOjwUWQfleE00qoeqUomm8nhf4ysboo96Iq0DM8G4g0jpUU7kiEI/lWYfkIdWNVT/
kqLzKpla4HWjnMpOhosVHHS19iBUlVnbXRiO1FbEbrT7OLCZLHeml6OzrnsYBoneNZbCtxXtHsqo
K8Ag06iZJxVi7DUi6vwapu1GjIt1U+LGbIubnDXcHaQSEjqonTthpXtSW78meQs0iFSj0xJpdjTl
JDXi5abyW6vjMQETDkoPmnRkRtNoLpgnOzAgYcu0G7gX9CY0QyoSIVG6bl1Q0PQYNUh2nCEqDrVm
rAIeb/KwG6lnhKGK2g260QKXVmNakqQBl1MToVIax2a3D4J0XfGE14SqeVec0oyO4J+hUpQ5qDd3
laehiFs5WqyYFZwidMylFXRk4xS5U32k4EICG7NfC+G66bvgxZJbRBi0bkEb1LS6M2q9i2Md270q
jnd9Ct8YYrWd6DRpcy8Fo3GMmzZEAtiQ8199oUdeDaoayBwz9ajAd2oQmNlSoW+7MWwcXpiix9Qe
Xm00vERt9smUyC+kfBMWfAeeGSdLrDc9UXoP3EIQCqqsHWjTgoeOQj7H6mTwbmuBho4ULmELMZ7U
OExRETmxngfcz9teyD5knCgPG3voNw24rnpEPclG1xjzaMLYnTqOiByMvmn2Y49YjlDYn2STt2V/
Axgy+vWFuIVHqsSsHW1QWjWkD1XR6ce43giymN2yyjDuwlbc6YgOALkphGHTVO02CLt4myusLkle
Wqiz00bPeggytZridblqQA9IKVNvzPPaNyM+eaCGSFO/j8fqVSwFrvqKatVIOtQ91B/UqNc2jdwk
J7FBLAShxarYh3keyaQWB3YjN2WTk6KH9+dzqEC/taEUJp5RdT2IrxGGQZcNDqcKoVoP9J/h5xgP
UO6tBqDGMqUnwDHqJ2EIqUJKIf20OjQ3pFbTIOMUgUywoY2EltAq7gxiBknvCoxGt52RHmKZSzt5
TOgeNDOJLYSKcg/psG5jCG3ti7Ws+FkUVk4smZ1g52XEElcYeLUeU2SZVmCueIEqZr2xhlLeGsUA
JjIjCXlHQGET+7wINHjdVal0XqmlFkwfr3oiZ7TAXFcC2hK6V54WgIXXPPQwp9hmUermeVuRYezz
disUVVN5QiIxRjo9rEaipdK4ycFUeIgNtXiKjbqTEErWftLQyunCCHpNuXmvmHVDnV67F/TATAmi
7sy2AhDhhqp8RE9oTITWXOlxiYZ12pu+YSlPsK9okIiMdmdpna2KkKxbhUOxNzIU/EsIH4GUj9BC
7IWBVDwMTCcrY+5VvQ60ea2hPKZrzY6ORrUVhO6IELAEpWecZrU9qHIEPScEuPqqiCL9lAhZsVHq
iD23CZTJxgaqV6SU5WfFKk8IZJDVogXqNVVxxgY3CSLGk6yirSqR1JNeSYNIRlruA0v7iIfkl2x0
iKsMZMWcmAbiIY1jXQctOwNzg5jlYwFVqarRQN6osBWaOG9xRZmbiKWGU4Vqvy/FIrtnmcwqREmZ
qwhiuSska8AOTuHrj0FlUNBqyONrXgAozDMnr6UGLWRjTHjFcOVGWb3pcosR9CFDS0aSM1IlLdqP
Kihk2oIaIjlXCKPupMGoupkFttOg7na5rOzFvrgNuDRyr6tVBgsb6UHwCMEvS3Ui4FYTwnTLgz/u
o3/QsktZAJdxFCUFESKpeRnBEH/PI1NYR1xmR6ADcsGOBaUZoJkUVZEdQWBjtPWK3QdGhJ60lI6w
mhZL6vwkSCB7iUUFMVwQlnW8objGXgdeZJmdcYVWvhoZw50cRzBUyFGAokuWm/fWwJn11NJCCwIS
keLD2JjRBuQnzB1ADv5YtJJSbjiPDhDBwcUy1kEHTHNqQ0JF3EFfPHaVju560xAsolHKcQtoTCC6
UfPnxNCohDY7tOF6tRVkN/rQKKqLaCTd8yTT+VaUatBQ1X2xs0q5fTbCpJJ3fS0jdkzimzrN/bhh
iROn7J3FUBpq0VFqBzQpk6l+y+/HKIGaPUKRnR4g6UREuIiJq/QDalZZHPpJbMQbuVase6Xpe802
Q0je66joeDGuSla0fbQrqXKLkg9a+LFNKAjK68y6oSIWx4sCuKskSLv0LZR40hBEPRC2i8YCONMI
Aq2FbRYBzZ3Imui0ElmtEgekqUrh814Huymw2Sq3JZFCByLkg/GRsvYUxCIH5l/hxrBWC3hWDlaQ
yyDKB5jvQS0MJPxjgMMqz8pM41WOOnFfNL2BXi84pcEBMqNiZUd6HEHoIQWOjJiNoIA+VLYCfRVX
kYA2nSYSOq+v9Lr0W1XoPmPJYAlsp/AQZbnpDNhKK6QJZE+Hg9ITgbNW8Wot14+tjENrKolD+zjc
DXlubuq44F6Ut48VpZVXSDIRBhhT2tgSeE4cK2Iq6bHTnKTXE5LGRYyDooPpGHNTPPaJiJ7uQReh
/6mq4k0tBTuGmrxX5FqwDTK59YTAFKjDzCbp/RF9DKIT0gzNnn2GZkoaREPhtL0WooGgGse1jlzi
BjAWWbDNoFxBU7bzNBFHHmmjjzRSdYhhKPIhEitjHwxtV9rjEKKcIbBCPoi4Rd9AoQxKWBCY76Ex
adq6Xjtgx45PUDLTahyEIdyoUHgEjbzsY5XhtCuZuh8UjfpWI9xVvRiFTmtE9SYSkBqK4wosKHpl
w4ul7yMdVmKSMUfs6/rB6Bj0RtrYVN4aOehWjZlLn1jYYhWmse5bnXBCyNFbJGIRZES7PHjkhdG7
UFOwXspSEluP9nW0CdvO7M6w3Ca4kGggbwat6pBp7cwzxRWdIqtS1LoTJ2H31gqQiVKCNHtB1rS1
9VzhfoBsGkRgC0VYW7mSvlIlSWwuDhUlci0V72POJGCBJO1TU+DAuCwuN4nQqDkZwgryVmMPab9d
oxiwlHEZ6qNjdXH6NPZt9itVjHbYtGOspj5Dls9am0IhuEg9oFu3GJsI9KJ5k9xL+thaZDAy/Jwp
Zw2QVZ1UZ8RIez3cm/KoacipqhCcyhMWKasqDpmL3oYegrasVNlBrcKyt2OQPeO206GrF3RmzR38
XKvc6XEBo2FIGftgMIwSXG+rU1BvTGU01YP3VR58iDIWNs9Ky2YCrmdbCLrYkc1ef4vbrL1J6RCq
Hu3g8HVuiCPGBiSho2q8s9paK17+P3tf0hs5rq35Vy561W+hAjVLy9YQs2c77fSGsNOZEqmBFEVR
lH79+6Kq+lWWUU7jPqCBbqBxgVpk3oxQSBR5zjcd1cYor4NB7bERzGDGzqqbl7XXrrubWLU0p3Fl
iKDpOBJTJoA7MQamDjctYfatiWFtASCfogpdaBDe6yBkqCunOJSlHFqcuwskyt0QBOM9jhFEsbek
UhQztto7IGetOOiqXs0m8qyr8SULW2xJlR7fhpqk02ae5VU6y23sn8fQqGV8grpTtNDA18lj6Bls
7Fy1w4xjYlRXMhbNkVIWvna98DFDNNXBVxO0vS7r2VThpumGXmPsCuqpTqlrJWK8xH6dvgD5hiMH
9fCNXQc3QwmndTki9agtzDn8LwPICY8BCmMPFWfqmLDsWo5pD1JI5mwgkeGY/EDw6LdkbjCkFocq
PBAaczx2YqV+lHurjiDVmjmfM0yVivLKmZtgo9E0Rs/AuYegbNqhBWckdfCFOl0E2K5dRozr8vpu
yZBDGd50jcDRhhGJbDqxumryyOgKQxIUO7+oXdf9UDSM2o1IufuAAkapfAzMuUqqml1vTH9Ju0q8
2iXGJADXYeQxcuYWbZap+/REgkZcN6kM2y3jtEcR54tNj7hKs6EcMdcXIRq1dM81d3HuI5KbPKVp
Ww+ZdKVz0bIK/iFh6KUiCKnN4pqJh76qF7ZZKm1uWurqVwUEOperT3+M/WA2jYssqTitSY/VYlHM
tkoiuZrMRm6sO4gK/41lnUV1xS+J9Yf5NpwDCFXccPUzuYbEFFQQnZSa0Z5fTOnCBpSkMWrIoR4F
dDRTgubIh8I5KOuEJtC6Uh3QzTQs06OFg/g2XemE+Lp1ZjvfYA94Eikl9ADefR5R0UM4XNTeGCiM
tvEuYmcNboPGHNqKNFsXgu4+iwbrXZtUYrzqQpdp3NYhioJsWdrGXvQpJq66q69J4Y49e+Srtt0h
Ncxp9iO4S9S89bIWTbtW1QmySrQ/s7J+BwgFSrWlWBWr75IW8orCDl6Ehi9gC/Q47hzNe8eQ2O4A
nEh9Ua9oz67HimNCjJNyTx0m9Fnfql7NYtPUhG5Q5uIkG2epv6agCZxMT050tDzxSo7Vikq95c4N
JvJi1KJNnAgH4XIbKbRVU0JYQQNg75yz4NKLwV0BiBmvVQvyJHF6kbVO1D/F/lSdUIEk+xTtyp1y
/fq5rWyAmqFN3MxHj46j1KccIfK1GSoM1NQGPI5n56LxOu9kpEtQ5XSijLx+PJB0Wa9YgOdQW3ap
awJmwVF45NgOMI8Y2qXL2OeBhhDRgYuslW3wo/Yt9xF4btpul3Kn2WGQDlSYghrjotvqAZz2URX1
14lm6znQRiAUr8p0bPv01fHnjjTYV4fm2cydPKkB791VLJ2w283MScHAkH7aBTQpiT/TAiDWHZfi
jiR4tGn45kyUPCK3B++kO9xbIYHfOOq6D/FRpL2ZSbXDOAP8cMqXqwnl3p1EpQ1LYHhBZbdDXqsz
oNj9ohsce314GEz3ipr1xeHDTTrKW+W53zsMIwV1EecN70oxQsxbO5hFGut9RdfbFFMZMj22LwPi
kTBAKHx0fLyNJhTXKhE3idt9DVVwx4hzBY4wPIkK9lKk96GYqcVVZ8crADfHOcUiU+76EgrxVdSY
iJnELNx0UkKchq06A9P5bYga7611WzQFOoVSSlUv1mtKxLacnFQCoUkBo7SxzcOpYplOIUD2iXde
MHrJGjTTmTu2NIdzfIeAwHvSqQEwDIpOrPbvs49V4hrvtubiixrREIUjtLWRnNCXU55VrBnV3pFo
c3aEExFiciQii8KHtJfrUPYYFoBLiCMVVA/N6g8lWdUJ5/MlXRTOOH8Bmr7aq3BId/Ua3QLTuRBu
v5/7qEw4EI82xL7loqU4e9rp2uzkQMb97Bi/oB7fxMQenbG/9FHC0wb86IoBBVkDL0PU1qc5crqL
XmLI9hKLK2JalCWR/tpaf900ik2bBjbtvcctrsTKK9RbY+4ADajDfi67KYlKovVDusTXyk3FlfSr
k0AjRbA/ZTZO7fAw6PCH10b+CRtbcpgNutxqnoej0wzrpRvZS5RaXibieJcoKPdCTXIe0e9VH4QY
/L2+YPbnVzdq6nJum71gDjuNoro2Vmxn610avQS3fgtRIgkXlUkypYceq3k/CpCpQY+zKZIAqOIp
8TO0PfKIkYJsjyjeJ+SIbKTEBeL0z1C3HmpUqzldnTl3h3hr2/ZSuaHdRzW/FSFmoaGHpFh8AzsJ
Jxz90j8/c4oWde3MK7UacernAYELw90U7SqLjrfI/Wmt3sdBf+U6/G4FSzplRi5XaWOW1zFI9lFF
v0z++szEdOgw0njrN8sVwASI74V/66J4J6tkuwUM+rbr0fFJN9xxBPqfalhGs6UL/ZyM64R1Ztar
0HpyN8dyy0RnMhxDWE7YvfPW68Y7fI0skxWvx7mf3sXKfRlaFL+geuasAWma9Q4mMUSjC++W8i56
b56uEmBp4HiaexV1tyGnX6ekBj+HExzVBnABQr+3QGGalFxEHQpTypjGfWU4hqb0ZkxUfxB10KMa
aWuVtuijx3KOl6oYaz98ggrfYlwIv9J18uzT4Sjc8BmKAditYR8910VT3qbVnCW9/3V0kNFRMeQD
xCMWrDueKgSbPae1aZDYyfZDGxyIHpKsXjAa9qqr4hltJI88WrIhqJ3dOFVtuAPMD5wUQyyr/pvf
e0P7BhHBvF3rJj0x6cLdJQTJBll7NwqTie4jiDNPpq+8XEnymKLLKuuwFfnEhVOA0eV1Po/LvJsR
OfZoQzz93iwxYidVvJk8vdyOtIaZTVKEZK8WvrEF2D/xVPw6dcAzQJmURqIsqrnESYN01ztO3W6j
AgvtWVcf43lu9lU/QOWNGI9MS3ZLOTuIRtwn3Xrjx/59hTI/G6YhPhrVLTu+TLsWBakXeFtUcxe9
b5FsgNeqqBkzWZgu0Sbi0Cqgd7h3Gz3kgJl6SKA89zigSNklnSyBRR7x4kZZA2Au89fhUZGV75uR
dbsOtnh0LnwtjIy70mXrzu/0RewDnOgadjVx8rAM0Y4gPakA+U6PTS2H7w5sPbtqshjCgN6pSFRw
Yv2IgIza7vt02iOM+TB2Hb2r5LScqoq7ULs2/r6K0EBSvxmfZNgDMVz5JWZz7aD7ay78dtal8kxz
YjBsfmVD+y1IVngTU49kcaIfVneu78EEkaIeZLOZE3WwGGa8rerxXsVdn9fKOyhgm5KZATB51z96
LIaeeBKvlVO9yhGTSSga+i60SJdr5x8NXhLRgGHLnFZ0GxZgp13RNKKb9AFvoCPFpzaewas0jdWm
rQKFXOkYlm6i3vjsPMeLvm6Vuw2xj+xZ0L6hwcEB75CtN3Q7ndRPNqH5Wd1ddQMa6Gp6iAIZfa1W
CBGx9nDxyVj1eWrgSSXx65rM4dscrtvaxs+U9Y8TbihmtOGah8Hb2kXugyba24ZeGLp+94ip826Y
u6SYmY/BK56dqj34MEgrJoyQIYDLgw0bGpiGLTRAoehFVYBco4cJ29QXn2CSkgbhmwzJl5jyr+hO
fvjrdNVA5rIZPH2JuhBzFv0QgM7k51BYIiW/BmCDz7wDM4yGh+LRKbW+BAE2oIkP8fUQN5tBBBfG
TzTQBDfwXlqeIEqMEt/STZVoEwBJr1D0GcMQKzjFYxEotLfMRpj+xhqRnuG2+GquNZ5mgm7BG+vw
lMZ+UlrtbAHAxGVVp+KpTUR0keIpv4WEji+uEz6RdZzHFN63JcFb3fLxKgQN5YBvDCkrQO1hujZp
en+3Gkq9PQK7bVfKGbcgpw1VX+xQAcLgfCOWaj5A7SbDbE3i9SHxycIxZGV2NZpiJ2JQpbUy7XDw
tUZcGYAKFe5xuHY0yQIhNL81KwaNl5OrJr5BJzXXt53jhW0earA1S2iSg8LW8aMBeH9Bppl/9yIN
EZCeXWYfwqY1BDtC3O+SwR8PjYLGCmF8s4WDGb8uhkRkCFh4aAHQbjpAW8gEwWiyLUCzBauw6QtZ
sTCnLHlGstxFE1ggrVGAg7TFkE7pLbngpIXmSmwQ8ZtsZkYAupthlJdI0r/oaO98Y1hr1+64AMsC
vKO8xWzSGYlS8AP7YiUHMMR041bOG7YbTA/2yzbWYTEmVXxGpG1hBOJdKeUYFtSmTcmN9t5Cb64L
vDpBYcUgngZ0NtkyzVcD5TUy7yqRQHGTbKXfSdTfWGFabmCpraCKwcU6gJd+1BFZHX7SaJ29CM2m
L2bUFH61aThtYwySNOuIaqAffeT0O61H8jBGttcEVLTayMDQJ7k2zSt3eviIQDtDvFf3IiqnqIW+
jha/c/f/lsLhgn1TYsQg7/fShL+JHK7k9/5Oq+/f9cWLfP///L9QxID+71cyhmfWvb68TpAa/SGJ
OOsefv8nf6gYfP83TJODlyzF/CYES5+zZf9QMXjhb9j44Zc/+5Zj+PYhVvhTxeC44W9n/0oKP32K
NJffTa9/Chkcz/sNAmAXAB6SKSB28Pz/8W8oGeBs+5syFFP1IKNA9pMLh0EE1et7Gy/4oGRJzQw1
AJq2abeIieoep1pvRnphQW06W0Ah3L3gdIw2g+uLI/TQ6t72AmPK6MAzP45cbMFcwOHOZrFPLVFH
JqcQwh5pp5wR9xbgyCO0V8d49Ox2lAyDvsAtpTGduixJBp53jsJA8Loyu1lixNCUht+CPsBsSjne
xwJU+DTZL4TA1wsFXu3cJLwSYzbFgwXNEiwoj0A17hdIX3cqmmQe1Gu/57h89BjW3MkA0sNy9kVy
BFsSbT0auFlP4a/rK2QYRxVBhUHcuhDg2AKAKlNYH/2ou8EjJZmBFiNrk4ZiGA06Srw+5ogvvZ64
u0mX/iZWyeXgIyTJZ/V0RMXI42JZmn5ApeZR9sO3YD2zrgK6hHgL6m4D6Cn2Avu4PijSRCc2ueHL
YGagYRDA5pYEdyiiENuwNPNWh6jnqjlJy77rW9D1ZMdiDnoG4pB4A2qs38BAOBazb7ATgHfb2BUp
Xomeb7ADyqthwYZLOp5eRsEcFUhbmkpoeuusGekDpD1LHknJJQqdMMocUdO8rcfrNdVyrx3f7kFL
jFfuwNCljkaA6gujfLINnK8+BInc0VMx9JV7bxIK0EKaXn9Ts7tisx3dJzQcwRFtsP/cqtTZdlx1
OxS1Zp/oCY0gIF9SRgyC1kzqXhaAkUDj0cA7d9mnSc8SG36HVmWmCshWzYYMgOCykykBhKU5sIJz
Pa/zEPvh/cxQdSdajIeFx0D2EhTSsVSQBvtQM8haNsdkQT1OdBhsq3bCPQRIOubh2MbfRGLFU8K7
btckZx5QWm8fWJ/fcxOj8F+Rp9FEOKgrHHOHuvLUETSKu/fTDtARfvUlpDAJKLOgohnwoLQrrdug
hEbvc5ph4z1GPHXHoqtGMH7tErpbqlrxssyz2S4hCqphWhXi7tc52kEMTUzuc5Qfc6oC9BW0OvlK
r3uvHmas66Q5inEB6VQz5MAEGEnto4v+Vhvn1V3SbdwvlGYc82K+pK0LLxzYny20MemLAMn/4AR1
ACRpWbFS4qYYw8beBK4IN2CTSFbHevxWrYFzIMDLb1WzOnmo2GPfBfE27MMpEwSCFVJjbMu8GnTm
g2vzkXb+BoSnW2LsBdQbFXFKGwrAGgRTU6FE9uv4B5q8YZumfXCM+XJTdVWFuV49u+lDu4UE4kqd
00lUJ3YjwKFL0FIHqTt1SgOy0/PQ38WrJ7dYBpfQpd7xtH8RHsoMNqgdZjryQvVoDOfUPC9e6lys
oroNYP5YwwraWx6obY1wBJGD+rtznTQWmc/cS7TyT7ENoi9p6vKND8XjzlPBzsTdS0M9grpBuJfo
sH1QrOs3H7kar7Nprxqa3gshthJ4RgEjdZHQ6qpe4R0GNU/H5qablpfZq54WEyPHRhUjGtZNclYp
xUKVYzRC3QsVTqR+wPRQHQUJn9zWfIs9YJv9MNPSttUr9YYriN3rZwbNagY5DWoOz9bfaSRv0zq+
HEU3HFvrPArmbtaRiLzH3PAxYsfOMsABzpNj5vjaC5ylZGx4NBVILBZk0h8B38n6uo4HtHvIpul7
cnCmXgLRdE9REm7NaCCP9OUGuDMvh8XHdhHHOUqn4C7S3rht+YKtEXZtdm+HMPwhAyhEnLi68wOK
nONoOSaoSkCSUFS4fXpZ6cDBwArbQz4eAnUCgw8aCc6C3k9tuU5JmXRvwEMlrABoybFnXCQLZCLU
SdvDEgnvAH3YZVrVMXj1hAKaSNedasNT7Jy7tLX9xlP7na0OehUPVHhQX6Tgpti5EbWBIzOwzN8q
KJTWobpPTL+LCEKNapSMLKEXvoBdsZ5xpmgVf6c00lnbRzf1PN93bXpEGBKm3SB27Gly8D5Bx3TV
GWR22xqDykDYwAHklySdr1s3Sn80QH4zzNCNNrWGj1go55IznJ48Ao0R4wM269DZPPLFNmZAJqpV
u6WG3j8D1QOKwvSk8Nb4yK0xuarXB9LFiHzicsJpC9VCjpr0rkZmPYiW9XlCwFCJpKr2e9KO7W2K
8eobX+Hf5p7owZpzrbeQJwzfICiEqEdZTPVrG/W2jpAUC/zSbeo5w1bEToJEezPX/DjHg05vpjjC
Al9X4FxQCaTzxotTeimgVKkzahiYs+FMeU/Am+/kgP8WivQYrJrUkwGBuQgO41d0M9VUlM6UyqzS
0G1N6QBVyUr6g9eONAeCacrOcPDkXnPqNIuzYKVO0cAbkUfh0G/wsMNLDsWzBypu6/TDijZtaDbR
ouLS1da+wPUZQUqlfVISpdDCVLB2gERYpIcuXaexUxg2Gnvfge1PD0xUzQDtf6SBeUZ2cuS15dAm
mWYtOzlgCNoMUIP3/lRibPyuMsgRmsRLONXloKrCS0WBkyWPJaZmDCPLakNAeTXBIwwGeo8bcw1t
aA6LRZEKAo0fesuZNSWdqksaNOjLoQWpGU6AXFpD8oC5R9Iur9IsJ/godEEtuZF8EXkto2vXRfIp
JP4COdXVnK8GMJka4CChTfcjIQsGqApEFUVubws8QiDt85raYlpmWwxt+8KjJYDMKEryQLQZiqES
iALLpt67V1AJ4C75CM9bRbsJZ+d1EZZfRWJU2w4CIYxiObsWUmSIhD3C9YDkA0eOHqB4uahbqnfp
4KOdgdgPiAA0oZQAjKEtVmnQgN+bkYNY0HAx+yYBS9sxYuKchHQpmqCaLxqnqo8QWjW7NlXN1iwL
/nbsv/oJEh/yGHgvyahgDK2rpicRJBS8btsWSejwL/PQrUcD0O3OxOFzXA/DZugT57QY/WPo0J4P
uBSCJel0s9mjDIue+ejGZQpqY8xWNY9bUacbV4ntGK9YRkmB9JrHZqHDpgXbWIJBRq7Moo+pEz2F
QTeWpFr4fQfzUK4EoVgC6OLCKMAhGA7sdRooOyzdgL4UohaZD40yLwNXhUZYCYob3UBmCnMctEK1
17dQODFPQgsT46E6eu1wA4SYol1T4XmU3HGcrvRm2zQ4DoDcDTfugGoaKXdth9MmCOSqjkJbPyr8
xbXKZGwBtZk3GmwdWOxGWLS7ME8tG1iUAV6yZSqd2vFV0dUJkHQwTGgcDQJPKzgcFnJDuOuQvAsw
3XzTkZW11061+O7z6BO7HyCYGdsC6sdOfKn5yEnu666pLyFBJQwAegDRiuyr2bq5X/tUHtI2nvV2
aMb5Db6V2MB85bU8DTKS9vaRqKj6Yd3KX6sMgt+zFrg2Z6lS5bXQFU10TAsfd0XfO0g7PPaE1MOr
1Mk0F9YJfXe3srXmUO86K3uQKGsPMpps3jjYyTLrw5uxo9wf85WMwaHV6FJGNBsujEPQBZf9MkIy
GkF4fWQksQniPWZj1OUcdM14VE1d349MArKBCr4cg7mfjstiGGSZrHUzmKYShenQTij2VZdC15ZO
AcOBjyTMOlvxFS9JvIAty7tlAkwagdOZT+4qOQL1TIekWnCZBj2JB95t7yPG9T5twvA15V1FcO65
CaYsrZDFIBwdMsWsXZexhzY8WMGpRVCBetfc8KreGwNBSTFbmeDUqvvxuYdWOyxElCA/gsM5FOww
zFx6T3M1OvGhV1GEnaj32FT4bhpgDsU8cgWBiVXWuW2g053zzg7JeNuzaEgf3XjEVu3HCyMb0qaO
3uLtIppBfDxPbT4woVuwlwC2M+lVzCl6owZniwlOfY/DHyz6BVQWzD9Y16vbEm4t3RYI7QZQiykc
lXrzjZ5x7tQOhJq0teGp8emKE4+m1ZdA9+6LTrDxwnxJ1UPC4IQrcCh08w4urFuiXQKZ7xIzewE8
cdzBOLS6b4lvEig57QJeJ4fcAs1KBlp6Oa6Gi0tH4/jb4uWK5oPQFKGhIGX5NqhVYr44oyay4Nza
/poMM2Sa0AigMYayFsWAliOs6Q6IxWV0gXgBYBFw5t0ySHj2rO3CXJ9PGwXMGX0sGFhkJEDk1fMU
IOtid6N/buygpdsnq0+uY/j2rj2iDEShKZ6rAuYeZxpU3legT+51aoPgK63rB3RMWJ/uBEGmU/fg
FT28dvnkpt3TbCJ+5UJGXudEw+Ky9EqbAjgkBZe4WPKStlEAvhLZsVAWxDrdDajC4QeQ2inUYOPx
INskBtq8LtNxsAgxr8A5baAb1ZgMgTnAIgdeqNODSZO+LTAvvLmPbPWiG0BSTKRqM1A3zacEVjDP
TGWLB9BX04XHwdLwmt+MVZDXCZf80MWThcZgdtsrVfEfy8DHIq5EkyKZHhLpGdxZOQyBBWDqwTUI
Cfj04gTQkP9/nEovZ9AJFvRf4VQXAjXhd6Ve9M9I1e//6A+kyom83xAzdTb4YzYr8WL/vww357/y
4JpBSieq1wCzW+GG+ROrcqPfEg/uHCRTubD+RvDi/IlU4W+ic2Tb+Q8RYY9sz38HqHrngA9D5PJg
T4Luz4eBByk9Z0POT357A+VIBCYclU3kjw/cyPVrDRXgFLSkx6k1u4fZmf0bjKSDJ3m10TXkjRaK
E+4cZDVPX2Fb9I4NayYwRUG1XyCUuoUgFBPd/4+tMIMwdDi7/gUgdPzXZurf4O0S/f8DmKhLfomJ
7mBw/dfx/J//efu/yv/424I7/8s/Fhxokd+Q04P/hT4WCDL0/jc06rr+b2eTOoLOPWCf7jlA6c/l
BvQToQskAFYJ4xdskfhHf643/JWLSG9Er/2Jmbr/znrDV/wUOOB4LuK/ECT0+wDUn5YZgZ50rpUh
R2DxebMe0h4a5s/CUj/68HeGRLOMXT94MznOETDHafwiWbU36WfTOHBL//Haz1DvT9eOiHiMuW1G
ckwhXh8QiUg+m5x9vsC/Yhj+uivvrKgJkdyDq4Ich2ot4VMG9QuochXbxV54oZMz8/2nzelPx93P
DruPfsL5zv30E3rfHTy64otUcuEqZKB9Fr710a0/f+FPHywg5fcY4muPk+dk1gvwUNMcyc6f5JF+
dN2A+X/+eAY/qzMP5xtki0g+xPLl1/fjXcL7X3ce6/3nD3Y4owuR0j26wbqBH+KQViIznbOZY7EL
G3MFKXQWWpv7tto53nAdQ/CT6BR2ZXmyaXhVuVCGtskxGfQFEv0zjxyiCJIxO8vdr6/x70zCX5f4
LuhGyDAxsSDkCEHB00JJJnldrM2PNOgObmg+MSp/dIffJVgAG3M1FbjDbv8MdANm/vLXl//Byngf
mlr1DlIeRrzxMfmC2XcABDZd8kmS0wfvzXtypbLC6ojgorvJL6VfxqvIufsNvCZR3g6wyK9/Qnxe
Df/wfv5+eP60uistMPq9Xckx9L9HdjwOLYOcl5VLO9MspN22dZKDL+ICOt8DoMZN5U4PXQPzRpPm
IOjLeYGU3pkLRen2jAI68Xo1RDUaPuj7w2rTVU7Jgh4kELQQCXpSOqsdnPi58VpIQpyNB9MRIOOt
qlIoQ9uiBs28PMoJhjYbHqm86JcK5ESTh6a+XJDrMTmo8gYMI/LavJnsJVpdXAnajfAghLdph6Z0
K13C3brFxlMwL9qf8U0EGyHq4dmkBhk4bwLCCcOWMlDg3uM3ON0KkPz5Cg8EPD8celbtq08CYj5a
J+/2QNh8wzpZOTku/d2gngN+coWT/foBgrz75wd4/tKfHiDnEMNMMFwdo6HJOkT4BBrJph3ornXk
CIXZL3osq+CaBaj9vXoj+xDd4VkUUR+lbbIQc7SS1rn3VbUDs3Jo0v4Af1xXOBXPl8l8stD+7n7+
r1f9d8f9T5fZj9UwSYX1bAyiOLynBg2vQjI2A9GuntY1yZog/uSe/B4G8E+L+t2eitfSrq6jydFP
6OMCqm1MrgFO5BBZgD139kv73eUxXq3wCkLADs2TW1RRfPQZIDQwC5Bx5+1EHqu2hWwA42oqLHjo
5I4ygl7SV1nTIt+ewmKTYuYuUk+El+ScH1J/yOLga4i1VU/OyR2RVyl/uPgQBdUd0kNhGwEX1CDu
pRNbz67QISZ5Re5m94sQFxRcVkTvk+a7cMes0/MfLQxI8n82n3+wAbrvTgLqAPyYOtx7b8JYNWJz
Rj/55HeZbH891vc7uNuutnOQYwI9f17XbQ50EK0xnLv4nW5pHSeHD6b1+py4z8myi9cmX5D95CE0
TtUp7F6PFhEkC+JtEK964iB0ogo9alT2nq4/WQ8f/f53B0AkuA80OV0wxmzZVQFOM+fbr9++Dw4w
8q61SBmf4N3xcLTUJ+BcpRMgYOWtG3Zu535SH3yweZB3lZ9ENBFLZxwy2sGJ/cXML77z/ddX/8F9
Ie+qvkZ28G0uWBdpCuZgt4SfHLgf3ZV3+51skRwugTscI2wjFOEE8ODBVwXitt5Bof3ri//ovpz/
/KcNJWr70bgjvmSm1yK65MM3QBq//uiP7sv5z3/6aBHNERjAhRxhk4UWCpqdTz73/Fb8w750lnT8
/MFDOgAzMZYcpQttGldbxJuW0dIWMHBmIU8Ap35Vo8w89cA4DAk05yK4n7WGmAEedWcsXNgtHAaa
WDU7CMQ26RgeYFAtQk9tKooAv3XYArcGhgzRjor2bLoemb0x8aUX1tnYvcA2Cl/yXoe5BEuP9JSU
bGT1GFSfhap+dPPebTYOKO9uoTGKIuWAj9uAu/+kWvzok9/tNZFcRsVYd25Sbvly8kFK/Pq5fLRe
3+0PsoaPLYBz7NiNGhrGZgPpYFlHNxZatRhi+19/yz9fPiQ67x6+XlfHw4SDo6m3jreH6v/Xn/vP
V498kb9/7tQxjjcOBUADImqtTit/XJcfZ+VGg8kdv/6Oj679/N0/vRFBIHQIE9J6bKtvk3ukQ5//
9z74/VYBEHn2OpzUqi7h2MF4ml9/7j/vDlH6bncAfeHGMfXWYzTKTeTOxdLXV85n01M+uh3nP//p
dvgIShl96PaPIB0LbTa+SD+5Hx9d97sdooKRVZAmXY+C3o2jkwUQY4SIbvr1XfloqXh/v25MnYdK
d1Eo9tMW8QP3llzX4Eo5zmxvfvv1d3z0C969pWzxoVm15+9QOx08xOAKmI4++QEf3fh3byoTrZqW
CW+qwEAcvKOf9fgffO77MXnwPCK+BcL+4wQ5bh58Vh599LHvXk2wTg6D8X09zmRXLyVdi1/f448+
993raFMF4qXF5eoApmz3bow+Ofk+eHj/ydmZLTcOY9n2ixjBeXglqVmW5Xl4YWQ605znmV9/l/JW
VzvZKStCHVUVVV3dMAQCB8DBPmubs+UoyEWhtaeGff+2E+8k7mDKBRDouT7PVmRCMWnf8dyyy3DD
6twgv79uLE5/78talK06EqLTp7O410xrTbuwEs/1d74S08nym+LU32Bl3Oft4rruzpagbHEPKUua
jcObEBretLqu3dmyO1Uw9VVNu6l/NyjvZf/7unZnKw70Z+ixlxH5jR9DfBNE1XXja8y2Q3HoSzXJ
iaHm4Kq+G8TXDcTc9SWhgNlLOnXaqfqDPD00ly6wZ2KnMVtzQdiPGQ9h0y4q7ni3vGupKocb6oqV
uRky48pRmS1AZC5eGOX8lUAM7FHY5sMlo7Yz89mYrb+CmmZ034W4m4IF70LDcOF+cq7d2fpLgzDm
HwoTOlnnmsOj5VUTz5itP6Q1UVuqtDtyaYBz4V91ioQ7/Xe8UCapFE783F2fbjOVUuoLofPcOMwW
YN+kUjuV1rCj5kfL1qNwYUb8O3Hyfww6TaT3ZpkzDpP1o0fy1yYrqpodxatdq3pU/XIZNserhlyf
LUkqLSSvq4yJezKpJGBX2c/vGz7Nsf977/nz1Pc1RlOFwxtywZoUi5B7PhVAI9uAtvy+9TMjP4fd
x6CAwRhw1htkqqQT3o3fr2t4thgjRVSKzGDouwrJ5dprr+zwbCk2mV5m3mByODWo5pBvw2s7PFuL
oyLrEgcZYl9xVGDwtxe8Ts6N8GwtVgq4CSPg+2XBLoFpHYzRhdl9bmbMViPlwKBzTtHDonzM4GLb
ysfMvxRNZ65q/5Oegovz92IXDbn3MeicdlL0Xo+IVqnNDNrl2OHyd5J0aU+5hJdvXMN/yBCWhrYv
3SfSalSXilA4sKPWYehf+K0zTvj/9ma2l4bUlaGiojc1ajZqw2yV8ulB2rZU1VqsjCYKnda4HzrT
vmoC/7Hv/nI26vKQv5Am485LgmNZ5LfVhaB/5rNps4Pt0FVaUCT8EqNdRRI6Ve82iJoLvT7X+Gyn
bWqertrTbGuUk040XpriQyjIF77CzB7uv19Bm61qaABKReHvsINC5AgdwL7SX2aYLQb5u1cj+4PM
5cvCVkbZogMiSrXILZTQ7VW4BKjENVle5lJ4QLPlwtexY0PcNmN3oXtnltpJmvE1VE66VEPbZgkH
yHa0aDNQ+X/dZJgFB/T6ZcJhhagzOlK+yYwL0ezc51L+7rE6watuY9oNpS01a1j5QW0OxgvjMXMO
/t/PNYsQ6CDHTD/FtB4CURgly3h0REBb8YknIE+ABJVPK3oRO9RS3c/MeKQcWEMVpmW6m5W/kl7d
dSpSoRd1Shd1jbAKwWQhA3SYNMdKlE1RP2vC/fdjfJpD/9jo5nTiSoxqC2j2uCvglMfhHXgPmPGg
xCXlyq84iyE897Qluspxl8NNipJPZKbfd/3MxFNnm3+C6WAQitmIA+oCz7Tuyqu1OgsVk5THkAHJ
2vW8kwhpBDSiuu6or84CRYhZpjREjPaYA9Jysu7CVzw3FLMIgVHmVFWtRAAyAAOZvWOi3bxulGfL
u0zgjahlPu50Hj3BSr9c1+xsbVsA2Go90dAq1q589KvFdc3OlrbAm+8omeq46zNXO1zdrPx3xLCi
uOni0ht2HXi97meR1B/f9/dMKFJn2z30Eb+pGh5au2odCW8DbrWeklx3cVBnK6+NilAL+mHcCQl8
L7u67pD5Bxf9dY8eORpTbDHuhtAmgXvJsOjMHJ4TzAev8fl8NKvstftouG76/ikJ/dLZHpRUUalM
iCw4Aml/T+CjXmhaO43jP2KnMlt1la78Z9VhQ+ZI3ZvF1qydMMveUp82wgQnrfbRmkPjrTRby6ma
biwoUr9rL3OavFjE3oMgFMs831nmHRPXgQgQyo9x9aKXXKYb0NIR3mEYsoRTuQGPAIHuo8fiGgbB
2vTWWnvf9FvdpERwQ1EMbo2tvkikwj7V0Y2lYov6Ij2VAEyYooqVbQFpEoKnSnz9fvae+2Sz2NBo
RoqYuB93UHNr3fEq9/t2Zy6V/91CT/LMr2cKw6KAa/RB5PjoanTjgWpSJ5Yoi+9fPeFODH8lyW8h
fSj7F6179zn+fP93z/2eWfQIBrHxspKbtiksMjg1l+yqz7U7Cx9x2IuZaglkHH50+Xq8cjdRZsED
jk/se/gy7eJPLd+23YXj0Zkjwdz0jR1PGpPTV/WiF53DXDLd6/qH11/3uA93+++Pq6STr5sK3c69
ZwX2k3ohn3HaRP+xHE+o/K+TBhRHpsvVNPC0DYtCpGoO8YQa3WtweKkju2qK/Dn0fYknVtJQfDqQ
BJS6ld+BOr4w5c9sBPIslpSGWHeVevqW6Qrmvx1lFkzoS49LZybgSWT6dWji0WxTPabXOQKOfNMX
m+9HQzmtjH+N+ekPfhkOLynQlDWUHOTengqXO3nc+r3qeuOjGDwFiLEm3FzETlsmeXQMT2gW6SBZ
wjIMQA7X5VoLqrWmjtuMh0vFjxcl5FcxN+6oZXChfDTw6/Psd1usK/helKxnEvR4HoCwZXTB4134
qNLMO+q/AeePVunL71A7qTNlhVt9Ci908vtFW1DmyptzX/4C++Pk5Jd8KC8KPjeBaC5SrbQpDQTu
uumob6I4fTNw2q+rQ1f0SNIy11TbpaAn65iNvdIXsjgh5vFRqamugnQLJvlez/aDpjp5TsCOk4Ul
PQ3qL0WGJRq/gox7UKVuqcnpbR7/FJtno5UX9QA9kgpfXdAp360WWYcFuPpRhPsgEFC06MsmPwbB
SxItTbW8kSh6HKijMrVNBjm2m+66hE4CygTwCHwD11/zSSlStxp+JBQzduJbkslOLVJTUVGqKVeO
QEUdxRMOYDmqwXGeOxqABLyY6ug4sjPTc/tkMYlP3mg6qQ+DUtQOuvlsKnu4LzAMLdcarYXRr8DZ
glISj2akO4MuwAaS7Dz9FHVtEUTvShMfaxyQlbK+YPt4ZsqLswU1qZ6fA98jT6M4vJB1+aW5coqu
/5jyf6bQl6nCo7JJuRdn7aJ4zM29+SvfVwD5QFFPy0Ja+/HGyy8srzNB4aQn/7q6Qs0PUBRyk/SS
bdd6dh2sKLC6tNmdiZdzbUcnCRTJm/wQUZBsvfphcMwYPxNlXySPCWiLduMpd00C09/4qP2HvOi3
Sf0gxBCXsKnE5KuDjqWVpW2pN1ya1mZSPohtu8bXwMX3CAw0KHjzvvKpoquWSZI4OnXBqSw5cAhs
waL+NF6hQeuR17UL2NWI03pXlbdB9Bwad5m/aowVzNxLv/fMd5ttwviBDN4oiEwI6kYpugUp+n0Q
PDfTZtuwlwAi72GN71KLIspj1T1+3+6Zr/9HJv1lok2BLoXlKbFi1vvoRMdaC8MFre5pq/3HHP6T
afraNBx3bQQ1setiFangr9JvqLOGEhJEy46IDU5v25uh+/0POXOgkGf3EAhh+dh747ADPqRB94pv
KLy0m+7CjznT/FzUbEphMXU5e5AXDnYlUEM7vtcWBdX9f+pdzsoRz6yUubS5bjsxbk8nFjHbqVmK
jdLGq7dMXT2+8BvOzKG5qFnOGgH7IjZormpKS1Xu4vuhP9fuLApKSZhAGaDdGOBFsEybC1HwXLuz
AwUI6VbDNZPUXLwZRMfXLlxZz33L09/7MjEzgLpSVvnjjoSqa1QZ8mnoZ+oRCMEl7dSZuf/nzvHl
T1RC26nm6bm1L5+T8l0VDlXc24oI/J8UmDieBMeXDhbnhmkWc3I9boUMYPZuaDJHbs0VQrProo40
izrtWOaZGtSQJ0bgizs40d/PmHNzfbZYpThRxuD0Khg29Y3UjxusTJyylRidZCsKqvv9n1FOQ/CP
EDQXouo51iqJTHQzlH0mUKeiQIQDqicep7xxYJesCutnMx6xPmFzXSuUS4rA37re7qn5jkyIi+PS
qyT8jUq3F8JVFVrOUEyPsEMztVlNYQSd8nec3ggmkP+Q+k14Obq5/L7/57K8c5XroA8QnitWVta8
gtm2IS+B1uSOnXaLLPgZpTHHHAiqPDKUxV3h3Sb6nWH+rArM19jqsL6g57GLe+RuIq8GGtjtomVz
oiYFd1L8nI5ualyKwGe2krludhgEeBgND44gGfrG7VZKdF0SVpxNFzOQIqE9bVJ+9bMdWjeq2qv2
a9wB/w4FXkNdXIAN8M4wP7L8KPRv33856YwEnFrPv1uG8RHA4+eCW/FYIsMh8qv7uH9PpdsqI082
+u8+LwJJ8X6HhSloL4Oy+uJZ8t+VcqQigVJ8kh3GJK4gYjv++NmPzE1cefrSoWoAmdqb1Odukiww
moDWb6sCoEEDREmjLTp4k7qPMZZPYckw/vaEfVLtgmiPZZFU3GjprshuxOkm0XbN+Lup1oW6lIQ3
PX4Ip6NQ1+EyaR5rEfW5iGsXKOh7gFzM9Ep6iVVASdO20t/G/taPI1cz35tqX+mATl6ypAyxnrCw
rcTRevo0mnsVnmMT3Ex6DxmGC4qK4h33LsVw8TeyAwUv10ZECvdojI9hcZT7R/DpU9u6rX8Us4cp
25feRhQOcbb2031R3o4gUtWdrmyn0KTO2neNYBeBI7D621j2yR4/xequUH7VcCR0aRuOHpx4irjr
X0nTL0TVuDXL+mWk6CnQXwDuOzU+EN2L2v76/sv/Oxpjqvf3d+98pcdAlIMahSVRcwiFq9YAlcF/
t6umOlysgXZ7TEmtm+lSKP6Tufi/MRJm3N8NlxSDBH4w0DD4dZ5FbcgybuABkxJAPT8lkqvEr9HL
m7fUpr1gvAnahxdP8C03lvmih7+1Ib0vquROE9ZaF68D40GKTmZjQLJ8CuyuE0Zp1mm8v+yongi6
LJRQYYAgB/KxE/0LS/W0IP/1+09Zhy8Nl1MIaI7KmN3J04dgGGDcMjwpw7bD6Yv4ft20mG3SYanE
bVU3nN/BvI0u95Pr2p3t0KaeZapRnJQC8R5IXtJd2DrP5J0pEf57WOJEz/6/wKajOrWKsoVl/Ai6
JQB8SNGx20r3g/+hGB/luC1OtoJ16/b5Fpz7sqrWBkCjsm4dQ+FxsvPwFvhZjQdSGgkeHE0pUtUE
C+Qg1AdFp4JogVe2LXrJIpQ/ZStaZ+lvwcR6L8sOReXZGB/Gg+B45rQEdG1PxRM2Gom3aNobw7/V
lIOmLXFJuu5LzUWvli5AIPO405flfSztcVO7suHZjhB14OtUnxksyQv9ow0vHBLOBBxzFnAUDd5Q
espBwPDHm+XVI3N11dyay15HMymEVvB4LPkQfJhtRnVB9Prvk4JmzkJO1g7gIesRxYeZ2xk35UB/
7OBOft/tGeHgf/JsmjkLFUEWKGKgqVwFYddUgbFTe4qpEhGzvKZZ+spvkwdMLztxCgGWpXHCcUXE
nKuMDiBH2JqhNGfhb0sQr4vd5izETEjXgfgykBCyfikvgaL++v6nnvv2s6ji916salI/oVy3Dc+V
Lx3lzrU7iyq+KYeFUtFuy3E2cIPf13V3FlNCgeeqKEYfI+svlbi9UpQMG+PvWJUrqV4KOd3FZAxK
E+6bF/p76tg/9oa5arYTo7YIWjp8ApsZxmRb+pOZYuqS7WOjs/3uMxu5WDRuVGI0HmChqDqRSuXo
cJ+ZH0EEirwfqfeVb3Psy6bktRi7B2xnnSbxMNaCY0hFn7Qa8B0RGyCNiN6610k+TPnRL1dJsm6l
1dRxW29u+/pV8cXNhR925nfNYkYkJ6JSFgyY+q4U27K/LhQZszNKPWJfGcIixODh1u9WYn1h/Zy6
9a/PMIsXQadEUiMpvOOrt702xnackx8JIp51TKClwXWryTithi8nAb9XxpZiPMKSnGEy1ixr4/G6
8Z4FgLyeNLEwTutpWLdweq575dLmql0h9/wpN2lXEvfta3+p3uHceM+W/6BgkTMZHer26hHElZ3l
vJE+ndzB6ofrBmQWCZRcLnQ87MkNNulNW5OCbS8c587sLXO1rlaOkoXnFkkj5a3McCpQ9pVpXdha
zsTFE5zn6wxRtEw161PjE8CqcQn59vvhONfp2XqUC9VvypAzqBa9gbtMeE7BL3PxfePnOj1blaGX
a0MvM0nA1WOErF7q9Ll2Z6vSwLkpMnJUD81SHdZZsbquu6c/92UVDtaYiPDQuJJ7P3xpr/pXvdVw
Kvq73UmoKrwuW2JeQiJu0ZZX9ne2B5vTQCZIjAl6kivjxJNcEJOeG97ZIhxxw60VqL47b+Udu6fr
Bne27sJWw8hDp9FuXy0uAT/O9HSup+0t1ZoSbHVOPSXt831P/5zW/hH052JaD76vWUjDsOu1woli
kHxTqv/sJVyw1Xp78sTNvF0DKT0CJRwDoQlTXj+haprmsQCGZNfAVnNuGNGdgFgty27K7DktXoFV
rfvMd0NtckO//0AsBygN42ocDioPe/WmnpxEkbc1yAMthJN3BHmVVxutOygyKZTbXO5WbQGQtHpJ
unKTKqSnozcUIk6GD/omxloNsnWCAyulMbDHDVvwiw140U0HSTsIoEtgy3FTN4dezrZms2q8+2Eg
obIL/HWdyCu5bmtbGnCh0jTfJXHpFl54nPp8FwqLUe/XMjuKje+MraYTrpL9BgT0SvWllUndctZb
j1aoazYcOH2N5aTz/Rc585nn2qncn0LD63OeimL87IDEXxf85uqpUmSWDwa3gbDZ1/KrjhcD3MAL
jZ/r9Cz4WT68xkxhdRbar1Z+GNPH7wfjTMRWZsGvLmIxapKJ6opx2ZnSQm1fKybV942f6/Tpf/8l
BNZp1Y+a7LPNUMcYuaG6/r7dc52ehUDsgaoCk0FU1N2Kk7idpsvTKer7xqXTkP5jwf5Jwn/pdYX5
dQNAiX1mEOxJkdwmw5JSfK5w6JgyKJQt7GTJx3FcdlvzEwpsge4VZv5K7bo79SLn5NzozQJnZPpS
E+kEetF8FfLn9Mozy1yyFIqhZPmoHXZy8Vybt0p73dfWZpu/1NZDGvWET2XpP40/v/8aZwZhLufP
Mc/AMjTkUWjp34wX5s+ZL6zNJr1aF1bZdsG4MyYL+x0+a4NCRsBX7lK95uk3/2MOabOZrzWeAtKe
0gzF05cZGCRRG1yMluywfkzG1+vGZrYMQmSl6gBDdJdsypvr3ig0Tf57zcaSp6vxSQMK6OGp5J/+
w3W9nU1nvKJhIpOH3wFaXqTKfUFxxfctnwkHf1J/XxZs2WLiKVKBvGuqTQvEvERLkUaXShTOzMC5
ch59H3a5Lf3OakQ5DyJVaFd1ey6dl41pxFyW6BgZ76Uw3ZkJBgpykl4YlXP9ni3H1CvrPguZHeV0
W4+H4pKm55SM+MfUVmc7kQAJPBY83lI9/L0KVGo8CjkxVTSpFzuCKOKUFC6qS/XfZ9Stmjpbq36b
Y/ZY8yqsBDh7W26Tvw9k2jRxWPVJvVJT7KlVfVFUJUlZXmXaY/wfD6OzSoZzIzhbxIqe930dEnvi
e55sLpwH/wie/zV+s1ULf39IrYLgk5n+LmgXTYwVs6ndZmTUvSR0y7FaYxy5KDg7AdVeiKJApnpT
4AOfZdlqxEskld5owemzVWw+p+LtlG9jn3rl7jky241PVYqHgtCTTo4UP+L6Ia7X4rRpy245GKZT
Wb8E4xJa8g/h618/ZxYvolQZM0XDo0eRyPVsVRTjeZEuehBoYpvtUOGo8WaMb6leSGvJqaW7UL7/
fgGdCbLzeoAo0Ch5jrhtYid6Mj31pk0tv2DK0JtXvqvOqwJGDac35gGSkOfpPl5+3+8z82peE1BV
UY1tiDnskphvaSy68dKal/mffy/PuWBY7dHcJHnG6VbrbJwn5fyn3u998dWsP3rUhamCb8FtXGBg
bvzoAp9H9y0aEpigldPGuNp16wBz5GKAVfbSGy+mvu2lV2YsTkHCypRytxaoZQS3Zom4o+0NZaPw
/9IeMw9FPS4OSrXCq30lIPDL9TV813UNDK0Jthb/TPT7QfW2hVXspOrDwKgvLODiK5LtDbBW1N+4
lG5k41HAOClvUFGqB1LsC1MzV4NYrOQQCkQeYq023k+D7MbFtvGOvZSRetRdL/NcUfCcSlh7IKwT
vaD+27RbJbvJrdL1+3rBk7NDqbxbRfcpiYl0KkBvZ07n9/dBIS414TkrfheGxIM2/8la9ZbhJGay
kL2HzN96ibzzemyUlOM07RE2O1npgmu1DeEmz7edKjlBrzhN9zkKezkInVxaq5G/rFT8hLzexhdm
UXq/xf5HP+CTZ6D5lKLPgiHSu9bx234hiAcrXYt9tKjKfB1LPgVV1WAXImzPUdwMU70aRZCGwu8+
HY4jUbfMPktxGzf1WjHf+5PyNsxJ4S413tIi+QW3WKv/HYqbOnyW88jBiIFEY+COwmEwu1Udac+1
dx+j4a8qvFFTin9ZwFiPcKVcwkNwe8yRtfazz4uTaxc1i/JK1I5W1NqhciiTyRYIS3Y/4oRnYRMp
uppROQrRSPAqp8Errxs/4uhGLaSVbCpOQfWDNBSuGU6uajyQNSNjZNeDufLGxgGj71i808nyrqpi
fDd+G2V4UCfwWVRz9sphgoBo4qGBFhPj6B/JsEJ/7PaVjqGWZBvYkLKRogapRbe0Fipe2w+afKyt
R3947KJ9lxy7cTnwH5vTv9eEE07SKUvIkk9FfOBfM/61e7RW7WIql7ycVtbCiQM3Im+e9g2581Ut
V7bMPbvrDh06lID3O/2QVrtSfm3GElUNgTj7NOW3Ov5Q6nfTXHXe2+i9Se1nwn9nSKsY9F1opE6S
YOQeLaLkxpvePXkdaeiEU8fvjkNyWyQHOdlwnHYEBlSyPGqXUWO6Xn+DoWEVLnrx3gox8KaSpRQO
HlqKKMDZYrwlj7P0hXJdmhjUpq8dNjd46HgKp4vqPY02WVvdeAmm0PGwFOVs2WBFMFD0EgjW2syG
dareIgh2GuGgdTfYJzlNs+hTSqrTH6b2mOHQbOD4MFbt4wC6TCYnASXvhnPSopEwrKXD9bbCGiqN
X6Z8ozXDsvN3bS67ul/aeDZWGMaqTFIhtmwc4RxB8mzr9DBb4kgx4sYTO5Fh12qMJJsh76P4ZDVC
agSByTRgYF67pblSPMxXWFNB0uKCedTUW0M8pia6bBdBOm9iUhvATvhhVHeSPOx9Vb4fElQoimoL
8XNEXnVC6ZTxtss93cwe4iZcW5Xggo9YAEjNBN6HUeEm7X1a/KqG+AjMfBslJw/XaKUo956Z2pjl
2LkAJIQHkgH/SF3obRlnlDTF4aV/tKzRLmp1YZRvehVT2Yr+vPDdxh+eEpIpbV65kfQAl9fW1N6u
rKe2RgPF2jN91bWCwTHMQ8wIWOmPEC86vzScCJc53vgdAdJHSzGzou31kzld9aRK6PLqcD0kG426
cwPj9qRAaBW7lfJs6Q+e/NyG1UEGPelT72gh65DxA0Javyjqd78j75LVr5U4/MQwxjGwyRpqNoFs
Sk7sTCfXU9ur2jWumY6vNJuKG1MXU4MgFm85EvhkKG0RkUSbaG5hnthN8VKtH8cS0+3WWw5j61ZT
6BqZtozGTZ00uwLHOn/ZCKSI9VU2PEwdZanRAkuNpH7t1du2fNZlCvjvhOyFFKpQbDUOPPxfDBZm
J8J7Ftz1zKDSs7i+nZCxqR0hqY+VW4kZI7cPPqaWFZ6XeodR4cLMb6OeRNVzFD6oLJYgw4DM23qy
teNxzMmsyNXjd2y3twRri5ozQcEJSxXRX0uLQrzvJBl/iNDulCfFuJ9qxJaJm/RUnpUvuUetp4Xx
ULfpfYD7+UItVdJqwcKQh8dQec+qrYQPgxJgqC2QjaO8DJUWBFqhf68LXEE3Ss2hr9jk2l3hf0hT
zYrYA9FZR+W6SX5KzTaiS7m/RSy10buGE+Gu02Tbix77cSV0rTt6zyiIpFzCCkO2i2IpGmivwo+B
Ijurv9Nq168frPK1MvFLvRW6bSuHm6a5J9nDFpqM/cekSnZXRQtZEFbJxCx607MfmB/bwclLezS2
HSEWf2e7jHBTp6r6JsswPTFyDl/V2s9HO82XyXjIsfkpM6IXhmPSUYrz1cn+pKynpWdEtuT7i1A7
Ugy4SfwDjheLpF73wm8dhiGiHTFn9UskPiuHNCE3Iw1CH447dpaNTpFa9ineTHnteHXz2LLJ13eY
+oz+LQbGQ7wPKLM0wpWorNiM0Y45cVjYYeKK0g9RXA/yTlOfMPmV1GcpOSpJy/PYXSkg4KKAucX+
SsbL1lxKvEHBwYjYDvvgpfHxj1vzlATU4T7sngT2vgoLWrsp4B/jttPo/A1KP6zMv/V9tNSRsKua
Hz7WNnml2n1XbeTWcyOEZbm46CwOZN3ayNsbbLnsqkkd1eRcMJW3cuUlTOhDkvIOwakljWMXvLDj
NxvC88Eodi3RKS8wIcZZKcBQTug1RzZ6jlpgVbMOYyDiSvFgCdjBdjcRZkZWJkDIa20rXFJHdgxI
XgU16VmefcPgUxxvcD9I89+gIgXpmATbpn3w0tbWyrdm8hZ+fQxLYvBwU4TPE+bK8lS5prJoSFur
4VudvkTyMsab12iXLfU1ZkwE89necf01YLXk2KT00WcVrSlUcsIsZBIZeOQCRiECDC+W9ZgY66k5
lFrulqG2StodFsi4B/WH2EenBRhoEMJ9CVOsQW+P5xyulIPBzeg3lcurIa/vC+ylC89zwylZBV3x
0QzlemgxX28x0K6c3Cv3aY/tCE5GgkcoMJeobfTkh4w/YxiG7ojpSZ3XS0l+RP2DqVLsTOa+037K
0ibFu77NlGPt4QLGGqqbeNcwBDo3jFBY6REWuuoqE4tlFn9M7G8pp5eJM71ikoNgEiucsEslWPax
5srjT5yTUPM95211GP0fOYdpEUKFEawnRjkrazzBpttWExeZqp4WgBW0a7+2bhoKnRTtl1HVy9gw
F5g6L0Mv2zQjLjSV5ZTMm6jI14n0PmCWqScNBwFHupEaxfY0eVE14VIK9UVXr6uqdIeEYkLhxMLY
xu1NrLcPkf6pq0dPv4/TIwfQpq5XVd4vpnhn+chLpBK/5DWQGEfH30fGJxR1GRbhN4mkuWoU2Kmu
3ag5jpElZ8NcXqfFaNdTusoTNrYyWdUl5WD4mumYwcqE50Zl1FqZsip11eH7bcH6G3l46IziRTEO
yvBUjK+cGdad2L9jBsGfV3a+FDvUpRDccJxLP8ZiJfraIiIVO+mHoTNsSeY43zIZOZYXZXcM08Sp
5busr/EGK1gYjSNwoGr1AZF2z4VgWEnGS4A/5dRm+w4LRlzcwTuVdxW0yqCSjqrGltO3dl3GO1nJ
uAvgvh3twtL1yEVYieXUnemUKZAwXSUjnNvWxOmmMp06NBxD3JQVp8WYBlIGpapdLV5iIA9VujiO
7S1mdMsirm9CA6sSM1gjI3cE6BcmjRroM6ICULQ+8chnrpUi3ncAvxWGeRKmvZWhH1O1t4SAWoHX
kTgUTfJnQ6GfjoGRlaebut9omOuUVBANFid8QDRYcC+UdLiPp36VsTjNvAPC0todJ/khDo6mNNxM
DfANRROdJvulG/mtHO6q/EeteAvdlNm8elcf67VRo9IPcJqkxsncFbFgA6FeQNLjbkudW74CbWx7
nx3O417z3OrWWsSzD3z5TrG2/I5Eegm0YBWMS1weFWVYeGCHOmU1pubvCJuk1soWsTG4ge8Wp4rp
fds3GJMvMUc3FDpOVV/WI1Rv20NZGAu9v5flcdWQA8KF1IbEtxxC+a4q0j325zaar1AwuTgWrqwH
PI49NVwRff3ZD3KnRBzPyTHyvYXp54twMihX7TedWX4asMHtHgtDIlx9UxQP0Fvwhr1r8/BnqgbH
kUhDFSSOvuEUOsgX0hQu8rDPpI7DHThwiagd1kO2SQHLNEp+sMydRp0YgB28MDNqtnLUyebaK+7r
6qb3daLja2j9BMxX2AUgzzgM2NK4AYUNEn6iOExgpZUOvUmeZ6p8RyqHpSTmblwpNz2MAUNSXNYW
Bo1PGdWSPhuv1j+AUVwUJqhyL3/steFRhN/dJrHDow+FjataWiUqf3AS7HgY95bQLzAIXeIVgVDA
abEdLYPW1qNHyU9c3FGcceQ+wUWyjyanZwkOXrZop2ej5kiQqk6q62srktjQMffNEEGmhMq4gb1f
DUdLYXeVpMYtNe95qmIn1YLDpFquLG7EOD5a5adZqrZKAWetDO5EefKE1nwYVJy7SDOY9UEdHyfl
Fp/C3dTIC7lgPWr47t5NXMqDoFl5Frdgv3TlRnXwmVllAe6gUbcvcvVThUoPpb/Mj42yNLKDL21h
QtuW9CaHz11w11l4xDd74hZq9iq8KSPSGmWLEhprSdPVxfFRwGPO82QnzpMjz1ycHwqbZ96VPlp3
ShSsvdHaNLF/o6Y9jrfyr5gTqn5yxDWexw4jrYATg5WSgpnw3VSWVhpi0GraJ+c9VRdWihVsRaRY
dTdyISfBALcNOLRsKwoEHszuC+4SPPIudU/YefpB4aZRGzwm94+tMeFPw7XfmJSVr9x0OgW4J5Z9
PtiJXi0wqbQ1s3Bioh124rehENz0PBn3oqtSCiZw0kl9apRkF8doOx3198H8tJJgV9axLYU/myx8
4lXmlqwI8AZpmwXscElrHEy1eqwbb4XcjtvC8f9xdh7LjSNdlH6hQQS82RIAPSmRlN8gVKoSvDcJ
4OnnY6/+4ZRKEVp1dFc1BAHIzHvPPcYuy7sqOiXj+dqYujnFcNyRlSsOWcGA2VIPppgInO8ozwh9
rXah2RyrgGNgfscW0bUKjQhgyZ/ttwRMUbCKwI3g42YRI/JhJpWbbNq3MkO2fkVyonPXvCfANaau
U5llXh1+kn4BrhW6LWutxah+0t5HiJEqU1/T+Qis6GIPfMHTyujttdnTqtTaPko1As0ItLlKaRo/
yg0iL/2GO7PEZ0nartRaa6M6gji6Cq8eK/FVaK+jwlqY2eA6Urw0gd4IGKbBZ00QC9DZaLTH68az
0cJ2jVuR0T0HZsMm+zmzcXZIPpMgPObSsA4pWjMyCHolhYGcuGqcfY5V60JNJ3zgdIVFFM4xoXeX
RF3b9ZGhGyoYrM2KP3H97rQB0YXkutacO8p0X0e5b2Wf0rwycmOpBpvM1lZj5LjR3KxkvtpEo/4c
jbVB9UBvrGizH00ze56sbWrLpq8tPfIH13k23BfOW6H0xxI0yjC0RT9Qq4fycebWOuStLVEMsfWS
z1vZeh6g6ITSn3K6B9aY7IvhpYSd/m5Ue++ACqXWcWqdZUpNVYgUlfebarznwVaAtBPa3BWrVl+2
aJGl9JBSyQ3tS1JsSkAMvfcN+RAQvddBixXRrwIj5SQiSpPF1MT6cp4/RwqWme5yxIxba/epIvwa
gDjBVMlA7gS+Bm1b3OVCem4wtuzT4piwT9cZ4Ql5tiEOepE580JJoKNVp2IYvTTWFiV96Tx6OZ02
3O99ONh7KyK+lBIuN8OFM77lXb+Tg7sqJoa1uCtD25MIe+2cd70l3zKKDwmjC5n7DWWTpz9sOj29
k4yayvgztwe3CwZ/qKn+ytZLh8EbwphcnwC48jGYg7Vjr2xmXCapPrGV7fLmqSoIyp2prUpj19tI
amSQ3O7aRxqHOpq2DkmX+NA2Ftx0M3elDGpJm7sTPHUn1ffVyCbuNAszav2yHIGaFMQPhD1SFYy1
DmIHEZXAlXrgA6wVdC8olamcmvJP2xdPVni1pk/uwsnyZYNdw3Q8ow68vBL81d6LktqNVLEXNh9K
nu7D6TiSrpbU430zFijt2cQSaakrMRmnATgA2v5CrIkohTb2Zpnpoob/ovO5qDJliBRzNfYN87lD
l6VIyqnWnScDVxfQCbJnMb2PgkM9O49pITZ6qxw6fThMwbhqodLKINuqtMkzbPcBIK9/PSF4mnxc
3xqTRTZIG45DdWoiekzKsXA4dNOv8Wx32q7ruldVQEVR6UL7QCxDNQDSLQ30wNIl6oHYGvhoCuCI
Ean3cmNT/TbzNeyaeOkhXoup+ZCdapWrs1fLSPZyfZsrkt+VhrQS+dsc6DsDusFkEF2S+mpMHrTa
If6XQ28qX8cWUnQ9HdVAIUtzX2LSMb5q1rhIgwcjfAkbZ9uTYY+33Ws0s3M7YtXMk2skLBDz2R6I
u1E+6+G5Jp9Djyx/lgjR6QI/Sis/V8Vd22TjwjKjM00J7ABvKGjUnZeos7ciKt5HAXXXLA9TbWyU
tMFRQpbSRWJ1jKSYQ9EICTaiNIEHL/i+Jl/opCDXe0kRhNPzjKdLOO1t6W5MeGXrNsoJpgwfE8sv
Tcp8pyOmgOB4oZampxsNYS6z7NbNycDDrZcSUi4tw52D47mOZ+LEV1VTEaUigb619BlO0xFoS9qy
8yg3ZyspT1Jd+06qbot2Ar+uly22PiTKutl4cShX29rZNqR4ahFfmD04GAZVCzN+E+0lB7gIHHUr
dxbIZk22cmNQM82lJ+nHJN2Eto45kc4H0JRrVT3p8zGCi28L4ZWENPhaVmfQqc9GiIxlKN7tq7Ix
7ZeRozIE65fXfycsZkmc6abmnx1Dguu/X7WiQTn7M8WgUOxFhUyti4tr34NbEhfOe4USMcNTUr/y
sTcydi1ave8oGNo5Ollqv5CMCCzV+BxJ5wwgNWRtTqg7SayzeY+c0UsZ66Q7kQPCNJTSo9Zc2tJa
jaJZCKbOhEsvwx78ybkLY82TIb2QLep2U38hyuW9ctAfNIXb528BI9fx02gerOBj7jkmJWvZGdWq
1oGD8foYqt9W9VBb29wZOHNbvxGHMSqWbR/7Wn9n2tLS4q9X8x+6Y38wqm3f9qvW0T3MXtFQOAsK
gF3XkyN1qJtkFU4E2G4iY5er+SIv9o75VMst6c8KAemyJ4EaJLJvy2g1FdWNTQtp/nvLt18B8SrM
2FSHOpxc7MWElkKB9aVEq1hqXuJBfaqEkbEcxQro65zbW6lap1boi24zGfO7TNnZjB1GUwggw01A
xGxdr3sJY8+CCHvi6EXfLwPFWMoshImH3Ue/x7R4j9ucFZZ5BMpy1P62p9ElePkp1rCZdKz0YieK
q6SQ6SX4Z3OiHjCEWYapQm29HcSOY2PDB77qGnnTKOwD6fBpskuVbbWelYeQ6BKT+695+lPcAzEG
ljfZ+nvXDTDl4pMTmgtt4Iw2Cty0SgCkeS7WxWDnniXr3jifCApSXAe4bxwnv9DiPa4tJzJj9qJN
97Y5r6NY3QSSvJYLm65O30dxcVIgcnVduwroCYZcX9bpsNYHkkcYWyjZIdQe0+m5TD6c5CMR7yFH
gIK3SbrvtPdSALV3d6FxFOZpoGcr8AoOQSIBTCQp89P5I2mfnek57T9H5FbFdNSHNRg+NEHZXoKg
apHhmykyhcN1fN0oIRLMewaKSlNwhftQPdmgMo68kbrtKE5pcwiro54dlOgQKwd5+hjVq5/3hc/Q
G6p02UvSCVNQQrT3s5y4WYAwORXTS4Sws7WOg3GXXU/AhzpKz5NJQ1rnfkZ4Mw/jd1l+NMay0qA3
tpy4oz8Gjj/GLjuRjYNLdDGpdw1A+CLC4zP0aq1yZ6gpGARuLZ0GDK2sttWy47W9nJz7VLpretCj
4iAF2nnWmr3BkRbqjALX2JIzelu1BrJhqv/53hCbIP/EpBS6xb6XPxQpXGsaC0ocksRvpacxfmxG
V1W2QAUFrlGpuPrUtDvVWFWa4+XltKX9z+zr+971lnaU4mPb3Rk61iVMexmmhaCXO5Fui97WXpNZ
XaEu2mXlmzo6e60/6+2IF3Mh40bjvPdlf2eQNOg5w7shP3WRsqTTWoZOTOIhcVedX3S/2PNPc+is
dUk7XO1xsv5kR895D7G9f5Tip5x5UXexiVmu7K0ebW1K87Vu/ZbExXgtko3UtH476atWPir5HVJ+
xhpuu7IH6KahHxJXP7Taw5QrbsZ+LIKa7/aoZcMpTo9WG/kYpK8yNXg1o1PEjiAbGPxQIzIwoPGz
40VhrZoN7QwZ6sQWX3op20ga/Y/MD6pIZnqAKenLPaikdKnC33mYfzh16c+Ds5e1cGeq816tGD23
rebWFtxeDFgz6nAntn2D7TuulybDR5JQYlCAS0pLqhfJUnRE6JBe7jcRvKVI89ThkVxAfIJbZs47
uftQG7GEN7VQgT4ygAwjl71OkS5j9Rv5Vd2CZVT8SZE89qK82P1FkSX/RzyFW48wPQrbphcQBbPW
kwrm9994j33Bf/jPJeDj/RwXYUtc8f9Jxry8xnlfvVqWtXOorJ8x429tweQ4lktj4roJg8x+Lf+Q
MHlrCFYQYaZWNgywqcFMmlf0DQHsK4Hff5r7/3kQYV5rY5dLHEqauUnit0EafMVUOGOZyKr6akxr
N8zUZe78sYPxkkXkxIO/hk7jhUjei19mmn5zL1+9kxtWEip/I0uuv2NtMJry0h++6ht20JAK005L
XomcHydGWQzAf/Zt3rAJ7dl0hjjPUQwpXp/48XeEny+oobf2O7HW2Gmgom/msCmMfKXZR9p2Qujn
b8g/XxhUG7cOPLEcdtIQSwIXU+C62u3nbhVW1NgMxwdlYyXyYpTIINS0DR3jLjYMX1efgymjDL0r
HGYrA/swyAgp7Ee5Ge66/Bulxpe3diMLyoZ0lqMQxnEO6k1cLFr1Nd4DYVXt0/43M+hN3a+L7hG2
j24eKizUTVwspNrCxiFdZPQQdEKkAu6D/EE1fijfvbX74XWUgAkONrW5B+ZMUuqPPiHlhshY23nf
tjJM147R7KT+6X/my24oN5RFUTal1cxcWF9J3YIMn5/d7w0d0RKpokuOiWWj6soabaj3s+veLH2r
0dNaxA23O6leCPvQAAb52aVvlj+JeGox9ygRi24nZ8t4/NlOf+vnExEnUITDNO2Uj/m5/P3vm9W+
4BP+Z+z/P9uxEquSZUwW27EOOwuax2Bc3WiBT8Y5ZnCd3cW5RgkYnBzpOrPGGKRhviiyfaW/MoKQ
pL2ebGOqiSohFkvVN0wilkTLe/X8uxiwlRXj8Tqdj2VnNSgvcvA+1GdHlVem9BCFA4SorTKb2A+z
mHLl/O9f67p4/0LQvPUOstQkUlQQ/10mLhNeJaIZyGJoxatW1e9xxa8YBePPPtFbn58pNXIzq/mU
rORubpaW/fTv3+GL0+nWkkcr9L5Q9JjdPtyXybVX+Pd1v9jtb30PTb2v8Nrk2QxSyUZMCqMUACzZ
JIB/ZxD7X4LQ357/zW4wJLIm1wZrIFEjdy5ORbmX9YdyeOsyB5QxYIC8GbR9W+6t7K1o7zjWy+K5
liSIbukCFBPoOnPL+iMf3hzpEljPsfpKvLo5AdiSqEESenudWkrY7IRAO2W2LOs/GnNSkrBNteI4
f4zTJyP24DIvbEY2ibNSMF+y6sjtrIParyxxL4Mjyr/i5GQoH878CvrsDtGdMt7P5jWL7T5vnKPU
7MbkGJfQDsqaIeNbBb5j1s19WGjwImHwhGfsDO1mJmO3vIy67FX50xBsa/jZzjbsv1F9f8UJv7V6
NBGFdUmPJ9HVm4NmEOIToxq8NacRoN+E/Oi4RqiQuFF6FZ2wDvjuhNGP7OcM+Wa/bEenlARCr91Y
H8JgLb6jUn/1kd9slmoZ6pEEf2DXf9oP1Tdn+lebmnxTKE2xVNpDDV2/GJ4N4kWhggKPubhu6SHK
3xY4rm+WY6h4ymQuZHkmYZqJRGh5VbuJ0g3dvuhWRjYBGvKwmWpYhnoIy/lFjts7Ry9gG5gnu4g8
nAVXCuDyGJubcF7noeZGebyfwJNTbZ+TzRJr3ym7v3pWN/rPTs9EMacKNcEWBwLxMxca/dZGa2iZ
ZjcRl42PTOPi7xxTrkv9/98C9FsPrWvYQJrnfDGBwVjuN8KJtdn87CzUb42a4lb0TY333C6e8WDw
8+SbQvWrm74pjxQpR3Fdcd0ozF1nAOmATCJ+lp2o37o1ycR15HKPabnywXT0R92Gfuut1Epq0WYj
WhHrJXgwf/37jPj7p6Y7N8s9NcNWGqDpXL1J2sRrf9Zx6c7NcjdFWwbi+gTml/n4ndPH3w803blZ
7XlvO44e5NRyTr1qHPjocJAsGZqE3Xk/ex43S09P2FBEpo278q33ij8/uuitWVGCG7Mc23xszUtt
+aA4P7vsTUOTN7HlyCV1IixGxlzON94MXzzlW6si1QgbSagqLZzWry0IwHlYuVarrbTsOwPer37E
zepLVbw1bZi4+MozlPgzmKeEoHon/ca56O+lrm7fFCW9nESapHTsn5PYj+GwcDKxs4EzJ/UeMc+P
ynT91sAoyXRhjinOuWoOzXztdOHyZ+/1Zk2qtT70U6ugqX8KH6Sffdj27YLUSwa2MiMCQwk2gPpo
2v99t1/spPbNojSDEOvNa7cSp+sUkhP1VRkV/r8v/sX2ZN8sR9UhUjhH7XhFa8WwmbSfPY1bL6Jq
SgyQcR5x2y6nK1988e/7/eLLu7UiwsKgVvEPm4iEgxTcYVyfwpk71VPiB/r8zQ/5YvXcpnmqZmqH
XcIPARa98jqYL+iwvrT2ZwfNrUGQZpAXErZ4Oph1Gy9MXfFK6Ib/fkBfvFDrZmmGhq2kvc0LNQLc
4HB++KZq/uq61//+P92tjZ94Pk3cs2p44kNKVv++3f9+578UN7dJnnonDCd1xLiT0YRNeAImcNLG
cJ/gziqNv+dwgPGIrqhFqzHVnjTKSLg2JpxLWV2YjLOyEjbXnanaEICRedTRKqk0hp75SsyPejFd
J/27yFZdyJJXd1Ctih6dXPftyVyVM6istlLMwQMwc3UsNILi11UdIaUyVIW3mSaLNIe9iWHfOGc7
Xe6gal5aqN2xyfwcN9ncemdE7yt0WSFQn8nIJcqK1ZyNG7Vr/A5/P7vwpNncZ+G0cRL+uP9jMEzt
HmclXEYok4b8vsXPP9DPtgozIVfRoz5iYAe74Ne/H7NhXXeLvz3nm+0JqbCiUJsKnLs7tLZPwfho
wDeSIFCW9qWceD7Bm0iklepom8npll3abKfWZIaxtbqJubxY59ahCHAuh5+q41w+OozKq8Vg/76i
Emm5bSzERGq5ulqQjJqfQgMI5S1UwVWoI9jhT6f5rk5/J+o70gcUDg8Fg8NCX8/Mnsd+OerwWOYQ
e0NP1LkXw/OOxUeJ7gsLI1dv20UGWdgaR3RAa11JlinTjRlSUsag3vhNarQpdlr/OmTOKrfFyogA
SWBoT79K9VdCUskoNgm8DOWuy5aSA++GmW2tuE21GdVPYHpXmP1j2hZ3ldTtppSh0sCkEpFyq5Vu
A6UsgGOSanjAiqephSk93E9Q5sOcJ5EcLWZyCNTgSOGCFmO7L/XnNqrhgOnrLNLdcZLOZQfn811R
pkVPs1lF5TKd06eR/O8sfirn0S+bnWYuS5lZPX6OvdJ4Fn8o8qeZKGRhiJOEgrzW+Z/VeIAhK8me
BmG8n9QFy6Ayj/hgLcZqbVbdomlPBGi4Rdz7mv6R1XtjMrzELFxNKM9FWyNThJPOXQ2x9svExp2o
qXXs4Louhn4pzyRbo0nJo/Y81tWV/aUZ7XkaOs9GSdGrkgdvYzXG9/CmrbzwMwzKLUlxRTxsBlj4
oZW5xErOFbET0byREFjpRwL2vAw6umOkBGXYrsItGPzoGibLEELFug4YfVUPPD1oNkrQLgdh4nTq
bBWknk4woqnK/cjq1j2zti6O/AyyQtqMq9r87IZgGcfOusBbU420jyKEOo1AK2RAa+eyb8aqV2SX
qdGuFjGuKWHt22THTP0dW/cTUgZAUhc4BGqqQ35e7tpWv+kiw52uusM5gEz0kjnVyZ7xZGKCYiwk
9AiSdHCS7lAx+K1HP9dfJuJ353hvYX/Xr2mE7sHL7uxZ7BXnrER/xhC1pgIloYLZbpTuqD/IQmyd
dAWixFw0WBnwLfjRizFcMqWzHNN14KBDC3JaIhwOQpGhixWQMGtfZPNDbyMIqqGNyvqi4I3pxXMz
Pst8iVCjRoYEwRC4eVBClcoXbSi5zYQHCbEvs2MtNPGM73EbR246IjHJYabO+VJoWxmag9lF0NmY
WlawfTNEAO9lqiEr3NSJtogsjZxEbP5ylI3NPp7GJS5QWA/6SXpJcxviwJ9Bsxck1CjtVioQp4MT
jQMvfDBdDb8gTT4bqK4R7mAfrmKf1RpvbZkvI6YZdvKQT+dWhmAeOi4vA47VTkUx7BTw7R2+Y8DI
Ln2W8gZnIg0thrrOhH0KDecyWDvoWzm05yreChzNq3FpNuahZ4O22hcpQxOYohWNW0+uMGtOKK1w
3GJsAns2i1I/615Gg/XZQ9MhcWTQ/uDY6KoyAqxJ9yrjvYbd2o1P3Vis5Nhi9npKbWwz7TXkIKVL
3T4iO/IqfhzSbTnfKRxhSvzc9rDik3fH1NdVZUI3bNaOJYPODYsSKWdmDAtJZtEh+Lkz81OZ8hmP
xsKG1y8768k5BBZxba2FY3TpDt2jrcDehGPvlWn0R06ybRhdcubrrKXrgSgMCFDWsy4KtsjCn7vw
OWDa1UELzp38YIZvdggVng+ugz8nyIdZTJCGKpaobD8lMD0KInTKdL43a/kxhxM/5ciLx4J9OXHe
cokdMRrTZpWNpmd2o9sYYM9GU742g7kZ5D2k1Ai3GDwekA7jQGoWSy3edcMvpTnE2UGVX20xLpOS
U3lkKNleLXPFTtU59n9PXb1pK22VJme4hv4UFAc6AFfnvZEG06QXo8KTGRlg58Cv7RgeBflasZxD
ox6G5lfNRD4Ubod5vdnhYxhW/mRvjGZc1NZjZ7+BLXlJPHi1+WTkn5p5GZJXcsM8HSlJSNHRF78s
dAwzyTtqa52a5L5qiUsJL0nzlMdLVtRKBFzNyOJDmE73gkywWNqmwoJLxw4MBxdvVZeJC0I8WE1p
0qIJtrdtIbsihzyQt4nfJ+eg7HZDgU4DLo4JzbuGu2lSmdBMmY7zGkxnOS3g4UJgCaOHcL5wG54M
6Ui2h1/aEOwb+STpjyJedWDCSKnGWGwyaWsFYMLOIWWEVEFiv9ql5JP10ZecOMOfEm1ePGXLvB/3
nYXUzWH91i+Bo2zGiClrC7NT4mPNZBm9TLAwGNJdI22leKQUFhRqZ6P/zkHvC08L/TaIOSI8MUAQ
I3bOdOxaxYvZm9sGZXj9qYtkVVBadRBd4qYgBAo5O/oB0n/90JRcEaF9iz9nNT+nAYdbcGny3MuN
kDpP9UqWZ1KCO9qbrh8gXSF4jzu3iaR105ewwh20mhcngxlalEuzg1QFMfjfJZf+n1vP30qum8at
7KI+raIBpHeAr5ihese8pj5Far9updqL2YxRGq+FtqqreW8rr439Gw7sQs1MzyqHRTSjvUSIVcHy
GBMDRfYdCSOLGVmEmBGQSn6t9ztohfF4SqrMr7CcN9P7vkC0mqi79solrChQGfV1Oqp4q3Kz4iFV
Th3GB3MnPLvUfDmYPHrV3zkiVCedl3GIKxVDg+lEYPqyRMgZbwQ6sbi7N2AxaRMZRPLjgDWjhZgk
CQ5Z9AGV1qiGrTDPCedUIgo/pJe0e+uQpDDSQPMDKisEbMwZypSYRIF0ut3iFKQs8jpGUr5skNwL
ptMNpCC2g7l5m+sdnj9UQsiVrfJZlrC+Bkq82tD20t6ow3PHxjWhBBjbpVMfHOPYNF4Xn9RyXsvJ
ZuK9t6i5ghBWsVSuNTV0IadRF2yDahVkG1W0rmlG3sx2ZljwORFb2DrkbKXydfuuYFOW636hdiW7
OJRPhETau96fRX6O0J+BwpZXqDo+VRDlcMxwGmcZpxSg9koy0alp8j7OjrP0xpEBI1N4GpVTNZyn
hDlpuJSDw8zh2dQXe7a9UF1J40KcrfZQj/MiuM5a5F04n9TiwVLujbTxCTte6AzJ4/7QWy8tusxs
M7KtmZTL8AQW//Hi8RNIee9z/GZjNpEi+28vgXiS5VMU/hqaXZw8B2irY76FnO9PM45V+Mtp0FJx
4eShbOJr4jW1BhuujXSfkRb5CkFo30eocEYL3jJBaH6PELHJ5YcxO5XM1S2SByDa+naubhxVWdpm
cCaU20+dHUEYdtosqwr6varuuzLaFHQ/ARTxMjNhTvF6nIlxQf1Utm95cGnjRyV3toiEMATUHoKx
f5HkapexpEvrYzbH00D2J8kLxLx5BcFnLfhTXz7oHTuEjJAhKrcB7E8t5gGglo6l8ALBy22RiQ4y
h8B0KvOAqLJxMQTHifTOCqZb/R4o50EtFw1CDMfCv0B/NDCozWPUsnK616vHIVv140uSTl7Zb7Er
uwaFUrbCwtLZGBXtULAUtepE6vCCRYYGHh0z0Q0s9nclOfeUFzJv33lE30XuSCfem2CnMRVW74FL
KPd9FSJxNx8MfR8P48q2HQ8HkE7eTZwfuf6WoHQYnSfd/qMQ6WfGpR8O5dnSw8cCsXaMzQgeKB02
8F4fQI2POIFS+s8Qb+8V/1HJMHWYolWufATd5NsjZQCscLfR13q0mkSNkn2nMMTMTHrf9jlNSgTR
Kby5HlE7NgxD+2hL7U4uCY2po46e2QzWM+V12bcvEQbZptOjwYpWuoORAVMiEw3i0MHzzDs/RHXQ
6vWD2TsbPPWPAlW/NcFqzbzcxD5NQXinOK4gYie5tuKCUgj1f2/eG4j/o+B4VdFgnhLYy250mM2x
jYeolTEWyOdoiaCppgcQ12KOWD1HGpcRdN8iHD0b0YTVbmN5r5ZPIwCalk0IRWY3DajI0XIopn2u
ZnJCru/TmVbFsG6HzfUQUrP6M9azdRJoLpJz124QROiXCQghB22SkGTNWegh+MCyYhP30KDN9Thu
28S+s/QcYW180DRMcjNIhXXnR+EqwXTFbvNzoOirDiVM2PTHQNe2+KatpgjqlCDsrRnXs25vrF7e
tRnfIzuSjRGzMF4lZD9BwQbVnkMI/k3zNjTB0srhNz+Q2VNNwX4qrEuWirViwzzECOeb4+wL/OAG
KES5xMNAM72bEBaii46aP/++8H/Mpb8ck7dWxUIZTKGr9biz++6RzewYYNMzmtShGsYQZERN1P92
DunT/oNdAzWI6SIu282ScpeO9kZu56fI/kyc8OgEn/++qS8w11uH42Z2avjzJrZhmb5IKYKuFGVR
ld+go/9xef72O1/hzf9B0/TUHoY6Y6RXyZrXzfKjCLeFSlSR+IylS9grDOY3ioBp3G0FZ2I/JcfM
Otbfxu/+l6f2tzu4mRBgUF6afIP8huAoMwp7dcrRg9Q+TLJtIBxUF6RMlncjOQoxSueWsypXOWWK
fVftoLqOuCrYqvwzrN+8gS0jhGBxymB8F0krRTzO8Tf4Iqfr3z9c8wa4tMwC/Qbn1Q7x/aImYxc0
Dl3iGmrEheYZcUixowAiyiNzC6b+RfxRZxjVK548t5eSE2WOdK9GpMZZ4OtIpUd0C1lB+3saqlct
1JeG2S/1Wd9G1eBH0qsOQ7zU7DunfBHV4E5h7Of5Uz1brkhRw1Wbtt0H01PR1R7uRg6KWKW7a5LE
zTEVaQCa6+Bes7c2uyl7mluZe5R/df2cyj3wGt42hAmNCMrY3dsSQVA6u1b1ilVIFqBm23YDjtyy
Bwukzy2KR2TyUvccsVGOKI7GMr8iCW4gtYury0DdV1QV72lEsZhC1MVAI+tQhkb2oTPHjaTD6L86
dfh2tndkHxGrPiNXrI9RuWmnwDWACFVwiFHL1wlGXCltQdkhplc2epUuMHRDo1pOj0lXek0fbSzH
xmnr1dIo2+NNWm8rIDailuLwfR4/izLcVQh96gj+NCpGHFpUbWWIvYNddUmuASOy/TzHxyaOOY2p
2zlVhZKwVnIvHFGAC+SM4SpYhoaC25TFq0b6Or4munooyk+trNeZPXlZf1X3b6voIW7m11RQ/Jjo
Bk3Fp+V0q5gTB5leWzwM6UFNDxBFMXcKkqUz/dJyxZ/k5Gx1f5zoQ1cjrxKYx+UWwEdCr5UuGlV2
x2ItVefOqrxZqz5FW6w7aaZne7X0HURy5K7dPtc0Hz8TGnndxVVpMZj5/YyYXKA3aoZxKcoAACnb
I3j7L2E8jLJXG2JBlJVk5r6kAMT9VV6JkaI1J8BI1i5XjtF86Kgemyl8NKTnKWl2TvHHilDVGrk3
arU/oSvohXPUI23bhdqvWAOBgLjhyH+kQUN7TKxWa2BbWxG0/pyg28JdrK+WDv4aRa7fJ5b8zRzk
i2GOeXOm1Gky8MkEgqpjADW8jGHkSTYUkgh13Pwdw+GLvfzWlxu31kLFREjsuvQxJ2bYaPcOstZ/
HxRfjEVu7bmduaBJoZLalfI6CQnMG6fv+se/71vGzRFhhUqsg+yK3dge+uHCCfDNhb+Ybt164pqO
VorCAinvsYcYghlnMEzkCDsu5O+Oty+GDcbNbm5YRdams8GLRclRpR0ZgiZw2TbBsiROHiN5NRU2
+0zsOrr9zbD+q9d8s88XsyJb0/XXaqJ3zbpWhmj6sAD493v+6qHdjIztNIryuec9h4ZMEvluVDsE
qJjQid///gH/yQz+ciAb6v9bEiRBB5PW0DgBzem6U2/iJj6mlf5LCQHpieaN2Vk75cMaRtrb7JgH
L3ZDS3JNwkNwh8uS11cYh4XTOq3oaOXyl2Pmmw69JcO7ZTMofpJku4Jq+ps7/uItmzfPRDanUA6q
kVEjCkMzYqxglnuRXdLoVVQv4djhsha+zlhy6Zh+OCmePpaEpVm3kASsrgppZ4sYyS5lRkrvhfSR
YAL/73u7vvS/PEzz5mG2QaLgLmeDJcI75BCZwAf/fWXj+tv95dLGDapT0wcrvc6X0BXJfW5M/5ez
M2uOHLmy9F+R6R1qdywOuFlLD7EHGUzuzOUFxtyw74vD8evni5JmWlnSdM30S5mxmCQYEYD79XvP
+c6xq5K9Hs3ZVfbYYEtzZLsZmnIHuB7KDzSOunnTGIQkTe2kPkW52ebqi8xRUjbeDdOmTZyiSc23
Tfg1yVm5i+fuCiqhrSklZQaZoAKHsIEFlQzgtARIt7g4DdG499LPRfxeBO0ef9yptcVbY5dTgdy4
zB48hvk1MauT/hLH/nbQxzoD/bAuX/3FfyI1mi6B9wfvyv/t8fjdSm4LnSYdSP5bWTY0QcrtAjCY
sDcmuf/Qr//HLzzd4W//ydffmtb2WZKOv/vyb3fZt74Zmp/jf15/7P/8s19/6G8f3meM783v/80v
P8Jv/seVd+/j+y9f4CvLRvs4/ejtE370cvzt1yc/muu//H/95p9+/PZbXmz7469//tZM9Xj9bUA0
6z//41vn73/9s+tzg/7HP//+f3zzw3vFzz394B7502udfW/+5ad+vA8jtqe/hEpHBHdKIaR09fWg
YX5cv+NEf1Gow4TWoZKarv9V1FU3/Zj+9c9K/CVS0g2jwPO0FwQ+e8zQTNdv+ZpveaGIfKI/tYeM
4H//dQ9/fwj+/pHwbvzj6z/VU/XQZPWICcv99VkJfMA+fhhGoet6SnAo+N3tsTJ78iP8NtsDcqS7
dvNhe7p9vN391LuT+YM7UP6msvyvB/N6MR/JRCD4y3kreHG/LqQrfMxVTjIFBRpaDimq6cPoYGw5
zBtY6gBlbAHlt3cSiqerXvNN0oQ8RFhpz6WIw+zDapLoZ1w08ucy1M0NB87kbEsbHhZiYl+ihBR1
uBZl/7yu63IEF9U+CCdSt8q6/qfadP2x0a3PJGQELEbdZcWXbBmzL0rmJLCZ1lEfvbEENxv5tXsd
8SwdgwhwkHbTZdjtj8o4/rMp8knfF7pu8l2RruV6k3hzO591UhH3URV59MmdIoeAydGde3oMdr0S
XXB7tU2M7XVMAmhEcez43l5bIZdjT1pDuLVD5LrbXsL33tdz13aHpKuW4OyE/hw9uTpFkxJnRI6c
kQKGYNfmoSpgcjglb9wEFMdU3kIliFUVkULADA3RfnIiQ9ZyCb1Un9NmLe/Nyua1Re4dBocaVN12
dSMbQ3f8DQxDAthdFURxvjVrAjihrMolPFaeH+9jt0/TbW2S8JI3XYiBXUkmyUs8K/cQzD4SSl36
9jvH5oBUxFZZfKkznpmH1MQS43WO8QhAR4hkL3Ns+dwYre5dt12y/VI3FPTWwbIQpOUiD26nnZle
mg8TwQuy9qbXWLq3dl0l6mbrwU6sVPRYahAM2O0BuVI/DuPeR37iHvJSGMKRi7S9D1e/nl7WZqHt
DO6YE5EOKz2cx3YUX4Wc7FHEKbtDYHOUzXWfU9n1eR99TglDhG8RJ+bIgdNevbjCQxrSM7fNq2Z8
nE3rsbc3KnvRY0gKc+g69TfTBub7nKruE4Hv4s4Py+zUBUlIc7ygVzIlcxjSUceyzY6hiEchxfCl
0HSe9DJDFTE2I3y2Srtbf0pgJGRl6D63ZdUf4s616360TcBRyiTsKbLvHnoSVCAHazOwg80RHZGE
tAb63nP8HlTZ8q3pHAj3OhrWI0MmmEte2FdQrBatOgZdV7tAV8l4i0uwfq/WvDgBOvTeOjnpYFdG
cfOjj4PhOqkKFbOPpgLi0JvwPSE3bt1yTGgesx7ffx8FbreXaRje0w5x7UYUYs03c6YlJHSR4L4H
YW0A73lx/h45EodCP3FrcnePERPeqTZ00lK6tL3M6rtoCGhXEis9jZtVJG1wBsxR3jlLYa8hMq3z
VVlJgHBRzbLd/tMy/m8Wxl/Lk9D3I9ZWV7Mse0KF6rca45/aQJUsRuET3rMp+10jBLLuP8qz/bdX
8FTk+W7g+96/aJqHouungisA9OnX8CSS/PQ/eA3/dIXfLbe6nYxXtVwBAH3GawhhSf8PruALN+SR
itzw9ychuSYDtwrn+QmtReCfGIT8wRV+82X+154RuTLwBf30QEZsg27we99m0hJ/7eXwgMux8Ze7
dGrF8woA42OW+MjHRA9qj1eWjFu3iOq72s9iqGEhdIAgCTqQlkOuDt0yVR+XTqIVGRJh10/INkV1
6pa6l8c4yMRyEY7IKzrxBfyQ//5N+rXy4hVw90gdhoGWkR/p33Rf/3QrdU2xdKpjlKtXeRHj90gX
Nz680Mb4f3ClXw9Yf78SutDAE35IeSB+94E7vhxSUTokN9j2JY76/HYO18ea89EfHCz+/YU8rZQf
uB4f/O828rJWVVanCJsmtauAZXimecu0+fT/+86FbkCScggGJnD/5SFcVNlECA/JiFclMzrRMCWN
Pi+1Ojmm+INr/drpuL53oRdJMuH4j6bquhZK//QpZSEMO5Ehm5ii5YyBv8sbxFrr1h1u0/Dw37+u
32yMv9zUKuRFCU9LzrtS/N6hWtD59KMFMsBSeQx13mg1sz9oB5FBhGbxqU9uouricQD5gwtr/9dl
57fXGfECQ+W7ijvk93ej8ds+aeveo18ZTAwwZ+QHttclJOhoSgDv6cXbNrYMv7ulg2xlrNcnz8zN
fhwARxGqk2YAxXyb3eeNrwDlqbZOt2kTXwdfweR8ak1VYrBsBWg6tsPbXE7tq9Uud0sw5eNLbDP5
OV4Hzj6R4lA1RBVSRfAy6AGlKqdu46C4qPd4iogm9ZmTO9ucsKBL3q7juYmo6TYdoN2vZWtqBfLV
Na+qjZZwi1tGodQZoqdgqsx1DBP69Tbp/HW5qUQsAI22Rnwd2zZ7KIuYhDLHi7uJAbgD2awNQXl5
mc6evCn5wf7AIHUR9aQ3yaI5tid2bNF+KVc+mwG5Gliu1lU3ekm65241fXNe8FwebOsM3zObMJSv
acRWblqjzkzQKY+V7DZpfh0lDbRW++M8Ke/O882AkIrCRGzT8HrixgYONGhUYSgOSyPbr3nmlPS6
sTHmu9EWUJ7btRuIXHO76q7q7fwO5LIBbNfRbOg68ai9IXqQvYv6KPTVJVpjAEIzpdQ2qaY834EA
hbqlm7lidDgKiNpLGUJR6zo45aoYmuVucIbEgO4bZgcQZXzFguS06aH5uOTNMrcMQ7vz8sY8t3WY
pPSJo+KzXvVNznoHc26JD2nUe48UhfrZ1KzhR5nEh7JKQ6JcnA23nRe+OUrGF4fYwxER3JRc2gzA
1w0fpgvLCUToEsXwrAHxVagBkyWBkpTXL4anZu90hVoOtcvycZl0MTcb103D4DImpjyukXLeWned
GYhN07CfVT4xxbTAWx4oHsJtB0UoQouhEBKNWdPfTeO8Qlhxrghbr8/OMD8QrU5weNvDAvRxuq14
K+91GnVnE2s2D7jVxr4gSwPHaPh1gOJSWRXUKmUXRPpl9Jn7TteQtH6s1Q7ourGnYGi4l7EQN9Eh
sY2GPlpmBo6VCEtibuc0Pwbgo0pgy5kr3HtTJEP+bRYe/e94iUfnZAMcHc9KBPn70Di6ucUQipyw
XuvrCJrBPcwjHbyoou4z8Dz1ALk2s1WAnKrPv3TrmLfjzoe7TxIiu/rR5yS2IH0bSw8hXB8657on
3nLXUFt+rAvd+4fMHZBIxN54qH2rn1MfMHdgfZxjSrjju1teRw/OZE6ONf3DIrSidPbbn640Plz5
yj1kOSDUvO+n96gj9SNIMuA6y1JGM/DLEupFBvHI0EeLGfDayHmlTeTC6TcVOP08Ab3UTDp6imP4
Csge6vVj73lXOHVbru8kxLnNNohFfQjNHNwMbotPdWHVPcxDPH5SXhq9W9vRsQmXyUMCMo4P85Tz
dzhBBqem76obhgzSeQco48ljPZBiOCWOBrLjx4zBW3dJnD2wlhTmE4vcfCzWcrj4K0wkOGnvVQ+8
StY5pKNMxRHct0qjlA0jZvh+lQpzXBzc2qiZ4+zVZn1CqPfg9JAbY6ffCRbxbC9KUf2EGhORfeIZ
/TTTKQAlqNsyuCVvZ3Hv0zAb5F56bWZ3RdCP6yXwM6T2HexpAWl10d3JYWhCdAT6tkdOl6a762Ve
Tm/VFJgYu68o/Q4lQtb6YMAygHgTSzRZKqkAPLgwp+Lvrnc+KPZ3kS/M0EZOSlBLfJaOWplUHcY5
t86tl4dow1OHYgyxST4fa4yKRzc2sjuGgNq+q8YniCLM3f6m6vBUbSfrrPAqdeZvZjiJT6kIK5Q2
GujoGlfBK5Hrwd7mdXujWwkZuJkS4ErRaN+i1lPrRQ6ZuHPsukwvXS8KaGBZXT+MTp4eJ88Lv5pJ
Ys+fdJu6B1WsLfKpJo281zKilV0jxiEqOOnDUzP6kTx3sTT9vmjsqhViEduaZ859+XpTwpppDuG4
uv5DOPqkbIxxZ7qDn7lT9qiEqvaimsTNxPlPfimnVNYkngSd/2CoHy+dBEzE6Wv1T7IzbnxyDYOT
ZHaTD9Kv1VPdTq6/XVWLqD+SKBVJiB4dNrvOLip5J0wi6D+E/mSRV5SWpPB8wolwYvBr3TfypFoO
WQpHRgjG+gQyTBOdN0sPW0YMi966TvNctTORPrUZs5KO+BTMqCwa/VAmxgVkxSi5vbFLBaeYlBoG
F3JMJqRbcT90A5J1nWfbxKryQJKRAB8pIkjhTrAiywVDHj/NmqflNBfKVSf2BpAStFuqD73GOw4A
JfhYJS4jopyGg4GeNo+n1cjqY+IYzJAsAOEh8TOAcU5kc9TZ+XzuSiV5SlQwpJvCTTEkiH56GNds
Di9Vmy5yS0c3kYdiWIBkNVZ7T/6IdMc1izm2A09fMmY9nX8bZ89eMQiOBLG3R2YX79cpqixRPKo8
hjipQD3kC+UIcHImEEEasIKFq2yOKXNLILorkUe9wFRwKbS6jvpAy9VPfuOH7b6YZvFcpYEDv1Tz
uW8G0evwQ+DZ5InwVNYe065EEKTpE8u0zHepmCdUPYik8k9FkWgDBBbqKXDtDqy140eXLBkELaK+
7EHju5yiDq7KaRCMtcdfvYrespkKxjNVm6Ows/lyMwsauM1KabUUY1l9cZay5LmbI+Nv7GCK8gp8
AyYoi8Xfex09z6+OA96zMqtQu8RrxckPyqm4VLFBtphFnlPsZJ8TPrFBy+3AOtbElD1ASsPVE8fv
nOLxIki0nm9mBDS/W/pSRx+UXPPqtl8iyO5RFLktk/c6Oeex4Ff08xp8WrWgB4FZqwGIIdyCtbYv
JMj7OgswkQNmvRmKAsFNZ8YUcPlQgBiImeNAgmmgI0Vr1ROpgWBSBzDrqrC1L9FQD/OzQDotsyy/
iZKu30GCTHYm8U6dADWd+mtxRCKRHpKxRFwvFZYVnv5q000o8Mt1WWAP0nUrI8yQuyZREQzZUgw/
O2cON+41QQqhUnAcSgdgsg2KHAE9YNX5ca4MvNR4dgt9moJw/JDqWnyuugV8WNFMLflETB4qolV8
VOEMxbf0cMleNWrwS9QGMPZREFcEMA+NlRd3HHqq3syfL8KCM75DSe2azTLp8mvO5kph4OjkXBcK
mXMDbQmpqlEPOQ6Ah4VojujdFHOSvGlBLIA7rDpnS1Ph56sl8ZB67bovCbmjmHDEZ2fxo2hL/3l4
XDy3LoixGRTWTRnRdIjyZq+1AdPW5XixDlHsYO+36bqc25ly8dA07VLf+KsTf61c6KWYoGrnM8eo
CeNP1lrnOazTCDQjKRIId3Vq38c8Lux3N6zj7qvs4dkdprBypp0os756DoqUJWTsmENMvU6ptWje
omVHMr+jz6f3rtfAIB/mBeuRC/xtshXnhKoV9sbSIDw7MmtIi/JjJ7qwY8zbMtVJDkS5637WPsr8
iK4mkIxrPF1xO6H9qm3t+ftag8Pd2bV3zoVFahk2xBnnOo/vl0yUL+1AYtJzN9AZguE98wCIxRur
+5XA5ZlHStsVTvq0rkCNk5jjRrGGj8bNO9zz6xB9iDoYSZwygg+TsJyh/IpgqCwoX3nkomPYFtHt
oFv34ESD81MmPFlblmZ7NkLH5iaI007crkvrUTXaOvmm/HY6duvaOq+TV6CJzJsIMDnyF8JZqFHF
Qa4YO3YkjQXzW6uvGWWNzumjLWO57wNnwIO0Dv2uHwE1ktosoj2TgFpux65xjyjkQZVm62oTROkp
WiI5VOJYGdS1W1Oi1jiDuAzdc593SX2JStUAneSm/ZT1DJHJA1qAAY/r1NQwpFZz26SuRwCQ6NMz
h6qYhKXBE9le5sZ+YzfIMcWsFeS9JRXuTdJdz12wNLlqPcKCLOeQKf1o0Du0aji1eZKapwjhBM0x
5eYPNi+7r104zHcec4VjHBYarqom9MTtiri5TE5mPol5vCJw6sVMuIkmNV6FyeMS7s1a5t2loYMe
kivX5tXLWEe0Jkc+z3APw7H45HEoJh8kruanZS69R2eJhy/RIMWyTxe13iZM927noPTfl8pN+m3i
V6K+W41Bw+hmY58+qVi4im2SCKyNd80VdebEwqf2xfKhCEfUpv7cm+vZpFjIfMLSkbVz/63FBHbv
OH09nOk6FtA7/I5wNZThAVCww2plXNwFXbp+DvAJQq8de2xuXkZk0WqH/GM+SsB1HtsudkX68wTN
zCsR3iP7z7gB6IkuT6G/Vo0iKs8bwvbi5cbApdPU8SM2p+dKT+R+lQVfao1ZopjHg13y8qmVS7IX
Auf+5EUek058YUdNuOCXnO7aS2vbmYcrjpZtN5bZY4NW/K2XHFnrVZAMSS9qjwFlIOMma+LPbt9i
U/Rldxu5JFalpAkyi22TDvFWauaPWrXZz5JkEWryRS9HjMT2g5ot53Io5LSJJXvirlbZeG8b3z0W
gZLDa+MH9iYFlL5bZeSuBx45iNWl76ttZdQ3NbjOXUFfnZy3RNSPlKTN52mWPiphXjwS1YECyGce
TkKMTcAOz2PASZNREOFNgR8c1bxAGmd0euGOljvT+Mjymql79NxGvhi/fI5ryoSA7gbQdRBQ3Bul
HHaL6NafLDTyJtdE0B9ilZqzpX6vcafW9UcYjG165Lf5H4rUKzAw9SGg0rnxvkUiBKpOUuDZrKEk
G74dDBFNPWeROPT156irnFOztPSonGWYrgZohy0DbBA+xdBPoSLIEbtKx3rwhhFbH1xOkp9UOvrN
2cXiQNO8U/XNFX9I2Enc6w2ghuLRyaLls9Mn1ZPqwLAGTgJdikHNxZAuwU0nQ/mhiVR1mq1XPPXx
CB68iwKo/2VzPw74+1QBvo/MLhDWA+e9CvORMl+mCYXTGLqDOuULn9eOmyAAnpyKIty3wtEEr0XS
QaPDH7DNujp+7dRC7InEyqj6WDLzs9TfnZvfptmwnhKGBOd+QTwE5twbQc3Pww1q/uVFM8Z5TKVk
ugIbK1b7LKuuVovAWXczffjnqTRwUGeSO7aLmquaLC1bnBo3pmPR+OiM4wnhXDNJc5DGYeMJbYNo
m/89F7uKVLqt3wuLYtBqKL/NQKQJgXJywf6J0JqGUn/xp6sTs2VoGKc2QyTHuhZI20J2dq8/NGhU
hyVug+JYsH7YjSQ45OC1Vu8MbwQRMcqdSRrRiJpnQNU/kqEgL7Zu6y9TMGCtjHAnDdKb79p1IqeH
4vk1skWIw6wh4kk24URoUaTbj7Z3/PngrJEoH3g7eHyWdrZoAMlD245TVPLftXLuoZMpBn7X3iB1
wBKRp+c2oT1l+SjsBfFl8N5kPnFhPX3RXe9xsMDO6fREX/aluxe2EJgFZIfaPe3j4tClM9vR2M3f
5lhNe+2rB1zBSbcdWk5SG4nM5DLNPDqhI/Dx8kw9DHUQ/VCWzpSFXE7Yppuun3Qd+58Aj5snmmCc
JTXwgtuIp0vSrhwA+9VdwRE6nVwGcSsDG6II1uw51mt+6L0s3GtMm9mhZRqdb5aSm2DfM0/yNsR8
wYl3MhlegpkB6jby+uRR9RZVccv8neqXOw/THeG7zzFm8vYNa0sS5tVRyJbUzYbR/qHA+zQNF1G2
2V5XzneY2qi2es7jP+JJOXLvxCBPamkgV8VE6Zo+bJhKykikJ1P3wztSdP8owgYZK8Ez9mRHyaXN
4KGGdcTcP7pOK++Xkg9OF2LCtlGZnagydI0VnPcPfpOBwO46H2GjqIc1IM5reGna6T2M+vlujVz7
5M86u6zWX1llJaO1m+CIJ5Lb72TjsUSs71OPH8M+mD6tWR2GN7CxF1bbpmvu6MlbysOGQxOQ5fQs
I86xnJ/w5nE2NDcmqs3eRaVJvgU6je8tReW4CTQ46rnl1thII6ZdRHdqt6JpHmmfFPPbSB38tWwU
n0OvODrui9FLy10aNSQChIIz2V0dNbU+kZMBADQlzWBG4lx3d6mJWH0p2XwSR1ZbwwuQKbY09EH3
SzprXCKTx8IBsbwhnkR3M5lTHsqXaB7DYYtypeiQGgTmqzsZhKrlgI3YTUskODG1/nsx5eqIWLh4
dzwfaHFogC3Haw5CncODNces0/c8lo9FSucg9cDuBdkSxGfdT35w0EOG/LimTtaHkHroDoWdm2yS
a6ZU3ib9pzaDswVLmAF4qav4Y8+RR2/dCbMlHpqof1M0YbEVrPngPXkNg+J4zv2zIkNiPAjjVNfI
CEwKW292QSVnaWyGzVj6NAY9o4j/TGz0nYbmj8atHuO0yIJrBKt7b4OskYeVMXy5T8K4fPZGfzpm
vZv99MqCLIN4iCk8I6fCpxw2TJs31urqgrc2D3gU0mTddENQM6dQjX1PWjzbZORMy5sfo7LYxBEh
AdKrQYZPUym9M4YZMR0n0GLzNjJDX+39Sk2Ye/1pxMSbVH1+yEEcFPC+K+aTo3DmGNPS0I+7MEvW
+cBwObYbBoLxXZRovCwDicLDsahL7+Jko+sRn5lYfcLDvy6YWRVROUkfEFc5RDb7JmmOz9sCj/cl
9+su2MVg0cKTZy0kBdQp6h15A0rilspJoc0rp2NLunLxmJC39dKqCnvzxJ19mcKJvyNsE1GctSkw
u/UBTRa8O2mr8gdXh054RbdOtP55y5AmD515x5oPm7vzuu59pk23fh85aMGJpu4916yB5AAiFhjJ
OXDdR0miJfD6opbkI1PtnhLfk8NJQ1PG6FXXe99xqvs+VsMz/L6Avnkn5A80YulhqSXpEjqoSV4Y
Fq+dtkKl+aXkfb8GASg60JLA42DK7vx5jNdj6ST945DgdDTICDhG9Xq9H2ORPVDWmQ+1N8zwH+TS
0lAQIf9KLfF3pInXPNc8KLwts9oEFXQNXfEomsr4t16A/zRVQ/xWe5EAYQGG4oJYpsGAPtKFf5pc
HmwCWKL5rVprSsZkTR1KA5lUbwgACoszbipToNuO4QZK6J9uJifJ37KedgBrs3JqKLQxcXD+cEnG
mIU5LAhxIFqJCVCzvHOxIt4j9emendXpX8uqDZissWP98Ks8fyirPNrVrBXjkdykCCCCQg5eRdDL
b3FRt8+jXX2zLfHQu5csmPTPcuTkSpAoiDc8TsNgjp5YbXbQYeLnGEDbaN4koy5PS12ge2mWEPtc
VfgOb83cHIuk6D6jQQzu4slpzwIZ4rPwgB10eTljffyh29Z5rJyBgCAN4wBWfNBjbFAlnYOFArTc
qlqQta4KKX4M0uhuOy95dM3LjInMK4ja+JjHaduDSC45mome+5mZsn6lK3g/p+UL4QWYGjyVknBk
0CfyKRJEMY7LxEGjzQlXtyMR3ipEooKT7NbWNEIuIvZ1cvC17fqbljiW9gz6t2ZkwEf9wR87sijr
ac4RpcfFjIHBXZ3kViBQavZVvY4XP45p8PGJg9lgml6U9+QMYFWuGQzt0LNgg2xMSgbTgo2Rtb3p
25NgZvjUXTfdZIy485RuCyxdPN1fGPTJfDvULvZH7lR/n/WSSBB2FPdlqPL6fg6ByPcFfUfeKk5v
h4XeaHHMw5J9oe6uFrMrAze/kXIOP8kCe5JjqsHe9804YURAd+8CTQSGDAAm21Wm6SCmMI/4Wkii
DIhqWkvzsW2ZWWw6bdLs2LfI8gUEsmY/O7FhVEfX5rG98tRTnS/FY814jlcWjTiL5RhEjwAQxvqm
zG3j7Ko6dF7XoRX3IknWbiMq2kZB0cHAqMV69bS4yqXQgQd8V7Vr+NET11Z44ozK3Xt1iWldj/GB
OkrgeRin+mYZpf+VipN3KAgkIUvMul6bYVqZ55Qeho+hGsL16FYRqLg8SXL3paMUk/hgpSRRBHEa
15ucZcvgKFFMCVREmGXksFyXanbempjgzTxkS8VoU9qvfHCSZMMhL74UvOyNW2Wu88xQtGS4MiOI
o3EXes9mJMqPEyfIjUIONASCvL/mM01Y+MZKJ8VpTdq2PyZDsL7kQTZfY3eX5XW0XrZrbeJdLO3q
R6bo+RccOf0J6WbVn8NqbItTCvPlq1yIwEQxSI+yim3Y7/1yyJ9rabsIB3mBA4fGhH6uBOXAXTk6
pnwCpxAm2yoqV87GROTZAxIGUAVlP2gaiXVSCqqRUP10EL2U59G0wBGrivVx6+kScOZEDfGVlLbe
vjqqlunTEFeF4ZZNPOJGrE9LP4h68zrPORyDeMnq18Esmhp5iOiiM113HJxMtM0PZAw46eNIrBOj
r6wYcCwl1bkVa4rts/GajZ+X61s2eD5qx6V4ToOWvpIfm9jhs1NXm/zkim6Td9nSo+s1rbiMBnfC
hyJwUvGUkjDHqZF7K7wN2LLPVWVldpMzZeZMmvLuk7jnTu/oNscPsjAdYq5Bq8fMZR3e4oqsHqIk
HJ49jv0+sTwzyI6YTNzHJJHLdAGUVx/Kokk+KwohDAtLTK8xF0iXBz3Y966IyHeckiGbt0nP5rIl
6Glcbp01yYCp+MkygAGYkEMnpbeeyyDumo/dSphzmRGVgEO0KD8ik8Y9LCShwGOg+herQo8xsGod
mv1ZcxOtXY9RXDtYSkkfLOBkrJwhtlVXuDST2qm60NAr8YNljtz5vhz9b4WdesgOQf8gFYWJ63fr
W4v/9o6kn2jnMXLfybWcbxRtE8HHyeQAzk3v2ORoVYD11XplRDZJV+aAZPJ8ZPIZit59zEln/O6L
Vqe7NPPmQ1Ei6PycUQPS+7ToIuBIjOFp4Hk590E+XZi5hV9kO0VY0/2Atnovup2uu7g4ml6Qyhuq
zDu4fi4e58adj26msJBXZBK/xkPJCjtPLEjh2E3paeJMzNSyGuTJnXwOWVmtx26PYlbvA4YTP9my
5G5c2x6bV5CX7+Bh+ztkhelDsxQoCrmtavLz6P81u9pBBbmpkclOT53buQ9DNuEEq+blg9DC/ST7
UV7UIoN91/KrOqb3MWYH6Fv7rGOEWLqmPdihsdwlPtSiGYTJvPdmJ8c9xyTjI52iGmx4gLupsu14
25MYdEd4UPgmJpUzZnCnD62Z9ClLCuadJTNozisyoYHPYAy8T8zg/zvPUryf20E/5P1Ep6qM+YMS
EGRJJcW9l03IJ9tyjPCaJd7HSVDcC27NPXrGaNmMMUbkn3FC7XfJDDrHmyRyh5R8ddbjE0U66tfU
5OJcmrh6zuVgvngI9aHOKUPQeEJcg/eQEuc5nNDx1Tf56OMx1tS5sEeWhjtaONWTRd/AODPv8h/C
jdfPLs6KfCOYtPUn2pX2tVvFKO5SJoC8F37VxmfjTahtjc68Hx6P4RF6UNzvvDHvr/ngRfmUJBFd
B4Qs8snQw6SSouuGE9ad60PqMPbU1Vi6W+KeotdqjRvydeYp7PZDniFym68x9lXurfU51v+LtPNc
kttKtvULHUTAm78AynW1ZxuSfxC08N7j6e8HKuaoGlW3EJyj4FDSkGJiu9y5M1eu5QuBm7ZGIWyJ
KIoKKS153GeJPyUvYzjRiS+k/a1MXEerRoyX2+ZcaUdwfy3ColOaPWomQc7oSdAJGZlU+zxvRI+4
ZV64rVcTVD+Q5zT9r+iyyByUSpuLW1QRXD/t/Ls2RJrSVcas6d70nDCLNpl6sL1S0IZDK08qWWeT
RBpHvOQRKUwoKeEmkdCsdRkpX0Smk6bboMe2w1/Ej95gxOFN7Dfxc9BmlOVZiqOmGdMr1Xa/vg9F
yYvIHyr+nvqn/1IIIeeqbyPUQnWS1AD1fBAlxOk0xWQCT1ge9ZyLiQmDroToGZEloRyQnAqqHxVC
GKmj5zC8aJGG0/LQZXys88ZCWZD6VuKQ+M43JlWJ7LnF6rM6ZunRw43d84TRH9pmqJ6kcAwhsxEz
KhZdCmeGBwOUZ6IB5kxtYc0xfaJCxlOrxiaQtXTfmvhhKLBE8ZnCGYnfkj+LjnVN9Q4jl0130+h6
+9CXHfhGeNsVf1tpSJQh+qiApQk9PZZBXrRI1c/tlwM67soRbF0+HBQ9JMVlVmL+KDRZTHGn46hQ
6Q95a5TVg1+pGmejh76F+OYoecH0zavi/lPVAKS0W3rLbiurnZDxSn0Pum6DAGtbWIA80bdMugOZ
a/lNJ/J+B24+kqHXFMoOail9a3NvguabfGT+OBTwG6ha3NEvNYzqTR+HlfWeDGJ1m2nTENsBy6Js
KzUtU6dqBNTrjTai6iUm8UPUMUFbwgTJJLeU1To1U1PPnqhCBCM0FmJSfSbsqSCCSyHn0qog/k1j
rikgCKp0wSNPebPbtcQzLgTkyCuKHfTMdqXmZrqZy7iaXcI7SJYeGM4zbiAGuSTm3B9jke4qhGtf
ESlH+JjE1oYZF78A7YO7p0Pqd5BdXjIE/NzcPY/YSSMdQc00wS2nyGFQH6qp6VooDGyUoYH8vWwI
AGISfbcR0gO3dAqUNCQDjHtVCl99UxXRcGNDDn6aMp+yr1RURSlA5GbEa1EiM8UXD8ERcV1k2ac4
1LehpdO5jseFCKPjMvTfLRqPf/rjJEP91uekkUAnVtmGAH6IHa3IpbvRqghtJKh8PzeZGn0Ph0z5
VpodmpdpnMHaBLKpcZSySCuq+b75M6B8Ae3KQP2FFGpvlCh+NiKuS6goEwVR+hA1I20QEriMHmKP
sZj2dE5YT6QwgYHIvhl+6tJKLO5jDxI2jmGkEbCoNG4/INA83QRSN/wQuVd/0TscjE4Xy/id3JLn
fR6Zw2e5kGCEKAUpocoeht5+Ds8MqoWklrbks+nm6+VMim7BomUIyqamJLqhbDWfK16Tx2gIYqSj
6g4JthZHPdqwGWdQ/aXy7Kn9juxB2vgWZPhqiba8rCpavJkmj9x37Av1m9IO6vcgI8CH2CLwuEy4
Wpub0GvgEaN2PkD3I7T57n+agVa8jD5AchyxgiRhp3a/zbaGZSEgA/0ct5m5k/Q2uh0Hv/8mR/Sn
V4oorrAen6N6DdMEmGpJOlGUqC765/Je6uqgHZHnhUswlO9SDq5lTCs0pReAttQiRZNCqKmZqrro
OBKLyBNGOFztBNkEUXgOZ1HmHCpOxDYer8NdL2BdLVWmb12h+iLK5mJA4LMKtBLJ6E4BLzbRe4lz
7+m6iQtzBg+cTpZHYTzisqVJUwphgLAO5GjxVBgv2bQhiX/dxDl+3BRVUVTAl2l0ff1p4TpBJse0
GXZkq1WK0r1bznx68U4EJjsFaz2CJhjnj7BkU9RUidvcMkzpTN8mKw3F8sIcLAnEYhFpvT4UeSLs
9eFHat5AP7kGR57XemmQliYLjAgocn1ugDsFXefoOFbgbFW7Rr+2I3koojtd7ULrLoK7DQlJyr36
Cvj6fMVm2DMYNhnCXV1cYtdln6KmBTbOzrtnOW/3XdZslXZzfc3+wMU/jswSyYDrLBd9cNTkPo5s
MIQcIAkxdOH2Tr3Rd507uIIt2JIdbnKHINO1HPKODkwTTrMZnN6VHCbdJlXiQN9pexvDhS5opUPg
/ETwWRJpANDfhn5GD16YSRtWOp8lWQ9D+9aYKyQhCt2RixXFADMryxL9jLQ8fBy3kPhkqU3aduC/
ZNwoHbuyA40E457sf8dN75pDhdQBH+P+M2qwlo7vwpfgmk6xcoIWBDaA3mewPT09hi4q5j/dlKf7
TOqLxDNTabDN8RBSlPBdKp4RJGOf6q1078EEetRtNC2d18D+9HNt0heN4+fm53N3coI7MYJnjb5n
OEmRlLTRszSc7PD1Afoym5YziBDDg7ct9j+AstiZTRfmaP/u7ciJVpZ/Iawyf4kp4ahoSAHAruPp
P34JivY8WSsd5RQEVkpJdLr8PdJgKxoDVDtVYOK0syvdN7l+q8mnkJI+hJGxoq9y5mZoTqGThztG
1k1JXsoESnlKN4A1kfNUtIc8KNxWbOBe0xEKFqRHuYxcKlAr5Eh/Wio+HMjZqCnSkShqJgd/cSB1
ZL+TOpCorUTWfVW+Fz1BZK32T7WQQ8wkb9pev6eOS2pbq4DHqs3jAL1xrSBMWk772vfvCn94vu4m
Lq0HX6Vo3CFMBm0nH9ejqkeKnXR/oe39PS/Uo0jorkFFCDHfnalDRjuYEPK1r5acICc+l5aU77Iq
rfS+XFwQSyTPY3Ety+Z8ZZ/sT0OmyOsPQK3LFKSuJriWBZEhZHMkyPYxmTtAYz+uj/wsCpiX48Tk
4kjI1QjuI8MkHFkFEkaeGNg9Ndq26vd5sOLyz7zewthi7QfNBxjfY6wDVPWHEIaGozU2kLN7BSOc
LEOTVS4zFvPjJIKjHaM2UwxbHBH288ddEYPN5glxfeLOogGDnm+Dtm/8t2XSSP3RjG8ITSM06EPB
J/84ZuJv3dRIqaX16zQZ+dt1Y2cTZ6r03VmkUgwDfKA4e/uTjSFrVVdrESwNWf5FUY+RvjKYS38+
kRPbn2nDIyy2f2EBLfVzMGvjlH9vSGlMvbEyhLP5YginJuZPOBmCEAkdeBZMiECqeIraETRuRus2
ACWuT9b5BrBUkcCW6ElXdULOj5aKVCmFRjM8WwjFncSDxFe6N478SlB7flgxY9FqLCuKTmfcPOCT
AeWNL3fNhLyYIb010TYFj5KBwqEDoP1sFNrKjXF+TgnWJRrV5rY4OuQWg+oh0musEvbvDKu2GraH
zus28ZA+xda06SB/vz6JZ8tlYA/SBRk/zd+XrigMTdLpkgyfd/6906X7ZGieMyQy1cw//qUlbkMO
EIOymERrSSQnzJXgLNJhbIZEmN+Z7/2uosodKaYbNGuEO7OL+XD9EBHJijEH8TA60Ab6cdXEaqha
0K74O7hP1U+ouff0WmUiFXZkcbrPWddvro/vbDvOFlWDLWIR8WhLf9SWaRr7IhbzSHW0EBoC7Zc3
xn+76eGP4F3Cfsfv0Q+6GBep3FG2Mh0gx3A/FF+0yiPvtRIvnO2JPzbMWeGIl4KoLrwExeLCpBWf
h49wa5IoU6sbI3kf27frEybN3myxRgyEKizhumzq2uJl2jXKaEqJzFuuFqRbev0btzTK4ZAMSnQc
W+23p/TIKPjkc4su28cjLY0VFdKNHHnDyu48O3cmz1WdesTsdQnWF26rhyLYGgxJsyNZ7QHngGkx
U1V5UdQuOUwNdKg+0okr0Tvn63wK6GCcW7lBp7NPF1NdgobslJKWUNd1j6575x7v+Kft/GO7tbeH
g23zt7vtdss/2Qd719iH3c5+3vHTf/5CiCH7bj/bO375wN+f+X383s386/zkzD8c/nLnnxzHdp2n
J3fPj+MeW+78E/9z+DH/lvm3zv/i/jy+Pb0dfx4Lt+Dfjkd+/DzO/wnfeVy5l853nKKKUKwgXkCX
FiQsH0+r2pI6pqwKwqexUDD4AaHt1otvPf3l+pY7X2VFVXTODt3HwJaXDds+9LFT1YAaztl1XdHR
i6gdU8BdRegU1u/rxi4NikOqirpqqNhdDCpVuj6ULDKPcVI80iiOXEoCyLi/7WRhf93U+TZSVFyq
LDIwnQhiHvfJHRX7StRNPny9aRK7ufdWl6VLgtCh/WGTNT9AIFy3d+7rFI04B54GnZo1B+ejvUCK
lUKJAsOeOrU6il6auEAU8ptBSLsVt3ruyDFlWZpoEa9ohLAfTYW17qtaHdOW2JnxQaLYgLrzCH/f
qKPjRfVTv/GNsTsCw3kzQOGs+Ns/U/fRSYHlm8MMnLoy32Af7XcaZHBDgoSDZuf2139e1coDoCl7
3PApu25LH6qbOr/6Lf0Fysb7RFfbrj/2dmu/Fa5o//5pOv7WcMebv9PX4jolpFd4aPPTfGaWcuoT
CM3IqHPTbpWaOgWsAMpajDW7vY+jVzQOykwJYcjq2YEZOqRAwOSgjdHBgyrQFlyuaHlJZzkpnmOn
JhZ7qZBgR5eqjr0bStk+74TR1ca8PVQAbJ1yBOeiSNnPWOhKp8+SB6UVS+f6br5wUGfHw2sVQibe
x4svSBPPC9SOL5AoyTmQm9zmsJYjmPQ5Mcq/93Q0I2uQP5GP5Sm+eE7QkTFSNuFplDSBKwk3onWX
pkRb9f/Rznz3nniESujoCYcHkLsVkLN054EgCmGlKZOVYOHSDrEkWVMsXpdznvmjodJLYr+VQL2U
ufRUFv6PyFjb5xe8DY3NhDsSKZR5q3800QcxmOKEVEIF8Neulc7R5KG2A61cOezSPPuL7f7B0mIn
DFAImEHOrLUqHY7h48TGC341ggpiPHWEipxw+60G56+vyRMu2Ifnw8yekDXuPwoB/MNikBG8vA0Q
RtyK9BL6D0AtVHFf1o+9vBMBMqjIQ3U34rAr6AmunoPqFmBVa201VBDyb9fPw0yRdmEa/v2WxTSo
URNCe8U08C1jvvOb+1yEOa+HJP+Whm9d24XDp8RDUrEDkLLR4+04roRGF7YVkaEug+glvaksIwKp
05Vcr5iOohIlqmsF9zV4tesDvXDwdUnlwoT6jRTdMjHWAsiHe4J6Gb2Gv+VcQ3ZL+0WT8qZEHeev
Tc0EcgpuRubtM7PcnZ7H0u9LSIAV3aYg/96F41NRa0ewtT+8uFhz2ufLxwsBojmKPdwKxrKuhKJm
WcKhxC5WhF1Zmj+UWIbV4e9EO/9cPzOfiSGL1Hwk6U94f+Jixg5Q5qhhxmg66PFT0D50f+TjhtzD
Sjbx0i08v/R16iWky/5hWTmxZalCXRZdQHKOdIL5VFBhPfiyIvTvSVOU0VaJqFdvqESa76rSDBHg
ionbSgjjfnSoeIQHmuL1twQSDOPOq4r+F/x21nRLmxe9RwZAiNTNU43HToNcXbAFuZD8Hj3aSF19
CrU3mab0RwSyrBu2zDCLV/TdSxFUtAwOip6R3y2yZIfU/QAIMAirV0Of/Jc6bJDS8YvmEGVD+8sz
ouZAf9gQ/bWz/xgILM5rM3V9TyOhSf+vgIhAPPhOlIs9zPmjBTG2OLxc38wXHARVblkiMCNPZVAl
+7ib8wzgdmtms9KGbutKcVPEaB8kPawnIJqgiQJX9QLJxrMaDY4Z0JuUZ8ec1nyDrhdJjp6uf895
WK9TcIRIwKBRyzKWRKRWNUVJaAieLWXqs6r6dClX8BHU+2gKPpuTtBL9nvsmxk2TD0Ut3m1syY+j
9+NCF+RWRNRCD73bqDZ+91MzrWz5s0NMXWd+qJiWQuilL8dUDk3WRgp8eDyJXKlFpYZ9Cl/39Zk7
84ALKwu3NEKRNXURVjrYwyvqES3cJCNVM2NN0mg5HrLk87MLzRMSQNAxLQKfLo0qyyyLBFnJR1p6
4/KpXTNxVnb6YwP+uPlZQv35z7Y98RLg8oSiE2ug3F8H6JLskuh8S25/7+8Mi/rXtNn0LrACJ3XX
fO5l2zPhpqSosHsuEzMmDZNSaDaJE4MHtodP2dZyAqff1CygQ7O3a/2adGe687eI2tTHtZrX2ZH8
M/Z/7RuLd5IYhYWi0onstI73ZBx0FHIc04XrfNdvDhPqUFTbPl3fPNLy3C1tLtY0HLqoDVTmO8jt
6BDa8Y3xGU6t77FT/qCZvHeDDaCc9+Juta4278vTQI0UDTAlsqTkTKDB0xcP3oJCcmGOgEDy8B2J
GjE8lN1+8HeaiTaOQGt+7JZg93TRpoXl+qiXR2ZpeuH7imaQmlCZ8SfGcBikTQ8J1tA9T2uy4Ge1
qqWhRaqvCWXJyyYM0UD8s9pOn9Mb9aDcISBHvWMb0gm3vz4yefkUW1hc7qGoqUFAi1hEakv9mu8H
F+Tenf/c7QHB3g2O5NB6+iRu0SWiQ+emWJnZC/vpw6ouH0dZJIH71rGP5sGD9cl/Sw7lG5Svt+bL
6G+mPU1JAAZfZKSkVsKzc+/00fLCD0pJ05N/CmhIh8lAj9+DrNg2wsr4lqmM5fQuEkKVF/bRTCPq
0GZrZy3MFHLxXCO+mjfimy81dlqhtNBbK8/bs1Ls0u58n524xYFxxd68Y8Ud7BfR3rLhp/w1WjYU
UFBeucONfDS3lqushAkXJ1UiiUyADd5wCaQp0BgTJ5VJ9RLflqNdlb952sqcXjyNoIGoKwAzsZZu
Vy79DvQWNkpL7/a9Zv2KJ0RthZEuF0PaXj8gFwf0r7Hl+egsJSbwxlig/NLEzQSJra+uDOgsH/Jn
tU6MLJyqEWgagQFGVOHWU91Ov40MeoBSwJfyDYRUU/FDFj5fH9jKLBqL7R9EkwXtATatEP2XKonu
tA6UUGzlwiZX5G4l6libx8VBgBswG4wcGVFReQq8Rwgw2nwlrbRmYrHnaQwKJsMPWSrzu0mFYYKM
bI1R9vLBmmuQkErS1resQGqTqqk99VpHs+5Q+53KO7BcDbc/2iEJcoEvBmR+6IoCBy61BzVBqRUR
vZVA8Sxp8WfDnHzFvLgnx9vKaGQ3er5iqA4iYELCbVQIjPhbMDxAREafgasHG6tbC7cubpoTu8ZH
u0HFs7qgKckZo0+yDh3sfipCF27m63vz4oHADFU14g3IXeelPhlfPbWRRg9e7AjICdkq46CNZO95
uUvD6oAWOupiouQKtXITVI/Xjc/bZBlnwBXME2fmKDXExWGECTfUFREloMAf7xWhpPvJW3HP8zSd
mSC/yht6huX9IXE/GV4ZetrIkyhGsN28UUmeJWLj9IPyVc+Ng792x1/cLXM69x9z4Bw/zuYASR4S
5zE840HtGL+KQXJ9qr/1c4FmT5XR259v06w/EDBen8pL2+XU8GIq9VCsR9nHcBaRQFNmvchqa8hw
nP1HGOGDLsIpy/5ZZXE+EpS1AThIMKOdhYdJi2prFmKL1u1Zs3iyzXaivQbWFRi1tWLYzP9/VSv3
sFHt2XzuZK7kRS9P9Mk3LOJE+BWbLOn5BsGIvJfKQNEr1WncpU7SOZmIZG8v+NMOxNF4Q4Ny9ZAO
1a4xzX4lk/b/mYy5iCIpvCOXZQIpSFJJU/gQkce317hdS3PhD6HZxhrscHauA7FmkipQ3Gse8uKa
a+KMADPgvFq+lOXRgj9BL5kDVDgh31B+WjDUrGEmLvl6Cu6WQoxB4nRZRI0EevzyAjYhGoluWj3f
BzDD9OP36/tXuuQL9BkkQcoLV7D0BQakE5IZEUbJHS528Mw3WkvTWdpAdLw2kV89RdlGTeo5ntl/
R/bjcw3SoVRpypBS5dVr1DVoykXXqM8oGEXkowAqfTzMXSJwMVUpvqNON57iPYfGtG8QbxT6xo29
8ElFIV4b0o2frEQMF2P1OQ0CtMICsHK2tHHadwry4U5cPFb6ALeB+j0B7pA2z5PUuJIf/DJjnoXW
a9e31Fq/NBG3UF/Jh1qLCdRoH15LSM4naulJWRdzTrTyYwm2HA3KnpD1x1BrRjdx90StZZdoqMN5
w32edVSU/7ZyNPuZU4uLuKnorGQESsUTLaK1WCFcq8XkS6g1UPmsKSRe2uWnthZBkyQ00yD32IqJ
pi1q1kbxVvT765v80mV0amQ+AyeXESxmQS1ZGBnxj1FU2qG/E6wbZHmGvy3sLuduca3naOsFgFFj
p27AK2cbIJBG+NWLfVfmnTdCD1W0Kz750gOM8ooig+fCGymLF3XUw3fc6YxO9EosRVDKyYcRfuBW
t+5he7C19CEWphVNt4XeIj5p3iWgTudUKbH7Mi2VzNQ0coJ/Unfhu+qMNs/Y2/xOsRPnKGxGBzaT
28FVncZFEcZF8vjlc+moh+EmfPE+lz/VlTW+5McM8qXU0wGkUCL4uMZCSkdgIOGUyRfZomHeh/5q
zHZxswKypdxBeZos8UcbNI5PmobyGbko9Vna0um56Szw58iW7PxtjFCg7ST/RSA1LyqSNybVjT/5
lJO9mxfkDnI4s2HOpbnpMR07lBBjvKbmhnCXO9Ddac91jTyKff3QXBoskCnaUcAIkpRaDLYqUu56
sYuddHyIlW2TAa1dixIv3aS01XCPUvygULjYumIz9DB59rHTtt+E6d4PXkPrVTe3/8VIYJZjyQAX
8NPHZZuMYUy4TjkgNIO1bfcWwVls9tPmupmLIQk4UQNiInYIr6ePdhrL83zIOglCrTstoIB47LPt
WO1gohW1TS5tKJTJ+q3UvVw3fHGlTuwu/DXstm3QB9PsQ8nPxtFBKZ/zVFiZxUv30OnoFgcs8sPJ
T4G7wy+vFk6lGL9mo3u4mDNHhr59Gxat5JZZ9vX66C7bReBcM/EygEg/zqoGlaRSN4wOZtCZ/eXY
GTr0m8IDjeZ2JiGTrv++bvGSK8GD/MfisrfMa9KwUzIRV5L7jhndW+1ai9TFEOfUxGKr8MJToXrH
hIm4J6XS3kM7+tGHIkR3MnkvZzUx7cqBvnRPWAR4hqSSXT67Jzyt0OoJ8h0HcsCNqX3psxwC4D+y
9fdhNdw0anor9uPh+mSuWF1OJizLQ9x1WDWHh6l4iNpHOXirhMda3VfQ5Kkru+XSWTgZ5LIgYylW
Gwt0UNIx/SlPjlBK2O1aI8ClHXlqY3He8qHKdV/GhhrT+6vamhrYMuRv0KuNzQZhqeszuDakxcEb
UxP6RxFzRvAtyZBkGjbVGvTtUloe+TjucbY9VcAlhl6h1b2EDQZPPCZJuIUM1P+CdID+I5xgIYO6
Lfs05GZ8bwxNNTlj5QsPaQY6Dcljv78NyiQ5wlFDWfqvx851PhfjeWaJFEY+Hn6KsWEB9xmHvzx4
/k1NU6zZeSsH49JpBI4BVlOniE+EvXAxVTKhftWRKOz7UruF/kl+9FPtmMAAi96AtRs7mQaz2L+j
NDQivpGv4dUvLDFAYXNmZZyhjssUbGUYdQHIkcDC/GSqj7m5h67z+kyeQXGI1z7YWLgcpSumzCJn
DvFj5MQxPH4w8cDo7RpetWkARcvAnYIOJnupdGLFchDEskVYguNo2MPqhLawbDfiV4Oc4PVP01nE
xQvnw5ctzpMJCZdH33fsVP7GUt76ljN0469VuC54dTY3vZR0jNEvtky46V1Sk0bgVSlXv+PqJahe
r4/i0p+v0KvIPFOyJ1HzcavqOW943eDPn5insc8cLvzrFi7uUxpB/0CqUDRahmQQPXkNFDzUB/Wj
1eyHemMiZmR8UWlMBr40IHoSriDIL+UHyDf9a3N2hifxZxVoutRZGZfhJ0uyx51GD6b6Jd9Z9xM1
57f61nLVldzvpdNA75MBRkqm83qJjAPOksIwOz/XhNtE3wk82qAOuz6XF64l/dTGvCdPhyWh5AMp
HsMqXUkkR+RO6R26GgB/aLhq10LQi6cPWladVkUCQ1IbH+3BsWZISB/hX53OFV8hH+tsyiAOHUXb
8NZ8EKngC8dmC8h2xbtdnE0FRO2smTnDLj5aRuTQ11uFd1oo3ajBTTF8NcOVt+DF20M5sbHYJHkW
00YAvSy1OMMO9/5G/uLdtltrh5rTs+9KK/nry0PS8djkrYyztui0VMMgmBiSKXEr/OjTu7FZMaFc
SgXp83t6bljiubds+28ieG7jUIicRAjLV5gItO+aCO2oaqbFvkU26WtSZ9bBQ5XmHva45iZKpXQT
Qfa893IxOPjw7HxRYbP6Btmttxclf4KrUvPJPui5sss7hIwGGBRvUG/sIBcwMoTqR6TidXSU2B4D
FFC2UJoIGNASiOZ7wh6p9cIJ61a+q0dDeKgQhmhs0RynXSmVPpQOUnKnp23xBJvQcKtGYfOYCFVL
ViooUAmKU2vYhm0NEZwof0eUo402mVp7MtzjRfPStmHIrdCF9xr8OrUbghybnEIBBWJngVGbgDLH
+q3RY3XHxPXPXCn+QdKQhoB7Ppgg7TTRcylgBaY0BYNxqCjzl3nRoQM97MpISUB7pQaRm1k5yHId
pSsRrbB0h+xou6dU0B8QOA19B/Yy5dVPJvOm15HsgEMfSYqNhxxMYUOZrt7KhejtfWTGIgSnxbqG
MqZTt5BjKS6aDMKXQdIht+7aJHRaQ+usbaR34S5FqeVz2gRgDkRReIm44r5Onuk9IKukbgQpgJwn
JNWSwOptjKqrJL7abUYxlt6VCQr0wR/0Y5K2sMwklfwL3lzxsTeSaJMjNcmb0pPpGYD/KnlPYx3h
7rlj9GfmaSijK0L6Fkldd8gzaUL4ckzv+M/bu8A0M6dJDOUOQguJAqwSHFCuiu5kBGHcKp9ChMoo
C71bpaw/QS1nRahRVUphF6qZII+Swjy1gwNcPuRy3TzFkVJuoRSAKjNSFOD5fdZ/NbpA3BhQpqTI
c+b+rpdUdFlUZAUezQQ6o8Qro2ImPSHMQYrskx+n2TM8pnoO4WwAeWNell98VQ8osktV/03tIgHu
WWmctBt4b5vPUWwI22hKihuvFZWXrC0U76BCt7NvY3l6knolQ9F2hCvZE4wnzSi9QyPVGqV7lRr+
pmzR0oE0jOKJo0bx2EGpWw9PCSzTHYTLlnfba0K61z2h3XthgTahMZT59wygzgvdmOBay6ASPkEw
XWduZnTJC+1qwyfZb6SvVmFFjp9YIir1s+5XpnTlNy0h82jLmY5iaICSxHveJ9YTPFaQdmeFouxa
QU2PZg9xPWoiwzaBU+pFRj+nsmGeyX8PXT9sJBAPL7IeprWTmBSVIReGTX2TwkUCrZwX3aahFsBG
yfv1RUZWZ5t7rQI7RS5C7xt4Q/8GW3R/8GBPoze21/VjX8jeva80HOBc1AZO0ageAnhij30fi19g
fkKVMYaHEKU7Whxd+giMe7TbAsmW2GUoEs2E/h0KQOMuLKbqRq2EGNUD9BVsePDLQ4lswBZCNvLq
2hRUZCm14VYg9vopI8/yWhgWtJ5mYgFoo1jwkJHGyHxElt2iyqtvvukF93jD1hWqdPxupHK5hVpL
cJUuGxCzMWYq+Wkc/WPYhbzurFH3IFGO0k8D7norRrUMzyPNugf0k8stPbDxnVrk0bPgjcEe/j+N
4xAXHCQ45je+ksEbP0Lim096/AWxXcFWx6DdpPRQ7GnE7gZb97XOrapx5gWS5LrcGi1laXU0zIdO
LftNGGXqJu9iDZUfiPgsh/Y3DdZRiHEtu8/DsnHloE4C8hYV8BWtABlqd6qSbVojbBTHQLt3o0tx
8mJGCqnUrB6ECRemVaMz1epUOJZYx78DPbPgIs3L5q3MLW8zKlXxxVC9Zg+FKjhyGCWhZRSafakh
uFwJbbOpjKpwIVjoX4NMmN5VqRV/92oM/ZkR50/AxAwoaq36SGPZdJDYiK9tKoBIux4GXQy958SY
qCszwm8ZHGhi7Y01N2lqbcrSbiAqG5E7zYSVEP/SjU0zBblZ6FKIQxbhD/omvC1jIlfFu5GFX2W3
M9daNtZMzPH5SUQnamMZ9ejoOK35aVYPaNFEW8Pvr9mYf/3ERh5XHeKsRKZm/hsdnzh/GIrn/2ZF
/p2ps8AUxqYC2lHuXbya9m7mX73U6au19O6l58rpiixWPpTkwNc17GTtjaa8Rt3fJ2Jgovh3HIuQ
EHGI3vJUpqpMN2WQOLX2Jplv1+dqbTkW7/YolpUuKRhDU99E7XtlfYrXmJlWpunPk+xkxS0vM6BF
xISsfg6Skl3195AeAlmkVMlv8EBf1hRGsUVKEp5RJ5VuwmED0zh00WuPuPl4nb2wT4wsFqNTkt4Q
G4zoT+m38t6/n/YCvEHtFt7d1im+ifvrC3Px1Xg6qsXKxAmQVXkeVe9I3G2P0/6xOwK9elR2r5Yr
3q49cubdejZAnOLclUqVdFksh3RPLq0GP4bIE93Uj6bw1Gp3vvkAOvn60P70zS1Nnb4LFtkKRU2G
CgJ38Ko2ENZt9bk5PPQb33T0XfSou4aDdk7/ubnRbWtX/M4crohXVbL3sPOuJgTmnMK1b1m41SAU
xlgx0azvlOcp3IrAQSTji2y9i6AGGTo6ajHcxN32+hxcOhRAlC2Q71SHzh6zVYsmrTQjBoV6V9Ib
klTVyixffJ6fWFg4c78tYCGc4YJWO34tpJ8JSDcLzXldoeIV/rCS5FFthpXL8GJ+hSYj+tVARGjS
Mr9SI5dQS9GfpZWdBEgNiYc99OKNQ+va9+tzuGpscSbL2ojaAfFCJzbJrYUHrdu2HH4TSZRgP4Tv
nvozKn+vGJ0353LDnI5wcS7zKiL5n2IUoiZlX/1Mb0grO+oP0Y02wy57XTE3j+HcHI+NmdGGOt/i
klHFsvQ9YQaXPFW3ipscvoeOf4c6B+yhjvwIAfmBIoR57z+sVasubSBwWf9reTG7NM8EPlJJ5BST
bXFIfvu34o/qLdoZKzgk+dIRPDW0mNHMikMPvSyKAZptfcrfttMOVRUbdmlb/5neac/Bd5579/D9
6vfVq7lyTi5mKSjEmyQc5744ZZF1rHnUyWrBgt7lz82D+agWNrolhFmO5dAv9TV/HI88qi03ff9v
1vbE8sIPahY6ccG8lZrPpmY/EBZLO92FuSj/gb7AuK3s0K2P4fdo12XOWrPSpVorrHj/jnvh+UJB
ETICZ5QQ3nreZPsHiebjt94tboQdQoEr03zpegFgAavl3OpIFo19fhIFhHWQyPqMJM69+zC0e7pV
C+Sa77y10tKliObU0MLv0a80Wt0M8BWql7b6rPiHVlwZyyXnfWpiEcNGJdsVzQ/y1MZhSAEuSMp/
EdJQZqeeBEmNaSxZanIaq1V5xilaEAaMNCltLG0lRTxHwUvHclIwWQLkERmsRUTnmafJvO3N5KYJ
kSDNodePZPf6Rr+09lDd/W9osViSkmdokAVzaIGcVbD3KxPi+CcUQvM1is6LVwJYGlWdSQngZlr4
kihJNbTEMOU9RQ+GhMK1DQezEyLZ8NN7vj6sSzvtxNYysJWlwiuzCFud5Jrq/aRuu/7puolLOw1i
ZrL4FBAgi1wMpxp0OZHopHea4k5DVKlJV8ZwcRf8a2BJtZNkUOCawVzS6V6zfqsHx9zb6cpKMHtx
poAw0xs697Av8fCGGGZl3c6lAmPX+1sk42H/WjmUl0YC7ZEpzygH6wy9BIWpibQB0JEgyCAF3saw
CiewGkeb60ty0W+eGlrsZlGIKjVtZkN1U9ySEI5vMhKSG6Op60ejouusQvGRFBLNhiLyg/qkbRPk
A5xWRdz4+sdcOll/6BvZhyCy/lytJ141aZQpnxDedIx4K8o0YgXPvnhs6LwbpJUKxaWteGpqcVll
hVwSLGBqbtoJlac+WIMyXbagA6Yn0KH5fh7syWCUJEmNaC6zNDUSUPdKt3KYLu4QCtT/+fP/H2ln
1hs3EmzpX0SA+/JKshbtlmVLcr8QtmRz33f++vnoO9OuYvGKcA9sAzYarWBmRkZmRpw4Z3mhySxT
gv6L93T2HrWR62dkOi1jp4RbPKdrDXPUqbjWzz3QKjv4fCg4IpCNClNmp7s07nAbFfYa8scF+eZm
MsBaQzzuhzs/zm9pSrofydtPUIFWPCcjJSVtKdphj8KxdN96FknrjblYu9ydfuDCiRtksqZ2notW
eDH1T4F+nQa7IIfj/LosjsoWwHJ16k/mY3FiUi/gshNS3YrBe9D9buvF6MgwvZHc/XhHrIWa04HN
X3LiRJkVaUIyMrCIjgXlayPci+JGBFj105mchuv4zJm88NNeyGA/EMETRvJtEEvU3DfBTevz9cfE
wlVHPVcpYDBfLd0fToAw/H2293dI5LpIFVwJbvYr/NI+mRt3gtWkg34ytMV5001GICBcSEoLCqP7
5pMs2BRe7HfxVnYFGoULZ4u3bjWC/bF4QeOUJRakOlhMQhGl4i+1sc+S16S+hTHK/dg15kk7vfGA
XJwptWULZKfE9WDhGlqRjEoZIkmUlj9CKhqR+V6GNbiY+yi6MuQNTPFyYL+tqSZhWQaBD4viuSOS
dAYAp1IcEczpqCjeI6oRttR2dyq8Psq0FTyXHjObM+bWdrLDMDeaiw0tUgikHGRRi6klmwy/pvR7
Y3LoFN44Z5cbjLgMtRQcaRTx2NHLDmtYur3cRzCJhqvvYS4iwGjsBSX/8vFaXc4eVnRgoOwwDC6L
/XFBsXIIA98paumtKbKDh+78IBjo41YAQ6TaPHxscG1YCqQldC2QjqFD7Xy5pjYbO0FCVt3Iv2QF
qvKh4Uj61uRddAbOZNyGOjMJwp/IvWv+jJPwlMhDleZCEjg3rylwb9+Gnu/txdk5j1sJy2WUwhId
TkQoAx09ChPLIwheGw/lh8CRD5ULUeDhcFu7iQ2H38cT93tmzrfVuaGF5/WKPKAJ7AWEBs43WNYr
/kSOvlP4l8Ig5z8pv25eX907a3f3sLevhnngh09vqn2r2qWr7YqdtnuzP9EmybM/sV8Ouyfn+Pj+
frMVcC43yvnnLlYAbeDYr3zmRTC6yAlpBztkUpHvgMh9NrRe2shuXDrybM6k40zXZy6nRSQfJE2W
elpoHVJV14hV7cXSuDb78m4YGort/cayX7oxJMHQ0dHyZEJ2IS/MFa2cIWMehA5aeNd1KSJxPfY3
hSxsgDuW94f/8a4/w5qHferH1KAbs2RYgenR3/KKyN0urmGWaYejAk+xTnkYyITmfuxsF8Ojl3tm
9UVFglCuLYttk6/WijljgHwAhDqkflqs26aycdVds2KxbDy7gK7wbjkfnOwFFnSiA6n3+larClsG
Oi2EG/vmYn9SMJSoF1LMIxxcQOrLuCxEJQO4b7TtUUOLjlB4/OvZYgj0oc7RWkcs+Xwc7eS3SlIx
jsnrntH43tcQ+YqJ8fc+x/FGWocSzJzfWYRO1dNqIA1wxERmbGvoP7fibbzVV3Z5eM9n6B8ji+cH
0uHjmEC/5Qwhcyb5ICp45ag95zdkVon3Kxiqp4+n76JTEyenPZHmHMLozFKzmL8uLHok6oYQWrnw
MejlvYqs9lCJb5LkP3LBR0NSfEG6ESra0g3VeMNDLkKHhZPT0YGXAKu8cMO2JUffBWro9GJHYbk3
3qzM0L6XSis5EiT0blJm49ePx7zi+mwskRMK+OXs++cuM/TIAkc6WaAqksudruXxEb4k3ik9m/pj
UxePJInxzVkakMmghlFDOLcVRKaG0I0UOqO/nyTYMjOkN6dnL+mOdfzcJrCM+LedIdwEyTzVTooS
2nDQ02hfxOKV0N5X3k/DuNL6q40PW9mayDIA4aahRuMjF5MwVWMPQkQPnSmTTBkG04hblJXVKEH6
gKLu4jEPdQcwBOKooaC3zTHPZe0TGU5hJ4ZV6x3T0PSD64qTYbS5+4Goikv5sUc1D6xFNxbiXhIG
4cYkMaI6YCMawcl7EAoQ/5fKK8AJ9N1QH4jajfh56dIE0JkvURJFKLjYUOdzXmkeMvcZicUIeVJF
cqXAmfQrMXO6iZ7rzC3bwraqXZBtGF7xK+ySYOc+jADIsrFnKoPMEwoSWSi3O0qsuXktuD4Juo2l
m2PN2WWE8XE2QHzKXRjuhYVPgXSztLQi09QlLBY4GCF8tMyvarUDrl1BitiEu9K7VvxDlz/TcDCY
T5XoBN33orhRZ3243dA+QFn38WetOBT3cpRP5k0FWfxi1pFaL7VwRiTE+QFZX1sibH1s4SLxyWY6
MzF/wsmB3A4lOeMaE8UbNOM0FIU5mc/xlYbjb1s4kZXARLpJxH9Ao1DIXcRiayqHMsmxZbbIkyNA
Wj80Mg3jtVtvUY6v+Q1MZ7A8zG8OsOHnw/INXfdDiwMfkdQjstmuH2tXZr6V0b+4FPLjuTPRHIx7
ciZfXGfkbhBEGJQKiFhvoUac6ET0CkCUnXiUQl/fOJlX7VHz4kCDvvji8I+rqZNqHfk4K0iu5eab
H8p7n7uhuvEIXZk+AFBzUwYocBxgMa4wQRraD2vGNZb3nFhvjVcefMH88rH3rQ2Hiwz3XGo7GsJl
56tEHJwCrs4AfaN/JO296/a68l4Er//FCkVlWsvBFS+zyGEoSkEbykARxatmep9wPn/4FHbvH5tZ
mzNCFT2qVCyYtUUIiZKGy61nhU7ETfoghFp6PcOlQ9sKo3wj4XJR+5z9elbd4LbO0/3iDIwgHs+N
kI5jOejF5yE1rA6gcCQ9DqOI2OWI1qZsi4Is/qizntQIYotfk9CfblP0UI1P1ZAUKbGbl/KB2rGI
+CJwtPfaq4YvlG+TN9pitKNhZsiBjp1pfFOjXPr+9/MFf6nIVYXMKspO54tftpxTveiBElZH1wso
21r50fK2SjtrPnZqZnHLzGQvJl+GGWQD9+Nw9BvR0eLYnbznj8ezamiuH9FFRLxeQhgstZSLSeW+
36YGYjjZoKovkhmXn0naKG+THnAx+NjiisdRUCCXQvxB7mD53ijEVBrNIkxQGY6vBBRL1Snae014
+NjMxRWaFwdkGHPkZng43vlCKZXsqU0DkMxTK6ShWzRBZfl6tFoLrgqkFEBytu2v/2ITCQN6wniO
Ls/9xqu80TewaYXQone47VUhPVY5j8b0U7zFPLRyMJG9nJ8JgOFnfuDzEUJ6rtEYECcOgPsbkUti
2hmu3v4KG+oxxhaGZ23ZyKxwO6fgBNHYwiNL2DxSRGATxwdkL2qwjJraTq43QsSKO8LeOJNH0vfC
62oxppbebsESssQRc+BRJBGitLD7NABJ22+cFivTNxMpzXIBSNJdOEhtUX0ZkiFyYHGFWUzshDuC
yI8hqwF+I5y762Er3siPrAzvfzSNII0FGfz7wnpybxE8UyhhI4B6s1duo7J3UlFA6jA9en26kbPY
MrW4tpgTLLxlTOI3zp8LABZo56IY/Bqo7sc+v+IXZ0Na7LNQFBtNoRDhIEPr+nVNZRAQ/6T+fdTg
kcIvEtoy78PF2S6GYqVWdIYwc6bbStW9lxfk7av9x6OZL46LG7Vq8VbQ0QglcCzRlUpX5VHUkqDP
o5eeNhZNefrYwMp0zSxaJokD+jdh/D/ftIVXxIGetyArg56dmu5zJbLR3/17555FZahRcsqKF4p7
olabgTBzSBpJfgt1M6z34nWbvaMhYYfh33bdcq6f7drZF0/cOlSFiPszu1aprC9JVdAPU2jT6Fb6
WG3AhFcWCFOEB4VBMYeL+Qu7PCR+YEorhStzNB5GaasetWViMZpRCzq/8DBRFYP1efKriLSi73/+
2BFW9ufZQBYOHYx0/k0WVsxesCdij0oF47MibL2VVsIcdiiWWwbtrOijnK9NXxnilKFI64Sl+jTL
O3SWd5zkYFeO8Z0imFt5nLVz98TesjV5NJUg8b2cM5CWMruuKLPSumbYvlx+8zxz78OlE+Txxr5d
tQqAaE4887BZvjn7xNdqPywTZ8qTa+pCRfJTRvkSbd9UkUD4b5hbe4Byefljb/ahE4+X+8yohRJ7
fifT3U4vZk2jqyo6/vjUaw8peWJt3Fl/Dcf4vdNO7C7cX5UKXxTpnqfUNR2UYK+Wj6PypVcPDaNF
pCCv6TMJs31bX+lb6YZVTzqxvdgXNFOlrZ9im6oSnqNrdNkJn8bEv5O0HkXx9O8T02dzvNgh6mBx
8OfzWOVbX0rtsg72eh9tJOZW9+HJqGbPOlnJqYj8tpo9B5a23aA1//R1i0ivT59gOLkf7/nLgtgc
KMmwov9L/gICgXNjSZP4XT1TRTcaUOugreyiNN6yOdcXel+iY97SsXSbVYBtxStROwTRd0/Xnc5/
7fKN+HOB7EHEh9cyFYaZk4kawyIwiGbeRonXw4xZWcrnbJJgiR577WbQpgoZKKux23yCyNuTOUUy
ABNt67U2UBLYvJXQ/C+LbYJkIkmKltLyXOxkqTHaAuLuIax/pmZIf0bt24npbxyMq8t9YmfhxIpZ
UoGwWAFBhnpwkh0B3q1s+oc+uI0by+oxAiEvFSqY6ynDn6+1X3LTK4aW7SJAMqzkVmmnVr5hZOU6
wVtqhssBIloRCFHEIRWDHr7zgZqKX9xqCY3UzVbjzNqs8aSBDQVIGymwxViMohMCqvl4Q6RnX3Rx
TK4qz29vA3ilnrU0ftnYJyuJTTjyoV3AFcCCL30z6EJKIOGY0Esdu11zRRok777pPObG61ZI7NK4
S3q39vYf251dfnH7m/kT51cVawb78PmS5X2md60vclYK9Ng3hXqI61G0xVyrP5nNdZA8D21e2cam
1Mz8g88No7okkaSGIm3OUy8Ml9Y0wqYOS61fW6Skp8a4FYLhFTJXeReTabfT1nwRUDd7afpidJto
VJ06Dj/7ivJPL/nPilnF94JOX3eM7LPto9e6Ufa69Ga+b77lUV+DW2WZW0sEsRZmZV27VL40xUuf
vX489ZcH+PnPX4ThLK0DNQ0k8qrSIRaeDfnLkDwmKVT2buFvwbMvd825sUXoU2nynArSYbaXuCK8
q8ncA6rLG7DmtQhL7yK/eaGTklyCR+iu7ih4kStGHs9WjWct/kdRvgrZYMMaE8tfy/6m7vaidyfH
m9CLlfWac7xA0Gc9dBJ7565MT3OelEqj0T77TYrdxGPTdDtD/WVoDoCZqu4dTet3Vv/Vi+u9Z91t
1pV/w3UXTs0nADOhOk9xbekygg7YduhwanjodlIBE2dplyG0Uai0ITQoPLRBbHcR21h3hlJysnw/
yLRP74TJ7dVPcuHUwbHkBj56cGz0TkNngPElG576ylXEwBEFwI1asO9N2AQ9D8XRJ7WCeSa0BxMC
gvo76q1uLNw1xT+p+rOunizzQbUOEbhsH+QLCcYkfWoN8Kxbj7yV6+EcQv4MfeHNYWh4U5Yw9NKP
3UBP7IEnmA8VkPowtK7SFu4YfdbaLVjUyiY6M7tY9GigPyjpMduN+7aneMs8PpGDw9n8W1JsG1en
y3B5NsrfjI+nVyd6zM3ax1w+ZnYzjraYXMfDYDedI0sweYzvorkFNl3ZuqdDXJbfoZ3odCHrNFsb
dMcvJoi06A2a/I2hyfJlRMYO1GczkmAWkzzfP944enrcYmecBvj5UhTDn7Lkp6VdS+2jYQiwwrsT
DI7jS1/Fri7tZeWdtIXda3D2pT00X5ZdKHf9cKjF2BaEYvdxvPx95F7urj8fOAeAk8mHxkHVconJ
12gVaszraMLn1RRz7HkDaMrPZJTsKpF3hv9pCv/JC4S2UrsRgQEPljOinCFaj2gmImb4YHbwQBv3
cq1vpMsvBFmWt8zFyUYeUhzHmnn0J0CVhmPFX8PgqgSoBR4psnxXNT6blGDJpFvlC/XYdnhXc3Nj
tla95uSuu9iPMrwnRuzxFSKcVar3XgIbzNp04zK2cr1nQ8A5aJmAcpE7XQ5WtKYikwbNTsrHVN4H
1RXdn3YQprZhua31auTfRCaclzF/vmtDvhOtb30FfuTLhnesXCjOvmQxYECm0O/UfEndTXZUHlvg
mFlc3pjyteVx6a1cSZnvwA9i/VkU9/50P4xfVcFz/ejYUoCM4C2Daqaifl2buxQq3yhU7AEiiTR5
NfSQt+am7snlpW+ePTSducmqCKrOW/LEo4WYpmOrHzVAna+efDCMbwIt7VWtHgZwA143OQ14AvTc
pC2mw1X3YMkMERViMGqLdfPBreddOGl2m/S53TZ17qZC96421Mw/XpjLi/Q8xj+WFusCIYanKhWW
qPjxMEBNMdhDqXGlt/pGBNuytDgL5JRF82Is+YroehyVU0YZgjbYduPS/BtldxGJ/oxpeQyoWWka
Y0DYCUvPNWEmkvlrcl20k5uGj60Q7WRik48yhHAviQdZufbDGxVdqPY5sV6V4tkwJ/7xTz/ekXZH
qvwhs1InKne5/MxVc7QeP16D9Zg0ZxCRdCXV+3sbnziariQelUI+WBe8+yFAxbYyHn3J4Fk+KPtY
VveDOJHJMdzUsv6JvbeqQsGi8MLDZHVu3mxxQK/gVPCKkw9a+N8UqOUAhFZDqmna52PhALi3A+u2
DmTHEgoyOjc1xEGNDje0+/FkrLg+EBIaiOYsAFSfCzdJ5VTow5RAkTWoY0TCndcluyYpNgofa0PE
DhRtMBYCyFmijIQ6nrkMiMCDRhOmMLdCRGNQwFXVgJn1amHP/+sdPESUHRCrNDXB6mNnHb3O/2HA
M+CJHAxhellh8iDXsTIq0TA2RVeJ0e/DKdvlzRYI5qK5gENAI5nxr53FBSJRvDEKUuxEVf198BWX
NsdnpdFdecgdK9eePKh8TDG+tcTOSdXgUe+lh1BV91oXbxTV1if/5FsWd4U2thJEjVnkdk52aIcO
iRT9Lp8M2/If6JCvxPTa0G7bdGOnzT93ERng155ngfAAFmjh1wmlDimc7cbRtS75jtVsVAPWR3Zi
YRFPpU4dQzFjllPr3jdeBuWqTo9x/6IMj2l+DXpNlW/7LQ76tev92bgWm4bavB+oJuPSjK/S9OIJ
3iERr4XsUxX+ShpQFGBbttJJqxsVznaZM8qYS7Dnp6PW8GrVR0aqot2ReeoxhZAqz6yNR+s8YRdL
dmJmMaGVWAWjMZsZ/NQp+kMQ77xspwyfc0UH/bSRVfi97T8yt5hJbtlyIxScUnH+SUr3QnQHaDz0
fyYzc5iySzNORifP3iUYMdL+8B9Cwb9jhfD/fEqTKE2kJiHsKjWaDJb40Cn5XZeYG7vg45W7UM+Z
kpgcV8IYC4jXm4dIf522mnNXN9rJSBZXJ2jlArEdWLUYTTgRIrlO+Pz/N1eLcBYjzqaBbiCEBMFB
GXhcDv61lde7j83MXrz0B1BpYO2g1ZixyOdL4peDkEIhwr21UnZhGdmeeSeVDcDGG0HfwsH9vtct
rHEHmJEGJEnolZpX7uQi4KsmFNcRK1NK1934SwvkYwbnVj44ehRxAD+IU+uUA3cSI0Gy+CAa9cEc
nqz22GrvlnovKu+58S4orip/sprMrfPcVfsbwfgOBaITN/LGnW4t3J198HzpO/ngPKLyWcyuBJVR
/SBH9OWWefOmWFCC8x9QGinT8Nn3o+wmGKcQARTxwQzaZOs75tW+mDg4eH+/joFiLpbJaHPJUwNJ
s5uhSHeBaZWurFTireTlgd1pvmUnWd87qhU9BUmaOno/0TETajJHPUA2ydjaAGshGViZJfL0msEp
v2fuZGYEFq0yGkWzp+SblYi2lr36MVoaJfIAV+WAyJPxJKjC37vr2Xos5oEUG+/bnPUISlIgst6I
PLba7ipOKRoDKSlsv0Hn6eM9MsfEi8k/8dpFiPZT2QwbAaPptMtIofXZaFdhtgMf5rSRaovKV9PI
tpZ85XXGscPrds7mydIS9ajmg5LpAztTgz8D+qzEJMiA6HTN+8R4yMbql6qnnytduPp4tGtZ1FPD
5iJK+5BRJczy/Kj+0vbfJPmXb4luYX7Jq6vmN6PDY2HclO1gt9rGYbgSuTH9x80XMx3IbU0CE9M6
uvdp962nNabLNiLrCirSPLOyOANB5pedN2IFxkC7Q6k1HJ+RX+e0dRXzO/QREj3+5EiNHC1X0Zni
wJ2gdc/HpyJC3yjc582rbJEpTexpet2Y/fVlnwv6s+44PIfnEafOsiItRnZ63n4dxptEuVKSfUfb
yzAd/RHs5U2qOnG2sehr6Tfm5I9Z+dxsPNHnYmU8JHuLZOLMnBfwpgx3Da1DVe2akgm1yvcuOkhB
heQ21SDDAT2KYM4hET6nMuo5tO47EWnIxrypt75vXviLLUjLGVcxcT6ulvseSeoyEJgVXe3daIQp
t+lgWf3kGVd1/G2cNlzkgg2ax8QMmv3X3sIRoWBN8rBmOqJwOJLDkcLeDqR9AVORcB0WXzvzSdPu
mv4YDC2px7sR7aDI/xkNbig96kW5FQzm6f9o/AuX1Sc9hU1lXh7tNWunKxjx9xIhrw2/yoITt8+j
Cil28qUc+aKNmPu/hPp/J2OJMFEBZQ+SgnGBG3Ch3SZesde9O4/CV8rzqXi3grfI2MhyLEOBPD/k
aGkEt0fvAdTY5w6Zy6bZBQpigWU1b8bS0ZSXJt5qHFn61dLK4nxPqkwV4wErYvSGyGndumXwpsW7
MS7Rodo4Ry5uE0trCy/WBNpzjZimcKGr7dFwtOaTaLhh17ptjQCi22rF3mieQ38reb01mQt3lttS
FDRAnU7THuToZkh+DsEWimtrKhcu2ihjLqUlNiwZ1YLXPr1Kp4PJW6Yy5P2kb+Q35p92uiEWU/m7
++vk+qGNVdh288Kl5k5od2Hritm7AJH1JHcgS26GLRXli1NjaXERmAuzEMKwYvGSKw+p0+sUzN1t
c2Pt4KK+q/eRXSvO53H/NTl0171NEW7De5ZPjqX9RYTWrMlDtowRCzHUu7DUNtnGlpvd73JONSqk
UDSC61o8ObpWAPQALwTkqc9tcGVYN035HCQ7Q9kYypaheainizdwe0w9DBXjvgzeJ/E6o+bTu63e
bgTOef9+NKRFFNE7EE2DiiUxf8t7WzccbpB2viX7u7425tzaw6sGXd7zAY0RLUaJHtdORJ0DORjH
VDcO6PXd9cfCYgePYiBPpj7zSUiRPYal3Ye54xnqbQetNWA8t+6NjVzP7wbUy8n7Y3Oxo00tCKxS
xCb8Si+xbOTUIrKSEkqSHtFDURW7VAVEThNTld/CVp25y8vqJk2TEvg4DHA/5Haq39ohF24r0jeI
Fw3FPyo9Ap87IVLvqNqSZTDhAj6mU93AZK5XtAg25q+Ejo/ndhTHH6qsBE5RDqoLkaZAGa0RaPjX
fZ8ODcPbp2Chc9ssrPjO6PzujkyKfxWK+vAcNc1d3cwvoBG2E7e0lPCtM8fiyowt7TgZtfozEGmR
kvs4LR1d0FAGGJ7EwkgPcak9KYNgHVX6LneVEH7KrXDrmr26B+hrYZ/RoQM8/dxlhEw2Ktrpa8eX
vqklrTgoKyq2Gt8Oxm7jSjlf2C/W8cTUwjv1qrdMQYAE3YrkK13goW0eC+uboEaOZNzEQWGL6i7Z
4mFdi9CgMOa2bRWy/iVXAEK0kZAhwOSMEJBWdbKnMdTp8/aq0rJDQNlrTOnoa8SXj0e7Nq8m10Ty
+2T41WUbSgbith3NBHmums1uPHYIZeMg9Y8IzIUobfE9rJ2sp+YWoQzVEE0QB8zF4mOf1Lva/Bo1
fwszmEP/qZFFFDMq00K9FyN+/pO2LZj0uuSxrCQYyG5kT9+IzhcPwN/mOAIMepRoddUW5sJk6gFi
F7Wjx0B1vO898N7KchVQIf2Xlv1Hw4bFG9gaG9uTfny8fqsTitDSbB1mgSWKLxHUIjLzhvyB/A6q
3wmBYJUbkW0tmMJa8q+NxaKVKTQC8VCxaIEMlgHSONk1Im4Q3+T2Xa03cq7rI6J7kRZ/4ODLh7yp
xLmPSF7tZIpii4GxU38MWr5xH1o7gUxSMf/XyPLRHveqqApxznU5r5+DTNtnlbX7Lyvzx8TiAqQX
k5C1AuNAhowUlGCXY+PoW/2R/8sl+d9TZzmS0ZuMSq85dTJ/JxQHdZjsNGq5/r+Wom0Jt1P+1QDp
3W1tsrVlmg/w/3uGL+VkMjQa5DbnqpB5MKWC7vQIibGxcSHZsrK4xQlGkiHcS1Qsx52mtVTZ94H3
8+OFWp9Chf0DfpA9ssT2+qWlxtmIkTZ6Qutb7L9O2iHmae75hzTcC/WPCiHPLW60tV1FA9m/Vhcn
mirIeQ0dyBx5v4flcyhFrtrdCN2VEj/FWvpfJvLE2uJQS4wQTIOCNUH4FipvKgQS0+bJuUzG/L5z
nxhZ3rqGPPI9CyMRgh/tg2zdDyJ4hfx6DNzaJzuUOz2Qt2JLjWHtEIPJ9t/LwexFJxfkIoCbY2o4
sY3KO0zD4KRhcN/2/n1ljN+NOv0PF39SubSswCcIqHlhzlIaKwwpm0I1+gzxnIxgezhFLsl6G6mW
jeNlzU1OjS3cRIFUUkangdtI9+TpnyQQa732w0xyVzOuguYvYe7zCjKP9KlwFSDmL4KW12aF4Ult
7ShycfCNyo4GbZfFG4fW/M3LG9aplcWujsRIA7LMoZUj6BzDP2gcYvlTlGyYWbtSnZpZPNDafkBu
ZsKMP2XHpFEPddfalWLCWEL2hxR0NjyIqKB/HE7WQtap1cVpacWeb/VgdBxf/ma1v+TmWra+fGxi
a/4WDhgallLTkEDAagYETqwxsAtT/gYM6aaWPn9sa3U4BiD3OcUKgnoRODIjSZtO7WqnxxPgarvu
Ve1bRQP+x2ZWh2RBxjEf+TTWLswUTR6NIPhrR+PpBhGI9akt1F+Knx/SYTh8bGslXFAlgIqJQx5G
5yXEoopCtcxiOP418/ggV4XTd/dKuFWEmtd54eRnVhYbNxvVnApUXTlJdSymxq62rmUr7o0B0rtQ
5BnQBC3ce9THcIw9DGhx7aaRYU+Sus/bL1MFjtAT3oI6tWvT22hQWYlHNAKgY0hzGW3ry9Sy5QW6
4ldN5ZQGtyYkDAZdfTTgdomy2+a20KLHjxdrxTHO7C3PFB8NTE/AntDtldaO6vyYpLCzbnGbXABi
CH1nhhbP9yzQ9aQOMCSVV4V6pclOo9NfsYutZ1A4Msn7JD4O0UGbEFBo0TlUp409sLLVTr9gmTjm
YaQhmMUXjONdAlxZNo9xdvx4Oi+y04thLjkAUr/ldTSvXyyMO29I0Sez7HCob2tAbbER7VqiSSD1
TzlPno0B/i/GYfaFZAWye3GxJ+LJmMZebiv4/CcbOivoOPdJ+JKpT7WQ21QnqIXbkbBhdnWjWH+s
LmILTEfyrK5VOUa7l3w3k+Ejqvci3Cu5XaTxHsKPjyd5fSH/GFz4bO8pWSpMDLOq70rzwRoo0m88
YFanEh4CaaatpBN8ieUdVcMr/KLHXcWwuR+sYHDFcvR2nqSk7mBlSBbqcmtbgRzZmjpRuVNz5T+M
E2QL8Dy4QelRXJxDqd6MQtzTjufzvPV82ZGn+2Cr+WgtWp8aWfiMkNCZNCEk4GSlj773ayIfRM+1
DDSkNs6F32Qiy5B9amrhKI1oVZWHeLKjDzufpo/iMdReguJpaA7WQCG72CXxXZD8UMTD1B7papsU
utWp5X372H/WYt7pdyz8pwnpxkoqvgOpWKdQnjNxdLlb25G1RVm+5qm0APHU1uCLoRvu/OYcUzbS
glJmxIrmjFC5UB4r8v3Hw5FWx3NiZXElCqwiSNQEK5GWupCwD+MPU7zuxJugPHjaTWeke0++DeM7
yXCG9psW//KmH3TTfvwZ86xdrO7JVyy8FZ43sW+gZnBQ3jRGljN32hKISGDYekXesvkvuwNEAsSS
KnQrS9kIGm29RDCwN01W4aLWTH3HkL9rjbb1SlbW7hrAtqEswozCOp4vYxKVATKDTDD4ErfcDS4A
JXuEAza+p9B6NdnlDu3A6zayk1+0IKHQG738RNnxQb4PXenAYfaSOMGtePzbdpj5tDn5sCX2mlwq
wIeeDytNtMwCqJav4i2C0LUAgYYJ9AFAZnmNLdZ1Unok3jOlctLquRSJEdGxGa+1aSfJW4XltXk+
NTU7+slDMxwtaUAOu3KaeidSt0CwbeOs2rKwCEFp2SR9PGEhT0e7lko73qomrZ4cp4NYRBe6sNJQ
7TARRldadROouz79HojHSN21wrVX30rDX+JUZi9AZoYCNdQlJpnS82lrqwzJX2n2AhUp110Z3lpb
Jn5XMJe7G2EOXuQW7eswZp7bAO7FywHKHAeM2XW9rw+W5dZv4eFlRBausFPXczybSmRq2PUx3wkb
5/FaiDs1v/AMIU81+pnmSS0qRyROczM21Otw+i92uOubokXTF/5+PkxT71EdDRnmODyEuqtGP/T8
QZOfPg6Va8fC/KL4f1YWAVuUhX5myiNgRyJdCEfdp9lxqzHjAlw7u4VCZzgAFdih+Pv5WHo5aec2
UFIbZnoviIeK3jzz2fOfkX1TtPwmtj6l2FfNvZXsrK2dtmZeppV5puPmCYWmy7n5ZNT9QEIA2pGH
hxqczGA8GsGLNrzJ2RehtIPJrfVrOChb5UHe0ild2eZz+gioGjgRyOYWO6I2eH/CHF8DbRfezaKE
mUjr/j6UyDJNZRqt4nC1qYvxtXFXN6OlkzstAPpJo7bXjHjjdbZypgKDJYvO1YHqwxL1LfaSHldd
0DhagJp2uJsm1a7MX224q1G5Drd4TVZ22Zm5RejSgzEVwwlzQg8nm2BC8zHYVcedXhuOH2+B30fT
IqDI0LNBpAiNj07q49w9AlPtKs9KGqe/zm26eB3PzW0tsGO3vc4PdAdOdr77YbqlrX3unMA2HBrb
3bfUjW8VR7SNb1vcT2tzffJBy7NUsBK1n1Q+CNCvHP4cjcAlZAdI3Hb+XVGNGw/9tQcxE4AoGaT/
kF4s74adr+WqkWFPkmzLFmgCgXzXeatfg6MV29/61M4NKDk2bk3KvOsv5/2P2UXskauO9GSN2ed0
N4ioTdvtgY4UG/3tT+HtdLT23Q0NyzYqXP+Qok/t79bV9/ro+bZi+/v6x30+uc1+dLzdxw6xdotl
Pgw6hHi6KgBczx3Cb0KRWiUf5n0V9sWt7zZvKAuZrnfr7ySYUmxgrk56tUUAsxYqTs3K52Y9PxGk
ScGsXyu2pHS2+fLxwC5adVnes4Et4rAi9lpXGlgY3jpXOaq78D6/j17rr6HjPWnkgG3/SX2d1UaA
I7jXwS62f/1/fsJi0dMi1vzETxtndGq73TU/pFvVzb9+Su/eviG2dehfPIeVFlzT1tzxZkt2cA2t
dDYFi9uDJfs+tVWmQDjeDQ/pL+CbR00/mldvr/kB4J6X2cI/9Ko/WQfjcbTfPx7+2sPzzPzi9jBU
4IjUkOFrDw+z8Gr3Q3IHG87kx7dZ5qXZKU412BuF1os+w9/rjpwH+heIFJDTO/csKy7CIp3ixmm9
XV3s4VUnOw7DjQ4ftCM2d4J/TelQjByzccR/wv/D2XUtN44k2y9CBLx5LThSJCVRXnpBqI3gvcfX
31Pa3W6yiMuKGXVvz8R2xCTKZWVlnjwncideIWD1DqbsPjrtGwLZBDPvc2VUujFi3pcOj2ulIylY
L+CUbbX2FQWy6ndmS8IeKKHidjFvK977d+1CAY0L9APRYGGI7B0pTPJSqj3sg1jIhAhVsoXwOfLB
L9cXmGeGOcMjVAHkVsT6BiBuWepyL0v6T6GJHqQu4MTaF00j36sKZDL42dCgooqMm4K2XydpdC9Z
d4HdOZEfHE03205P5pPkK5thNz0Ih+LrUfuFqAPKkrLXOjOZ7PaVd6rWPebJpzDDbpLWGEMBs5vO
OLYD3sB4miZebqNxZgL9gw1tel/0lhtje32+1944NOYBw4gExn4kL8639jRLIshaEkxCB8IxY/JB
DmN3DZZ2yhd0vM93SLB+dp0CilCe9t2aw/7WbEYnKTh62FJGJjRKDfK6zpZDgH5/D7xeEvrt7AWp
Q06E8t2IeEwxsaM4a9YY0gtSjuZ5Aq96aYTeJIUZeuHzsHavTyX9rzHWAO5GfIfUtISULzOT4AqL
CkNETTdvM9IJ1mPdmHasZcSMP4aKl4WnLueaNcYRNoHUgGKcYq+K0C6yQ97YQWA4pf6Qji1J24Oq
cLbKukUkXoCUp8V4ZnzA7KhF2sLhGXHmtg3eieprAlGoPlcex/4rC0J7SHlFtbXYiqopIbZEsRV4
L+bKTdRk6HQN4BCpg5I8iC1CIssFATO+OG7lDBQzkNMQUDT/1PqSNOm25qlArqwr5Nn/7iImlE7C
up3rCbso67pt0UABtlXc2RzQBqWSOXq/votWzwSMAe0JWlFAPs/PY2tI4diPZYerJAY0sd1PYsZ5
Ga/NqYyGaSoSgywfMuPnNsKknEVRqTq7LGcCIk4ChmjIJ5huGpS7oShugjFE80G8MRqQAEDer5Qy
JJEVW9Z4jTnymsMHttVAPRM8yxe1OXnIQ2Xom84uBNOtpg6tZuhEmTN/CqaNlMleUWSeMT5KpQ6O
XcXP+nlbyBKpzYo0WrJHN6AdCeW2B01OH3wkxWeKYqXWg1M2zQ5zbILBpctQODc44feq50S/Id49
igZiajaPkqpyJIQivlyq34xxD7V7uXuvTL+P7rWKTMVOR+//9c2xhqCjRFB/bDKnXg+0RhRb2Awp
/StQB4Ui2OHo5orgieXdZB2kLEP/CtCJXv8v0sJnxpltE2WBPCUzjPej8Ny16AQ3n1qpc6FeSyZQ
QqnzD85w147e6XDZo1eYWjt1dLgVsJbI8UXFe4qEtK46eqiTsXaUZiOC4VFRkXbpSCb6sQBv+Huc
d4b1m/M1a++t06+hDvIkp4m6WBaKE77GQCegNUEAE4hhDTQA7hKkrhHc18WbCBKjIn2ts9+C+cix
vwK3lQ0kb8FJrqooxjOuUEulpkYnG+ZffmoQ5arRC7IvsrzVdPS1elYKrCGvNr/2lD61yTw31FiS
qkkd4Huzx2jwQOc4CzqxFG+YKlKGHM+04vzOnD1jLZpHRQgtXGqKUb4VLbqirE5uOHHfyqY6M8Lc
Y2o8CiEIAoE+H8JtGMa2rh0bkOOjkuR16r8Ar8Eayn5UkIceH2bTJJ2RTwtuTSsWXUNebDN+leL4
qStNb04QIEjV9vo+od9/ERn8tchqIyNsk5Khp4hN4HkrOdsEUFFIs3+R4cfAgN9REfWgTZfxBgKo
2McyAZhXwJOMVMLyIYqf10eysvnOTDDHP5CVapQp9lRMig0So0SfPAo7ABvcBK04WXi7bm91Z4DG
DxoaOirFbB5HmWIAyMoaQyrIICheG9w1sW+CDbuYneum1u5gsP3/tcVs9aGwZlD3wZaxlOL9DKFs
K9aP/WL51QB0tCILj7Iat0RCRplMbTbfB8j3uKDJu+mzPLnrzDx/5nzTioM7+ybmZFhDNQ5WjG8K
8uRFKduPXKxusyz9GYwvOQqAaRA4IygytDQhi4rO1SD8Keshz+eshASWhXQsXrvgWgQN9PmRqUIF
MPEa0DowSI71Z985Vvqag3yNM1x69NiDcmqHef8hj1EHYgtNo84BPVToxpvA6VHMJirR/E/hMDvt
3eLmTvgo7HX3uvG1Q3pqm3nwDdaQzEZJbcupr2UJVKysbQ669etm1qbydJcx8UJZan1iUsR9W9wO
lPKuBVXm9GL0m39jB6JjYF0FpTvb4bW0RYmSH+zEoW2KvhGm2xItbFxA6bdXYdcMpYA/hphjo2rD
FCs9tuhg/hSj3tfnDtnlwHgOo2KjZO9QWt9I5kSUuXPy9rWVh/tes14rbFapSG+TWXRiK+d43FU/
dfJRzLkpgYWYwOUNP0UZ+/YqQjMIveYGoMpo+plmzqKu7Z3TOWAWVRCEXmhkTHY/o4zQORBnKwFN
+jcritUEkhEtImwlchSnopkSICfryo6MygvKgmjAsaUS5zpen7y/hujfn0RVZaIHw5y06Jkofqna
cm+Aacz0IBPYzz+VgCeSt34g/lpjruNmjNoYqF0cCEVBEoCIVusLEKEAEcH1+VtzLqBP/9/8sbdw
CREeDZJurR3F7y0KEJno5F1ud9prHTmGme4mHgnOWpYSUQZCRBMPZijRMzdyGgAE+t1HseTTZqon
IgEZUsQVydTyNlUmW9Arz9R+QS1HK37L6ETG44uIheXofe5fH/7aHj39FmZVF02uQVKJq7sdE7Cu
AIrhjLUSOWocpZvrptaW9NQUs6SVVmZmosJUOobbbJBIGPfbZMntZZLt66Y4o2Kbg+e+muQJ3Qi2
JgmHskbxRJE3unG8bmU1NjgZ0XcO/uRIYNdkpRHATCBkfh+rr0IJ8LzWuUKokAzMX6kEUOCo+5OB
8vaQuAYI7ltVJfHI49tcO51wtjKYvzQdWWfmjjTFsRdqDdu4DUc7A2W23hl2a2n7sfsRS2DwLRbe
nbUWhYH+BSAVE0lJha02jwj4msiEN1Vm5dlq+pi0ZZLBaFE7tSJDmyaUOIf1YpQSsIEoAVONScAv
2JfVII6QNhZMaFuIWy2Z7RE6BdpekV6a4YHb03u5vKggUB1LwIJF5GHYLhqq4DUsQhnZb94Pb/v7
/qd7+xg6PGrsC6oJWqhA5xbI3qlEDbRYzx1rKFRKHy15bL9oBELahOwhXU1sd8OpjlgXB5BWROgM
IvmJxKfF3MlyIGelHFax7Ryg2P12+M+P5x28A4FZ/MaP+9//4V98siX4DTnt//4dcV3iFmS/t53N
8bj5Om6c3fHl+PLrheMqvkkQz8IHFGep+DvKhCBBQZx/PicADWlqUPbQprVb2/O82P7+2USc2/MS
ZEMNATIPUBtyz9hX54bEsczTfMbkOzvH8RwPg3YJxxutrTA47iH9AB1mHU9LxuE3ipXndVzHqDfu
di875/Dh+a8/VfLqcpb4svGLDufEEj1AJx5JLEIpsCJY2h0OWDYIv3Nc3sV1CQO0BiEjFajA1zBD
iUsLHXIxiK52B8d5O3i/iY/tYG84B/07Cc9ugFM7zECkIS+jtISdw8fHj6enp5As5Amq7ggiAVOg
v55g2t279ubxq7Ifvx5HQn99zShaR/QfHGf/XTu8/CKg8SwT3RygPDmfWoBbtCKicsIOPS7buy2m
l8rd25uNbXOG//0fu2aMCR1HowB0vqbGHOx+4j34OJmw5GwcjimdupcLUyoU65A+Qn8UWzAUpzac
O6ulpg70BHhbeuypI8DwMD6H/r6+i9bn8sSmfD6XoZVOfVt3sJkD44A/UIjHny8YbWrH9m//1b/f
3+/3LmcRL0Mvun1PDNOX9cn56OtBjsQUhuEBS+J5T/67fctzKqvn/dSKem7FCCUZYhp0eM4BjJ/w
nvc+duozb5tcppmZ4TB7Uo+zhoLlYejN8bY+ueVZuMSuUAu6qoKLCsog0F49H4qSlIWQQiqDrtTO
IG+D17uO59//rNyf367S3tAzwHlrrB//E7PM8U+VIEd6DGbp/kjJW2+/vbTuiOtgRhagdQfHMXAq
CG5KlXT4leFfXwGiAbIATCJEJ+iFw+l0OBeTdZHbZeaDuS/MIoKEjfqfpaXXqHP4/gMHhx4eeqPi
GqWHlf6BP/Gzxz+/DxOOE34ceoyvnyednpeLM/x3uthHjFAHdS+efdX3t3nOf25v+hX0W/AbNwL9
4X3BJV4b8wIILpD3EOFEHMPMS1mC8FZtoDJBDSOi+P6Bi3wgrxj9rX1D3aRz9HhBzUVMA35WcEyg
nY8W4i4EbpWmjZTBhN2hnxvS6+gxstAjkmqukvEE5L47ic6mmTHGeOUuKYQkMhVcfiW5C0lIwFFn
D+Q3/m0Bfov+P4jcXIyXYNj+/t5+2D74W9fF8L++jr8wLVuPHqSX425zdI4vL7vjpidfoTOSX7y0
2UV4jviYTgoCAvQlQZ33/ORq6ZgXoMjAgwQ9bQARz8iYuoukIKFeT0Fv+GhdirdhU2QcJ7uyJKCN
0IDaAMgO9ULGKaG3rZ4XdUztSQI3OdCiYLcqlzdt1pKbtABpBWfzs3sfOBvEztj90PeSVPYR1vSl
0QzLBJ5A4JlqKLJbrmxRsVT3up1L7Ac1hMonaME1A61QzLjCMRbR5AVDEtoRJR3VnQnEOBFZoPSh
eJHwFgbPbeFNxats+NDKmOXHTHBN3ed8B709mF149h3sLkwnS+wDfIeeBMSUAy+zPCO/B95XrdCc
BWTX3oDjlNy6ALQOyHSBw25Nne+1D2B2Vrug/2yW8QGqFAF/YoZEE6HuoEESvhBTNw8DtwFvzvVh
r2zns1EzN0KgVL2WjDDaTZGbVDcNSGWyyBOGjTC9/wtTQBtBJAj9JzLbftEGVi9D7j4FE3wJ4nS/
kt2sQVPU4AQ8bBPdMxdTiRSCDiVwQ8LzHX9/Eo+YaWmoYQO9t8m6WzroCb8uPMbudRMQSMYrFgAb
Fj2ViOpQ1DJ4NKO5BsbemaWvLHy7PmOXgQg9G9B+/p8RJqCLmihYoD2a2mILhXAIfoitKyhh/5YP
QLrryPtswnQRH4sJKfSsqsZ9V4HJ1Z16Id6mWazxHkKrh+Tkg5hAD/XXpYpB7WdHYHYR7SZCPt10
tGBngHQgOlrxtra8uEdKzTjEmt1IvA+gBi5X1kAtEWhAEw/M85WVu1RdDBRDaBHa7iQ7F1xF3eri
QUO9RItJKTgW+jdHCDH9VLUtZz0uwpTv9fhrnVkPYVZnba6xhUvRj7rbxQiIHP8wZ2ccX0V0qDZe
23BGvL7P/ppkZtwa03ooGgxYCT6y9GGuDrn6dX1Yqz4AXFn/m1Mmri5rcZEqagLqOmLzE0Xu3Lwb
FohU8ZS+eYOhf39yLtW8RJW5xPwpyXxb9h+CJXpy9I/JJ5lVYjy5lYK/pBmoFcD6IqBiVX80bQPU
t0bjGhbHbdMQ7NqOZNx2aRWpBlgKfM1yP45EtW51fT8VfgyhsO4GaiHXF+uyBMSMjvHYNfRKk16A
vQLMLG/BV0uUzfIj+xFuy23yAFSQnz5hQ/7QONHw2topaH+BDBwS+2D/OF87XamzJiit1K7Q7Tp+
hglUNni84Bwb35ijk/3Ry6mUowYLMvA0gMRRSmR0z0LW4voUrkVSJyP5zvacWJGhUzPqNazkmfIk
j4qLEqs4jClA85zDu3alI36HZBzQXVC2Zw4vFLXUxoqgWQPRqrDxcghjzG993JNe242Bf31Yq5N3
Yow5xlKm6dMgwdgYjK4eHhMVwtXDj+tGVufuxAj9iJO5C+ABERXCiIFrTx4Oue5lyLyLAc/Vro4G
4km04xhN6+zLx+yKcJlbXOEV4D3lz2kYyazljia5TS27ZvSYQQ5IKvFEKOy+cWblLpo+m57zGavD
/fsV33nOk+ECbjDEQoWvKJJ9Pn5O2o2SPQYC52itWaHt+ZCj1MHN+50tOLFiWbjD9RRS091yq6aO
Zd4Kk2PyVALWZhThNaV5hi4VEDnnS6dXQ9SOAOeiljFBPPu9hf7omHB4gS5TbHBPJmoJULkByd3F
y3EeJUioUyuSCH2cPqszFWpNJRgq5BqaVPD/4PGBHm/jhqnZH0xzqdA5MM7lYdKNFj3XZmbWv0cB
uVJoKpahJdtLEvWOGWbyb7HNtAQKdiH0FUutEGuvnSHg5apm3nX7YVAm0c9ybUJk0qiV6qhKEfIq
m2uLhQZqQHEVpPYucM4Z0JdCH0Pgt5ZkpwjcXIKcmEn6+Z+CwehEasCpAuomIdJn7pWqkpRaMDCR
dROiMTUxvrJK4xFtUJ/AXl4mSAIgNEAlhFjIT9CrkQChXDx6ynYXQ0E0LCKOD1ydLwtKYVQOluqh
MdtuiPp6WWJo0QLr4UzTR4MeKH3SwFRQ82BFa8NBvR69mhSOgEaNc1sB6g71DKoJ9BHkxCyPQ3Z/
3f2tGkDGTgI6Sgb6ixkMOFU1IcswGDTn43LaJt3Pf2MAWkNg14IvYFlXrDCZQkuNwBgxGr+sTLRN
6NhwnvbfFxy76ugKRoc11l6D3PL5NJWNnNdNgqLi1Aa+FLuWjBdt7gi6o2gvYTI6tbAvTMoKyLG8
Pn1/DdO/P3F0QxWCnyNLM9uoi08witpqKHOOzdp2Ox0bc0FJbWZCSBpjA6sWOpMdZXIFU/NmjXPb
Um95MYcUZaDqhoSHJrMT0EZumKiyZ3ZjSIEd1T8n2jQyvjZDcm9NIAVRi2wvAh97fX+sDg9ib+g0
VbFH2KpmjvJjFwwwOw96BOi14qSJ8SMrwf0h/Lpuan2b4J6gZPGo47FFKRHJ4kKnuvVDpdh6sDfK
u1m/jeKtrPwu642mHQX5yRg2183SM3oxsTouDpSjRRXv9/M9osbljKAAI9Sb6F5GQ2fxq4b4qJn6
6uhdN7V6I4Ld5psNQAVl0LmpOlJltHXDlQu1dTvGsi2Nyr4LU/e6mbU1Q6L/jxkmYs9atS87dKpC
3FcZiDKCdhCczzEky5I+48wezxZzyaspeLTBgo81K97NbFekh6y67Xki15fgf3o5oeoKhCJE1C9E
VMI8nlsFt7GNx8jvvk3sWuyJkUVIFaskj5r7tMicsv4RNzxB6FUXon+LFyArCTW28zUr1SEyahnb
o+7wvGulBg29XNg3zwjzzk9Eo8DOgJF4TF/GQHwywEp/fVOsbnPcVWippPEl2yQszIY1LQJuklno
f9dhvK3GGVhia2OOH3UzcHb62kME4Kg/1pgBKSIe+YArZ3YvLQikxd5FypWE46cZCa/BYN1K2uv1
8V3CPLBF0OcPYV/0/UOmnDlcmqEIeSzAZBlVxxF4JKmKnw1Q4IOkiIwQLNcKyemKqiKB8qZYsyP3
qtOblWs0PBKF9bn++ynMAQwANs2yGteOpY12LeDo3Xa12wNRlPH6RFcmGsJoEpLmuBnwUma2Z9vI
S51/az9OEHxv/cRwIg0YKcBozQ+B10HIs8Ysa9yb3bDkBY4h3sv68lyHb1Moo06DJ5N1o/M44Vac
CyhTALUAhAT4PZ1xLm3VaIs89ri+NcNH3q8Xfmndg7nUnEtu5W41EMXhAUGRlxdNUeoEbvgmHzI7
hSpL86SPG024KVT0Q7WkAVdZX3EKo2vzCHYyGWyFGBnu1XOnYuY9FI8D3HTZcj/VdlRMO9nd9ok7
dC2HLWFlL6JdABlwdH1ZMoZ4bkoU9CYUK9w5bW/uJsQVZOohra4Bihikxr2u/lO9RQC6YBDNboqC
JkIA3M8NLmE5BakAV52Mst8LJulQ0hhxzq6f97W9cWLmu8J7Eto1rVxpHTUT4FmUtAfgc4NK9iaZ
48nWohLQ+gNCBjkrdAJ9//2JodrS+q5aKKda1UBVFm3DKekKud7NmXoUpjY+mvGs/AxqHfjEoky9
KNH7CN1CelHb18e8dg2iLGuhHEilxACqOp9bITLlvDPRHbgk+woN6NqIBvWAxu5EUTxBhENDPcWq
P6/bXd2uJ2bp9XUyBdDBy6chkhG/T8KxLnEQI/2ljExfsJb72kigpMaVCqVDYcKys6EycbUWTIHS
FkpmV/LvqXKnwZfVbWjtDWtrqHdW99znXo1uXy3ZjgHnCbnmD06nmXGqaCqTDNBB4jqePmLxY5S9
bKH6yjeaaIdWS2JekpU3wYxfXdqgjksdBstZgPzTa7085+ANkcvEHvMPKdpcX89Vn2DqOgCLikVp
hs7Xsx+7pQxpk2knovG03XQGGsxMWxxCMracdPUlkwL1B8gpoCEc7dpopTw3loZTMAgxxqbolYjc
eAwAyDhDkSxX0cwsBT/VMKncNBrlGzABPgrgiXRGo9NtJIAtXOIRr31gbfQAGUAZB0VtPK0ZB2WN
VZ1ohYqdFZiuoVU7NfGT1jOF1K8hdXR9qmW6dOw+PrHGZvTKRAm7Cm3paKO66yWwddQNiGO6I5yX
HZWqM+aJUzTyoY68SnJk29jq8VOV7OGkhfxBBOvo/eQIjpRwPmwl5DSwMqiDI32G9jXWlSitgJQa
ZmFCXTStqztcDdvrY19z0WBFQtcV8gsmOinPVx6E0xHIC6m3SmMjdWY0WjWQy0IfebPUsRdPVvf4
zy0CfAtQI8jWkJJh9tpQo2JmFtCvW+ImuevDFnkycUkP9SDFThB2Lbluj46AXVy8RgBdAUYCtM3M
JOLxoQlAMuNR3gpO0G8X7Njo93UbqxfQqRHG+0I4oRXHCEYGwbLIVCX2FApupilOl4ykHCZ/QSal
SKzjZFgxyK5+cT5gpQoJpq6/60jX+cT9q32XyojnEcxbiV3Wn0P/rC/uKAEs8TrJhzzCQ+L9us3V
3QnHhB2IQ6qy9Cu5KIRp0mDrZCMIlvJ2Pwa8VvjV3QnoKxKrSEsB0Hs+KimQ0gXAGnTat3sx2xlg
H5F9azxeH8iqs0EHMdD8Ehg/DOYMmKXS1HpJnU1Y3KeKcFNH9eNsxm7Y97dR2DjXza3Om4GoEqR1
6IVhse5iF45dDtFkmzZt7Vq9tPb6Yr5cN7K267Ed/hhh9gN0XSDmNMCIpk3oFayJkKROLX9et7Ia
7HwzuwPvYMgX5IwZgtkiSXXsezU/NqNkJ1a1jcdoIwQVXIq66StrN2q/DetfxVlItxrwkNh8ismc
axBgRFYQW3h49Dhl8buEJuyokb0hCsADm/u59jGWkw+UNscrX2JOQWj2bZP23CHupGfx5KxJUw92
RW2hoYe1KQuQC0yGE8YvyixvBEG/aaunJox2KK04lgrmSFmFlha6DBMEKJ3xrCbRRu1VQHp+Xl8N
5SJE+f4wpLolmsNFheD8w5owGUrAmTOIygmtI/RhehNppSjbmRUnL3IgLu+mlVlbtAuOYOycU6fp
O9SnwRue2mG3BKSGAOtr0VTifRHISeCA9Faj3dJpr5JynDqIx6ElGPKsuuIYclT96pMhHB1ZyKdf
WZFA5ytoYq9VJ3DLjLEu/wBDgLYtxjndzaHZT3YQNstDbzXSU9WJ6XvQ1hQYF7UetJ3bfA/VG+uQ
ikPJydGvzYyE7KGB18EaoAyQzSFvsU8NiH/5gr7ILqq926pqmq2ilLkzm2ZA1csGzivy4rBTemtK
UqUa6DwBoO18SSYzMpJlgdx8Vz0FBdIMCg98eHHSGQvMfTqCdmdO8ihHwrJC1LvX+5uAp9dz4SGp
DRX1aiTZ0MTO8tzkM/Ds1phgFNJenJx+eB8MT0m388hxW99b9Oy2/raEIhr4ZUQQazEev1cSI5wD
RAc9COU6h0LVDQ/ui8iP8XaxqyO4pjgvicusFGOTbp6T82wWcjfoeDPak6d+pbvRNZ3FL/fZbb0F
zYanbXlLdvF2YQwy0W2mdY1uDDAo+uFD/hzv0+3kVrb4cN0frGx6rNqfuWTDWq2KI31saFDiGR7o
m1tPw3AGThjAs8Lsv6SIkJun8dX0c3HCY7AH36ng/GOmpfMp+w7hT9colAOQG8NKsg/A6Bi9ts7g
xp7BqRRdXmiMHeZW6SW1Q7kNdtSj5A2bbte48Atvmc8LOlaP7cniUMdxMqBFNnLEBzCki5slcMJm
G8jP19f/MipFwIuqoYQnJLwejvC5DVQYBrFbYqRZs/cK7MwIZcrBnfWHwPBMC7I5X4bolQYnm3UR
tH1bpY9Jen4ttntHi/pAh6x5bgdU3jruSBxsalwCJe/c0p3F+AoMD/S7lPsPeSxm50lZn7Uyesrs
Vu/dUqkBO3wtxTfc+gQ6RK45gDO8FXofCAcnXLj0gysriKDHBNUHBFTAk8uYr9QgsdQSIRYU00a3
8opNuVcSu9oFG5pv9cF4VPjSY/h6fVVXpvfMLJOHyJJOUqOKPlbbm2WwBeUXcBKQieY8my4xZQgm
0GGARgM6OPCZnG8eJH2HDtUwJMiHBsrsURQNB4QH41fcIx0hqj3AyHpaTT/MQu1vi2msoLg3pEgT
QJfsZjSm5iFD32oI3rclf25iNb2vM6H/UVnCwrndL/MX+FbkMSU8KMHEdlE4ifNKo+iTzJaP/YtF
cleRSeSI2+Wm9MqBiE/t5voirFzrZwaZRYACFU0bw6DVHhUQEho8Moy1VT4dEeOHOjXsTAHBmi0p
LmisSwElkVi0E9W5PpC1TYwkMFAlBvLOF80kQj3UfSwhPjF1VD/69LZQkEsfGg4EaGW+8DxGmE5Z
AEGryFzrRT7UyYg2Cbs3RycWEHhO9vWBrIUo6OwFz4ZCez/ZR9wIxsZxaDAQeQbE2JULd+hl0gKX
30g86ZKVxUGuhKKmJFSzkLc/PxqDqFbZgEZ0JIfIUHw0011XuknK29WrQzoxw1wRwzjWIBdDLDT7
1iMoZWS7fDB22V1wH9vdVxGSNCYyxLAFp+a41suMGK5BE2LwgObgbQ9KvPMRqkraBWmKEUqP2qN6
o7qCm/xQjz+0W+QfQfO3NQvSQ1WW2PFWsedNAl1PjgNa2TJnn8AcsVSzYtmc6SQX77p5SHiCSWu3
45kBZhUTMR602IIB7acSky4gMRmI6sQyhEPd/ofOS7KuBUqnc8osZxRn0ZBE2KHRtj+UaJsD+fPi
qz1ZbgoiHQV/foVElf2iPHWcEG01wj01Tb3ASbAhCJmSqTKG2ryBpHYbm87wqpK6JBLdSHb3kHr/
3EGeTS49QicWIyBChyymfmUqiCi44fSPi/7MFmVcCnQA9S6nYyrkdKsPyaasOGNYP+Z/DwFd0JMx
1BCeqZcZY6iL0LMU0OlNrzo6ICXvuutatQMCfNrRR5WtmI2oDUigg3YEHW7ScdFQgjc/O+XWSiKO
i1zx9RAN+GuH2YA6xDWhQYKXYijcz8OhHV+FnrfTqGNgYrIzG8xOS/VAblGHAtNI+JAEqMLlboHi
UzhuuuUgN8e42IrW5/wvrsszs8x2Q/rcEmKTOgvV7tH20dcipIh2Cm+peFPIbrqoRAN3j+EF5qNW
3TVAzSqpc3078Gww224ulyCXO9howofF3JQg8VS5fdOr3hXNnCB8wNP9IgnZo48zVIH2tWtQVvea
Y4HpCxT0WWEb4jPk49T4pckeW1CXBxJUWLMngRd5rD610DUAvBDoJ8DfzWz7sq3zdiix7fvaUyAe
nnuFBC7iGlRrFkiIRiJO+4wrJ7U2uygUA32Pk0CfD+eHutMivZlp2rBxJifYVj8WtMTXxEInc3in
2dVBfIAeMU/KaC1CpfXpP2aZRU0EJcEsgDdP9w28KycvJKTZTXb/Vj/WO94zds2jnFpjHn6Gni5z
IxnIUOabSj2gJ9Vsgft3r29U+s3sWT+xwpLSNVZugi4cVrTmragcdTmY0AoB23M7eUH+dt3Yakhy
ao0JSSShnpZahjVwuvuTE2LJkjvjFiFQQnIf7x/5LUS+KHp4VG6gm5k4kLcbeHoKa7nf03X8bg8/
uRPKqa+6AJLB9nL3EZP0sGxAZ/Voub/lbesFaLSpUDnc7Xh9kuu7FrgpHaBp8IIzu3appLQ0RYSC
WeM0TYM0sm0ID9dn+P/Zo3+NMHt0XAD6bmaMrfMGR9v0t8gpfub70QnAtD5uel6EtxqBwQf9GRWz
TXsQfcitBIOyL2Ve4E9P4bF8mxZb0olIeEnM1TkERl9C6A5iGDZdgHYC1appvBcXCJ73XbIZec+c
dRN/sr2s/Hw5NskYT3Bpap4QALanNCTtwLnGV1z3WdqDCYyHNBUFM0bao4wnUpi3Ei/6X/EeSL/S
4rsM6DCkAM5dZGZA+2c0kcBp4YRT4WtC2S06RLwLYGWyzsww4+gipYsbC2aUcB8m+yHaaIF3fUuv
TtXJSJgrZpEFsw7TPLch1eCMrUiq8Om6Bd4g6Bec+AOhCRvkIzAI1F2Ar/uKho5o1cd1I2snU6c8
xxLe6CaVfDq3sgDpjI4jWElClUB4gwRRBp5rUhS3SM3A3qQ5S+tW5fPUPwe8Dk16DBk/f2adCa5S
QRkSNBciPh0Sv7WMR3EAsgoS2KGiuyBmcxIAmgqz9a+Pmvq0a2YZnxdnSYjXNwa9KA9tsM+0wyS9
K82HsnAO1OUaInFggHgMFNKoYbIQxhycs3orGhBiL0VINPX1ba4LIM6OOInRy3kEjgOYMBWCHUga
XMT5XV93xayjx7BA33Z/qMAVV4NZTdmKHRpr74uRU3xaGxg63mlTgIpTwML8pirX0QBupHYGOLv0
nEYPQvt+fZE4JliIn9brhRWUMFFpvd+ob0qvOy2vhWfl/Wrq4L8DFRQUKoFzYPZ/IFkdnkhoSVog
5vJlVnb+ZZFqB02jriHGh3DQH1On3Fwf2qXzODfKbPtZqIxxnGC0NtA7CX7zkefJV2IamDApZBHq
Bui1Zjxt3XVhFNcBTLjF0+Bldu4lfrG19tm2BVzXBn9r8WL4lX0cibVPfGvPa1+/9PXnX8A44VwV
9EKM8QXGAMLqrSa7gzLgznq5PpcrZsBUQxOMEHCgzuTcgeF4gZ2gjzHA/lmzdsrkGeJTz4PofcPC
zl0GqNKwQywI0qI/9Dt6O/HGYitbdZ7liEhJ/pC+SAMJ3USykdYh8U3sB05GlNBODoMbevmjxY0O
V07DmX0moKmzRW6hBIXq5c3iSU7mqe/S7ezJJHs2D78M//PX9WlduRjOBsyW+ACcavLEhMHgQ5PI
KNrpy7CD4pqrHfrJk74A+yQck5duGQUPC4AxQNpp7pO5UxNxFhoN8GE8oITH5L6+HR4BaNf3eoX0
2eJbH5INpElgQxOYV9Bc20UmpXhAKZ9mehk3oAmzLqXQNEOTdpCRpQ4eMrG/HReh3UoQreec/7WB
nlqjX3OymVJDSxZBQeNgEdcpUavPqcie5PDdXOTN3H1dn9aVnQNFF/Ri4ILQ0BHJzmpSRUFdYyGt
EiK04uc090SvHq8bWfFoJj2CEggYoVnF5sgnaepKw+oRl1I0FEFx0DgiBDQ5u3LNjK4gWgEjEfDl
F8sUm3liCCOe2Ej0QxCmMv95KG8icQEaZpAjolWRRQnEVizkcgqgy1K0jmy8oLmYRLy2urUlAUUo
UKjUFlrBztdfNbK4Gk0U2gTzOLRe1juA811fkJWIwFRBAQBWV3QvXRRo58jKpXroAEsJvHR5i5qR
JOj6QZlW8tA7huJCzju+3+pAjI/EjYMqCZq1MCq2rhctQm5FIfpDFKDTFyKqwWzngRjc/x9pV9Yc
Ka50fxERCCQBr0Btdnlvu9t+IXozYt/F8uu/Q8f97lSpiCJ67sTMPDorhZRKZZ48ZzAt7HNLoJKG
xSypZ9my851e9G5FbGBXUPqCuAZWXms82muo+EdT0x/6XqNvWdDgNRLpstzHpZlMvjSRUOlQeRe7
rk/BdSyRXB2buu+OaDfW9xUZw+62tCL6yCeOm2cap63RjuKWG5n+YYwFRiEiuzl0OIiRRwgmOF06
UVJhsCXRarcKHf6Z6cWwnag9/oi0kT0VTZC9CK1JvpYYJL+lID/cMth4Ku2Q35Z5bgg/Gxx5Q1PO
v0ng/HZGMop53qJvR5+EWn5fRLb0Jz2FQsRY6/I78m4gj42QQFCHY7+5dQ8KqD6v2+kW2LQ+eHQ0
3XyIBwf6R71jOi2EbkRxsJgY38quFlsrkk7oFqTFEESf8J2IzClCs7ooQdzbjQCITtDNeUjBHvYt
qabgqWibCLgxi1WgKdJi3yrHvr6RFHxiKEeL/DYvk+IGn9EMN6aTjL+Nyigyd+qT7EvUGSXKZ0zX
t3nTRJ9NW0ExSLPqHEUgy+oSlNtAFmTQvn0vplAKVwo7/kHC2txgqJxCOTBPzSMVDarqLQ/Wxn3n
IoK6/WCcoPKIQT1MkJ6fqgi5qtCqAm/+bPIoFFMMrd1NMVRq2tLDFOvvWFurMxhLAQnDNWjVIcFH
wFBsyqyqRNgi7mkvKFDlx28FJCbc7I6C7PRe3kLu5IXdJ5vK7x6zH2JjIw0zZkXQ64d98VdgCB3k
tCA6xgDtuecsCC2aZzjsZrLlYK3uhtX8Y+GCtMHE8l8TypVl9sFQ2C1MOMGWda5xN3o/UEe2XOPR
yX3zqTpEx9p1DmsX85prSnpX5qlVtD3shibAPylm+fLD/7Z4Sm2qHUkHlpE5UuJ8NdH9YDxdN7CU
SiGlQF4BAPAfYPr552nx/ijydkTuWBjahyUt6z0XIYqIlZ2j6+NMTbrNAgd8CDTjcnJbEUSGD9h1
9qsOzRj7N2puy6iXa5NvS4t7ep0qqUEaBkMfUlynffeqIaXlYqU5v7RrTg3MP+Ak0bHrNikMyLl5
VW+8JUa+qxzQuY/lTW78C0unV6ry2nCyHBElBgyzGT4Sxv24K/067wFiWaMqXLu8lUXTi64oew2X
dzPuSX3T4Km9xny/kB9iYIIiH8XYBLsYu4/kaEhEM2SjSb7NWLHNdvwF7OIbGpDd9c25ZkpZt6HQ
s2TUUPsOymgPSv88BSyx9Vv9Tvz13BFFanXilbJwA7FCmQRoVGBE0G85BPeonxZvVK/8XOPedb+W
LgMI7kEoGrKsHCqq5zuvCgvZNQ6WsC+9qIncUngm3Tu16bLh0Mdrm2Jpo5+aUzZ6QxI65pDC9sYM
3X7pj/pnIF2Zvl33aqFJMMtNoLEFeQDKmTq2AFWZWvSlxDNw022svfPyGz3kn7hyavSaItfc6fv+
1tmX33rHX8OWLm18JPko287KvBeAHt4NHUsZbAutdYHttoETIVOxue7iihX13TmCQodHI27UWOSu
LTCi+sy77XUbS1/rxBO1OJJNmEBKRnjCSsZ3Pfjb0CAkd+BVJWgrB/HL/2ZOOWPRSKu0SWHONH+m
1k9oLGL4bHBF/PW6nT/FWjUDOvVL2fRxldlEm19h0Xfni45aozsdUTTD5Xm0NmhogXfl3t5GP1bM
zkjzC7NIO5AGAR0FXtXzs1YjhNRBh1kaiRs0Y5h7f+6MFzKijBv5oti24zqyYel8zwBJNlcKMEmt
uOoIIvpwnqwxi7z0ysm8LbrupevLDKLn9xJNZs1ZQU0thUpoL3C4qDsWIFrnbiIT7k1rngvVetqB
GPORJR24W6NcP5R29Q0KCGu99EWLM7YfrXQIv6lCT7xraVMluGqKMbWAByDRtE/6iHwYSaAJr6JV
kO4yjKSsdAUW8gLMn2BCEuy/eFao6F584jzhIE3wcsEORXdnBdXu+p5ZOOVQ7gV4GDIH6NOpo3Ma
ANc27YAf1pMk27BJFz6vmwFIROv3dUsXawj2JCBoUf+YqQTw7/lXw4DcSHqnyz3atq4BldPuV02f
WPSTr5HbXkSV2dKs2I33L6aH1K/VxV1rkULmngSFaqy3vhntOSpmwcolcLH1FTuKR3HjdKiIwiPT
glhrl/y0MVkLIrRtkjrvLKA3ZbIGGFwzOX/OkzzOyntUrCaYxCMDhGi+EM/NCAXiApwJPwU0ba9/
s+WVBE4QREDGJZnHiMnN1LD6HE0pdEvkfdnHroyeWPLXida8lAw7Yy71oOWjFGImiGEZegZDTfqV
ZXdauq1RW8idTdVHKz4tLuGJKeUSyMvBsQYTpkYNRE2Ga2TdJk1vQnAOJcmR/TWGTfFMiY9mZArd
qeclBG1dIoLbsO/317/SZTKi2FA2YgZtt4h28+qNHzl/HgnIVwbXHm/a+KaetkkPGic3Lffoh2ts
9Hj02jvPvH1Eowro+S8rv2ZewLNbSPk1yh6Nja4odIpfU0tQNN5CvM5FRdKVwImX/NYJatfQtxiL
FPlmVaz3Em8wG0dNErOPmHJHM/X8gGi8SkK7GXOgt4z3BGkE6AfvNRBB2CTZjQ5En3OgguqP3EmR
iwbZ2qeY//6F8yB0RH3XgMqReh3itTD2kTaTUxKOsTNAk0G3mHevOkeHIjP3GnBeMgu+U15/o/rK
xXjZRIP3UJVH5QVXlYFR13PvC7OTPLXhvey/9jn3AwMUmXbmsbB6CxzjYBXWphwgKjwOm5Al3/o+
3wS8PdYZdO6ub4Ol0HH6U5RjxgJmQj0cCwG+2jIUG935bYo7vQr/zYqfGlIOGBRBdTzJYaiySi9N
3kx7Z+gl1LO+cNQ2NTx1ZePG5aMpVnWpL/KtP8s9X53g69ZRUjhfbgdUtbJysNxzTcQsN4z/MvUn
cMXHA9sk8YMY7zNj82/W9R+bc3g7uQEmipPVVbAJqoqp2hggPUl9Hmf9rk6j4V06Zf983eLSxQ1H
/+PlBeWdnOoupUgiQXcOTfSgws1t3eXRS+bkHkq6/nVrl+TnfxYVA4gQoEDWo2pIpSBcKTpdx98W
tismT9efGE3d0vpi8x/xLMcG9Xb6rQgeur8mOjo3rU79NoPGEnuE6bYatqAbybrOz0zUwJO1GLm4
c2Z5OQ69eyQJys6x6kGbagOWsuJNBNt69IzwDpVmcBHfANdmTd60RrC3GBrRgPqvTWXnWNOU5qSA
TQ6l3cTapjr1tOBox1uN3fJqNwUbrvkR+b7yQecDqIbEU7tKxzSSttalBHYxIuLVzqFu7xlHIPTa
/ph1QI63fpBu8TzBMEfA12YAFuMQ3mLoUYG4FQQo5+eFNPGYOBnNZxm/166PQWIN4RvxlmprQvHz
X7rw88TS/EtOTmY7yFQfelgqwHJWCuGbMtqW2l/TWGOTzik7CINnUZALABqRA3hcCBzSUGK34jh0
7RAxJ6f0IyHdykjD0vKhxmFCGRr/UXWj2lWdEU3Xck8zcg9cQK7TCrDvV08BXZPuW1q/U1PK/jTR
hQlNtGdQ1shqPzFBtQqJS+6XfI3E8/J9Pq/hiVfKlrRALCBlBlNFftsYH4bzyEGXWB1F+RN9LROi
3uSNBHtDfi2SZzIAqL+7fiiWYurJD1CLK/kAOBKmv5AmFL+y7Ea3j4TGnm08ZtFaN39eNnVbnppS
cgJZBbRxwrDwmsn6TMRbkmO4n0u/RBPGLsVW0nTFuSWLWOD/XovK6oopKjM5XxiM/oq126R0taBw
xeCZ+l2crh3wpW3zjzXE0/NjF5BqjI0S97+VFzdR0ezLJkDC+fv6B1uyAl1bnDgMozLgTs6taDHX
kkYG2Jw5OzhN99qVwq9ksLluZvG4nZhRsibTFmlEKMwgi7xtC7qdYCIa2L7OjBWo2sJXwvg9pioB
XuQcYymKR1H6ny1oOX2zSQPq+L2e1RhJsB7jVtN9Vg/CBVC0Xskn5teIsiEZRJTAcW3APldJZfKy
4yLLRIEuTKQ9m11mgRjVliubcN5kqhWoOOM9ibBvY1zw3L2pMoMiM/Ewzqo3aCbp0XGc3Cb4sJ3R
xeSyS9aAwZctSLCso84NiD94c2eSrXOLVSFB8lfphRfZpWtiiC7tpNtNljd2KMX1bO8Y0yYyqJsw
7WB2xLWscMPaaNdOIDcP+/soBw6b95uJW1/0gri2ne5SJ9nGTuKXueMlINK+vt0W9gDHNzCxq5GE
IDc4/8lTgnpCqhHo8lhIk1O3sjc82FTde2hW0BNYsXY5DjLDUgBtRS8AhWvw+J2bq20UFIzZnJVh
ruZHj3lutKM4e7KmPek3fbfTmHfdw4VAizhkgQQUzT3MOSqvA1bYNk0nWnhgZPCjEE0+a1OE97V9
rGi04t/C4cUGcHBNgs1oRt+cuzcOfVoNJdxDV94vA+SrsZvGv7L26bpPC1+NYRgeXQeMbWPmefb5
JNGwZK5FiYRPQ7tjBmp14hD2X4wEL8x2byHS/2/m5p9zYq4g9aRb8xIO4WvhCJc497F8EMFr3ks3
+zePKniHofS5tQG1RGUVs7KKhkbnhQfSmdSGiHbrxgnxG+Mtst2GHabirgjc6y4ufTkLnw1nAEcB
tLXnLoZGxwaR9oUna78F2WGe/s7HL71eryzlwm4EmcE/dpTwHmYOFEgIghKz9xJMrdxlGkXvxkvL
VRTQvLPVAIh7CrxaBkBA6Lyd+zSGQ13TCLYs8jjQR23wDJQjoO3XtdJlztYiflFuawC3YnNny9/X
V3TprGNzwjTYgPGvKpiXcSvm2Tj82aSt/jOpPiy2NeS+dDydAcjS7dJh5VzM0erC4xOTykYVbTDk
DcdX5BCUmCbnJTPXBmgWP+CJCSWCCW6OPZMwoVXiWLF6q4XVVtbRHUvSr1KMK+jupTfb6Sqq2GuD
p01pt1hFq+p/1eLBSnXotIUPqCjeQOj6RQvtrYOyb0u/NfZaZrX0FD+zrhwLp3DasXTgrWgOSbWp
YjA+lc9a9ysI32xxLMoX6ALW5peSrrw6LpEauEtPdo+jHJRIM4x8tGG5rmJfq9E/a8WR8fih5sVr
U6bbsX8eTbHTQgkm/JfRBBA4XQnnq4uv3B2JyceiL7H4SfUrDZ66qvdbx8viB1l5qTzkE17rX5s1
4ONiLJq7yghFAFGpics4hvqQU1gVxM/bF6t5DPptnK8kYUt3CBiY/t8KVbLmJA66QmOwwigypA65
ynYie4N9GDP67cv1YLCQi6FsBOWUmcQF4xfKqYmsMacEjF+eY79qebLj5dvoaC+1Dh7Ogh9jBvQ0
WxMgWTGqFnPAYEO0voVRWYAS5xVidTFKDgL6HfrRCiOXr+mPzQFVCT8YcUUjFGx54CFTnwgYsnJC
o0b+hxnvsjVcoz6MwN5dX8qF3XFmRDkYLONZ0ILX3ZuGxxZ1HDBdQvoEy7dyU605o+z9SLNJYZWz
HfsHMKvoLKDDusbbuRBNkX5icgVVDAwoq1s9rzCJmKBV56GzStM3p9jY0wbCpijXrn2cxXU7yXQV
fxwDAxCFDlNl8DDJ31X/YoUvrF15Uy3tORDp4OMDYjMj2M/vXLsRhRHYSJWKTLhFcnDIqyi+2cPg
svbnBPQlYsbf7wek7gD04IoH5FA5WmPFUyi3wCIQt67WBtASCI8EbFNG+tfQGmTvJ6bUmgV6Dgmr
ktkUCO3BALTXjK/gSHSnwn687tSlOOwfU3hCzYJz6AkqGW4DKrByCFnhjW2d/sqDsPhhl0T71htN
+dJYRsA2Y5GGoJ0U6TGdJuvIR1By7whxxCHprKJw7SGi7SPQ1aTbRJOopK+bmVzJOBaiKBrZBsTq
ge9Gu0lZ/ZINQ9ONVoGcCqJaxpY3jwxkRClmQs1CuH39fn1hlg4MUA+AAhjIUtGwP99fIe9KWTaw
J9rKTQogg98HJJBcf7QjsXL9LfqGti+a9qjEXzQ3NFoXnTn7NlU1AcGsGDeGVd7VYYk5y6m8T9Ii
2sP5FcjD0jMampRo4c1Sn5cvNpGaVYSiZomRcx682ZCNeLZCSl6maDCIZ8q0fe+5mewNmrHPinXO
d2cQctNIEAu6A3o+B4Co2Tc8WMLRBX+I/WzHCUt2WkH73ueVFGJTS558ZQJyaxk3Gz/WavIZTibq
HYSEZDUVX6j2g+EZM23Q24J6lAqIDkrwqPQJwM9l8W7QO8OBCgZ/Ko0nwxh8Mdw0dIOW5PWtsvD5
zmzOAfHk1UatqZbUbkpPS9H0TCc/G7/PdVWWpm4L+G6Ldv51i0vdxzOTyqkdxj4cLDqbrDc6WLno
Djzecw+WWPuSgCSuPDjhHepMbbXNy6fSebv+A5ZdBpkZVJIQM9Q0A5ctOJvSDiyL+l1Z+E37bLfo
y4EjGb0HbIbr1pZyVLj7X3NqgpFgZKgMCL5qrAPTaOwL536Uh67yNEynzQIAAX8rwfyHJg//NdRr
Gm5LL6wz+8plA01VsDOEcDecDjHko6Ov4KQOdW+MXoW5H9i3MoxXfF7ICs5MKvEHmt1oSswrbBhP
Qv7WoVvYfV5f1oUr9MyEclGXUqbToGNVBUSGC+AzdLJlaK862T6b/Hr+spvrFheCKtivQBVigiEN
dHjKOmo9cfrJnEBm7NyMNiRBbdepf0TBzlr9Zkum8P6HwAkF1Sp6EOeH0qkzjOKEQMIO2keR+wxi
PHYCJrvMHaY1SM1CxoPJH8w2Ia8izkVNg7Zg0wFRD3RwM3Qx8yNy000c/5TV/vryLe1DTJXgLYHY
NiOLlWNPpM4DmZLSox0Dfjm3aJe6NKXC75u2mNyx0Q3hQmY9P3LNbns/izEu5FfhkK1gz5e2JwF5
LQQKIHV5MYIqQxHY+Rhj71QY8gnB74oB+sC2VnLjha8ITQwC3QaMuxJs+fOvqFPdbsmUlGikuikY
lXXjBY1TJ/lhrjGILh0GEGSYOibHUKJX+XNkjikjCupDzwbzZf5WjrGrNzcg1su0YZcV4oCLb+Vr
zrtdecXMlHdg9XQg3IjSzblztlbXZUUKXL/6p57skNK6pItczOjLIdkmzntRvIXmW5yv0bIuruo/
hi3lRTqUXaK3JgxTTXpVB7IDzY+dRxZ8N1LpVv02Cm6casemfeR4DX2srW9R+D4V980qk89CIel0
DdSIMLRjJjuOn6JptceweXsCIBFUaPXvsdV4Zr03smM4+fnohhqwy16QD/8i0uKlTDGugsvsYvLA
MgMzpGaFP207m5g9CAG+lOJ95WMvJSbA9c00rhZyEJU9wLBaIws4rEh0I/ptanwPsp09b+R6G483
dSw9bnUrrl3WVWbBC/KPXMN8jE9SkwLSyVqagaUl1LItzXfW9B4G93TctU246eonQ/9im5/QCL/u
7cVXVczOAfPEbFO3pp2ZANOyuNhqqHny4W9T5tkCcFeQSgCrKsDQ5xbqkIRm02C+aIYXmmRD5Gus
7ai275LYS6O1abOLCA9zaDVgeheHFfgj5eJiE2jnbQG4NyFH3GFe3FKviT8KLVoJCksrd2pIufab
kuVhY2EWl5b5SzflX8zVd+xF6J59Aam9hV4kmNz+jLSefJyIBqlpS2C6RfvNhsBqBaqMlbB9kR4q
JmYvT0wwvU2r7I+cUP8K1QwrAiUjZV4XAu7zWK3BXhY/zolDyiZ3EkevogAfZ0xuCJCQmlW6vY0X
yhqUYM2Qsq0HDYBLmWDl4uCG2K8yvaubZ0scrh+epe8D3VTMzs2RgqqY+yGe7InPM0NhaoMRVXsv
ywpjSvnTdTNLO22GmoBD1sB/ag0tEDqbqIXQYCcxvdUD0rlhS+LX61YuXyrYCgCiO2h9UxDeq6Ag
vY2tHHhZzGd02kdXmTtDM10N5LsjS9x+EMe+QQy0/Wqst04XbkIcKbsMvbSz/00wxIC4iRYJkpYL
ijyz5D2mjPBiqKeWunkkBzfB1GhNC0gwFF6vOSCBAnldGblNPHnFxFd+wRyUzi78P2vxzw9QjgV3
qjSz5lEYDvmQvNsm1m0OnhLIr4eZvgGWF2JUKydxacue+qycDRb0eN+HQC859bCN2h9NtCt605/a
HyvfeQ5M13xTzgbLnTGyCHwbGSQtcvCUlj2ILKz6JgQHvIsnpG+1P8wp2c1I2NhAnmOuAWEXr7tT
b5X8mCbSsPt5gRuMpKXGjvaZS+3fE/tZ8R+juGsBq0zorulWmkdL8Q41IhSmwPILFISyyrY5igRK
6AipJN6HluM6BZj745fW9mMgKaV/fbEv8rc/++gfc8paVwXUWTSoH3uhmL7mY7WRlN+UHdoJs8gh
cT6vm1vcQwx5y0w3jXleJQnHKG7soLwBscjO9scKvcz7Sd/F41oyuOgWxiVBSDKjutVkX0RT0dEI
dqrsZT4UstoNJPTt6s5e02hbNOWAygmoHB3wAeU+L+tM8DquEAp04unh3tT8rNiOwffIXCmwLm2N
eTydMQOdduQs51dhNNpD20GS2yPtpmU+J08yedB5j17xsWlXTvvS1XFqbP4xJ/cuiRLgvy0Yy2WT
72RMdBczR+3B6Mx2ZQ+umVISsCSZKpoRmDL7e2v8mWqPkB1bsbG08UDgggwPeBlMBitfiTQAnBcx
NkTZoQbbodsMFo/S0ICMXLG06M2JpTm6nSxcDO2hySlgKcTElGYCsxTcS/l+/Rwthf9Td5RzFFeS
6pjcQ1ZMI7cCDVsVuYShkv4lGyu3GR6qanPd4uICOhQAQVDQ4LGubD5cNmGXj5jzH8Q9LbalfohA
uhOv7Lo1K8quwwvO6YYKVkAJ4rig/fhAEfQmIsZDKtbgI5eNciiB4sTisQZ/EJDmL3nypQRwgyS2
Mb+fIVmoc1AyOaXLq9Tt6KeVageQrRu4fthN2EmIgBDgP+qVa3zhSM9jJ/oML0GzVT3SQ4k2YDn/
BIt+GtYGQJaSHWRRu7r1E0T2K1tzIVTN42AA10G1EC0a5aChrlQATqrDYSZRcNS2KEB9oXzYO1px
m4WYtru+ZygWULnI54WluM8gZ30xpjiReuhME19z0vmm5/YGspzXLSwcNtswKDRN5jogyEPPPyEg
W+lYo7sA9PFHGd4DuuLG6Qrn/poNZU/SNNKtDDg7KMXWYFP8SCztSOxhe92ThZ1/5onybfooYWZY
YifUMarfjZeCEsR8Ia21smLX7WBc43zFQCyD+hgo4D2dSrfQH0QE6WRUo9co3/5c5erHR00AsEH8
z7FUUkUDEs6VWeNZPdWgfXW7eiwTV1Di+AEZ0Pdy7EIUm6yrnE0AqqeD6If+EPeWcxzseUQ/7UXi
T3bV7yYh4i1sdL9zPdEjt0ah8NFunSDbJHUM+cFomELLzcYk6Dctzpq17yB+q0NtrTE3SVoaAGxN
w9egn/T3OGzCoxOV48cQplbwlHSG+U7REfMLoUFis9etcGenhP8KomR6tFIjM3zNlvmuLMu8d/kQ
9jH6+HUX7OqgteTRqRMNRNlNQsSOhKH4WgNr9FWrK9P08qIQ7+Vok8jVwiDLPbsFmgpay/m2j+vY
WTngS+EE2NmZuAHABQwcKB+3xOWXEYx1BzlIKNiuRtJa0v1QHUu6QU/t+pZdOhin1oxza2HcRQBx
wxpgTi6Q1ehkY2IPJY3rZpZ27KkZ5a5rEnBLOSPMEPMXyZ6S4Fl2P6tVzeR5bdT9iv4TeN6QmTrI
ss69qQMmHFNwJPzVz9L0jWxn0odExKDjutXinVU8ONUj50/XnVt6Z4A49h+zs/cnl1DfijDFKwDT
/+YvKZlbZM9pk7hcbhhGMHX60GibNvK07rBieOHrOXM1HEEThMKAP58btqup1RzaguXdin7S4mOS
oORiT6F87SATxMNxY+MZECbsMLT3UwK4LweMUxQ3o2ntrv+WhXvp7Kcoa9DWdgqpW/wU2hOOHjzz
NQbacrMFAz7wGKDQWjknC+kTHMe9RID71jFgdO57wIM8olmfYbyIvxQpECx2mXgsC+47rfiEuui+
GZuXkq4R8P3hQ1U22alhVXWQZSTpQRWEsnwxHQI9RYpjA0nfarS9w7Dp0CPxSeLbeAJc4CYRWnCr
g+0u8oAfEJ/BaOqa1yacQFozk4+6Mcb7GKQVhUu1JDXcsQvad5Gw4U2GkOB2YyqqG9FLdjPqevqo
x7iG83BNwnFpCyMXRW8FRKLgLlQxq3E4Na2QA9TMNClR+u7udLthiAr0HQj/ZFPXyRfUYR5ZugNx
iOlCp/Pz+ga6nKXGXBUey+Cq0fE5Qb5w/kGtkFnN4HSZx8dXVupbQbI3p89dGacvDpohoa1j8kp6
pKldIobHCED/lkUvrfFCu/guIF8GzKFq5hqL68LaQKULXIsWzhm4CtW1gZ6ySWu9grRHDqq5ymwN
L7KmB1SU3KAQm3LS3Xj8MUBjIW1+BhV7ub4wS4ccfDfQ1wQpqI5n/vm6UGGBKTPSIW2jZV9NQC+d
xnrjJP37pALUHnMtDMUXvBDUe6ePB84qbOuxn1wOqddZ6UPsMkxwX/dn4UPPdUbQS4KLAqMBapOn
Iej7EnsEbY/xPuC9Tb8BKFgTP5tupP5Ku23QuaBeMqvBTaEBAv6/NDqIcK+bHpi0Vn7N5erO9XsU
MyDpikuXK5mhnoKHFAcLRTgG0ncBXA3m+9b0sxZiBr4cgiuaWzYKuXzOsk9uCC11kNYKqNr627uH
L/M/zzvX9W68l9HdC3e/X8l3L+9bKKgxTF6ACxDnWuV07oS0zKHCjRRCFhfS3wPgpcbb0K5AXS4f
B+dmlKCPpNGsmlmlDwwsbk/vR2eNcenyWpkt4LUzE1jp6HGfLxxLx4hkDBYwYb8Z9dd88pMcwznT
JvhrFrw/8QePSfT9gLtSe0icTwG2AuJP4sTtY5tHEN1us7+HJMHMaTRR1gx8Hkzytobca+VsZYUG
66iNILYR91PwWTfRdgSQ0J3wihjWKndLi4muFa5LXJoI8sqVWRQBMUGyiQiLh3Ik79BYnZOjYLid
kr+GR85u/mNLxSxGPTBmAqrDnjm1oGSwQXl2a0a39tobZdEnZqKeBqQcNdRqZCI4KtoAm4GXpXWJ
XrhghOnG+7T9yLXdSuC6TC/h04kt5RQPkjYgTIUtPFmRk//WCXLyPQ8Kj1o/JpS1I7otzK0cvlw3
vOAjHmAOmDWgGgEXlTTPcOyosWiRe332GYIr1shxM1NXj28sJ978C1soLsy0UgDN/bkMTyNVX2c5
mANzzwEendCdYez0kmEOoXPbv2+jEkx0oCONnAOAeDV9LduxMsKxgq1mx0E+ljgoexFMqKys30LX
6dyQcuZKc6x5OsBQl90m4m4qd4P5y7A3oGXM0WWX+S06LbrxVhQHu9l0ycoD4TJVhXmKDh5uPYyn
qRWinDlpiGQU1Cis97Ws8dqIe/3cBbVecqD2DPNXsjZpvXADnNlU7jUT0czIKGxONN068ZZkwd4y
b1i71kdbc04JKmXVsrgcarTdgQIFHz6cGl1QMhEGikMqvUjfRvb79U16+UY+W1B1hgJ3OSTFDTiX
W6i03bSNP9GPqaF45HtDXB/+3hrSUh00YHhigdfq/A4aB13WKJ7j4V9EG3OsvKQ+aqjvJeCqqLre
BYBmJSlZOvCnFpWPx1iHiVQLxA0aKXfNAPho4vU230YiAwPsWnayaM3ACxZNFgI6FSXzAzwlFkkN
/zDu5I+55TIodERj4RvhW66tPdIvvh1AcVC9xHjanGQi6TpfzaA3etl1REOT1QPXNQHHoeAGoJx3
dvyEF9v1b3eRoczWIOoCIQikdxfXg4hY3qQBrGnO9yYLvZ6upEB/LrKz56BiQbkUAkHbqojRheC7
6We0Tw/baf/b3Gk35Vvk/ZBu4gE/5GNxt38teQLL3EJIAdIQydEfAYyTUC2Lxoqq1NLcXMdLCNWH
9r4p3mJA1RLMPWSYx+//Wq1GMal8vDQDYbk0sD3C8SNFbxNzREXs5um2JN+ljWHrYOXsXaTnikFl
dY1uamWOaq07DPe2sTWhf06i3fU9chEqFRvK9RpM4ZRZAjYEQnIANcq+cwFQr+iKL0t7EY8rVGpQ
6MRuVOIIwP6NMCLYqcsvqQnq6DUpo+XF+seAEjZ40o5TVswGhhdUJAh5EsNKerDmg3N+els2mnHS
woQtwJIL8seJru2xFRPq5GVBQKmUzcvUAHlHwzfdWfkOy8sEngCwIEDujSrZQDAYXGJ0Fj7EzQy+
q+tngz9f31N/wpgaFjhGmlEdsUFdqeY2PRdc4xJe8Fdj9w2zkm8pyPx3ZJcc8l2zX8UCL27iE3uK
U1XOOt0oYU9uyQv5Jr8Z3nPiBVBweDz2R+No+frO8lecNPC1rzmp7GjaTokArAwrGSZ+WDGvrv3J
uZUdtLQtl1sPYtYSAIg1aXx9jUBzcZ8AXQ0IHkMdUCUCJmHCE6uGx1ZwV2UPdvO3b+g5LJz8feU0
hVLKGBQZuDpG7lFTbkbb1ae7dE0KY80P5UhV3AzZOIe4ok7djOwDfQ0HcDnVde6KivCtaafFfQgT
qHNYof8RPU1Huf8JWlzxmd+mLt9m2/J1Tepu1aySWESBE01DD7OO4Y3PT9mn7kVuhozwtn//OvrZ
4dXxM7aSO/15xV5sSnw6Ai1JpBnqC6bTO01HL0lzJ8etbthPYzfu7Lvqs/W/PMapOz4InIXQr934
Vb9d08q9xOTPS31ifT4yJ5cy2N2BhAhwJEbmTmJTvEHTuHaHYKPtjK9i5eb6QwJ16StIXVDqAW5F
RRoVWUSKaU4B4mP1Wb0ZHsrht/xAdsMztB5vahfomdtEd9f27KKbM44YCur4B8LH527a8TRM/QA3
h6RwOfNLtBni+9r0zPFQMj8O7qu1rueis2CXRZADsQjqsYrNJglkV2pwNstA/a1v8s6tdvkte8YE
4HHcYh7/qd8Pu3jz14gGfNNTw0ps5U3VVlKH4cS5b3V3JF8o0IoV218Pp0uB4NSMEk3xLdEnMGBG
N94xtYb+0e/rBhZz1VMLSkjTrCAwAqA8MZbmVa5xU27pY+u64bEJfe7a7muzz3dP5oE9rp2LhevJ
RDtTp2CEQSFDHVUxhlKwqR41t2peCXo1FajvD8PaHNrCzQ4ruAxmgAQm0ZSAY8aZw9J6QpyjmxzN
E1EnaFqvSX0vfCcULTAMrqMqCeyJErD1/yPtupbjhpXsF7GKObyCafKMoiW/sGzJZs6ZX7+H2t1r
DoY1KPvqVVXTbKDRaHQ4x6s0qc1AZBwZL4b2wAeMcb6vYeWrU40MJJB/MbEPhqSZT+j6cHVCqWCe
OQ3M/WDppr8xzhLR3cjynJI0TriP7WafPsimbw9mY06vl95VTipeGhlJL/UZvmbv2fLpNLnAWduK
xLdeEvO+Kd2sNPWJ8xot3Fyghw2HNt4AMyOnuN/Hqi15f3scIAJ7iAc3AIQwqk4tc+djphjwvYFZ
RAc+eZQlxu/Px4leZRU1HRXteKqG5pNrFbiO98O0zwOzkX4L1VPf7PrAARBUEDIE3dj+rMhCELVW
vuHhXPigXxAxk9V7u1D7Lic2E+JGnE8vrdBXLCRJiGpvzlgyIS0p5S0UstTXgQBw9oARt9P3wkJj
hem7zSHcdWa6DUh0Uh6SR2ObWogAXO45t1lFs5szgkZ1HhUwZO0xk48qxPXiSmkGRLOsD0xB/N2E
Vosxl/sGuLKoVwLmxVgYYNpEgjqGEKBo58lzgnRboA+V1bewYiOousH2FJQFQORO2WDspYKnNLOU
8ph4NcnEzQxsoSeoqFj3FVo5UUtRNOG3MBi5JAwQNUwXOXfbetfpjIh2TRtkQ754IjHgTV/aSR7I
fdtI2BT5Qy7AXrH3anCOoaQaM0x+bfuXkqgbMxPVCV1FkJSDCS/KUMVmDuHevD1gYUsRlIUZmc7z
eSFjvRxNJGFNRNuzCrv23RF4DPCb0+f9Dbp90lESKZPzjaEWkgESK86ZyRWIbJZmtvcPJUIt+UPR
TVYL9G3imhJJ2V/DTbgiZIhsdxl3LFAyNX8Z5mDybyAOUEYipBZnje59RVcsEZlq2Dt6GdFcQhcP
m77vYrlWgDaKDF38Iqt2VDHaoL+KaZSvggzMGwFtQFbgta6Pr8SpU5cNamB2VnnyiUb0nXZOH8Fy
ZwJz57dqgdPNbEh8yE6/JbsnJzS7gbojJT964v+8r+/tiwFzo8uPoaxVr9JaAXljYI5mBHZTI7Bk
jOlb00E2g5+N7TkZGUoztzxTJGpOPMZ9v+LKrsRTloypLE9vPKxFIv3SZeIXCimjxxyo7ff1vK1C
U3pSBhzNTFT1BEGjLZGU1KfKEe3kGbg5j81G2EzuS2fKDmhcbdlqToZr7NoNijOMedNVdSWgMeCV
hEheo+5dXe8NANwYAWY8rUgCwYGl6ueJhXCz4oFQLUaXM+CAgIVGD/C2oSSG6tSGptKgp+U5TF/u
L+btawSLuRQwf8DiAqp85PPCBgKajxpOziDJNtz7tr4Nfk4n/qy4vpkGtm1shS1D8tr5XEq+OTth
KZYdJNd2npDuTf7dutMZJJ3obj5y38tDHeJeZ0XwrAWlDkkntlkASJfQLGKnTi9N8fu+WrdmMY90
ozT9lcy+CffCAPSOdeWj1zQSm43hNSddnuptk6N9thwCVvvY7VsIBYG5JoCaMTwQ+o2u9y9JpiJu
OyREAsnsbfT4Y/atsfofE9GtJrUrMjoReY2fkTLwzU8eVR7GcZx997ULxAdgdAf+G5Orskxto6wP
HNg38QFdCGczezv57F96wkwS3O7ctSBK01KOkkQMIUh5Sg4aFpigP77Yh9vU/CZ+iI5uEBaU2ldP
1D3lKJ8Wp9mk1Cpkonn1md/xpvzeYj1/6efQRIMuSX+y6D7WlvOLUBYUTDh6NNRLp4kgxp0nzpRS
IXJkZ4E1GBe0QPKRBf5E4rEadVctCNekAdgxdKzdwOnyY6dG3BRg/vMgWdE2tXvbsHFzoDoCGrLo
t/+sHTvdHIlmDR8tkIoYBrRyic7ten8+gNrY0FAxVa3hA1IiOdwGvKfCQf/dHN4+dWfcDZa/H/aY
SbDRuZ2TbB8/y+gnNPndqZnM0iPoy2B80eoZXnwQtet4Aw2TEYVILoy2WgM7sXJChMoY1b/vK+bf
oa0L7XioVeqIYkW6klInU+u1LWiyw+EsBDXafZ2+uLRi7RT9j/ui1swKyLKAY8JTFHjN1G0Vlwo6
MGWI0vPWeIgzfnjok3o/jXG1ybs6NMWx/ynV47CPw+HjvuzVg8urhgbcazCa0MMtvS8NXKVjORX4
Jk/L7Jo1Kz3f+PRCAgBwfsxjgAXtl9dO0I+AYpapEdqrFJDpcYh9tAaw4eG3RhvNDp07GjDL/0Gp
hd+l3F4ktWFQNPAMYXmJgNfc/HUnMjrslqgoVJRTJ43MdxIP0sNgeKinjzx8a8DpMMZAtZ9YEfqN
xc/CDAkD9BiG5DGYdr2AqMv6VdQCggWvb0SGGidjpi97yw3tjUvQjnp/7VakzRy7wMqZ4yf0k1xL
40MN6GR5VJqDnn7Ti6bbiKFe2QGusofOG1mNDzeBBoATgUI2J7rQJHlzzAK/C/XSiEuTxxA6acsY
nDWCGJOhwYvk7zUDJPk8ET43HtG4c2Hid0bAVyUGBAo3qDI767rtEGqbpq0Z8efNqYJW87ARLl5Y
PCz/ehHbvge0eg1RetRsUm1wA6227muztnCYZIK7QGl+rtFfi/ACjkdZJysBDAEwwM6vP7WAay1x
0n7dF3Sbh4cyiKKxZjjEuIhm97WIQktEv0VR9SVYS8Dvxrd7UGHYRudtC15z+aY6xWK5E+LCETxW
I/yNZ8RcGGYscP3IwCXAG44SbUijP+WAOeJb6cQlui3k78bwqImv4tSmRGmB5FT+/Uw3FMb0j4ww
kYe90Nc8IJzbCB3RpSl6o914k503yVZIO0ctqyOqrgA6q0nKSVaaKm42BhFja2+unlk+yg9oGUbL
oURnJas2a6RS4kuz6FX0Jw+jhpHX7gTM58CWIy7F1F8r2Pd3ec2cFjJpvLOW63ASkBUGMpcF5rvv
POCPsgQs2vfFrHkXDRrNeS40GcqU40y1LkGFQCzNMDRcvh8+SkHZIGu/QUbJuS/qtqcey4iOKhTG
4TTxEqQihbAyEnlC97CZgzp4nhOVO9nyQZwlhI0Vg41eb0sr7V5jwKp1ne/+l+IpVfUB5EJ+CfF1
O2h2mgLXXA57BBEyqEjAdm/iBjkjbhnxEvd/akp08PTqJ+MjVjCA0A2OrjKcHZQT6EJliEoFGCAU
5JCC6KIqoKrvgcpgeOUPYRR3kSe5LXjx2gBDB/BZjL6ltc0GR6OCDgUBXPE8dXozvRr1ytBKE0hI
x74eHgt/euR8/q2cjPf7iq6Z70LUlw9b+Kh5OhbUJzpENUVr5WOWnqMOWQi1kllEB2u+HfUCTH4h
B67gcXXtk8Sx0SVQJ+LGAtuAVBbvvax83NfmK3NwFTPBdA00As4T6KjQ0M49xcwJoj+xAKbytpTR
14Bg8LONN0kikax+Cxp1r/ovY7H1hqdS+IyMwiyTI1c46bTRMlcewd1lF76rFE4vbe9/3O2uYlYX
DXsY5EFcjHGOa/3rQfHlvAsLUygtUZhIi5a3UfyIjMd/kPNVmwHsIDAuqAtuMDqpA0B4YeaJRxQg
FEfomUqknZyxWKxXNYJKcxCMFlq66BtwReX1YVKYIyYZmulRk99G7zykjDD/1nBAkIpUKrBdge+K
XvLrhTMGRe51D8hyTZ+oZsk1qul5iPr/ftlwElDCxoQLEKsp86xbTqmrABCLXTEke+Dycce8ElVL
BC0Wpr1qBijy7cGbAXIxlT5XtwBcS+2SgE6SYfIAMlZpHoK21lVazVRzVsC9tnZoBEA4iqLrbRs3
onkpTuY+5kHbpN6nmLzdX7XZGV8fOKgBeCrogsl3hNTXe6PFQTeqaVdg5N2SCuJhJkMO9oKooKyw
ldtf96Wta/NH2vz/hbcSBC+UkhjSwl6xJ94/qAmrb2o+hTcK/SdyuiFOkhK9VFFVKoAxtKlbJ1Dc
kTe5IXVDFSQRaJdC+/19pVYsQZSQcZ2n2ARkRyi/oA9BZHSDBBxcFHyMyeEm3gLyzX0ht0kfHBwD
0FEzLswMik3Zmzf0+QiECWD0K6ml5oOp6RwmkCK8kaNvY6Q+d/krnrJW7D0AUOFj5Is9KDErQ7JK
kTXOdosMQX2MeL2PdQ9ISm+OwQ3jgZvgcRvbBxl3jNuINPq3rM33HagVjImzk/44DCPDo6wsOR6E
aE7DPQQ+ZLq8LA7IG0Q56gaprz/j3eabQAurzbhOWMHU7DUoc5LB6QMiobm1AiHFtaZ5IYQhZoYq
cGTLGDPlGhjQxF9Kzf9Q1PYclwCWur/TX63FtEjE4AqwvDAsiIzttUgU5jO915rKzA7i9zljGtof
75EFpGE7NgOnsgG6Ybebl54o5OHvBwh1TGIKmBhBuzrCFzp4lHUuUMS+rcx6JHVF/FN2mSDWUmz/
2JnSq5QQvOpO6fMmJhwrcp3thlIdGEEY5psr7MgHUavtI+znpBw8J+KxOKAvY6dvY/Nb/pZvY4dF
SrZmxAAlAgQDzgOeeHQVY5A8QCA1WGfuqTanDTgwXECQbicbjR2biHFdMKVRri9INH9SDahW2urO
36Eh+pxYIQgbzu/yPmO9pFberjgYC+UoI9KMpBSEDsqND8BMwSAcQdNCYmluxM5Hz3fEza4tZM1h
xsKrq0KEo9pCVr9r7Z9I1rntGwjrCRCRnOHMCsPWPOGVatRFL8gtZkFn1Zo3jC3+0PYd6XYY4JJJ
Qfynxq1eHlLWmbx9TlwvJ/WmyUA21gs5ZOoP6SawAP9ljWZwMIiD4kZpNbbsDO47+ICdzH297w9u
S+MYrUACYk6A4S2Dpufr5e0Tg6vHCrKFD+Mz/uF4RxH1jNZBdmDa5VtmeWHF5V3JoyxVCVs+Lubt
lI94cp/BTYvKbfNWostl8ol4Bl+MmRx1M2NccSs395VcymSbfjRAwQm5rVk4wJT8+ai4PM8213X9
QGyA9ua5hZWyn0QQi0AwOni4nei2v9KjZAUWGh9Nw6zs7ke4/RHs2v3IHE5dCX6g3x+5lA0ZGYa4
5KgHF+Fb/ANZBp94h+pnZQvmYGcJeXlgUY+uCkReHfR0BspgX4a1OJdKIymZOBtOz00HjIvvm4yF
eiWteuyFDMpYugkD2VmI62I0ZVSza/ssbEfz/PjmoaMOVRKincTtMXz5pZLxHf1fxHfcYB9a8sl4
ftH/PhJTMMop6wAEQdKMTtj1oRLqkSjipOTPxfiYZO7IOh0rTyak/RDtGejPnblJrg/jpOhx6cVK
ZSbyYAF5URCByuEd/Y51Fa4K+hpIxSsYzwzqNHB5JORxJlcodJvjLtxMRHyXifKggoKlJ7VVHnjU
vqZLyzMWcfXqQIiJl66ko3eCrp0GctmW9YgWusHp9E1x8RF22OqZczFteN+1req4kDT/f2GgwF3A
APoASTOsoonWLwI+yH8QAToe5BR1dK3SZyBsk87vE+xX2b0EwBPxpE0ZbnVW5LKqyYyrgfIoggk6
lqgyJKy7EZbncwc1exRLFAzNkcXkfVsVxVWAjBJOswCAVxyt6wWLdUydepqKq+9jsIBrSGJXs32i
bvVDkJDJbnYBOfUk33hHbcuiVp0tjr7m8e4QUc1CdgZ4FtfCjTEohlKDRWp6exlVfdM2hhP2MmPH
1pX8I0eiELjSSQB11wA54w5D9J1kAp+KMwUXPvKxdw17UkjAoW0pt4O55GqAwcXqWJwQX8WlW20B
Q41cgoiYVLrWts3CQIhzGI56rH/ojz4eXQfA5Vrjh+ZUm+CHNBHpe2X7z/wGaHwfIQjrGAuxalN4
ccxcg+hYpnt5Yl9OQU+DL0inbT88aF6JYQBbB63CPxyRhRzKhY9pqY95ADleKjkBMI1gYS9tlGL8
cGSUh9au+Bml4/9VopzajOEW6S1EjVx1VAXP6RXDysvcFIXutVI/kqrAtCMjeFsNoJZSqVPDNZk0
dRWkTjMWSoyJmV+jQErMGqOsqMlb4MygrNAAekYXt2Jt31/elVsYY3AGkDbmFlSM/V8bUoWYP4sy
D4akRSZozkDX+/cbqKHCjE5gpAZQsqJMFW20AH2fQf0zISAjWAW1d8D6hJN1X5G1dUQmCrgj88Uw
w7lea1KIPlom2rA2U+AyOcVZ3nqOcuQ/G7uzwU4BBiCWxJWw+0oitXOaOLZGDbAQdGMl6OIRL/3F
qAmaPepNxQJMWNunpXZUWNiJcVvks6ywRG+kZvbI691fwBUHeqUNFQCKXT01qQ8JhbFVgHLB1aBC
ZC3ZbE6U37oSQnnptBjUtjLQt8G76kNgtTaYJhO7t55GV/u8r89apIBZEABMgNVqtgvK8Ka0Tvgq
jzBo/oFdweRLSnARDaRy1eP0zhC2EmkiqtPRR4GpbFGmi5NDCEYHX0lqU3SNM29Pe88xzAKTZj/A
rOcyO/5XzWEhjjK9UiqkXkkzAE12klWDMkLQWVu1knu90oiyuNiTswksOTWQwKz+QXaDnEROpRHB
1a3WII0tPcxPkoLkh/C38sxYT5aClDUCprFUpwzSWzOfU0unn53Dm94FXEFP+WdlBr/uC1x5dl1p
SxkmN7T8UBZY0N64hInNZUSUwIHskUxi9PyuSQISCNor0H0IXs5Z80VYKQ0DvD2f1+aY7itAQXtI
gX7modWwpmhum5sxbbWURHlEkRPLiRMhST1GHOl3qqvY58uZL0ixGYjvJmQHqqeWeHbLKiivVHmv
ZVMGOlWVJjYGZOcPHRGIYXrn2O3s3y1aOjf3t27NUJdqUoZaxr4ItNGiNuXv2SE4NxvuyD3UDCGs
XaPssWnTIKxy6GPgFuuFeRBRKkF3Blo+Fi7ZWnCHfZvnzIAkjzZmSqEGDDGhEJezQpMDyBgfuSow
2NvDttq8B07+ZhzF5+Bx3EdIEsQ/45ER2q3lsK4+gFIWAK11ZfT4AN1Dz331Vuaneaw1/1BGKwN8
Vf8hyx9TfUIRV1IqAppwJkfD7UjTl/H+WQTqQFbp1IK+al6EY7QdH1RX2OvugAlX/jPddgStT05H
BnToC5h1DR0NA2+BO5wN8qpt/7oB+vpb6AGdMq1afhzxLROI0Tv1Qc4ZJFpfWR36XlRnyikVqRAA
pFBbHldhOYV8VZsd0hIIYdyUtKcAMYwfICsqbzBHtZkuvMs6O2uJX+Ds/xFMbXXGYbS4HiAYc6HT
lsdbl0eXMAhuZx8fFsyW5Pnc31OU2lYOuOdxlUJeI4ikR+Wi8ogoAJnZsO97hfmH7giiB991bgRi
l44940dTE8za28vhbq5Vo06tyI4UfNyXdzuwMxvJn5WkS65o9YoiYH/X5nd/V5fkF24QnNrJRNBr
8aQFOSojYGNpOIcki4skzwFF6qvQsI02WWFVMuo+Tqpg5oEU6W+NJW4tPlzqR4VTugIqWqWZLQV4
YLw1VD/95sJYw7WIeimDuhuVoUxbRYAMzH2a7S/vOdlz3yOinqR/KIte7RZ1N9aNVMuNgMVrWhOI
q6lwSjqGBd6CIFAWQd2BiSo3/v+umAPWOFPcZVbqoqWngUXE29pBN/xG/CY/3l/Er2zOreUDXg2T
BYBCoFtFlTKJG1WDasaTutP20jcD2eOaXDrkYgAd5xTmN3hOM0Fql9/wlvD+D+kmrO2fD6B2sS+j
OMxC7KIABrfyAHj+QHIHFlzdWoSIajNamCW0W0pfq78wf9AcatyEXCBgv3hQ1afEYA4aziZ9s5Ky
hlQq5kUAtUCZfGAMCd/qUER1URczo88AxHyn8MJZiZ24/da37m/detS0EEitXBvpkRcYEKggwCBj
T769i6R+Gjf5pmd4j3UzWciiT0CJVF7lQVZu856tAlchJrw5EHnboGJPVAI67Yt3+SgefbtB8So+
SCBIYXzFyiaC5wXoAKgDgHLxK9u22MQ4rrykFAGspqJ4TVB2tTplYFEfzXcYtY2Y19LRRYReFVx1
1DbKWjw1kSGjRFRWFqe6VfyGltypw4BKew5YrOdrKukzlyNk8nOl+Notl4msTlWARjQ14acntSlf
Rmwpq2C78pBG9yBKCSheAhWDRiIA8Hg54UGD+9O3vMFK6tTyVVLzr2Lz1iS2PhzA9juxYERX7oCl
VPpSTSfwKtWthEJj/lkkyjexEm29zt7uH4MVKWiV+rOCVEzSAvcrzxM0KPYh8J5lcdeoMt5i6ua+
mBWzAEouMtYz6jRKmFQoUkaeEGVdgCVEJtMpOw0UmDE4RLIsP5eVoT96clk+hwkT7WPl4kbjHII8
dG2gdYPGqm+6wGt18EIDDmfr63ZrXCqEt9GxjL+DCCiOH+7rufJ0uRJHXUOyD/U1GeKqEaect2Ou
sKOyQn7REmCm94WtWD+GOwF6oMIy0XFEeRVfNoo2ncuXU7ntgF2YgPr6voSVCPJKAqWOliRKETQD
1CnAcp3FoF98lNNjXg/WfUFr67ZUhTrIQY87IY4gSOUf6h5jVH5hT+VeyFNA7v1DmvtKK8rmC7Ua
h5xH+bWduPKcBvFgt1zpPxST8cBnjcjQbeWI4YDNnd6A8plv0GsnNaatXIwKxHXGQ5Zuq/CTWSBY
Wz5kluECZXhddN1ei+jKeEhHcUIhO7+ECunbTR+DEP2pyxgBz1qcBdjyP5KotRs88HFOBSSNruem
vyen2f+cUJTRbOVRfvIvhSv7yPrdt44177EUSq0g0HTArRlDqB5tUrgn/qJ1ltxaY/AYdIzn4dqh
+iMLCcbrpdRbACkEOWQ1w1PY73RWnXztwQ+/Poc4aILlwbF8LcDPtMkTYvj16ZzrJm+nx94dZox9
vJZw8fd4wBgWHjAsnLA1M1zKFa/ljn4wICEMuaE/kyZ9i7zE4jlGhWVdyH+uSvph1ueJUaQ9rko8
N924QBCe5DtJZ9EzrRkEUGLn9nA0h9/wUXkGqNZ8Gbpo/O882fTp45THpKsA6I17+ed961u1+aU0
yguKoOJp4hDSMNShfh/bWNnHYL1q0CnrTUBGkSR7gHVeGsFXTCCh5gcNFMtbzArVNpiAQ3NIunob
RKlq9VWj201cfN7/xLVKKZrlwU+OSQ9AftC0AmEuZWOqjjCqWLS75luLx3cbiFYUGU5ffogaQNqA
FwgWLVPgu2MjjTLpS2S82vdJvyRBteUEeYeq0Vnhge9hsNi7Vtdw+YGU9Q1VDtB+Ax+oHgcnApSS
v0nwQpMb09vIT+k22wU42C4mmu6vzNpxXsql4tE+0MTSi1ATyONvjXxMWUmdNUtc/v4sfxFU53Ik
x7IMdyHiVEnoGWw6Swt2UXTxOmKkjKrp2vFaSpv/v5CWFR3YcDErhMnf72M1581fFRa619qdv5RB
Wbva6lNfFlgxLnGi+FlC/ia2xPHx/r6sVYwwbABkL4yXAUeJfjmDwCsd0gSqTOIrQBPNqtxWQkNy
ZBQVV613MtoJSlbSY023pVBqt2pDKnVPgRX23UsSPysJXstHlfUqWXXxcO3gqQPz+Dy1d71NMnpZ
whGcbmZl4eBN1rl2Q83GbtnF0bN15Px6Ij+yypZrxoFpbQ0FMYzN3QzJhlrbpaKOFe2L2A5LVODq
7nXKVEZNZc3il2Kok6ynusfHJewjaNwpt3CmSTdh0h145DwfE1liXMjrlrLQizrCXKXWPf9lkGNj
DkCvlzEohsfEIZUiq895DYguwRncRMQoO0bkwVpTymDEADT1Eo819fiHsH2PW7caGDS2a7Hbcj0p
Y+FELZ/4GMYSDsljp4ObSAd0rVY9V0Fno5OIsX1ruVNjKY8632gQaHQvgTzpyZJ3iaO9SSCae6qd
yRy3qC869WjdP+vzIlE5AUOTgE6GOUTMktINbCiMKWHtQaKacL/GqP+ZJTJDxNo+oU1+nvDDM/0G
pVYKE7npDbRDyemlj0+J9szzLI+1tlFLGfPBWDhfCUF23WWQoYnmsMe87yNnhra67SMyPbTbbgdm
Ind4Fz5ZyEWryunoGwHiPpqt6IJFpye+HqeIP5SpdrwuDkleFyT1PEai4xa5CIlljOTgraVgwgED
qtcajorWjOrQA4/gSXVzW/jgzh5OtOmfghAZMkuw0Kju8lu9JdNI5De0Ae/0D/4jeNWdkLGjK8MP
88eAfhONBUDypjNJTaj5KkjUGrQvKE6O1waAVMC7qTnCCQOlEfEBn1QfpF/C1k9I5kau+sJydbcL
f/0Js2EvdhxTXWMFaHsgeEQ7Q7RFdNexnja3NxJEYJAQs3BA7QTowLWItJaFks9nLYvPtvptyB0J
kcnqft8/gre2ey2Gst0Y9faALyEmAflH95Pvt15+zMWBjDwLL2WlvjbLwgsHyTJk5ekhv3iKhynw
IMsfIjdpPydZ3TfiD+TnTbUviAAaZjS3A2E+/tWooaWN3dFQwC1Rocs80h0uuQx+/Hxf/5VL5Pqj
KK8ng5vc6/iyMfF2AfVIbXPo8h63Y2hJ6ttUbnT+JLEIUWbzuPZ7kKnPsA5AP7qd2OMrY8wlEWmm
VOcf4lR9SiKNEd7eXsbXIii1pCDmhrGsGlPMJLuKzF5w+djiCn87crsA0L33l3H1QCw0oqy1bo2G
C2qIA1Ma6TG9FyQ1sOlLhphVa12Ioay1VwsQ33lYODUWNn7t5BFKJ9I8vIcBlu0/qAQkDHgZEcNO
dOeS33dB1IFexRRQSFRKYOE3NobV7wtZNT8DhFdAygbAJU9z06hZlTRDCo0q4XeALiJk6hBYh54J
miqSRmagElHc3Be6Zn4Guh0xkYqMP1hHrl2LNg1qqSvYrCLFwG0lnZK+YgQTa95rKUK8FsGVAEop
Q6jFhZHJYY4JLBVIjUvFy31V1gxiKYcKAcMyxqoWkJNpMcLaMx7WE1ruwYrbcAx7YImifH4p5kJc
yxAVi5kV6KSoRLRym1VzSMKP+1qJrB2aj9vifqmyWB1TvsHybVpAIYpEPzZb2TZM8YyZTRO4sUAb
FuzJ3enn4PElMl98S7Huf8SaB1kuLeVB0G7Rt3wzW2ab2Wlm91Pu9OhHUIQ951sc93lf3JoHWYqj
PEgJjI0x1yEOQ07PnDghpYdpyrJAvuK+oFXTnNs70JWIQ0CDVwnIbkhc2zamXDqTBAaxo+7/mFjW
srp6CymUpzKMMEkxcNqYYer2erfhAO4UevuhTu1Cv/itc1+plTYzjLUs5FGZ0KwsCw347A2GUIn+
W/NJ+iZZ/IP0TUmJ35HCN7lXtEBsxFPpNJgP85/uf8Dq9kkS0m4YpEDHFGWxnaRwQzBCXy4C544f
mqFsqixKiNVjsRBCmaQ/qgH3tageWvV48VvYsi6YlVaceTxonmudMaMFulF6ioEKMnhYx4w7l/kl
898r39WGj1D+rLqzGu3U4uhzbsw//8P6LeTOqi9OvAe0iDiYT3w9+ZYAulVFQ0SUPt6XMlsBHXgs
taN2iau6tJs8SCmzk5z/kseDiMQaCnt+kYEkJLFz9a9xTq7Xk9qyIS9KA9kp2EW9M6J3sB769bvC
uqtXzvTc8QsoDLRnI2KmroEOWYCpESGl8Dgz0iQnQako1s+dEDJugZUUDkQsRFEb5YMkuNcyPIXA
lGc8CR2ZNuFxcrmjfKkqkm4B+LE33gVGU86KO0EVDIlQJMRQZKFnlIqaayWQpjdmUxx1byAqiF7A
DCsLORLqdpszUg8rp/lKHKVkI/UJGBAgrhAPKfcoRBuBY5jiLQ0t8D6WKlG2OKhFr5c8ZFTKI+j/
uAp4Q8c2sboMRH2hLXS/G9mp9D2vP1TdXskudXgGT0ILxxYwVnftSYlv0bG0MmYWNLoYLNQ82O37
GPpa/kk6t9jZ/IdsPoaH7tBsgsfWSTnibWY4ZJXsgpeaRXGxElxcfQB1TDKPQyU/xgcMnuMNThFY
gfHeGaci0Mz7LoCpK3XRViUfJqECUZJvldGGVzBlKn8Gzq/48BE50bdcsMKtDyDU7NCS8LlwAfl8
/xNYylJ3o67ng1aC5BV0kFYvWzIQw6rUDv3vUvT630mibsVEy8cmAy+XCdSfztuXyW5MHuvxyQtZ
F8d8IijPutxAujtVBiKSHFWQVImHSv7exIyAeqUrCUODMprJgPagzzgT1xdELRegDpGTxhyHs+Kd
MeMyJE4pOVO2HwcLykl+ALJJFp3PF+oYpRiGynEoJICuoRmaeiwEfl0XQF1vTKORrAr+bQD8eeRG
jUHE3k50YA/Fpm+om7TY+92RC/bgiB6VvSqdeuVN7R/QhUbEEdR/vht7VpR3NsCme34fT06fW9qE
l49EwEYS6d6+9UYS6oPdgfu8yTizBg17UGDu6ofYukmqmlo6kiLej9VZa3hnCEwDDyYf+PMsD7hi
oyIYfQSgBSEUuCEuREIGrZ2TgjgAHhAdsrlxjGPT4O1Sqaz7Rrri269EUc427+WpScRZVHgIVasO
gGgHLltg6AOau2B49lVhmFZEfQV/N8Dv/tS3SSpBWALI7CGdHJ5TSSO8cf0hb09R0Tj3lVu5mWdB
/5FHOba2HgE9JkBezL3yGGKRxGe/Vp2pte/LYelFeTUBWDNFrc56KR64F1NHFz9yxZWmwC00fatP
rA6YFYHSDIs0937NDBVUyMGJge6Jqt6aQmXzfrENp+9jc+Sy8hwK9t+PlCMJIWKiDglY5Mrp6z/N
NMDC+UZriopnjsXLiPJyoDp9xrCOlXv/Sg5lioUgBXINBEUzM85DfEyE57BjuOQVR3klgrr2pUky
QhTbWrPxZDDv9qbK4nlcVQIIo0gwwl2hC+DaU4qTpPpZgMWSg/ZbA8byrgges4gRM6zqsZAy28ci
YO8EnVNDHlKArUckdL7m+ea+SbP0oDx+xAWGiM6j1izTX0UJ5lvkupAm/a+E0JPUspJLPg4IOgBA
qdUo216X4XkZ1WnGWtGYPXqKvj45hyZ8q5yDTrQwv2fd12MtuYwRw//s+hcKxWI/qiouGwUYMxip
n46hegCnn9nnwKwbJasIs0PaoBgQ9HiM88Cx0+wShLtDIFhBlxGl512vf2piVp1g3iLq8rz6KMpJ
ZGgZagwOq5u2L3r+VI4n398Dvrrzj0Jsdy2jyXDF2V6Jm/dhsQaRx3dZJM42GfZuFxqEC78louvF
jMoraz+pM9x2hl4XxnyG4+jSVuU+zZ7vbydLAnVt5KVv6AMPCb385mWu2AgMu19LvF6tFeUl1DCZ
MASDtUoU/lmPIpBnTz1Qlo3xMnScbcS6M4Q5aepHw4//W+GU8wj8CSMDvYcDwT+nXkUCHPL2nE6X
Wt0NkQE0ln3GiQypq8aIrBeuftQcMNJ2bR11pau+zAWgoILH8jI7lCO0+pjaAOjIH+oj3/y6v4dr
1vjFZI88M/qfZGqF9UGui8GAvNbofqdV/jwgF9YKmcVLzAUVVw7aUha1oH0DzIMyDjGCe0ATduWj
X674oR29pxfxsfrIGc1sK01LmGQGg7Dyf6pRrln35ASE5BDXffCn8FV7ik/jr9IAqwNw2yXbUrav
ygNzMGHuMKS9yUIqjUNcaCJ47BNIxevU7n+jdV45ytv/Ie1LliPHlS2/iGYcAXLLISaFpJRCKSm1
oUmZN0mC8zx8fR/k674ZgWAHrOrVohalsnA64HA4fDgHqB6xW8nQwSSbJ1L52VpVqsUEWSh0+gUg
z5fCS9mzLQMtXLvkznXiG3vmsmKLYVCGQU5uOHuSmXfxCAqiWZYgkokRHHGvxY2Rd1yMpXr2eGDI
rsmy9ivgBxdWYQnud7ZnOvdciALgO3vbvLOX4qj5xV35bp4YcROJG169884XTzjRQLNRh5RvUlu8
Rp9g/P3ogDumBMl28NA2qvynutNf0PzoPGWvt8+2bD0F/wy/mTVJA8mG8XO0X3WjdWv1+20ZUvUE
BzLMqaao3DbIvYF2wA/N7e6Sg1X4/QiVyvflMH1Lfaty9a0te25LHIolOBTc2iSeashGXRwdU9qj
iUK8SzBoHwU/VLQVUEmMtNJ+Q4CqrlscAvcPONXlSQjnPHGqTsOsbZXgbf+YZ4eUBZnhY/zfT9hp
ru+LcNf323r2lfqBpVvJcvOX/KV74R+AJm50i6MwLb5owCgbOVlhYmRtbNx0QBdmZXmz6mJvgZHF
MAAck2AJg7wKJJIpX81booWTU9qRnaBhAPCc5A4tf12TA0Fol477JL1XnMe8PDb1e2lsG/rqgOxJ
T1ylDAz1P5r2SfBGsVx1Sp8cjtsSqYHRBcl4b9fhbhlSj1YvyJLoynteNr5TMbcF1GHXfEyx6nXd
YwRYY7PaGXqMAuV+MDEQiPRFe2yXFIWaDxvwpEpnetO80fQdA4xpvrfqQ6kUQT3uC2Ubsj0pFrdD
g6e9JfO2GU7pdB8aj1ZUgJI38vPiVwRiqhwwjogqcvTFLd8y9ljoPtE3aDisAANQPLJ8z+aN2iFe
LV5zdH+HO0Z3tvNaVk9Gh4wAaKLnpwxcNlrq282O1ie72+Sp4VbD0SIHFj2R8qgAwIq+OSj4L8e0
uSsNMMGke1o+5+m2aD/D8QV1k8I50WFXEpfO29R4LHB+1AEAUcnPFnxr3eO4bEDmEySAZM/f1fZH
SRMPJREXQVFK7mPbM7XvBTsp5acxt76D4XQELB2JsFwAeKvNQ6v4TvJTLy3PjH6o80POHpUKwLoo
pOgD+vTtDczPY+X3sAZe8WbpfndganCOaviINNbQfrfTr7EBEVN9HEBg0IFiGICbzuSlwyYyg1Zt
90pfH7to3lr6Y2aMrlraWzt9R7fQJk+C3JHVnVaqa8A6Q9cmptdUlIVEYJHcisLGinvejONpe7pv
Nh1gUxI3O7YYw3XVb8Y9/d4EsLATpvNmSeC2Jh4zpCD2cTS0cKPh69I11JlV9o0O8eyY+bo3eqCa
fWyAe+i+ncgx8ovDTxSO3tpANhqwMp+IFP2ZZOFgknImtMGl9qc9KAz0Q+0ub1Ht5ghdvWca0HtQ
Ph7nXbynfuWzrTK5qg++W4mDWPEPF5/Br6PzKGFoyy4Cd6ancygSiA59soUzHoHD8L1wccP59Ji6
786v24Kvo6BL9YVrbqhSe1Yp6mVT5Mf5R6UHbVW5vSHTj3+/4P8u9BNuOjXNx5paqF/lbv5gesZd
vEmhZ+0PW/Af3rW73pOllFYKWZe6CTdcHgNZvrOxpvlr7cb7YlObAHRA/tH/7O4fsq3ljZKwWaal
EDVnRgOYcm7G1DkY1jacHgxld3vD1m7Rs5XEaKFgKYCXJmkDGYxEX6q1W9RiX7HWbcdPVJx8J5s+
u1F3AWqeuuCU8GYNtA/J8JSmshfmH6S9//+momh3+SmOk+mVw0vyCAafnBgcYcWe+elD6H+l28lf
nnGrgYqtcNuN7Q7g3ey80T9YzD3dXpMrIwY/EojugJXMgYyJ2HQ+KvGcqXqIMGoG4SSGDWs415be
S1v3r/YXgv7A7qJxHy5cJBV1siWrCHg8kHgDHB8p3EoJDH1zW5vrHRakCGdSH4wlm1pIaRLXxmAP
4jO3ZNtiF57KveEVk1uieCWD95XpJpzQAlMJNKrZ6CnlU8deKmszat5tzfhPXNiLoJhwIJGxVFq1
h2IKU9V9ltb5m64YhAVTOZf3tGfZb6VnkySPuWYdwEcH1AzIvtG3IVhpytAmMyzZiHLgVgXYnYqp
i+ZON95vK3f9ZP6j3V85wkNvMXXwYqDH23MQ1/natCHb6KD/UBwvOtqn4rm6s+7TveW1sk7I62cZ
lwysJ/RaGhzFW9i6iC7O6CQpQIr3OHV7qrpvmEwIjG27ZwGiNBmmrlSgsJF9VPdJ00MguQfnNzLD
W8eznujHCADo+GA/SNMRV4kBQUPBsSrWXIw0hsDaAnJN6Q1Ac3EbRGqbwpPS2F4X7i+l/cmsnV3G
fZGVw6xC2uRrj/Z2+AkW1BYImx5/ny1b8tgiMAIL+iesad7J7q3Vg4i3AIgoQEuviqX6WSvLQl/y
EY1VaGkddiPPYllEFnKtHgsD+M8YnANfiFhEIJ1NKwfLimCrB7+rCj5X5Vgfqq/wGw1AXrY85N+i
TScjPF+3HcB2oHTBQz3x0sCMVR8RG3JRWPppPqGxfhP62Zf+gnlCr37svyTHkh+7K6dzJk84lpai
Z10clwCK1dHJ0nUu+k+9ZNv6qj8CMAevP8nKXvcfcPM5kygEs7QPM5Ir0ND+iMDvhDz1ptgoA3Dt
wD4FQoHHGWBLyp4BZuk3KCw+qoNylEHt87D1SmuMiQIP08FKiz2ATVa1dmlwZ5QdTe23LSMxWVfy
TIDgAtBZNuZRB1/eTQRd3qULFliPqfZz0aM9ta8c9LuglN9kLptNpKBjN5xQ5B7jXVQxkPBZrk5C
MIXUj2M17lPbcLWxOdnWgFSfksgeGNdhPt+Ts88VHMiQArJa1fntRvbkg5PwlmQTn6rdcwUcTftn
vllGnx2Mw+RpxJ+82T/94w6Yy09whMDNUMypySysGKBsa/VD6Z/sBBRPbyBak1jg6uZznEGe5cBj
TrgP2GDVCWvhvxbUuoqlepgmdSs5VqvuA2NHmg2ODA4Rchn7TQXF85R7ZOA0WQCqe+gfNtadATiZ
H50bvVgHcBCgR3LTbG4LlskV3mssbFIj6SDXSfS9WS1HVKm9qJyDWAa1tb6KfzXkfvrsFhjYbC1d
BEm285Ykr2YS3NaEnxDxiKLLBS0vaB5A0CrEJbSt4miMaphkZG1bJD3Cb2A3HIstOIYfclm7x5o2
59IEN5iTaonbDNJm562PNpyw+LY6MgGCQRCaWJPGBRD7ZGq/QB16+/fXgsc/6OV4/aBRhwonWNNn
wyBDM3oD/WotMC5v22SDaRYnkkSpq/H3mSRbOKjlBOxfmkJSYqgDuPNiZJxTdp9Hv6Iw3US6gebS
rPOLwXkbkwJwRUX3qg6YZrDs8iHMWonFX3fswnEAwQWMNJzrE23dl4Y4R2ZtDAW+J/0NKBLH79BU
1AIP9QFNSkiIdKrkFbt2xIAIiXlCQH6jg0ZwH2ZimHZct6MXhQCaoMfKyDFdE5Stf3tHr+MskwO4
o6UaP8hbdYQTEI5hlwK0CPAt++Vo3IGlyXMegGcbJPsWs3V4xCLxguyd/bxI3gRXxipIFk5DiHnJ
sdY7cPok1a5kyZGYmcRer8I4QYSwa62hzxMLW7RUkX5bGiPykIWb0UziRa6OhSCGa3rmpeohbUwN
ThFdc4qrFi4twHOT+uZwGlkm2TCZSvzvZ7LmStVBSY5V0zuwEJffcxB4AAJfYhUyKdw8z6SwdkSH
DoFG6atzNJ8m39mEe+N+/NEB7Tg7DM+zKzMH7jsuXLGwiILFh6qWUKfFXkVoF0WSvWnv5/G+Jsxt
iF9oW8eQnOl1gRR4NYhKwMogCNR6kkxW1qfe8j5ipjM9pt+WA8LSN8lacju+UgyQNaaFcgf4vYUd
q9icjqYJORSdd/khnB4zkMro2hsZd726SUw0WHtGCjp5W5YdWt1GQObhgQHYNQT7l9tYTEvKKgbR
cXso+hiEmcyN2VaiIF+oawX/ShGMZWA0tWIupQWy3HKy3GWTHKq3ogoi4jV3874+se8KxxzQ9rdF
y/QTtnAwi1khKg6DY28Z3TZ56+oy0IZVN3W2hjyEODsKdZEsFlo0U28CzWYBcNyplxxpmQThVo3G
qkoUBRKwjW6o4GVtSa7T69CbHy5MwQMICqzpmLC+VCIPHX0puilFUnvcJs+Zb23wutyR100JtqHh
nrwnG8CGuPamPX7H82gn+YDrxIzwAYKNTCDEKUmED5j8+9B3fiZ3zR694GTPHgxX8ZHGO5TBbeNY
Pd9nOgvGUQIZg5T5iCqGzV6YwzjQ4tgeMdSNDl9jrgHtBWqeqP1EeVtil1J1BaMx9GTqSA3ZqGUN
Lo185xEvz23yVLxZ9zT2lK3puFoAMGOJLV0HKlhoDHRjkpT3w14Tdqdjy2y+04kVPeU24iTnZWzr
IGHVcWgpMpfqUzN9Ld1rZbPAVGQdq3wjRWdAdXD3aXj3IA8mXLmjko96o0HznGkp26h0VnfmoFi/
nKxKj+jK177f3uY1HwDDBggdHkFw5oJpT8modfEAhZH8Bge6S4rHBU/+20LWXNy5EMF8IXtKKhNC
YuNnQjdZuQM0nds3L23/elvS6vqdqSNY7TTVczT0aCusJowujJgyZYvHsfmN7sdtSbKFE2wU4RDJ
mhySOuczinY0PVHp4DGPHq+sAflQjEdjnOAKfM4kkdUq/NjXoIg6mij85EflP9ZhfOnv4u1tfdbO
OwhBAP0J+iOEtPzvZ45a1+saCXtwRBbhJ8WzhILdFXW0GqPizqehbOro67bA9QX8r0BTeKPYWV+x
BSV8Ty+NgEyqOxFUy4GkfVvM+pH+q5g4HIHeG12bay7n0AzeS8t8/RfyrsMWiO2dqzH/H7/vuQ85
E8gjmrOVrEpLa/SC22C6IUVgmn6RnQwZaMratXcuRfAUoIQr876GFKN5z9l2qCTdNbLf538/04Im
ZJmiXE29cPIYkPVHJguvVi2Oh3XI8CFbJrbKDazNMEajIfChp6abPTa9NqrJ0YkjZZ/Mb+qQSGxh
1Q+Bv9oivIhyjd4HJOTQxIg4uAmOCYptBdsUEWqLvebiJX7b7lbX70yWYAW6nSmW1WD9YlTyFPKU
GxJXd/3I53Z2JkGwgMKewSs3QUJN/JkdquZURs8N0mX1tmfHXPMadtCizajgyU08TOzdVnD9YFkW
rivH0O2ryDwcc6JhGCgFdoCGYZicDvN3M1Eax22YXSK9ERbeYEz1c0ZJ/kiiNC09lCbje81aTI5X
G8lO3qpLoZgwxRQGJ3ATLjOqR+BiCA180XBi6AMYD50MLV8mgl9AZ8fCyJ25Bl4RQkFGH9K+QJMu
eygaGfLd6tk400S4x3C5DHayQEw7ZN2dRTEqGyragYE+x28tdrCdDJOlLLoza9AISjZ29RI9Ey5c
bSPwYmdUd1LvGY111qMehD/QQlPs1DvjCY27gf4M5wmWhdtiVw/nmVThAhq7PrGGiqts8ArnpklP
ZbwtMTD3j6F3+cH5K+kPHuPZHjLWDnbUQFKMBszGxKyBrAAusRIRJpQaJaVNCQmZiTdVtdGnBp1a
EsSnVQ9zpobgYZxJq0jsYJsG7ZWiYWs6/YsNAeYJgkMMbVhiaFgwVkwWIOq9JAOxiuXlk8+yeyX8
xqbdbUnXFTXsCJ5neGfDn6kgDbw8VWmmsQzTfLgy7RncjnfD8DsL0THwoDSZ16GR2tjR/Mcc3lfW
N01mDtc9rFw6v4V0AP4Bwl6wvMJM4yUpa8yiPDkbc1s+LzsAkgLePTiizmUB0v0IuGGMP0vaSdcs
HqE+qpdo6eTY2pdah0QpmBJW2EDWfjaxsiHTR1xhqst6MZAWvr3Gax4FaDLoXAUHgInm1UthZYn8
BvAFEQaZAK9f7nL2NRm2a5VeXIDl3W9lowWrAjHBwAfxURsQRxmUCiFKhfSol9rl3dz+aG2kQaeH
2EbBJYxelnz2o1RWoVo7eAgabF4UBkeMSB1Lka+hhYaW0tS0XTXd68PdPMgCl1UhBLU4/l4Cx7lw
8WLqpWdGg1xbg1bUNkQtLFa3bSQj07keJ+Z2SdHwgRIzAMLFkaxm1FOSYsbfy5PsHuO0C+D/46Z9
AEFqkGPwPq7jb6AYfZ5B3eZkn7ftZc27AP/KxhsY04y6iPtHHIBP1g5/e6AYqkzHofx1W8DqKto8
w8BJQjE1eWmQqW7Wk2ogfKDhsrVwCipF3USRjEx47TIDtu5/xQgXtmpkdkl5HKajqaTXdbfPNz07
mbF/Wx2ZHOEwa6U2DugMQLyMGDaZcjfNP2ut8ywiibtWz9WZQsLtnNgh6asF61bqKtp6P83KNbNT
Zz721C/KZNfa/3TglJuhwx/VAF9AhUpwj0D3cdSmhnuM0sO8vKtkpzUftxdvzRZQGzJMIHlZFiat
L21BMRgy1QpyoA5jGHYKwJ0Vd7KuhjWLPhciXDIkXZgJVDUcJ2J/U0n/5MgA1mUSBMdgGEVezjm8
T41SmgYMgEyyFasxt4PAFlwWSEOCFO9yoVJ1TqKxwals7Te1fHBAcK6flP47i58wKxnfK/fIgi+y
N/SabZ9JFV9qMWLtzOL5mzFdvNB+7cBuWNk+WutvmwE3XTHfcS5HMIOoUcepwJiAp9Wk2Cb6/DRM
b83ifCPLzxyVPrSEft2WuGp4f9fTEm2iSI0yLXGYUswckTb3jP45laHGy5ZPMItcb4EvHUKtwdkC
QchdiFtT14glL3aZGG6dZ2FtSdvRmCjEVHhxZtPs5uSrG3eVrLh6PZYJh3C+TYLnNmcto/oIQRZy
+tH8uYTYsPuwem4wphilFSbgdURysq6yldOFchNaHVENAv+uKSyjwyLW6vw6zAb10BX0YZBhPq4d
L17RcjgxPHd3ghMPrXKcMC0BEbR+qHlaoFrcJO6B8gf8i7FGOuxAjcIHasYUvetVJAmEV7YQ7MJo
8sH0J2BE/mC8nm0hGXqAT+u4RFSMf47llpnvsfphJZJztmL1F2L4Z5yLMbXITCnEdF2/C7vpsTPr
310hm/deOc4XYoTV7PqlHpIOYrKW3Zs9c2nipk8Tde6bEo1TSA/cPswrNyPFu193eMcL/i3IY5hE
q1mLq56R+tXUQSze/47DaKuMJ5iUO5VfDmaub8tc1fFMJv/72VIqpjJadadzl+U3y6lJn1wgKCYu
6ySDhKt7hncC4loCfmaxpaFqG3AOc0HjXG57G6SOS36ol0jyJpGJEfQxpiaiowoxU7etyTfWbrJ4
d3vJ+DYIXp4CIAcoxUj9QRHhHHch6GNTTAB4w+i4RRI4DbJW7oCQqZMVV1e14QSyaAXBaf4TYZ/t
Dth+cKS4qCke/Z7sjAmz5LJ8yboQAP4gfkEQKfJYtblR0MGykXUaCy/Tv8+G7lqR5OZfszMNCC1A
FcKLQxOb1aJo0pWoV1LPZNo2jFHZAHeBX5uz7wwY7QL6j+sk/xjdAvqgOw49chx36wpSmo0ED+Mq
yhCM2arnNHntU2cYN4mxSNRbc3znkgSPtCyULCSFerFjelVvAiLe2QMhxMdNs79tfmvbpaNhB11/
qKtcPYSHTAkzJ0USGBTbwQiYpIaRYG4cyW28ZuU6gKBQxAMQNgBqLx1DTXsnKxOkgJy0cJN5a2IV
7TtC3Zltbiu0tnbnkoR7P1ZyQF1PUKhQNsuku4R+DU4wGKfbYtau33MxfF3PzpKm6GoEdSHGWh7p
6GzLspI48HVNQHPHjxKnXLoUkeUZRUkUGa28+D1PSN6+0T4YrX9jABhy+H9SBBeXpJpRgxog9frq
W9ljYjaYJsmtcD1XhJODUUZkdoBMhc0XFquaQOmlMguaYHQh+1Udk+f58KJ42d20szbNXbKnB9Rz
H3W3eIg2yt2T6iNee7u9Y2uWfv4RwqFK8tzpR/4R3fwwWa9Kn3iqjDJQJkPYsmYaG9y4kGGbGzN6
H7XJxdTWbT3WfB8K8iA+sAz0moqpqynT0wlg5UhEsuWryuPjYOR3qcE24EzzrNp2bQ0NjrdlrsUS
hoGiK7JzYOQQIzGrbNgI0HPIHCpfUx8Yro06L922iTxSBT04eWW5K75U4r14LlLYrqECdESlwmPU
OX1AR5ynj/nPodIwLGtj3DeXXMMyDYWdMxvKjJBgVeeyKr3OnD7DSmn3YDt6Lwf1h+pEZRAmzgPQ
GGzJ4q6Vrv4QVhOw+yFTJyLxMcB216BVw71sZRsjSfZoGvW0oQgGCijHzkY2kvlLHT4Pg7GJQcMH
+F9VicB1JPEF1x4H1G4WIEnRv4zISswXjlmcVwma2r0MqMmDuU+qD2a/E7q5bU3rFvzXmgSXo6h9
OmUV9F2oNm1VwPlvLVsd/Jwqn1MZ/lBL7T62ZBWVa+XghEysME/tOiilXrrTaMn1uVL4FTTe4bVm
TKm7JOCR/n1bubU8JeSgbwaEOSCjEvvkzKkuJ1JCu1wn92pKvDkjPtpyt7XC7vL0R2djIH+KAiua
d5HV/7wtfvXY8PwhEtcE+SnhoiXDMDQOQYynlj+7NMdJSTZ6NCCS+MwVJrHc1SU9EybctUAzS8K2
pciF6eFzRV7Bl7B32mhjKf/mMYOf+69awg1ilXXHSAO15hgozap9RwuKcJzu+ql8ZJ3qN3EHOCQZ
WfBa7xUHZfuvXL4CZ9d8gT/Z9gi5Mat2etZ4zMJ4RF27g5PdT/Psxan2LRoKT2fqDiDMp7wijzQZ
O1fpsm2d9q42qJJVX91iQF78X3ch9oCm85A1Y8+PDwoGWbxxALpo+iGqd/PXbWNaPahnkgTtR9o4
pRZDe3P6MA03z3YZil9oEgkxhEgGiemuXp5n0gQXXM7AxjO4XuhXd9X5PUR6WotkNiuTIjifeEwt
xcq4JQHefAxMC5OVmSLZotXb5EwV/vczszE6q4817tGXvgMnUXeMewLE09ewiQOTJEESfxaFjKtL
oplInNfVCgmnHEJDVfcx0OzZbbKtwO132yjWIl+MEuAVBBYfB1CSl7rRrK0sYI3h0FOMFDMCjJFs
e1vEuiZ/ReiXIoamSaZIgV9phwjARzG6+ePXcFkkYlbd15kmgq8sja60uxmamHO0b9rqXhuetcJG
j490OJP/1FU0QzEYZOo6hj/EIUnT6VrFiB0En1HvTpO7WM+gG7GMV2q+T8umDx8tzNWDMafvgzbe
3F7OtYIyenX/ShfWM0ZY3poNFNWRSCvNJxIfgIoyAmupCbL+i+BLGrfKvEFHi+AY3Ja+6kTOhAur
3NKx7hueECiTBq9Lb8EYddL7Uf69AP+ZIrHOtXTsha7CnRRFcRXneNJ68fJgDUGFnn9r2C5Jg/Dt
2VCeM92fZMOZq4bEe6H5gTB00SMrTjaqTgmZVQhYimZwCQrWha1se6h4ezVXnT9o+DSMAgJdRTx9
w2zlc6gjNWABpi5BOKz05jbDQ2Yx3xFb/uOAUKd8mscB0zUBTL1w1ucyMi3FLPGuMDCh1KTZr652
BhBEksRddOv7bd1WE84IPwlVgWiOMUfBVKISKI2qBXFofDQxQlcdu7YufauLpj3G98i2J8bPLqmB
JG33pW9MduRW4XLCMJwl8Q3X64xQmOic5Q3g/EAgvHRBY9kYPToKM8+0x0Cfsj1xUj9uTTczfkST
KbHaa4d3KU04oMsAmCHWQFq3aH6t60FGv9XTP05mciEOWBw5JRpC4EuVdJBDRxQsHxg+GH+OE5m+
2XT4XrKulCR7VrSBsaBSTwDjgQKmsHYWIBsnhMGZ5ygfrRO5PajlVMmKXd+wBm+jAJCxitYGYBpf
KqP105hh1gzHnHxl4X7J/BE+nGb+lN6V5dv0ets011RC34/JsyTIa/7BOzq70NVORRoumjMvnQPF
3ln2afnnXVKgTPsrQuzDqvTRUmkFEU19n0U/aozvF5KL4FoLEAxjeAiuA0cMaeDLRdPzzpgQsGce
y5yD2dcAv6L3mTRDseKDUbvmS8X7h/jQ4aWcjkWDbhsDygDJs118VsNTOfmASPTQeRkXQasovOR3
e4eufTBkIrmNeQXwx19NpSi2HiclGAU9lntae0oAtFKSfTmG/0s5/DvOLIHqPYvUAkWxGahv/Wku
NnR5bMy3/502gnlXDAARsQ1trGxwY7twc+1kquhtebkt59oi+KrB52LqAFzrosetE7ASqh3XJjuN
w1OhPtYyvMwVT3ohQriQYwuI0A4XMdGviO61xo9KNCT9XmR1vOvAFOdTBV0s5uLQgCs2kHVtZykz
H96YqqeocZ4BxiupOq1KsPG0RqYct5PYGmdoLA4TUMYCGc7r2JtpSHoY12zYRm2BAiYE/AWiBn1c
ze30p3xGv7fGxghBCRM+FomM11AmR3gD6VOBruERyWuS+xGnI6DfowzlXFOiz9p6oXj8B7wXnVti
wanv8BqpCHLLjfOol//JRl1yC/zJHF/G1XidIzFJNBtIplc4c0ShlToNeM1VR8xE7T/0yKV+HYQf
7XYOcld1X+/1g7GxAkycLu5bjmmH4RD5yBW4yIagT/szDCJ0isxb2RtmpY8Sn4ZNNMGIySss/Oid
OYoG85HFXOA51luApJhe1D50YwruoghttuW94/w2CXvqjH6Tsid1aHeonr70OjiwOL1sVMJ91bLH
78pZRG7PcDRcNSp8pXABNH0WtlTHwyok2V249HdNom0NYPDMOJbzIpk7X10CMA3gVKLAAIsWlqAs
szQdgf/oNe1S/ZhpmNpuvtggnS2zrOVIIpo5eqyvrV2h5JhaNc2BustEx0NUR0Pg9Etmu2CW46jo
vY22YZUBbTFEbvibVQ6mjEBuxRviCgYUGNo0kV4Xy4qguFw6QxkzL1l2s/mmsmMja4paFQH3QThn
FxomBccOKHmtWShu+WE6oZg3p0fE07d9+tr1i5GbvzKE4z1bWg0OFMhwmvflw8TuolvX+o+efPTD
UxY1rtXnEpnrahlwvQ5mpkB4dmnsddX1ZonElGc1+yj6nViBaXzeVuv6HQmjNf6KEC7eEGAKOTY9
89owGIFX/BugEax4WJxAb/9FAHsuStgkZ46y2OwhyrHhHLXdmHygyndbnZWjeKGOsElpP4+tpkJG
DXCcJHNN+jrbuetod4bMS664+wtRQjim0boJtQqixvKnphyy9nc1cXKb2wpdm50NR8yDPg0VIngX
QUyixuD8KiuwqQPuDip1sTvOytFOkv+kMVp2aQw0Q1UtAoRPIHKiY/P79hdcGSE+AD+AQVUVretX
RljOk15lHT5AqwEPi/8ZJZt5/AqVdghuS7qyxT+SOJszXuBo2xAMhOf4GbqEGs8xQ+D9DAA4rxlY
f5C45KwUJjpE3caiMvbxK5sRxAo2w1CaCg0NYmu0HJpDkFDfTAGmXoRgTNzcVvHq7hZkCbtZNA0m
axQsZgJ8uwwYhQDWuC1hfbv+u4hXD54GBTYGOV5iPxCk78fxrpF1NF6Z/qUW4lPU7lUH7IFYsaj4
nTQKutd0t1Sjx64eJD6Dr8dFJMIloTkEQYgGjCaxRFrqc5r1JrRJ0SFOezBCUVxXzutizF6bpN/y
pgJKcy3pFJFJ5fqfBRkqSWIrNFtYBDuMmepX5IgZFXfWvAnQTUa1ibtcYhirRnimqGD7ajxSFWVR
8NODFqUqNTfR+lNa1D4Y6TCdIoujVnfwTJxg80nfDGhoh7jMml0j3JPhqW5BWSC7mFflgDaZzxBi
ek/kfkAfWaHNMwJ74pR3cUg9a8gDpQIgSiEbsVldwTNRgkpAWXGALtTBT7XAE/gk0y5JJ9RYCq8h
stzvuiy8itF3g0BZfIr3uj1WeYEDYBm97c7lJ42zAzJMsY8c264xpcNLPLlzdQ74M/x/BIr0PBZV
+gLslo2HEaO9WpkHkrR3baTui/69i+tHTJK4qCkd61zFMcn2/8Kn8IKdTW2khkTHXE9ZGWbIN3uZ
AnDn2nDD5Su0Qv+2lFVbOZMibGCZ62XfMUhR48RX+mGvxmzTp6UL2GvJAV+9VYEYggYgDAPQq7wG
aGvGJsohS+kCHRD3KaDkAQSkR36FPkEQrk2R4ZoyvItV3wzmLhSycZFf3eV6T+o8G0f4lTncTH+4
7g3mE6WT5CRX/ddfOWIv/RwrY5grA9jqUsfLjI8WrM2geh8AwYKJZKv5CTL6f3N3n4kUspOTrReW
YkBkhg1zYh/39ZB7bf0BfhRXJZL946ZwdRzOpImZXbvC5LWNhTRHVw9PkfJMnPvYPCENFsme27LF
FF53IymIWaiQRYY6WBQfualuQTDyWgyYW9L8FO/d2wdBJpEHEWfXT1opvI0REjX08XXW4DMnAu22
5kc42ShGfs+S6REDOr9ui12NTc4WlVvvmVit0JLBLiE2Qq9KXmd+LGWRvMYy4/c5QkkAm5ro5BAb
KfQCzdw0Ad1Bohzj4RVsDl0LxkqfkyqUblPscnOzgKMvZE+2GrtIcE/WHe33RuU1IJO+rfDqcTz7
GGGdmyRvhxmc995AnvN+DkAoiYyeRMjqqp4JEVYVtATMGmtonKYHo5mCeu7822qs+k1MyPPSlYn+
XUECxVZl3bDAl2EJteFXa4Yc4syuZfXW1fU6E8Q/5MxAUtMIK1ZD0Fh1bjkwLzJeNSLxXddCTBX/
IL8NuF0kHgVH0mSanqEBGI4ESQxlSLZlb25KRwayfb0tl2IED6LQJDJSA3sPyL0BVUU1DOakk0HB
XW/NpRTBdygANuiGDsrYi+7n7LXJErcOv0br45+aAJeDJD0GRREliCUIe6rAn0QQ+5gd2Wq2uWsc
EBsZY7cdiS7LhFy7JwjjY8wwNoCaisVS3U6XCpUojCvDDOL5ZDDPpn6smK7FArw9cGolDnF1s84k
CpsFigKSRpmK+4wsD7Rt3M6Jnm6v4KrZ8e6L/0mpOYJtD3TCBOcMpRQj+yqK0XxLTRqCMs/5xy2Y
mMTGUeUDFhh8xTTi5SnKKmWZtNlE01NaHvR4N3TGg9nqbv0DadbbSl03WnFZoO1AeymGKq9mHvu2
1FM7JwgbZ09736inydWfSq+6Q+9c6tb++B55/Zcmm+X7k7K/vJ8v5QobpuFpZs/EajzqvtiH7AhC
u2B5HDZPmpfhv/XgTerxn2nkOu6LFUze8NZulcD2raAJuh171TwCAhHHK4+l3wXjm/Hr9spcAzML
KyOcTLssm74y+Bc+xtv4pXqjQezZvhPgC+6qYEQyeznYrv4M2LN4a7hSwLfrEOZyibjNnznTRa3b
vp/wAYl2aJo3jbxobG/m32YDN4XEuFfC3UthwhWRqHrEWYxhB5mvmfeGFURK4qpo+W02YXVqwmCp
JC7p+ol0KVI4UPMIzsskgenxWpvRo7OBBgSx4RDuqOwGXFtLAyDeqLn9H9Kua1luXEl+ESJoQBJ4
Jdn2+KNj9cKQGdEbkKD9+k0q9l51o7nN0GxImpeJ6CJcoVCVlYnza6scwWgZCLqSODhSpTsQ00V/
nTt2oM8LO7+tb9Yw75dgVGyeU3vK9i5ih4IDAPaK9FUCvKDd59VXvP48Xt6REUikLRQrG+5f37NL
fhe5wFltkKI2o3ZnDdVAojQLsGOGB8hNEeh6ZuFGj7ibAkWpvbI1nMqST4QSGbohAa9CY9P8QSdb
lMdgzhoFDMp029dfnfJtCFbO4SWIClN5YkNNVwnLqAxZE9xcdf1lgkhv237r0vgrzUO3HvVHvaI3
lZX5GuvRKxZu0ukd7RsrMdolREb5CiXoSLI4wmdgpH1feZX1XQTFUz6UWx39g7HxNvUhnjK3hMS7
umtRSsn+Nm2t2Fc2VFrqVs4LzIKNrhoBSrSJvk/6rZU8Oms6H0u76HTCFcdXFl0lnAZD1ZDtrKsa
ZUrfbH+azRbBdtrsne7fOJ9Ti4qnKy0zcZoJFtPxJRG7IQcRee6ixujL7rVxwg0U2Grt7zOt5xtL
cXkDuE7oNFsdnNcSVI50LeZam0jFwbFct5qmgoGmmCI3BAkP6Tu3gXh7Z0KUzgzeClK4U2E9X3cD
S87udDqV+IE0QVUxh8MNmODSHr7QVLqOdLwq+gfafPHfZ2XmeUSOBOKtIMtXQ8tJot0107A1w/xX
LzskY9yC+/lfc0T+PgF/zCibxBBBpzvzCZBTsg+a8Y5KutEMsfK6WArIT0ej7AorlqHWmDCjNc9F
P19KUGOqPAeA2+ur9H+4lD8DUraHKYIxCQks1VHlDZncWPG7PfmGszNBTmNt5ye85U2Rb1praMbF
+2lu42Vgk9XBKqy4MzY0ejnRsPH6zOr/yVM67GZmikMxK3yDnCTonklFm/epo5AWq9vySK2q39RJ
TrbXp2EpCqC6gZ5SHdo7hjZv5pMrxMzsNnbqqPHyjvoR9JJA7oBXAqUbJ14pFfyuBahB56kt5boK
BquL0wajdurWB80kbMLYlLwKtIvU/DM3Rx/DvJFWuhOG/elUkasB49kN/a3W/SIs32L7HzLtB9eh
tKjznTmQXRIHz6JObmRTQvxurVF0bX4Ub0yiKgXoG99MtH+G4tDX24rclEjiQj7w/7cSygHjnJpJ
lMMSgxRA6WyK6qXUPkIRbUrw4ly3tegaT1ZdOWUhEli0rbDqRbaVNbhDPDQRg5m5cnMr9kj7rsdv
1y0uRrini68cN0QvxJlsHDfL2SUWhCE36MYnie0Ftd+1T3xEfqldmdLl4OVknIor5iKIW+lgTs3q
yWmxmyyIur9nk75pQIpY1NJt55Th08jcmh/TceVw/aYvutzxNkCHM2HFBf2VMMfAaWTceJZ+iwvP
6+3WpdF+Su5xzKv6Kwsb9Lw/64Nn9y89P9oaml3LlVkwlvfwn69Qpp6mY1v1Br7CeXiwP9G8s6v9
5ABgs+ZSTyJ6c3tfO5TejwoC1b9QLtS2qU+22Yb70+f1bbB4N4Jj+D8ToiyILqauhsdpvIGAdN/o
vyKJEbtmMfqtJg4WbfyhtdYwkotvSXpiVXFyWRjyqNFhtfYdt9hGkfvPV34PbfWfEZ6RAP9jAqRr
u2jrRBfXgeyHtQf3YqR+8gWK64uNPC2zCF+Q1i4aj70+8stqWFlo04CzvrLduMKmWyIBnkCap/HA
RJZv2r2xg5jt4Xvt598t1/w5etB+fQ+Iy/z4UBy7jXQBiPg0n3/oULgpD0BK+Km/fghXFl3NR7WN
NFk3f1bVpsDTRxG6ERGqN/sgjXSvDOvhlXRMf9bBaAB9qz6Sx6aN0c2b5HH7D9UTSgEIHPl3UMIk
0J3V+Z0mcwZ9noLT8Qmat/Kz7FJxq3dNgB41x2qegdNut2OUoKvE6FPulxzPWxkPpHVlVfEWXyGC
cJOzTBzDxJJ7MJeaN6UjkJoVRH8atNb+ghREjIwtNE32QVSx97zpg2Nah2PoAmELUZG2Qtrb7Kf7
wuHZLiED3zVFU24EIegNZm1xm6Nbz0eGGTizvJavWTn2x8DmkTcYAnJsAWfFXcYofyjRi/uNI+d6
l7dT1UL3kRmJr5WdY28DixZHMxrSrRU4ml8AeOoOMaHI8zbmJ2SE2scS+zv3+RBWKEZPhT/JPHoh
SWdD4S1njzLrRrAN0bptXHua9L2smIX2PTnaPzRM4E0kwkIiTdhqodfzSjNdwaMBwsaoPVskc0Bf
mwh5bDmv39jUjS/g3xOPbBiih0YDJxhAuzrkoBx9k/Wd9isWBtDPZa19dtLgh66I8IuQ8cy31eiI
0ZtGXR5qVKSOYUq1Jy3oQ9NHiYq9dlon7yIx2pUvhFb8DCaHbIPIbiGPBFDFXmd5BYRjmNX02AJJ
Z7tGJHmxRT6Ltm4dBFaOilPaDi5qQsbossQAOd7QhE80MCJkKKssuG+4bTzitR6Zri1Y/tWpwwBS
NEkI0pbGqQnQd8Lhe40W9FELUnmMcpPccVtm0qs0kL7XdjD+shubeuWUFHJ33Uv+zqFfO8jzQT+J
yuiEdGGq4cQYd/EzAsKvif+YHgP/B1gkdsZDeYj99/7GOYzbyCVrvur3k/6adSXmyaOm5N3sLtnu
e4vM2j76AlKT6alwjc9pwzbJEzo/nVvnIbh3Zue51uq/GJ1wNBLbwOpTQOnPRz9mONY0TDF6WVJX
Qk/dphPbBG3/LU/Yj7Rub50Ci2aV4+H6xC8H5jMvNI4cmEFUvspYmE5eDaCKz/RmG5igdywZ/5ZG
gm5rs8P1YBNEngS5WS0TEDfXkU2CzuFKtmG+kC8W4OQrlAvbkXXJNBS/PBSm7gMy7Cg5TPkOqqb+
9fEuRgYnhpTruAN+laDC1nitaJHzbdPOrZLg1tLIZxtD63aVRG4xDAQ+2JyxatBUUV8+JEu5NVBw
Vcr+xsS1MzK/dr7o8M0yxPvG74a7ZI1Cf2mU4CeYSXMQC+KdfL6fqByNNpv5MbX6e+Hgsrfe7dpy
WfturcFplseHdJxtmAyUmeprPIwcTTY1ZtTWXsIB7fY3FjqmSeszINYcuo2FH+v65voyLkUXoDLX
0edvAiqhViw6HodVJ4sGzqgAyjW5iWS8qfBG/xdm0AMLVYrf7UDKuQzbMRddgGi6nPZ1yl2b3Bny
13Ub8ytH3frWiQ3lFYQHsAmicdgInUps9Vp2B5GGwcqELR2wUyvzhJ7412AczVbosNL16ABNhduj
56Q3/HpYVWGbY67LASEzg7o56n9q+1lsF1VCCExZfb2ZesTauEOYmDzRlAewhtlugWRbVDOfVuaa
K1/aGGjkA956ZpLTf79PTsaJJ3IIMLYEMyzQEOgFjTXbNcM1Sbslf40T/d8hKu5q0nnaih6vyZTc
4rD54HP9QPvCa0Kyr3qAQ55Rt5JrZbrlo0btuWqGhkXs//NFtFI8GdDnirCy3gemm+q7DszNhjcZ
nj0NrtBdJ1+jZF+aUCAwuIlOFShk/H5qnUwobUeCJhIMlZvPFvZLPrq2uXIJLdoAas1GNyH+qPIv
Qy4mXkIK3cvs8EYYO6Or9lX1z/VztnjTWSdWlIOWSFZnsoeVGI2n+hjhGkufBZS1Gso8KLF1Xl7X
0F/r/b62XnhdkH9x95x+wDwNJ1MZVOg+LXNEGTIdP+wBObgp/kHMaq+1QBHLtVfw4pE/Ga+ySa1c
7/ouwHiLaCe7t3h4l/Fb1+5XpnXprQP8GFJ6SNiAWEzZlEEe5XrZInaZ2vTnpLGfoF/ZWE7qmk14
29EfnajdGIRMbmvGR2rkLsvT2C1E07vcjhK3Gn5WTL+L49ilci2uWPk4VRGycGwZhwGmvJ9cEd9M
bNdCu8pqIHgLBZQ18pLlfYzeTrRHOAwtkecLbKD5PwjnqYBIhVsVul+T8kCLYiVjvOh95hbS/zWj
bOSB6j1kqmAm6d5l9dBOiT/SLcsYOI1A0oDU8RqL+trAlJ07Sj0QUQeLWj55koWZy4A8LuUgVh70
a4aUPRtGdkX1Zp5B5zW17gfIlFTgIL2+ZRfnDwjLGdMPALDK7EydtIr1BsFmAOxLk773yX04Jn4T
fEOrIi4ot8FT7LrJxbMIin+mo1caSWclIMuqtrUDo4TvsbZMsF3fQMvrbmz17XU7i/MHSKwFnj+I
J6mcYSkCvwnMvrh7AZ2e6CFC4g/0iZvrVhbDyxMryirlbGbRmjCBwqpuCzQgbUNJPh3JJtcw2qcy
BLXgdYuX1Fkoxpze64rJQfK0t8sOLzTyQ7aucG4jVNBYIDyio+Zkuoip7drXko0RfQ3FAIZ/ZwXh
ubSGp5+gPB0GM8qyJMInOCL3tcjapvR5pMNj3a6UJy+mF0Am9JrgNgRJF+RV50U+vSemLgCFIpr3
RnCDuUGq+cDnHFlc3g5E/izi1luZ3IuI7bdBbJoZAozGHmV3omHHGUI204aQGl64gcC62d5CatV3
ptGvBQeVVr4lot9BPmStd3D+8bNwcTaOTkXK0MgDBLJiHGqT6CaaQHQxdNyve21PNL51NIjmWNaW
tObrBOXtGFVh3XjpqnBFfmX2lRfWgVGcvwBk+Wo3R4EegQlCh+i/Dr/3EdA1zRpE8WLbYHzAK6BN
z8H7CB7gfDWzLhyE2QWgCgw2NDoI/WYoNm3x8S/W8NSMkkCBVi1BSRTTqL1VxiZ8Nb9rn6MPZjIa
uuPuurELL6MMSbnnhiLSpRXCVucc8IBwY/HA2dqJn39EXRk8vPD6Af4NsFzlFDT1FE91AxbWwhq2
aLmpXCS1dc+R+riDN0jdwupTPytTIOMTOdxD0QGZUFyNxyZvnzo5jWtfNE+h8kVID0D0FXBGC3LO
yhdNSY8XcIt2y1GkG3CvoVSru0Hb3TgCRR2j3ju8ukfj0G60grvICZ8i8bcIpnniLfBBokkA/1X7
Vs046Cm0PkAdYfwCaaibs/tAI48t70FLOqzcWZcB829rCOpmUh88OZRlNrsGDNYzoU+l47UBOcFb
HpgApYlSfHaxnUCLXHuQ4eTcG6Z2lzDi+MmUrhzQ3+uszPr81MIDXId/ghzD+fkJLBYNXRCBzaSy
ezwku9zUkJXK6QvhieEjFVwDszekRXQDuQYcsjhJkbwDdnw6OE5Svwxm2k6uJA79xjokXVNiTrhB
aJ4eNTEWEQA8+CW3kXbzUvJY96ugQtq0KeS4CSc7fzVsiTZXWeovmqTklygaseMJMd6sIBD7TI65
n0QUgvYxzUE3GgTAXiDN/tgiz//X71vUe1G3nmcCnCtIKZ3PhhY7WjfqMY6eMfnoqQCy62swrSnG
zTv5fM7PrSgRZsCL3KoyWInNmyj50gKWkI7edSdy6RdhA/ccJIAYKIDUPqyqzstg4rAhAN+YoCIL
jh9Qz0fgM7tu6PI6PTc0vxFOrtOUFzIAwh8XjAHxMPIjFHfc3Ey1K9YAPheB5ZxyAA+O6Riz1L3a
dU+CNkPRBS4LfHNW8dDFvnS+dOU9jkoK6fd85R1w8bjB+ZyjWHC8gAwDOGFlYAMwckZXZACMQ7XV
cB4L64cEb2uq127LzO2wpl2z6BHA9GPObf4zWlixiOIK7VsHz2e0JnD2hC6Jon0vnJeo+9bypxhs
dLhvmjWcwOVuxDixU/CkmqEjKrtAnxmj5WSgLUOdbD/oASKU9MGu6cp0Lo+OcY7UERifLzK1CWQB
6n4mwSqDHjo235sRbP03E3eR1mR0YzjHDlrR1VrMfrlrMDyONCba9sCVqj5HGJVOYKNjwrPl69R+
GSqU524lcVPyqtV7fY095RIGhG0DALaGjC2FgKFKN92WbZVDmQOMV/I17/zB9LTUD+KNTF0n+TAz
NNvsdfueVbvr53Ap1Dq1q5zDxIgK0jOMkzVyFzvDvh/XJKoujzqGBlQ+JhOtPBeUhbXspZEVWEHI
wVfNQfT7UeSzFhFQ+iuPyKVNeWpKibfSMkQKAMQXHgsleuztPbMyV8uz7fVJWxuR4u/DBBqudQQz
gY6U4vA4pB88L71g/BmtwiaW/An0CZDr43AoqEWd+5OZyrIpeombFrpz/Jkn3OXWUx18adHnYK+x
WBpL+8GGJ8ErFRRftupMdEGQGjLnAA/aMFJ3efXFmLByGyKemuAN6uyE3rXht7H0crY3wQNR3Ufo
IdGTHetuNPqzJsLNqy/ZtC9sPy7y57+f+tPvU/arLRoztUIEHoDDJ5rbjdvaeTKb7zJeCXEui584
kXCnEFtH/QQuTnkimDVr9MjCTNS4oYp4l42gfHZFhK6S9EnYox/pyPbKYpOV8OzZ1wp1+8DLxA/L
PKbDW8EG1x48zX5aT+bP++s8Ejj/NGWbtwY6EoZ5EkR+M2o5Jn+DwgHKViZ/SfKtjfpVui+Jn4W5
X/wLpjRknjEz0GBA0lt9nAkBGiaU2TNgEjWgJqBzDwCAtnKQl9zvqZE5TjkND5qKFxBpxe2if0rp
WnLn5FszeumtfR48GGtJ/MuwBxN6MiblChVitMIYFAKebaFJyXapeT9A+ZOvPTuXHAcYfjQL5QJt
LlScDwtpe2y5Et7WTDuoth7q6TnCs4Xq37K1lrIFv4Hr8rc2ERQzLgo+EBcGbIXCVJx8scMakriA
cJcPoe6mJvp9V8K5hfU6s6asV58YYUZm0sE0OUyihE53BLYH6tqGm9OvJpR/Idt83RMs+Pozk8qa
JRBzLqwOJo3a3Giy9fvyTlvbGAsLdmZEcTdTnyRBPVNDhn3uiuyIOBjT6jKABdcgx8biiuE8oSYF
8jGgqM83R14kNKPjPIfZl3g49PG9LEzAaHwr3NDiJU6oF6Frs/gZ27fBtHfM2u8pCmna3EUC3noZ
busAfTvtBmqNgBIDXNRtEVGk1C2jh57//SWIytCfz1WmBv6xLYwYv18DhsGBWdPrnSO+94RtnJ/X
l/qyHRiaOae25u134g5qBt2/aY5SAvG9tPyGvMcgaOPSTaODNm7qeFuZt1zfGOWjtI/5WHjCeObW
R5ZHu2rtCrqEc559DUpj51/TaFnQaxq+hmOawV8c3lnolk81t+kOdhG6Qf/R1sPOsh6L3O+Hf8GB
iMn4L8GnWnAkyAk0qM7Nk/E48BdjAoCqPA7RygW4eL7+mFE7bsgUEN7EMFM0H3Hd+2G1L0SxcoiX
/MZp9kbxGxWUCCCAjOyNyQ7d+I/dvRgmuB2PIvxesm2s7VY20uxglZsTomp4DILojyG0VyK3jk/R
0OsW3kp17AGJm8WvTrnJguNAJ7SDvZtIqUiEOCvD/L0mF3ahBIuEI6rEKBOfbxknJ2MdlDb65d3m
rf2Wb8zvph/9LAGdc+NDnbrhT5Q+3+UduxlXbC+sI2R/IFYDNAhkhX/HOSdnJ62lCBxws860aoz5
udx1w+b6tC6sIoDTOto+NAdy9ppyPKvcqQYRE1yfIkYlCh1CO0DawEvnWrEPX5Sscdwu3NenBn/X
5E/GZBtFrVdDgG1DEzdL0AcVH6b2NjFX8uBLc3cysN+P0xM7nQYNWJpzvCdICFQikkkDOnf+xQKd
GjGUvVG1VlHAc3sRNMh44Jn8va9XyiQL9xhUe8E7PHPCYicod0tqkyk3U+w/EAbeNmXrmQKtCn28
KWfZxC5ZmbeFq+zMnHI3xARPCKJhz2XGzxQAtdjQ3YxsBDsyzOWaGOOaNWX71VaLsmwBa4bt18k3
KLq4tN4PqW8ZT2n76/peX7imkbmaKZFAz4KLWk19OlbGBVBiqXcD1stdt81eyt14rA/Nhh24R15j
jz6Et9BEuydfwYK7qXbJrQ+H4zab0L/+LZfb8/xTlGnWtMAuWodAprYReGwcJe0A41m55y/PGoyA
LAAJQUC7LpqErClHJWjAeA1wRtLWF+gIzp1nhxyuD+bSicDOTLUDRTnU0dXwJ5nCUqti2NH1X6mz
QRprEu9Gkbid/ZQ7vRdZKxfcJU59TtueWFSmD+/qRA8CWDQfvsae+dFsvqAxbtduXn5wd/qIn3/k
zSb2AM+KARxyqR/fVm52LL+E22ljbpDa260VWC7P6fknKVs50/pSH/N5soMNWE46fmzkJ7f8Yq0V
+hK2dDZ4AIkUr8O1qi/mbTwBYYQkbxDEW0cG4Z1uJsk25rmFyKkuf9LIDp8jnUU7u+Xpy/U1vyQe
UL5CeRBpox72vY2v6L0arwb01vON/J5p7uPoVyAeiHFsbsjeWTk4i9NMIR7D5mYIEI6dDz6oeW3m
GrLPUtw1kALJjCfmfA6WL+oVT7i4q08szafr5AbJrUSriznPnfbgX0T/lgBhASQoSrqP+veOPlG5
0t+2eF5PLCquntEAorgmLJrOruw3k+GgHPEQVP+iEoW9+qfqofIx0yEqhnGuR2iOF9voLUITEZgf
kQuo218Bfdbil4HfQ6/m+p5ZXrs/xRZl4wahloR2MY9P98Gk7tbk0eabgm+0fiX3vOhe/wxQLYLr
YQ0V5hKWCN0APttPj/r4cX0wy8fwxIZy+euEVOgIiyC2Mst0l5scyWw5NRsexFDOeO0Sl4yHbk02
eWFkNihZkMBHggv5LWWPJBHQlyyNEdsnt47+mFkf+d9HHMgenphQnGsM2GLSj8hRpcWjNB7r7lWU
6Ld4MNoVN76Qsjy3pPjMQQB1gxIhHqIf6Tfq1YWbud0b+ke24a1574reo2707YiY56E5mon765f2
NVvJf1y22M1VJgcFQNyTYG1TC+MjKFzY0KIIrOtgsXDpjh21byJz07dyl90UkTcdh19DszVWgseF
03BmV/EvokWS0ulglwWPmfYlER5jHoVDT8b932/VM1PKpgE5NHMqG/PMsl+SfNj/RD3aWEa3ae90
8aYnd2Gw1rS14MvOTCqbKCOUFizB6JBO6vWPSdvV/LZYq/XMv3L+ODtfO2UDdWPaTCPDwLj+c+y+
mcQP+LOInrN4HxgrPmVxRAwUpSC5nnOoygNUa/sm6ntkGikSBR2qcoBBhtmtuYYAXTzhJ3bo+b2T
9p1hphJ2wunBsPygeunWYpX5J9Rpw4aHB5nz5JYasBWSRaURQM8CGDrQuv4y1zLNywaYBoFmDQAo
9VlpMmQHnAm6mqFughPG+DKtEjwumgDV+FyZArBLBVmh8c/qMejZS/0sq2cb+lDXT83Ses9c5v8x
oPj3SOrGMBU5qLnzJw3FdCN9cLLnaC2cW1ruUzPKtqoT0eGmwjii5jAVb45wk2Dl/C95mlMTyo6K
wiZE6x9Gwso3En+C3pkRJODG1M3WKFoXVwX0PIwBnmXoKmSXpbTXGw31NSsGkr/ymnwN0rpmQRlM
imClLOeqssSVgDxQZa1EYYsLcjKE+f+fxH21rJDD44ABkOg1pi/mOHhJv7IiizYgJzTLmiHpp5YG
w2AqRDqgBF8OD4T4rLw181/Xt+9C+Dprbf/XxLy9T4aR1WGT0gomqvFeMrflPgWeq7oTZN9Wwke/
6cp5WfLFBgPiELULiIio9yjQDTrK8sg6RuNW2I1vlHhyjT6xb+GfxSqF5uKmPjGnjE9aPILEPMyx
+rbX97Hz5pj+WO9B8Xh9IpfX6s+4lMuz75jo4gmG2uGrnewEOO3pypZbHAuKWLM42VwpVq4xJngO
pRkk5M3qpa9e4+hAQ0DxviTJSsS1YshRInDR9m2eCzh+bdx3+Qui1qzyOuCy7L/t9EJQZfwZkdox
FxoMwEIA3jw7eicZeD/reMPXgOeLHppDOAEi7JCuUXecBjmLBMLK2OJg8oVeFlqgtBZakSsR4qLH
OTGj7DRdJokehTBjaE+EfIi1Ppall8SsOIslZkCuILA/P6plYidFMAMFxJSj8zu6YUnqm7GxRz/7
jdbfD0UBLIlRCPDyNCudogslEWQJLKDbnTkGhvLUufGkMGOHyQmu6F6/yXdI+foacVG4BTeKC9a4
xB1WTF62B2NznJqcPcmJa4KnaEE5BJPGrjjEzy/FASwW+jv3hF/9QvZgF93rT/pX0yPo+HDJz+vn
eWnXgNrN5BaE0PBXmW1p5tycChy2gT2U6Km0kn1PgPk6XDez5DaAw5jjB2Rm0Q18PshIdubUMJyA
Ut8ZwT/d+DCi1/m6jQWI1dxE9l8jlnKe0T3WQuYbRtrKA4TGR/N/4HxSZ8ctD2SDU/GcgFAgWznc
Swfi1KqS+glHE0Xb2WpT3MTos6ro+/VxLS6Rg4OAs42uEjU/URvoG54qHAgJlo/Wo+jA2YEJxRCe
cFJbehbkCXL/us2l+9IEclIHch7ihWrkMpgT2AfRn+8FkhajC/nCBFxfFRGeE0u2s3oDrP1NFd8R
GSC3N+b67voHLG6YP4OmylqigNykbB60KL/lzkGwz7bdXjex7GlObCgrJ9DAJqoJNnT7AEITF515
AJ88ZvJxQoq4CfySgJJrc93q0qWDRnho5+FOmEvk5ychywgz2wxGKUKpzNwIHLqAZy7J3oxiJbBa
3DlzhRAZfmT5tXmST1yLlpttx3mLklkd+yBWAAumFG6UGYgTV2lhFlfsxNj8MSfGprLIgkFAH0ar
Hkfqy/41ZSsrtjh3HASNM+8zSheKFyFoB8+KrMeCiQKy2MR12Dc8rD3LhsRZZK34k8Uz8MeaSv8i
bCGBgcGAxhhM6+xzqj9CPj3lhXajFQyxAroE6BrI8PIGwvU98+VCQArYNctSxlgmaK5HVFJ6xbgd
6AM6nDvQq4Dox+vAktDewZe17Beraxeaq75urb0oLpZxtg/tCjaXd3WDK/YDUkC7SnaAxRnHPv5B
xVMUrtw5lyDRMxsXOfvRsQLLrmGj4fQJTV1u3lJv0H4kFoSsEmNvxsVXGY6fSUtco9UPVbomP30R
nitfoBx9sEtJO2P4ghlkyQFtaJr7KpI3thx8C9H5GK+KwM836VmaASZ1G0QNmNqFhgeRzZ0COi09
UgH4vyNoYP9op5koRRt7+RxZXfUkNGLlW8OqwCsTWE4Y3uohTfdOVXbmts2odkw469ce3Rc3GL5s
jriQzJmBrWrjhz105VCatABTnbUjE9tW8V9HjbMJG01YaNZYQH92dp6ODq58tMqGB2Ewz+ialSvr
wtnNJkAJYCNbNMe/SiSjtaPgE0rQXpXne0OELhlu69iAOMPf0x3gWtQhFwtYGh6/F/NVJlkK8WJQ
pSbQnYMKVcmPVvkUrl0VSyNCOgcsB4ibgEZQrgr03NIGWAysS67d6NoPTYh9M2hQvLPIyq20eCQR
bSOAAr55xlmce28DneI0ctIZDXsf9K+DNblatNez1MvLB1K+2u1Nax3z7jWyV557S0fx1LIS/3aF
UcdRnZV4hd054k4vDoZOPMu8d6JXfVq5ES9jROySmb4BzwsTzY+qInNCozAftRKc4AAQ0NJ4HrsX
3lWbMCy3VSJdafZ3mpbeMsKOjR58Xr/8l8YKPhFuQDgR2OTfq3ByR4I9z2rFUJQe6sZvoxW5Rmlu
ecK8qNY+sFlvZEhXjsXyiBlOn2EDqQLF3POVJcNoRkGIEQ+p9TIY2pGMuj/oEqU8O7y19d4dU37U
KtOzgp85/RfNtXB7mGugNVCmdNQLxQwi3ekkTkvZ3LLKlc2B9WjuRRM7EkmMbxjf8WCbmdALgPgF
elnWlnwOFVXHCwj4jALHq9hQX981j4Om1eAY+uSg5yAss9CGSn5F8A022WfjgQZ3Q+/9/UpDksVE
AxIg14j2zmcdSvGgmpwvGDT8JbeprHNousnqDrmNL1Mb3ztJAN5nLlfwMUsug6NzAMLJwF9eqEno
Zl1kMXiePCqQBWihIWaPD/HQu5oerlQALoIxRAczCQugBxakZlUylKCiteaUaKXtrB+8aXdoX/Rl
2bhc1gcHRfDr83kZrM/mUJCCNh+Mot59PqHQHG3bdO5OQOjzZQCFHTNyr9TSjc4EOt4fO655XRts
Q31NnmZhTs8sK0tJSjsRPYHlJnjsg8STRY1oPdyiRWTtrBqXWxWmcHlRsAfMarTngyQjmMp4Dv8g
J/NI48TFzX8bkdA3q3qT5hQdCdG2ZM+THd1Mvb1rtDWysMXBztDuuVFjbtc+/4JiAtVcVGCwE/kq
rbuGoCdJPkPl4u/PB5DjNjJ8AONAL00ZacvyoMGZRJirt8eadRu4asDu9B+kkHuSDwc8JnYrW2hx
xwK6iDct2gI1NbNEK8cpGIHNND5Y5T62jnq4q7M91SCIso8mP3feLXJb8K2RvBI8e2W/t5yHdi3F
tXALgBkYzPZwyHO7rxJityYfIjLiOxLop6U7ar441h2rAy+Nbnhmba8Pe3FF/1hTsyLdMIo4EfD/
Rdl5UnsXTeQPA/p91lze0vQaDAHeb+IspLTOt06ATrq+bSdQoGig9SOxl/D2udCrm8hMnwdeP10f
11LIgqcgCC+Qr0P3u+rXG23QYqjUl8ACjtBXrdyq2YLEyKXVXZF7ENIM4uegeItZ7AHCcd04XTio
p7bng3xykaddr2s1BNzQCRx6U5Dc6tEaa+HCQwzVAzSW26ghUEBez010TVVFLGBgYQYSnSWtZ2kj
osD4cH0kC+QXICbA5TwzJEEDUa1OWi21OtBMwb3VvNzFYUTBxp+j55OF3O+sIduhGQwscjaMA8zW
jICqRuGIwDC0Xgkum0NX5uOKJ1zYSzOTCf4Blg5vr7ghoKlpPjp4LJVp09oeHkHBLYtSMHFyI0Ns
79RmemORIFnjUpnPnhIsoOKAEA1EXpqtqTUBO07ttkR6AfJbG6O+723hG5MNYGLlZexb3oDDf20B
Fpz+mUlloeO24H03wKTDBl9Ur7zWPG3IN5Skj2iOQNMDNHAR2QxuZmi7jHOvD4yVss5llxiuV2v+
q8+6t4CWn++2fESQlrQ4TLUZu12GZBiEtIX1szPlDdVyL0hx4dFvPLaRO6p3tIVam17s4/yxZvY+
taQbgNs1seObgNm7yCDuUK0meJdOnQXJE2riiYcUibIruqZNwpHj1BUdQzR3bNOPJHBR6Qqa8DWh
1YHGH3oD6Dvonw10SyZJDVbmtZbvpYOJ4zg30yJTY6lXFw4AWuQnBD6xSaQXU33Y11ZeeGZTrzyN
li3hncmAd8YbUNkZOuCwWTunDBJq7Jke7Zsu29iZs3IxLt0QDlqfZ+A7uKVUDzBoJgGjbl55LPof
0r6sN3IeWfYXCZBIra9aarHLu7vt9ovQm6l9pdZff0PGuV+raJ0ius9gBhigAWclRSaTmZERqAy2
0BH9FZflTpexvW1GbACIUPzEWDkoUYRNVkyxkfCkrryyDkMSRLGa7wy14UjcFGDE7Ml60TpNO+SY
xDy1VqudbLPRrvWigvQgyPckN8iG33jqapgnQD8T/1mC0CqI4y3WN8kMoq4snl7jDD05pbnhinq0
W9nA3Gb6iiE23Peo6S0UH+e2SqUC1ipEY6Jt3D4+heWvTnknPLD0V4PsUc5Ec/hyYP/cWFrKdyuT
i/sr9+KkA9txCpPQwvKbFxREHn+AmxFvW7e7xiioe38V/Qa/h2f5uSScbKzsmWlhZaeoalon6Ssv
Kb7VKtDzGcRt7gbKJa+CjWvizM6Saa1cDPNQLdsOdhSSgUJI8VJn9JSxPUJB3KVKJFnSrcRtvaJC
4jZQzE3EA1Y0469zM7pz9TTEj6rilyGQQ7LBNO0jNRMuI9QokORgmB6yZuItOCd5YhUUqRsqa1YH
BsFxbPZtjUZagMhgXjWc1DRgjuXsppw3X9WqIfeK4Uz0ils50N5DpY07M6UYzOlQf2M7fZ6mBzKV
gLrSmdLsHkG23gNBrVuHOEzH76k2lsDATowG0cwQ7ZnN0uu2dvjgkybSQWxh9mUUjIbSXGUqOiTx
cjppQULFyztV++VwtT2QdkgnX80dJfb7KCksrx1D+9ZQ6sRwNc2u7inT1eeaaNmroea2CqYte8bj
EezXqqfHWkjcqOTJscsHiufQ5KS+ZkUNfoPd3fZWSA3IUCnsu9bElY9ievNEawpoMlqAQ9AlXH1D
rxMhTVdjE5JqOcjfdkZUkys2lGPu8mrpMIOA3IjA7a7kxwrhBSqnWqb7QNGpB6cmAADzrCMzZsdH
NGiSsagRgdWpvxrSyIHGA0vsX6WGYZSps5z3lFXaMadODPI1dfKdDCzbVxAtATcHn3qsW4lFdlmb
gA2utroOxAjcDD0jIgiAQ07M9CYOuwik201ivOdOyL9rMZ9sD3IZzU/gI4unMi7n0DVqsPxyW3He
MwOL+miVFrtttBFDo2zKSuoOoIvR+VwHfYMxVtxkuDAHTLz3RUhGL6r4MeddcjUPQ3FE1ZQcVT7a
3+uxAhMLKaK83DUt9pXSjLS4MoyJ5jeFUdoBgTwl85usK65p2Yc3KqmU5jAVmsUgKKwqoFrHjoU8
NClfSTOFoBdzgNr1mmmuob1nGU75UI1JdG02E9U99N7q2S3GukY/vy9b6OKlEdsl0dDeKsasPenN
GINZse5ncJDTkmj3ldEXVdANWsfQeWzoaRxIG1C8qH70zgTiHNMsDHRgiZlL3qubdxcq5GDLXWL4
J3aSpuHYM3mFu1hd+Jj2UX1Dhm9pfEvRBkoOtHxvZn+iJxM8dZcD+ZZpPJFRMLQdXJ5grTqPcmXP
nbpNkfbw2Di1fX9rsF8puC6NtNoTmIP23K4kw3WNid4W8BKuy2ZnNgIf6HQwYwDAJ3iBxKZUoahz
HiEx9jpFc4m3N07doOMsql4UF7vL7m7EdAqMpInEioDZWqxXakpmtBpXUK/sXNO8rXLTg7bBFD6H
VCaIu+UWKmULL+zSkhVLWNU0IFjW4PgPWx210VovrzR17DIXCCfw3iN2dP7MtBSyVp05DJLvunFJ
nqUfwuWVKYC2KibSj3qsD3ZtQAMcnxiDuIzeX17SDT9B0607qOtjHBvKKecbiI6T09gTeKuSvghC
sC/5RCmflHEIEisPbEy0jaNstHEjVz+zKWQfFmgaoz6Bzawb3KKhSNOfLnu1kR2DqAx5OB4DaKaL
OLGwcmK9nVo0fAyw9hTAqI8NRBEkrGiba/fHivggLKKk6+ehA2F/5+AqVb7GKbROCtNTrGxnMX3f
M2X/145hTBxoRRw2MPaLn4vTqY0hwYfLCywOrdohvQiPWaz9fZIGFimwlEKcGjUbsdjI0XewqwiS
G4nGg8Y4gGYMedQzRtQuu7P1tsR0Gh5LOGJI18ToMYGNmFYsrqCINAyv9ZhaqLxPUIrzeJ9BbwGD
U/gVUZJOs2sOemi6E1KPt7Dv+hqSjyw9FUyzrqO2dw4RM6MgDCt2HcWDEmh61qNC2Zpp6Kd8KO/H
zLRrlzQ9RlEuu7FVGVhtN7HcVHIwLM8pOAIA4jOzezt8J+Mxhs5rdh/lT2b/+7K5zeiw2ndL1WCV
2iY8JhjsgrkovLHHA2DKc/NVl42cbp7SlRV6biU2UNimy+5uLBTRhgS1nTSSTR9vPX6wz1BRIQBu
IAAtv2Lli9PHhaF2DaQmTRRVoxkQFNDNzG8RLVwtehvyRac11zVJur4RIM7MCmEvbYucNAnMdsYQ
VDnAy9M+6yRGtlZQhawGtLtV0HqJDzue0XbqVbxpe7TzGI3uUiabDJKZEEKpVja4KxlM5HmKsxFG
D4TL1OQ21gqBRkPvHBRNS6Pu/BM10JrpsxYYdVutHotW+c7CbJeHleTJvXWI1maEXd3FWWNyG2YW
nGp2V/IcGcQNuKAyJ6D9S25KQulGMgG34BKoURdiHGEL5DWaLLmB4h2fIBFV8rtk0S0a9Suon4Iz
T6ZQtmnOxt8Eq+gCQhDMJbNZm52G92iIppQ2Z4FRmz6pQLVEo5tKNmm8dTUBqvOfNWFf1P04KskE
a41yNw+tS8ivNr3hxi5CIxvST5cD0tan00wggwBEcKxPPFJ6GpM5GmZYM3/rVuBY+3F4z5JnZwj9
uvs1AlB/2eDWYhpoRKEEjklqVPLPt6ROR7QXWVqDE2YMjDIEO0Kmj26XJt4UWZPXmd2Pyxa3DgEQ
Og7gP8B1UJESKo/G0imtCq3qkrnaaN4xZuyhdxX9g2d4+CzMfEhdTJGD2Z4mK8ZZK0BJEvTzNdRp
wTEaRA2ePTI82dYirurZYpJEQxR85wxJptW8lqrqlvGXycScSHiYZG2tzwWnBcm8AswJH6wp7FrP
ZsDz5js18thjgaodsrJbJ5hvYy8+smdnDwluSCD4uMNvy6NsSOlToBR+gBBdMlYrhGn4ATlY35aJ
i142tLtBgHLuo3BhWoqaK2MCUOC403bGU/QcRX7v61coolzXiTtHnnXlsW9Ac7ggnN5d3p+fPuaH
fwj2eBYtTSFhgfMcdPXIqoEdTd7prLjz4KIO4hRfDBkTrMySsJJgvRijdgFzdioYjyFy5ng0fuh7
0KJ8+xefcOQWGMEyIHd+yjmo6Sg3R6DwQDxk8dum9nr7GdyUPU7FZVOfjjeW74OZ0qIoqUFX/NyU
CU2zmObL/jT6IIUAbN1hkI18vWzl83NdMCOE5ThSkpI0MKMcwpvyOzro46OO9v1p8A1IvLnAuVy2
uPzBszLhh0GwCeLd/EEQe+5XiT46pJomjJlZ3xP6PqKXV4d3rSnBlmztiSWB/+CIBvxN2H1d2w2s
ifClmHLq2FElt9lwTcqHzpQ8uT76Gp8cWlkSdp+aG2UX8WVPaNV+bpzrhIMjixYU3b+q87UeGvRl
vScoCo5t+6syXv9hQeGhCmJoQOFElpmuseeZO8uCNtARUXSf1QEHzJi9X7azuSFXdpYLfpUX24qS
gfhHxYra14lxrSc7RYaK/CC6/LyWf3wRzleuTUgNkIp46oP5oB2j3iUP7W8MIvKD+cQtX/kSMnf2
Yh+Dd8Fl9z5lDMu+/OMeFTD86WhWqJhjGcf+BRUItx4PyYhWPX2fQNJBpluVHi5b3DwJYHMHIgCS
g5q4RS17IoMWYkFzEH5AgtfU3qPJZ0RWONo8CmAcsEFwh16pCHXIp7gjCVrjXgrpruR7FT8rQ9BW
d4ZspHvToWV+cCmIofImnLmsYy0ELwhOQqYczebddvqfTgZAQ1NLTrfMknDmmiyMp7CBpYE8ODaa
fy+0tTyQV0o2xeYNqq9cEm5QDCkCuRZqcKm2b+a+dKnZeH2RfEHP/7FJu1OsQrwoeiYVNLaie9QU
XCWeg8H+pqO2OQEINZuxZ9XJUe+j4z/sn9VvWxKM1YHsMuTreo3fptV+6wSVfqNGmLp6vGzlU96+
nAsTaAlMS6CHLA5rs9oZiNaDvM0e37Luve89aJWr9dVUecOvy6Y2+RzWtoTPGuW4BzH2hemkoHjF
hNkduBShc+Iz7iMdg6SJB0Rb+UOm+rGViekLwhVUcQC8W8JH1qdEG+x0OSDjXandtVw2nLG5XVcG
hC+VUqWa0hoGajPzE3qauJ/VdNfLsPGbIXplZ/n31Y6wSNnnZgc7RvwW57NrYBYv/XH5I21Gk5WN
xdeVDUVX0LdZbExd7ibp61gxL4Uke9I92jIen811A9O5/oE9Ax3Wua2B9RiRm2CrgTo1TGH6QMXo
haS0uLnDV1aEiy1q2gE8CIj8EY6smQQcKI0y6FRUzXa6/Xx5+TavmZUx4YaDdu1AtUU5I1ZvQpB2
tuAN3Tnac8TQbD/U8bfL5iQrKOLpCjwBiDF9JAevXbkfMaBJn5nqX7ayfW8jLV6kQIAfFh9uejXR
OaLLvZ1fW7v+VQ2YqyYQ1XWn+8Jt7429+dT536HIK8kmN3f8H8NiwVuryrQrShhuFXs/a6lfm/wm
5JYk1G5GiJUZ4WYzYpBihAnMRNCniyOI4b5IVvAT7nsJsysLQuirKc1TvYOFmbzrwAXWzWFwvur6
I6lfIhD5KdqVXcput82zvDIqBL4x6lVTT2HUqHCbYUgZ2bifxpGLx49PrV8dNLqi4rEz8QJxvo1x
5CndS6kWzz3UPOoEECp9+HJ5ITY37OonCaFSgQa1gZGjzEM7BhNzT1UFNt3HRta12Pqg4FoHLSOA
SovY03lkySue9yWmqjxO/HiC3uE8S3bm5stqZeLT0TNiZpeYAfTYbRqMkN50w138Zd53u/QXKuUo
DF1eOalBYZOaJQMcYWFkTE7de3EMr3pMaLhoM83vqkuAqNldNrj1qdYOClvWYanZ5LGNNexfRtUf
rQfNejX+uvGIg7G2IuzRMMF2oDW8mrLfI1SpWOry8Y0775ed2QokoKJZsKUGhC/ECGYOZZuA1ArJ
OKaG8eAw9N3893J7iy9/jIjRyiaVCgAFjCzN75w9ObXvJA9247bJdVsmfgVJtctubd1ta4vCnlAJ
cyAaAotmvdOZ1xGcceJOxWn4lRYyBhnJGlrChrCdrgeqGsaU8jnt/LH/QiXX2RZ1IUqs6O3jI2E4
RgQZca7ozdQBDWM07bMFYYLDOJGdVc+vTqmlbjrYw35sm8mPWU+ubDN7Hcoas+dJ4MQ/DUxRGfmw
o+PMJTnEViQFawbqXKaKMC722xzS6ZFaogRl9woGbWPIMoWYu/iemC6XSVpvLfPalrDMDStVJQe4
0qvqwQU9mjc3P3UZDd/W4V4bEY4dUiJmTx2MFJCHHZjml1l/myupO/8T49SHnu6iWAJA7+LvKqNE
2mdHLRtx9Wm+MaZuVHy/fAg2P84i2Ps/BhZfVwbUBOBwK4cBpoHuElzXtIvdsP9a6oFWyHCjWzcL
VMIs27aA0QAQ5dxYZ+uTGo/6wg/0Vg0/62F32Zmtr7/++4IzddTpFgspXqQo3zLa+pH1zEcZgmhr
ydZWln9fLVmBwcswBzW+VybH3tiHaqBrPUDleOE+/YM/0FEC2gm3MTgjzi1lQ17a9kLSDai+V7c7
irEoYknixuZH+WPko+e7dscIe9KqMBKCTN229gB7SALt1nmxQGpKCbYyCFkEN4oGJLJjgmuK1ocZ
EtEFsGKPyb+Qs62sfBbxNdAxIPCDsF2uvY/QV7v8NT4PWOCKArYN6hV484NOWvCj6wzElwkWTLBK
FPoRtQWzw1DeHtqbdnismhec0JTvAZEAOaBv4JV5+RdsL+R/P8AU6nDQS08aYNqWcmrkNbYbml/K
9nWUDTJsHqM/foqjtUyNtVJr4aemYV4Bd0P25MhSl81DhM4ZJiuBosSM4/nWDifakj5BgaYgX43m
yYiPanEs2yCR1S63bnkAFf4zJMYEUk4siVAOQxWRDDfD8GVSDjp/bfKDLqPpIMv1ItZo18aE0KCX
TtcAcIq0r3PnnfXkuLE7JS76dPcn9+Vl9tzgFASme6CyPs/mKV65KTzUhzIpssmC5QQI1xljf1Us
ucY3aU3XzgnbP8mHxGEjTNC7LvfbR8VTbhWv3rMbK6j9+lh5gTsG7Gnwiy/6ifmy9+zmS3r1A8Tt
X9iNGc0K9oz9pj2x2/IrRBi5mzz9Vt7ae+3hqvMxJXIjm3uWbCDxNJRkBDjNhlWSR9CBBl3Jye5O
Nff19C0z/xbghxBjL3JrGCjEbIE4tTkzR8+6JRiPabmLCfE6yzh2c3NoNQcKU6PLm0rCW7UZ1mwK
wj5oJ2tAjAjpDOVhHIcZUtMy9kKquqBDoZgd4spdWB8N243D38iV3aS+TcnJSn0unefceuCvf8Gy
uVdXkGI3vRb3+AWsvCUjkJqg7thV2U3Ebhrsr+QxxIP3cij9DGVaVlqHChz6GmTBQZzbBM8e53Hn
4FEDYvNBR6f5Pq7uleY6MiH5bUJcp0xdiMhIzC5/VowQoCzA7QHNDQBZhAiR2XaRFybMOqBn+VWl
c4tWijNcdyOw60W70OWCYXRfQ8ACCu0JxYOEDHik2rOKXwbGpr4b/oUKcGkGYkoPYgwAJp8vRZdA
DLwhDLNhzWNLXzJgPGPMQVz2fOvuWhtZQufqG5NinngeRrmnK4EdXZn2HdIl0G5ctrIVBtdWhK+a
TbPVKypcwTvDtWqAVWWsozI/hL0aqlquFhosGOnDkKNqCBvQGI9kAIWtC9KBoi7A08vBFJON1FbL
umqS3FNY8zWxnPtGU26pOV7bZrdvCT9cXritOx/q2qjwQxcRKhJCcK9Rdi2ceVFMUUu34K+1/V4B
BnHZyObX+WNETDVHtBD1wYGwiN12XqNjPkSWam4IMy3TfECCA26Lpq/42CzZELIihB9R7Na5m78r
d/H1eF3tims8buKTFQy4KubAvI2ujONl9zbb3ZhAA7ofiCBA74RF1FAosesWe6OMvN5xcUGd0pt6
eEqPqZ/sgVG4bG9zi/w5t2KhzkghcMl4nKP8A60e9rOD0mHq/Cqqe6lqwOb2+GNKLNhp+mQPcQzP
Rpb5cTKf4jHyyThIepebG+TPphdv+DSPE2MO4VFvdPtRGx9mXH+XF23TE8zugcNpQdCL6kOmFho9
y2GirX5S6CqlUTCwb5dtbAGoAL8ERBq9a6jrWkKUz82sAZQUoqKDN++ck+6xK/a7OUQv7KH6gcIj
fQSBCvkF2cClZw+YWnFMXy7/hg0/z36CkBB2ZsuMWqlyT22nUAfYVFXvIa+cWL5egFokuGxtq8Bq
awbATHidkAUdfB7eVZqFtNfhsY7BoUTB5WWcQoC3OgsAHa+aU9fuFhqie9rwHaa6JEdhI0k7My/c
LmpPktRMG3xVfaegNQUp3h6TW7VH1TtVkWTCW7nDmTXhlmkhwpCmMaxR+shRbpgBuwdzuhV97Sgu
dhTgTiH/h6vtzKhw8RiTo+sYEwTOtrqr2IAkX/a83Hq+nJlY9tTqjmbULnMlg1+K8hAau9YOaMR8
Xb0xwtd0GRBU3OYXzRWMdmHm9wUTFQvLLqo6ngXC0fh6MH+q7NtUP9u9jKpre81NgyCqLntMJHSF
fkhexyN+W1d9zaHy2n835t1Q2fu8edZnH5sPfNNSSZGNU2RjnhidkKW5/omLjMZGmUU2Fn26Un/r
32pwTR9q3/DSZ7D3XWvHOhhU0MlKDtNGYMczXkW1AfBchEPhO0SJwguF4OyOuykg38M3EsxQAMI8
H/td3Jq7/M7Bzj4mD7Lrc9NdA5S94F9DsV+8PdVJD2sNGiNeOLoJ/WqCLoLvLju36RueNmDTRknT
EgXvMkWlI2ZgcVIJ3VvjT8z7Tqz1xmI/JvvLpjZStYWV5T9TwompwY9pmyVMRZqfKSBRPjjFfrIk
Dm3cWWdWhI8Fobllqg9W7HQ/krvWlrElbH6UlRuLm6tTOSRGSaoYBhLimexL3O8i2dDAVuaycMah
HbLgfj9JJ0RRozRxD7p+K1YD6E+4thbk6Q8M48TaiUJWI92BjgpSOjKy661zfWZZuKcUmkE7mC5C
AfVDh7Z4DijLDxQHZ/QpKr9Bk05W3to0iQkCAg61BSQuvsE0Jwkz2qNRgipN1j6XkJgCP2UKzrip
cxMQiykT3g/+5c248RWXsYX/jIp+qnYypQsPbjHfl+a9qr2b48/LJjYuwTMTQvrZhGym9QgTzPbU
yW0s1zwykARMtuS2/cBNCq/YtSWxWdf23ABvDizRang2uvoqCRcWuATMwhMWkvqcvjfZq6k94TVR
m6d8jEDvBdyN7app4tpGdIx7E7Pujc/MLyRUQVL6M4YwFECUbm8U9+Ng3CXQdbu8QBsB4exni0lK
3Eea0eJn96hnkHI3aF8d4CWL4LKZze8AHVpgCh1Qz4i1TaZHYYV5RpTtzVn/GjtO/sawDSF5rNMI
zxADkZ0XJqjVVMyf//0jy4CCGM6wtowyIfgJ4SKrc8ioxUBsZU+lel1kEu8+b2T8fQuXE0wYYBpd
/n0VjvIepKJhgr/folGLoVvMUac7R329vIYb6EKYAXAXlRL06WDr3MwC+DBKA3oxWfy4zNWnO5Xu
R+abjIHR+c6Y/bp3LefEvfrZ0F3uecQ1qt0sC41b7pqYM0fasXD/i0hUHlVaMhG4W5e/y9Q88UnZ
Tx2RIaU/X4tgKcJ/MNlrojEmVhl5Vmh1xmsU4SbXeFb3va9+za/Ck3VjNB53rZv8V+Hl19mVTHnu
g2vn/CzDMthTVHBPYLxKxEjPqtoplYoAPJjmHLkKntfvGuCG1xj/X5iKMw4sP194i+OStg/lmEEo
aM61hvpaHJf3oHtAjs2yNob4ktOaPgWrUTC0TQ+EvNnlhQtOD4Zh9jqNnkOra5+HucS3o2pqH0iY
yO7jZWN88gdYbxCJoZ6JsZzzjVN3eWbqSYNOu85Qm6msLsicTPMsxbbdmuSnqcmQomfQo0GeJYMz
fp6RReKGkSC8hdDw+jwGoYUZcOYNDn9yJG/hd+pWJwU1asfTj+Ahf+1Roj5gAr1wr/I7/Ra8LZJ0
5HOMO7P/cfmtjqeigaBNdWC/zN6ZeR3G+z58MXJJarV5Kv54+ZFPrKyAsKBPjEUIw24fUzB6NFDi
1L5cDgFbRwJzukDYgtJn4Vk//5BdC378ivbLEFB1TzrjJnLo3gxnXNGlayuh5IL+nMcBL4wBavBl
g170E1MZiDIUpnVwCeNPkA8nLokkvfZNC6g3I8syl2tBjJxhSQiJlhTAMneOjmm7RiJhsLlkKwtC
qjjVQJiAYxvtg/KhD8Es+aQm104KOhbZzP7nOw6r5Szqq6h2gedFCM9d2DcQwBqwzedbjAOo9SGM
gmJwDVDgSpHmy3taPNIrY58I3JHZNMUyDtbUfk5uhmmf14ENxlB2MPXdSP2yvctjTNcfbJB4XN6F
G/K6Z546QtIQKvky0wjj9W37oI6u8sXxpmDY/8puDP8GjG6Rb+1ftIPLjpWrYaAFPE1u4YHXLMiB
zJX8nK2Dt14Kcn4oMLYMxNey7mp9atDRdA4skkSQrQC6NiFUN6rICUNtmf7rMr8bjwSQx9kfODqL
O8X2Wimt7+axACMLRb0Km0ksHY1FmuoFUKQeq3Ytv1fnV5Ic7PZuwgge/23TY6a/VQrYjYvUK9Xv
rfHXRUccehTYDQsIdzwIhGMZ1iZLOgp/c8ihQv/D7YkkWm55CHQ+AMDgi8YkkmBBnasqJeYCkaVQ
hMlvQHcp2RYb9Tc4gTYWWNAgqUDF89jUilqHKQZmoDMQmtf59Kg5ByW9YTwoTZ85qVu3ALrhv5L2
4VYgWBkWz2Zq9Yz3PQxjWM1R9hr9kfBbbfrSVlfa32P4z5wUj2IyIRRVi5MVSL7b6Xs1kysliv3L
J17mkXjE6iIzp2WYK6LUNee7rLjGSyQ0f6j8AKCzxNrWgV6vn3DaOsD22lRdfAL2ynpr+VUyfLvs
0NatALkZdVGvwzC7+CKoKqNpag71EDvUAVlp4t9xD17HoZynIBrZHEBWVsatuLWIS5kODVag3kF7
eB6nRiWisbMA8fL0iXOQ0XuK+qXU3MkB6dbzZf82lhD0/eCCByU8+BxFYnK967VSMWGLOyj8Et18
rrg57zIrniTHbCM0LuQn6DDiYbcQ8Zx7xdQQD1+oQHpxEbvaFN+y8h7DTLeKVl1V9DZS6c42kB5f
9u/T90NZHY05G/kkxnDAaXputaQhAai8wPkF/qvsvtUfbDLxsejYFerex8vWPn05wdry76vUDulR
YnY1rPX1UdG+JM2VMUQPczOAdiFxqR1LgqPMO2FNi3zuk7iBvawdd7lF7yuzhU5RFsQ8uR1LMA5e
9u9Tgnzun4gTsznJLCsu4Z/GUed8btr32vo1ymbDPpfUBDtC3sDtME6qAna4Q97aNIncJimUa+iL
n0ieQ1t5HE3QVY/QS4DQRcBJ/67wKpWEF5m3QjBrY3vStMXbRtkR268Aie0wyjNKKc83PyOEELA/
UQ4FpfL5toFSQk6cCZ8xqm7yejemDwjVrtm8RLIO/OYGXVnSzy0NiuUU8whLDvmKRhKIEQugrcDl
3qW2ywbZmd9cQdCcohwOHhCUI87N6cqQ8Risdh6vYSnW/BwHnM/kxsTU9D9szZWp5aesjl7SpJVa
UZiqLO3JBitdYqASOZjHxpDJWn6KmcvuXJkSYkqbKEVBOBZRZ84DyGSBfe9+6HYr8Wj7FKzsCNEk
0dGNH6KqxQBqQGe/AI8YiSq/wN6os2fMYucQ6cJEtixVkH01IaqkVjR2ZYOlrCmKQ8Qp3azpgIEv
/aEwZCHl83Dmx2qCmUaDGMmysOcfrs7LaiGIbCG8M/7OKs0DYOrOHtmR5/FrWOSoNrbdewJSkNQp
TpGtAi/S+kkd+mgVv+iYm728kRZ7Zw+m898j9tF7xSqqoftYdRAzqY1n672bRSbYV3aK6YOjp2qH
f4g0uH3RO0DdBde+sKOUMjPoWDT40moJmYrCCvRy8ueq8XGlSN65n0v4cHBtTNhWWa+UNqi2W4yk
XNP+GkyOenwacr+0voDqNHNeIjQPLq/p54qkYFP4yHk9c4wMwqauXRXxXc6xkJXPk6cUaWLn6+UN
Uw9pErQgr+M3k33QhquIP1ox8qvrmMkQn1sneLUEorCeokAOhmb4Oa3B3oa0/WWSdF+N4d++jj68
BhIR0O1F+FoIfxpSbRqXMJNYgGSYxTfU+x4ur+zW1YF6yH8mhLDnMGqGmL7Bwiat2+rXLS7/WbnX
0q+hKinByEwJm9R0+KLgioPRQCYwyh9apd5VFgjoCzxsJSu3/YH+uCXsUd5GYZ4BD+QhEIEH3mcK
wHy6RLxl28hCYY5yI0r+gkPp6Nhxq+DUpS2wLEkEMv/wuqKF5BNt3blgMvzPjOBLE2dlWM9t683F
zdg8m0r72ha3ZcZ3JkoiEWjCJVna5sWxtiicthkyZmrCYbErQHVbHpzfcI7eTpV7FSveDNao/u8J
SxFUFum0D6pmUJaeR3GOPJR3I9ZSZfyUAK6lWEOQ8VuMIHMqYYT/jLpdztXKmJDFVBkrmBHDv7ii
wQjC3igHmLpqvLDa9UxztR5jJV9L5wHTrpD/7TQ3k3FSbK/x6jcIZ5sVc4ZqMRw2TdcJ30b9EWSL
OYdgAW4wyG4MjWvrd6317fJ5l9oVDjzkWyILDQKcQuCC0HlQ+4cSrCJkV4FBWMlytzJB+aT7GjKD
y6Y3j8vKY+G4FHmvJMUEyxW6Amp/NZvjvpe9aJZPJ96+aBUhWCJxQo1UyPyVAZoCCutaj8yqD8YE
vJp493rZkY98+pIRIbEfnIZbzshbT3PuwKjGyYvj7BvllOu3YGn06heH7Ft+a5c/uSNZxM1gsPJP
OCdKnepK78A0zTgoGVV3Bm1KhJEG0AibzqFSLFlXZSufgfSYASFxNFXBdXp+Mo2qSFQ2w6JSPU/9
DXdcK96F1eBmtHY7fpCPf3+CpC/H849F8XbtbZK1UwGLvbXnJDDL+ymdMRhX+kW0MBhhLrVCb0w2
rbK5PykUmwDdBPBIHLXFeE9aGCNafqVyaseHNLwp2PHyztncnX9MiL171hV1uYwyeTWEkaDP4A+Z
jPBP4oUII8q1cFCyxQsD7fwmLX02XUfR78t+bOeAOoSKFoErqK8J21BlWhYrNqxkafQN/3+vNfah
saogCWfwnNP9YD4U6C8h8ZVxIm+egJVpIXjPTZ7PADDAtPa1GiPXyXp3iLtjF36jw1tby9QON/f/
yt6y4KuHYQ3YQjL0y4I6857O4x6c9kFVEjd3+jtWm3t14V7IZLyrMjeFOJ2P/UjVxSxxlK9K+KPP
6ggMmNOupG9anwcDqWTvxc2tg0b7x1w7ILrCR+0iPXf4jJWNybQjZIRyZHUTgz3MtufbRPsSa9Nh
hCKfa01xhTwbYFpHeVFTx7XbcF+aspHSzdOyEG5rQEaBtV2IPDow611i2I031+M+I93jGFHJgdzM
Sf8zYarCVF9f4UE6RzBBO3cwbvF4SdK9rWMUW5KQbr2Jkdz8jy94O5zvIqUzrNwZLaQYkCuIAfHr
0L3CCMqhkLbstj/jH1PC7YSp+jJWl8/Y80NvPtjDC9dkl8L/EgD+GBH2SmHyWZ04/LFyhmoe9BIA
wk2zqzhEs6oIMFxOGJ6/rWyURWpYOP6YL+gqiGHCO5WDwxpwCAqKqUOP6R2IiUzmgda3tSVJwWVL
KsQASFCmdqLAaEF8C8D1kO2ttpek3ZtGMJkNPnH8DxDN8y1Ciywf7eW7FQBnjHG11yczAGWPdzl2
b275lRkhsNTEnOzEhBmU2d2u+tFg1oqVQK0luzAcJcY2t/3KmJDzaQ63ymaCsXoq3Cm7rXrdm9j3
tpS1cmSGlnC6itIm0xq8kWAoLu6TYa/BKcuG6Lik4yb7RkJIMipcAGmCjaBaqH+w/ClSp11et0+X
v9G2GQCtMTqLsTCR3KyuyihvZ4QlDcOAA51Qx34awbbzf7MiBIoirRqG1kfjjdw4aE70DJHDfVI4
kmfy5k2GEfT/74wQKrrYylhnO4ixePfP0V4Pi8CIDxzPyZr5s+z1Kls7IUBAAnLQuxLmMNAYEa8i
vZvEMiiAzCfhrKJYEznmiKXLgVrzG+JECfQu8u9xZs8BB86yxQTUQAOazd3z5a+2eX5NClgOkHng
JxD8a+o246YTwrRxjex41Bqfcp9Gnqr9SykT7Af/mRK8bDMMnRQVTGm0O1E2QULtcczRflM79qNv
siNFA3OoIDN02cXNT7iyK4QoXU3HPkkV5D7YHR1YigC9ZuMgKWRufsP/R9qX7UauY8t+kQCJEjW8
akjl6PRsV70IZbtK8zzr60/I956uTKYgovp0Y/d+aMCRFBcXF9cQcYHC+CY5Bum2PK9OV+wmeSzA
jiKhkA7q76IyHG5rx6KHuoBjPNTUdq0hpVhU4jsdEsFd4cr1T0VtOR+Ph8O4KCnpO70UsSxSNuYw
R41liORz/NTmES9inKOWm4fwf9YkseEThGBTL9SBZQQvYb8LwEMZQ2yhtabeM5P4aTL+DOJzrvAm
Jm/H0ecn4gUwE04NgpqoUwrgsNbRtP6n9gx/ow8Qm4IrK2PBTYunrhtNo9PtHsFq0YG9A1peRAan
dac9gmj9fkxFXmVn3aRQGL++hbJGU1B3xx430UvTHaj+0OTBPkpeVfVnXPH08OadvP36mFeHrhHm
R9mBdVkai6JK4ISqRDShDNLlgxnKtZlJuyH7NSZoEQ7+m/v8eyQHKgeY4WM8whB7hIQVnCse6Ji5
curmRy3/LnksycsZlgscxgMI7RhFtYelaeA2yHZpCCK9z6Tapt3DKLkS2Q3FV9W+lMkDxmbsde+z
nCLDW0BE4RRJD7ZnQ2mFoOl7GFfVOLQ6TK0Dgm1Tzu+KfG80dqSZbVmZPghH1oFnz327n//B/Z5s
vIhhMn8qxy7GoieJmAk6+r2Bd2AXUyt/l8ZOYI6d0CSJBAg9Q/M9VlFoWxWRLKYhY4gmje1GHTeJ
/8998d/H9e/KmHOhZRm6nDuYDRU0bF37OlWJu/7xlu+MvxBMlEHVsK1FiABYRn6qICQa5s8arv91
kOUT9xeEuXvBMKwLI1iYLdT4TEXY1TNPAZHNGhumDo9NvJ+E7TokzyiYE5f0Ypq1BJCZhx5mLdl7
efZzHWL5xvi7KuawqbKHpgwdQW2JVuKsOmVe7rbqKQQb1X8D9DeeYPYIYla9p8hwj4qGSfA08i2S
6U43ZGauK2/rWIuu+MKDMLe7opekUWeTA/FRoqKHLH6tUYFu9U3rYxyNNyG6+A0v4JjbXS1qCQpQ
gPPT32V4pxRWqZ8zynFNi8ZwgcLc7ZADVTGyBZQunnaUtl9SSzjR+vpCUHa8vsISMTKKLAREWFZ2
gOhEkM1KuE/Kzfr+LJ5XfS7DSKKiGKxMCDi4SROlmD4kQ34SFPmkpuKrWmmP6zDLzvwChzFuzJDE
rSfDL8j9G0pZkuxE4UaWzIb6jlhBLm4LRrwAzKYc3NmWb5z5BS5jf2QU6rqd5ksELVVVV+69STbx
eLS9bDCzuHIC41edBZ8FZGaKUjOztj5qGkjt1n/H4nZe/AzGLmVvyuS+mSOSpN0XSnGo0dSVDoNJ
BN4I87yitRUzxpkatOjx+qqsNv2iMJwqwuMObcX9G2hbOV6Rs6wbVvw69jI04uK4VRs/CC1gGaMl
KhzPuOhE5rsLnGMgydGZTVSUQY20HkZajq5S/0anToEhyVC0afNSiTXndC/eLhdozF4ZrRY32oC9
EvufpHpRuwMxXnsvwMzCISs2Y9NyziAPkNmxuPYEBSo9WF4Wmb5qZcJJwvBFld+lskNVR+algxb9
198Vsg3LNAggU0QCHHodtAjINExR87xu8MutIhcYzNPAq9Hukw1YlJiID0bYG7OcZ4fhVtLZUjLc
lX10Fpv6s5L7ydKU6aX2pp2ge8gfhuewmtndqiRy8kT2IJEOepl+zMEobkCal/NLycKBmdUk58Y9
OsuTM67WExoxhYiRlcgo69e+i3kvDEflxZZEmMos433QNa5SxGDUhKeK+t3QGLwk0C3xAL7VLMlH
QZ6O/trvUPwi6vQL6Au3856MFihmMQZqae/4FxrFtDtam43zQ/xoLPFROGZu8wLWmORBOI7u+rdY
ug0uf8RsOBc/opHB5FEI+BQlqDCHXtrkiqXKGscZLqGAeOp/j7Mxb8gFiocxQ8gXwzQicdoLqBsl
hXLnl9Dz/vfVXOIwcQ7EUqMi0nCQkcXdyl7ulBpmDxReEn7ZO4HhSBNRnVVZ3iCM2uVoa8NyNPWl
UyezTu22wWDm6IC9RVR5s/DLVymGtqGQAz5UdLVffz6/1wYvVmApSWwl2mjm7TFFDRgyE0Nw6jPI
K0am0IDCiHJOyqLbuABmrMMPDSHJ0bBhjVrpQnHV7XmyW4v3yQUCexSDlCKUwqccdITA06ZQIYWp
bXOITa+bxuIlCa5ATNtATg8JvOtvCFoxY8h7mEYWPNLSCdFwISIqVRzMR3OgFq39Aor5at5AOjHL
ZqjyQZF6U61FkDtHnDuEh8J8OWiCQ71mztUJ4dFAY0CIbk8uee3iRYXmZnAYazKa/xkQiFkLpVxj
eySQKfvhcYTchggqn/psJE4UJ2Ypc27+W0bn2S3OEz3IsGoUOkrXG1UkXZzGGiCbzIxP9HG8V5/r
O3LvbUR7FibDjH+38/8gqFs3kKVDfYHLRjakirNI+n4jTTtdcygaZ6N74h9ayR4jTlnrdmD2epFs
nQEKvHGHQBh3pWuYvqP5pg//DwHZ+3SfQozNmMw30Uxeyg3EyRsTyqkC57mxdB4ul0uuPzOKyHKo
KjCfadi00WEckVt+1itblX6tf9fFwuElEnPyaGpkpPeBRKIDXHI7trYsHihFZ4m8rdRNCY3skjfP
d8uJxnxh5hDqeueTTsAXrs38NCHMx1SoOfiQ4DGDt+bFezw0somZFvuX5/i86rbMMybm3JApDsUu
gscGSd7Ge1bvo7fa1pzQQRXO9bGhD5Gt2xCX39HH0hZ+NmCtcOv3AtZdWPUWYZMBKtFot5V/VBvx
QTiEvHfSkmufCQ0g4EggqMIOGmPaa4qhd487bLjzwgG0Dbxra8lBXUZZzL5XWdok4ojLI/NMCnYV
IXU97qDCYsLyEoXZ5yqhoTLNV1QKhw59Oi05gWlCCb7kFr0UiQAtFacUXybR7Y0NHUVn3bp5i5zv
t4vIRkFVF42LgJfyh17AqCHaB9OMV2RdjAAuV8m+h5pUgB4I7Anph0rf1PVx6l9VAeLyyXsdvYj5
lpa7cnpcX9zS5XyJyryLhGJAv3eKxSmlsI8n7dAnf0BF+1aPwtc6Eu8zMk6/6sQ8y8D6bmnjPZVe
xu6p8f78nyDYJ1DUJm2m+VgMiSeLhAS0r9NmSjJ7HYa3Vey85qQbAW37+aOBlQ3ZBwQarb6ryLmj
Ti99RdIhl2xRTXfruJwvyIbYfjB0khgA1qfvFVLYnfRAyds6xrJX+8+7iY1DqQ5ugrTALoU9mkk7
0HH1wruu94eKko9If6r1cLuOuOyl/iIyp3s04ipRPCBW5ckTEeKmkBjhXPyLGBCSxcAmBqFvuq+y
Wq+lfvYgpA3ucqNHKshQ8vZzfSWL305SDF0BuZlO2W8notsJwhszCkSVR8EcIfeUjDYRZEgUnX0k
zv9veMyXS/1pjEFOBI9RPlbK2Ys38XiM9B+p9zCAlWcdbNH4LhY3//8XXlATwygWVYCNHeTRlV0V
12AB4HSPL3qjCxDG1cZ+16O8DxCvLx0QXFliaCDXoJ/R1MIxO95mMe5W9bOIxCKgwGkqG2jPcZrp
YxyeZHIQGk41fPHb/U0DsMVEranHIvEQqGhggB77vaTbYcnjG1gOOC9QGHPIFLzy0TIK8bxTcK62
0xb19l16KqBcFZmooeRmaMu7zBJO6UZMzeSkO4Szf7ekO3NIdvEbGCtpWgUkMTGOQPd5hvqR/4r+
xa/3Z0Kh6FfanUVdzZqs8U13WkveT9RqNgrnN3w/WNhc6eVvYIwIeeAhrX18hxZ8FXbaW/RxONRu
t40+ys/gQQZxp4PCveSsH5DlcPRi7YxFJRkZ1boELkSydMFEruXQbMmX99XKJqrh4oaY5Qf6Os4F
Guc1J+XVHxcPzwX+bPEXJ9RTlDg2QuDTp5MBio4379hHDvZe3ECE7bE9eI/kDjQz/sf6wnm4zMUe
qXVB1Qx7DjLzEPkR5TQJDlfcl4Py/QS5WJ0WYx5hkLG6sPqIvAPEIuKoM6eS8zadf+yK8Xxf/Rcw
hNaeHBnzRwQpcBJov2W8ISBLYYrynykQ8awRkaPmtQcvOqO/W/fNgnGBqmRTFXQjUNviS/AUO4lB
O5OA4O5ZRY40rDfrO3bjj0DlPCdGQf6FDnODHfefCkONRQFk7VFe25BTbTW3ICXnPHxXma4+5UwY
TeZWElT78QRhHgcQpfSDdBYIBGXt6CgnECvvZDs7oAiOh9EEjxDYg2XmmYXaYebav/aW7uzXV3qb
sWZ+BOMUQw0kEcos9Di6YHWFJvqHcfDs+hTu8p1xAnHWV/z7SMz4XNg6J7S+CToYaMYXYsgnqOJq
VtpTR3MAw6Tcc+6wW3fLQMyH5sJu5LLSO30W1gY1EjI1ys+f0Ub98Un3+nnaQhT9oTmGP9OH/Lm5
mz5QqPUVS3I8zut/9mtr+8z4PW1CYCrK+BEgsS2j+0jcSPI2TY85FEI4u8n7pIyL8xMxg+YToDQz
+YGZKnUwi4/05di9Cn/0rYImAUe7X8dchISqOMSdQOuKGPL6E8fZkI36OLOmSGBCbg2rCDhh4wLr
5Dc90H8g2F0MQzETJkDkiS2dMfCQuo0tmNr5Ge0wn5ip/qM+v1WmYFiVk7ql3RemDgbqTfih3rWH
SOB85RtPC6NSwVqkgLVLgS4JU+SJ+0gr5EKGsoy0J/0+U5xR/5NTXky+sGyE4iAFxP9CPO2mFYgm
aTuGogHjjcJ8Y7R+t83QVDCZWkZV39aMQD+FYhrc+UbQ5naVp+Vd3yfJUzjJ4T5JSZq7HtQDIrMs
keQlqpc8EUEvjyQaoOJNlKEEjRaFLm7d97VnRjmYNx01DEcCfs+QPoHRLkLLYE3UXVTXaNgREkng
PRZvLhTIAGF6Hq8CsBdBA4Xxgt4Y+15VYZVyTEVn7DPPUupa2PXNDFg2IEImveLSse1dlLL/eTBw
htc1kCdh9EpEW9m1+aZa34dxgbssJKTcNFrsv+ujXCBhU/HGTG9vFUDN/DGodYHySmVWOhiRFGUR
lDCSFt2BmpSFu6BQdeRyh55joktQ2LlZJs6QCbL916uKClnI+wR8zsFY1IdcV4sHEjX6h17I4cDB
ui3iYdpRxbgzeKgIWHJYIskBw7N9XZS4pqzs2Tjn28Gmkt0m0ECqIzM+YlRiEx99V7epkzhwRG+Z
y8tcLyz46jcwjk+K26b3e/yGLjpS+hpoP2KQ0q17Oh4G81HHWPTbXAfGlJ299lwFmyh8Woe4daZX
n5JNwFfDVDfCBAhlGjeSlGwR89j/DgEeI0xm4x8w3M2rvLgStV7JSrB945kDBs5Q1e77LOas4jYh
+T3/+heDcdhdA6bNRgBG6SSBE92nL/pR3BHfkfaGG5hSYU68zVn6cpfLYs5xHWoBmN4AmUyVaYCh
tuMEvrdtv8yiGBPzkUjOhRmhOmpPgUUqVCvoo2KrZrrp7RqPN/2s7TNL5L3X5j98HT/M08R/vyZj
dwL4rIwhqEAt+JDcz30Elv6DHsh9aOk7zUFHzcZ4lV67k2fxWr4WkRUC1krUviQQUV3biko7aCWV
QFbz0FSy5+g912KTDjYKvuLwsW6YCxcByAzAtDtLuCDwZsDgXoykrRqIYkjnsZt5ktAr51uDCo09
d/Qw68gbMVg60Pi0GNdGdw0k7hmH3EZBbhQ5dIczhH7isE+jXxjeXl/VbbAAhAuM2W4vjlslVwKo
d4EhZGb4p6vfRN+OAt6Bu2mtnevwSN6BiQYahShmXKPUtNEJVYbM8l7EffGkzmZBNqWO6s7IeUYv
bNMVFLOgoCfeUAmg88EIiKBGZho8qSCkDAxTUpEEtcqJU6Vb+II4WmBNpToI5SR2ejGhnYEuYdDg
F8W5lHszVpDZRUtUweuJWQQC1xN6O2SMgLMtDT5RSy2LO1ROMFc/hpJpgFQahAVOrZSP61ax4K1E
VHb/F4p9rHuFkotTA6hxJmCqs/PYFj/WIRaMGxYx67uC39m4ecOWSoqYrgBE3/l26sn3MfJNQcxr
nlny9aiMQ6VUnqltsapr02vRH9H7yZhi7GLTTo9hchCiV5/sKHQ5QvRklIdpsProrkjuQfy0vsbb
lN6sISljrygIiGQE49fgakO1OPCU1CIPKKsho3TUd07sxi5yr6M5bowHAe9YaKa05ovgepyzvbSL
yOeJqB/iDU/Yp48oCFoXxjS1JMyhpi2ORLhZX+DSJmLAfW4BQNcGaMiu10dbmnsqnhYgC3ml+X4i
D9xQ8ZaQZP6GCqirkfMAgzWrAqeE3aimkoq3KT3EvW2Y2aYzh4fwND00aG4QNr/Ittyur4ssnTWQ
ZEPlRIfiyc2Q4VTQvKElFpaatdnu32uniUwMjYDQrTVT89zZxDXu0MB0520rSM3sUiuGtJDpW/6G
92NuE5PzF7j4MeT6K8dTWhVJjR+DhgfJMJE28yz0HJjNfbTBc1J81x4hXo0HUmjdfXE+xPy3mcv9
Cpvx3C1mISRQP0D56j3+M+5tyXdKU7lvf3zqX5M7bNEDsu2PqmZGD5qb56ZkcfmtFo3sYvmzmV9c
UW2pREU170XuGE/ye2eiqHWiLozOGhzh9EAeCk6+/7YfAnrgcEl4R8O0ZRBKM5C47Hu/yqE027ig
+x2d+oS817munfh+4IAtLG9+peuQ15xVyFmZy9GP82qqUBDv462YCuY0bUOIma7v44IrgF4f2nXg
BRFasxewTvMyLHQJJjRKFqYGwTjMQbhN2yNcn4ezcQkiZIFs9/U386CqVWe5BgGdu9oN3pTe9I6k
NcWn+/g9cPxoi4REba4va+loXIHO5/jCNogQpJmeArS3atffSqaO+Hdb/yjetBPZkjM4bqpNcEoP
0qxSwAFfCDWgHQ0KVPQzqgTx3zW4ZkxD4aU6RDNszy1P0U7f+4o5fJB7hIUP2Wto0134I34LnyK3
+bEOvuCgQGIL+ScN3XKAZkYR0hI6B4EXIDbMTl5wF5YnzfjTE44fXDCbmRFeBXWziiTP9/128Xn1
OMyaOMPYYl++Ssq7mvy77SPPICOXraPJ9yblkNVtM4JkOwPtUWn2sU2yM6Zp17/Uwi7hfSDD8kHQ
I+MuvN4lkniK2nfzYw/Dcelzr7u5BmrDnUgfPTAuCtxK65L3ANUg/Ac0MjF7yI5vhGk3gvZ3zKym
cXsHdF2/jM7OzAjs67wX0NKpu8JiDoCADiESVMDC5HF6l570r2Cj2u2GbMjZAgf8SfwQeS/NBau4
wmRCKikvof0qATN3AkiC5LgiAzuGO5ZPwV1j7nWfd8wXfOQV4vwQvLBDQZQw9NxCkFDDBfwpvsa+
1ZjjbjRr23C8J8lK9u2Op0AyL4O5+q5AGcPpa5KDKXJepvE0CQeMLfWqJTepmaHFct1Gl6LUSyw2
sZKnHVWbAVh4htUORJJQa7aUp+wQ2ffaQ/3k2+uAix8U7AmwUjgQic0Rg3Yzg1cT4Szb0Zpw3UTK
c4nWu39EmRV5ZqYxjIeABJAliBZFT5zwSEELXxODltouJAzG8ljNbpbCgDC2URYg0vAGgFAPSlnQ
B5Yzt+Y5qhuTn0V/IJ4i4xmOiSz2kSdK/aAOA1R/IgJjl+3eLzgmcOPQvxGAAb2bWVyEydo3bVGA
/Rykc0Np2Flp68ajlKB54uOftwQRAMRE0BWviURhb+m8KvCOLKCShAn4pBwwwfHm//OzAFIvCkiS
JBG7jgcIsxahzgNaaSA+zwL5QW47m2aSS3yOH1rY+CsUcu0UxqT32sibUeR4h7leVwrbs6zV7r9/
MWVmXENNRUEannED3YCkvDqBW71L6LEZ5JOmYSY4bf8LGIocMUGvJ5h62ZruOAlErSjK4jVkrhHQ
zCLRAo91ez4LVy4NGwN1OdyCkFOGOgpzW5C8zJDRV6GmTOmmN0IHVPtu76t2nUSPg9DbQcDLfN9c
vwwkc1lEOgb4hkYD4X6ooDHdCYtfvtfY8YCMXbJRKhf6nOsbduO3kTVGAQNhKASrIFTJmLg25WpB
G1RUdb1GUI2nSV+A46Fw1Ul/7LyUEyPddhPOeIh4kdgC6wKyW9d2GHhy67UpdDp6r3TbxCnUfWq4
OdrwtZc4fpWkhyB4N3xOZXxplZiLUhSkNBA8scJciKr6MK2QbJWrvR9Y+dCYdXioB8g7d5wM74Jr
QnUPcTaZ9cbwKLpeIMniZCpzQCEI3qWyd2yTGLOv5Z/WaB7W924JiiAgxOQXbg1cTtdQCnjpe9rB
WqjaiRgdL9qTHozNsahLwWz88b/wVBB4wbQJWGnUufR1jdcTNBZ6BAeiIqqDiQdT11CO5CVilvYK
Ck6IcpGMwUCnfI1iGPEI60ENMZdiDbMzvmaiq/UhlBIF7RP5Zsyy9/XvuIwoz2ubb3e2lldqVZdU
pT73btDfyQhiPqU0J7+qzUiPNzW3kZyHN9+fFwFaPdRNrgXAK9Lwjxg0Vp0N+wGK6hhOeVArXry0
4PrBe/93ecwRH/HOLJMYH1TP+k0hPEsq3eQ87ehFELx+wK43k4qy7aBZPhpQ7sUahpjsSvmhQXew
KsX/fu9r5AKF+XJ+2lZxNPfyDAHZiJX33jblSZ4+/bDidEIsrQfFVjhF3C/gNmdsXZ7AGzJFIzxx
95j0huULghnwnO/CDfM9hSThP6iYs1e/Eilj5UFYD2OEkh2Ib2L45qHKmnn1Qxn+SjWOv1iEA++q
Losg0YI88LXdjUMgikox35pTsdfiYyJ/VWg9VX8Xvb/r5Kf1U7UQBWqQqkEQgMAGX5Hx9JXYt2Ld
IeKIDeNTAMmqnIWcF/GSA0R4JqPkgzDtZpoLh0hUSA1fizTOTmwzu+3Hn6hpoAORcu7JJXtAlKah
tDSX/NmCViiVeMNpaFuJtC3mGs1E3M4D8Ouf7DZ9i9vxEoW5PFQlTDOjxIKaREm/hImqe2+Qq3uI
OI4vkjBpW1RXChddKwmS81p9iArUykG1ERlnYvTdk5o6pO926z9raSfxiQ3kbsDce8Ow0CbFlCWB
ggSf4d3LYXE/lC/rCIsbKUOaGw4Ebyx2mJH4NDPGakYIyzjcd2IqRe4gS+Ccigrq/WqCjpcpXYJE
4g0qJ1DMFGFC14fBa2TZqymcMCYn33vxbYrlhwL1dMwBpJv11d3mOJhtZQ6eEY7UC1QYjwCFvaR3
1dZRJww2BKYa2XkpY7zHrXn36NJpR1cTrmoIgiqEbe6UBL/SJorOpqJqdqEq76awPXrJsB3hyryq
3cdKZa8vlAfJfNMuV0cv8wEJqSqzUVRz0D8bz058z0HXZRb+F/4M70sK0Sg8Mm8mK7tx7BRfgD9r
stBtNfE9E4t9XqAmq5FTM4KXKNWc9RUuWQ1Ec+VZXBJS26xTC8ppoJGBkEtDAU6Z0GycZgclR51F
p5xU3GKojPM2+08A4p9rCyVaFNO8hYV6KN3IcY+pSeD6myj+HDSwqdyV3pNGNtzJ4kVXB4uBzSjo
NmJZqwK0y06xMrfE1ZopZel91cQbj8vhsxQFIbv+vzAsSVWtjz70QAEjVr7jN68CihZlvgnGyex4
/HJL20YhJovuMOin3RAA+1SQIgIBWUT+XgflYf3LKHvNEpohgJhZ7K4byeJ5v/QtzNXngywODVvY
LbWV78LqMde13Izz3k2ovyFT8mOYMNSUnsFjxLkRl/YOHRCoSCBwRpKMsRmt7DLPj2AzcUljs6DK
H6NJ96gsl5xIbOlOQE8aXPX/4wxgXFrYyFk+DQLio3b8kZdGYMojTwR4cdco9CMw/AJGCXle7EWc
HLVD2qP1aJZaHU0MG5l5FOGqB2E2lybupucCHhpvfaR44EZm4uprKD0Xxqmf0M6nNo0u7RtD9pMT
gs1iMCEbaqhu0EW1bqo9ie+UhgaPJCDtQW+rgJOnuV0znnPwLPglSKHobBmayj3tC0QBFioZTq+a
owfi9YaaWfa4bqS3xw9AOqpPCjrWMZfOrFjuetrKBjL9Xn3M1J8D5I2SbIunKjrKOGHNrVFeQ81r
vthHaBkWMngSM7BignHfcIwcYRQvhOCBMAbZUVqX0twKl2L+uf4whM6MKScQWsJALxO8IvIlmK1j
Tleod5U4+GiXAeGtrSbdNtWSjSzwkiQLMGi9xo2mI4sgo5p//b1GCeFCISHfnNXaL1CNuJoH/+EX
/j/HtHh3/MVhRQRkAemwXkahQE0hIlAIm1oYHI9KHHe4uBwDM9nfRBVoa7pejmCgwlOXKr7a6HWW
qOe6aah5ZjYtT+ZowfFCPBKBKvJ2yPSgrfsayi8rnOHEAGkftEdS3dE1DM6c9Dy09eqnWgQbXSqt
iddDfhv2zOU+vOSQxMXoB0vupIZ1EHkhUPUkeS6q6pUUuKVF9KiIWW1SAXIsvuGsH98FPyGhQUyd
JXdVZCEZG+lkP0raKcwtTxM3nfyRjL07IdYaKY88f/5L12lQGOJfJNZKwMPh18MApEZ/obqBK9QR
POpMw0+KmePGKXnlg1t7gS9GmwxS7pp22+9MwwIkz6hVW3HVvCClAIUAEtmZXPDEzhbMBQiz1Dsc
P5wg2z4LzpsA2k6I5pAJ2Mt6BOJ5v3S8Ovjpdf3XBGlCzPRYJM/uJWSE1jeQ91mZU5E0uYdeeXzW
oC5NrUcYdxf1G5W8hZru1MK7pnJu7EWLAdOzakCU5DYGajWlpUMd55akopsqeBjIaIue2WmcuHXp
NKDt8//joJRwfQYrqOgVnoqFgX0Emes3xZgsL7IE+p4ab7rA4/G/DUQkQFEDB3++y1jmEQ1jyIFf
wVmW6oGADEP2/70wJ83CrYgdUQWYw6rrBQ1lgkRDC/9V6ETEnDPmDOMmNcxSKzLOqV5aDHLHYGD6
9iZsMRwVtURIiIbGZ78wKb3nhlTfUTVzmqmBotbcXIoRDTbQaSsxjisPvmqgdWYWHj1oKW02whid
A1E4p7VC9x7pj5Ig7HW92gkkfynL6VQQ37eFDL6mDu5RQ1IQy3b7nEBNWUBE5otyt1k/IN9zgDc/
FarKc9kV0RDbwtlXHZro4iCH6qm6KaR0KwbogFVFu+gMKxwCzF95ljh8+hO1I8m3jO6fe4rnUoEM
WRrkypAwY8sGdeGhAjlCVi6X9n6nmX71SCServitu5tBDAkNKkjma2zJLE3SMi1GH44ATsirRVcl
eFpm2/Wv+V0UZ74mOIgJResU7owbjbk6UaaIGDiWw4ZuhLuPwU5/gU8SrCxlbbrjZ/X2ODe9Z4dj
fK7M5PVJeA72xU/N5jaZ3sbaWDDeznj5aRgxYcP6NiozSY6x4HyInax90cZ5DKoZthPI6aqqtUev
epSKSjcpV99y8WPj1TmjI4ZjRdwRdpdySIGtRMavcWisoZAOScBrc144x1jiXxg24s0qyGq3gAlz
VJoS9a4Jwh/rG7pwf8zFSSQjMLhGoWt77ZX0spjiVMB+qtWj4t112buMJsfhUa/fFWXbepxYcSEb
IV3hzW7/IohvRmghj2GUQ0PHzqu7eIRUkTVIdj/tFeGnIZtN/yJ0HKtdSIgCdU6A0LmhymAnuuKu
MEpQk0OVfis0rv4gOrlFfuA9pNqKne46N/78Wv+uSxZyicisU0ZMlRZoM0RxRjyPcr4ffHoOhfd/
R0HhDg266HVGko65/dXSmKno0hwsjaNTNeOurGobQ2Scu3jJh8JAJBx79ByDVXpe7eWuGX08QJ0a
u3YOjsOm24E/w5J+5kflE6PynNInF40xe1ESPWTJgdZsMNO5VV3IeR3Ae36XmHhI8/QJlg6ZbKCT
WkTkjTYA5hv2kR6UiOdxyEAhL9e/8XZd36TbfjH4/0sEcv31NK2grZgCATS/ya55J2A0E1FaNVXJ
jo8QHrR+IX/87/U6dLTgxiFopsVr6SbvF2GYulNr+CjxWaJ7mTh9wrOL2YrZ2wBNDRjxE/GgReh7
vTKPVsSrhj63sl101k/P6hfZGXfTXnyKbUtHpxjm4kDEZ69/0KWzheZCFe4X3YVwXQxqPAY5GgDg
s9LKzirV9GVkOHhpo1vGPWzbJcxsOBdGP2a+FlRFB6dxzkezsxER5pb+jP7a2NVO+bF6VbflwdhN
HNfxTeV3+1X/ro85bbTAKE2RYn3E/TkAeDpnxx5eayM/If/3uziW6P3rIDyOZltUzt+EvdO2VvJr
tEeT7rit8EtXxOV3YI6jKkSqL6r4OU3t0K32BKKSg2oXDnkqcrveDI5hK9vyGJ7jNwukfOt7vQiO
JjAUNmFleEFeb4Kv6rmBlCdOp3poEzetMe7dP8SBnXm/q95OeUK9CxaNbjMMTOHhCGFENqpIuqpS
jLgpLDkU0fkIXuoemhn3oR6aSRRi9IFzIS7YsoaRHLR4gMcUYznz+i+MTBg7WiIblFtxBo6gRv/s
fISqMvnnWUjcfEjmogdtfhYgHX+Nk8lS4QWhOD+/K2E/9aRBSZry+JRvqSMAg54O1BnwARFxM0cz
CjRfTUFQbKkv+k/t2Ngauiq9eyM00SE7WK097SEbJZz0DdTY1i1lyc1eYTPntYyqsWxLYBOr/pO+
VsfkXj6kpanDSI0CFDoy6LJfxLd12PmvMof1CpU5rHpcwmASoNbpYehe83+WeJi/KPImsH4IVols
jyIBCXeOdpzcEiqnEFEgitFO8izVR+j0Ed8decOJS7HSFSBzWxUgxGmKYgY8qG5zlI7aYToYjvC7
tkcbE3Diod6uf8KFM45MzZyBQuJr5k+4tk30FNK+EWGbWj7sW2NwUf0zVeOPrH3gnWl6kuaCQImj
nLa4b6Be1lCRFvEmY/at77Kyj/EsRQjfbDW/v0sFxV5f16JFYlkS+DWwfwr78FNaOcgp/gsRBnSk
K69JuAvFU4MsRmtV3QsBxdB0T/AgDH8lrdshuOJFvkurvPwFzGbGFLKdZabgTHiTsJe1lpyVkn6u
r/PWZxL0/sFBQzYBFSN5/hEXPiwVqOcPdV1gyOVJzFCM3jegcVLOgrhXlN/rWLMtXB+3ayxm29Cy
IOTp7J/H9pemuODQjIajFJ6MiLN58x+6BkKXxsXeMZ6skmMJ1oG9A4WbI+DfddfstJB3v82XJwsz
94JgTBLdkwijrr/daIAKdDBmv4xXZFPolgRJBik8l3m+Wf9ySwu6QPrOYl7sEq2mMAxSKQe7+7RN
FfAvGJEz9erjOszSgkCQhJYB1NNRcGO+WxJLZdSi3AQlhPSsGf7HUIUnEakXjPxx7s6lCG2mYKao
HmqYN2E/Hprs00T2gUWi4tC2/v00qq4GJkSkLzZx3GxF+V7CdHpSEtMY7oj0BJ3Jo19T8DN/VHHM
WfrS4/by97CfuCmR5a5b/J6Jem95JzlKJe0hWL2P4uC+RiEhQUO+hnQFehECc8j++RwiisDgEF7x
BFE560f7joxx36BLPqsNM4XolmSBvwnsilYq4FH/Y32jF+wJOh5IaaOxWcLYHhNRTKpfjWkBma9s
GqBe4o7Jr6njOGkeBuO+qJfHieEFBaQQMnPy3Gz07ZJLkbRgslcrYUzW/x/SrmvHbl3JfpEA5fCq
sFPvzsnuF8HdtpWzqPT1s+i5Y2uzOSLsC/jgPDSwS0UWi8UKazX1JCsdNNHBtdt/lTDhnftxGmyv
l0gK4yXj2iG9TqCLOXtlhK65I/KPqv20LYW/Ynija4DpQT2C8Se2sqQWzLAGGzVANfSDgwHa2RG4
Er4qv4UYTG4+nsgoLy3deum61G8L65DO3kQETQifrxWYMxLYGCEHDg96ai9dY1NaYTpZWDCpA+zh
2B9rrTkTvc7dIVe9UQn36iiqOvCWj1YAMB2HMBmTZJcy89TKWqcoa/Sxg4Fsds5gu9o7vfK8vUt0
rxmvbyOswwyjTXug2fZ1MDykIMtrYAumej0vmOIN37clfL4naZoLERVA64D5wxYTgVBP1FbDu8Ky
k8Ifhxio8fFYBEpXvo1zSuAXo0Lg/z5v2OXdTM1mdcPQoinRK9zNPdAF7Js0fHZCjPk/VOV5UgWt
+JyiG3rSgCyEAq2DtLpOP2YlzJEx4p9htMKLE/tYxa+yZnhpMXumBcy8Eu5o+pCj/DF0RFHd55VV
QTeBXBsaHtDxx1bvF4Q7vaMjPu4Tf3C+6loQktOovxHZ+9sthCCk2ekQJdw6e7sloaKRrkKEWpMv
k/k1bI8ReWnV0yICofpsjReC2GsLpHGWkY+IDJT2C7AT3Gnab2vyOcBXkVxDyxQSbCZeu/TUrfaq
04el6nsTsdR0tfR3ZrmX4tc2OjTjVa1eRZ0ggcjbobU4xg4rwNSSlkBcXs/eLB+Xud2HyZs0HfpU
1GvLlQWoBzT9o3MYDTCXqg0LeGzgT3Dlyy+9nR50Y7mvtDaQWuKiXUUQ8Xx2TxQbkvbF2+CCBLjW
pTRD6tOoovfhOBauZe1G+zmsg+3N+uzcqQxMXzmo64Fql7lBqnSw52rMEM1XP4z5oUnP8YxWSEHq
kGdzGIjCsw+t0Oi0YNZNUZqi1CwqRbk3wwRp//ttNbjOCFcHXna//B+zVERu6rJu0tqrSt+sn9Xw
I9JvtfRYAHI/E+VaeVaAM/pbGOOMkNuNCclxIdogCE6yo2HdG0btWvKxE73PeSaA4QU8TtAOj5Qr
sz39aI+lEWPhmgboGO3eAaa0Abbn7dXjSgGvDlBcEEnirro0tLitDFRp89pzpPvZqV3VeZAsEdcC
z9IQqPwWwqya3YwSPC2ELDic1bFLPhblJINRZVsX7uagpI+oGCnjT5iqZV13VpZAjJ0ZVwUQWg7I
KnSuHk1vFmgl1SgsBEeIK9FAVRLuTsbYArNHsRGXhhzibgqL7zSQ6CyvkY7SWPt9td9WjruGv0Wh
/eRyowa97Lu0qmAO86HLjg1wLh0DwatADNceVmKY42qGRkPICDFhHpjDVxI/1MnLtibcRUOdxEJB
y7I+tWE7aay3aKKvPVW9H9Jdb5xkJ0SvpmeKGr65ysD5yJgwgndg53FjYDmNWgFlxi7Z1bPmpejd
n/RZcH9zt2Ylhv59devlxWibKRWTESCHpyDfCmbFdPvqH1wpHS79P3Xowq7kAK8vV5UMclojPmrE
fimX6F+2fyWCOalIHkclCi6gdI4eDLDSObfLJAjo+Nv/RwvmzHS6QxqDGnKnZLsY/ELZvokAVqlX
7iBMHFBzvYy/Ean+0Yd9wABadOwaHcJIGQO8bqQjesteMt5MYvu9VQTDooN/gKRAex4O2eL8d+vJ
Rg2mhRnqJoJ8uFeiPg36PuxEGX+BlRvqpVmoOXCo7Boy8tbxrRgcg45riXpyBTbOTtw0ZjWCdRxC
lMh3+mCwd4Z6skSpK65tYN4XPXbI9dgm/fvKwjV5jmNlgpSx/ghLt5mDIb8HOYBnAcB52wtxcrYw
jZUsxtRjZUwma4Asda/syCm5qW6qZ1S5DtbiAmgGwcMdOVh//WqnQjEchcXCBcUC3sa61eGRU8O9
yk8aADKLH5bIg9Pv/mTyKxE0IFutYRrlvWaH0MssX+zyfVK+ZY432I/2qLroDRasIveAraRR41xJ
C+M+V/IGCtWApwLN/dfyqnWta2mf+M5e+74tjW8ef1aPcbTWADa+UcdrugU3sJYQP54mgGy4o/Fe
GS/bsj7Dy+Hpt94qxhazfuqMLoYweT4UgewlL7oHprKb4dQesqPzLLlOMAT9Sdpr+/Yh8UFcsP0F
oo1kDLSLokFuKixt3BoHNBUM0yv4MfaK9lWtrwf1H14ca3UZt4z2v6yNdEhTS/0dJIuJi+an3dwq
x22tOLnTi3X91Xi2shgMQtVoKMS69lHQhk9G6VvoRFrSw0T8yjxUCe7Q+BDKlmA5qQIb54Jt/FyU
KTZqoHN4YZu9DE56dKYnI6QyMW7vpEAjS72m/ZfHyZ/joTG+uQqXLo4yCCVjuysAptaMHvAL1O7r
WIDMZxQkhrlXwUock+DEHFaTydS9lASDSgC6aPv6IZcsgVaipWRcjCr1xjIUECNXH0bq1f3JIiGy
j4d49GbQ3oreDyK1GCcT5XUsTRrkhfO11d9U1ZPaPG6bJf3kLetgXMvQ5HXjUBHL+DjN79osiHq4
aazV+frUFWyHkZkOEGBP/csySw+Kk7q1Et8DPzOYTeMqKW/rHLOIhSk6cZ8bKC9PHONIWltt5DSB
aPC2vmgFOad5dAXK71OuJ6fWkb0FNDiVYgbGJAvuB74PQ5Rv4XlEYc4ur4cS2B1E63EZpZLu5fKH
nMb7uFh2yhL6RZteA05EkBPi2goCCIwq4dEMyJBLiRpGEac8pSfOGAOzGYNS0YF+JmrH515FKzHM
wdaJ3TrpjDXtk2FX2LbXjsntkKh+of2IHRFMDqcAhi1cVV4ZrUy8/BK9QMY1fJNil9JWmMfmuj1E
QMs54gY6pZOrfE2Pooo9d/9Wchk1zbbXBiBOIOzrwVxfZJ5D9j3oBuTFVavXbBD4aP6q/ikwM/5L
N9KlUyUUmMPqRUI/r/3aVf7S7TTR3coLZ2lGHigApgUICuZyN8zOIAuarzzQSxwnybnC4b9PW/N6
iGORqfC85VoWc/zAmlBWcokzMKnZPo78sbonywFZncCRXLDYAgPY/od1XIukn7S6Y/Uiqps8gXpd
/rOwryTyc+qfAZbrxaBb23acPAuhj2uQgKAzFRXCS1EtGfopB76Wt2Q7KwTmxZtqn8O52qmqb0dC
SD6eL1uLYwyyqCytJh3ENYiILP2Yx6or2fc2uowW52xXQV38IKYpUJJrLislWbuM896qNbqF6Gia
9kOF1wEaVkwRJCTPea21Yy5WrcIMd488lleNb5nsyfFdJoLw5l10ND8PDj6UDT9xv6NIRCKzgX+s
7OpmqMMHxAuCC0ckgrlLy0qq7apvER7U4RmVnaDpRA9F7kLRSVSAP1MMGcbAkVRqktKGo9AwtqzE
Xzt5clMR6ir34P4W8mkyCYmwxO4mOD9rnt+W/ilx4mOChO/03kmPaaLc2wDv3D5N3KVDQyiKupaD
URYm0inRUmGHHXYnm99a507/exQLFNNWv89szSSX8yDRADExzYPtJLdxho6BqJKCcP6X3AdQd230
KKAXUdOYPTLjIRmBg4I9ApSFG1lS4SakPzWxqH7GN4bfgnQmNUqsKVczA4LkGk+K+vV/54UFLpXr
Av5ow8YVMuImK8FLFx34QATIXRu4O+Q5iQXPME5jJXYIoNjYJjTWAM7h0p+i4q3aA9qRvfkeeB/h
vT99VCdA7Ye74li+RvvpVO5nPzuGbn4SdQBzfflKNuNcS6nrZ1uDjjOdpony2IuLBINlU+ItDtik
svww4rW0bfKcOx9ohpiOBsQ/2vI/9RGVRhpjvg0d1zm46H19AHSX21a+5LxsC+K9PNHBDgAgtN9S
jAzmcGVAAjML00EnoEECfS72Ur7swgyD7O1y6PUfaAq4MZBAS2fznBqiLgeenmiXQq8xhZXA/y83
1lzksRxT9AzppAEDeK6WgTJmjkuyqvdwiEpfjgEZua0zx59gIA3TAehAwDQi2/yolqScQwXFsTwE
J4+zvI8zoBe2ZXAaSUE6odGs9C9yIzbNPixGZxYElSpz1u+KAW1ZkNZf2YpdnqR5xvN6ku6Ql7Ku
FMQfnrqk34CugQYuc8jcJAJ5Vvr3AH70k9DMDnQggCOwheh6VuVi0qD3YHwYzWMWZT6InrDqsxua
jsBpc/zPhTDGqRKUgeXahLApmtC6JBmzp5qt4Urx/L691JwbCZJQScXLBo8P9qyUDZIVToe4rp2H
DAyMCP/zJJF8ZZaOzZwYuzZ3FBeAcT/6qXrals3TElhOIFxAdQ2xA+OYyji0e7SswwFa8bGMgA1U
IgFHRPO5IjEqc0yUcl4qCyqiW7dVC1cnkTuKBjU5zvxiHemxWcXHfTkTYDqiUigtpodZYEv1614L
9CrYXjPemV/vF1V2JWdOkajsQBntRXN3YyFqbMB+VbeeBFzzUcRxyzMOA5DAFK4N002se4v7pVXz
CUqRrhu8RlMBAiqb00tVYv5N1svvSQ4GkKod0me5JYXg3c1bUnQz2hi/w1A10LkvVe0nwJmTSUI7
6FK3brq0/Z3Rd42fGGXnLctEBPJ4SwsABYNCgIFEgAU0AHbBEOkZtG0ARjGQF6c7kfCgRNdJLzje
vNQNJlB/i2IRDZaq0I1Eh3/TJyN0FWPw5ir+YvSml6nha0baI9peP+ZaPc6y6KH6qwDPJKaU9bFj
nh5L5ixRRJ8exm1xk9/2O8dNgrtyB0jSBZyLtEzRvQ/XANAyROiynHDgQjRzSsrBbMyEFs+M+U5R
PXW477sHNTsXSIiLCIJFshjzyYdGWaYOsqJpPJfEdFuwT+tDFwxpfJcODjhYB8G+8kSut5V1aJ2B
BDtyi+gmS+8GBYgphnIrVa2XDZg/XCzLHQzpbtsh8E4JpbkCGpiCHBX7WrbTxq5H2m5B8M+UPSl8
VpLMn0W0w1zdVnIYL4oqfjekGuTY4ehfl35VYt69uZOyna0KfBxXFG4FdIEDMReN9JcH35JIRjQD
DrsC8HUEek4AsDa937fKwdCvbNEoIlccjYuxhrgJ2Wa50KgL41eJkMhRcmgWUwFKHrq95qKab5zC
Ufw8Ca/rfPx7WAdMwWPoATjEeLN+6pTRGkxAJjOC47q4pYiOIOiTm/22eXCVW8mgf1/dF2lWaqE8
QsaUWu/9kF2FSeLhRfiIAPqIIUVXk0RA/DyRFnjXgL8LHO5PGEVDMTb2QruVR+VJkjwn+motx258
KlAuFCaLeFfUWhjjUSqihrGFVDTquakXD9/1FBxiv/ijv+XIa4bjVWL8dWc5qKORJUC3CfKKGFi7
XNI6TgY5pSIlZdlNSn9a+mRHRnO3vXOcWWbIUelgn4yFBNT8pZwFA2ldQ4NAdSSuqT1GCYquQKfD
OISvRh8ocSEzJYEGsxDN4vEWFSQAtHEUx8FgZ3NTOcXQSY2zLqMaKtlJUCTPsvVCzFNkPZRagtYa
QSjI82K/YPEw+EfpdegXrcwUSAVR2klYUyVWHwnALkihBjGGDNtShJXEvXxXstgODnuK0fqUYV31
7HsMDocCXDgeGvSe2ygJkrI6qv3UuHLt3Npy9LK9qbwYgwJlo0UScO6fqvUoog0dkXHxOzmwLsIH
ByEVmuVcR4q8shZ094iEMWdjWTClmSoQNmgfTrRX+9zP09emCSaMM27rRX+KjSnWejGXbbt0AHWh
PZmD8qLm34Bh9A+/jzI9OoExKIbZoEv7iOQ+smsHv985xaMSD+9qIfn/IsJBGxFI2ADCzYio5VZz
KhTtgEHv50DclutYEB5woG9wosEz8x8RLOBkWcuFnGcI3q3bKvHq83TM9vNd80XfmY+m+63+Cbbw
oAq6wN5Lo6sdtxWke/Bpj9BSTMm1LaDvsP4k7IcxRS7Ys+TeM0p37sBcIZoa5Dl/2rf8f0KYMAE4
5prd0jKI5jw31rHIfXWxMZSsecV0W3xsa8S1upUwJpIFlObcGCWEqZPkKsD000VBJHfNACKNlmlg
PH2afUahJbHUFtnNOUL/HeB+wNyWPytpJ7BvvhwALsApAE6a3RuQK+Kw0i45247HvYwXTpBh8MJX
lE6UHePukAPCBThaBI3sM0eS0wzsdHB/jtwGvXlKwXvV/zDqzJXLJy18+PstonBfGHdAw8cnbCFn
AUVFacHk6/m1R5JTEiXBeCv3RwDGIC89w9wsdpHbEGCO3ywo0VinWHRliGQwJydGlbsrU8iYzZ2T
3mvGDQLt7XXiXYBrNZhzU8tERhUKIsbhHKcAvj3WxBcSsIkUYQ6MARYhlWiQ0mrdrmiy3YzOvqJv
g21leBfP6oXJvtwtSXX6kToByoFuu7HznKG5ODM/SufntiSuQn9SSBZd1lXckDpkRmgNSTXYhEww
QRTmPu8EAR83HbnWh+q7ktJgOHKuRyzbkCz3hi25Y4NrO1Z8U8+eB6X3Y6fHxs2o/QIVaOkHt6yS
XZ6nN20ziT5GtLhMRJ/LeVfq9PlOTtKt8zjfg8MZLLauYrnOXj6Gh9kvg/TZfhVx23MDp/UyMDfk
rBudOqdY7Ml2XkbM6CZLtcsBeGpV8WnSdRfOaw98CD8u/qEF8SJxwJzyGG9cotNm0Si5nqb3BoCJ
YwAAthkQJ8rjtk39P3rayHsB/xYUUoyebdNXc0P7HTHBFR7zWSt2yBl+sYromDYTgrWcGF5mpI+V
45zkZq532x/A8dB4POH1hDsaM2rsg3Sww1ir0GflRVWM0/kxVjasyzPGvT6cUpFz46kLcbqJtgWk
9FHLuLTuvBlTx0yRPrBj6UZXEBcbPXJeideD3SwDDOUcm8Esd64854dtTTnH90I0c3xzve27Noem
hXKd1kHevJShQATnuEAEumM1mmHGUNKldqVZh8lEG0DS5j4lvqQHqbMLh6teE/RjcXUBay9ma5Ct
BI3wpaBhzhQjsbCMg3lQ51NcvaTj0/ZycXVZiaDx0MoP5ZIZZWECEWUSpOS6ASQo8HKX6eCICBfo
wjOxIgb7/ijDrNrSjs6U1dgYAK8XyWmu36YIoxXv2/rQg/RJCkas6Cg4qFvZl3ReSEOnZgsuvdxV
Btfxym9aQM4qCHO3BfHe0sAgw6sdmLwYzv2Fm7RauQzF6byKqW1fz6foYb5JADgoHaNjAWlEVHHl
xKVraZ8aUsEDL8eSjBrZOd6n5/oc75Jr+yzvov2yN/atkF6UKxBj+w7lsUT3EeOxrKxs48WCeg4Y
VAfUH/tRcIx41o0N+o+ET50LmZo4k0IgQZbuBvBid8ci9P9lk1YymDDLBrvIGA6QMd8v/nyTAw/k
exvMu/A1fpN2//DeU4F7BwAlOD+KOHR5mID2pw4LLU1HhTyhSRLY/AjDC3dbKd5BWklhM/1WTTS5
HvGAIPqXXvcK9apMX/tlvy2Fd2OspTArp4cFkeIEuqQOMNTBUjVd5elOSl8d7aZc7reF8UyBonQg
002pDNizZBPAZAC6CF3kc6si52Z27rjUcWBhoFWwejxRNsxZoTTFQMJjHF6tKQuIx+CGquyA8u6c
vhFR5zFvg2yHTo1hml7DwO2lGdTTOOhdOaB/Jf7ear5d7pIOM8YisBZeqwDggn7LYQ0hwvywOqKt
DViBgbKLArAsIal2Z4RBHkjnWtT2w125lTjGIuosKYwW4JWe3KEVvgboKm0TF5xYkRDm0eL0zqAm
Lb2PxsdmPOTdQxod/97Y1svG3KpSlUd2gi5nTzGgALjX1Bhz+gIz47lPhHpo/YJBo6+YWSyJ4GGP
qI+W20e/W/qrWRa1LvFOKIrsSF9ZQKGHH700M8OOh0IFkrgXg2ynDievmqu9isxtWjn3evxua4Vg
5XjBAiCj6dwT0ChA5HApscdDb4xoSqGZgHQ/NK4qPRh55Bqz5CaGAHBDJIyxhEZDa1uu0BdfGVRA
FJynU7eku1kB7c5u2yLoSrFBw1ovxiJoK6Cd0QnZYbqRAbcN3l83TIOi8Luwx2TLnYQn57ZIrp2v
lpJxQ+2YDfPQ4/2HvttTVjpfemBvaHos6nvhGQlsBEUosJWhtZ0xkmHBUzyScFlM6I1Ws5fGenHQ
am4dleQQxoKHJH8dfwtjk5FVX8yVpUJYHcWHMS8xq08O4OY9JnrpStbyQzUn4tqSLJou5HrcP1qy
CCaxnI5mSidYKsN2SfM8Raq7JNegjRFs22e6eQDbrtZTZayShHC6A1VxVOtvsaK3rtwZuEvms1VP
QSFrfirHt5P9VTZDv7KfEbLt0051e3O8VeunaNJRUk1cGZS4/2BQlNQAqMLIw31qytSkXKstnM3J
jA5dh7gg6X82SysIC7inEnWGX3QulOD30gUoHRrtNQk3tSk/deFjr9225X75Hs2v/6COipBXobD+
nxAZRqcZpGaB/8xS3ZuR/nAsTK6LWpW42qyCAUabJu+KuNEhRTaze3yLl4EFNwTmWZFXp14RxR78
G3slj7GepVoWuDLcbkjiqG4rf1/it2oqPJnoO1Q9rxdlfgrlZ6trPTMXsRtxD8lKOOPlskka8izC
vafK+ZVtPBZy+JjFy87Cyv795oHCBW9/HBUZ6CCXRhIVGQm1CpKq5gy2srY5xyLOMm6KAQ2ZsEQK
OQ1A40sZSY2yhzXJuP3sDzI/RbHlgsUME9o3BAYzpa6aPtrA29zWjHetr6VSg1o9+vDAnR0QNMLD
gXarlz0T0xHbEji7BIWQIkJ7OLjT2QapBu0L2CQcMH1SnzMNj69Ei97JZKBdqRf1sXHsHw2XuoJi
hIJ3C3uhj7O5mH0H+5eU78BB8M05O0rl7NtG52rpx7ZmnCvvQhhj/NYUKWo8QliRn8jU4hJyx1FQ
n+Su3kohxsZB6rhoyoDUzIImr0V9VvOHDLPssfR9WxfOTXehC3N9j50kdzX+eYk6PQMqYGf16Ddy
Gr+1neuZaM8gVArMVGR+oiWkf1+Zn7mozjDSCSsJRV4TDSVFBTj347ZuHBu/0I05WbZNIqVuoVsE
GJTCbtyxF/XFifRgjhFBw9aUR9AjnbQrzOZgusiBIrnAD3GCnwtN6N9XyxWDf7MC9Tiswdqb/dnu
d1Or0vPkGn3hVQKb4K8b0GoBD434mH329YVSGE4H5w64Wl/rrppElHP6NXnPBKpQ6LcI9sWX1xJY
lSWIMHbaAWOsge5NbnklPd/It+PX6Iy+5Sf031zX+zDIWjd7L35moo/gXWIXH8FcmkbX2nQEBJmh
2CWj6yjnyfCAOWWBegWIBETxUJo1RWL5ruqP6oz3iJ1B6pUKUvPGcDvtvii+1tN5iCc3mgRORLCR
FuNEtCnJuoamXU0Qbo3z3pZET3e++/ijDP2ClWFWEiAdOodKwEvDHt0pCsZ0X2SUEA20L/tRxJQi
Wj3GcSQoY05LAYEgusBU67LcJWPmkcQftbdt78E/2n9UY7zHWDpFW8iQBNKXmSCrp7ilIsqG0trM
1jlg/Eejl11PEgQY8ozuaN9MXtvyrccM7SC/lak/q+4gQo0TGQXjSzCmiQkGHXppygsJ34SpStG6
MTGT0gzgNZrw+70Tf5Pm8QCsx9e+Nnbb28OLm9an12bKXj0I44aFGncd6RhK3AElrouAwgsw7/ja
LP1SPRkiSD9etfNCKOMyktacCmLCEcPQ7WMSyLWrHMqr5Aj/oatecys9wYeUvb+tLDcaAFQ50PMN
NHt/zmEj8glViLXHyE8K+aghUWFJHxaGhrYlca3jt6RPuexWSeSCEEiaW0xctpVbd/9yrlYSmCWs
LIsQmd5lLTDXreEDpKuRCM2Ne1+uZLA+1m66tNVgG0b+1XQel+gGrQlTDtx8DR3kgiXjuiRKWGRh
ysFw2BqhIo1Wg9F3nGH1XlNQrbH9qTuT5LaW9tubwz1aK0mMS5KdlJBMp96ie5AN35ADpxZ5JL4B
/NGG8UhapCbVMkKbUULANASS1gelGih17zaKV7UjmBvBDIJ2y5es+FoN3kgEJ1v0BYyDAoArYuse
WnbVd1P7wNzL9ipy76zVKjIOasmdJSwmqmH5Eo0PjgJCv7uQ4OD6RQf2uFo00iAwEIfxVMZShnoJ
jnQvApClJXvh4o0RcBNjbxCVokSimMNljq26EIXaIhJHEt2vL8n8ZchOhginWiSJOWIa5uhGq6OS
RgmN0leJFHtK55rTxyRqruB6P8D9o18aCMJIAF4GGc0yAwKclgdk+1XqQWdnvvfGXSdqB+eerpUY
9nSpSd5FNFOzWN8wtTaMZzMU5BW5pr0SwRyu3h4UYtGX42g/xv3PWT9um7ZIBeboGGljArgdK6WW
IJDKIl8mey38+d8JYc7PrDf2ONB1UgcTxJ8FQDn2WvTlvxLC3u5F26Y98gR4l+IeStVgkQzXSkQY
loL1YtMG7aClekfTWIr1HOtvSbTPRQB8vxKpn0K8P3tuMwcFnJVNnlFNLMV1DgCYNW7f1DvwOt0p
N42fvgLM1M97V/e783PUg+DZba4kgUvlHtbVNzAPgcZGB7JNYz6Ab3jG8JIMjddW5yw5K5g03t45
rntdyaJnYPUkkBI1zqwGsqL6WwgW06XJX+RU88koB73j+E1T7Ayz+LotVbjMjJOIw6pUcD0i7Nwp
ZwWDxu6yAzfXz8JLR988LvvqHF61Qfki7+6j9+70si2fG3GstGacR98rZr7QN3M0vun1swQyiKE1
d7mioMBk2m6ZZYlgoelPbhkW40yqeAhHmwY5fQ0Cpdh1wgDYhK4kmtwSHRLGqVhm2SoTVU2djzaI
KcdXIaWLSATjUvp20WXc+bBPZ2dND2X+Lhxt+AUys7Fc7C08AwiwchaokZ47r9orD4mLNrk7BKHt
4kfXxr5UvPpV3YUP6av5KrvjQb0hnuM/a/vCL0RZAIHGbPmhKW1pJtGvzXvKyZ3TPeiJ4LLhi8DE
CC1z4u3A2Eefa2Mj0xMxL8SN00MWPmPCd9vs+Y7ljwzGNoiphpNiQ0aSz89J0bvJpO+yKXTruvpa
6qK+FO4pQ0MK4BwB84/81KVvaVow4xUagg4LY0xAyXQdshvaxG/qU5weZVENn58hQuFbR3s2hr7Y
MaPCLLtiKmZkeh+6F3Row0SSMwb7DLe40286UVGOe6JX4pirog0xfzpbUC+Rv+rzyW6OceUV9nF7
z3jwVuAR+6MVcxsAD6O0xwpaSQf7fg7k6+SkVX7+Wr+1rnJM9+kpuzO8MNgWyzXHlVTmXjCyHF0m
JaT22hn9jPL0GksCzaib+HTEMTWooAAA8Hj2JTa2uWoWEYoaOcaT5YOSBR0wgtXJ76K9bk3ukr3+
g04rgYzXb4kqZZoEnXJ7Vs8mQmIvJAaaceRZBNbFXb6VKOY0L3adpdOCfkDiZPdLGXtJZF3lk2DO
m2uBKynMeVZxdLuIQIqZ720N/At3hXxjiAZheGiwaOD9s1GsvzfBQDM5tLlxiXxMrOdy65rxTVMH
U/UCakg7ucJYXRJeDd3DnAJ2aOf801vaojOYwCSj2NiXrmTUAYw9mrQAhsqUNp2N+c0UeUeuPa5k
MKupoVVBN1CDoO/1WPOL4t3qv/VLoITfGz1oRJAE3M1biWNWtZOiXm5DqKTrX4z5Q1GfTOdKmHjj
vmHAzQf0MR0lNxY12J5zoyrp3nXz5A3NexwKbJBr6SsBzKqNeqwntQUBbb/PihMg/oSkhrx7BOkh
YB7TqwuV+cvNB/qAFNsRHK02V+VDHfcnx0A/zkJS49RjjO4mkkFapOpdcdh2GLwtAlaKjR5BYHsY
nxBipnIynHKCwzAfLOseXYiTepWJMii8FdTADaIBjgX9vGyvDFgopbqJNXq8VD8E5l5kLKCH1/bb
ynAsAX2OGM5GIQdpL7a80IEZQEpsI/dkTL8DPi2UXeB6/gMxzIUU5t4YnMaaiAkpQHq5q2tglzf5
DvQ7jx1KNSZqNdtKcdYOpIIa4KAoahvoIC5NAwjLuW5PVu5ZJA6qtvvQ+skzJVlQmuGK0ZBo1yi6
yycWJgskB8DMsXNvSOsv5YCxGaW9c4T4VrwtAvMjhhphbLA5+hmrx5iVmIWhx1LuhXZpBHaTpQ+y
GX9ZsigNEo2ci7C+yVLztUKzrzss5nUYFZor90vjTmHjHLPOEOG8UcfKXNJ0uFfDN1mGidnhy08q
jFpJliYuMHkbuyMoNrLlxug9JTsVztP2XnJOG5DQ0IBAkRJlkF5ciioxiB53WVp4mJDBEAWJQi8s
cUcrcxbipu6kXlQP4603unH/lxYDVHGMC1bCQmo1pSs8MkyDK6dmt+/rqhOMU/BgSkwDg9I4ekAS
wMZeKiYvXdhWM0q/dbxX5dPQBrFzXUpe0eyj3EfCYd/KJ7Nu3U7/CO0g1r/G7TEkd4kIK5gHoHbx
JcwSZ2mUROlECi976ehDqn1v/AaksD/IPkMG8hifjbs4sANyMG9E4Io8S1INdIihhxNEeSw+0zCo
wN2glkQ7+0enWtyyNxXXwnvVA/dp7NLl37YorkiK5QjUH5zcXw+G1XmKJytqSqUovGnaOeQEpm78
9zYbqleLxrp4BS7zF27kf2QxrwE9MYfU1CFrBiR/ER/KIXW7xJOXm37xNe1+BsJRKwXbCqq8M7OW
yvg/M4zSqptyICYVGcXem6z0WlWq7i0M7fna7hPtVglN40c4Tna9i3rSlW5uyuExkpXhfpzzEkVZ
VQGXtjTJR0cZ2sHr2g7dF7VGlNLLJUf5iLvIDMYkwhXVY8JqcnNVqw9hlkTPcanPud9IPeZCwsEQ
FJ942sFiKEKyZWB+jHlAGg26agwb5iqltG36AKrtJHpxFoEYavWsjwP3NHDkDCBFAJ/p8nw6Y97M
CrDVQaWu7NtJ2dldHMyhJtgsromAuAqTcCo4cfAgvpQTGebQjS3uxHEGaEJQjLHxUxpakrlzqKbh
zklIGADhsn/I4QItbygxx+JGWRGLKpS/2rlYlTUZtyb6qQH8wTaNLHM6GBoBtYi2A/h0eFR8YO+5
U/Ch+BGa+sl9FGgna3al3FVtNz2lR3CsB8UBmGrH6WoOyj1xSfConpvH0vuHuW7Mjv/+OLbdRFOq
UZIo78ligGxceyTOER8Z6/vRui4HQb83b/PXwhgbGyM4LImuBABEVNUdpVb+oQD35YFISf51+7h+
um/Ql4ggHD4QlFUYFGMMTQFhQVJEFQxA1l6tubvvELn8vQjVUNAGKQN2CImQSxuTp5FMTjYj7qqJ
6QGYp/ekqBNEXbzC+sUOMc6uLhbLLOgOmfdtHChXamD7A/o6XIw17MqbMJD9n9t6ibaJcXRzImVV
k1GDjR56/Vgr+zATLB0P1OJCK+ae1o3KrLsRMqzHL0mwHAc/e8NY0O1Z8e6Ww13oFrGrn5OdFkS7
be2EC8q4BmNx2q5RIZr8tJ6WL8PtOzDL90D5Pt0V+8nLasEO8peTzj39D2lf1uQoznT9i4hgB90K
jO0qu/at54bo6oVd7Ajx699DRXxP2zJhovuLuZue6bREKpXKPHkOBu0QWCWv1ysD49E9LuPc+j2y
B72/XRV1XjSBsoGK4WPwGn1lRSeXb0/KNOENklnVEtuMqxRoCbRr1+DFSwORYC4iBJwq83SsK3mG
nveZ3n95RlJSIczPiP0o+vygtwhRIv/ZaI6nmalnFdlugm5qlCUPK19vNnERTU+SZOnrZbnaaY0x
OyeU6TZQT31XicIDi2DWuc5TZRta5rPauDlV1eR2tBLlm5PmT4XW2xvQUyorjrx0bYLfE1uCW83G
y0iKAS7jmTEn0qnxq9M2HMDDetrZa0iKNTNSEAj7tOZaBTNZeRemfhUe+xRfYI2kavkDQxkcQCQb
aZx8Pfc8z5K2zgovypw0GCCmk5L0kArxQvr3mOXHJu+9Wk3ee1sJWD7tLf1j5QMvVCBs4+QnzH9+
4sualsZRYeInOJEfv7gVTWOa/xabenOvK/Sd+9GzJmi7J/uB03TlhlrKYmfR0JlEznEx2ndufIja
YjAtZJadCSG9NzgbHcttk/ws1mDMi8s8sSQFQEOHFlw157BNZ/kk+4jjnmajSmMUv5Ke76uQr3Q9
Lm5E0OLjyQc5VCi3YWBNWpsSiaEx5vwVlZGRFtko/KY3/6F9g9IKYh3w+mCGvTgQIjE7VWXYQbRw
s9cRvQF18ld8ZAEcCKVQdR7Rd8F2IE/CYGrEMWsF2Z0agb/0ZhRvvRs008EF/ToE/DTHd9YoaZbG
gs5szkf0xC+jJIREJYFNHYq1ZeZrCDXV98G4M8Kg1v3Jvo9rTyASKR+17uVgXytVvyv2drkn5Vot
ZvH+BBXPzL+Ldzw42s9/DWHtXL2d89vyNiLUMn+F4yOkn5SQcv3ZDkHKudEgRNrcW9ktehghCFXq
m77fVPxbnmzKdOVWXQpQJoZBbAJ5QwJOYOn3jCXqKDmeD5b6a2o/KtsBebcLaqXVqctFS5jtNTEO
adgX/L8OCaO4sWGp3eR+uTO3SB8CsC0eBkBCd1bwwakWOPcJJXcKbbc9aFVo6X2LNyCT8lw63mqb
bM/uXOhf0F33IZBkDG/TNqSPlR8e483bdV9dupoteKpJTHTlLpLEPmvb0TI50je8+eA5U/LgrtEA
LdsAx5lm4F2MF8/55reJW/aY4y48JqydY9VHp9R2itauBMeFor2NGDIXVlBDRTA5N8OzvIxygtoK
bxlJ6MQ19X4Al/hNo9aFbzSd+jj0en9TiE61PVHE7P36Xi6/6hwHa8TQEZxM8jJctEqDMhkeqTsI
0PR0/Bxt32oCzPkzaqykGku7CsFgCAaBzRgaFdKdq6Vd74TZgKcRD4jxHyuoqqxN5yzdAqc2pC3N
gKKu42k+NpE/OTTTd3oOGvIyAD+OvTb1sYQEQWviz4qkOweNYxanEVaUNHhhwlxNQS777aPcFjQC
bUK5dSAcm3uoKB8m78b6KXZrsmtLl5AD2lJQQYJiCVXOcx/qQTyPGiF+QjPhMPR6StM+XXGTxQ93
YmOOIKeRulBGXOKwEboYjoTkubbX2/jTKdq1oteFJXemBYFDquj64NxJGxqrimkPycC8KXS2iRZ5
ulP4WTsF1/3+wgxOHRhi4PAA+Rn453xBEK5OJrvHwVPqfTR8U8NtsRZWlxzx1ISUddWVIVAkh4ka
Dy8lPEz2JgH4Y1Axv+NCBmHzDys6KdNKEcuoM6N1m9ncoHtmQY7xaG1EMj1dN7O4qhMz0hHua8CP
uxrHC1T/UHBymoYy5d1uX4iyr1bnFee/TX6anNaepcOsR4k+mRzWUGno8o8pcmhcvCJ3jqv3zt2U
pUrdX2q9h74Dvb7O2QFky6enSnIQ9IwdJWK4ZPKXtryzu/txOqrpffJ83czSdp6akZykcHmNkTgs
MMyeo9akeem1pg9968ncImteWdTSdQPyA2Pm+bFA7iodY3MYmR4NGJ1tPgo0vmOIeqY34ZOI6D8A
MEAOqqL4qSOvAH/t+flqrM6GfCgsqdatm25z/dH+B6b/UxNfN9tJTNKF0dS8nr8Qf5/4T731tcYr
1ka3F6Prn4VclBoSPTN6joV0aunpfUvBdHbdBZZCEeZgwH9jz+IlF4JlWYXegqUh1TAOFigiCozm
rHVPlz78V/NURTEaNVPpHJERgbYFXgV9dDQQthMoFAq8jvQqomO17Vjmp3wlHi1mFqc2pUhus0yz
UTRGiI0gu8sOXdSA/uJWLQIuvDa6g/QDAP7X93Lh1M73B2aADRW67XLJXemitMEAI14UGBEbZj7f
4lcqAMZpPo01QrOvjp4UImAMb3pcIRYIzSQfh+ZC1CdNiJ6JZ3rDMzdpUVCBQYa35LbbG0FxM3ns
ieQUVHX1A9mTbc8o8W2abszWW3tnLxXhTn+OLSH/7TIE+5SCtbODu7U99hJtsmO4o8oxvjVukmf1
6fperxqUbpyIgzK9TLH+xKaYT6KuHz12OwemxrfQy/fV9ueKxdlNr+y4rZ9HlYkXoTFksMiBA6cK
zbzxJg0eJlT7GcSes5WTufQkPNtS6djEPeeYhoc9kN4fjMM0eIRmtKTs3vTU7+VdRN/txr/DJ8Yg
fYtwupKlrG6xdIZY3JR2W379gPbY6gF8zA5+RDfvaGuEDnrnFBI8K1M5C34NdjbUqsDETxCS5CeB
FeU9cwbwgvQW0IFg5LDdgYpsMzh20Fk/XTC7c+ujQsmIRDHeowEK9jQjv410OhaoYvbtzhwPxHnu
1L3tPkU92yhN7jtgOl2bvbo87/NPJS5IWhwkv3LsVBMiqqnAT83bTcKftOIbyheDilf6+Ou67807
feZ6EOaxod6GDFsFQ6NchGkJ9GTa2M69vizxlpjMjmb5VK0EzYu7YLZCrLl5hJvzIn6B46uyWQKk
Bqi9ppu2bF9HokPVntmvf78cR7d1yOwZANPIZefB6ELIj6BpqMbR9wIV3UmPvOsmLlIbrGVmUEbj
GoAdTYYEs04xctT90JqqvgnjuZsghYW2QBRRlrxZ9j/sHIr+KJdgkFx3ZDI0g1Uim6wGnaOkebO0
6ODGzRuJ1qjc5wzp3A3wTp9brYBUwZTMKJi1ozJlTtF5Yx6kis/Ch6z1OVk5gmtWpMjqWqMZjznr
UDPeWeJ3Rx5S5kdkWrkt18xI4dStHCY0Le88KLB0e7VNfigDq9/Byf9LA2Bm5QutWZOCaZF3LkHs
7pDq/rbFhiQvdnuTr/WiLs8pPhDyNaQAgKrgUXx+RVhO65JYpJ2XRzFknyo78k2RrHnb4lpOrMx/
fpJ7JiPBiF2edSCRc/2id7f6LF+gzF2a4G9P0bwepBg2XBtSENI7pMyLBNwcsITSJMrMntJ7YfG9
g2uQe1ANrtx4l2f23Jr0HJnMPgZhOTxibLpbIxxaWldtQqtB6wLAVAS1OXiYCkLWqjbLG/pnmVIu
hUlTxyARltmI56rQICdJKJvwbjBWotJFJgw9DcCzCJ7+0K0EMd/5lzOdoe9YgqPF3JDanYM3ZEKF
rmwy3GfAOvmFSzxurBHsLm0skBOzbN1XVJScv07MKNMaOH83QsoG7GjPkbaPis+4EtBDclYWeZl7
f63yjzkpb4AumD6oA8yBdmeTWXcORvRKdRcaDxZ/TZKg6D3k/H/vqadLlE7eUKF7keewGXVf+r2s
QeYLhvZoozqP7tq77HJc4muJAPYBWavZiMjnH3IcwWbrWhBYJMmrpaJ3uW2VfcYimhoHTcetA0CI
6zu4bq4v8xKFJhmWzz6vQ1upYHgI2UFt/kvd72X1WiutB9FJ4OFwPgxlLzqQetjVliBBLK1+OxTG
to0xRIIpkrBKfZUZgQ1cyPUfNy9avp4AL//fpkje3dVtxAwF3g3iYKqHT8z+SMcVGxc517x+TZuB
YhZKjnKfpGkaO2wEbICcs6GCYHqqjflABzvvN6Jnd3h+rrX2LltFklEpMA2FM6ljhGlp4ZSv6ci3
Ttz7FeM0SaBHDdzogLZbWn+r0KFOrd9GNh1N7TVXMS7sDD6zhG8a06EJ2fb6hi+74cluSIFLtaN+
RMLZeQbImVrlXe93w7DNxQ8Iy1HGN1F1dIqbod9ft7v4oYH5hCoXMFBoW517PwP/eZxiTh6kXWxn
Od1Od0Fgx6q15V20Bb/2HfAHRHfILFlS3MIMW4H2Jw710AgvHHKAmoZNh5q2BcECzdRfzLj0Byd7
FFO8YnvpJp+p+f6faSmGmRxoejLHsN4ebpK63hvW2mWwvIt/TEgxhHE966sMH490I1iOTIQQiDmZ
2j+FjJOlSCGD20zVU4Gl1CiB+NkOPbTfyQ4Q2kOzYzvmeg/6s0sJp3he7MTTv7jKn0VKrlKxLuI5
oMhekmE4iaSb3G43XBQrOevixXqyRumEOmHbO+18sbrJ3poCt3wiuHqyA7jeG3XXZ4//f6uSz11H
DKCSsaW55rf8aNsHe/x53cSKA8oFlTQNOanm9FgpX0bjfjWJXPz78ZxELxPgDMTS8zNstCaSVVCN
ejm775rnmuyu//7FnMME6gTlV1DjyamOXQylk7eIEZ2aHXhmU0NLn63qxTarXWPnt8PYfl63OLvS
xfVzYlHygbqw1ZrosGgLNOk9oTzUys4qf4bdirMtHtwTQ9LX50SNMgwVgmbWve9BJWr2GAZdwwku
rgbvfRASo9F8gdzJ+KSkplEjAHFcb0U+7iG8UNJY/VBF7XWTuvK9lnJgAMBm2BOaX+DIP/cHsy/D
sCyaeVG71nx3IWtCgm5NUWDRK0AAidQXKkCaTDOpoJoUuTa2LrJzv+kA+Mlr3N2tp0U71JuoUgb/
4BR/DMqz0HFXAjbKYbAut65+10DsqPylui+avXInLn6vE0PSqzlS3Doa63llYJOxO1+Ayy371DWP
TCu4ny8NCdnRUfcF+gBdStRPJP8rHBFFIu6Q8jEaexh/uLG9MbAFTXYJHWi2t448uEtvvj2EPvH6
j+f2tvfzW2tbB4xiyz3U31eOxGUrGlf1yW8ypfpvpfKmMewWkrz3H8omujF23W35mL+D2O52ukvf
k/20ecxUaj3UtxF0SZGcr2SGl+XK+SfMYzYQSYS2nqwjkTUVKDpI33oCdcEbYzv6sQ/BocHrNhi9
eTCovo1XEBSXNVrJpn5+akQegvvAhc3PaPLAqveuPogH9aP2v0EPxxceFOf9+Ma8xa7vrBWPu5xu
loxL6REnRkoIG7Dgmxk3U25C4WVbxeMBf7C2eMYe8juwha3t8+xeF+53ss9SahTheRtWGcyiT+jX
G4uCDTuDbEf741C/mPcuVXz76Piqr2/rlSD1Ne5zzbYUpTpRc1UY2G/MZgQTfXPux+DzyaZ9YPva
jfqg3hPP2Jq+oNn7cx8gQ18jyl18DJy6mZRODaxruB3iJ4D8W4OLdZuniY6B4n0dPRYUH9XWuTE2
qyP6i/vugM4JLVQMecnZMDAQoo0G7LtDwZcHuBTwFnT4MAKQfQUQErxNBaBRae0VQYgW10oauZQv
GCfW5a/e5hhPdGE91E1qDhudiH+wYILwwEDrDNLb8pBTpeQJ3HnEjHSeekAbe+lqR2NpC02AqgDw
gDzPBeO2xnKeJipMtJj/9+sdgnT3Cc+5/cHeKvor2kcvgsb73svf3LUNXLpgT21LfmO2mjFpIWyT
bAB3ihcxP0bpABKP12+8xRIBcHgaLnEwml5IENlD02Q1RK89o6fTD0LbWeL7e4R+lfWYU6vxoCDr
ld9QIOFUbFej0lJ2dGpechSIoiWFPc57LKj1Y/zIjin4TUEXgylB6nrZdwMPjeL+58qql96KDuZw
IX1jADUvz4ek3ZCGNTewvdqbk1M3+2U7hyF7yfS31PLj7GYwVzZ68c47NSklnE5i8BjzwK3XJDR7
HHYYyLsHG+Nttc923KI2tJzvrAwXEAih0ZVMN5jujl/Ru7m+9AWntvA2xngMarR4r0qZR9i0RTzW
aKqP9mtZeqS4r8wtaorQYQOx/r27lpkufGBUtud5coC+oIsm2dN14TJbqxsPKMFhOxIA3MwwHfAQ
gtrM9aUtBB0IsM3j4yi0WZYMlMqTKhlMFdTqaLoHbiW+gz1nJZtaXM2JCekjsmRAqg2CXFC61bQr
J7/j94PYXl/HwtmHpsjcUpvFojHBeZ4m2HWfGkkFI5OBUmiUbXosB5pa4bfrdpZKr7MaD2ak8GbQ
UHo6NxRphdEqfddAdftmRHoIvt/BBDEajRRQuuzd/FjFz9dtLn0jF4TxpgEkAgAJ0toiI63SbOgb
r3WLgIXVPneaFTdYqnNhWX9s6OfLmqzYZnkGG1kFlA3III3GK1lFOyNoOn8SNJr8uAviaGX8eMk5
Zu15ODmwK+TiSiKsSogLrIgh7sLwVzI+l/3v69u36Brg3YdECw4VwFHnS1PHUjAxDA24rV5qgpFF
A1ynKW7Yt+t2lpfyx44UlmOWoB3awQ70JjLjzuzvtDX2x8tpE3wjF9hGVIAx0QPN8PO1KE6Sj6E6
e19RPk5pOA+6lm/NZPSAkZvRTkTThHntih1KLd43xPhGMEbrsykqnq6v9gufLiWK+CkgNtDRZsFN
L22rZkLxXsvGxhvyMcppS5z2jZdx9ODkY/VDmGzUQZdWOQWFJl3mDy1z7+Isxthfr2S1h4DGdvjL
yy2DZAEQNMhLDqPbcoc2xI5KmoCPOSKYDkyUatwmZVcfqjjqXi1btRua8wpDW2pkJQ9sNK2fkZuR
907o6HOOwnlLCIZ/fJB/9I9JmGlw4IaO+ggphE5P78t+LlmFlXCpXg9JAKWS8jePFTyaXFdXNxFw
9A8aq/FyrrVev9H73l1jXPuCmEv7RzAfbGIeA1pyIEc//5Rc6SbhNqLxmK2AKfwVW7yB7EUwkWnX
uho1BDhz0uQzsn6rdfcMUiAa6+k7Lgy/sIBIAeqUNf9lekTNlmP4WEM3bfhbZglojc/tNB3l4XmC
THK3HAAStbbwjfUuueVAp5TleDM679ddaeF6PbMyH+DTbuvkst5SYYW0Fb8DZUsT09gF3pWqdjLt
VdZmTxmUoiIHSBkIiT1cN794biGnAuoMgOcusjkMIpSR6uLcAhhyyDXgnxV2CKPoH65BfGoMis3S
6hgnOl+lNUaFXaVT48W9c1+pg48x6xhjKKs8HQt5GsE8FuoWKqAMeKafG5pqjQ9OMcc7IuwN6XN0
p4QNKgWAfp6bCEnjFJW6p+cap7bbso3es+jl+p4uxNxZTW6+UXBnQbLm/DfUg0ih8zXHKeRLQ/+7
Ab+AaW3GNf7QNTvStdWUrKgMgJQ9Tc8DYtcH1Qrf0ty94VDE9q6vaaH+hMXgznchvTPn3+drisOx
ytPZTZsS5ULjOYUKNjROBw5lJRFct7W0rlNb0rrMMMZbVMCWQm5Is7Xi7qhGh9xZYzlbtIP+EhJ6
lAsBSjpfUzogwk9QVoEqnw7+Nh2ps6W02m9i9xi8sS32en1dC6kMRNnQXEQcRaCWSQbYmCUT5uhw
1AvMoRn8qeBrhbKF43xmYl7ySTQZOrMmgiCu8rrEjKkWEE343dD+Q2jEsDzGHpG1YJxV2rkocbVS
zMfZbD6bgnlj+Jwqv67vljYf1Ys74sSI5AZFFFst8K2NVztffRc1o2P2wdS9pr0a+dZyR2A3PN7d
9WQLgP516wuVZGwk3jwqmIt0TI+db+QEqh8GDBxSaruljrmDaCe4pu8yFENjvx3WRNmWbgENeTXQ
cTMiRqa7KQbwdIhmdvmK78PU3Grj+B8wFbdlNBxMk4GsxNxbBn+7vsolj5w5mjCCCdQfwuX5Kqsw
UjK7xSrTEfw6enmHSdu/j/zzoNn/TEiJYT6khWHPrmKpyeOgFk9pPANc12Y8lxwfXwuEYyhemZas
rojaVQYNA4ZY2BAfqlqBXk17Ugj/+oY5S36BFxCygVk9D6Pc5ztWO6jI6mbZeH2s1SXNCT4YbUCS
46tF1ljBEFt24A71+Awyz+GuyvPMz/U6xH+k4EfSRE06QR01bnWajl3t0G5sSl+1GkV4TZyCMBKy
bUcFBdBNPunVdqY9qGioquMhHJzpxgQo+X2c9BST4ySs37uQFBs31kAZirGE5MDbZnokJq9e2pRM
NwOwbv7QVZNLUTdxMIo6dfhfjapKQQdoG4VFIxQ3fhhQbRw2pV6WO4VpxI/GOHxwuV7jrtQdHuTm
yDyrMoetUY8EWlqYx0FLJX4A9XMSqFodQiYq3Gelou8dxQLN/WQErHJEMPGKAKZGxD3R1QmDH4p5
sGq8tmic92WxMVimPhqjzcDQOZrGTkzt9CYaWysod9LqwZjQH6f5GHchhTB8vnGteHgZ81Hb9nWR
fVOiRPNEn9jAHCkhgE/Xv/jSmxd4KiQVCHQYVZUfoDqBwk7u4GGoOqZzSMK6uut50+0hAm2+AdoW
prRh/ehXyujegcI1ZXRMxbByjJbuKjAsog6D1AJEVVIwBIFgqjIFv6JLVVqKwTP5s+FuRLuSDy7d
86d2JP/GBhpiLFB9cZsIYrtBSTLQEPk1fx4Gd2Vr19YkhQbo4eZDlyF/UYuE9iAvioF1LjZ1u9I9
WrQDSTjo7tp4CMqxvI9IZ+gt1mR0sV8yv7GOlelSR9tdd5WlaHrqKdI3ytFTq7iFb4T86zBmzlPG
+u11E0v3xDxPg4oSOLJBL3Uefjieca2JCiwQfpo39SB9KzHmEoNASsnLzxJjPGHq7it7rX275Bbg
I0GlDK6H2cX5z0/yCkK4MhjzFjLtoCdeqURUR7kxzXdozf2DW5zakkpmRZ+OhTNgGyuwn1NIvhaB
YqsvXV43T4CqG/9ysk6ydcnjo6IWbe6geGaR8NPG65dGgH61Te5SXjpP17/fsiv+eRpILi/AllKD
aGpObSEpGdHGzjaV/hLGa5t4+cEw8DzjLtDCnfs5Uv7SJBD+hGZv4Wk5yuL8xQB4JbKeFNNAkXCF
Z/RyUUB4YE06ioKokMvOkYTFQERuIkFyQSXwW9H8Ynrox7e/3TrwjGgzBQa4Zk0MEpy7oLA4KDBK
ayZxGB9T4xOCcceKuX5tr0HHFzLPWbxpZqWYa6oXj8jajOyCOTAF5h9/7G8GA5WmHcHVaN5qljdO
GxuUCSn/ljq3uHf/fp0oCuLtaIH/CxfO+TpJj/5zNSCpVnEjxs7WcfeYsEchaE2z4TJc4SECNAYQ
/6aJsy25iGskeUUEDIHW3BNpfzdG5uP1tSybQK4EUkE8yWUOUL1Um9i0GPNqEe2RyaBTMVQ/rttY
8r5ZzwQ0dKhMX4Ceo7hPXDOEtvlkfbogtXC+NTU0O/iKmcsEU50/iQrPg6eD9+78s0R9mnHgXbFb
5m1Zk2NhOj60b1c+/poVKfaBlYgbWgIrQBtsp6Q5pJb5s2DFyi2/uGeYqse+gbYGDE3ni+kSKyXl
ADOR/ZGwzzEPad36q2K6C4V1bNr/7GAg59xOZXellXLYyVnrK/V2Gv8zypspRjXPzqhF7kpMWNde
/vc4oHO7kmvrNUE2G852zW4DsT6PDQSXlbsZRnSXjSekUt5feyFREQBtjATPIsXSqWVjmHRjlyFH
JqYXjajgAn0UGm/huPL0Xvh0Z4akG8SGPJBmCBhqjbx4RpNQ34NJsLwVTfVf5sRrg8iX7x0VzQlo
1hNU1DAGKq2rV6DcqxkIEm2Vvak1iglR31Mo0VHko0cDxAKhqf/DXuIxDLYHgJDcC27JzNEUN0l7
Btix7fEB6OvYJ0zQsP7r/gvmaVHg/eJ/xc0lLS4ZeFO7DkIHmHpu3ILF1NbACGTgmfT33nFK/CAZ
IkKtBp5hRQIsFon+MpBHI98kzRrmd+nmOmOYkC7JMYwBwCtgKJyYn2WTZ/CgdTa28Cr7RkMBpYq9
WvFb6Er2021irDjnQvgiOnT98Okw5WfJZQxGypkXFAQXBEpDmpJtdGFuNL1cyaIWkptTM7KmUWj2
Wq7kMBPFwGKF/3GjfjbV0u90bVdWa16yaG2+IWeaU3B8ScEyGetR4e6EReF7qVV5q5qfSfIrGlo/
xmjmdU9ZuDFRIEcdHuRRmLv++sAnibamtCq4eLE0I2EPSmEcnPr7dQuL3+jEghRAalU0UUFgwUkH
jwE2MWndk5nlwXUziwuxLAwUGgQeYUq71iVMFIPKETjc6FF1xmcjWXnWLTs7hp1AcY/hUSLX+ssE
/7ooLTj7GD6FM2tx+eKAYcCsqPvMUNofHh3z6PxS8a5kRbe9vsClQIwuJAqgc+6B0vj53cbMtg4t
IZiXuvepjZcR/5H0m1CdVqLhUgQ2wCc0L9PVMaZwbqexCq7pCQh/U8M5Qr3CH0ubhgKQOJJvB/TK
kmLtjlmA/gEfhelo9IUgEIOaw7nNfOKM8bnsiEnRdzMa93ZS9P85uXFbddaR9a3tTWb8YjfOU8JH
Tq0s1vaNydWbsKj3ltkYQdXVYAnSjNfruz5bPi8Ko0uF8DIPRoHQSa6/NZWl8USgFdZwdAlbD9XZ
qA6q4leIkRRBXvp4xY+XPvP83AYSB08CfIXzrcC8uJXYTcQ8sIvQsP90HJS1JswbrHzmxYWd2JEy
P7d2YsUtFZClDK/d+DCwvWqNaHbuKnLUqqDi/3D3AfSAatJ8elB5Pl9XAudVQh4jNXdTFJPAZAGo
WNtoK8taijanZubtPYlnZtelreZi+2zywJ2SdtApccnLdadYOiKoGOAzzf4KPMW5ETdpCyBzE+Zp
410YH4vGpK6zA6anY5tY/MvGnRiTPlSsNmVb5CmijqnSur7Vk22bVyvbdklMD24GoK3wLJtZnEy5
ng3uNLDnGIhtdd1SKzYot0GPgMoP5WO618swsLgJQDsqJFaaeRqIVS12zCD7NUBFZ6g5ra3fVr0m
7bjkpUgnMYIO/A8mdiWvQZgPeRrjQcc6xwchP07476xqt6X2yibMkhyrwr/+bZccCGVPE3RSaDXh
3J9/28pROvA35vi2dZHuajU3gS+Jx2Np5Pa/mMK+I3snKtpbUtQz4UchI1hc2UxHIkCNOKovtsOf
r69oAUmOwUJYgbAIyMYvZ2NAD1YA0I4XK7O2Tha/Dl1ybIdfIvxpcL534w6t8V71wAP4rCXjxtKb
yld0lQ5Wvza+tZTcnB4dac1ZG7VQb8DREaDFczA5C5m9uDx0yas+/Esk/XNwZAz/AHAdzyOYirRv
lbsbs8dGf6mr/fXdXYzXJ1aka9kmPBtbC1aIuyfVu6juoQky8JXLf+kczFMmMxZOBW2p5JVmhL5W
UuAVFhmRT/pfKoqisOa00HlWkgA9YM8Va4no0lEgKD8QQJ9QBpOPQpKWetE4iDzI4jcE+JwUNXrX
eby+gV8zK/IVe2pmzuxOQnan1WmvEJhR0K187TNrANCqTbp0M1iOeDYhVBcGmEBnFgX8oS/8SiPD
d8QqDlSHFkFTzh1yxUNKoJVPrq50b2OvJTPXKGBSECQA7CcQMYhISVM6n4WYyNNgN3mFSoDmPqdh
Sh5HG7PxQxG232r8LSD9A37uI6/dcdvFwDcGkWIOHRieILFN4w4kU48NR6XLx6FtRy9N69L1dEPN
Ah6PBttwoHfawGlzm/JpMvy2caqHKqynAgD+HEjlvuoczxmtKqhBMldEHVQgW7NkGPKO+4qA+IjX
d6TptIna9sh+Kr2TfAg1A1FP4oDfmEI6Ha+q0QSLDmvrqPfMtNLtm2xwDF93IvWZ18OYHntT2A9a
XJBxA11mjg7LqOf3mZ70Pni/I5vGJvTCzBzEoFCiVMO3uCKjc4wLEAUCT2Y49+gJN/s4apxgTAdk
B6Eb4S6oAY5UsfrUeeVpDfHTvh/yrdZ0ZVCYbsWClHQtKL4Sk9+CtHj8Hqpx2nt8VKpNbOlVvhJJ
lw7hqQtJ10Qz8akZUhyPAlRVbXjXh08Oij5u9nLdVxeac+iHgVyczBIRYBiTDLWpasbaXGAU4z0r
d7GzSdVA1K8u1Cir9DZ09oayu25z8RSemJQymhFDCg5TUBFpwNFe6TUgsHH1GFXTt+t2FvcQTB/g
mQNFBs78+TEkbT0NLIcdNIh3HBILZZ2+pob9VPV85XMtb+MfW19/fnLkR8F4os2l4Mneae6nKh47
M/GE+92sNtO0abPHtFmTklh4ZMzgOjB/gGoGmYQrRWqQmUYN2MNRpCPHqH4o+bEZf0TxdwHkihUI
HNjkBeecQn0QY5e01P0k++jyz+vbfBnJz3+Ffr7NUItywy7GrxgyTBCEz43IfKaOXjhPd73HiZes
tSMvHQgWZ8z5/MJH+V1aN7OgP5jEHfMyjPZXtRKYibvn4ZqZheIr7CBTA9WVDcolmTUo5INd5VOJ
m5DbzyYZHpMhbnZdTG5sIylpoWfciw088rqk2SdlXW9cYOpWXOsyv9BA+4eRIsAooeEik1hNQKZW
yVyJTdr2iFw23oaF2/udUDpKJoFqrBXrfx8V5pXb2FwNmTN+wPk3DTXQlmsZjBY1wLC/slhQo8GX
VL4pxfdB3EFiUkxrfZvFz3pi1Dw3qhZhHjUmHGm0pl2q2R9d3Acl5u6v++vCWcXi5hYEKI2hRyZX
PVQIh4Sl2aIeAGq2orhryEuBbKPAJAbgWJuiPRbhGn/4ZSyabc7IGmwp7l7JZQvANUjfwGXb4lfT
Zl4KWYEQ42BrmK/FPTyxIx3GENw7Ar1YxNb2psw/u2Kj8ZX0Zv4M59nN+VIk32hS0oOPEkvpmsdJ
Leko1gQ81jZLcgRXbx0rZlhEBoJ13BT7LHEfnfzWhRYGve4Mi8HrZL/m/TyJ20XlpmixYDHMvVec
n0pr02ncG3i6hNqBayFtO33F5NLqcKJmwn4AGcFFdW6SGHU/chcVZr0z/bi4F8kdA4rcWJN7X3KF
Ezuy0hCPW0OoMezEGru1NbbpMNI95ZF/fQfXzMiePeaD2asw00Pum0AiJC4avypWheZmz5XdDpHI
AQM9SKaQPpxvG695lQBnzbwq4RgCinhoBnrXJwKYxs4ojhBKQc3MrZU7IMSGjQESmv9cXgy3egs6
Z8obEH3+/crBK4gheQNxGXfR+S+qBlKRRAUnb/R/pF3Xkty6rv0iVSmHV6VWp8nRLyrPeKxMJSp+
/V1ynXOt5qiatfd5sF+mqiGQIAgCCws6OhCaIm+dqB5Cr6ukr38uaa37sjYrKzWURsUzAbqbYf9Y
htKv1lBdo+Q8q7fOwloKc7Al0s7VFGInjeHVopUtlRheV98D7RCLM0LPN5Tt/4VeJhJOyIQswRMj
MaqSrIplpLiTxAz9tBa1QwkKT9Q2c42zWVtea+m/Qzs+LlIEu5dLSNucArYOUV2ngOmnvEuI7lzX
ZvNiQTUMTymE0+i2Z9SJwywF7wPqHPXY2dHSlBTIYkB7X6GeZN3JemzT7h+Db9CRKymgKke6CyEg
I1MQLHGqRiS30SEAQBboQuZpX6iqpxPK2a3vSUKIQpoeEDqU8QH3vlxCI7PqZk5kgopiYc+CO/eR
LenvjXwmw4E0z9dXc8tNrqUxWUKjGOhcFJAWI21skp0iUuRVWrtMOCu40RW1NDXjHyivgeJlW2mE
uclbsug1aaJratRXrMJNQOZMW8FJDckdplfM0XOmejyHueGH6cSxnC1d8QFII4MRc7Gey5UtCmDQ
Rgx5wBy41g+Lz86M3QLE5aKVcPZw64wv3KFovLKWFgvtUpIA1JtuCaD3tlKlB1PJPDR2OEgGmmVa
FVRl+tTeakk0gNYG5Uk8BxEj/otPQDcdIiFUpxfbvfwEMOubBJyiC6TltjcHf+FhpneaeVLS/TAm
tmE0nLO/Zbgo/2DMPNrXl6rMpURTj0apzZPSGc2fs4Qo9q4AmXorxbYxulH7zzs94EVFvEsWm0L5
jtlNuS4rTORA+4DcmfWxnlTzgDEaAKiNapp4CrIgO0rNlouzXW5A9oZEMy7GTQB/ilE1zA2pJT0U
zQxkX0loK8qAAQmPtWWP5Ic23SYZuo5vdX0319S/flKX5fsuF9k0HcPuQfzGLK9kGp0agcXKocJP
QZWPBNkREvFqlVsOHAE7chQAqCvogLrcRB1U2rIGAmHHkGO7mXZleTem93qBnNou1gOxPcmyPyeq
MyCWkt6Rzbmu5UZB4U8lDxOmlxc3urkuP6CcJTGzBBFg2137YDqD1x+lo74nthqEJwwIBKGGeDT2
8sN1ud9XdxEL6AgSggC1sS+HIQr7YlBU9NjU5iuQgoFU6mcz1njqLet3uYuXcpgYQ9JKs25yyIkx
776tn8GxudfR/NnKEy4yAOaFndx3j20C1rqhtSuaIEGbP19X9rt7uvwIZpNVo5CSQUTzsDYpt10Y
O4naemmungQ9wmB000PNxi0h/rpY3hovtreKr/pMBqduDbFZoyDiV+xKMryCx0DEU445J0gZ0Ki3
IKXJHRNqjM8A/ivK2xT+zLNjOPLeNt9vlcvFZAxWLPWsjhE7Oo3qxeDpjh1ivYo8ArlNKRpGmC0c
gOjjZbaM5LEIb4fGGwwoEMcd5uoMHYhX3q7v0J/Wrm/muRLDbNE0mwYenRCjnuc3o7OVD8D4Eesf
6Ku+p/fVg45g5EvgnYrvPhVruLzaAVFYgLlMzJNERmtgRAxOH/qkVYBID81vQ3cN+bYvbSN3xx7Z
tuC6rstvflN1JZOJfCLaKsZUQaY0+ln6e9Q6e4lA0hsa81Iu329GYHQXCBf6wgF2ZoHHZUyNomlx
6DXz3JBzF58b9ZZWL8p836uctdwylLUsRq1OFuapKyFLReNqrHtV6KplZQvD/vry8XRirt9EUpNS
RxcwOmVztESjDlD+SnTZTwm1daI4emd61yVyNNMYkOY8RF3dRMsqVrdl9GX0z8mc2hbvBtqyC4Rn
6GFB8gpd/IwtNiQXB8EAP4xmZLaZ3+jDAXybNujz0OV0XaMth7gWxezVqOZj2ekQlaX7sPwpGnst
+vrfRDDbRMoKnZYaRAzSiLrKnVB91njCXBeyuTN/l4zNgVgt5lqG0mJzSaeiskEaQI41IH5CU7+V
rJA3GG7T9hS0yYBzGNgaNrej08psMMkF8kb5ZU7TCPWA0W2G6SjmxJ5a5VW3/jnYE2cYWVo8XRAV
fQsQLNRvomYIwbtRNkAs4iIB72vs5urjv1hLdHAhwgTe8xvkOSqlBo3ABppvybDPkcJEmcESIqfi
kbFs3ZPw5ngeACGBHlLmnkwGNW3bGYtY9z/b6giEh62UuxEjJhoXtUhp5Bj75rlayVuMaHX7FxWJ
BnmEPHkOysFWZDei74Z0JtWP6yu4wfy0tESgmIAODB3PdfYEy8kAz44lHM7WDXIR0msWVEFybg75
s+S0gg2CqzuMSf+yuiD7EHyO+K3LbC2eOdVKG7eitYjv/fKmA2kGsqsf+VHYJW4bxKVzXdz3s4dM
C7qd0PEOQBEm+l0uq1wIYEdN0tYBtwQQtAM9h7M7yRxvvykF3MPo6MKyGmwtCINrNXmakXqr02DU
Tnr03IyuYL1c1+UP+vzyTlZA84mhksjZAr7DvtCnQZrHAg1coPIT7MST8X+7k47KjXwAC2dkl7tW
sUWksOz4YOwTFyN8jolbcx5B3y0VX4EpuXjfATeJxiRmSVUrxVxl/HYO1sLZFSS7qPy4vKsajqUu
P/RN3ZWgZdVXR2IwoxgFR6g7Kp9gJip6zGf54CwpTwZzGPReNKmQQRnxnp5qR9+bvrLrsayJQ4PO
j3axU3nZjtiIEdzU0/bizvTUM+99tRFZKki8AJq/dKYsD+dLXdVpDgcR1DFO9NJ8YmY1SNlu9V1k
C1+GRwJQppylw8SBeW8gby+FMkcx0awxkReh9BPIctew56A5Jba6b33hR3MzBdcXe2ut1zoyl61k
ZmIs9BCXTifwM+j9Z8lDLPDWkY2CukqW63aGjJdqb54Nu7gXbEm0w9OrhaFP9Cyd7/8npTQm3zFa
XUblRaA87VNtr4g7gRfZfb+KLrZJYx7FU1EaYZhDhPGovCJ8dCs7eSI7g2MOWzSlaxv8Rh0poqe8
m5b92TelLYEXz5H83FefcBa8cj/5XfBsesSOdrkdJlzKUPl73HKpJ/O6ivQoVNvFHAcvdOKTekP9
9L3w8Lo6jg99QHEGDZxFcZ/sb36Pd/It5i97yUcIQ+VNXueuBePkSpGkSoj8GM5j5ylufEp9ArJ8
3/JAF/6BUccvwi69eYzPg5PueG+vjSzP5Uowns/SJk3Llp2YDroX7kwkJ4+TJ4E78OsE/M0n2uXv
zcDivI2W9WX9LUpJy+2CBij0+V36oEqoJ5FKZuMYibjLaXFsopJDhbvlAtYiGI8DGjhxXCijHDQi
B1UVBQlOS90RDrh364rC5YQmcdNY+liYdICh5BT1VESj5aD9zOIC+ZTCANg01h6GgZo+0WTORbJ1
RkG8YaCmA2ZhXM6Xa6dOoQl6iOW9h4RuHt3Mlr7rey+e9zFQv+hELjKO49mKOVYS2TFPYa2JU9cv
r6PyJSprb6yTHz1ZZrj2vFzy1sHE+MCl9d4EURp7OSGDnCXh8qBAx9Axi+iDXmSYbVfrT+MQPnTg
gULK/vm6X908A2uhjKmggaZuChFxohHNd0DZuXphfprp7FjGjwnTHbIo8acGR6OchHu9bG/QJrkT
jWcxB5+12h+IZvhVFj1c/6wNy0L2Hs2Q8tLT9u35W2pRY85pAgJRAUCccwr2TqNydTzoTV6VZAP5
g9w96lxI+UiY9s4+QTBXT7TKCrFrnGJwCEhaK8GV+squkslP8LA3lFJCh+yEtND8QLTUu67q5lld
7Tpj0jUBjjossAESnf2wa27GoXLKuOZs9KZxQRMddVE8HtnnCODaYKYb4RKK8YdOgSSaIkdMHV28
m8egNQT7ulYbGwguoOWdurQzg77p8qBSsZnF1IRWefFOFeKbUn1fzL9Jj6YYjceCvanbShhzc9cg
ATTqHsLCFuwuJAuyFuU0R4+PLd1LqK9d121zx1biGLfXAIinNQ2Wcg6Beu8HLwV18JgInAcATyvm
nu5A4yD0IdzBiAErgvITI74E8aeUvvbm0RB+Xddp082tdFp0Xj0C+tFqrKTFEpa5bCNcdWv6KxrJ
Pkdf0v8mibl0W4E0ibi8+HXyuwT5qiDbWftEwE91Xc72LqEJEZQOqH+yBXpQBqhGKlnILCiqDdjf
DQVwI26z4LqYzdscvvq/YphdqnHaNKPCHVjRTHTDMpGCaYgU77qUbVv4K4XZHpKAeNfsoIzenkDC
5SvGWz/sK7oDIWRtvl8Xtm0L6BgzAadFpp85u5g8PFuhAPumpoApc3gPom9MAflSTGROoLKpFwrE
qNYCHYVH/aXZ1fooKSGGSCEpCGIg/UGpX41RsOcSbDCSI/HAZlteCWlp4DzBSYDiKbuMCurRWgxX
TxrNzpqbBtR1ZXU/9W+N+o9pPhYSaOToALdGHxwLSCYqQnzwLyEjEkla0DcR4mg5TXak0u5ykEg9
Xd+zLTMErQiK/Au25ttQ0p6UpVrQCDzjTeoVcnQzRaN/XQQg/9gNJnIFMRDGkmJyHVj3WarGtDSL
Scuy1jGR3DpoaRq/GxHGwUp0AGgol7PsiYTC4IlKVO6FRCk+aWnqTq+E5WOloT0oqYr5JppI62VE
wBzBNNGQyDGF06A0/U1HpYHYKE5imSolqz9Hs2jfsnxUHK2VqjfwyJuxM0qV4IRmOX6IgqA9tOhJ
v2lyKwR8tYgDqY/Gr6TTC+VmDNV4HxlLnJbPov5bH2nZukoey/tqHgVviOZ8P4uxUbjUyrTwqGZx
etIq1BPsYiw0zMfoqTy50zjpmKAgqJgxlumlJWOSm4yu2XAu1NjD6C2F2K1otHhGDPHg5aLee3hJ
9r/7brRazANOgYu20s5SnHCYyX6SlPGYSkJxavNieDKzuXpphfoZrKp3ENUHY0nQUz+J89zb1LDA
9BXLBUBnoaz46MLPf3QGNZ1ZqvKHDvXRIGotCfhzGTx7ZETFGBSxSVN5qp4NvTMVog4asVzx9FRM
91JOZC+Xli53ZTQOsCTBI33T7oWmrw8aaKv2E3rme9QcxhhtF+Cv/szCTooOaj7nDr66Mg8N1ZPS
q9XGAO9sPMoOzcrCspUR2GmnyJtsIYOeqke1SdIHmQDLpsxt/1RUzWRTwbL8sQ/B8lkbemebaiv+
GNGLAfKivJx0V7WiESNo0NniAxqQVk5d9dFjN7fUfMzzsZucXiPyKxloEVTqWEmODp5If5Ck6Zdo
RCAKaqSq8gqQwj1PFrbLlUiol8BCqJApN1r8qoJV2DyoUW09Iegugol2rRzamO+snGf0oFk2qH11
MyBSR0+jjOGohxaVBUyyWCh/SS1iel9pmaFmgyho6u2SWMZsd0mF5I4ylL3fEaK+JEWUYfZDTshB
KEQxqLFSPkWY/QvtOyreSplsEDuLwietx/CKfhTpuVMwfiyG+zq0MamDUKDWSRnyRIbUKEtdQ6RR
QDE44QFA/HmvDKiiAsSaSF4Z0mSnjjNYkiqrBwm3pg2RW+VGv++bDAicMRkxZQGEA7+VpI9Su+0T
xBS9PGL4ZTSGJ0UQ8kfRKIcvjHpLvMmaMcptKGlgAon2FQsjqPvG1JyPGUlDsDFpyn3dSoKTFEh+
2wq09bW6x1SZWYiaH2iaT2TbKKroXU5TFLCqpDKHu5CQ4tCEOeh5TJHm9+rQWo9UrqO7QiHT+zC1
k+GLmWLt5kEOSTAbQnuKpdzArQeoklfQTL8HE5rYuYMp5NKJinn1oAmUHGVBT3+XGiImtC1ZqP2p
IDv20EyL+aF6ZvbDIx0I5likNT3oszG5oOBOMRFTMibOZb3Rq4HXMLr4QVWOLCPaFy5vtcEyCs1s
MeIaMxBFV5gBRhoxG96wXEs3PFx1z1r9peYNmgfhMjs7O3xMUemS8gxu44/rXnsD8Xb5MUyA0opi
1UbZchHl4H/GKSSFmxo/xlFx5y76XdafdaSd4hAxGKV2wkVIbb6v1qvBXLq5JOQmGZes/ZAeUtK5
XY3BDK3sNIWKNjcpUEE7o+dAwaGGix7sV84CLOEKe2thM5CisBZMzTfIn1Cn4MrHraU3H1kMGHYb
+wppf3T5aymiHb/pS8Cly8jNq9i2qpFzM29EU+hbXZAF6IlHxzWjPoaWK2Nu1BBP61sNPfE4Koee
HAjK1BxNt+7ntajlU1ZBfCl0s0G7BsOAqtpNLE9Maw9JTbsRnal/0ZPdGB86mRMAb4Rwy3xyPCkB
aFQRaV8KzdBjHKKGh5gKl582Dy/ogwzmWcQUQ2I4VZM9CNPP64puhHHo8gbhB8hf8ZxVmQA1jgRh
zjuITNrEGdTajuQYHfn7MAfh4+66rI3ACnysJhLqEkJ5DM+7VK8ncatWyoTsgPIJILptUPe6gC37
WAtY1ne1aXCDABGaENDROsHAMrW4IUP4lqfZhCdSXnPELebGnga0U4H5FckOFOqY7VK1FPe2NmO7
+sdmeInT10jnpAU3l+yvCHZaYjwJUyUMEDEqo6uPoMrijfzlKKEzBkDCWR10GRK65sPsg854/heF
aVBGouwFvDqcBxqIL7dFmQVtyjIJAXUSF7bZ4ZYHt4AgSW9Erk59TO/nOLareuDBGLbOE8DdKHKC
JxANf8wGZUoO/iNRbp2+leyw+BALD4GaEKOxMH8aRU6SYfN6wD0FXu8l26azx1coxklAcwrc0w/i
ov8lv21epRvET/vyV03tiSNvy9rRFgWSGwO9FDhRl8tKurprleVqzKSnugRp74dgHBEX/fMzhQ4D
QOVBog+3z0jpYrzyRMScTkpu28aZwtGuFYQQ/xx1pwDW/FcOc3a1yqJDkonQBiMWxNII2jk/lQhR
cyJyqrRbhwpELpijAQo6ZPAYsxiFZtDSGGaBcOOUm/NpyniefOtUgYoKXmF5I+MVebk3Uy+qCBVg
CmjYjuxeJ+g/H5MQXC6ot1/foK2RFgCf42wh9wy+cItZObwxakErLEQl3viG1w6wvUe6qz3VmY8V
Bqjpj6FveMYziu72VNrNgXAyD5vKrj6AWc/BarI8N5YPyMEzPR4I+cp4NNtbyfWVlmgXuVxRC6Qk
YzZDiBCgu632zoVHPzC1bZf7+r78DJ/au+EVc8M5aIytijPkgisDzUpITLHJXs1Qu4YIKGy1jf1j
DjBYJfkRS060f6xFWw6KzOHiTRbjYO+VtUhmQxVMkxmyEKqKTr+Xgqhz9bseXaue5AjveqA+pAf5
RrgTA17ZdjPaXngekNCz0KrCVqFkrZpihYbo59yNJ/kZeaPUTXZhADDBDrThNeZ9Nbvh+HLdgjfP
40rq8vfVtT1JeVdb6TLqfbzLRM0OZU6rymKA3xf0r1qLAa8EzGaPV3EEAc0JVHv9Mf1NXhLfQqvW
r+uabF4B6wVcfPZKEiF6myUqFrDAmNQb+kZOiScATelrO+tAd9nrdXnbJ++vYoybieIo6SmoJzB0
r3F1SbNV8O/kw9N1KRu8MQrOwF8xjEHifVwZUg8x1C1uNFt0au8NvUziPnwU/Z9tkHDU2ugIuxTI
eBRVH5O+x/BrR/kEirc4z6IjD3b31j5hIJbCU28r1kdWEe8K9c/oWeaNqWqllBo1zAOwffrW7uR3
YFjO5q120Hj2sXVng8sPq7kE+HjEXNpHm7a1NYPmw0E67UF57F3AG+kpfTP38QOaz7qj6dOf6Y43
tHrzYK/lMnaJpj0li1AHdaTPzItfiJuMoIO0xweAsjVHvlF/pIItYo4sby7Ipu0YIA1XQY8FnDt7
E+pJUsclZj04XSrWQUsyZKg1Ok2uEKfCPi4HqD/XqP5UilbAr5pq+jjXYvtcDmghCwtpDEplJueq
qcTSu27Y6oZfWH8bY9d0NhsCsgT4BdI7MtjmSmHwr4vYNGVkeDFqCi+7BcZ4ueO1mGKcomkgrplV
JP6UR6l+H+Q4yIreqQggBcVXVYn3vRZzshXbyv2/YHZCNMzdbJMJCx+mkj8YsU+kfMdRbtOc/yrH
jmOJdeT8lr55ZzhUJ7TXIv2Ca1J8xoTG6OsknOef+W/RVngV0S1/vlpTS75cUzqXsVTpGoYyE/GF
VnIQhe1uNgB8M1TMA60jx6z1u7ZS36/ru+Vu13IZR5ErDeA+Ipa0wAz2/KMWDkb1fF3E5oqq6H+T
MFNEAvvfpWqknkbTCLGiBWAEyF9qtzpA5OLbdSmbtrGSwhh+lwgqJr0v+5b8Mqt9x8PBb0ZNSy8d
HidoIPzWrE9SzDNOIkRNCgYZg/m1to0b8a529c/at/ZdMPLKUZsa4YmJuH5pNPuTOVtdvLNOEIaX
uDF6+UUYTpnIOcebWw8eTHSULa28bAm0QQMBKJOgUNeUQByPYGa67+d/zsKNxxzguGh+xJsOqbTL
3R+GGJ4QjCzO1D6Ug1dPd03GeTVuKgJkBt4lyFyIrIFFkkl7OuCyq6c/b/GbEA1B6dD+GzteiWEs
zJwL/O5yg9cpaDkzuwgDVX8RC87TY/O4rMQwC2blIlLzy306TUFRnTJj3wluxnsELB/Lxo8LmuU/
a6Yyb4/BSggIICBFNpw5PYnNj9xwLYwdHT2JNy16+8LEsxFUW2CWVdiuWyHXenWoY+p0P83Oq3tv
PJjEVnb5IXHBI57aZu8uZSCOb9s+siu5y1KvTpBEGnDHNIvcw7AzboUHvOfOZefQM/WoQ9+74LoP
2ty6ZRAjWqjQvM2yG6tip48K2N2cVDols+aATXKfNr8yoeKUjzeD8oX74j+S2O3TUN4xcQ9j+yan
q3xTP2rVqzS9xmSfkRLJhj1N74vKbiMevGU77lqJZrJrSiMNhthBSQuzOW3rNX6UHsC5EdkkGMEH
4GSCE5/FI+YwGRzMxqbNriQzdyTmOOBYkIyCDg+YwoeCnpQOfHg3RXoaa16L1RaIGXNk4btE4AlR
+F+8zsp4xDTGcJEaeraG257Bxosi2WH2pjtjVwUoNp6Vyi5u5YfrJrRZDzHASYhaD+CfYM+8FKuU
pM60GTZL3f4Vvt8OH6P9e3y2gvmOI2pzPf+KYo0oHUwrCmdoWL11nr6rb7SP7Ks8T7djY0++6mt3
mS/+iN5jm5sPWMKKb+5nJZo1omlQym7Rsncl27KLXX40bkjw/hw64ATnGc62za7EMZYj9WA9bf4s
qm/ZUnDXO8m5tw1HecjtyDFO+bn44KGXl7DmmopsZLWwahG0VaLV9rYRjpl41wy2oAME5F3fx83r
b8lkovsUrCbsMBe8j9MixcgEJ7HQo61K9mB99PH+upDNYGQlhHGlmd7QzkrhcAQttKXxAVXK6wK2
lmuB+mDKl7j0yzEWAd7JojAjHO4Z1Ro6xc4c5edytJwIlLjEaDhViC1XvRbHWEREFfTnVRDXpaGd
q5HfNWeh8gteT/Rmkm8tiDEDuRnTKJGxcKOv7NPSrgPNHt3xCMrt5ghEnfajOwrBYJP7kXe+eUu6
7OnKg1WY946MOkSrO+0TGIHSnt3Mszz1tqkc61718120n73QI7zXDE8y6zvNhipdgdW1zJ9FfMiN
pykH7CHoeFPnt2x/vbqMWVrdoA2UQpAGTGJN7DLeyZiMc900N68CSzLRMLcgO763frdFZ9Ilhq2J
Fwkl0C/HKH9t1D1mvXTpUYwxCwrjIEBRcErlJ1B1hjEn3be1oOsvWFz5aitFsIsbw5LFpMVtPj0C
QWADxYKiq22lvIHSW2sKEA/cyVL4MdmMqSFmxWyOCA2T6VYWftWFr/DKpjwRjGUKTdvLwiJiKqV7
kiIBpoc+WFwdzsYtToP1wWtVGDvMekz1xUxiXKYYa5r/7ASvkb2o/K1oZ8CO3XhyCut27Dlh4Ma9
CjMBUyOIIhFCsN1I8zjkiLshVWpqW5I+ehAIFYWtSo9jCJx451/XcsOVXYhjXFlfJnkOwBgeplFz
VxPiqjT1e3TI4nHHWdCNW+BCFOPMZrwWzUFfXlp94TU0O0St7v1v2jCm0fSCoUwUIvridpZeJ+nR
nB/Jv3gyQhFdVzBIG23MbKdIPYAAqlwCgnF4BAhHS/aEx4WzlSZby2B7QySBhoRWuJcnM3fRHu1a
UWGjofSdgrtfjmpvmdw6J2NQJ9P99UXcenFdyGZu00mWR0sbIFtU39LKG7JDXgVl8jLXXhs/R1pA
lcep3g+Vq4r3is5xmBve6kI6Y5HglFfVGkNGwf6sOrH4q7FiO4sx8qEUX8qq51gMTxprlJh+nmfL
q6uz7iTlS+1TxyTgny2OgHFy1nX5csahIOeJ0E1FZ7+KtMalH1bARN2bITTTJoTLtXASUdodaHRX
pzHKvOF7SYAypdIDql23pposXHnXP2FxWde+gLkJysIULCmDtukIZJJpDhIAbo3kGFLNIwLaXNiV
ssxTRFdACS4SKNsl2jEWIr9StYNi9XYm5+AG+vVvFAP4BDcsZsGw6SgxmuOcSFBMq/fqiLnDAC3u
rovYVuivCMa35Elfh8IIERIQoaNhVxjqNJNT1u/S7OW6qO0TCE77/6qz7OPqxpbkGEwCEoKv6YDC
WXiW/PZs/kIl5g5M6NpBDfJ73q0qb7rnBYCtYwA1AIbMqbekMZP6BDLpU+elLiaEBADACpGdOCjz
esqucEev8Cs7Pug3+MMJtntU7loeSGWD3QC33+pDGAdQZzDLIceHaLe585IdQfNS6I5MXfOEziln
Cn5mblXbwhN5VvYxJ7TfvH5Xwhl/IALrmzQadnnKg2ZwROVIQ0eVvYQ8VHrNcXVbseGFqoxNlWOT
WUO5rLlfuWA12L2BNb8PUtd6kB6oB2K5aRdyruFt4zJB1SMD0L/Mv7g0LqxuPchijutL1+0WPUal
viChZxvDks+5hiknaMWT9cjTk8jJJRmE35nbaZ9op+O8CzeP1OpLmJ2OY2ls5355R6FxbDirFphJ
VbRHN+7Amx60bVUrWczGJmaVVdIErdUDOZ1Rlenv0jsa6E94SGW2bitO4ne/BPc+RcPu9ePMU5PZ
ZVEeLKrHEC0YQC3oaD6hmduAxz3tv+JB5RnVRvkWbIF/95dxHlVKElOrIG4SXsdYs7t63xhBEYLY
Sn2y9DtwadhJzdFxM440MQsKtHooN7CdjsIs613ZQGgIbuUJ6XpTr+5BKSGVPArs5fO/3WErScuX
rHyjptUgmlIhKULhKQFvBcaKiAbHDWwLAb0K5mqZaEdhbq/EbGmmiQV1BopQGFOd09b0Y7F1r1vG
dzFgAkHjJMBX6IVSFOYAhFWYRmEOAK+BsVMAaM6m12COlx33GqcwsJEahCg0GCzTD5HV1hn7L6RB
SAylQSGN6uck+mXl3UEWu50YZ16a/Ta01BEwctmQu30p8saAfr9b/jCegLIInIto5l5OyGrPTCkF
j2QN4dWU+kmqPWT9/I/rOJcimNBGTsdULGcAdzs98w1Av8U8d8u44tj5RmB+KYexDIVgl/4AhNP8
pMTPA5Cao37fym5WH/Q4dXLxTYh4/GrfT9cidKm16SAXwUyky/UjtQU8W0uBpOyAXytCn6Tdzihl
WzB5yQKeKMYkO02fpkiFqNjUvXGccCssOHbrFih0To7p+127aIVuOVOHw/o2Qx3dV1YfadgyIXeK
9IUSn/StHRrPTfGhmby4Yluxv9IYv9FEWasiqkD9XzrrZoOpJHsrTuxM47iO797+UivG1pFREI18
glZTVAAVP9hJ9dsS28MYv/YCb6obTynG6su4rOW8hFIC9RKM78iMDxoOty3P7BervnS6l0oxVi+T
hC7DcfCwnhLLraMwA36Y3lNjeIvk4aabBuDLJ3U+5noKyMF1L7kpHDS/qDgu0SmLK++RbhKlAsI1
jOcRMHdx/BTavVUkdtk+5tXviJcY3IjLoO5fiayznDUJ9aJuAEjlJxiwD7KngjL0ofImnzzUiIDh
oXfikfdk2qg0XIplAoUINRXNrBaxL8Avx64QhGAqGl7Ur2JHggnU0Z3T/Mb1rXFO4uY9BNey8BRI
qBsx/gVg6qREoX3pvjxbEsWAX3cyGs5lt1F3hHorKYxrARY8UaQWUtJmp4EfOkIGzXCA5ndFUP1H
pRdNuzq1bHhRq3+6bkObB2Ulm7n+SGH0CToHgAyk6nHKIUSsT5gQtmsSPbguatMBrEQxu1gAoJ1W
EUQRYdgJxbyTJwB0C9Mp9dyGjT9fF8fbu+Xvq7t1rMKqywnESdZ7Jd2XGEjKbRzgrR7jO7Xcmpp4
WlavwaCt6r6gQWQczJlz0DdVwSQVcECjB/JbggSMuTQGxRRcJznmgttUnzGvd3r7/l66H+QluPtG
VlEjUVyYMkIRjb5KJmr7Q4Xnxvw+C+1Zs2Svn6s3IiEPzxuLsHnbrQQzrjoB1I+Uy22XKH5r1U45
w5FQsDwgMNeRZkt1jUMHtWmIK4mM00ajIPBu5nK/ihXqRrLhp+b7GPb3Ui04hSpycAWLXX+7I/6K
+9abQ8Q47pcLNqWCU3URBvzMvFlVPBmMoyIN2rELtIQ5KnYN4Wxoi5PIg5xsWvtKEcZP4ZGoqd3S
dtZ1lZv0ouaEsunNhoSYAbMsrh/fDZwJvCJAAoa5cB8DF3l5fuu2liZ5wrKhE6Kcd0l5l4bvYXtS
oyeqqBgw/Cpr+y69q+J9G79zhC/r9X3P/gpnDjaolEqSdBCu5uhXParyOdJftTTAkJM8f4zrk6QB
X8O5bTbv86U/QkWVA+EQo/FcVxjPmEAoZvLghSrt0KzvDrLsVRro9DE6pzJSRyy4uIFNZVdyGWXH
NjZHfQmW5uQ0Twle/SB7Ds3JG8sXoy0caXohceeU5osGvo1/s9Ir4UxY2LW5YsxLCE8x3kxQzyW5
MbTPKUVDgXHojF0dulEThMb9dbmbtrwSy3gdIZojK+4hVpC9NjXv6063tbD2JePluqBN370SxDgb
9PwMDYil8W4w4v2EF5ApEF/NLM4VwdHnj3tf3XYp1dKx0hYxoxXa9TC+xsqMVl/UyjoeCGP7zfxX
pz9/XwmLMzWqshrCUvm3VHkjWBaifYgG91qwwMjgi50/tnaPM3J9LbcDwaXJRlwgRJjwe+kTygJY
JSNCxEsB+4j60MnGyFVTYWcqBSaolYGcow2/b/aqmHoqFlqYjccczO+59TIpX1XR7TlftH12/n4R
4xOrpgDtdtPjAYC0DlhY+9s+d0gdHzSM7fo/0r6sO24cyfqv9Kl39pAgCJBzpuaBuVBSyVos2bL8
wuNFBvcdJMhf/126u6sy4czkFL+nOpZUWIKIABC4cS+3A6OFKnK388TCYeoEMQjC44EptIMbFJ2p
U7gwxVS/NsIOOgaYvmL3bKSbMue7ChlqK3ns8vGmdxV4p8xrJ8rB4vgEOg5w/YfPNfs6uK9zVbgp
CZZJdNPzNPEBOg+60nprs2YnBCgjSgvCvm2R+FCO2gw1f3/ZhCd344OJaMdC1EemIAXERLIe1UvX
IvlWE8un5laoceFrnQ6wf30sLcA2ITSlwvnCVJM/OvLUhiowq0eru6e4UxjcJ/z58txOO/9fHWqR
VTRmxuiA1VHR0IfTX7UmuDOU2l3u5oxD/tWPHkQLCl0nvIjPSAaX72p3I0qI25uboblO000u5baf
fDwfBAsdz6vseJ+EvDA4YGbIK5+pFY8dsvKg+0RMHICr+LYNUQJGbxhWPK4vMvmaIhejkk1f3Kp8
26CcNxwWguuJCyn6n+tkQHd2glzWYOAMtueboaiRQm6RlNmn5h8UZFph7UKcftzw8gG1+A30uacW
j3r2NovuzbHYXzbEr4v4eBzadgINYfAa1RhH1E3VHhmBwU9UZG5p0dyHINfxC8LHhT5/XVzoE3pb
SDCByxsvU8e2HyaCUp2ZRFh6dxm9EvVzukTXOQ/7l887g0Md1PnNco7HXfRTa7ngx0FuCE8hYy8C
YOd30gUTjxWRrRfethHQ4ZdNeWpaoLVG4T84p0EarC0pA/gPc6CYlhrvGPg68nEPfqHLffx6XMYO
ctCH5peKeYKIuewWkDjXwLJJsv/PWWiWi8c6C9X8cfJo0yOxPN7V2afLk5gHqX+cw0loa04iM+AZ
BrrgBbQVpZ+FOyZuu3YBJbXUjXaAGWY8zuxmG1W/s9X3cngJ80fXXsjDn/4iHigmIOyGzV3rJR/Z
IMYMX0SSwe/EPu0WPvnpafzZgS5VEMajCz1sdFCNT00T5PxjFD6Rfkkl6tctBiuLMBRZoy4HZG6a
UwoeQ0VgtlbYC7v0ISyHwDtVofOdJbJ4EY6Rfp9o1T1PYYI3qDZLw4VbxIkHawwBvP4mcgWU/1JT
PiWMuOMEpFQDGvo6CK/FZ0f4rbPJr3fZR2dTbNjdH9N3+4lvh0+uj0w26l3BAHd5dZ54Tp2HQV3I
Ncz7g84cb9dgfoMCIR4Wsy25Udv4M3uVeyi1+/ltWvrFzns2/n51z3Gf5DheuUZPo9oDuALbEeuf
yZIWxMnYdDAn7es2nZGAJQvtR/ZtU10x74OXbC/bbamL2VEOztZ57A0GddEFc+8M51q4qU+XlJdP
+gIkFCG5Y88JH83ZejcGOVuCPvK6QUnwF1wvVQl6Knd/eS6n+gGJC8qUoOc1O8XxXMxUKqzy+R27
h2q8O6X9Uxa60bCRriRfVRqV5cKqO7UPI1ULqSTIRILsWbMe0gmp3TUAunkZeL7lD8FQtFRi1fPe
d6h6uTy/U0GLkn8R2zsM5QXH88MjTj3Ys14AVWWQuwy3nqVX3ZMTItiCQWiIhaeXhXJQuto5ww5s
EbUt2A5kgH4DXQL7G+2eLs/m52fXNxSGQjww84IN5dfP1VZJlrXdXHTsXXWfyDt7q6A//Gm4SwG+
9ck3qIDvpzvmfyjesfvxYbx/BdHHlXfFfRBBg1bi8nhOWfdwOJoz1wO0PqMKw5k/ogpRgDN+vNzD
CUoM0G0ezFjz57jMbRJ26MLeO3fhuzIwH7otv+J3+Y18Nbb9TfWO+VkASr+r/BYKv+HV5QGccpDD
/rXl2pG2xhsO+p958rLs1o3vwtLYlrho/f2OwL6JxQq3AAuntlKLhA5mOVcwExFtAHzITb8FvCOn
15f7ORm9HHRAvRkkwDWPV7zOx3biyCJHn90elIZh5o/s8XInp3wCj+V/dqItDBZxo+7mTiiCSvww
DU9Z/xE3EV8CE3y5q1Nr8LArbYGUIrSyiaIrN7xlXrYrZL7wZWbL60532IO2BEIo41RGjx4G+imP
r1R8j7OiVX1oQeCRfCqHBTjAqRM9AvJc5oZjFtFlHjvVNmXigDMkK58LO/UNYvtN9D2qvlH+OS4W
lsNJ8x30pk8u9LIBOSG8z49XKIQ2qoVM/knjQZsXwRGPIyitPQ7AKcgKBtEj3Dv9SydubfMurZBv
8V45ELrjph6+XV4OJ5f3wdFq/v3B5lz05pi789Eq6emuRuIbIXMHGsWFfXOpmzlsHHTT8NzLhwrd
ZM41uDkhNoqT4tI969S3OdycNS+aalsYIgfGrhhe+urG9D5cttWp2HbYvuY6U2pVeT/X6FjtVdX/
GCAS7o1Bny89fZyKBihvwraFPMDMTXdsrNGyEhO03WDBUVtriHyHXPXmtTu0uBAthOtT3+WwK205
G1EB4r0a36Wykd6c0q0dvdRuvL1suKVe5t8ffH2jZx3IitGLa97kFkTf0xeG+pg1nYBtDcxWIOvW
xaYnSTzWefNUyPew3nAKRtloqcbn5BJA9dx/OtFuqI0AsgrcMyh66TJ/suMtIwCWpJYfyefL0znZ
E5+FMeYnUuZpgYBUyHYnFk6aHDhJGt4n6io0dyh/vtzNiVfSmXsM5Tu43zGOg+bxt1HpGJMY7xWb
ntNN7fCPCeU+tacG+MXWn5BlGnMnwNPlnrXGp8udn3LYw7611eeOnV0OIV6BSTFtpNM8TJ61cAs/
FU/BX4WaLIocO9dPmyKaogLrZcboCIQcWfRb2gqyBZMyYHClw6+7Jky3xG1eCjrIhYfSUwsft0Us
GBtnatxNjo3bcxLyKcZuwROcHES5GSr3NnS7hQvyqbUys7lRFGOBLVwnT5CZAdJShSM1C3ckQ61q
X2476Ox59f7yBzs5n786cs3j+dRjOUTVfHa3zdYafKsJuyfUTg0mkhw5POJyb6fX5kF32tkLKfpy
FlTCvEDak8amnyWg/lLY5MGF6icxBKS9aMvVvaympXPSqWMFEpGz8ISFVCHXPp1dWKGlgA7dhMjD
Uu99VYHwVda3UUq21PregQ3w8mxPRf3Di57WIfekol0xR31nAJNMF4mNcOLiitTkIenxeloveN8J
lM58VwDTP58ZbbHlHn/NJAP+sB16VP/YgDLC09OxANUmvYkZyOVyHNdkl/gkNnd19gZMyNYs5RLe
8eQ3BtM8xoAsGfIqWpzLQmuq6U8yhFTehKiwypnrJ43cSzL6CmzD/fiQRPnWir5ftveptXzYsRbK
8RhfI8WDbI4SBWi3rwqj9ju1cFw85ZngQnQsKGCiROYXdoAKDIGM4chg8GAKAzMJXPbVmZa+5Lw2
9CM3UAXQ5IXQDUMt4fGXTOVAqZx5HizxwFCtUo7mJk6zq95qr4G6v4qd8YlVr6kFuREBFcnauiHF
UkHFybkC1I6aDtcEfnUOxYe7vEHITKk7I6khV812SSn8vNmBs/DyhzvlmeDE/k8/et5TFWYLeZYC
R9YieW/Hya62qs9TaG57IsCl+n2Ml+B6pzYRwOyhUYVaTaBytZnRKc96S1WAvMd2ssXmmF81Je6B
iQofbLt8pwbIA5DSCDcgUiz/NsoUmHEUOyH7aeJapQeiUeVt0owlbvTO12R46PO3adiodg/S6b9v
V9cGgysKemegpTbL2FKGSAmu7sx9qdrrJHlt429p9SrNb+H7y12deN7DpCglUDQFDyn+e7xWkqGQ
I8IcLIqUsuz3I960hr0V3VsOVH72Lor7K/JClq6mJ1O4h/1qJw6VprZh9u1c8Lj/rjaPxlXb7N3P
742PbrOL213zcSHKnIrqrsNRfDOLcOJB73iibMrwGkMkjr7ZtHGdWwpSMOuLmXyI1MI6OeV+hz1p
8SxzhtKN555wzvM94lfmlyHd0HDhQHUCxYRPdzAjbZkIxW3lzv0UHZCy1lXvZ35xYz92yMhv64c6
3DjPl1fLwsx+biEHgSUckn/bMEZGpAvvm/KlhESAly+typMfC1cuy3FcAiZj7bwxtbzsaalmJgS2
gYLf877cUNt3763P4mnaJEH9UOFy6U+vlyd4aitCdvLPfsnxIukySDSU7oBV2X4VkFoQ74S3v9wF
mdvQt4jDPjSP683MLlMDffR7iDORj/VNuFXX7nW7DZ/KZ2vYglhpA7WSrfiSbf4AaH6z5lp7OALN
97KEG7aRwboTIQ/pZO6h47JhAHRM7kNfN9c/J/xf39R/i7fy4V9Ta//3f/Dvb2U1NrEA5Oj4n/97
X70V/3jIvnx7a/9n/h///EPt74K38u5L/usfHf0/aPzfnW+/dF+O/rErurgbH+VbM75/a2XW/Wwf
w5z/8v/6y3+8/Wzleazefv/tWymLbm5NxGXx279/df39999+XtD+67D9f/9ynsDvv10X3+Mvv/z9
25e2+/03j/8TK4x4qEBC0hQUt1jew9v8G+b+E/8GfzIEJVGegfvgb/8oSoC4fv/Ndv45P0CB3QjM
bx5qpPCrFsc8/Ir9E4gl/NDlZKYP9UBG+J9xHX2evz7XP5BMfCjjomt//23++n+tT4NYYHDm8zXp
eO17JO5Zmym+65wI9Z/TNIKeijC1cBM70zzVohXWXDoOquC7qKmb5v3AJlM8CzWVPy7713GM+nP4
VIu6Xj6lrkxDtvOI006PlZV7ph/ZCSTjcZrICa7SdRcuOPO5yWibSYs3qWQQeDNRLWTdIX4CKgdI
KjL38+XJHMfBvyYzT/Ig0HKvNqvEG9lOWhV9Z1kDzZ8G4KzY7eh2hQoMDsk1wBfqaiHynpuQdm6t
XLPq+dxhn3lc3ZSRDOWGtjJa0mecP/OJ1UXnjg9mhGfBweyk7YDaoOXDDRvtkGyqtCXRrQOhJvLO
kqlMN4DmFiP3oUJh1XvUsvfN1WWLatecv0yqhd2K523qtKOzk0L0Naou3AB1cz+qFA9tQKKJAWzC
cuTGbTkIC0J2pCzBeWcIl+QLmeVzNtY2l0yMeY/DAUyAMuENIIWoABzihfmdaxzR4dC+JTx1QBrH
2aEQlH8yS7Csh71MFgAb51rXYkMGtDBr7cbZpXYcv5llW94WRpwuoT/PNK9zqIHy1qnqyHF2Wcf7
j9ZQ49E4nPi6yGNrkaGBvlJVkdrZdaUxTTtTGeBaYVVZLr2EnRu+Fg2IEhYoaBNEg5LKZDMyXN39
uoYrbS8v3jOx7Scs48B5cq+HWoAUPMiztg7f8zyv5Ue7njzzpjMijz9Cb8hm/9q3j7bt/8M+YGux
hySjUZRtZQTI+XD20EJDqPuYd53x4/JkzllLCzWta0pzUI4bTKWV71D4aDSQqEwh7HC5/eOz3J+O
bs/9HhjLK1OaIWURBqUBCtD9AP2wfpcNoxVv6zii3sputHhi0zJ0hwrZhK6TpLsqWFmYuwkEx2oH
ZMqg1vm1Xq5cl6DAsFXuBhVJp+e0GaP7Ajfj53W20qLGkCrXGnAWCcDuFO+yFhJwt4KOZf2SOm6q
Fkx17otr0SNyAel2eeUGTUbHa5RnmfeesJqlLOWZ5nXISQn8lQnjsEDymijfTBR9ZVO5VI95rnkt
fMiel3NxN5SpM3yBLhP5jkqD/z180Z/LVX8tkTGU0rIxcQPa9im+wegCL9WaY7xU6XVu/Jo/p57h
1J6C9T0rr4vrynKKYdckfBoeLi+icx1oDs3JaEM5TrHAa6P4I0f104OKRb1UInSuec3R+NjYUGVz
wOJp0y6+6iYIE0JpLR/MdS7288J2EDAUAJWsIw0P0lZU9LrNQRnkJxJyhwsdzCvlxNlHF9ocRSLM
HHdnFJyMqKFKBHSrHwDu79mN6MI83SlBxuJTlrv2Z7CfDUtP5efOPERzvEyJkJfTgFCYuVl1Exlt
CHGWKUUR9g4EeQketIoumcCuGbEq36fQG+RboMrt8qk3O7ZEt3vmC+pYpjFkBndTIwQy0pBbOx54
4PLM9i8vPy2V9acHWZqDQtZTxTWpvcA2p6bcTVbYIyESTlN2VeGNZrwXbV7+qAw65Fd0cgvnToEW
onhHwCML2YMUiisLQzkzUb3Kyq56B7rB4xR0IaGbweYt3tYh5nl5oudan39+sE7dgkBFhNdTYHTI
yqU2UO8s5UtcJmda1xWy3CJxqnKIaVCBMtuGCqf3Vik11OsG/7P85mDwWWMza1QJDxqjGgLRWRSv
Y7Yrvq+yzU8w/0Hz0mqYmySCBqJS7quDnfmuNY18t651zfKAMxQJiji8wMlwC9tIy81ngdBmbNdF
CP3tt43r0SGqcYNuHEJy7dKmMb+qykK0iEhkAtIaywpkdBOrxDdka1BYs25m2p3EhoYmHKBhAXNR
vYKkPQEYZJTUWLn76DjNiU4p6t8avpO1Y+0YgP7biQGHtm74WoBjoWeC519NQStFF0wFT8BkBJaJ
Va3reXhmmdBJxTE7SEicgw3LSrbhWJJ1i8rUwhZubCVevVB+CqRe4ZuR9VIIunQIPuPNerbbYlVB
8WY3BYKP0KEdCxNHizqylmjpz7WvHSqiRHaV3SDSGWHuXZNepdsQgPRgneG1LT8xjcYEfesU1Fac
7VuvEFAJptP+cutnLgimtuaL0ImmyQJRwGA4b7h2pv2edmlVBN3Al5gVz9lHO1jbPe+LJA2HwMbi
f+91ZbKzAMRcdx3Xhci6AkehYWJDUFKHXYPBQm6TsVjnsr9IgFpdDiT1BLYb0Wb0jzjL+btKZauG
DgGY400MG3UIlI4NcbgyCa1N4xBgMiLgtVdFBOgpHbfvhKJNUTbp7KoCMnApsE63MgyXVGdOf1bg
mI5bR37U6C2ZdPtGgm3iyR5MN7t3GpdFq04Q5Jf3YwuUhwIqzjgSymmTVs7r6C1WlJ0b/fzzg03S
SYwUMPCwB4ogsny7RWlm7XlLrwvnWtec1q4SSsLE7WF547UhON8Vngq3l332XOOaz6bV1BhGCyn2
n0OngGJAzh164+ta170V8gzSjax+5w1IGpO59Xa9YbRNKjX7KsxatK4SDwhpN5WogidLj/FnLKPj
qiJIhpQmMdE6JW91TLO9iMW6zBZkdI5XTKryzI0FGoeIODj/udfg5sWWsBnnhq75qupsHmZj2u8c
ECj5yupRKlyF3aqjDQr+jseeRxUpStuUu6KfCn+I4jeZTNa6FaMzSLRT01VlNMhdDg1qH2rKr0bf
kpWNz/Y68FMzdBp7jEAvxWuz2LYq/tLKRVjVOaNrblq3ngJboQTfKAPLL0tiYNsbwlcOnRwPnduJ
IWLDw9A9ab1r8TzyEHKRLbywnxu75qdKUlJQtBxMVlMCE1mgynNrdLM05qpAoMPqSK28HMWPfTDS
vGh8w66coBpI921V8zo80IpD0pQqx84attmNl7TWtk2TJcH6M9bhmrNK1KDbAuXuQefZn62EPLbU
flw3cN1T2zHJx9Hogjgy7hAeX0fC16XvAOs5XjJeHOfcKngXJEPkbmXkPJdpWK77oFzLTRVpazSe
K2VgxF28wcv3LSf1kmTWOYPPPz/wUzzfDlWrXGNXZOp7PFpgjVnSLjzXtOalbjwIA/v1GKDZtvMn
0kbMH1tbrLraoFrveOjgAJSg2mi6ABgr8xPtEAf8Np6shSP2ueFrjirrDGy3YSmDvGymban41yiu
luphzzWu7aehG9dgFmtk4IwN6MzyCkNPl15ezzSuY+e8glGQluVdgFd5753bCutdZoTVyyo/YpqL
ko50TdfEWI4Rqt7sfPjE3XjdJ2Waj0609FA/CmKExultH8X1r1ntPqwbt+ajdKBqiG20bSTtM5Xj
O4e2C3CmcwbXPBSw8xDiLqLbmaFhbIwkhBKXue6ODaq942VuWVXFJ4MYO2DC7vORv7oNKP3W2URz
USPCOb0pYZMsKh5LUe7DPFqVGiBM805aDaOtkFPflVMPSmzyB3jc1w1ac8xqdDpWVrjbsVzcuqUK
iiZc9cyKWpZjW8dZpyIpMegq/zD1cpMs0R2dWSE6F2XmJU01pfiINEq/Nsp7dCe2Lk45mj/Kuk/V
OLAuGNvEep7GjgSJtJcoh88NXPNIuwhVkcReF7QGoASkSK+80Pu06kM6mkemWdwC0WkaOyfG6dYw
2Rfq2Ss3Nh0sjYVd15mJLTmKmfKdlhpbz+P9Osf5pZC67XlHnd7Y1eypKbcuMsHrbKJ5ZCSimtbR
2AXSBZhjsFtwidTseV3jmk8OeH8fxyJsd1ZUXQ0Z3vZrO+m26xrX3LKR0kyNDI27mfNgy+pbTMdm
pVU0vwSUbDRr1wOkNrcfHLStZL+ybR3UZQ2owrKVhdQrYMy30hXJTU0VW2cVHdIVtbTPcJ7FQnEm
5qNc/UPGooWi1TO+STXfVJ6kQ4o6tUBBvQbUdzRk5ZbgBBSvCy1Uc9BqyGmI944uELT6Ygz9CxL4
H1atFp3GpocaR8Ns2EVK4WxrmcYgAyF83TlCR2o1EVTPc09h4Eo9yNK8UX290kN1XqEk5yblkd0G
bmq/g7wH27moR1lpcc1DpWiAjZR9B+Kt7JGC4DpponWHFJ0crnGMYhR2DjUQ4pDNkKN8w6LJj3Wf
U3PQEVn51s27FgAD9ipadRNz52lV0zqwSjVdmLrEaILRygY/K3m9L3IQn65rXds9S2covB7wnQDP
MNO2mMo7brfrnv1RtHN8nJAVadPIGpqgBPwl81sJTUYDRdLv141dc8/BsBEVQTkakH783uIEp1r3
67qmtRNth40HtXllG6RMvFdVdW3mS5rDZ6KWjm3qQzdlSUabYOrraNcPqJ9Eudi3dePWts94omHb
qLQNvKjapHS8y92lY+c89V8REJCqO/6Yg4F8cF/xJojy3pF+w1nyrmaV8oeEyHGzbvzaJuqkhSrS
0mmCLLY/ZxF9Mar0eV3TmosqIB4zxsMG/t+3V30LmhSrp+ueu37hzBEkcuLGJhg4tV7y3ih8alQf
V42caD4aqbpKGzNqA4fEdNhNtoQIcOFmUbpuk9bxSzQSwpVuhiWpjMc4J89xvfIuTjQfzWKnxoUZ
TYej99iZ8X1os3XPUDq5YOaOYV73YxPYYU4CwyXdoyWGeBXSl+h4TcJBYNzHWImhOY3+2NSBTVcC
xlAfduxLuUKNCnh1m6DoK9M3e76vB7FUdHsmwOhYqK6hUlIPJkd4/KMfyR+Zo9b5kI6C8gaRyaQW
TcBD1HnyafzDa+KV72Y60snDKjEVSZvAKvsH26pvG7NbN24dvdTEeJ1gg1EHLcrxYqt5zNKlAuAz
1taRS6GieSoqUPMzWMb3AEL3a7CArIuHOqKns5PaSEqvxrtNVG8akj5KY4mJ49zINdc0TdyzCses
AxHbOYhdkajYSdNg6263OpwnSTyg0pIRfuON+caVjL3PYnNa+UXnSR3kbfvEYSGwdnUweQ0Bhwi9
w0668vVch/JIo3BLR5VYLiXkLlLE2jFtI9/1+nRdDkfHL/A0JwAsNlUAQoqnWLSPQ7rE13Xms+qi
NyKEzneWiTrghfe5KKF5DGXIJaDemcZ/VsEfmB2wYtMTqsCaEdHANwWSfkEY0nrl+4cONRpTKd0m
D6sARYppvemHKv8hPY4a/lVbqV79aOXEpINnVAF0GdptLlji48s6+1Wt62AjzpVyzd6sApkx0CYz
4OFt3NrXjV0HG3UZ0HetXVRBSzmIwi0QvH5JR1Us6cac+bY63kjFDWsGBduUETSz4y7/oDJr3V5t
arEmI+WQg4QUdi/c6mpszXY/ZGV0tc7u2mm9t3t7rLKhCpLQmV7MMhRXlEO5bqXhtVgDFqnKISM+
q1eEdbvn0rUp2ODLRWHDc5bXjgN4REzLouphebsdrpvG/RDV2co3BR1oBMY17hoyrwK7SdzP4CVV
VzLN+1Wmt/Rq/s401DjZThlgxXs+A/TFN0aDr7qdoqbyOMo3o4E3+gytO/0ofceqbtJiCcX0k+Lg
1wuNpcOM6lgB6uuSMuhZKsC/nRcJnJbHKt2I3BPpVV6Nw5PM2+waLNIGC7ooqp1nlLjx+gEsJ23z
5HEQe6R4lyyvkrSgzOdZjGS8ULVrorKZJnXzYaiJITfmWBfplzKKjHrDcLAkW8tBrn3HK6nkNrOQ
JdswvFKra1kbbhIQriJ6DW7oYdxYJrIJnwygY8e9ZSct39pcoc0hi7tpL8Bo2qLajkxyn0ODeNq2
PTjHPitOafjQUWYkX1vLqWswbBKvDxqF+W6rbnJ2idk77qYAg28KCjYw518JqxTeLQMlBIZcT+QJ
ZECD3xPWXFdx20yBWXruuB/A4UC3fUOFs+v5QJHCzqKebkRW5SBi7D1v3LhNbHM/L+PG+mMowsS7
zmyro8EEaw8bx07762ky8rs0w906AIoy4X4SNuH0lFlJyVedQiwdWtPkou/7qi+D1BXyY+PWE3Ko
hbvEvHLacyFXf7xAawh8AZ3vlYGHXB64xZLbaBLram4snc3FhOUc6lZlMJZVmG9Lc0gCVZvxusOl
paNrrCK2JgPyygETuaN2pC3k5HPDSevtmrgMXqxj63R5PYRG1JUB3gd+DBW9cYx2HRgdTC3HbVdy
aPp65GUQmR7gO13LVbaxPUhOrBu7FpN7p57sXpIqyGpvcn1e1jaeNiFGs+4JHFXhxxPIFYXkorTL
gDkRuKxyA/rk9pLux5l1qWMQbRqOuOJkVRCx/C2k6VPI43Ue5WmG7/FGqDKCcTsyDFovA8+QtSpt
DfKtY5M4PTBTFnKbAQCtyg8NL/W9zFritjtnEy2B1ZjCZimekwNBksRXaf2DJc3zqtWiiwMnKLzu
C26WgRxldYfSwfiqtLv8al3rWuoqYrEpC8LaQDQpvaW4WaGuQ3avq1p3NbsMVZFZphI4IJgW9SUf
kl0cxysPCDoNSMWHMJkEtnC80TQbIMrYBoJyZrBu7JplBhOl0uD1KlHommU3zO4d6CDXDVuHkbd0
tFebFAJAphKLvZD8Jips8zPutOOqJwlLR3txlddT3uLch1SWug5pCEUMs+PbVbbhWvad2Jn04jkG
JHEuNu1QC192+d/jCf1PxRYo+Y991WosJRXuyYExFvZbBLT525RLSP+uG7y2dUAGoEiiJK0Ch/He
uE69wtqY4TA4C2+HZ+rqLK6FMZSbhiHL3CKYMstunqs07stNyAtSbYe2NJ5RcHZnGF4GiqqkTr2N
8HCp20eG45Trvj7TpjhwsJUUeVMEcaOMr3ky2N8aA863zoBaLEUVMDNlgtPtMNaRuzHyBPQWeVRU
2X5dB1rYYCaYu0g9b8BhZ4V/5LFAZdhYj525cglobwGTKRvU05IisG0LqmNqSAbqJyntV26SOvcZ
aydYn6CDURKAoif5gtqAb6uso2PQMggrdZ6ciqBqCmhjCPvH1DkrB65D0EQ9WW2b8jzowbyVkfSG
kCVZjzObpI5Ayw3DhJ5qh0Ia2kNQ1aB4yBim9+uMosWMLsoaYQ19EYSycXcyAsVc7sQrT4Q6UKxN
aFHSwsoDHPrvOJSys1oscLmcs4rmTELhnZE1ZRG0ikQ3Vta4PriGluSSzrWuedKQstjtUzsP7NQF
zV/iuvVNxGURrXMkpjkS9VRps8LMA+4Uyab23KuUWqO/7ptqO3BTFUKEXlwEHo2G27bJ6YZ3Sf94
ufU5Fp64o+u4MW9Ix36wsL+DZr3GwcpshbfLTKssdwxn5+LH5W7OfAEdQ+aOLARztADBv7Q76Is6
XTIvftMrt+s60Pbi3IjbuvdirE2HPMnOfC+scF2g11FkIJfoXLPB2JGlcrZxg1T+JK0loYlzltE2
qQKL0UiBCtxZvAnf96NRPRWRs8Rofq71+ecH6eQsLixpkjabo6T7WOW2E3Sx4640uua1FbILZpgX
GR7DkZUoa/fRoCJet+4dzWnl2BWjHOMMCAFQOEGesqpfp8wr+5Xta04LQpowrLomC6aGf0Xu6F3O
o5d1i1FzWdqbeK1GhSAKP8sQqoyt7N8GGwLdq5rXAWUx8ghFFM5mr9wQCcfWBQ2tI9ctdx1QVpJE
qqnB4EMRIe1kkcoHy8nKPUSHlHls4qPTIv9mDZ01bosYeARQoxZJv+6Kq0PK3H4IK5xss8CK2Lh1
hWk+lKjne7/O9Jq3jixGHgGSClthCVXeJFDBuSOkcpZ0LX+yGZ+IxzqwjFEb1NhMYukw6eT3tWUV
8ipO+7rZ4yImyX6WogdzpZOp8tYYcSu4hSptnb8Sy6Z7ych0zakxOr43hRIMBaORpvd54SgCsaF6
jMGoG4XT1zIcY7kvKuy5oDJP1Dc7p/SPvkq6mzGO+r0dQkHPm8CBEflmHtPpObJQ3/KYzjwVz0Xs
Vu0WFzY64bfNsIlMID/vkioypi3+uo3fQdel7Ncd9XRAHHCNNZkLkndQA0nuei/1bklMxMoNlmqB
pjRSp6RmnwZEmW+M1I8eeInXLRctxuCuOeYGG9LAnoCzzQi9JmW7RKQxH+pOLRUtykhp5GJqVRrU
Fbg6rpt2yoatNwL1sB1whhfXzGPZkjLzmY1EB8lZtecw2jtpYFQG29F0yPZTlYkPq+yks49FYyhx
R7TToC9nKdBweukSsmSn2TdP2EkHyVmmiGXayDRgmYyfgKqm924k1BeVWMZC/uhcF9q52ww9LkhV
p7sWdO9sG3V1U8d+3yDZfh0PqGhbuFSf+eQ6BzrgCWKW8hI7EXdpupeOsoAO+3+cfdmSpDi27Rdh
JhCTXgH3CPcYM2PI4QWrnBBIAiEkBPr6u6IfrnX56T51zF/LrDwJ0LD32muI5KFXoUxqMLqvRJUu
SXQdB3bSGomXNiYRiG75FxxEV15g9KJuiGDaASBgFDcxJuiW+qOl8T8c0P/tS1xs5oKCyxmgwW1E
Nxf2xOSSHaeSYX6ed6skV7EL4g+b0X8vqzL8dt73RQSrCxgJQuvefWVzcZ20Nf5X9PC/FW3Lzua+
381wUxSZPYJzXVYtj69sVi6dwNYeUCR1Mb/p0zI96nVXTcn66/q4SyYdyXUsZSHbJl77M2lplU75
de/8kkO3UyKXCebDTQjpoUVYhOqT60DOSw7dDiO0fmGibUSf3BVZdDfnV6J4lxw60AoRaJD3baMH
P5+HZbE3UUZfrjo2Lyl0bVbwdacRFnvcLQetTVrtTKbH6379YpcSJkybkai/KfpF34H1+mXu9uvM
YeNLDl2XF120Jq6/kXsij47Z8ZbM8joqanxJo4v2DYM9ZfqbfhjmRvPyPirMcrjuvVzcu9tAZrfQ
iTVWpf12TBL/po0QV8J+l1Q6PjE7y3RkzbjOmN1ON4OZrhtEXFLpdr5tnepQSEnrEInsRlIHmf3D
yftfKoRLJt0Kdn6Awg+baFmnCqyxWudwFL7qnV86YwUYhi2r1T1US2qvx05Pc9WakV1HSIsvuXRM
7dBciIxBaDWFpCpla+6mTfTX6SCR0fL3C8PlYzsWM2WN8gGTsU9gAfzDm7kIC/j/c4JLLl2aByRz
jx2/ifeIrnekVxkERh28PF/hNjTd9BkLtCrmVWWHHOiar2crshUOmTrfj7NjZD4EHXfJX6rIkvWm
LWlfXIfAX7LwQsb9bN26HMYxl8j4cPCYSNvrfBTiSyKeZJYGWmbLoS82c8xaC8fiSFw5Pr6k9VCf
0CCFXQ7UI0Ma2vtXCDb/KUbnP28WcsnqcX6GCU+xL4e9iEMliDB1Ia47/cglqScTLo/ojLceFAwg
vN3/EMOvUych//rvK3mL5hhWKvajAza2O/WUlO7AF7GMzXVb/aK2Gvve5mXMi2YzPMedsyO3ueYf
EWfXtZOXFEVjhQtrq93BTVwfVJn6RrP0Kh5efMlQRBWeUU2VO8Qfdmg+myG+T4urKPPxJUFRF2u6
tBY/vjrYccslnatJJtfRH+NLemLKHQwO3OgOyRDrmop4qAAy/bjqq17yEydRIoWHtvawJlxVZRRB
k7el5LpS5dJTsgN9mKQRtYcJZKlqEqZ7lAW179c9+8XhnXqtaZzP9hAxjJpSEbpDv2dXvpiLKqs3
Pp4wW7cH2I4mz6PaxI+chOKqypZcUvCioNXcSuoOCOcyDfOc19i81w3vySXDJkAG0fYrCqtCJz8W
RV8UT66TV5NLgg1XgJQnnbpDTwzih3XSHtoWNLr//ZP+5zaRXHJsZCzmREy0POatzNZn7lSvjnue
SHNMjcYt+L//M//tmL/4uO1K2zQe8Ecg8w9xxknW1ePmruPbECRa/K0L1bwtrM3x61039k0Jsk3N
pv3XdY9+cQyLAZc3+IxIxNr0XvdqHppFtVedkgga+vuTM50Sq7LMHFaBOCXFy6SCgXG46pgkl5TE
XSHkMBhvDpYHeYwX8RbiIbvuk14SEgNXaZiA9Rx0yYtayW2oQUm9jj5PLhmJY7EXtihbfYhUZOoh
6LGier/OuQmp8H9/7W2aShMPuT70duZ1yBSSz+Bcf9XFjdSlv/+6i3dAzqYrj8MwhtdA9PY+kPGf
rOT/y1a6pCO21PvYgax8yEwMPcrH7aST+J8wwv/26xcbFUmHgKt3xo5pBOh8jX5Ocny9aiNdsr8E
utMW+RkFwukpUtjWAJqs5dtyFVuQXNK/YjnRKRDDjplWI2iOw5bz+zyWY3ndXr20+9JL6VDyaXZk
S1wNLDlLct21TS7JXzDimu2e4KdVimL1g7EwXseMRZTq3xcj8hn6lhczO4YP6yPh47ROeemrq77p
JfNrIJLbsE9pAxeu29HoZ5Jf5yZILmlfJAPthyqVNjnoD8MY3adj/+m6p77YoBlshLihY9okuVPx
TaoldNfcK/d23e9/bK5/wy1HHc+DdFNxTKd4g4V6uqTnD6neP/kJFvid/wnkk8tswT5CuHjp2/yo
dLTc2nZd1eNSkK47QKdatKdOBc8fbGj/D831v5Kd/tM/enHJFnvSjuswS/Q4mx+3Opa9TPRBCOw6
eeTtJmQ1TwpxNdVIZ9zt27CbsThNUudcHdFYD0JVMoh1P/F2j9q/KPWg3Y0E3GpR0WEP3lcocvR8
L/K41A/r0vo4P21RWsyiMkF2UV8RynraVcYWGoXQlOPTVRmbp+4vbbhycZWKolcnGgQsk5sdDX3R
Nfu8eoOcVDpsL7CQ82tfZQIRP7DK3vttGauYuShPkQsOa3hxG2uRw/peAbO0qoKuQDo8IGLmxjed
KFS9QzGUf5RW+M/Gzena5OCd08rhDYl6XX3S34TdbUhdEoQu418TQNvCVZtB7+6rrMw7/m3sU8F+
qs4h6AdCzjAZVcHta9i/ftDobnVQ+1aNMI1aau/7JRZNAeFkewgY2SSHKGk3hNyWWGmsXnO/Z6pJ
1pCRu7hcc3bsMxcU9FXztN8iJWCsi1yv+cNAXF82pKee1rzIZ1RhpSqbUsEAt9rmLp9H8DeHiXeN
ZWgOixoIydZNeLJ5NEVVJnkB3cja37RpgbIRZ0mu3Blfa+J9ZUpUdhWLI6kap8bk+2xV3vg9bMVP
14edHrWZMvEYDAw43/mMSMtHaltK70PLS9c1MkCjkh6ZdzEcEUJeOPkAhUaJ76X7XuPhOhJY544E
rsaoxhSZgrjdc7r5H3Op+qmrpxVg8KmAAom9xluxLXstxxRJYl0ZfdhASidHH0HFEkDagoNO4VZ3
2PEtp+mUZADSklMuxpJXIhfsmAs+1lO+eWXQeu/RghT0aV+XO+IWcfAGZ9RjPnVueN22pBtLLIcp
cccB0dVbPXU8TeASy3fZAIXg5bfS0nG6Y1sATMMz4jZTeW0B5lcM2Y0JKihrKaU1UuDo8CkWpcmP
MFgR292Y+BioNrHwVgsYM9u1g9yS7EtuwbXMYbJGpPuRyAiaGbMWqX4pMhWXDW+XbPiB3qdEJi8o
U9PaLEM2LY/CkS5/BT1rVsdhLyATYhOZsnPIokTcx9yL8Ksf5eTSJjXRlD7O2LT8MGq+Jyet4mH+
wiNVkgTHm+jyrCpUyvQjsVbEP9Khbcu9ajumuhvv1zU7E9On09fB53tWwzeeQI3eeRozWDtnufzZ
Wt+JrhKzKH9kNJ/1F6jLA0eEdI+7C2z6aX8Aj3Up8T9PUfpzGswaTirR+/6KUMI4rjXHTvo5pFjm
twhEDY+Wke5IkrkcnkrjivxAyl7zz7PgW3j2oNEnESbR8A0omw8n4vy0eDuOfwQmN/xuyGe630zT
INubOWGxuXMzK5J6SGmafCvzJGW/Yi/aR0jIozPGSOEnBASqGnzWNR0MgqJm60Ppz8iQWMMtzIPo
V8n6lDVaQjH4qdi5HB/jru3jk596tx+imSMsnu2G5DdFvgnyheStaD/zmXW61ruN4Ik4ELZAqqDy
ZT2vYcnMw0KCJSeqcy3fENzRTk8uYwU/Ei6morHbsOLs9Flp+BH86dg8zGzNf0p4Aox1C3zJP/GN
GBwlfNr8Ic8ma7qGYFq13okBBsfHtnPIAt6iYu1eebmw9KS01jkSPSOT/+CcDbruxkUgc7pE+jZB
9lBKt9Mi1WIb6xMSNXYZk7gaZfD6G7UMT9BkpIthZ7jhKfqoWwxCeaNlPIwfljwVDO2CeJw9hGmH
TBv/PSG7zxGv1iGLsUacQv6Acqn73WILF/UgORJnc+Wz6cs+0yyDwZFSsDyrqAihP3kLtenrjnw6
01Z8tsWG8z5oP03VYHFN+wqI97r8FLG13eeVB3aHLAuDW0HAsoZ9lvipj6+prTOHjOUYdx5Gn6is
gpByzG4ki5k4rGtH5V51sS3Dnd+WDkDjhngpdkvaHYUi5GycnxZErUVVMH0fveSZMEnD09xFzULW
mDXFHsLwbkigw+1qg2c3TiGeuJl90u73FAlezyRehv4FYG+yi6qX0rIjrOM7e2YCbczjDhClPKai
x6Vn2zabQcdO+XavOjKIegomRkqqNkUE8YJZ2t5DQheW+LMlQkGRMabWPvcbKZLbCXPj4XGC3V0/
V+ueIkUH5uLV7A2LTzFli33Kljka/0r6rZT3uaQLFtrIleS/qCwDloOCb9tymLqyR1JwCNtwyJRI
l7dcrLw9L10/0BMUqbl8cCZB8NYBZ5LMG+Ql0fZ3gF8yjM0XPmS3y9R3HSjIELtgoZQwUzrzwe76
Vg+KgtqbgOpLDotG9GG12n1MXsaIledVSfZeJgLoIGzSs/Y1jbmM/oBq//JBer2FlUqyH+1uihfQ
P7c/0zIT38QRLsB6HUbxR0Pl9a4gw8hucxzPcbWyWey3sR+/CJMODeyQ+8/oauCRFEiEQEJpgipq
tiVY+oog9OBx1dta6wXF2rNIMDY8djZKGj/0TQJXz095Ma7+QYZkT5u+H5bsRbG5jI58inTNtymp
kMhAsAyUlzVxWVi+myFBW1YOMFKpLXrBh8FC9/nMU7gpNqA5tXce/+EhdLJretROwBYSQbdmSM3+
VRjT2VpBQLTfwxKQ/sWN2ap0yB+4EuS0LktEb6Cz1fQ0g4F1y4oyfQmxghkMZ9j1ryTGXkROcbRi
PcisThLc+4QN/djg1FnmxxC58rCWbKwdae/1EKk3ePauT4XDEd9kUtGmn6efgfC52lXbf0c+yXCf
+h1u534Bfn4rcrOnqDjsNu0NMRm1X+a4g3wUhVbIYF9o4TgIrz6BdVBNPkpfE+StJE3vdTz+LFeK
8z6CQupODwtI5QNIw90do3Zb/4BfY/uKYcoaGhIla3ZXFjZsv4pR+WO3WlCXKw6D/qdytjmv5y3i
+hOXOAy/00m1lVkiTXmtxO7gqNJ2qZwqYQrdnUMSW9OAc2TdjV9y9eAVisE/oy2eqQ0qbsYh7hRe
FYc0XbJobp8TrdvtCGLkOH4GZ80OLzAhyO856dv1Rs37vj8WcEHQjdkwmD+lsMpZK+USn1R0m2f+
1Y2mI997TtengSYIOTYm8MrDgn1ZgViHLf85xf0cv1gEMkZfKUZh0Zc0x0kK2yZrM6hoU5lne130
Zk3qTiOB9sz7YOp5dgWmU7lzbV2EbD2W1g3DDZqToB88ODHPDJdtYarVK1CtuuwxYWqs9wKJiaYF
LQ/nt6uiwbWgH3NXJyYUhy1n/WlXfd368ZtColhVbL0/efDohmn8AjbeXu90SuuEpyKHuYlHXIKZ
mMT1BUFXObQEJm1ubzqZalT2i0YU4MrieyTXRnvDDSe3mQf/dm8xFE3H3B5i6H5rKc1c9TSDAYPJ
xzdUvd9zkT25GMEMscUWTfcPJrZKNtSf+deuZw8rZfU0x9gZcUxuuJDrWIdhwKghIulLrPx8QsaY
MFU8SHojUs1qByHh80JkeY6GYjQ16aZH9Bl2vUlkkeUrvhlR86PmM4d8PYYV7FGzQU4PVGkf4a6A
U8EdyzvaDNNst2MW9+n6FI/EwNAZg3v2mpaj58dVIr7oeU44/VouiN5plrQFtlT2kc0f91G3xZGY
wSdPGGjS8fNi8/CUpVLGN1pOU7RVywd8MaY4caGJAAeyvFljjd4kjB27a3Fk6q1GFnv3vINZFdVb
jt37eQl+huAeuurE17DJbEVdsLjXT2IBhomX18n5QHfotuURWtz4ULZ0HBtD2kTXcc9l/JA6/ZEU
nC8fxXUJ6i7valauWdIoN5PY4UegGR+VLQ5DKWHNVQUFAeKrhpSXvndLPt2b0aGsr3k3RHU8wHoQ
S7fc1qrwOQ6JxMGj4rbLvUZRWWwEvWBnMcmFT4DxyCmiaWRPPR6GfHITNmadZPnciJ278UZsuE++
ZcT49ZgUQsbI4zIw14vTnpbNXkj+k60ZotJpHI6udNvXcWx5gpYna4fl0YGthxPPoKTvz7TXHrP/
dn8q94/g3WACvVvKUpBDifShDeUbSt3GhJRm716uUXcS+ZjZVyfbeP08GhfXGOTMyfddtn6ts62P
Gi34G9ucq1Yd/d4FdFYT5rKV2QZ+y62GQUoKXT+KPVqHYJmuCjTkM2i/4sUaktwmIvE32+TYwauC
3gnK2BeJgqre9uFHByPrpxiQ1jOPk7xDTIF9yfx6nibcDOfSd/uvWA/x+zxmJb9Neg55QRiWwB7m
KDHPxMN/GPb32QOcQ11V5jvcSBwJNyhb5vcOkJN5XiMNgrnditpFoFy0UfZeluNS7VP5gJkVPAaQ
uUtNtZDuDkfcetpNmbzhdO8OIhlyUSm1WXBvEHaSZD6qO48EiEZg6+D9OI8zo+1ve1d0BywMhG7l
3X4OefmrLDv7KU3S9JwTgQVHpal7kn+SmVFvcZDbU5nr4VNH9AIilZNCzNVGeuaXqkP/th935CHu
t/madO95vOmzHfaSNcM457UKLmzH0QzZeQchN33zUVm8dNJTBA0kdiyi21YVq5dVi71Swvhh5+RX
b9vdvmVZnu/V2qutBDk5Xv3e9B8OFye5bwFGQKWJd42s6HlesMq2nk5D0+VrHJ3XOIWKG4p9T86G
xy17XKJtsccVzhXkPeQyyWu2p6u9c6nOuu/oxdSM0IwkSm51r/v0fthWifjiblxxtMbalO/USU2e
ZuqoPsAraB9hsrHk/DRFK5PfIuxMBJlle5/1DVkGbiuX9WiumHVFXxuJqttXLY0oldWe7a7/uZUZ
ne/XbVrDD0SVeRT43JYZbm+JjZzpaoBIbTjAF6pNbkwp++HTFgPNOkxjStXRFjj4GvToXXGaPwil
h7lQCX2CkGvI7sAIp3ETsy1jpxhSve1Pj1tUPbnFlprUO+tWfl7mhZK8gtVMifovDIncPwHsKRLg
OiAhh7tlkQtOIj4WqKG0wtZ/EYBf/DeRCXZKkfQOyEf54lu8UBF9V5gvA/jZpgyxnhir8BqrA5V/
1bpVIAHGuK1ZVWfKLzlcKux76Tkpvy7LzJKhyYo5QrHSjlm0vuQ+DFtXRUlSUFQ5rVE1a6lMHpdQ
bvufFAYW8pfpoaA8lAOyMT/vkm8MFhrZZJ6RWp6J7TCu8Cu+YX2UTM859ifOYELNR4GAeKQC8Dcf
4RhxO1DC/S0VXBDVpMFsZqpknucdgg0mdNRoX4a53lGkorBG3WP9p8GiRPQ3THTCvMslmtbjNESW
nZaFuQxfLDBvmjmR2/pdsAx60pwLtny3XszrUXdERTUTLr7r567N6xk8AHu/D0Pa4ZMUPeStC+ZG
tdHrjA5rzmE09O5Cykp4T8zt/dQl841vt/LzTJPdLpXNQtBPu5SyMgigrSBE7BxF6lw5TMfdlyhf
OmT2ulOgCyAHzlxRLdajfq6ss375VMS+4H9WhPWUhyAI4U3uYec1Vd2C1JTbkKvsx47ox36o6BSx
9oyA8TRP60WGIUJztZPoZgtYwTdFksXF2eJmGf5ioefNPsL45GlKFnPoozk4cHqiNjqhWaO2JkDG
cSqWdm5rGIbRN7paMCpXzzt9YvzjesLbsjH8iqepr3EHavWeYShFjgPno210lPX+sG6Q5gDGiKDp
DAWP+8dy8AQQUL+LRygb3Em2fT5iR7buPBFAdw8s6WxyQr0tv5cDn/zjKPxytnMxSt6U+77VWYaD
A+Bi136HkQuakU7hNO0HIx6sJQziCDjr+JMsSl7rsCNpB3omctsXhsqH2dJFPpjWLXdO62n4KzFb
KQ5TKcwrYBR6UBFFFYbnycvTHorU1HJL/XsGe53fBlbwpOIwlOmxiFHoVNIX6kiRo+7qGb3qVJcY
1a8ITCw3zCtwbi4oR81WSwcMpIb9EttqaLj2roo5Fu+8i0TWGtQvkM7hmJM8TGy0AAxtFJg6F37N
+NfNr3O4DykuuzcY10zJvcp71y+1pavu76YSxDCYAm5bQ/JhcghDT58SBFs261RsAyw5WuRBjygq
ik8xp4Bj2gV9fpUjEPEchjbaQJidZWgEhuioEloLWdzPdkTYzCkRgBCrFrYn5e/JAlbDVYbGBYGN
GwHjKVgcbw9RySb7gnFbYu49jAxQ93qEoD6mDj5NdVka7Z8UpqE/0oDO9vvYZZZ/4VMHtZywWksQ
AVX6qhKG7gaRwGgCBEJSgAEhUBFn36q/8B6oBzDm5SgWt8cVzoit7asALDprRJFzLu92XwA4qSAw
i7+bRY+0ngCtrE+77oL/RPQcFV99O4/uya09688lZ2hpDsq1oj+tHd9ijvM2yf4Ij5r2u9g7r9ZD
YBo22WKawxsmBwpUqRUQk9qqDVe8ud2GxWNnJ/N7Qjk9YsgT38FdARdJmcHjvBp97oo37AcvD4xb
jqaljMft3pduFN+8AhpToYd16UMcJfn4Ww+MiUZMrUleoySo9XEn5bA+thMi3j6VgFSTfwFJ7lEv
lI5/snFhxe0Wd5LUaQqn7HtcZB0u627LEt+0ebGVukZIFni/dYjBVXtZYWtEzjksmsgdFlYhzi6n
qUZmH9nGB6YBsFa5ph5G55qb3ySjPX9MQjuC/tcSMd7CcT5KniF4LPKpRnxT8BjcjLs+IgTWmyP4
TFrVGIdk7sfo1RIh2TDY8hRJQCBfiVQzGogclWMTG6YH9C6oZ9WjA/Anaggj7OIquPnEyR3JkwxV
e2aj8bYHQWL94ZOdLfir8tbe+K4vfWMyrcVBUlrOTYIoGSuq2aidH1FISXQEKfzHwJqUH7leiDmb
moH3bDu3FrPGGgKPjmUNLBTIAkP0VmEQjRnm1J3zdaMBR7PV6S3OyQlj9hlXWAUANRYVlJ5haGY1
OnlMNxfPv4s+EzJCiRSnliLsFTY4f7RQEkIsgdGWXepV4TpM60gadpMnOtm3k4hLWr47gwiW+481
t2n84X06pPUQb3R6yopebl8i/DUsqjiavckdP2yoUd+vZVjTR/fRmty10SQ23DEguoZq2Nuue9pV
vKAmM47mZMVMCThTUWNIknlbkUWx8We/48gGg2svFPlt7BrNRxcXGepCbHP0/oiZmcx5YZMrnzI+
rB1uxHIIvwTHGOH7MPhJHNMuHSP0wbOmI0KUc9N/SlHV4GpAVmGaHTWO9vk312nmy8rGDDbLvkhd
+RoDU+uR2wLg3v5g8GEV7zpyU/Q8dZjUfFrZMC8wA9hLmdTFOsOQGHo3beSJKwyssEhSTY+mQH2X
HxCA6OY7SPe6zNcBw59JwV7NFH3RkCy35Z3XGAHdo4go83vh0nR5GeUgzLnoqJ9OkUPI+XdKCNrz
fNxyqHEmFblKFomP7icC855PkVtc/zUKCBSsGQqA8bA7VZrHfrFQqKiMFOtrkCCu1SVZMJ3pqRzh
DWO6yP4s80W3rxTYUJ2MCCYY1nCOAnK3TUNh7CdPXnd0r1BmDKGOi826230aGb01gMf9jRR5IO8x
t1l27gVGeLUmCpP7A4TAxKC3G4HQA7dftiw6ziZJXE1zNUQV9txDrpcPKGrM4DxxJLCGmuZjH8UY
1OQjZjN7JZGNVlb7vOmsMbzI0lu7ORZudbpFZIQXW+IdqwTtEHKG5ise7rPYLMt7tsAO/XfRpU7d
E4DaxVFm3LEX7zFTaWQHeA+yQjDJnvtxlPld28lRvPgSL+ZuT0qxnIlDFg6AClDLEUW+h+x5cIXq
zttgmHhDPQsUCYhhvvczEIVSAWpOYa7Wk9phM+uohq1GvusGA7yiZEcB1u2H93DxDW6hZIlrxuAA
qQ4KM5zFnQrlDV6sLQZtnjeDl4ZhJ1YC0siTgu0vFK8dqiiWcRHeMPYAsLViJx9ZCMU9eoU8ukui
FghilRPYziUf87cyuSFDnusbMRRzdh/kBMl0nOyT/eZ7xwDdCQdXjqNFSvPOq9gDg8VwMgFbisxL
ucLdzqjlu1rTMnme4JewJMcPj9YYrduWIZW9NIGtQ82U96LZlfmIgrNL/piZNh1PKSS4/nYetaNN
t+56vE8WGMxUWytIfEqDzuh9tMRxdMRY0faNLDuGulrPiwYyRlVP/9oKBL/ftaEbts8AlFMLpJy3
JvyiY0a7H1pMRJ4IhTrxRHq/zw8Q+hv7KuEizd+mMUu3+ziNlv3PPmeDvu9Xp4pDcFkJ7INhPF1h
RucwDumXBfy82aYPjqjF13ZH1ufJ4BGGxoUkETXo7DnG3Gn6QZ9cyyMDc/VRrggWfyNedMuDsSEe
zwWS6lARAPFuIU9gdkeY+1Kkww+AJhGQp6yM9AJ0ECVYvYxY5+qAOZIA0IAj9KOP8R+VCIvMSus9
imKDbVLOBgoHnX28O6bRpncVQFv2tBSrjOAQ0Bf9L/dxM/4qHHA2yL+z7jRPDEUIwUknX6gxiXV1
2gG5N5WTKTwYPEW0UwEolDQ0ySIQYmg3t48JL6w/4vyEe+Eqx379bYdNb/dTKFT2BVVAnm7VMA/u
vAOL3L6UhdLrE67rjt4uqFMqBQOZuUJ8T7c1IwU2j8sWI8dnVMWsOC8c2oBHTDUUJOoILAho3WeB
rjxD1GSa2b+ci+ayghQo8YAztQBgYWb+GcSGuGvWFZHunwdwEXEhIhUDbotsLVv2XmjCQCQeCSZQ
QLhaM0+26qHQS6upxOSf1phWG/cbjXIHOAwNKbF/oRsLfVTlFtyHocpwvNpQdXKCPqOCrbz23XGD
oBNxPuP/4+zMluNGsmz7K235jmpMDgfaKushRs5SkBRzeIGRkhLz7Bj/pr/l/thdzoi8LYY6xVtZ
VWYscUAA8OmcffbeZ3K9+Dc00YDSq36k7UyzL8g1knQ9Njh+j1ckwpOwNq0TQ77Y/D2Oyxkt0pvd
sqjKLt+awa+p++gNf4vBbJ5b5YjcGaaO3HzrJPc+OU8i/p70xDw3yqnwkgvCRModp5RJqhoM5m3H
ZvleW/a/MHoyz81ySLhtBZOLuNtgETRxlajrYjQqHNo6WC3AYUOKnb4MGvvj1AEQrWmDa5hrUFly
jh8Pi2Yw/i8snXNXnWgCY0uMVu4quoDmmwTlwC2ku2ZNuETFjmqb/46/wF+QkLwzDmXbdHPnOo63
Q0jfyAc1V2G/qSPCTFTXZGIg4LGRExROc/mOuvgvyInnPlYpvCo2c1vsPJ9eFgq7lm0DovXOA/3V
1c9YWzWd8DoZBwLGRfGStdbT6NfhOzTrv7r2Ga2SKLkp6igUO8pcxOvtfJn0ufM3L37GzFKWpcqq
98QOpGsL4RF41QLf+PGE+qs7P1vn4UQNQwSJt4tMo+NIHULybg7fv3f1M/6zndUOrBreC5kanrYq
oDvjUj38+OJ/MUPPLX28lkJNPaVMl1gG9peuTIpxbXqzTT8e3y7qVd3DYr5ASSLqv9XWzjy394n9
aJR4nYgdbUTFL27TdnepBTrz4wd6VeH9L6tb6Cf9hlgo09nxhjlyd4UfxOBcQTmPQLj89+tsKe/J
JfDlO6Vrld4+qdPHdEkeLWaauAi7pI9JFaJ4S1fDL9PgxLW9UpKI6Hh3//l5+q/oa/XxeB/dv/7J
vz9X9dwmUazO/vmvx6rgf//Uf/P/fuftX/xr/7W6ey6+due/9OZvuO7pczfP6vnNP7aExWo+9F/b
+f5r1+fq9frcof7N/98f/sfX16s8zvXXn3/6DKar9NVw1Cp/Ov3o8svPP2mTh//89vKnn+n7//mn
9XP5/OX//Pf5H3x97tTPPxnC/odH7gwf2REB1k5aCT5+ff2RpTtDlbQGjX/+yXf+ATzg+y6FF5f/
57GIu6rXP3Ktf3iSa5BsefoH4qc/b+XNWPzP2PxH2RcfK6qeHX+sV9T/TB3Xx5jYc5EYoYaTgRDn
Umm/hqlQyTF6kOgMlvmlA2uMcVjuNBr3iSY+lE5ISKcxgx1V9VZdfkyjOGjUJk8jiAy7wRTEeivF
YYZ1VYGt5OheupERSXNPsdFJn3OVVR0MSLCEuvpA06c2si8cE4yuuxzpkJEWt06EPUG59hdp5PYB
sxY/eTBJGPgYkRlzvTyEZe92u7DFMM+6SwFvnXiVCokb5B3wPorU9em2OIaCJt25qQU4uclxUmzb
B38GXicsbvqmyjdW2aWwFpDJdqwMdsfQT6kyLv6CDamRkAeG7+g8X53OvnnN0CIsR1oWvbydwLPk
eQ+jgmVTl64f/WJ5UTkGq3rpBs/cmrb0ZbnOygYu08ogh2tejEks4BpJbOfltMvquk+ehsQbIX+M
IoGJgL7aCksolQoKbrWNGJx0vhwMFQXEnw68H3dFgd5HaZxRd+Vle0XWMQKuZzcyX9V5MTqQtCJZ
meCtUd/AfEzBYLmvyBQgstvIGO042HdR6ngVvUWK0B6uaB5DCrP1pW3KA+LPyIcOOluD/EInU6v6
5PIeubvSMPUFcdAx+eiJTqd04Jo9lfPrQhRg0Re0WAjlg+Fksus2sgE7sq4XZ8E4Z58BvoB0+FYg
6uI2KsGzvkCrtPpxtwDjTxLiSh9KuYbCOHD9pkmMYbjxJxCC+TKjfsK/3LRK+bRGuCWP3dQWKT6R
OcI6Y59PiaWt0Mml+BXy9YTHjnFVaV6+WfWnpfbt0mJT+HZlMeTS0rw/iuOWcJ3zLsltpiAypmP7
tDjtROHKEW64jFdmOg5grISDnoq3drRk83hZ9dXCJDdUNqr0wipC4WXvBEma2P9mBgopMMK2HdJF
T/jnoqhExMoOpin81KFXY2og1wcv3gAczkaxrb1JvyqqEUUdHwwbkvZwM6F6jJJ3jvZXvfvbG2H3
8yxqJqCggX9uhQEakKR93clP0LwrOGoD1Loh3bdtRqx4CBiQ0FtFPfMxX1Z2tjQVvdSbwWJqJbMP
M2gXLvRfnHcUSSHTQheohbI+yFRbPnwopnzwX7BA7qPsdqpCJ7v1i8zyDj8e3LfxNIxMjxxNmixn
lAiOPBd/CLC3hjBh/jTZTRqD7w6Lw2t0+5FMdk+TwsYZrgKj7KrpvcjLMp3zoZQ0JHBoa8CuYpvO
+Z5dtJbbx4sTffIKmL7hYz8UGc35wDIaxpDaof5wmQx6DbjwyHV3AajKQXNbLqIrnbvaXnRbvDiJ
9EodBiuGfdN3laXnRWTErQK9smQafKh6CkJi7/Wl3k7GIa64ptfif25Ds1skuzA13SH4LSwyUu/7
ugzAnfZu3OZlAf7TG26wczgBWGRdnYZes5vtSuiFS1LHbc7TLLly4NQ9+848AEdCOOgAngO24kTv
SdRTEJluzIDp1K7bYUJ8vk6oRbVAsA0QSL4CjZ35mX+8ytBAPxyuTHhOPNfkYi8v91MdF3zTL8tI
P95U6memwS7rfoLpx4ejzqCW/jlMcrLm686ZwpG0H//K5oVNFJuCXdkt7NSQ+7oYt96Q0jp15zox
aWe0aoMidTJQWV+SglDrsDx5SOskY0jKWkZDeKjR+XvGc3XcIHMZNQze1Kh8qn8bLKUJ6A5sRVv8
Yma+Sq2bHBvdLLtIQ7tK4YYvBquBDXYZSCC2Y53ru/bdsOa5gjQajAfK/HpXK4732RjJaDyUNXpo
tamEjGBC2IS7hbWb8xFUb5X0Xk5SXZpU74BAO9CYFy9VBsN0uhRQl5o9MsXXHXVSUTXdFwWo7LaJ
MLSI9gJIXdmPPdVa/ipBj57mv6hhhOCyyqilp7qCWup5Nqo+8PprCIMde0wZ2hGv9MfL8jWGf7O5
SM9l7XEEcdSyOM6SttgLzW5ZfPUEUT1ZsnW4LIHWMBz3PIPCIa/MG7KFSTPCweNLVTY4VG9Pv+Ik
GGY2GyctlHEIbDhWAXVgu2UU1SghBQxtCOi26fM2Y1YFwGC88Lr1LG8vsDru4IuAAwn3gZKDSIAw
oWjXlXhQlbDVcm9S4IruR9KQybtpaGSmq34CSoPsr53jAWo7nchuK5O2GHJ//AdeSHp+V8fZboGl
6ijIT/WeLdzBIMgX8LKYBy0Elc74WFtVbsLKLvEcoTZ4Ou2syZ55YoO2YX2wbozAHGEEw+9gPDge
CatW4PxRqGACpjgEUu6Oe1veRPRG6j6bwqBn5IWlcMMYbmA+9bVBB0nVdN6VyFx4lduisJZy2hfC
KkECMouarwll21js9L2c5zxwBbDhUDXZ/wAV2InPRrouXIc9SWQP0qN7vbkrwmEmCrRLJie8/GNo
CCZdpMlaTUHewEenhGWJa2d2RnblpaKjhftvnm4+lhUcal4QmHZgfx/oLUlti2RO2k8wbEYefhng
TJtbYMWwC25VPYj6ns3Xp3JAaR3pFDqBQNbzfrKhiBifZ1OZBMQBJueOt7dHXFZplBJCCwN8n0rw
TcpxYepKisSp5162UUpw/Y6N2tsMmaQAqltAvc4J/EBSgD97t5MYDVqoNvaDRQkgMtbJMC3Qs1fI
FhAY7eipIhrn0jZGNdJYaTZt13788UI+i1a4A9ax5QkmNuzy77CzpaUDybg040NUlZkUv4zmNIl5
ZwRWwZTPJE1cIHd4rWKsqcPo0ZUQxuZp++/eR2DDveIGsL9zv3sTqOHdwmua+uG4N9qi0xsyK59j
f6dCc2JYRoBEvSBY9YQjKi503Pvj2zgLN0gWTYeyhesJ7kbT04gIvkn006xXmH44HQMCBadoVxzV
hgNLkxTW9v/wVEp54Dp1Jymjd1KX70aCDybSkS4mCfotkIh++9GoOdusypb6ITYSj+yPzUJynAwh
pGWys+Pm45R9O1eXTjwM8xN2BCKv3nkDhM5vox7fEoElWFUQ620i2fN3MOZ+1WVFUD9UMUIpC6XY
6wKL05LRu0ApxXZOa+iqZbmdgpiimMtxuIkxmx3NVVYK0tGdBaGHLZvaC7EhrA+OPKqB+kCAH/f6
TMcLOwSSMRlqPoddtB7jSWC+HTc1DTQfE8Oo+vSDCgtVGVtTZl5gX/quJipf2+WgA40xdL3mhVqF
DhxamNtGu8HoMkra+yjw9SyuzbZP5ysypFwL2gycoDXXx7S5leSYjqmgLXQg5I00PsJI+DXYSQdm
34vm1vIxXTA2aXcziMlJwn2GqSOHBh4rtBxBRGZ6IthRHliqT+WEn29/bZX4Wb+cTsDKbGdFb1HR
ZIqf0eKq4GZdOG1qvF4WnSZS5gyN0PqF9gN5dleGlbKmW2gtNseRSiOecQcjn5zmpq0LhCwrNYeh
mexCPwzxyx/dDGbXBq4yyiPsoyhAKqjTnlF/4r1UnLRLogd7Rz6ZcQsLVCRuoTrGLGNbUO1ZJYuS
8bxmw0/42WIrDSeMkFF5NfWwmNxKAmeMG8t9sZAGesibuJigTsiv2MdU1WB18ZunP7BY1kyUkjOX
ZJKYTb/g0JkjLk30nxAjFrFFSDUoVwMJZjq4U3HBQa8jwHIkXCAWraeAL/ZxRnWlpwMtNSFCjQ95
zQlvbi1BfSfaEhDos9qaDIOPc6fYbtvdkvCu4p0D1yMSiGUKF2b5r5O0ocpc9z31AqjyeSrDZpv0
FfGIqQKxZLtugP7yRxPK1+jdUjPviGadtOxa+WkWmg4CrEGRTBlRyRz34LLBmpLHpbEAyrA/qSVz
amVioFgMvnGDirVNoNVG3UyNaJMYqR//UZAP2APcAw99z8HNkUbIqzYIdNyWUieX0UXhownsFNYA
CXvHk+Gay9BAeedYslZ5aaYE2S0Cf7PfhR2Fz2vUkVlS3xXhPFEnZsUs1dJsClqQBPEeuU+iw1fb
bZYEu1NS2eLSOq4nU3t6mNsiqgsxbNLBqXhOwjTH9jZzgrQL3kTU6kThlN2cxtvyYh0elcdwyhVS
X+V0Khu9oXfuQM4Gr+QYQv944/5u9/RtQhT0T1SubBGcp2pN3lgj3QHi++P5AWJAaOfwRNNBjNPA
6eV6o85EXCOLySMrObC2f3wP3x0ePqx2IWDjuIB9zrkzR5PIKh1aYziYdp9Ph9isvOx2LkkmnozS
IdfZlUEM0/mdHfv12b6JxYFoPPj/EuNlB+Krd95WN9USvCRQ7X2chIEf7a0iSIIUyMOuJ2MLT3eM
u1uribvAXFsWRaNqy1rMZnGN5aRalk9BbLR9dDHWC6O9LRr4h/WOTssErhcdflKMdbykFlEfu1qI
e49h5c1wH82iBbSEXhSn496u3TazdohU6p70h1TPyvcJW1ftbHIndOJ3TRu0XcC3z20DpnrgAzg3
AQ245wcVjkjjGOGpex+Ui2e1z7CUWuK8pO16xtupLD50Zfljz4ZQJrOtscvKXax2k7De/Ec1RSj2
1qA4OlO1zI6BopBu8gtVPY0y3Zgz1f+MHLjXoEN6vLBrxGnaXsE1nJBnUZQHYF3BTGN9XSPO8KDm
xSoifrn0QoTt6a4YuoaXrUpDn0aWY2SJ+7WRBsXha2tJuJOoridckykV1GK8mupxzijwGojdfPgX
nEIhMlsbGnyxakKq98lhQiMn6gsyfNiLO8npa9mrBqqw5UcrwXnTZyVMv1mPcq3C5fXZVWKZO9Zu
8W5l5DyQJQH0CJuIYEyIxd/BrrB4kiCc++DguAnd+H4lo8+mwwJnk7WmYxZ2b7hYgrcx2a5Gkf+9
pQcSajIFyEV1GP1d+Fg17LVzVvgHAOZ8eRLHtT47mHDFKzvOBz6RAJ494d/+XEfYNMWUMnDFdw5I
oh4xZHcX94D7F5/rwm0Exx3tSu+PeDEDpctcWHzvx5/7aqr4Zu5rmBsumucGushxXvPOY3zr23FZ
DoPF1OcZVVM4yfoUrrJB4cJwVRVSIpqdycZr8bHJydlQzqTxXHSkuG4q28uK3vN0CrE74qBfgRj8
cXzPx//MGJJw2rZMwGyTXMPkZs/3pwABVp+4TnyYQr8nS/SzWE8ESJ8d7UqxjYqCDZSXsP2UDh2Y
DazaeUo/k//1xLqnVCSsx2BBm5moPC03jlMbDRzKGlWZ2vz43Z7hydwueRAuJ7xd9OQguW8DccSo
qT+VhfgooGyzkXhJrGfR5KKzspHL6IMjGZsAWo7d28W8R2IPUXcFXSckL/nxzZyfKdyM5/seWaL+
jzwHt3WYgE9BOBxKD86kWJm9q4MrfA4kn9X5CwdcV47J8vTjz311eX0zwWxXumRDWDyztL5L++kB
HZEcuuw0aCjUZdkOGn4ty6lBg2YroeHDpap6+F7EnnGFpegx5oqg9zImKkCJRZHUn3VgjapOG7Ke
ELmiRn+AYMmaNBBqU1ntEzT58YI8FNvvisDBrcZMJH/8+KGETt/ePJSDlFLqsaXQrIGDt0MLjzNG
VZkOhxMiG9RV4H2ABjv7MSaei1fXFwNg5lJuysxrsugiKe1O1ZD2cl2Ki7qx4WkUZDdCwYG8Ja+Y
x8BV90vtyhAJRgon2VibcIFBbh13Cuxs13iTCcdWFjHWmJeSjq2Zs3eVQfD7aXAs0zS2x2DBHoUG
aRPIgXxpAXVev5AMd7/FC5RxsEnZpdG0lXQrRgLpGYkrZgQusGXLbY73ih9c4ROijIcFewtXvZyG
Y5nx2c7pGwPnFAyuKyuH9MXFBpaHi3IaHu2GIy4NwoaNzeqEJedTzBG46SkS4QJeG1AC55vcqfT9
NQEi1nFPnoc1gFrVmQ+rFhMcs64souCJaBgSLMK/98zJvjttKMc6VHs84i37+7lJO81owTtAHYYS
BZy9XiqQ15c8DgPWKVCwfofSykN12SWZeHfz/f7j9aJA2SB0qkyu/nYWEWslKTB/fThBma5dmpwv
We97fH7yWuJyBVI/BBhRyqC/s/m/Oo2/mcaCXd+DdknpK7C+W5uxctPUWprhY+RFOqtKc+I3MFIH
Q5R+LcZwmbDk7qny9tcNkAMDaC8Ic00MJJuKpOKUmxmwZPlmz4bMN8Pa0DB+eawJnML5GTdo4yGE
0mvKlSqjoU9Xhnj91NPMKtxc1zhaGJOFuJjlUOKrE5gIl70NHVYkgiByVHaNBNYuPgXGOzvkd9u1
BxboOAAmukxvnVd8p9zL7I7i7cfTFkU64jLkp2K1Q7ravCA2ZQ/zvNJhtsxeXE4HnGXeTQDOA1IX
yi7zgZKRtH3XPq+4hdaUi2jOp8eiVEaENctE/7yXMevR/3SBz3z88X52xnjDHl/qCAB6s66SBUB4
b2fiaAgPw+segxB8MPGvsUyqc5qeDnpFyFjFwfA8uhIFvepU2FCEZq/Lp3VmglEgDawp2Ly3OL9j
OlC04xXoeJDawPdHVjflcNKqIn6MkKkwoWYHIly6y6ihEf4eA7SRItF0gDrPOykQ5DBgy+s5w7Hm
Zrcinkd98oJR8Bq9hV7St11i6NE7bpRF5BTLk0w7m16ySJ1s+55OxJSfkY8Vutx6DEAbYmdWYefN
RKOnulbidHqae0XBlMgtZIJ4D3TDTPkdcVLUrGpphvKmQc1konEzJBTzTjh6aaOj68lfyz4pyOKG
sXnFOdpAx7OWi3KBDhi9oZPN6Qje/Xi4z2MBFj1FZQrydKH2AnHuvtsrK6ETcm8/nDLLopUKlWBi
DuGO1BSx30rULO/3AiLw4DfnpnAw2vGIsC2TAjvb3nnjPXPE5dfGZGqnRLwY9EpOo9Kl6BMEVkMd
RpH6NEClSeC1KBmCKYy2kHLi6oN9LIR4DrmWrXVslvFiIdIaQFYj1DgPp7rOqWQ5VOQ+mC1IVbQx
kleaqat1HKOfum0jOc7mmh5ZsZtyvpq6EluOeY8OCTcWkd/lI7QeamwkTXOhWQgatspxh+GLO9Qo
oVdBjPULmj1d6Hw5AVv4pJWNsUaesljDvgYT6hJylU7Ut5UFdaLYGwEU92cq5Aj5txh+OfIpW0LB
YSxdFBbZNhwgvLvXjR0usblfenKhu9GkBBRtljxGJ4aSIaP9+T6fgzK8tfQJQXogAgNJZxYOdTDf
zW1HVZWwKVmYP8CZC/3p54GK/XyJ8GUyp40zhljQbbMKxQV1qK7zJ+OXeQb/qtad00ItWKHLoLOp
O5qmoO5WBVDOkIBR2pb7BF0Xm/04+2ohIFvUTBuXZMB55MEfFftUkfb6yApNI5CfwYvidB8hhG/k
Ks5KFvGmbdSIEnQ5VpITDyhRe0RMBhY3tjETwm7gEMsmQt43x3ifEdLHeM0U4G59+xiBv6TOldkE
JL2HpUpTJBIIJ6XZwVfp6+y5j6fRfAnQKfiXfd1aVrTOpjDvEUPavj7oTuVn9bpJJD76q2rbZmE/
ZzeDX2v87wi7nmrywbGgbTCk7DwIQoGgh6XSgRBiO41kDT0HVUdcg+arWAEstcOXYyUwSkumJ15t
I4eoNwPb09XIqWjlC2ncSN8Lt0kX364xTnKIDi5lNnAcAd1MI1zflB5Y2qXnWegLBizdnGGV10FU
pY8WhiAUdgsarl1IuGPCi+GHlXnQ1uT3digvxpxa/maypiS7rhS74KYG37sZR4VTm9tb0WOe91DG
AreIxltbFiiUYrjrVybvABUN8lo3yq78ZqryCi+dQHXmpm/5Wbwv7MyoPqQZlLMrfLCw5uoBdJIN
HOvhOeyyOd05qGWLbW5b7T3pUlJtG+DOfN0uPoFpXXn2eIm2dsp3lYMQZdNgO6/WCY4EkbuxVDZZ
10FQ1ncGzrPDytSdbVZ9EY+b0Y/EgrGRX28A7KrgKoInjMdSWsobkosSRwVgE5+HzeRDXvYWbkbu
MK6pPdi/Wx46yXwSHUr0XqZ3bRH0mxb842nSQolMtc9IL5snNEXZXe4atDFalJvAybQjOgoO4NUx
lfUblGMc9ZtJuAsS6tRB+GLegMEZXwJ8p9AUpMVmDuNlW9dMVkljuQue1QK7IcleVdQDHj3AlxX2
XT1IMw7DuEO6EU3P5fzJzN1lpxrXrdaDlXcfhqSpP4ZO3d7iU7HsslmJe+VjDBQGZrWt0lqX4tDy
XxNMlXvTjeeNRQ8sDUHJW1h5EeaFvno0ayF+Q6wUfwo71R5mow1vIvDzy7zDen7VNx22oUllAdyN
Cx0ZUpRWAdJ4FDOqv67SZNLSamu7jG26zVLXBncf6mgFDWv+Uvtj9tBAC/pYYKF8BcoeI40zC6SF
bdps86Jdrs05Dx6AjfMrfNbER99eZtr6av+iLMp9LPywbMhF334KqMsgokqM9YA26EK0fc1pUnrF
2sJ+2F3BrXMv3MErH2o1Iq4Hd6aAMQ/Gc2Qn1U1Q1cnas2z1YGUe5k516+xHWdm3thMZm3EZlq90
kKleIi8Bw5uxhqsGvGO6JbReLEoAF7KaswsnEfOHxTbUrReh7bcoreFJmqqVgzHOdV4nforrQ+V+
hGrjT6jJipJPobmnAT5wXdfujDWWD/Mf85TwDzoVPgVe1b9YHG/7Yk5RoZEQIo0X7IdJZj66bMBb
Y8pQJ0ZSXjhLUoGvdzxARBPFR5+8kxB79CxzU/lV+dwXqXZWa9LqhqmZrIegxj1M2CXybFD1leln
1k0EEPU8Ja5x1ditj6mcF1wKtpMDEvcGb4K4fAKLWlbVMqTPcan7iox2OX1skMOtwzq0tDkK2slx
HJDQY3pVvrChFs7K5ku64uDJ1jBYECTNttH8ikq934mlTi+zvtb+W/GSHaixqcPIYYMzYVfueyig
K39CYOmNSWMjxa6sLFsbyRD3UYehuhYBRUX3myVVeRdTH9wa6JblJhykmayibMQmcimexpSC1tRX
v8QUpC6hZH4esC7wcpTMUZ9NO6OX2XoJ7GaHeWhtXFqKZt43gRsWFzwYZH/KNfUdEUUcIPYbw2HT
NDZHcmykCkOcsGZ7RSeraVap+dwaxrQeAwGV2K2N3wxYlPGqxkOxXHFX+RdvKcVFGhvudbXMze8B
PnFXWaoGFpc73UauM16hb0cbXHo4g5IBN7+hHMUddBbeJ+oszaEIG9PdlHGmdt48ek/o5op2E+Lq
d4WCSUI3JQj8ivdHPIOc0iB03dqQbLexoKthMzk94FfY1TjTCFmuAhlg4fmri//r2u5azOlK3vAV
TDV7Y1ajuowXr7uvqEJsexsFMXYlAb1pM6glq9IvQh6IpscmLIB7wnbjYFHE+Fo5M9sPfq838CFS
1Oq2Mq9GuMJb3+mLR4B+sZqmxX8OnSr6lEVm060qSK+LbglRP1gB3P90sqAVJrRw20eVn/yO3V53
IY05fnE7p7t0Q4VNbzvGWMYsNjZMIfqsVZePxY4KVXOV2DibAcZTXnDpi5UiN/niY+KEpYHvH1qL
7kdD50YXON5hUTB0agtOG10Xy1BfN8l8x41/TvED+0wn7RKEgzJXlTns3Q1NGlp/SfgrUQdXmauC
u0RO7haXlXbnNGNUrMSY1IjyDHHj1hPyiNr8HQzOvZ6ySa5l7iDhDiystA3WLv146/zXxbVjyGsY
fK4w8QkuandoHz2wSiouWZbcGZFhrzmEK2yGpuHCCwykiexm+3GewwuXz043cnCNeyQeA9WpMjDy
3ZRmdF3OIj9OvxqE4MtT09H9stguiU9GmeEPB7aQLI0G2rzMI3HCNMIhGUmgyBFF2kGURP2HBgWx
BgtfM9C6GUiIT/DEKRfqxlLVzn3vd7rGk7GhwIw5pmi+Qn+cXcSFRYV/S3/vLA/WUx6NS/Ikc+ay
2qSQmPkVccS+Ca50qiRfcfgFXAk/F7PusW5bWfRnWp6mREXNL6EIChykjtW6YCkHH62j9Jv0MihF
6X5mbWq8cTIUtex1V0DL2Mz9MCy38ESi9qINDSSTWL3WM9pzZ/TKu7To1dCv0MWrdNtDdI+3Rtc6
7cYwSl2CC8vZ/2rCGQiv4FxaxbXtZoR4BgTdcddIty4P7tiE6a9KRBWKSQPYLbmnGh1ql9M6y23z
GoB2Et4eTCqiv2IPJwK2zggDdN6qITR8oLEGd2MSxKiOd+GYcnCtSNJFB7w2UX7Ij8kuVjNlvOkt
Ih0ciyCL4r2rKyYNpitzsCIFKdRXGDMZMlQVm5348mexyq797HYUAu+72fRYYr6s6j2GpQ5m+ore
IN4zAZlMtn069jgYNFZWfjzRSovF0uUJs47K5emYIQf10vjkIDGvkWZuVvcHWZPm/OP8qdOFSRQa
VMvqpIIKcgyNMUzSuO2JFVRkdFRiI9W7wOFUajrxqIIQnztvGzocfu0dsRRTeCTRIqenS59G050e
AVK6Xnyjm6M9lYCaz0wGh1dhLJQaL+mYSdCObp6C6hEbKHNHs5HnBmJBiuPvazZPhQk8oGh6vE5X
sIJ1hk/FVbOWTuxlbLs0qS42R10VxLSXjzjmEfVUama25nlMfyKKTVKCCFySBdUYL5tHWFbGhZ6T
qBZs3uLxbjIsQbtdeYT+O1I6Ln5Mz9VAP6xii+UGTWz05uNP1mUssYsyLnN3cBJQMsmrqfZk33Nr
fwiHqq3+UIEn2/SavLgZgJgRX5v11RLBIR/WtsnhX2iT+pF1eiRdl3ANO6gl8eS/slQrWbMYAQ31
rYaAf4wULlkGfDY4BpVtQdnLLLjTBcJaXg9Ns5lt+ybGCOYySuCWPPWdq+sznunzQrKjCEXZRQys
EmF1wl7rJ5R6v8JAjHBVlaFfCsns8dLlCeopsArWuSqmKbSMqZWvKijvHfT8cQGg2VsVXoIwRY/v
qnFtDFm2raQZH+Uz0HZG7MiTHmx7id2veETEboy3OTGRuU0x7GdgAryX9PQpWw0dlVXtvY6Iq2eu
OA7TqQYYuaNP5b0IqwU1wICbJgMaErDk4ibFQTDHxzmhcoXXBoLx/hIDYo0fkVnomqE3xdaU7osR
FhKxT5i1M9Eg5WNuxbVFzju28MThr8fOgOGMUkJPPcxxZPMyHyud/SKVrNYmszYqNDDVuJ8oGer6
sqKYY8brJCVzuJ0iMfk9Bd5YPxPtx/VjY2+myz5eMwzkKJOLgZHu46vE9DRRP+heECYjZLmu8Dhm
d/EKrXnobCkT7mKk7ozDsFg0ThUk+MhyCPTz9HvKtmA+mlBQ6O8BppQWux6ByfA7WVvyXGqazIjn
Y2Bl92ac93BmJqdlHXZtk7pPMcL7/CbxYCfusGMtvcNxL8HvV9eZq9cTRkWFkTwbYlh4ikGZQK7G
YAIzHBcdVub6nfeNq2trQw53igbRQ6LfqJ0rNopT8TZT8NCJel+Td5RcTEmsAzSFA4IMCBxmw4UH
eOcnws5uW1at+H2UFJY+VzGh9EsmlE70WxtWtvhz0b5S0o4oUBeagtPOa/JYYwS1a6v7Ak1t8Vzb
lDLw08BQfjZXswsjKMENSe9HJ8gyff0HHBx9O7kBqr6n20Awr2ku69bkg6/4bx2MVCeOr4g2jbgs
4dHkzyFzgfRx+lUmJZe0MG/hTblHcuPyWk4+YpTHEzsLpOBNITrXp73tw8xM1g6ACt8cQ1MXIMcy
YlM77tGnY36WKTBrgAP/144m02OxxlqfbwXk6/x9ecSpBzfitdqz1IzYHAYHlpxRW+Xi8biVwaxJ
WRMnFDT3TcqN3RFA0WVUQ30YsTZgjhWq07/YNyOAbYjqpHnp7VovJHAvfYsWlqoMO75hDYEJPsh6
v2x1v5xqheRVL1+AH80vPk4TYDP9G1WDK0S8OnJpoOzq42cZSdfZv0p8parLdLAxKtycNmLPNGbW
wSIsXUCzEMBp9HEIE24uCGY9XMf5olykI8k+TcaRLdFBPbY8ofSEjHmJfBqlzDrKAqBd4vkqSz25
zUUxs500U4px/CWtkPVOADSoYx6sjNj7MMoyeZqS0wc7VNqjJOz0hefpCX6s1/7Jx5hDXRMd6KfO
bovHyKs+6HXx4MCgJ/1psD3oPctTpcnE1appI73deGOoj+ek6DSpSeLVz5moGZHTAWHEK9eIYqAB
n5JuAgHBb8+2f4tRLQONOdXQtxdhUnY05ooRPeT5FfCn37R7CyNIv/xYBt40UdmmyQBfQPkzE/6v
BM0ZrrKCpq/ieoCCAP0OK1RY3z5eK3nipRdo5DSZZvFAlCvqn/+Xs/NaruNIwvQTdUR7c3scHAGS
ogRpdNNBaDTtve+n3y+7irNDKILc2CsFKOCcNlVZaX7Tyy6HdCer1TcbyK/YApTt+NdQWg2tbKd3
MTG9eOa8BcvNsjYZFZiMkHkyTgXO762ZIwGaQ9GQiTfTHIf/+CXp42f/OHKMcjjO76PJn1CAcnFV
QDryhmKIwAP0AIKppTzAtaslA2j9jOMqLmaP16mn6urw4t99nC4cOrj8sR7uzc1eY01hMKxt2nua
/AydHhsQQFzajhIc2I/R3NHiRDCzdMvLbFBSXpalg0T0Aqib0vSSOOkaoIiiZgOM7IRiGYVBZNi/
5ciXl9FtVjtZL2O1oet0Hp34OcmMFfXDDrxF0/05WOvSXRvYDChLdDB2uAud6Tjq/WeVETjjG5D9
Y3kdA5ckQX2weSjQVCU18YMBG7kn0+0l6qYAY0nMVlzW2QotVnzr50xl4WYXC+JaP8CiR+qrZ8xY
ysnUTL3s0DxOQXWcspUhundpFVoA8VWZmvcGQqLPTKyHPKZO6VOWS3qAcSY3WuLgc5/UEhwgxMpB
1XOU8olVSakKOqB25TOy2V/5YD0YMgbwCelFYyKo9WUTtCa0SPqRrknp8hlB0W5wEFKHUYRYKErV
fKbFEczfJU215+O5wCyGFv0KqJaPns04Aec7VtRQzUPtb0kPAn8kO2Kqs9ogkc97UfoGHed6Xyp4
UkcarYf0NUIve/gwG3iXDpdvky/YXLwXS/GjOpIWLqw50mB1Is7RLIc3hswDVzCGgHkQ8Bsqma5v
kFlasOabW9j916JAZ4Qwp1JbmjBob12ZbaXTQ9NvAwtJr5m+tWXQuwBa5h9RuQT+eRdGMTMGDLeB
/T2ns1OTjpGVybZZ7Zh9EKLMxH3q5wpEUHZKBIGDC1njUXavuRBOcBkZAn8y8cYEyFud1dlGK12A
dMiXl8s1cMy9Rq3Md9DHv9drRlceoFWPAmRgWoyOzhH2MzU29xQuE2C0yVXpMmkD7jOg4Y3BGfMP
VZEmKGzISY0cKs9MHfJ6T0NoVPdOTZzfOjWY26wA/sRphr41F7fGzHhkOmAb5SIgVW4ea5oPmv5W
tTnK3o9TTo9huwsUVincHIm6euTnbvBSGCuqo02NmOuxkSNHh2zEzCS2T8iO84/5vBy5Q543/KTm
z1kau+3dtOzOYj20R/Yd5u7OlxitA/XnKc0sIt916oDT5KimSBKhllxEZsgzUv9kz4XkNwGPgAPA
rOTs/PY2J1sOt6Qf5OWb7kq/CVl2KaX2AZ3J9OJMpPdkUjVHNX4tKWY8p22PwoIOo5P6dXtKmGzR
xqflZOJjogAp6j04Yygv3URSq3vrw0QuPTiGqjrl1gd5BKSFr4qKVc5i/RPtA3lFGnJAQSgHtDXg
+AdmOHQTD6iC2hTd0Mr9f4MSpqixQbdeZ1mu9bpKFpNavYSPHtSlZMz0Wvg+TR3Rlzy2SMy99nUj
p7CDZPn+msbA+jhkPIZ8pFBHCgRMV5a6Ogd81dCgR3mQ0vYdAsBtcDp59uaGyrMw9F3hBlDayaI1
VUkqCF2ed2I3UolpFuZsBdJHQSWiJeTuPYRlYBi0N4AazdMqL2NTxMmGDjZfpEGLVRgIwkUXvTta
nnIRCpOL8pfsT7ydOz5TyjW5liOH0dki6qsgIS8C/kHXe4wXAEwnvbeov8jGYURI8B+PjE01bRIH
Tz5kh+kOBskp4Ljh3VCMHr0htZIrg2VLkXTM75fVlnmkSnb10Q25nCzT7fFioQ5JIUCJ9seBxFVI
yY6uBgsGSVzKZ/uA3jImkCRPZVGDuxCWKpXpJ24ryLpcRYoin+aW3ijpTWw8WoqHZlcD9c+UQNmT
4K2wco53dMvUWtfPzkidlS9W7Ra941SuuWYHuH1ToFVNXHXGjVkEXX9Jn+IYXuhbXXRcc0Agk9er
2l0mDjf8pM9QjRc222JGkX4uBnTzACakU/GCs5K544BtrpFF1iPlDJY6gnJQqTYzhYHF46kn5+xh
u93AU5sICAP0kJMwWBZJYy27lEGx7s95Tn7sCwxKwTAfF8tBvgn+K4FU9IqhhgRvDYGAziXxXZUC
oYry+lEDtzpaGHSxeOuBPwiWJljRXF+fQ9qJCPT6ioJt2eTy3oWe3coZ56pKfLfNhrWoAxCQaMlL
VP9LFUDGCnDgGZKG5dEjnhAyDPUhUiG43RXMto7y9ztQNk7Gx6ZDzIxwjSagPCLUod2grJnvldFW
X4EbSjmgO5q6pKcWk1xf/4RjpLQX9JstFOeXbUqVqJaDbmHCR976/hU4MfDdqodv/Vm3XNokHwMb
CPNq3lLfkEfKFO6AqhwLWYHOYCKiLntfq1hFv5LITZ7oAexzjGG4UzulX8NleK4I381nyvZq+1h2
IEDDk4uAZ/cG+FI4UsDoAzaFPh0VoUEDqQc4oASDrKNMsa5+Ouz9/Gi1FbnKDYh2P0PpwOKHZanj
Hj5mch6sYSWnXueakvb0PvaewFqPHC1hvxL/dD+loaiTtLJHIRNfEFUqOf4iaUOjmAw6WAV1LAS9
Pi6lOK1V5tZ4oaDmRfmSPWkDieQniGVOOHCQQmtryTIPNYTC7oTKZ3lhOiKSjMsBPSZ9tQNcBgpM
fzWEEclkWW4o8TfMk+7AAIfWdqFHJ/i70goc9iXIOH5AHFtSf5rmklnBG2PVhQ3lwJuzGxZ3xSYW
bP5yNA5VL0+DaotjE6G4KHEi7lxJM3o8oXjZgnOWLVhhJ0++thgt/8ESxOR5TsMiSTKsG8EB0S/d
uV1vx6Oc0lMlJrNqsO8qk9LAcDLH4zNNoEN0IVVaU1eBxFQD6nvARGzMwTadHaY2NBJ2ny7T/eJh
qPRfbD/uS3JFKj+wjhJ/mqzKTq5ph7ArEpbkaPwC2CxZAqEJwrIBJ8ZghGYoLHiEd1N6VqjsqdWJ
YY/f8YvjgWl0gZly36pmbjCpIAC1BTTKBi+kRIK7RlrpTRGga82moqfL7nMhd/JgwKhK7je4nZS2
fZ1uATuzcMQNUDcg1AGgiToRXk4T7uh48w3MnY5UVLecTdU89sFo8gpT9XBD9NcZYkCEkGKg3jOp
Q9emkp7Cgoyhi+DbUg/b/GqkwEapKLHNstbH3YL+Qc7kV+W0P7ewXlYPDzPkNyPple5xW6Z/r71J
DnULitrOfxkL0DX+XWr7Mx5mVWwlExI8AdArcvd+n6Zz7o9b9zf8m2ZeLwakx+KFUtsqL36LRsb0
+wCDwg0vEOaQ0gaLszvBtY1pDt3tc9D6F+lGWc8DhibdEyqySCrcRSWV+KctnSfnod4w7H6tWUb/
8QzGuq+lP0Xzzc+HnblmXm0+7XigU4/N0k1/mG3XNy+B5cTVXTxzfaConGHLm7vCDo3Nuw677d7R
80snJEZZW7cKJXX8xBpz2Z9sZKyRdc4R74obOyAvSAi/wE1cDPlOoxd508VcVvBfzpAuj4i5+Q2d
Guo760O91/VyaQF3+beRsd6EgdG+NE9hVu4mRtdDNI70AEMIfNnNLRcDFmjWGNOzAXoYWw1UdPGU
OWWMAFfj5NXxUjgQ9czaCZjWGg1WQRM+yxsopDAfZlh1AMtcDAAzGEH5KUNzyafUJD74F5Nt4Fy6
0DW9DzEZvk2ijSxjED1auIKN/smZLXPdLzMzq+Uj1kNV/7XxMG77JZpTb3myrGBC+N7d7BoqZYko
e55XZ9ZeP39s0YJoMUwAs/AclUNjPHnNPLVI6KZD+1dr+n5Oj9Nwxw3XJfBOxRVm7ewiVTxBDqQz
jA/zm1+igmEAVPw95U0k8bc+duskDIlYIjLa8Di4sYFgc+4Zqzpwmj+9nfSKJtq0kodrco1qHAZW
khgfQMbY/idAMjyZU+9GW4Pu6oCbwTOQYGqGbKuQz00YvdTbqZpMuqgYL0qUMACxsFVbdVDoRFml
+PYRirIGbaDfQzrtFAcqRWqSWDppyCvSAbQVBUvhNyM7oge8OgDin5kEStp3fEiu5pdEP8nN1adY
1qF4AveKcYSeZcBAXEJ2GPsg3i7rQavTB45qeaoRaYwj0xGbHdBmZyDUsvGnhlZ2dg7QF4ZQYu+7
91s8d70ZflxF2T1Ezd0i3cyyQEqkHX+S5u8BNhmqxeORiP63ZpPkaLU6otsQNk3z69iGcf2WjYUf
/3tB4mh6QOPSrD6P5eg2/1HjTXW3m+47DaL9sRi4aT5k25LRYfZKc7QZBg3lK+ymYrs2dBen8AZf
NFmdi5PGclAXau6VHVlJwk0iv78grpLVH7wpb/FxWEegmbFpQxn92FlTUm53CNaMsGYmj3ICX77G
WgZSChTcP/pOHe9/TCQe6HX5ACnnc1EU9AuuzoiyP/5ypZ1bxh0S1lnSzL8EAx8fdPdAfaxofkrp
XvkzJk+YUzaRiblYlsC6PnftXCentTK99jr1HQ5QgKZs49xRcTYv7Rp1gJ+2JclJAbywuGWkRTdv
XNLyLhpxPqIiACl3Q+rF/lKYRme+DAwKLzDHVkZGZfmvYsy81zFsi/vGDqe/OHzG9hLs5naNIy8e
LyAP+dIySMcnmoggY/u5Xf6eM3pw99R1zS8pXcyXCpj0Y5jP83VaIjbiSH/Z/XeL/EZ9GWBW93fp
XK5/9S6QshMu9EuGSdrUvnVJi1UAItr1JaCZ8qXH4PFpMXP3A4QVB6X/BXbVzfZwnPK9NX/DW6P7
SHQrecu5m96yqnJ+S9veuA9i4rznYmp6b5fWgr8eRbb5J5wvolrZNuPvpCF4d/Dyy/4UN5MTXPAb
8R5sut//pge9PjpJgh+R3UdmfWIEwcMr2sF+YwRReM8YhfDPeBrkFg6qCa3ovs/okFv+7N8lAZne
CVnGxn/wvD0r4MOGSQ4YzB7e9roCgZTYvmOeXOZ34CjKdDlvdoYCbm52z0CsmRbXQWkXl5wCibld
1yBVnaFkbDnLhzxOrD9Cswn+nBYr+ytLi+kR5KPzUbyDzkXkx7eotU3wS6X7aC9DEZ5HBqjryTbj
/tGy7OZfnG2cDFgkFv8yLLe+pQn7jlLvt6ny0z9i6iHkVJb8U21GuNbYY3TneeZ6czD7+tNG5fk1
zjz/jC5/dluMHTNPLAP/HSx2ySR2stezUfvdC5Y3hNTMSOcLCLuqu3OqIPv32hjWlyEc0vVazGb/
F9hXxNBANtIAdFNjRr6ySIgscWut565f4hMcrY1JNe7QL+GIgeXVnOyqusxRjS/PaGYzvqLB8jWP
qMUudTKYZ9tFJNwqVvcpjz3j2eOMf8KWHdxgunlfrLorb1Meo3xUrdGDV1cJmMhxWeIHsJtTciUu
NV/CaUs+NB10jWtLBvcZV4Hl33Y7JgygkT9OcXZuh/7CjThfHKHtfzJX6EtMovPQPLfJioo5In2n
IYn3G4yh6q/ScDbv1zyckazhL26hzAf+g3q++xWtuTq+N5Gtn35DQXrzvOdwWYMAY9rK3CP/Vy/k
Da0F+lczIPq70sVvD2NqlwGq0ZwNDIQmuhj4eTjXfaMVDKN8rNaPO3Y347O9AMN/AJ7TWg/00Qrr
bdvGaM3PYbSE3msyg+iYToHFbiO22LSMyezQf6k+mqZdFRz8bEhzrTAVM/wITxG+tBryj1mxFyCJ
8C6tyQcfgStzvpf9tlyqOp6C59XMEYsfGph3H5YtYbRbz4ik3Nlbtn/CkHUJTmbhDZ+yPHKb8oxI
WIry31oDSTvlJgN2FO8ZapzbklnRBU7EuN0RdzvzgWVQOijDl97+U9rz9zhhEV1yPdB/cE2AmQA4
+R4nbLcbllZBs37aDDNa278ZrA1d+YpUUVV8/THhAPWT77/MBodsszgdWC02FID3NFN33e2wgeD2
KW2Y/XSnAh0SwkLqtcj40413sZq6r+zRhg5XeGhlPyRJa+UeQ+dJ/tOWccMv6kGfY/YrkP9DQWu2
nE1+7/jBi5FW9M6M61CRhHPh+v6fvj05/FsO54e6CHEQmdpMowve7cmFGgqUfMQAzbQvEwMLfhOi
2s5lhHQ3jC8Wy1p6Tvk0za9EoXxfr3MOYhF0I96cTnzK1IUadGi5sWC15Y/jxAzKl7SESG8/oL3v
8fHtvptye5QVqwnuzRkivlPJcNXIDPXxzeuTKCp/q9WDWDjF1+139m4Y4KpojZPpfERHbc62xwpQ
mj/dWN2e2z3564CE2OcE8RFuoHYZWbhXvy9Snlk2VFJopxFHN8a53Qxm7X4zc6m2Zti0fnXvrUPr
plePYQ3KKS6zqTIDB0dzFH9bPOCm4kPSLR0vbIdmm5kPKaS8Pf5Uun5m5bdmdst4PzN5Eh2VtFyQ
6Pgck5/4f8ZlKJeSIaiPmlKBaAFsC/0O2FSDfGTrktH8oltKkVn4SJSI41HaXulZ747zArg+xNUw
og5FgtQprJ3U0OgTub4dzQxUMa0IyF/8IEUwrxzJd24ZEY2Fsghv3p3EAmtSadCGsAG588bDm04v
IQPeIi/GrsVF/hqPJOfVpUGqqk+vbeN2PETXagdWKDK2TmXcFzFDnfqi5YSo6SwzfsxM0wnWe2T1
0Fe6JJMRDMmzOdvo1516/B88fB42LAKCl9bs1jX9lYFpxfzExsySb28RTeFptMHEIPEBTS9W5gOW
6ZIoliE1h3manS1yzyNGxtaHQQmkob8HgfF5HfPOuzfyaE2uie0OfvYxB63HNU6Z1/KnP9nPByHs
/zIHPWjyEIjY1Y4L18BHLOf74MG3eyFY/ObTDC/P7ZmQ246BnWEF7h5XMMyJIHI6o0+r+6w0++gl
SA83VDKeWzpZHla7VWOL/KDtt+D1Xw1EDMMEjyKWDl0FxzciuNlKv6RggOPfdWDCq/gMoqQemgt8
Y6MOThwSJEYPazuYPN0ZeSgmVig6yvdpmVTQMYwOVy+mfQMSQDRWdyXs6vER/F4KJ8B3Txajfau7
pi743erU2rhC3yWLUaCpxVhTtJlh8TpQacJ4kzqqMmYRVynHQVRmtM5bl9clmmwnkG4RaxlvXVw9
r2iZLe34VFqWU0Xf/nCzy84AZz2yYisSmTnYMH0cd5f/kEmOOJvsVoBfsZ5wJE47V+1tdbxqhqVj
sOrRW1SEy9QG7Q804hAM0vqM0F1Eg5H2Udx/3DE88JCajYsWHcM6j7CE5y0pMZxmSLOmeiJPXfH6
2fxNqJya0TnsSWxk49moJmmGEDurJvno+7CrWJ0I8Y9I+Wg2p9YOzD1s4rpPTKI8q7uHOCNaRna3
SS8SyrHTxxdvRl8CzATSMvy5lkCM7YNK2tUAhawXrfOkWV12C3mRcRlj5KBl+hKj4Upe1Pn5vwZL
6s6rPXiUXA91AZ0QhG1yyMtELLnNQcHXQN7u8cc74XsKL4oNpoMiNN+DuF1g2Y4Q3v6HbNMLT7NI
ov0FZwdp47cHq1+hAvVQQKtWaCjGj7/+e84qX2/T4GG50nSJPDp477bhzNS3qdxwfdHTbQ2D0tRV
NXtPskp6dLCCZFPphuD/C9Xflm/736DAhkQEzrMc14EU77znFSKMEsgYMOe1udgLP5cji5RMMSMa
mMZ5qgYnxxCvbRr2SrQIVyzNGPWil6UwDHq1IsgUB/mnlHQCUfmUv2O7RsxM2HeqIQCHTzhjE4Ob
7OvUhEk1/1IUtRxpWogLE+XAr64JgZuc+sdPHTmSd3fKYYRCCfEccTPEY97zZV1GxtBfx+RjnTQo
jF1JR8K6uZGKsOyvA4IQ7AtaEHLSgJTxIRWqEB41aVthOIT36lY92GFXYGvcmtM0fRjJ4Otb7Hs5
f8t2WRG4dma859SYUXfp1UxmKsExeBeNllKI08BFHBStzKiSb9VYBrzNpf9LGcjo4zwYEHm3Ky0l
eVLh1MuH+BOeoiBzh9RivGCPdEoqtyqks8/hQcO1VqPDHOkB5OQQHLbYw4CDZMLZLbmMHI3FFNSG
BlwC2aErlJuE+I+ER9vDBQ6pgu0DVkMCUwgNo+cAL+fykL9dE2cDmk0hkU0nJrKwnG8a7aWGwuaS
orfw2QGWVHyB1wk4SjFx14qOP5MLEa+UpV04Pe6+IGWb6hop2fJiPGB/24QrPEkXr6F9UtRh3Y6C
digDAQyW/Kx5nBfOu+bCzIMeU2MUYbqsJxOHjH16SvZKYBVDHgmeROHkXbM9UFS4q3FHWpBEIw77
jplMcT9YZQJUVONBx9WWEa8as+eNW0b3dcQEeXvM1fRZX3DQWQJCGftQJLqHLZQwTnkmEyucTOPA
PVU1ztgyHmq22D3j3DThy9TkVPPTR8/Ennm+C2kplPbN7lKXadpSuDJIgaWQcF2bengTdmqka0VW
rDg4gsnYMuNmZzRLEDtqAgHJjmCc2YF5Qo8j+ZzNS5v0DzYYhPQhRbWcxK6lWc0XaHCNabg5f82J
35EPbhETgLe5ZS9T4mA7azAT09MincWEzlwzstuCuObCrIZD1b7XD9M20MXpr+Fktft4I6SHBPh+
NyQF1H9um9PAXNPhf7qZmLsnzcc46JH9ixQ80Ql8GbDogRW+9Mj8nNcRLNUvW1atdHUVFEGPnzgk
WWL6Bz35QXFA3vrorsCZNCxda1kVlgFo/d6yQ7xbwNtaLZB9IIih+aVFz6Qgh/bsHrXw2LdF3bAx
qLadJy+xmOxh5ZbKNFZvRjOrgzk4tV1iGe1FY3IT9cIYxMoiU3OVqEWai4ncVNIj2E6DWmsTKNmH
ZcuHKoSVIAOejTo9ObIRnSWUavKueolzaRKQbmjtZF53HiDZxl8gQ4o1cWfX9P+vTKaWhW4DPBiW
jrf0bT3ColpRRn5pmloGh/Dxi5GOqz9N9Vt5hJGFbUk84OxvV8hh2R4wrwaDnOxxCBWOrGW9C9IE
lf9TZlZp8djahtu1l7Ixkzl6GSlCWZMj9TphKA/9DrzTojQ6jA0IAdvbYy2ijKCmxqpla+KRVdD1
0nJZ82weUCelLKtRARxcMiWzCCgofdVRJ5F6A1DA+tC4t6LHETg7GwU2C8zHuUcuQj+9fTQGbjlp
OxPH2nYIP6HS6CWQAxQbQaGslyPPrOJW/hKAzGSRYDKDsc1rY5UAiNDujmewgZXRZzWsTtcO8/YL
TNadPyjIMxhEF9OUBNMjg3wBbohAC9cdM2hhRxZxL/APrQ+lR91OXVobnUF/jb668NOLZ9cuAIWe
Rn/rkhmLvAEO8GdrTWcfWzW9zRZjiQVumC39DqvthP9cZpWfaErh1TWDgjn28hwCyqyes6aQFez4
g6BWM0UVQFrbRBC7tyndzG+yzMGOvp5d0JNOBdnazpFAo5rc5CS6BRmKA0l0UiCqzpvAWEJ4FFxP
AR+DUJBwt4QQNX/oM+gKxZNPHg5WJo5AogafO6sF9QzYPZL/p9NxV0FtDLrfc3VuZjsvw9ctCEL4
awqWqK9Hw2EUYGSNDbd1ftHva1IYcgt2KXUxbQBDAnaKKJxYKuRI2Y835m1IczxrIVkml52ESaUu
O7epLNClZtTn/NJEsCs9husIW/+dCBT0Lc5EPwz0HCDr9VAPSRXyG5SnxJhBoTAJz8dDJvQzZsZQ
sJmXD1XFoCq/b1fqXPM6Bz4sirM3gAJa7nzFV2gVIj4RN463kn4ABIJob0LhmR3kL32DGiXoKKgX
nXoZdyswjw4xCnClIR/6uIwV1M2zI5enryN2NS0CkDEPuUIoPpKAdIr4AN7RlNm/j/h0/WlWAPBZ
TVMZmEnBUqqBhKbPTOqA1FADiM+Sv2igUtbDvEc9CXUEtoTuGHTY3fLlXj0LZiDxxgNn44MmY5uD
i+euNCGN+ZKMdAsVAfdDvqU/0L4aq7O7kJpZdUGwod7eTYx+wpuNBTTBwVMsIJ3N53YiMH86r8CH
7eUQhqwUikwzS0oEGzj2A78UkLMmySgEdrbGQ+w9DERNc320UQBF01Lft15E+mF8A7GAAZaXo2DI
ekCtb18H4ShgG2KCTCLm4zS/IKVEGmMhaB6cUxuR2Qd7Bv0Y3xaV/NWTt3Nwb56dV83TOrZGUH7w
ekhYDFe9Ll7+RhCHYHkpY/AwLpVVF/h/uvwjuazqoXVz7DjDteiZ9gSnevSku4UjprQ/6DVLKy0M
LelfsC5C/iye5NXYSUhjaHBCBmynverBIpzmMFj4ElZ1T7PCbeJ6jJ5h++bSvwJLxyf2OMvxn8jN
ELhFhsaN16/OzBDgzwXZaW5Mg+fo7XKJiIVxuaMzUWCDGybTtE9+jl3VbxAvpE/n9KH06YZ9lZWr
2kYkEAM/6EZRotqAbd/KppwyJkwG4JVYEPo/rifeVxOgPZBDQfKHoolq7qg2/qeITMu+h0DROC9L
xjGDw3uJaTUTqGOs6ap1N9jLjss4Q/TcyZ/UuvvxVfyjlkR0MRKZOPpfvJX32iyBmRo+Zpb2c3jw
l/TWKVJWA7DRo67N11kyEA0irBRZLVWZ0Y8v5p1QjG0hmYfyD3gXC68ONGG+r6vzuBm7wYvn59Rb
ha61zmRZRJgDJKoZG2AC4Pzf/fiL//EuPKbolkOWT1vcosf1/RfbY4iTSeROz546cANI0yh1a0G1
ye1QF9S5wJxNEbyyROXtP76M9/dPY0Gie2DxECik32sHMu+ahwT6/DMmFaprmQr6nha2YNso+4Wm
oWv5H3+zhYfVd1U8TQU0Fm0XYTSmAsH72hZCVYL0c2x8SBUnpMQK0/KvYd61PSTSgz+lwUmrYutM
YSfxWGNkXNCe8a9WC6zhZ5JQ75eobQU8C49GRWQhYfS+3eEDMEFQLTY/6Apbo9nGgyuolqiiOnxD
7ym2jKdYMD95Tu+7HTbCbUhH2rB+YP9wTd+vlN6HXu+5THGZG7l4gOpnAp5tNn/ZkrFzJ4i5Y2B+
xcJY2tGW09fW1w6v7yI5Rx1+CbShkyCC7eLNJUiSn0jhvxOCwU3DdTwncIAvBRai/O/k5Tq/2ywP
qv69YyG9+6YRgCMQhp8JFr+zCPLofgG3sDHX8cE6M4149yywjqY86HYXE+8w3NPfHa8f2+IBfREX
VSBODkJngMNY9YfNu6D7s855RDo1JisIhpc1QHdguda0cYLpm+LSUkL7wrVMVML+JCuE7K/ZQNx5
bIy3H7/P9xsffQ/XC23fRofFc/8hLkp8nlHBj4JnDevU5XiL6gkBX5EtwoMbiPMTeE5rrzxe6o8v
wvveKYgHaTssqzAg8KHm+g85Vs7QWXrf23MObY5Dbe6GJuyfozkq49dkXQ1Ue0ZjA8j1eeckYQUV
yjEsUypKBepl7ssYeFtb3EHJNsGOxGNSfE0NC4sQ5+QP1oxMZDiR22Z37sYAm6IkEQmtxbITenE0
gpl7AYmVY0+nvV1FHw+zGzMQJXfdW26SdQatxskPsv4t8r2InmuvoP26r8eSaPjIacH+CBRiCEmq
IClAXagBQtXZwAEKUwQf2D1hSPqmQ6sPWdL4koSRl6HZ5MxBP1/pyDtDWAP1y1Oa0HOxAc2/M+fO
aBPuIJ2m6q5Q1KwkHAQDVNppmprXwCMJbPFCd4ZxfMTvF6XdK+2D1Hz98duz/rGG8N8gQpkeaDXY
fO9PLXy4Uxdcfvase+qtun1yJirJRxqSMIswV1rKiJmnQmZ7St9cNy875fMEMl0adOZeiBz+zjiY
nxQ4Sd92xRCv+c1cURlaAI6Gfvyzke37ia3PuBaJOJnwWAicvhfbdfBxo11u9h+oolqv/gvuXerU
N4VC1sZGWhsN5NMhkXZw5dQBkc6gY8yf7Y53J1OAQqWPz4gf+VZAq/ldQJuBifcBQ70PwW4wVKeL
GldOcjHWg+/5/5WHBCYIZ89hbh2If9ghaPc/qRnTGQBQuVd90KNLnTZ2KinE2C4jQyXSIu32kybz
+8kCIQCSfxQSm2ny/yMpLOZOBBsXXMXTPCDQVFR8/p/fvr8MEIj+FESDzPhiC727n/l3/OP7HRpW
YPGkne9ykLwL6XW5peMWWumT1upfCAhSyH1nI1JZnvAkOkWK/vFu+scF8JoBBfto7FJoEJ6/P199
epY+HnvDIwq6R/Rwj8pOH7MJaFiJyx7tguzOA9sb/P7j75cb/N9pRggSkwxI9EApZv9xIBTr4uKN
lGxPOcFl/zUMJ1TD0sGP6Sxw0b2Bp7uNe9VPFrn9Pv8i5ySORiiQkoOy5t7dd+E5s7NXTf+E1UXa
TS+B2zbba1T1+f6gx/Z1YTXO76PVy/ycuZDUWPp4z2I7l6YrHupUS0OAQO9+xruBPtOttytpsWhc
AJMUifBMQSvWEAwkIRvNDkcLGDLAwM1vzG8Fe/Hjx/o+h0MWm4XtchjQI5Cz7vvXGoN3WlGPyJ/G
aEZq5ASoOyuCEz51fdEhSVHMHnwuZUaCtTC5yoSry4y0AxC5yf/JS/bev2SeNa85lKtiiPa+6FlK
ANogz/InBUfNDlKbyiFV7+nHN//PryNyMTICfBeYHM/v3m2eobcSzbv3mAh39+0bF7mcSZVHBWj/
yRf+IzXj0KWMIojhJWliHvvuK4chXkVFo3vUZCalNbAm0FMR6FhkwCPGbnP5lG5AIi0Q9T7iSy/2
BOCzvOHaFZv9E4oaBf073SLTDh9eYgqdRrFH14O8rMhHyB4A3sXKEKuRT94+jSV8XT6V6YknihZY
tcSbzE1aRdHllA9Ywlp1Io0ZGOAKcgBcFZVMU828aRbGQJBVMrIf06SnMRNOCvBbL9J2ylEKph/Y
xOh6fc5UaQbRCr2gYa7EV6SaITy9BlYmad23bKWfs90Eg9oxVzrj6wH+KFPTnrk2hN23B7WUYTha
CFenx6yFL9HlR5PUHr2wuZ3kltg/fLN6DkPuS5MadKa0b7R+BlhnIVxpyLGqXUopNt82hNuGW9gb
bjKelt7oN/9uqHDiiB7ybscBTXUETHNBzQVi7ALp8+YleL59Ug9Ll0U6HOcoh1Mz6m6N7lA3CKnt
r3paTTPtoPsfjQbVkKSjI83JQ3varD1zy+9i7Go266ykcnXNGdqRPMygm4Vwowdw6EKI6WR2dDbV
E1B/pFNqt3Yz93MJK3RG54S2mktWQ++s/Q/ZZZifUP3I168KKA2aoMzGU8LjxlCkQgU0pyGXHcu1
toR+ZShWKkiEvr61bKvIf6zsdomeUGocpl9zTAvxpqGp7e3RRaUlkUg31zeUGYeKIRx+dYmDPonr
0p1CP7H6CsQqC84jXX6/u85mK6wvLWajdFRglRkJIvoIMs8n30Ju1Lk2ZYEVx4l/om02Frnp3Wkm
ek3zIgIaaWHR8ceuWulQv0fnY1L4S7lddOdXQwWgUEu3U/c+4wk54jdUACDZn3DmKNyX3kSxB+7+
PhX7b4py5HTQkP6uIPXh35jme+q9Kio2A91p+ou2ieW+Momdp4/4tVatfUPwytheA3eHNfoRcSOh
J3sQrxm9Fd6yD8gY57s1lJdBDR91Wxq7O+FLo4ordH0tMxHQJGWxUpX7FpVbmzeMEAKGXftNT6CJ
hgLk3ys0fefPQViMBgMP1dbVpMheRQGdwEWb72a/g0638s9qWU/+ypYtjo07o2HVIYc7h/bQXGG/
yzJUE/LYoMl+3xo2ogrnWWGIVFOgwKWIhamYg7lt556JBjNGi/ulRZKAxrTWYtLiWH6OaGB/hYfr
TfQNS4gU4Ez7eH4JCidZgJRpHed6TTls9Z2qJRZuPjxJzSxSFDwtIKW2ehFGofE7OpWzc41U6NID
J829UhtnPKRpzaOjrh/TNyZyjpguvGRFGVatevqLopakKI9KV0UTqVxUw4k9+Ksm5us6kl1AfATZ
yAaC1dGNX9rKBn3bON5c0TdWnXU1FvHDVVYj1HKIkXdaaGdf8VdgJM6TiZKLGt1osqar2utaPCui
a044FEBi96adZzXRrQdRRYBHdBauhFKtMVNLOvudlXrps5c1/g7nTgXKrI5Dgmi1Nh7rrmhSswBf
Gxl4QZ4iw4WB3SnZh0V93iFy0jvbFv6GaTVv9xTDooe2jIeXBd5bl5jq1Xxb20fUG3gKBHnN/FOR
0j56J1bYC/CJQ1ZOAa0pp2bG33iPB1dWs1cTFHD313ny5bf1KaEHvEqLRIcH1c7UCgGa3qYJij3Y
GdZljVJfWSbIxmXZ/hp1BorZwOsogKdzbfSiDWAp4r4iwSCM55KlY70n5Veq6uBvnksHWea/iw2u
YnpZNqDxSJBD3Of3HVX061lQTcuf61c8av2CTEWdtZGj3rNfcthfAFT0MecGIznNEu4yh9F9k6I5
NKYHJc+0KfIRLD2mDs8OaQYTEs2fHVVcaWFNcWhNMvY0rqAfPbNhtD7KgI08nSnSH63iL8No3CRN
UD9ZSt5jVd+ucjdALFI4aABUgVMh66ggoMphPNUsPryoBMUSKFcOKs7Kes6NcDM/dFCumO+08HL+
7HFVSX9PmGgi+U2Lwfi7zOGDKeuvUpFU9SSsBfDGgaib50oMQKnp1DlqpRh22zMr1lG2KxFjIQP7
Fwx4aAnGSVQXzs3wQRs2UAQOPvDgHsJCbrvIqIzutFuGZyw44qS++LQap+E6mSbusNdRCdarZRs5
hzGezgT0cY+DLxHgIevsCcwhxuV7HZ2TDhJAeoYa7Rj7rYQSwEJQPEodkHXiqBe6YhxZxSa5hR4K
InCU44SgKkStbKThG5GByx4aZ0qRTee4k0qqNLDIth3BuKBqIgRivIYk6ih9LK+2PRItTOUlzgL1
n1gw++Cn65eRoeeIaqYy6+gVHDa2qeaaU24hSYdf48F404AHreHt6k/8P+ydyZLcSJZlfyUk9mBh
HkoqcgGYuflMn4PuG4hPxAwoFFBMf9SL/or6sT4w86wmPboZlcsWaZEUYTKcbgaDAYqn7917LvUh
rwgZbe3CVgeH9Ycg6YC8wjO4Wr10HgUcVcdglHvh8Dw6ONC0PYUsPaxOh+JJHsrDD3bRx7gxOQx3
D3TGw7jx4/I8WEsPyAT3UJAemjzdobJF4ewS5z6kGHDRdSKD4UyyyNMzOsnB2nCjZ5q/xtQeruYP
akF+uOfyVUq9IsIGCxWp7BAseSd+X7dNhi0qdu2X6vBlN3uCUZ8T00e0Xoqw7dpy9XW+bA1J0g13
cTLUTkMWwZpAV/reqkFiC7BOuQ8yEi3fe5WdwxyUDk1Vol6DsGFCerOppqOPwe/cOYBgj7KY3Bc8
lwc+IJP0tajOD0otg/KC77/tIFQ0V/qYWQZSpwNZzz1QvA4n6eMeQ6C/SLXx/Wwp3ZOPZoWWjH1h
RAnOt9QN23zYN5t5ShYY8QYWI2xIOtNDRsMHJZ1VOquAjfcB3hB6c1LC8/s46H/6/CdtvRYNHslc
OR8n+SN6iCd009rRqnFKp8vuoFuBWg/2Z8smZGrExsbg3OWPv97efe5RBL7pkcjAfMzxCVj93KRb
HHdqsqQuT6tSIAP/ALR+UGnmw8zsgzXzL72xhegR8wgzOmYcjMk+t+LKwupbv1nS07xMW/9lZqfg
YScQRIISjdhqU1VvaygLLPO/fuN92+eHtgztcTa0vs2EjvkKIRKfoko0zbckr54e1+MsfPuEpmTv
JqcBoaeIxZmrK8/fYUSWBuKNRaVdWUd2NlvEq7o8U6V5Xuxpe71e+dgXgRaoUVz9+iA/K2GRv0Kk
Mtg+wD7R/5rBOyOx8DwxWLsPhdpBAzd95JfLfG2X6v4kSu0IQ5VIvRxqne/5t1M/CCF2TTmhoAtN
kAfarWwyrUkilFqomsOKy8CqtvYhOL5Nq7LEHpWVWo0e1pFgjcOUStVKtxXAapr2h7vF2XfU9x/z
316nf0/em6vDWe/+8R/8/bUR8F6StP/013/cNRX/+4/1d/7r3/z8G/+4yF5l00Ec/eW/2r03l8/V
e/f5H/30yrz7x9Ftnvvnn/6yrddg+2v1Luebd3wY/f4o+Bzrv/zv/vC39/2r3M3i/Y/fX8li7tdX
S7Km/v3jRydvf/xuWoxt/u3H1//44foB/vj99plh/W+clf/8H7/Nv13J//yf9Wsm3v/yCu/PXf/H
794XetoGUz6Xpp+3DhN//w0oOD9x+QktKQZqBsoGLnVaN3Uj+/SP340v6M25FRg72g5ujPVHXUMs
yR+/a/oXHQvBmh5KoKXHHcpc6/d/HuxPX+r//pJ/q1V11WR13/HaP3fswGxZAX13ZmM+YWe2GXy6
40rIqnPdqrAhfB3VtjjR66UDbm5bx/iE5EURmxq2VsoJ0L+linFwMmELLVBLpwNGx3JDUnDFsCJp
rxyGw0bUJ/PCSG/QAJz5zZ3tJviWfzjlH5/ix6O2f26jctTMLVBUuCZ/0j3+3L8ucMSW0nvEV1XA
jB8M44qsNpx5fdHl12AE8xBEdn1Ne8tIowqDztcSneF3GoXWhVVa9ing6+lB02X+FQE3URMJjBDI
3RCnGGUO4yM+jPqOS0W3t1gX5y0GTfecnrqBdYzb8VXCunvXs0HcjPCljhxlDS+5PWQXWoIbZEgH
lHkIP/LzuTGPKOToIJCmpNWRhy8KHHOydN+dIgZrg17s3Co1J1IC8/Pf9GN/brP7zIU90JqGw3KO
Z8f115blDxOO3gz80lvPE15ISw8A6Legu8kp2JpeD2vbkB9fzb+0bPz31oSv4r2+7eX7e3/xLP4f
WBi4e3+4SteF56eFIWo6/svb+28Xz/J7Vv64IOx/87AgaOYXm1xNYlwwZzIEYAj0zxVB878giGH+
FbDvWVcFn4Lgn0uC/sVbpxRkljLCtgny+q8lwf5iMVdGyUEOH8xQz/L/lfWATv3PTXPPJZyYXDKH
hcFxke+vQ+wfLpm8tAjTaWcMHXHS3xHSFOCMVQsC4LsOvQPZoLNwNfno6mDNn9aQK/MGBos5y5My
V2Rhb/Coa4n/NrVaEcdHqRBO87aouLO7C11V2v0SyxyNxBrefr4GlN62vfTEcR0HaAjNwSeNcChf
sBKnf/qpF5fUl0Qpn8BNgOHh5CN8y7gEcBoKY5m+B70f45Iq23WviqGNYqzwp+y8QHUwhdBb1N2g
FpyCVWsoaK9jNdFaGJviGnidPIHKYb1DzsY5kUoe+htOilF8xcWUW3cN/bXim4mUUV0mSCuOPceu
nkBHty4qtZ6xTZT24/w9pWl5DXpDEVDmq/SJGqm2Qxu587mPAleEbsCqGMbIxUdyZVLXGc7Hhd4J
Rnu/gJPYZc5yPVdNBmStSwoz8no08Q8mwjRmhHjSCGIphclz32hYgJlNTZaKbAj7f6ost1HXg78W
W7237IeyRZa4aYwEDIoUzQLdNXHEeLIg/0tPHI9m0oXl06N5IYss975ZFvU9ovRUExF1QgpwoFHg
Q1p3ADLvGvasthYWz+UIpH7RRYawwPSzC0uqaK50HzSdZbRvrP0qO1JWKc4rJwaFsHRGchm4XcHT
orQIBNAMq7/TRlzvIInJzYxED/vrksbpfOcB0Ad1DOXbfvXMKbFxgA1kSQYljayzNEBnHDmVuRQb
JUmECml+p90uVx0Cawgl+Rx6ZAlyzjGk4S/vU/WVL53IoabQsRQWEzk1IbLunpQtsGLuNjdU/Yjd
gIQUbxE++Q2AGn3spEXwUNdxn7E4xvHJiP0L3aOGensVOvhx1GKB9kMJuaPYmdAfDcwZnZaErqf5
bwz/uejKgIdThKlAzRtpK49MwxQVJYbkok6ObG8JrmKyEZ6JjyZladbjwCCGKyW4HQyw662m2enJ
18zpxiBQ8blbCYBIlZMsCyHKxgkyT92pQ8rewomGZIif4botMnQRtz1kbW+1kW9OtRPRiplugG10
33Ktqq8Hr0wAazRd8Z63TL83TTVmL0Ae7Nt5JNM3HAc5HZOTQaqO7AJg8DzqKXMzL1mOOTvi+4hm
k0/mWME9+dbVA//SuxJ6hpfWG1R/WxBKdV4FeY0307BSwiVy7M4YGMqqjiaQUGoj8mB4BPBJcAki
fYGnYiyVCMdUmN+N1iT7wuLmjiSyefiSoPSATRZj/ydA43xBDd0zQSyNouT7mNvyUptkAx0o77vX
gh7O17JLXA/uP+r4aCgX93Kc8mQ8km2h6yf4qGs7Uprso1h68XO1TLm2lbmSc9jafX5mGuy1Im2i
LxdSMmPtX9gsxZGZ5POp69Xzoz52/Ys1AcUNLUPZl+g3iKmr/aVF0sEuk7SwWq/uFyMXNp3kuvQx
u8v+vNA0/QVpCMGLk/I8Ms30prrmTcmpK2WNMNRpDO8rmuHsTzP2GQokRt+erapg6O2YTqGg83tE
kqXzQ4c28bJrY3HbBkXahs3s1ffJoPc3XmxbZ1hgSjPUTILWGy/rgSJUqfoGyMMnKiuh3DsVddZC
raPx8UijxctP4laLJzz1cXWtiop0G7Dm8NItdDwxawM8D4pcgVUEn9hla3lFQ3VXqVvipKdxYzaZ
vFW1kGxPnL4643M35KdrKKwj3oohCZ5eDVJD3srqwvGq4lFJv35oNcDHUdUNo06HyNXxDyZlO24d
I8/ORc+KFbkEjFGeuQ2UDNKiqg7mqJm8aBbRGKHdpYDPSNQFwCGrfD73CPobw0Dm5ftE7MlEKmQc
X1Z6y1q6ZPMQZUqNV1YC1zkkFi6TIR2lfKF7nKavJsJcwo2KoV9DL+daRa7CiBDC3CB3yQyE523h
4fg7HFqIJWfs57TAsWJ8N4WrHi3giWUYO91SREmiBy2mGce6sy3bw6WRJsoD2jqYF11ltQNcsWY2
w5xS4L4nluOGKyWmRoxT6y2Im1FuTUxe35KktO7gyI9TFNtN91Bmc3FSeF2sQhNLRRbmRRu/VGNr
itDsrOpxLJ15jext5pwN46o3njJXPUi+Jjwii+dWYT97qc1XXfivfZcSwRQUZbP1g8yIz6Ae0Avi
eVAl21xIDOn8f8cPHdBVSdTlcuAK6qrxtJm1IAXglJlX1J1E9MX22g63Wyf+WltZRdZgm6baRvJp
q7DAJnDc0/8MNjTaAggNlZ4gGbOA9JNGyXNwItYLyADrZxcRqTZnmGGs8Uy4fSNB6/gTqdLYKnE5
0h1Ywn4qSZrt+sYdmRaV7jevk/KU7Ynz3XBlBgGfYF+cFCvzGb543LRb3+iBqVb6WEEqc/tl2vl1
2Ru7HvxCd6EaOllhHQjr3shb7b0DDXY3uvSPwyUo+WS9OVVYFWzT4Ma343qMjN7C6IX/j4AlCDhm
uqvrTruraEP4IYbvNZcOE5+12s9mljlNj580sDNEKlmm84zjlS1V1fMCWMEK8yURgBRp1Y5lwsLh
m9ex3Rrfay/Pb4w+894xZ0Hmqbq4+J6Se42Ogx414TjlMp0JQ8nvnrDUq68vjApH3MFXA7HSBs8l
Y4nDZcnlwmnvhw5WQrecJ51ZvPo2gIVosDpna+A0I6sTWW9wFCQjnk3koPllz74UTp4B+C4cYr98
tT3NGrfKdPtxa05MBWAupOK560Zm96PVB6+EJBbnfVtaDzz1vPyMKz+mT0/480Wa0HLfIf0MqrOA
2Da1k8WasusHy1uA4OWOkMsqwxRQul8tpr3wwmrZ1VEi8WWtwXn2uwjkurUCI/PVsME2bBzWPZ+L
WiQVJoC6AmxjzOMcKjfXb8mGc5pTlRoi2DVa35/BcUiwe7B7/IowH0BRxjVkscokxiVZjuYFpAaX
tbbyOipG11jMMBt8g6dBOrZtlJLS8WjGpn8mm3y4zyAn+ZHm1fmuJsSWqQ1XDGXo4IkruTrHNyx4
tRvx9/GsU6Z61FgjW9bLZDxDVmV7VFk1tBiXOJ0mMjIel7sEIMOfFf0vFSpmiOf5ZGpLZOMMe5bI
ifVTWRviZCp069nrpbxJ6ik2NwPBhFw3euffwqxMMjQ3Zkd+qk2PlPtKzkuYTMI+Gj3Ncc74rsd7
Q9rBd6iokoAwkK10hCdUlzvbRogR1bE3PDm5IgMNW1zGQyDuzVMPPO9jMs9So5hih9yyztw6fU9w
ll/bjB2scpq3MOry41JDnAnAQYWzq7knwMvKdws06p0qYk0/pseo/TkBlvgzbs3gzCUpGwNmiTGS
XjHEu1BP3FEPyfgYTxPF6A3HdVKdkbPiUUkmvvaeC5faQLRlTYy1Lx1G02mZpkeJnQHmwpGs0dSm
2U5okkE2idN46qYitmINP3OXc3+UyQTILybHElYqbrZALTqJmm4cV0dd1ZLzlba9e0TAk3BCgb/k
SsInSuDDAwBCmZVR7gctuCxMR4mrRVXr88zY7yH//3b6d3NtK//f+2xbdtNvTffbfZ3xx4+76f0v
fuymXfdLgH7ShdC32gZsnS3zob+GtO4LUnEkaDxCib72kaJ9bKY94wsmX6TzwB2Iw/ivnbThfwlY
eWm8GSbqWHon/8pOem0b/iAxXN/RQAtGkw82EkSBz3rh0qBWNsbCefeNGHXA1hS20MpIx8K3PByi
bG1NQjgEzN3N9oYnjJMCHWti/SUhn7jWosacCu80SJ1ZbYpAq9vjMajK7oIpHCqPsCkmR7w4BVkt
zUZz3TLHqEAYuPHuTc2sbsp08spn33dE/GpRdbiXhFy2GMkqI+s4FFvgCfuaGjq5mZukdGQhwmZ0
qurcYPrKIScViW4sFladfyfLvuF3fvhO/w+NvJ+bDfQ69MC06TPYdEg56/on0S/5aplK3dR/j6EO
5+1xT068fYwoppPe8dIlfTZGCxSJ7HtJqqUZH/367T/NG3h/z8NDgZXCt9aGzGf9HME4fufqbvb2
MSvGp7WKBHiaawxA5SGm5AMZr9nawtCezug6yWRg547ApfAZdoDxmnYlmtCDa/nZrw/y5zGQjZRw
FQhzCbHVRlP5WTI6pZlmptLS3ui6rEwkRtV7Ks2BOXEwtx2oWr9+30/fzfq+tKo80wRfRZjb5/dF
8NZ4jWb5bwn4ciJyEUyV3Tcy5E2YR2OeqewrLZq+78OUZ43p/k2P9+fG9PqxUW7iFEOeS7HDPfRz
HypxBsylKHDe8C56rUWSCJpqJFxrclizZAC4Ms1oDNT47axui07XgRSDucFI+DdH8rOukyNhrGzj
TPJdB9CZY9GO/7Ej1sPEyueijl8xJ9eO3JEzhMJxy15pnZXOvlzxYr8+93/98MyD0MLDWQKLiUD5
57dMvTQuIU3JN2Q33OVHs+Hifj9CS8BYdQvazXafpOKso1bC0Oo+kWczyGA7ZI1Oq+fXB2N8Wsk4
AYEO9WW9US2WU//T0VDH5E4geg2gi/QgZE3sZoCKINpJuyZSI7IINgpVN7MLoeZcrZ9ORqjFbUUZ
OiNlMWR9G+CqXuX0TiPNGzK86u7l14f5sz8DQA8tU9vW6fB4rOF/UfuqMfZR0C3Ty3Qwmuqq0DlZ
+jRa7KYnaeGCIbi95fqosaisf2QC6+yvj+IvJ8swXKBZFgYv5pj03T8tafheun7u3OalLkG+aFHO
6sXIe5j1HquwhWSpeKZfKotnIntrVlQp2AQ7x76WI20jBoHVdl35YRhQeDP3Hs5sHC5N9TfLyqfJ
z3q+OEmwjTzGzLrjfqb2TdZYCwjI1ktHUiHTfsouUaqrdoFBVkdjO7ccnOZVqxKADkTVzBu/WGas
RELEJ11AOkUSVWDv5rMqbet+3T4BQO/hyOpaeeNWAUwVjC0guukDafls1KdQIEtetchIjG//5jZd
T+wPs2NawDTUMTVSDnDDOJ+NtoidpgzKQXGMmlfSGEP07VlPH3r4X3/Jf30rWycgyXR92vHcXp++
4wq226yQb6ysWJajwSnWy2ky8bH93eLzybHJ+uui68YtwYcjzoBb8OelgPutbod6EE+e0zgI9sVq
KG3DGGXUqg9b2I+lYTwfngklqtI2VAfLpMEWGg7x2FtwytSBgvg35+Hzs8mkhgpYHnARWevy+OlE
FFPRVXHaiCchWRvaLZx2374wjdSaz6yOBl0bBqBplwdyIecZPmkqxzaNeIyN7k3SLrF2LCsbrZbU
VOdewqFYy57JHqoy2BXKWS+6poPQW4Tz4DnDjZA5MhXEIMXIFuFAeKe/pHHZNXWQ8h8P0SY+fn2u
SMshbhr26qInvb8RTgf73/XUekVCvcFltWn3b48Me5Wa+jCVeYmGkogjz7R6rXh64cDMnDoCVMRR
MEhjuLWtZunPpYTUgZ+bFlDFlgQM63FiUzI81n4d2w+DPqyuZpC5VE8D1DwKr1+f/s8PJs6+hyrA
gBmKyRIb08+XhhXPdWIEonwi45ewJC5A3RMdreS8KU8s8vVY/n79jp/XWBPTjG6y26fWpiL5/I6d
1MG3g9h+tBa1XoyjstdF3ey8Ff3oDq0DFTK3Fi7CEY8BjERcV6ty/9eHsRbpP9zr1O44xHADM6uC
UgBv69MnX6xB4cpyK2BWddVDRmiUo703bbpm3KRFVxvETHhNdgX4b5XWidRpgCf6vYk43fc8QNZ0
dJL2rIx993ayZOmD2RkNd7jpfcSnUesgyT/jItJRhOp2nIkQOICxLmGpznXYkBHqWydxjuKZ9WzA
PfsV+71H5IxVSGsadr/+xJ9Xa9/isUsRxafm01rsdH7+riGHp/XYdt79oGqd0tyR0qQ0H5b1ukVq
YNvHqbEn7E9FYHH1Jv2+XtdcsV7SFkG/Znwbk1bB8ZpAeyp5nDFRWhd+sNu6cdSWg0BXt2Di4K6L
x2rdKRizDzJMekbLbfQ3H+nTEJ+NCOsaBZ7FWDNwnc8XU82UJs4nEbzqGBLAT1iSJ/QHMFOCKTCP
h5EpPmmUlS1ND+V5yXUWkgpgdBHNt8m7z0cdDc3fHNdh2/HDo4SCl8WdMay5L0L/YtTVde5WL2PA
JFE/p93WdPa0VMV0VjXfO0L+fDdqukSMHbDHeEkNOrxEHhAXzQYNLUcSNahLJ+vctNEF6VdV7IB1
Pp7hrDrNZTxlBRmXEYrNznzsWlxu4Jpz067b7ZovYfbogXS3qza0NciTP7cmLGHuVXBY5QsXQ6/1
Na5htU0XIKaGgO2hGsC1IjzK2ZYct4uLj2ZTajRx682HihVhw/qsKKBn8AeyUZ/bFEIK5ePB5VPs
zyYMODT0EZLK1dc+DqZGyQdGHchHbSpON2JuFxSnhYiPF9Bycy2pPvi3uvANNBRF15M7Q8tWBnW2
cYXHaJjhFqBDPGk0VXh/fZr4ug+YX9Zb4DmbhWkDtmh8J1Z74ula4Zpb4Te8ZVVMq/FN5xrOEtLd
mVxku3Jqy7y8t0DxBdalO/eBLSCx6Rrec6cbJIv8h2IwGOfOajdA1KpguBnzybPqCnpo7zcxVhO6
cXoVthY7ZfMqaGn0j9ukRXzT3jkzjq7mTtfndZ0Dtg5h6rLpu7Fx7zIyG+xkw3VO6XwEUN4w8qgy
/E5+n5lPdv6p406j+WQ409z7l8yjY3FdB5C9zG1Oq1gvQ6Hr7tRHyIKoG7c1fWDX34xQhhlI6dpE
Mgh2EJ3ImwhsbTyeF0HXIx9Zg8GyU3S22ImiKQOYs7P1sh9fXMD7M54vKFQ1ZmoP99+3GgexpmjT
7hfiDyZLS+2XuOd+lXlsdOsUHIzCw6RWSyAitNU+NaNv5I/DpVFm9FieoLlDgdrJgN2fCAfybiqD
SWHSeByGyXSb6Yk2BHcU4I1/K/b59FXmoP9Mk2S8dfYJ9nM2xoQMDtZxplvLSbVG3YP1a2486cKZ
CJz0kqFVCfndHuRdzEV9TNRbw+DHNtOXXIryW6JnzYZsLKZ0fmn1O3RXXjSaNfRBoT+BBnfDmhb4
uTtmYP/tNOXb1TV5lHuTvc2bTH1d8rInkrW1iKlGLIpTsXOr11SoW+gl4kzaWnJWDQQM0XOeVi1r
cjw0KtiksMavPZG21LAie8sYwm1gASUk/9bYvuOgPSUIoDqa45raoBaOzUv7JFmTgOxBlhq6EyBf
6QuqUbWjxo/fmOCVoIYMQtrngKzkFIrWrUBWtoTlmpbOlKRJ7sdp8Z+RARKtaKnqbvTNDCJTr59i
7EwzWLGadW4TIXOE+aN+Z6wfX+uag8cq7a3gzagSEgo8Qxg3ULPS7IjplrZlytPfdIMNlZ6lAAzh
pNBFkasbOowKiScGou1/ywYzmE+oS9VrZ9q5QcqZ6MFvZxUT3AEZ57vfM9HbQOuUp1VAkbqxybK8
njCKRQ4V3BkzW6ONYj9tnvW8E+cAIfSzzjXWKzR21idrMoynE9kkF0TIDifAjbTTrGB8vCFEuHwz
xnENTVgYNIQ9PbTHUbTje6utU8rMWJg95A3JGLGgVbYs3ZorU9K2pjuAdFgsYzGduvDWk1A3RHY5
E1ALHhHi9EC32jq1fb0Up3Ki32sKZZ45eAuJo3AeMES/6orxoW1w+wydYvjitczckgmSBTOExtoy
/6gvBUDhx1lMw1GOpadPOnwEVMZF5GUIL0JNWfYz9QrTVLwXu4b9aGjqVX89GXVx3WHMLKKi75P7
Np3bb3LCsxO2QPiimPE4CHmOj+cwEICCG29KGQXAh7kKzC4to3oZ8ucct2eoJXr1UDdII4QYjOug
sf0TYUo/UhJ8tZ3V9jMM5Okc85dkaNTYijcFEBwrrY3mRCXnrq81KBWMIniWGnqjjd8KIh6cvGuv
3NEtjljoXZeE8MU77o0GW2JTUfGPqbw3m1rsBjUZu1wM7jPg9HuC+fL7pa0Wf9cKG71IWyXvMydk
x1BIqW2D+xB1GGkcobTb+YwYiz7U02E4cYNC7FovcIwwQY1+H4CLesG5bN1h0mpehmVY3oGvxhso
BOaFTbm5QwtvbtoJw1OFgSN0aNCfa7Irnha9qXdWacR0IdDiXqazbvMsm1iR9DzzQT45hXsMmiCO
RMcUh/xUeU8fw+L4B/PUIEToKHet7rEUcXsVYM05NuYyuK0quZyh+G63E5KoImTulJEUoUOgUPZ4
VTMgvsNfZ79axcDiYLbzcAl3nJuntcav6GDU2cS07yQbJ4vMPuXXu9it7E3aopcJR9a8kwU2yXkc
p/Iaun5678PSemwXv7/jgZ8cc7N5F4uh9ezXiUUqg9g5Z3JoWFFfBeXGX+ba4nrHPLngN7kqYJ1e
YVwSbcR+QT+SzK4fRa/shIH1spwz6VVnbMoJR9Kq5i6xlgCjYFJNuIYKH2jnxJgQ4MVXf0isXaqk
9qYxBZP6+ezYSxYgBJpQR248BQDXP19t7l6/1RtZoLQvAxGfk4KWXAWkW6H3meuHspfP/A4Tqz4z
HvDBKoIbvfxyCnJajY4wstOgEeYTEGA1kjk66hdsANV9Zg5DS6gWGk4UZAaaGqID/COCOergtEp9
sJoTbOpwqNJxw1ix8ph6Y0YPKyuGaalR6J6BqfY418gNenneBsNYHhmTNMYT0PrVV2uytWuvDjIR
uZNMG9j6Qt7kSTYQXVc2c3pWZUWTbTRZO3T/4pj4G29gpHoz+7VU6W4tPZAztNjEGjQognDh4rSg
uyhLwrGpXBAyqXiAl6/yLrKUkdyN3tLMUaOX7jmtqdjYjAYl4hlkOrd/wD+9+JJ1RIqeXCcGYzWb
zWNcyt6pY5Lfkt8t1hwzV56nVg/UqbkPl/BtArh37T50Ih06R90GWoIwdjSTkomjJMe5LCLNDqZb
AgcDNzRTu7xuCLJcdgy+EdPqXmsSeYEOqCY/ptW9C69kOWVa3S4b6KDZab6mZmCKL05XbA1ZGuVH
tAaE3TVpAw7WPnhjFiYxHD1aFx9noJu7yFNq1TXcD9il20gZs4nq3QAOfF6kBIGBvxXTEi09gbWh
Vc3LLbt2iKh1hj5hm2BsvygyNkqbHGLrMbFthr8BOJZ6tENzaZwUiRRFKJTjzSEm5PnO7c3+UnOC
CSp9Httd6NmFRXzynLgPhtDk2xA4+cYCvGnumn0ASTKkTPvIGZzWbBJiCWlQ4IlO3ZuZ1G6Pwkwh
UygjVtKef9DoWjZlryxC8Fq2qShFCC3fmALCDEE4kTVAAr3jXBj7dJTcr6v4OG8JTUmG4WlZ0uQ+
ScVTEgiQ0WwTqttx9PItqAS503l46CwSrrx1fW85K8HeXaLoUEdDKoNItGLVZtOSRE5QOdWtZHy+
kdJlBu5nNuvrQGxLvwa4eGS4k7NOqIvY57vgooDgvfCwsa+CNQLGY1uJcGefDEOMCbI2uiTjm0FI
7bXYp8h0npecd2u0jGq7PtmqCf3ZibtPn9HWIBqMCQy413AapCnOLbR2Y0sWcXNWrCE2qFbsM+Qy
A3AsIm6KfdqNacbDc608tVsm0yxD8gnKaqMH8JG2AirzJV2lsT8Ra4xOAOmZRJ01XMdeh8ZhYFQx
/VLaZApwNB9uO6/ZPIhMs7fY7MoWlQrZPZKbktCuuZCXPOV5+GduUW6yNfGHnVl8w1MH9SIipwgd
U/qQZ4nx5DqkBU0kWe2aNUHIE3DLtTVVaFjzhXSChsqc/kDCxu3Iw5/62IxrIJFjNc2jtaYUqX1g
EenauR8RYmCfxoJEoyLR4yMbQU5Ee9H6mrMtWdHU2WuRWt5TseYiFQYJSQPk642zpibh95sfGm+N
UmJNmwSpPSiyGFRb1K1r7BIXof1qF2v7cd4HMzkTGU0NDqlsW7oZ0U15xZblpHbqDGnOPuOJ0Tp5
T+0++4mxPfZHMLS5c1GKznxBD0VSlFlyDGFOTpYfFbwu+gaXayJdE6YAA5vehi38mjyFTDY5rQR5
VIJdWxoVAun8Ew9eVJeB5o/DsUb42aYXuXactY557645V8YyFCrMZk18ddYcLDX4gscDO8+jRsVm
TZitY52jhZFnYiZxL5QJJc351CnxUpj9BDTTlhS22ZrC1e8Dubgp2acp4RDUNexDu4I1v6vOSfKi
5ZzEPFzXkK+1mfhu76O/qjUFzN4Hgmn7cDBIEZqz1dqK/ra+DM4DbsTy0RPDFBU0EDflPnFMjZ5x
C8fQD44IFVkzyfb5ZCNF1SmrXz1uJxRQcA2mNc1M7pPNrHQ0QOXDOW1DpLOkn8l9Ehrx1VxEuEJJ
erSL4SgZXNEG6HHyQ9jauo0dAL20GapGZ5/JVu/z2cjOI6uNXQVhqCEXL/SySB5C3bRDxJurrNgP
C6PNrGc0UygyokHD+x0fEbmDhOyiSBu3CSJ225MNungBDAgpnAeuA8DA4LmF84jJhT1v6mGOK6TG
fkxLJ+oUGzBxVQ7049E0MtII1JFUos1QrWHQSDYjt4o3sHyjHpbhMLWN2x8l1Gr1iUqVVn3v2m4a
nC2ZyDA/tg5Eu+KWZDrNG3YkzWZ9vZGzrek5EUmEJDsPtgagTCFsUzVmREY6fPz3Sgs8+DGiy+t5
E4h0cr45kiS72xaHmvukIc3TbvsyoNmgmUY8iTME+Dp9CPgza7Oc+3Dx3hI71id3R7d94X5rDQJl
H5UYUw0pmc9oQWNnG+ejyyOC5bh/wHqGNvK8p6CcLvU80Gd0pUmnWsI5M9IRh4hHXt7kL5av6qHa
OGWv5vrMUny8JcSSZJpd5NKPruJbq3dE5m5d2peZdUpcAHboeGNlPTUOe4eECHABQMNMNSyxhVMm
F6DPZkp3EbBizkFGEeXbu6z3qnkWR6k9mBY2j5pqpASGhj4IB9lWjKPdBPQO6sY/Xyj9/G2sIXah
EQr2CbERROHA3nrYuO2dNGX1IHxV3msLvofQJL2PzGHFvbM1QBG/6TVYRBSGeiqLbeN2QbrBfVd7
U7iYbX/NcFzN+4nSaZAlw5VDz/TYAvFx3uixFRWmqy6Auczk01tVf9IPgb6zUEfcEnIzeictJZwX
og6c7XCCjVHvZK+bUT/5YqwZRA/FG6mdcRHG0q6gz/AcVZveWuYbAtjGiQJBK7dUoOwQ41w4EDtc
u0deXvnTC0FvE7ovA9KDceNDxidpIavrV0zGnsTtPrA1qBdtYDcicyPdUk7I7lilTjG8JaA56bhQ
USMbh9+WkEwYQ9M8qhRDnHtltkEdxbrdNFt71rtjo2u8R4zHNg3L/8XemS3VjXXZ+lUq6l4ZWtJS
dyvtht4YMAZuFOBGfd/r0eq2Xux8i02eBOyDKy8r4vzxR2akvUFb3WrmHOMbDiCeKqCgmFjsUJ2l
uyhcWx82hm4N/V23Ikfi5tRhEQdEFcEfUZGcSMYpbl0g1pOFjxywms/neiCiczIzZ0tgcX5CeDOx
BZTjaSS640VdLE1gLEOHIMvyEMprfbynR8eNATSv+ebsNkdNnaOnGyiYPcGcbXk2Qu8zAsWK81zr
nQ3Y/XLhZm/I0XK9bTpU0w8tVXFxWVpHZxrDcPfA5nKKPzsoBtWqyzSSI1Yw9gmRRVbyxBBpLntz
lOkVkYfh+Vxo0feoFVx5d1rno57+FZWRFdId4Uj69AWF53A5tXnMKSDZoH/gFNV+4pmmhZVZ3pWg
fOhsPBgkx4KiRYLYMEq+TqZEM2NlnTwqZZoGwIKt6yaMKvL+Sv3ObjtBZiaJrXGbr/RtunXx6fUv
F+iHjGRjDN2IgCEvaZt4yeiNx5HdVgzz5YrBlJRSJPCTl5MNjGwPe0TpLAQu4BYn881ERLOJRozG
1GjogiV+XzsIc80I6asflUt3bg71cBYZYnQ3uhXVzi7t8/pmmp1e7Ja+5CyhGDgPso2JrCOQkERO
Ta14O1fCQmRNvSS+nWF99aEcJfGGCT3FPU+55HItqAD4q13XNgmEhKfg7yqS7drM/ExkWd1xNOtF
jTcD1T4y360RKltfby33DqPFCBW6bGHyN6N71VkQJzicRUyARtDIiVkYFT650Dh14zxznjwtXHCZ
i9A7Je6V8Mg8yU5mre4uTRL00C26xiMd4AFbcOfAhkospMIBkJNk2QwqscDPW7cPt0OcuDnjb2vm
p6kwFmvXA82+1cK4ni+oXGWETMmKxIO8LsQ9+byYZopatBdV6HXICSdrYVPgGfS6mlC34OaRu3ST
WXM7BcybrOpYn29isyWhmutmf5rMiTI0Mb7hhQsT4K5ZWhH5hJDcm11R3bU93oE4Kak99rw2RNeP
PPJ5ex9pKqw262Yt0Fh5nCNOLoKOustDGQ3aMfpyjI9tkjmf+qGvTnpAdQE78uyMuoBzpIW6e0vF
OHF4DCL7qTZWcztLvbsa24UIw64iUSEdXfSNC2aBY8sDuuw7XecedWZc2pvV01g4FYk370sLtPcV
yrBk01Lc2rQ86gSomtawZfkiTsulindFOom7GBDcnRf2wq+7QUcmZGUEY+fhT6Re+kZasv9CZFqz
FzIUT1U0Znc6P2L5EBYppJnaHZ1Y9xzXFmyFseetc4fHqqj6y3rQl9B3+0rHptKulx7acVY0QhZ7
5gPUoxDYzQ1O9lOqaNrZ1Bjt15Rix8ad2ahAJCiVwF5Ut5qby2tgD7KAHsZlrOtSWAAdJhzn5rcF
0nDbbrOaelD7xASVodSmyUZv+44dbVXUV63sKml96tO4YZTvsGmDlmhx/FOnZlRPi4ZeA/az6hNy
WSXOmQw6eMbGrHQ0K8f6AER/Jd2LpvAXssAm65tVyio7SivS7iUS+1bvtQ0gUzm1DF4Z/HFUBHT4
U08kto7IthEry0ZXXwgnz+xWn4+HZaaK6ePIsnZSlpP7YMP7ZlBpiLacCZ12IBRbG9Z5JXGfGmHq
0bZpJMB/NLws49PdvKD746XBDiwt+txxXf3QG21xug2q3NyJtl09YfCKfZgSGaSaOgpVevwL0YJQ
5lVvPgOC6NnCJOZst+1t5U7hmG6m1XLZ99FITub0Ik1J9a023YT3nxRR5OIdAL5sHcXiq2jnZAmm
SrIkw4EUMzIcES9mpV5AxVqdCU5e3cv3cTSPTvN10KLVIFkiJNsh9/OqdOz5VOs7NsynKfDO3A7I
fHCdcfdxe+5t6xe1BeAuGz2WZykFBj2Zt43QxFpoDEeJ8z2ratVZLrhN3P4i8xTISKtoS/2hUflW
CKeOiDSQZqXSo7lKY/T2iBTn3F6HUfajOBxxPKTumRbadJUHFcsB6fKoz5oRxElKU/APp/yOGilx
Y8IwRJpqW/S6cTy/O+eGbhVMrdL44vaxiQqhryPVqu01c1AiB5xK6y3m0YUubhjPSgxh2EKJL9q6
QWikxQIZp5gt9UdVk3XZY+6ljjyiYqgy2ZuFveFF2Mx8KolN1Qw+0OoyzWnNXe22WASCBb0QjeGP
7yaa2jedfE4NqyuuCUO4aHbQ+729uD3ba2zl1fLFZESi/ti3+A6v1nxNqm+97mbsApe+akBJGaXS
RxVaJWhdz3aRR8t2RaLfo/A2tWH6gkqx5XJQNzHp05vjiu6iTDSPZryc8pq/6ogH4KxxFvD6YN9U
epGEUAb+C42t4FLQKOFS9L3DYjsgRVzRagjXTPmvw/WJEI38KUH17SPN7bXJmUPpg4sGC+8vUkcx
rdJe7Ea7GQunQkdxkDcasQsYP0BZzLP3JwGFEkj80+F+PqSErmToLMzoUr4X3upphYSwnp2bbhA8
IWxgFVMH7RfXR2Jdq6xtOGnUUgGkmfQ+cQUS3/RIa1ApY6Z2zvtLh6CYEJwncCdkE0gXxisKpHyK
xR4SiR71vX3xctuiZlJURyK6SlQF6A3U7YjAsHLpXwAzxLPSnMUVpyjUFntCqHA2dbc/aY6lZ/5y
8koug5xC4Jn+VVGLHLCjXUJVkG2UDb2yh/tUA5DTw/SCvptsl22D4RQ7KOhkL4Uk2TZJc6Lng4kP
qUbtpp2SQ6bJc1brjsmik/r4N1pV+tEE18/eZE5Z5d9lmq/tVVHZRfs4Ub6YPslR6KxF3bT0rJr+
pim7YTdNFut2yNUhEEi70AtxZuqt8DZs4HCXpnM/tKFfsW5fwRqUZIJi1JuzkZdhXFvliYZdk8p0
h9tnkNd23i+SwsUs8Kvua2+KRYh+DzP3cR/TVM/xu+bTum7amEdRGUkWFq1UIFJ7NwLRouSE/2/F
/FQZye2Ax5i9qOwNESzok6vFh+fQ4eNKDGjfEbvRI0Zp4G6VPq2nWLh1fS8mERu7SOtcAN11Rojh
l8Uao0z74jERzzczyoj+XOv6Urui9eIM363WttsvqzNGJdzQqhJx99mb1zzbhwnq9t1KO6vAbYHO
zogDh2oKXBpRUEb9TjJKNc7K0rU0PzzcShMVtnwiM5JNRtlY7gYdqJXb+7CgNHVBp1jLsj0FFmqD
8Y/YLc2eqzwL023l+WpWI480PTL4kn+DkspS1rVzPHhhEudnpTVnyDXSMephphIGhS13F9LcH6yr
sGTnfaxqWxEo8Bk5LUVo8mmZpvLOTeDCqNRi1ixx2Kq8w4lIkjjZTwkxZew6PHboy2ask8G6q7SB
8sAxD8ekhfhqEHiJi6FGn+ZhdiIOxf6kMDT8qz/8oZYkKmzxJTiGXTvM0XVoPAOckd1SXzoSs6YB
cSe6RbHVX3g1lhyVgoh0FxXhFJkWk8rjHC4gCILUIh8k+rRM9VQ7l2kICDzfAUnUjPo4GxbPHT/Z
dEoTz28OMa5O25NUd0tERKit7F3zjiulLQ1D9jmjdhNbp5qJ8zY/E0mjgqhg5bCt3KLImDo47y8C
EdNQX2kZWbcaWz2KF/yFOhXr1t2UMCGt8s6IqDXg5ktzj2135GLNatFBc2UNd0iYQQKqFOqX8P0R
d/lN46l1oIxh2iGhjFWm4O4lPdbM+4wLVz2T8V8IqPIA4AGIosh5K9Uae997BDB7fn041ZhmO4Dj
JlXrB+aSTnHx8lhQZirZD3FfRC1jw/oq8hlTMa5zL2XppmE+5lZoJQ05+YNegcqQbZMETRq+R/C2
TZC4sTVoAY88jt/bPi2HpOR6Yaat6LytUsznbuqor5wQEUDynM2TxRFM/or8KW1WD5jdAi1HBvPM
WM5JjeTPxhHnOqXg3m0mvsNYdhw2eDmftjXN5gnDRcyfWShP7GtivEPPDCSET3597aBy0rcvT0+4
dmrt7aSaOjkKoM8XY+Cpgfp6UAN61qoQ1AdCkYlHXLt+udTa4eN/X+TD51CKG9m5Y9BAdAJRUrN/
Amla4+UiI2jhpF/w+ZHBvl+/RoANkcG3DjeqWlmas07uF5Qkx9RPFpbkIqMDZn/CplxxlUajyPmI
cYiZReYejp6f6YuSB0aFhcwlYKlNVtkLS66qeYMY1w7nFOP2YodYA9CbxBFbFaXO1g+39vB40J/P
uT7gTfmJrXWALc6HpN2XFJkXIB00Md2Jv6xggYceFU+sSNn14UFah2XgW3KS6reIpKUwhIrVMXm6
uj5WCbmHC6qtk+JDVrlZSWcL7bvM0mMW5M5c7yPdMvjpCYMa7/RBYnWA2yUjwqQncQhHprCOadGP
2hFZ4KcXmFVljAqaJ8dIQVXzUlcroGK11GUqBzuKpy9DTuZgsiufcyXixhSReZR1iyP6U/PwrCRp
5/XO/uWSU4FXbLuZIja/hBlApUakdaLyfUZB/1r/wsotdcdN3Wh9CZbvEMtOvImKhadkArEZcKSS
mR3USA7pFLzOA/Mrf5YteD3dXcZicV5OTK/L4eX3ErN4EeSezIvRDzuQ8sfIhAY+H1O1518sGq38
AqAp/zwkSlk6TkGcjXi58osReQT7iqlNObqI2a/d2mU4I4kLl1U9+3QXVGrPbLLfRYfUxvngbvOC
KbbYzho0k46NPVPVfI/GC+DB7gXU+GInohQUt7AwyW2v6m+L7KRpHoFC5HLsTVNxmpvKxf3od7Tl
Q6iSsVtN/Rf0A/FkH9G8Uac+e1HHJTJplmacURZNWHltFGOMcj2lFP5OzLV6avArqEf8IFh3u2zi
p/H8qvPtD+lXLQ84n28SrDAkN8JOsB88MAql5yPuXmyYnpRi+IRNnZ7Bd7SGDkfFQY6+Eq+CdG8o
EfAZxy/pWuvBehGyq0JC2ADoY4eGhg6xZ1GgMgXXB99MBagdWJ69nBKofVHm9orHaodUay46NvJc
Zpq9KoIZupsSVRvwkPFipTkVIsoOS85Z3k8sz0LtZAq7tk0uPBPqPeT8Z3Srg8XepiyNjWEJt3OY
osHa2VNt5d0GkbcgHNxBLo8INSI5AVEjczU3H6gz2do7uptq2gBroq45tXHBw3e4klAqcSKZiZ4g
T2S3XRBemK0D6fMti2m2hyuNHPuB8RaVpTbVKtg0lSQ98RjV+FCb3YsgL6drwIGRj1ZT/WATYNKI
p0Mim01C5kLH0KASr/1EHJLOISUED6yh3+X4n7TAzYXT3uJImbL+Ro+aNII4ai24pK8mh7VN890b
k7FBbBoiT0TBh1y0wEdrAIi9XeVgSBgazA50VXohgGv5DvS7QQw85QVhPsHIH9KX8UkrZ/1JJPDz
mRzuZVOj9bHQeplKMBqmEXPgi+TUo7/OU8fqX728SVeoT6Ac4JqF6bNu1BK6xidocKoPhuZg8Qk0
zr36fK7iBI4iVovhxdovot7SxlTFHr6V+puXR/ZFSmo56q861gH2gxpOsba3hFhRqxVGq7uXQ+xE
E2xynbziB7msIbEeU1OqtzzSVtUL6g65dZJlGcDlVef5ljr+swt8K+qbZ88qSO9wIKslJuKachk3
+7BjK5N0RaCcQjWQn7PDgIXKQ/1m8GLKjKQRCK++Y2u3Um6KqGiq0Ef0Q4sK/HnNOYNAUErXxIhU
/k8sZ44Bv9/kdwzPL5xWgfqh3HXQataELfBK0g9Tz6QTrrDofYA01JpItcyVnPZwQfABqUEvc22l
wZUdOI7T2DAJYPqDReDdhp6CHOMDTzBVcOomv9iK4h4PGX4l4zqGUsy3dqJo5m2YKobZRpPqDcoP
JZvxEAH4cUFBFWNebWzV4akO0Zn3LEtw/HfFGkSElTZ1DqL+w9CYoulV1x/9TX7x8aHemfR4m3Rk
cBwLcT//tNW2/hUpa3KzhpaIKP9+RvRsrqqgqUMpP0EDVE+8Z8fqpsJo4g5XNKt5T14Gx4+/y9sS
gqXrPD8qTca1HQLjsbS+/S4gIQ2MLml0rapY9kNiiYghmoqyY27XiqVz+YfCza8HRCBP4cB2PQMb
hvfOgZHFrS7yQg+vDm3WKGPGP3aexeQvb/bHJyiUweGfG6vOEJcLgT3IyCB5UwN8e4Zznsqo7HP7
6mXEIO3zOd0XqZJl7WbZuegv63BtPw8T6qVNMZRqPH82FWjdKpnT/vCN3j7pfCMyuACBYo31LCqz
722Ri6drk7OYzRVsQfVSTazreMdnAAeM64k7JtwCioMLb6ZnMjmwtNBi9UUoUTfgTsaGnf3OQrMI
sn5GYL0gjge2Y2D2hlx4kSwm+8lgOvgZ68Mw+/FJvL+N3DisbKRjWbYQxLq/u6rMu01vzNp48ZKL
uTK+MnoC8Bk+L5o7yLN/fzxL50aq/9lgMd/eRWdmNWK4+nDxMu3NUYzGVK8YWSuU5En0+O+OhzlK
uFQWGbh5VX8ZDkzEdMCMk5TpRk1LLJLV3XCynPfiBYH+fMB/BWyADsr/3yMN30BU/2eIxP9F2FTJ
6Pj/pjkEsFPb//6vN6BV9RMHjIOw/+Imcat4kZicTZs37UBxcKElMp57NhZ9g6aESSnvbySi+RdD
AvZDCtu40sDD/wNy+AvjtOeCRBQ4QXWdcMR/gUh9+4ooQqoyfZtQNJGF8Aypv381zFdZJ0Kzzjej
PpRHdtitp6zBx22qrcvu1TW5PAxmr7Gm6mX7Z4j7+0gciKtBfJJUA86rI/VCFUPKfJOX1HyDuLFS
mv56ku3YVDzBUoBR8vEB39r5Dge0VTsFGyFbw/d9BaCMU0xdYhPHGdkf/Sz6IO3n5efiTijBu4R9
jT0aMt7Mrafdfnzs311WqrDMRxituLzvLmuI4K2K7QSiWKKTRlJTdd2jk0D0w2gQ5X+4tL87GnIK
HiAkddjD382PM5hyqnjVphZuaXzVwhZbUjS5lHinemjGy4/P7XfXlVGHU8Oxx2JIFaBf3chEQAtC
/bsh0K7YS2PVNn3m3MkstY5D+I2BC1zyMiPL6w/HfTsjPd9Pyc2UpKiy9OG/3x53tK2sztxqM9oi
ClaKYrBB7AAB+7cQ71ywaGv0hyfod0d0bLYm8GUpKryPsjVKthNuW2wiBG82PWJXbrzCHk+tGgWW
0CkzEzs5/AETzhT1/k2hNK4Lljkm/3TpjL09Uce06FNmxm4ky4cG0Uw11efOT2jVGEm+T6gxz+MK
aPgRshur2Yk+to9jEg9vtBnyWDCBd4IHadkLal6D9jiEK/MHvPvxi5WavQ6WF9RZ0C/4vVCHDNWZ
2cHlDDIxlE9TC/AFjKIhL9FNt/MeraUovki62JhLS9QWftfNUbWFBmKVqMhD7CLLUC6fJK6Cq7iv
+hmkfVp+HngiWB22uRVu86iuTzRIeuYmIwRG+GQVmZQUJYZMsrMx6W9WAOy0SxJKU6wdRFWdulGS
rdQg2qUvdkZvKZmAU3gZiU6QmdJxv9TSLlFEFPoYzODt2J0Mpc0+bpyK733ezndpqyX2HjR+dmWt
srM/j2iQd5Nsm3JTg1HClDCtNJub0ms21AjLZDuEDtoTyrJje1Qbec9LDEvtFqZolu603Fkfxkpl
e8JJEKY/sdq5r0ZMOjvCv9izum2VPUQ25izUHjxbaOVL8WWqhSz3XtdB18w0u8x3qZs35rYzRouH
GQP3hbXMqCSppMtjfbX7HzHinWXbu1763azodyIK6dJ1CzTaPrEtYo5p7MtRUjpRAVMolbPyuPCo
7LOxn7rlHicYjMNpGS1xx3a/g5bWV51TXFhZ1C1+O2liqbbp3JXxbYatE0kIU0UYbmbVgP0MnlDX
TmEz5tYcxEOXIkXLRpJe7tBHTM6uj604vhgrQ4MAizy5yaYLEG6y+ZSRE4K+Q1Z0beIeh9wmT1wy
ytB32RPDYDno3gZghJtd6VaSxCdg6xZ5HoNEXdUm1asKP7Hozkp8bWkRnYmitrS7uOB6lDgrtR4R
UVzYLj4Fl5zg5d6Iknw5c53WyBFomN2079HFNt9RZzSwWmNwYkp+ZvcjViu35b5coBNJ6GoNNFyv
pTuH5s7NkwQrD1U6B4Yalv7pbtWNCgiXp7eIvq1Whve8X23rZ4NuRJvF6VtattRIfg6QxhvQXlmG
WUSsE6+j5+KT1XssX/Adp/FGFalX7A0m6DUziZCgZLZc7rC3TjfLPFtp0AFemQKnXmMX4UGpQmSn
6a42k+ZqwLNYg0PoYhyJHk5mnIFZeJ47rX2PIivcF5SoIMPSaq79RWMz4c+FJy90JZZBvjAj1aXY
A2i1sCs7PotcypQ+EBZxHYOB+1KY+fJNE7N49DC1IO+Opm+Ay2ZaZ3ynflulen4ZlbH+1CIJ/k5T
rX6cjNAaAz1vh35H+250CD5ZQrgjha19JgIT+XblWOa3iGKL4RthKa/LIa4bfFAe17OgF3yTiH5A
PtWsJqBz0nx+0gCjd5gjYgP/lkP3jSxksRRsERw9oPKl6hM4Vmjr5bGKuLinDbjyG5FVfF9myJd+
A0c13mZVmGxItCWaBmW3dU9Jk6CYZiAS3i8sej3BOuv1ba1bgl1Jz7/8uIvDErFkXdxmUZUAGhC5
1mwoK2FxQrZUun4UrcAzNRmuOr5F6ra+a2TcOK8wRLddQrM6mfBzcXOESG7o5KwuZtV4HYI2Ga27
2s0Em2bqNBgYyHzgYW8856ontLwMYlCkPO9SFg/dSIF5q2ciKXaSBM/Bt1XDfmuZa1L4QF5xHSLy
aYpz5PJh4U9aPOCDENFyHnYFxgg6n9FVR3jW6hec1jF4yzr+lECynLZQfeIq2/BzOS0Wo1yWy7od
2uQY3mvdnszFgDVzlbMznaBVE6T4GZNn72bethCFXu1lfqsZpvSNJicsGLpneONNHvk7tOHxNWRp
aY7XRSLzxC8bNER8fMEmVUwdebcyndol0BpS0bZEscl+O+WaiwS30+kq/vDqMfK+ICWMorNYB4y7
W2OYKnvHqazhtKfjDAi0nvP4u5D4kM5QwqHccxJXLsfoG2pvM9NKaC5xp9fylDHXSXgRq9plnh68
4ijLtK7+5hEwfaYxrmk4UKbkWcSv6+XpIusCvEeTr+tdN7gz5aoojBamE4nX9CpLw8H4hLQ+6rZu
0ol2zyKlHYH7GfpyEuuYbndgG5KhC6LJbKInuzRGgcHKlV2NOGOxpuNxGs1qM4wdHMg6mZLrCqIl
hXGGPnypo/EFynT3Mya772qakuS0d8D0wnLVtO9dMyC5hfyBEwp/YrpP51jSS1ps9ebJBGHQ2EbO
gjiGQ+0yytw0CN2oPa1cq6AcLooKZu9KTh4Jc83c7fuwgmMrEul8G5UbMpgjr9uLBKnkdi6s/r6b
cnmb0BeIAxR77rduKSF1k1dLVFbMVL7FsN2YGFxFVBxFutsDYJzL8JYI7HDs/CoKXQQAaTjfmbYJ
SFDYWnZqpoOr7jfRbMe1HtfdpwU9zAmzP2AeP7RDd97gchrOvKHq1vMpLYW4NufYve2iGbiqWzvu
ugWN63YYRKfR2Mo1tWlYWMlUXY9sz91jyp2es0HMko1+gwSnOBkdqCvnVQnvFdQwFN+vCYpk+47B
GxpjplUDSOwaxlIwzR6CeeFad5S4vUert7WLaBIwNyj+iQuzlPld2GT2cgS8oK4COhUlligLhu+u
j2hi+DOm98Zfs8JtN2VI5zoACpWvgYlYGVqsLqz6SDLK51AsMuCha76oy4pvYQzw+BhpQDsmepDY
u84TNmLc2JHFD42yWHvAXQRkF/weEjyLAipzOq0G3wzt9btci+6MAmphnDf0VQkol7Gj7WyrnxFw
FpHbfp00/Fy7LulM+2l2F6/cO9oS5kdhw83Z98O6er5md01/0qF8UzJYl4GTBUYD6z5bumin9RIx
MA3hxjptWlBQN0i+3eGszeYxPtWTmWEGMV1IuGQxRADMafrg9YigY8O1qAB2Eg4zpRlPXpPIOxBE
2FaKuUeJZ2aS6MZFd8puO3V5GLNQ66ITSbkR56cX10/QXhcHCqCxsCD1lvN1Gd12S1OGhui0oJLb
iWkBEVD0GcMw9rlEtBCpKd1vkOQM9vcJjARe5YxqJRh6x4zCnymqiHZv2DPvpJ4gcftakBKfwcnj
8rnfgIem+ZbUtP4WUGP1hIsm5XQMiGQYnR1MkCab+Mcq0pf1pOx6J9mkcWz8HOc8ueixOt53TVlc
EW5JlewqKZK22hiaR3+iQ7616XtUy7u5jMmZhLuhHTlpF1+USZY+2LZZfoUHpmjrko7pZkhGZm1M
qsnDMpKfjqQzj6Uf6WZ9Mbuu+9Neq/yzp4k623lV2943xpJKYB2Trvm27GVxthrp8iluRxaAjL8o
5pcli7JNVs+87p3E14eeu1m29IOzfj+SstUBvmqkxiKiMx5XegBfc9vFIICCM/nukk8lt6JsDO6h
bk3ncQPFhSM27uMQe821J3Eb+dx6Xbmq04qot3C9xBCj20z4rX6Eh5k6QAKUtw863KZP8WQ1x+QH
enMwA8UzA42tfYSXMcsfB9Dgl3IyLA2CfrGMjbZnLo+PFZip2xB6ZlYsuZoUR3nSgikvk6nZeqwY
nS0OSwM6tN10hDNIo7gM9dnD/RV25l3VF9PXemnKrzIPswtWZKLcsRCNzslywPzuDF66MxORnVlm
n9/YXrMWGErQa6NfglbBnET70adVEj0wXJn11jPH+I7qXIG5xGudkwSUNPsmI7S/CrD+nzskSjd9
lDFJOo6OzdRDdoooZFiw6BelFe/qVuC6itET39ShF6O0kWy3TtMYKvHGbsLMDbrEGxCnEHch9yET
+WdayfjfpGRmLAyylvDXGL0HFD1vk0CydLrpJ5qiylRYXxCZXZQ7Udls4oDS92eG7SJP6oDWvMgg
/1XV8H9WEvzflppisXX/oC6Imq997F7jXdUPHMqCUv5lYfVgacr4YDmuonceyoLS/AvhnQe3jrIf
tTIXtNBLWVAT0F1V9YO/9pjKSDH5v3VBTZC+YiA6Vg4vVmCq6PQvCoPP2tR/6nWuYE6m0cT4Itn2
sed/V25pG9Y1SYb7DYxgawNssRbeYXe9GvCAXZl9ZO1CZGECZ3MzftNLHcNSVhfXRtlZPcYifT2u
yvI+z8uZQl9ElKCPDx8nFej3Cta0zZ5kGovqknEAWxBkFOe8JJWCKdW1+9m3MN3dTJYV3mK0BHo+
8u5BYiuLM7DZ1bApGZS0AUvCJnLkfE4XQxGp67A+zzN9vVtiR14PeSaxKXSELRbxlybSq6/aZFYI
BvLaGnydWW+PLhL/fzW5W3y44VdK9eW32WtBHr+697+pfz4n2r29oBYlHVr5Nu0sD3Du27JO7IGb
zQs8CYmVi5u1GtoTFNE5tp4M7Eq1dOI7Wq0chYNc4cT30wwlJuyaK97X7OuCgO7nyuL0aA37WgAX
KUB5gye4BtBGSkFVSrRwcW4hV5nYOH385d8Wb9XDQB9QdR4NRVaU70tSObU1YnMAtACmqrcTTtJ9
aSzzFlOtu23SRP9DA068Lb39ekD1hV4VGUluj2MH3j8bVhcKk/6poP6A48w36T4vMtu1DvQRYCFY
CgkejcuzfCUJOzdO2nD5im8NA0UbkHl19PGFeNuBPXwvW1eRhRR36ce+K34abTdPPPBkPs4h4Pmw
qE7wloZ/qAH+9ihwmtFQctlpG7w9+1rDPEoKH4+KZikUn2i3jTmMf7ip5m8uMgVVVfenrEob6d0r
TsLKmsgUOoKTuhqzMDx16CkijE6NfApvY9DyEOLhe3zV2cndtpat4YchG+kxw2FYsTE6doZR5hsT
tVpE/WONKZAW2Q9h5B0bgzUU23WY7Xg7U3DYhJl0a2qW1JPqkdqaNwALmYt0m1IevB7zrrxrKMqd
LFbRwpEI822UGCQksJidcIMZXcmSX+THs06eto9QZD02kTrGh6rv/5+u/pMy76un/ZeQr4vhx/j4
Hw8/8sfyO53IQ6CgSg18/rkXKLlw6GfRraUwLRW/UyE7D/OWsK2/iJMAteVCNUZJxNz097xleH/B
QtUd9Ah4D13EC//MW5ZBNJilY+C2dMDAHpjzfzFvqXnzVZ+JYE1yrAwiBvldFsVzWwkbXo0cBgq8
ZSzT/j53ZncHmW75OgkqtXVZ43cDlXFn04cRGxsVz3kYJs4VE238yDLcRVziZcP9q2v4m3H/bXNG
fR9bcGKICcgvM3TxzgOSrHGIjT2R96IY3VN29c3JylTG2GRYfxg11an9M8NwKLo/4HxcA4EIl1FX
TMJXp46lcNELcl4e6nDvFmRiuQQrUZIeMOTPlNmrIIfp8fHp/faYYIE9DkxTRqrb8eqYvUXGAm93
+tD5bPn3JGMF6TbaaLuPD/OOFPtybq+O827gtZxxnAZSEB+oNm7KXXSC0ez4kULcpv7DGT2jGX+5
jK8OpUbnV6fUOAIoVcKhyLThpOzACUJf3yTBt2ZzhGDVt7d/unOOujWvj4lAgU4wamp6o8+yk7fH
zA0EgYSrGk8kgOldkNIkPY7SVtYbu7TRZzs6Kne6HxAFQpAu+CvsCgrBKBjeiTOyqIYQvx6tAf7A
ATerUdZhMOI8wOJPdEoRYDElMi0ypsLYhVR2miCNnZ7SJoaBT6ajgG7rVLlPbj9FeHRrStJ4r0RR
bvDlaY3f1pZ9HxajfbQ6+oh/d/YAc2GCo0SYrKMZDLxAjY+tNlv3GtG0xjafHfGtroixBTnW9d+7
KrHJ5slXs2VCSHG4l1OY3tSzDqiQoCxs3B3jy8284NH2h6lc8D2vSeb6uWEXcEGo8Xj7JITfFBQs
9Kgt1DAPKZcMmee7dFeyjejLtDs1G1H3sBlEeoZyh8CtXpODuxkLvZmDtYyYWQs7WQm0A4dFjcnj
lPEQUlhdwR937BBlm2+ioS+uFlsCPvz4YX47vSPGUmsoZFWGx/rf1c13DT4v9ryEOW59isXa71tR
rmfjsGj7j4/yfuCxsZ2BBnLZJMNotOS7N2YxnT6r9VB/qp26IIobuFtCtFVA9b07TJlv0nRf9/Z/
eTufj8UYhzCBE6Px/fbxhTKSUhfMxZNOd1LnYLUJVQ6+iu43HSTjLTvv4joB9w+syAt/5HVKOOfg
udnD4ITiTyTf35y6zSWGL++xhtKtd1+na9uIIXnh1HEo7yyhTbtQ9PVRuzjrycdX+e34p/RhTILc
Ro/0RYFa491VjjGJRcZQFveMjlCBkg4ESupmFCxgecowJNnHJpORrYd31oWEp318+Ldnqg6vDqyj
p2BSRtD8bshfl3boKO2a91FK+ZSgHaJk5nHYWhlFhI8P9fapfT4UfjrWAqaSx9pqLfF6WAQU4sap
MOR9kwzm5ZStcuci8vrDu8FC4NVAeDiKemSZvgAxG+8tk12E1s/pa/seYEgaJI7dnhthHwYhCWen
Xi21rx+f1Vs1A8djyYGMCu2djogUNczbs6o9pM7h5PQPYR2D+zJWEWBym3Y94OBN7FrxndnM/WP7
fzg7r+U4tbVr39BPFTCJp9BJyQqWZatPqJYDOacJV/8/aB1sd7dKXf5q7VrrYLtMA5MZ3neMZ0Cf
ufA8EQGd3isjhihkW2fvg2Bs0Qz9/US7Cts+zWRxQMOVElg5O+FWMSMi2+KuGYpbY2C99gLF6h3S
tvowXc801nU/dOKKug4pxfU2t2jEeKTr5c1mGClQ6rAjhTc4+MjXpalF6VWvdzOrZhIUb9J2tXRF
ghEIDiLlxC+E7RN4X+BuIbRBamlja7BtCAFSMLGjL/81h3XQ+7QU6/iqsBVB/NBE22w9wZbYB3Ei
wp1jsiatqSQogDjEKF8qAh7qbUyva/Qw6wRfeHxBuk2WlPfNbNiZ+wxl8r3ZgjZ7aUjTtcZ8kqSe
FMiv1wby7F+gtiEvOpDuhyu6SiWpdKXs7iGAVymYp9GstqM6merG7ScchTYbwxcwP863EkNDhxZA
z/CdEca2tGCrbDe4syJWrO2a3Jl2GCc+tB/XuCuBR1C+C0NL20Wlbs93RGHOyU4U7C8fomoO012m
5aq1CWJzuOcjGDIfXnaW7mroFjTNYr1hdZqTaEtlPTf5+lqSFkF6AnoVldrQVFer0dxW9GoRVxA/
yCuDl6lBXYz7wSM6EBSajROeiByxKJXmcGlekvPeTKvcGMdwTccj/NNScA5hIams90bNsdCN1NBl
irGAkCZqXo9+3juwwHRF77oVbXTs6xzV3Ns0MMKX2QqdpzTN83kTFTpYDrMPRQLjy3KfccGMLzlR
G4A37cZ8LEIsYfBkyeRZcnMyWg2BbXwf5hYIqiBAczUlc5PjE+phoqHD18JVbGEl8sZMz6IbrQpp
1hZWYLdXWYRNZjXbGdGZjsCztE2sPHrBwFd/B/wQ/kwnNxTXtUjqm1EaabBOs7Z0kMqPyq9BSmLH
ajGnxRo0rvttbvToD+fGCIRcLXhMhDAIxrNSRazoiYheqi4yNM+UfQhYO9fTB8QEXe/TmB/pEDT2
vF58dFua8fMLhXGwZjSiCarHfjYXfqXq0NI6EQf+ZNgYAIfWqdzDlOv2C/4L/Vo6qg4DyS4RF4Dd
0yu/nUbtoSrUZl4LAono4wDl2QDSr5PnLAI4v2f/5sS/UrZbzpcuC6P7sC+Ub2bbaiyUS6/zFh9e
ktyqbitJcjPHhc6CoQ9zHVrcmxAiI61OqUsEc66NRG/ugirxizYZn0MrUxM4dNK4y0fV+eYGrfsK
ZIo9E3mu6Y+ycRmgqQC95OnEEjzViYO9DON/dh9P2gIcLwrnMdFG8/eCxv8jkk77TvgBIammiaXv
qoGUhB9NEnmyQ1mWRatUcZOnOc1MwGUoGB81/soc7l0h130BBtYXWQ3tkx8v6zVlpRCD62jAQiPu
7s6QdIZ4gHXPljTL6l92Ho/mGjl79qyovQtnvh2sNRPZ8CiaPnhFi54DNwwa/dF0pvhlqPP+GZhT
Kb3aDocn3LjJPupGk1uJsLJ6tlVGXwdeVoTRwlH5GNWA7F8zhZgy9fZwBw+WpoWijAqZz0PKowJl
hbYjHIz25zBKRChYQGlTqKlpv1XpVBAfVUPVYjTMgAanoG3/2CiNVnWHHmKVz0p2V1tK9xX6sxH5
VTaND4FWGK3HdDFDVzOL4oGSik77KbF5E0WmtY8C5iZaIqIYSdY1s9ogv20If01mlpBuKQry4CJI
V7Ufdtj3/J7Z66E2mdJWo6WosKJTTq2pK42tgs+o51RJGx6kqMynLzaIxn6nJZh/PC0Hzc0DxBpp
jmw2b90cqpmP8zkZV2lqu+M1s5UuVoVNfXTtCD54oABJVa3hz/UEVMrS+m5Js6PTFgbKPbCZPl7n
Iu+JlE2XzjygqewVTLbxzYQKMvut0mQp4H1tmvFdFe5rF8RZuwbFiMe7xQ4PNxelR+lNKtY735AK
bPUyzMv7eo6U3l9kZqMfJgHd67gOCTeWxKIOq0FJkJiFYG+Z4CCOFp49V7bmLzAp4HwyUslsnbXx
OhFTVazHSk++TQl/77oQtvIr00q2E60y5p1v9TldoRkRH+MIWme3MvROwxlIlxKUHLHgLZVqXEse
CNacOGKr78WayC71VlRd/SoLdLLkCE/51dhPYM0D0TT6JovsyrkSZT4wX2Kxh7YlcW2SzFNonWdg
NqXlh2eqWgWhk1t0KIGOe4liEcZr4ep8MtBY/cwLyTmLbUl3o2MofAJoF4MDomcOnzpobqmkVKY/
9f2y8UNxHqIpG2rpGU1LBOscpS2KLiUJHvvBbO8FOaiEe7aa/YcKCXIsdCz2XkcRUa6HrpkPQ2h0
82bMJ/k1IXYSZtVQKZ6jNMSzVXod3tuxYf0il8BtoUDhKF81da49plFr/WznYP6Ti3DaOKhPZ6iM
qDFWRudYOdKLjuNjCO/hWc3HUNuCu+GkZ7buEHotSZAkEOAxHK9CqDC7WR+c/VQmHAANNR2fM6zU
6pq7MFWfWYSjMafP6WG0CvNniFA0QBZXcMCcMMW/Jf3U3ncFTAJPGeIsWo8Y3t8k1CgemQk/1jfs
YgA9MNWdHxMq8gv7U/cLjRoQLA5t6R+2zdNNiBtj3ZWPtPpVEKh14NAO5NzzvR2VhqV1thNz2+m2
zPx5UFKNrFLLvjPzOIpQRaL5h8orytvecRBqKXMfKswRznK6Jev+Cas/MaI1qobY6W28pVZQe6Vr
0JItYhnuU6OIv2GDzFOI3FP7RISbURNPqpb4dd062ndRkb4mNa135iYrP7BXSn7mg24zeZW91H1Y
VckDMZl1ta6RRacgNwpOW0uUAu1HtXsQRH9Ea9ZEusOxFPIKmdBIbzh+cc26vC+LMH5pC/LLSFvp
5gayKkumh1Dc2BNIiaKtpt4bbQp17J+mwrGRULPpXNr4yljw5xxmg5BvJUJ1IqW7kXXTdb5IkvhO
74lHRRyokV5eL6wBJjamKhSaAQpbTWRfrIHq97XR0rxe53MoKfHIKunWjFzZ7SLIjzsMiz09cSu4
m4HbQPFPqu6rDsE1YokymQljA+cvmSIesrgEvebQs1BruTRWVT5ImBiZJb/jnmno3uuLS40stog4
7ym5Jctd/ZrOdLpWoZWMuo+NEtJ8LcNJXaHsCOvrpEHBHWBe1vy6y/LgXi/T/FCpuOk9vhpBTrSb
ObqnzgGPIBpR27xlhKNT8MhHQLkkkuJ67zGLinxY65ChBbsGhbTwbOjd71FRlw+O4XZ3SMDCzgdA
grjHJXtA34dh66xQp1mwlA3CyvtMraNNIPVxfE6buUJAW5ZK4mlOk90raC4W0JqR7Ja5JWNHjAXX
M7tyhMidZOlzMpC+ROo2iQZb+H5MIeo4W62fVQ0yIexf47xR6fS/0V7OHrpexExTLO9XtH0GZhOO
VI8WMDl5rTaD8y0IzC68QpnWVque7jswXPB4+bQO4VYFyaqyweo+duAVwc9VhoGaRCkpIKVQUZbk
UZIc47RXYuDwhrjPZyOF9dMAkt7pnd2SaQsX9crQmTq90IAUjcIMoYCvGZM+ryeliaIVfUVZeDoh
ZQ/UxAZ1YwdqetO0k/YjL3PSWOBpBL4W4p9eN0IjaLhX2Yf4IWi32R/BqGkbG4kqiq04He5CaAUS
pQIMRU+35vgexV7qod0rRkQbdcJGvQGrDJ6Zc7hnwvYHBK3OclO78ARYTZzhF1Q7tD7awPmLUlWn
9DurS0YvcDOLc03VpsRIUd4sPICQxV6Dsn0IQrW6MjnCWZt6qJMnJ+yRAdGtYcrsOL481MMwoxId
JhH7MOns324XADjNiiL5zsEvuGcrg4SFzLoG4k1hwAJsQsPLmLWYi0OhvrllOO2mqkmfaj61tYnF
kg+QM/kTg8J5s1L7dgbKpxZPhmSUQeq3nG8cYjOSXcZmGG9YkPuDTmhK5pnove5hR7ZIFYNIiVck
FJQvOlNacIdxL0UCBYgjN7wgGsNwpatd+BK2aDRuhyqPw7XAvoti1cpaxMA9Kjuch3Z5EymU53Fz
SvsHjV7X9QIOyLg8ZzO6DlEpVSsmoPJX3+QsAFUVm1ibhzGGsUL9H3AuejZ0kZE5fI8ooLzpiYQz
iXNWkDOBsO86osv2YoFqBoYnYsCgA6j/50KjbIVpJMnpUyWCp4r9L3jMkZA+WxUGyBW+OfumdeEE
wIZo8kf64dlXDqX5XjVGkrsDK1O+A8nlO0Tj0bxwNo9elLIq9mZt9G+jmo0vQ9CJxqs4HN9WGQF4
D4NDMDGPkhxMVKea3t8LYhGfjWHI3yY+nCVkzzJfB9Qo3YbsCqvh9UMJ9mBYhu1biI7757SkWlxT
4wjUG4JixOhDPDIAKJPK8oMf0XzPAXR/TWQln8xwYiKyrXS4TQW2W8rEk0vN1LTrL30XOwc7mMrH
vBVy0RJHaNn0BkzcVWTH0TYvQ4UzDg4CD9++kHT25+lnOYDGDJkCVkEmkpueQjd7hMKZV33CjAJr
NuZQM3WiNbypnc1vTdVTyo3L0N10mmrHHj2dyIUxqtuLPD9HLByWk0rUTjqGHPMj0f5oqQ/RYhjD
0rizYtTL2y7Vo+7WcEK7WqdJStkNDZ/8ntiiV77prZMXd5BjbWw409zm+IItqJI1P9ReO30zPNmy
qdj959bYXg25GPTvIZlHWC6aOKQ16ozo+7S0GP7ExSCMTULqQryJFDu2/Clq58SvYGCNVya5NBT8
qOx6lPDLb4ZDG+oh5KHtzLComqsQZEW/K1ky0ht81T2KQoAD12ZZ9dpOLUg9R6oTD+kGy3TRe3Mp
g4rNEoJHFMY9a5/Qk9HclOQXxdClDdldYx6fkzWSd4FLuoByfR3WhksyBLF6jZ/kxmQSnRsi740d
UjeuwlzL6xs3CYL0K+WHAnnnZFKN51nY845XYo+bTFledjB3y/KW6NFD14m09QE9K5CE1Hx4rnRN
/OCIJBeTyZy9RPC/2Oep3NhmieZ5cNF4OnDEqUyuUsMw7gBwGwF/Z1vnWzuSmbZyQ9gkfsbGb9lY
lOXXNOqS7wMjCnSrhQgOxKWZ8iVUcdnuYiPlqB00I3srre6NesvSOH0rTPI8PElR5jGhYYk5QKlq
mDQG0vuA6Prqxnbd5Ygp0pxYcAz3wmvTwvzhGA0Z9+Ngls95Nqnmmj6Ckvj/j1q/blZ5L157yyp/
V24MLGDBH/z6vOh4Vkq1MWuqdHwMqo88raUw+FeHCdA0HPnZcl7RA2q3ZSK171QZ0wsFxg+vYmEI
0/FyU6ReSq1/XWWeZT11IJRf48wa19kUOusy0y7cylm9drkVWlew+xZZi3ZSFQYLQxGIevGr7EE6
DhAtd6XZSM8GX81eIZHrzx/dWb2W67EV1ymrOBizTuvDkvSkDtV2gKafrKjSGCuoArF6R5m12ASD
/hI58bSB8ZVc6HGc36hu0pyjR8ciSADrUon/62k2Ixn0VpcWe5dYnG08Bc0NoKPWb/I5WAGd6h4/
v9Gzyj4LKg4wwwbpAAvSPSkOt4mAXs+5cE/CSLXiRSoAibJqVTnWpY7n55fCS3x8a6jrxykUggpK
rpQ3kDjoOkbEIBmRUt18fldnYxKFAMOEjQ92RcbMychXho7tvR0W+66EUJTTh7yfsGM/f36V8xuy
Fxc2PRGTqyDWPr4hqk1dAGCt2KsKs8LCI+MwGr311HsvtCs+up+/r3TyjUlZuzhri2KvODDoBHXM
lXCrP5/fztnQW2QVMGxoM9GiIBbz+HbqUSUqahiLfUbayob0seI+DPX6dQL182V0ZuXq8+tpH9wV
zWg8wbSUUBKYJ2+pTZus6ea63cPOVOAFV+QUNqlifs2bOFt1VlLtChk+B1knH+AZyY3SiJpKZdlY
j7PVkXFDBO4PaRDh9fkv++DF0qdx+XEOYjr4hsdPQpvgOVV8dXuTCXrbanTW+tZUruaq//n5lT54
BDaoW3jebHz538kQauiOsDLLet+NTe4TxoRpBrzbhUnlo/t5xzXSxEOt4i6/4q9JJeu0qhqNvNvD
egPTOee/5kzJ8dtxjv78fk50Me+NLpo7y4qDZdziAzy+lORwaI9h2+4zZQjQ5pf6jiJ+cc+xRtsp
dTDuEBdGd62SDi8ZkrOV1Y3V3ay1+m/whuGFeWAxsB/3+Za+27Jw0P1CEnTmWa6MGfbsNO4jfFwa
eWwgOH03Sqxtxj4EfxEHLX0d6LVNpgbtjpXVtpW7SfjOHsahNH4QxlzrfklElouOFK/a2qW4ENAc
IdGt0BOj8QljICxvyvpwV9Uiv1PsIvyVgWu6d0wYP6tZFGQACDIDPLehMOtPYOawiLr2vZIG2nxh
rvjgZUO6I5CTFG/s++8C0b9etl3WDhFHWr8Hg13v2WPWd4OlYfKqzXb1+dv+4FIoTKHO4u8HlP3+
9P++lNBy4qyDbp+ZufDIfLV88hK/JzCwNp9f6ayHuVjBF1WooHgFu+RkWFUKAYgaVrc9bZX1rFjO
mi2oXKfa+NtK4mSX4qz5/Ipn9+YiIgOQzJ4DJRlr8clAzhKFGVDj3jD++5B3tK/scFVPp2O0+/dL
MUad5e7eIQ7HlxocXSng6g17B9WjF8Q40vrJ0HxHJ6Ht80udf5/c1rJZQ4lJOxgdxfG1bBIp+6By
+r0RRPM9aRjBA24l6We5PvsgAAlZqpVl39+9Sk6YP5SM04SCiwPXirReLvya5SH+T4/EbMGvsUEd
CU6ZAk35siT9NYAQKldkPlXDnkgCusnQkHaSBAEwrDRyKBY4T1gQCSzSGuvJHip1CaExX5o8Vyl9
uNtEb9XXz3/SR6990coA0Fj2YKdQX8VuR4r2Ytj3vRrfGtiT11Fv1tfUly+NsPem/8ndA05imtQF
gkRoFcd3X1jVOIx6L/eKbU0hERwU5hAQuhBP59ae7l3X4fDj9Lp8cdyeYzu0MnfbmCWt+Aw3yRfQ
0hJ/p07opQfgChWWarfFHyN6ryVynL+mrMYZk1zc9s2iXvGijYrykiWR+vz5Y1uGzdmtWLbGrg5+
Eov68a3ocgjmDG76fpyLYjslC9ofDseF6fydE3J6Gd6NiqSJ0+7ZNJBBu9AwlEz7Qosa4oVs68tc
kbZRiyp/ioTl+HXe2di2a+2LncTNw9wbPLFJduuJFOuN3eX9DUI3Y8f5S174jM/2T+Ab8FqwZ9fp
qmCIOX4Gmt6kXQySdi81VP9sIcCH1eFrHfCNRcNYXpjnP3rkUPkJDTYsKP2nQn+XzsLS0J/2tA9o
PwYyWVehrC5MvB/cFBKZd0YTbCOkV8c31YCNU4F9z3vFUpfqZ9xuyynGdK3OJJG12v/hrtg+CBPE
BMOIaeH4enqvIPVwy2k/WqqysBxomuN/Xv/zcAVSvJDo+Oo0cYr6yiuiV5WwmfY1CLuHKBuUt7ws
9Qtv6CRwfPmksTK46FVRRnCtU86+NPXRqd1EI8/dJsmsNuWzQ6YG1VWohH5OAW3bNX2OqxgYBrTh
YF9SwPSsVmS3sVnUFJ2QEmBVxAPtxJjUnJjdMIkV4JhHgHVJcWEIn48pcDI2TkLoYPxjn7xtKzcr
vKSatq9S6KRVTYxq0RvRhc/4fI7lKjwcA6y4CWfk5KCBBxWfIaGP2NjcYJsMar6amqBeuR2x25+/
6PPhi3DOZDQtywyf5PJT/lpgElV0bqJX5t4xKbZPuJDIN2msOxyD8pr2uFh9fr2zfQpjlkupFlAz
poL3I89f15s0QrnGSnX33Le2tVNzyOgbWdaSXlZr1MfjaVtRIfrx+WXf6x/HE6PNB8NdApJjDjpV
RupmRlW56ZQ9wih9x6zQKV8qDPDBTcno/gL1P7wjGbvqHx2ksrADzMj8Eeg5EUazpbj71qA57RNO
Qxn08592PqSWX7aUM4AZcvY4edmAVt0Sa1qw79CPfOXTjr7ldnyJwvTBc8eKxmnfAvzE8qMfv+dA
r/RA6RJln45aulYznRSTUKvpz0VN/SUmvm8rxuKSX+mDqzK0eJMs30gVT7WvWi2CsKjppLDFV65C
UPm/0zTRXwnGjrZgbky861l6Af92PqQRRi7YNw7pLnd78kBbkkOJ6ZjzQ8Pu94pkUTq+GYlabVtG
20Sd+pd/foGuqiK85y3xn7OygK6oQwKh8MAYY4vIunYXI667MCecDxOX/e9SDLDNd6bN8Quk81fr
TWdVB8ucf7mJ0a7UNr+0mJ1OPNS5LE6BfJyUEfEjnezpaSCBxuYHHKrAvmNism7saBZeZJbm9t8e
moA8pnOAYFPPJhvI4cntCIqtFfvUQw4p/MZE1wv3IAzuP78KELbjbddyGUYfJz2mOep4J9ObrSlo
xMhVwjI95tW6bwhj+zK7sy63iibFPUk5yR0tAsJ79cbKvyhqQw55GWTDjWsOJpgRKvIo8jt9M2Mp
JvY5A+uOAiZyt0QTJtW2iFXAGfGIhH4FxWZ4dGfHfWlUhSBxNW8IoXUbtbhUKjwd4+/3xdh+D5cA
yXlSlSSPhjxn2+HxjdpaGbNyDV26vu5IT0YqcAnA9eFT/N/V3klZf03aCCTdoHC5Wt9puMy6zlyV
dpBe2A2cDb7lXS1LEfsOeG2nB0r2G52WG3Z+qJNU8bNM9D5R980mG4ffnw+L8yux+1x04ovXiQr2
yWQYtX04z1MdHcKMdzcqOOPoW1r+jOlg9c+XMsDECqwGbMN4XcfjPC9q9KmZjA9kFes3WTnSUao7
85oZ3rqwkJwdXdkM4mXAwcJqzvR32gMYkwxYVWGkh6JTAF1WRrcq0fYj9e0qdWUascLxx6lUj3Ds
4DcQJrkSDRmw0RSVg5fQ3bmwuTgfN8c/6OTmSQ200tZW0wNRvnTmNADdYaazvfv8GX90GWOZr6jM
aiZL6fEzbsCxDE0l0gMwEXXVuLn64IixfPv8KqeVMp4u7ttlkV42EJx/T65CxFhXkNVwUAfCgc1M
7W8pjcgbpPHu9y4XCzTLjdbzVCFrDaLkQh/idCldLu9QCGCyVB0H28Tx5W2jzyO0euWBXph9m2D2
8phW+i0sJiiDJoKkNGIX9fk9f/Bkjy56Ms0EelSjxnPKQ5f2+dYKSXbrnWG4MEzONmfcG8VHzIfc
F3OadfJoTUuicw/K6hClVUQqCfQzHb44ggatX1cZyqhIM+ixM077bWgpC27QdEsPdQdRfcz9lNZM
d/35vZ9PsZaNOcjW/3NKnlIHE/Knw14PmoOBDPs2A0cGfK4lJ5nm3V2P7/7C9PfB9QAlU5WENwAI
9D1Q6K9JFoa3DWYmbg/U1OZ7iWb/oa5t6YVOod5VRuxuPr+/k8Av1lwWXyTBHFpNEqE4hB2PKEHo
sy1Qhx4Cu9HMTUKuNzbjtkOh1A1O9FPBD//izqqCHx4mToyKehe1bYYdbwzyL41ktK5AP7lXJttk
y4ut0VVXsLOgTfVlauJk5g9vmqrAo4xF3P5jdWg0Ljy2D4aoAwOcvT0xbewoTr4LQ5pKpnVte3Cz
XkOU4rQ3JfiCCw/r/CqcUdG96exYaLCaJ+UbKD70AqK5O5h5S/SrEqsoCOpLiVkfXsXlI9BVQaHI
OfncyNaxOgN53cGa28zXnDRdIT0W//pRLwhNXLCk27kGHoWT994y5cdLTMYh58i3UeM5WKNjjS98
PmfTpeBLZs1j0lxOe4s/+e+D5eKtaEDM9Qf6HEq7jiIDV4nIEm1NSlRzlwipXqGaA7SAfF/Fcehm
F3bMZx8UvwBRJk4pGlS0jk6WhXyeOO8IdTh0kWLcTMM4oUoe0D3lEpHFIjj//IM6nqFZd2mkEJRm
6RySGZKnI1Er+r5NrXqmW1d9R3dZVp7VzxJ1NTAI00QhQsJFecmopS3Hmf+dbP+7LHMG5VjchedV
NeQpXV+Z2rwnsal8ItytE1hNBsSy6RLB6M+2HV/bdqgguxXRoF5ZGLLZxSVFdslKdbyvev8pps10
srTrDPi3J1+JHqP1goDLT5mdHAl1MRPbSkGskm7/Tx3I90txrxzncbZCRzn9IDu0s1nRWBg6sLRs
S6wnqHOiYIfi89IB/WSifL8WpwRGM6dKKNHm8tn+NTOLQMmBmGbq3q3ikOCieUofyiRA3Kpp5hCv
Rz1sngeCuKsV+z3XRPk7hMIHlVTfqmIOjFWJ4GyHoA8bCXREVZBhWdT3ZCcHCkmnxNqjJVKeFY3u
OCFOuvPsGHX77fPhefxB/ncXzCs48gXVQ/e9FvfXXUwxFFnaJwxPS2ttXBWddm9obefXcpyeiFFR
b7Gy1G+5KIa7KbGLC2exDwbHIqRgStCYfWi8HT/FeCJlzxIz3FbNaleE47nkiC5OAbMpL8zWH16K
xQ31O5P12f5+kGSjgidV90aMc7t3lPnKDbLmym0xbHz+VJfl5eTrYxFd3ItLTds6faoi0ydRqLa2
z1F6rmKUT7/bINX9VnUIrU0pbnTQCOESRsk/lTn+e59wzA3o4yCKmHeOn2dJ+gi4wlTfSxI4fgJG
M9b8aWOphkZXc0ZU/YX57aOnSnUDcA6bNC568gIRZUZmNit8cjgeVziHnOt2jJxVZGrNha/7eOpe
7m2x8LKoOwtO3zqdSOJBM/iwarE3cqZUAHox5C+3rn9gQMfNFEdF9P3z93hinf7vklA0KLCwy+e5
ntwdrs8uGOJZ3TtJM9ibwTGqeo0FCgSk2xLJLCuEziQHpY+DIapb5tziFggl2CD+xgtP+nxQkZcJ
yMGkYcIx7nSFRlpJ9ri71H/ROoCodBI2ZkD2Ml+nfoEtMsme4wYCUFpU+s/PH8TxHuT9OSxlM9bO
hZhxpgyalXIOrU6IfeiEw3U2B9lKdZEIf36V87GEpIXGHgVJPlPCIY4HLyCOOcJr6O51pXZ8GHA6
4enDIZy69MJQOr/SgntavkzsTuzf9OMr6bIdO+a65EC3V1tpiZFvzEbpV44Sd5fOMefPji2vqtlY
XC1j8bkeXyuiPV/3bpceqtAtXlNJaw35pL4OQ9S/zRCWdxpWtDWmWuNFGS2DaR8MeJAXCD1xmvh2
jxY4VupLO6EPnoGBdMlY1EtUWE6rYLNSV47S29lhdJJk5bZxD7m7Dbc60doXhu5Hj4BOguD7RR3I
fHP8CNAZy8g0w/xQtDLfqnNRrsvI0K4+Hz7nW60Fhea6RENzjkEbdHyVLmgBHRRtdQDvKG4b6jz0
d9URiwyIWKDC9it6h271+UU/uDUocWifWT8NSCgnJw2cerDR5uWiown+WIrkaoAnfuEqH7wr9uQL
zoDvn3+f3JodqYokZbzmDJAFfhzVCAsURd8UaZBc2CC/N1yPFy+T07aKkk1lk8zcd/wYLRRPfTP3
VK5VO8T35HbWTydUohsRpPKekV7TdIdbipNKM4EpZKhjY8+ZyNcgSDKydhyDrRTvBfRgjzKdoO1e
zdhA2f1imCnsjDB3MbfPuoyadKMmlnZtxqpIfEsB8Yzbl7wor5c2o5KCsPqnwPPgeFJm5jdJyQGO
NHMP5q3lPOR1tsBVgRj4Rxnk/Ss0cn4jsgi4zprtPiNIHX71fUq9VoA/rlauTvvhChWl8jareWV4
eVUZG1UdwtqnnDBgHYa3+7MpVW4zRgyUe+i+x9mLmk6/aW0c5HQPguSXPdQ6HplCyIeRfGrVK4Om
hK7fajglu2KaC08mjancdBiFVD8vUzXCu6MSagtSK1J8Pe30nyH1uacujOSfEuJyRw8mwO4u7aw+
mDOBEX7Tqc5bIfoM53cYl3ewriWAuS7NqY3bZHSuhizBiFrMIl/yCGbT8nXcCljhUId069xZaB/4
8JyXQTb5pUrmB9tgBr3NxEbDlrre6QYuk/rAsCiag4UJLoLH3oc3qZh+x3lYPVTu4jWOFbmLtR5N
ht4SRIQX5rkxzH4DDyNa1aA0N1NvllcG8/8VFHVn3RbUHEK1k9ccAPFMVpl+BQvBuLAIfPDpUlJW
9QXMBDnrnQDx1943wgwo9XhqDsXYVBzIGiTSVqmtP58gPvh0KaogTgZ3hcjhlCMxZPVoTbLNDkQu
6ZvJHeHrzwNqffID/w+XYgUVNmQOyv+nkUqhIUZs44IZ3Z3tXW7BMteyzr2CRjRdKLB8MNeC8SJv
jYenLvPf8SQRAOeNBjPLSXjXsZzS3mD1CJviZlDmmtjqLnCfukpOT//+MN9PW+hlqIiczraQK0AT
2UFx6M1GXxHuUtLnCIQ/E117YTNyvtukqMt2k+FBRxo1x/EdaqJIXGm5xaEUglDCeSCrgLSa3Wj0
iicI57xwPPngyE7ixEIjQ8SBgtY4mXeVqs9GI8soJdPpW9c1FfE0GeMVMRQUzVQ7+K5kaQRQOQL/
boh4bdCNvrBQnx0HKRdAn2WYOtRo6F0e37ToJxlQx+K1JpiIOrpad8IkAjFXtPheta1gk/MTPawX
6bqehLywzJ2NKo7tPAGOZwxgmtLLt/TXF2nYSQjRI9eopmvtDwbxb80wyg3emuSqQta1c8e2vPCe
z2+ZtQ6uF21H9tdU846vWcyFm7AO6oewncvrGq9v7VVqDmGqKNsH8ryX9Mg+v7MBaq8dUisvvPez
WYh7Zu/Ag+fqi0rr+PqjlUXo7oV+MAKiRyfTkLfJbF7ahb5Lov9e1dnjIhekscVgRnh/+uXAhO8R
iOXmgUpsq3khfOslNKF1b8oqzPoFZ6FkKwOp3A+jxXMGsSMEbEJqO/ngpBJ0XyLFsV47V4EpUOYN
7qFcTKWOw2cwBxJLRvUJDIhz05eivxuKIFh3mDJaXycs3CvpmC7unuAPQX3lz6CYqV5bbZ6sNEab
8Nt6SqIV6Bxth0u6sjxEfZhHQjHMr4o+6hGW7wArtqyj+SehKiW62Uyfa5982/ybQ6jSXg10N9tB
sXKutGloyYK3BuAyxARpoae2LlkBalBqpmdiSarRDWEGX8NLN29J/IDvjFqyui9L4MxeUxTqF6U3
+fUykeI6NI38p0xjAxoZA9fPiwjj6VzmdedhSxn2LZ6wLXlToP0CmSuX0rneMYTHLw9XDdMsyOHl
DGGffJYyxPFbS2kcyIQNJhBDQ+6ncNItNmKadcVOBBGjNpYxvN7UHa5wcuL8rBU2eYTxRsDTp1CP
HwUp7C+VTg3WG6VtPE1jPHzReCb9dZG5yoUPC6kxQ/foZxsYPSj8LTlUKr2W5f//63PGya+NaYUT
VWBzxoHbJ8NrU6SN69mpk6ySgvIIptSFOKCLmhzDPtDU52hOyoORyIxe1gB9bmVBoTe2WVe1t13Y
dm9ZlChf3V4xm2tZ6KAbNNE34FjdRt50iuxmvyiJMNoO/QBbJAuc5CcGbWsmXADfhFdUjvs2dKP+
ZmU4XL0GBsZCi7VlsJHZmCKEGQes2CBmQLOVeoF1ipB119zM85zEvpaRUwFnR2lWaankz9Y4yGmL
FtrQgO8GRCnaSmUmDLogdb9C7ComSj4OMK4g6rKv/5+981iyG8my7b/UHGnQYtCDBnBlaDL0BMZQ
0NIh3PH1b90Sr8nILIZVj3uYliRxoRx+ztl7bThj0olyYkmvKLnSiwI1+HSi565PQSLVmenndQKE
VaQXUzkCECH/FSeFPpTrjZdPpRanZaftp8Vt5QY2SnGR6pNM4ixwQITnPryP2Cin4NFtJzAGo6jK
TT4q/6VK2/WixiRobgFYaSIEWM8EerD1K+mM6on+JI7/GVL8Kdh69t7tcsImxgKc3DQEJsxowNoy
OBurNn1uBeiksDBXkDyQMdhjl9kCd8QaitC1x+Gb09ZdEOliaNHtVZPzCvi4T7j4rdNt8HoCq+3z
vLjtq77VL/RBEgpBenECshckU7WFJ5u+V0m9aPdKQ10cZ7qR9nHRkxJ3QSgN7vMVMcYP2bWdugyI
JCpu8I0nxbPbJY6GiKyfFvyrxNeLb5aeVD6UgSJti/20zqQhEJel3OpiIRskJZUn19y9x6RYi9oh
be8KHHIi7EqNEKoiLXXB4JymRNjW1bRjZg8Bg3IggQ6k3O7dc8fxwZ9X/orhZOSlA1kSt+Q+i63b
lYO1XZNEnNealpHAg9KJyoAZ6pFazihDSNoEJADMZ4NRk+tTXKpE2sR6d8JYdu1Y9iCkpmLaL5bo
xmgph27eJJqf1UQKaao8q329eqfL4J4rQl4LHFWmA3ZmMdwLmmjDq20Ju4+YB7hn8M4KLHkSjncg
OyggoHpgXiFQySW4Hb1OWeptaRw6RRbKgUg7az0wrmv042QXStvQnzHPPUG6SVxrPQhXe0IAeoBS
1H+Dkq81h2asSXCZ3SzIr4bF8pD/08k4GJNoj9hImz6PTrEZr1mWeJc+wddcZmvRwPKbVjqERld7
F5yhtW411bBQJbPbX4LN1D6msUOUrXLSfUJTnuKY2A4mF4sNFuQoWyNN9+iIg72RsTmKeNrJndNH
qyXT1FomcysXmTeXdudWeUSwoqgB7M8QChg/4vgvWr/2Dn2WTdYeXRpUsEQnUwgsFS8PEn8B/qA9
5X20vuxePWgKiBNNRn5bk1v8GODvHSM/rWYIbGaefpv1sSYWjM7oE/PkxNkYmizVpsyS5DAC+vBC
EC/VKyn06PPNLFv1uFYD69VSms3GDPgdcRek+ZmT8/sAjxnEK2den71aInes3alw7JFsd+5NWoIW
O4LIbM+YIuDhR8+EXwdYxuLwmdSIJyPLzTutkGZ15yUU26EAHXW78n39IHhpGEPgginqaxg1ASgx
lT8nwgc2hp036MIuW2W+8ycjfZDrgJ7AnH3hsjCNhhlZSUXh31SjfTHpICzDYQBcHff0KLoToitz
qMQtV9+6k2L4NUJCzUPoU5QNCVSslArVXG9R9wTI0JN+vFd22334orGeWcRhSLVWaj+Qntq/dP3I
vgysecGVtbys3amh835wc9cu6kZP8rVrs/JW63KjjtlYkFlXmyNQtto+SX8zzpL9+2gYGysfAKLa
eSY7Qqtzj8Qvb63mkI+KQajcvNBcNWAeRCQHtfpmxGqnQrImKuioNbPleF18a9emVGNRP+jJHWFk
omFqohV3eLGdO+WOZJnQysjNzQhD6Il+W0rWkQzKq0XWXAkn6I3zgeCZcyBq5veiaVx8/Tl/C9rH
dO67zZiSy6blL6wZdh2JANN/aFn0DnbEbduXWr2AI0iUgr7EHpK2yuh34AU5VYDfOZgfWhqkPu5d
xUAithO94Gtn6ZkG3sodCaCccntbVh31edOyvoaqq/UnO6+Ce4bBcP9dfojD1qvw9qOVOXwXyND9
yArhVtGgl/lrm8uxxvBfVGc2kWAT4KJWB0NCgpkZQ5SST4OYs4UddNsX27ZRJbTNEiAUtIkJ2FZT
5tYNmzoIX13gpo+uUtpyqJZlaiK77VMzVENQ2SGZjmN9Mkh3VGEL4eWhaFYQYbqVTc99o9WvfQ4G
fw+rS98VKgeviHVcHa25zl2wc9B1QrOuxnvHTsfnDpTINUEiWb+f7MlO4wJ5z63d+N03hFHddVNn
SG15ftkLEh5nbJvEbEkH67XyyvW1V7e3xob5Q81iukhtKhD+EP8SjoX0jY00Ag0EVmsE8kAPeoWt
AHL3jD0JKX5uPudvkPNqkFg0TNMduVUkBPpFZ1t3LNx2AU5rNcFCMECg7Byt5tqjW21h/VervROq
ZNSxVNPCeuHm1ntTjpV5VaVWcpGP+sJIgPV7IsMpd+9Y0PnASFHY8P3G0vim/DrIUS8Wzh09D907
y32/KXcGEJEqZJ6V+N8b1tolghOyqKeFHf8UWhKsxW4iFsve0sYVE5MWpoE7udp87BcF8mIBIznu
2GrwNrXgRdQxKFY9ebbpPa2HMjO69oVUGZB4+tqv03byU/fH4GuFCl25Zt8suzdBCS3CqfYTtd8D
M1ewwxKNu3Z0gY3eZ1Xg0WcD+09EnZrdmFzA9jnIjQrmGPywZQNpwsRD0/r8jYwSKGJSVNQ30iAR
9bJKhs754P5N+lOZoF8Cd5nr+rFnnUk3Y3AKJ8xYNUA3j2Cg6n5Y6r1GCu5wtCqZpdulK0f3voPe
eg7C3CUczybagLG/8QGeQQ2xW6djGY88iiImyXqQWzFZUxnLqrU7xkdTv+JRs6azoBID4WYLJLMC
WuZ4wqJ0U6zTjMpjXHwjEURTa9NPC7T+aTZQpSJ21Gd5YRrV6l0rey7lrl3NQcakqy1p5PMG6zGD
Klmwcplqioh+W96nQnkaAUh++1wbidYdVD2wgVjzSb9KdWM8XzxS+Jgs1/WrNbqKL4bqy3Jrq6pM
z+Fj5BdFQzMzNhIKOaz08JG23kxbNUqmFvsQvUz9Gr3uwkbd98T9PGZLf6CKAa7DaddvXad7l2wl
NG2rYWFXoRhGj4SzxsjNyGE1unYcsJA74HKztxHpSKCJKgfxTqGs38LSGX+wTmvtlvzLfBvYS50i
LXLNQ2lotormarYI1NVWwXWnltgOnNp5Qa3KsqGyMon9efBEyL8obqRe9JQcda91O9Azw6U79Lrc
SoOCLbZqU4lQJqWenHWl0Z3XyDO8SF/Sv6fjraa5MYqqvqhqhPgkk7jmi8x6vuGzBzIoSube2KRC
Q8zeQuve2umq2+E4zXnzxA6s2PhStBFuMvjDnYOPA34RGC6ChXq+bKZSfHmLgVwQMdcg4TOzFHHa
k1+DUCIghp0UB52qwiUNiuzTes0BJkJS2OFzW4adLkx951XQd867lpWnzAdDPy9Xw7yug6l3IntI
iXGaTgNOih1dc+NKTMWzdHT5qBuqbICsSiS87SCCIW6F5klQaZqTRM58cnGaTAPOJ5f/CNucgRJv
lr28lsK0PwJ/Db4pZzGKQ6W5IOu0rCByyaqTR52c+au60GyYo6Pu/JhBRdrAVwkt27LmSjSZRW2M
l92QOMMlyYHrq5P07XAc1AL2O5lPsGYItpTjfHU+Fmtw582sgk6PxvrE2TN9ZX8nwIZEqYHHdNks
Qimo545a3dAEzhuc+zCv1nie+mWJl2WpL6sJlyxe8YWvn4H6SEZ5Qxbr3vWa7FFjw/7iJek6RsA3
dZzeoKZ49S2NGWFh1tk7uNrauh0l0wPsRmK5QDir5n0SMNTY0QmVHz30NbanjXRe4JMFXdxCoHbi
zk0DiOgn6lUREoSS3FZgybKo7ZhNsXQRd8C1peDkZPPhR1uUPrl+hZk3TB9K+RYAI4eoVcDz30za
ZF9RL3qESc60Jvj42N4tTnEfS4NppgB/aI6OEXNHYDwtdgsYtlpSXMLp9LQDWIAaFiLISOM4GLVK
48qa6bdbJFXe5cuJpGi7tYcdOSnrrVUwcj6NZBiyYAPEfpU6+RA5NgybvWbMjbUxFya1OJhrUIow
7vJr0Q2nazA4xr2UOaMTvorTD5kt6pLx8XKVF7VKDjb+/Z5dV6ddggdJVWST9faEAWhm1iJle6GX
qgaIhiQbXYq0rNc5y0VyDNYV4aXyhLvvyW19XxOIpxuiwistnFY7q+NgqdtbgIjDWWbRlwpbF24X
QabV8B2CLnGcwTgqOplaoIt95RTCuQKK4UHgXNqaUhw5wX42Jdtfhrn2Gf4z6KRkvEoZ1YOCrWhP
enGhVsP+IQfPwyRQGnw/QUVldmRmVJGhJx1BNqQ7j0/r2uLXbz2vppTMcv9MAtdIzkzLpu0xsa3S
Q5m54vaUGnG3Ams/J+FuyTaiJWEgdgrPu0oyQnGLvFvfakHEH9l4df+RVSWReT2bZ2JLpXwGLiig
0uae+QM3aWlyyEwWYdJW1iNdvPR7OUNhojjPzTmc2f4LYHBBd93De8XU1WosLh2idLIZe+jem1G3
pX7LeFPZgIbhQtLPmEg0nTq+ymwKRHPuomoGLEg6gNhZ7jA+DrLIP37f8f+kX8cej+zCpDWJ/B9Z
C0PbX5tIhP35eZOOzRsrUjilH3XtbyGxrv5t01LGNqzHzaEtXsr8mwE97oujf+7Ofj76pxaW0RAw
7HlT80YpdaEgx7623+2L8dG9YXnsjCifdp0Xj7vfH/ZzT/rzUT/NHhrL71Jb46iVhdlmdV4hVB41
jbjEU9iXs3GVHU1i/mJ+fvpXf2nXfbrSp1/1U7uudIFXJePCucJY8zyu7z2wmYrLPkJqJQH39yd5
unH//nA0CH89HJhTXS8TTtKVZlxVdaT0D80rwSFmX8zFfn9iTKh/PdKi0Vcy57l5k9p8xQSBI1mR
689UNmCuxq0Z3P7+1H7/1PDw/nrAroHELgiyeetKRuBczSa//v0RPk8Vf31C/iQGcpou1QCQNm+0
1YgnjYT2usgvjvGn9u3peUCMg1IW3QriwF/Pglm8w4zPaN6ag9jZsbfTDv9Z2MY/X+6fDvHpQsmV
ODpfms0bMvLNUL9lxlf6tE82gj8f4tN8ByehAW+Is6D45SvbmCGh1vd9PGzWY3CTXq9R9r95e386
qdPT8dN75GCaFUD3mzeiV3d2vusneo47u212VbpvtAeMW1+8Sn/5vP10xE9zM3NQYvBKjujiJEqG
bSq+mvf+5cv60xE+rcK0jtkP0Ll80zV9a2v2wYXNnCTHUnwhP/nTGPTvT/ZPR/q04iaYf3NvUs0b
ZooDgtBIeQM7miqehgsw2pFuiG3RvA/Gl2Clv1wmEGgBMToJiJ1Pzzt9+rVjFty8ed/RcRzr+/zY
ErMQljv7+ymXNi4ugNF/V+cq/CpB6S8X/J8O/ek9YCaj3Nz0m7c5+DHJO2rAdBli33rT00utyna2
9fy/WD9+OuCntwJdc2OpwWveat64YLzH2x/Bbv7iufzrm/nTYT69CiuzXK8G88USYmy/XV8Dw45B
/3xxmL98/H86yqfHH4tGZk30y95qj0gHdrR5vv395frq0fj0+JvK1lDQc7k6KLbjhu6QccJURJJg
ra/sVX+57P50Np9eAM0uSVgyOFbrR97WefaegRjXX1wy409H8U9GJkb8aCDJGXM/3Zl+bVPbXKXx
ZrpyuUbzBTp2hvS+usUaK5KWt1Y/phfMIi0Sl5oqYl9evhTw+uNJ2kjWC1HLsA5cOx5abY4M5HEI
Qzv/ix9qnp7EX7YJgaHDujkJEpiO46b+dTW1zKnTS9EnLwhGET1QWsoy8si5yiKa2nkej73lf5BE
aelhNxWQL7AgEFwyW8K7MWRggZV11uYsUMn6UmIMQFaxWESBs98ZuyMiD4+8FD+geT5pGa3ikwIh
nM3VxwJswelNTFxuv3+c/vqjdBKWnJBfJ4fGryfl9Qyz69Pn2y/2MNadNnR/iKf0LrihO3zI2kvi
Yb76Ev7pjn/a3pm/HrMu6jE3LHZBtV9QpjyvyZXiwnWM2dOvItP+7mD95a59Otin9QUZOsykms1d
/SO/zI/ljX9wr5HueXRVzslAS+FYv9dffDt+vymClPHrGSbGLBwUIuzz1Pc1eOi6CPDY7+/cXy7U
P1Ujn55G1YqiZozMlxZhXagZNxrPoTZel8P8ZDMuaKYfQfb692P+X+bl37i6/z6h+b8bRnQ/fo66
5I//I+jStP+go4jnDplUAAfwlCP5z5xL4w/ksciAHfJw+TMnt9y/ci7tPwhshTCH9QPtGi4c3gDR
TmP2X3/TDP8PZEcnAwoqnNP/sv6TnMtPahtI3BaHoWblNyJ9oH/x65PIMGU8JXRuvcIc9R0c3VNQ
T91N+VTtfKvSr+tkdr4rkRdOTFTqeJBE1yMJ7QP1Bj3bm6Imw1nPPN3yQgxk8nFYma8rZ9aex9w2
6RGTQvAwFF5vRwJi+aU9upl/Vk0wryM7mF2bL9Sgvc62lrF90ljmwqmGQB71eFYD2FaKEKQKnQCB
EoynQML6GJh9m3zOzYxJ0Noli58GD3quNR6o/sm+bZ1SH7Y2I8wPRuJpHZdpLdXGYBhxmvRX+b1C
otxuCFTnCF7eFbee0ywQkjXHaeO2qkCVy2SaingedJrV0inpJiIbb/vI73odOyk213t7yelIdEvZ
1BshTtQTmmoO/GtPkrV0oQHA3Hl6M6O2JfbstFovmlmQd9JhX/v46ZG7/seK9XN43q9bC26kY57s
c/R/2BCi0vq0pCxdt5rKdQ+53nhXpe4tDwkC3a/ADb8uXPzrwFfIEicoDsYcbige2p8rhqACLzeb
xtUyl5YFMMLu6z0x2iLbz+maf1U7QjPm3/uf1fkUqMazyVPJAXGTIE/99XhNvZbQ26cXnG1EKRLT
VD02AYyFPAhEu19zrc2OQduY/YY2m9lEyIsCxFdqHZZNJvPurE2JvwlXGv5PxeDbbIq4ab14r8bJ
N9pHcl2DBmKPkV5LRCQTqPXR13c+bTf/zFLGuJzap/S/TDfh2UuJ9LZCq7cqFeJgkUdrkA0jwhql
T9ggJL4IjIxF1hqN9sG3TyAtfx6tJQao4m+IqIL6VyFHCAg2WHAYA/M2/NtksTovRDZs1ZvVI9dy
q/vdQPMuF7Qku3Ho9hWuVwV1wZ27WOtO8QIOra43vc68R8WzVUYOtDAQ5wxdsr3IdcTt66C6fZ/T
xt85TuW8j37mHBeHll28lFO5hnAq8jkYN72Qq1Sx2Xeym1HHmqpoyPU0nKvBQ3AC2ggbCi23tX4p
+3VlMNqPeR0K6WpzjJtIertAr51r2TQiOALjsYg3XbkEYZGV5cuYzmmzdWc396PV9Eo9xhGR9LRm
0aWFCZrHH0aWqiWayloZaOuH3A4F2P56W9HzN7+tNDADhkenHDhUNNMl6WjCOXfHekY4MS/JkSo2
DcKsIsHzjAmZbyK5saeHzArqksGs1zVR6/M7j8z5QK07vP3nK3kK9aHATHM7VE6ehlj6bDgpVWk9
rLMpfOpTZCvkeRAkv8lqQtNOk1TCwYrMJ/FBin4ZjyPMLoheTiC/d2liMvRNO3wE+kRXMsRb58ud
NGxo7ii1EhH1fr+gkR1U6h2thnSElugPcgIsS2qHbCxP2sK1yzumfi6TA5r9OjKUpdfppqPFKMgX
yo37Mp379yVV5Xtm+9MazhrfDt7G1e2PHTKWA3qPyYlKX3RuzNK37plreET94A8I14E4GuColyZV
cnPs8qEwtr5VlMe1l7Yewbd3Hix/lXdMVbtjraPN7+S4vEvPnB5yrqIZewxUu4i9en6q/6zSDKu1
nmpmRrYtNpU5D9euXyqfKAx4gRsyWE8qBdgLWTzCx74aAVC+ulzjh0rTUueMYLQgZ3xjlD6Rl8zh
dms6MP13evJgoyQnr4T01tz3oFS2SOAJpl2+KwhC07azfJrvdqlwBeVp06CGmRayl8j3Krfj4vmH
0V37j4oFhgDZtlmMGIDJcLf6mjTIcjKHW9IN5bszLZYZLkxWDoAptXSHIWsgGInv4Tt3sfTQL6QE
iCPQy7oNVP4W6Yhyk5u2yiyiUdYOqVZAfpfAnFRhTEpd4hdjsF3+i0+8xYWmlITsRuHxIUETXS16
2r1na9udQIeW08T6UDEZSPshz3CjVLiPXbLV77KVfoLXrfKD9AqKfKkxs+pq3Lghj0fuk2HVsUwR
VWV+RxPcfVOd4o/xElnoXyYU0LHKO49JamkyQqFc97bV6GnN1ldd+tqkdvdgZaXK0IAwe48GzayC
ePWtcWGsBh0wwg2d74WFF4D5Zht8S0A61CQ95DoXbJak01TK1vu4SfT+Dg+uTrZJaSfvLhYPRHaM
it2wDU6TQbua/XPm1q0/vTYSRUCk9T0jv4THlT+ziNo/z0y3vdGF7FAR9WT+4Imu9QlTeLra7c5q
mRisZ4m5jj6A45EqatUdbT72k0FxUmkEV8b4h5kTsTyg5bUBQp2VlVq1EBlAd2OqbmGAzDIwx9hW
8iv0RksXuYwVLhgKpN6mw0j9XKZ67e81VTXvuZtaztZNM3U39BoBQ4av4Xch3yDfj80pOcxycezE
bVqY/rBrEBxeIuKdvBihDaEe4aCUsWNUjUhz6Vu3O2YWewE8cyXZy0uSo+ubMl+/X8RovAPK898c
2AbcD0XAH2Zo7VHORCigw9Lyj4I8RAb0btVPx6WssWt7ordViECg5hXyJ2fCwpNNHwQB4u5CIz+1
W7+29QFuDoFNp2xlsvQqu0cf4ZMj3oQzuVsCfUjPFMao8M6QE+UmCl5rwOqfYxC6zejivg5FYD8F
6zherW7mPbTDoL8in0btHGQo/kIPVbXiPfUbslvQBI6RMegzM8VU78k347qTuzUkBaEammajxmRC
F9vzCZ1p6UUCe7etnX6T27b1krm1aYaOqRa2cMpERqXp41XC8kv8DVYRAtCywtbPCMtx7nHg5N9H
nvchSpRT3pDww7rfVXpyJeGBLJAHpzULtVxqRpyhlH/qUjwh0aStWRurJVmz2K67+uhI3q7QR22Q
kkvZlNdLIchMkSpokWmgCrw2VvaSMb2K6hWneYcOkG3SRz9PzWM5p8mbX+oVqRNF6j/688TNNxqN
AJMsQXURml7rvlUoU9hFyk7Z2FHGhoTrUrq3uNDcH2M6pU/1CckZNuIkBzs1FMYtCoRTPhWBIoyB
UT9aqGcD9jJMCubHukncx3Fg1SbapAw8bQ2rspfVWbksHeiSPE9btgcIlD9qQ5FwV9rCvJS8Zc8M
da1X0jpGBpl8b+fQc9cMkVFt9cSGVaU3n3e+Vw1805dsuBZ+UDzOFAHk5ORlscd0rFDiL/2EmGIm
TyyS/VwJwpKmstoEJULTCDe512yyxC+7KHF69Ptml6/GuWPJ1dt5Y6WNZwGuxO6B7IAEpxgC1/mb
zJqAuFXsat8dcOnm5aIJ2e/Jjxx5IkEMMM4E0gKbQEYzdjQDM5zLGPelSeAsF6Fu4lkCBM72ko2Z
26vGmXYlOSQoDCcTWhtTX0Qh6wOqrrI6IqBi0MsX3U9pozTp4kBobmbKhbAmDyt/yR1G8HuVwvKJ
WvT9zHU7OFYLez4TKwi7xjmprzUXdIaKNLYRqA0rxyE6rKogBhKnyq5VY5RT5aZ2rdZpLc/9KdCS
lCwUsWZvzKArbVs3duFRoWcOEXnj6Xxg7Oa5jUSMlfGg+7MekIyWEc94iiFtgL0jxG8heSbmwASf
iLoE14CvKGVKYp28nSArK78TwYr3HUky6p57xtRre5dPGfLqSiAkuZ2KGkN1WFpr7m7ZipjDPg1E
0U9EUQ2+eYOKCmpICHt+cL/lK8VHirNTsvcOl8LjK6o1/NpYlmuZ0WpI3FbcqWGcgj4SmauzPqba
6m0MPbXFhZa1WXPOUH5eLoTXezSqO80vPeTAksL3kNjIXa6m3nbKqMY7ttx03ZyY301BZMUF+YSV
CWBdzfeBtrKmGSTSuqjAa7Y3/rLW6AgL23pYMqk+hDEItMd0PHyKvN6s9k1qLY/C6KaEqKpgPutd
lfvYPRLkaIY18DXEhQHJgr21RMSgry5smbow2OCNZnpOPIzQWSgVwYdtUC67Gg+xhQ9zMR+z1eyY
1YjJNvZ9Zlfrxm9XpzsEThaYR2PpMz3qGbm3G8/i4vN8JS5rFLpLilZbYcVca9lOVwT7WNg9kmIu
N2pgS046pWbT/rPqNN8UQZd+INjjy5v5+IHCthHDN92p83WvhFObG8STbO0VdrprCV5iMduzYq5T
m083EekhW/acMmGx2Qb3SVZbMa7J6tuCteLVLALrbaXuTR81vc8fSVtKb9K2IXEubefypL0Vg4xQ
pS9vpj6bxXXS2izYjoncN+QRnxSn3k6bmr4wrymP9jv5YR2OD03me5+M3hmNk+9QTBAQTOXtk/Fy
mDNvupO2heaRryDC6bVvThOw3D3JeMRy47c0s0Aw4UrbZbBz/Uij2kWtozfOFcGkpY/HP01vdRCI
qBgmRs8BXwgtlkVnVds+0zJeoSxdX8hcJK64kxmK5Pbkb8BFIHP7YDqF/9onXnqTuDkWhaJbSxR/
Q1lTl4Ft46NU1F7CK2LI8R8d+/9rmv3tRBP5912zsB3F9KP5pW92+hv/bJwFf4Cpg3uNmh4AIf7G
/984C/44tazIjgdUgBft1If/V+PM8P4g5sa0cTDpLkYen3b1vxpnpvsHCggdgguIRofZZvCfNM6M
f7AA/qc3gbndIcLBsM2/G9X4mZ87Lj5ZugMmgtAZVjnHA5P08kXLSq8M7cpY4BWhgxMxMnbLv9KU
3gKBDhzhT9dLVzAOcEgqRW9jpAUWPi6CfsGbPpVhgJ0t2c60RRzKTrOaztkVlMFRR7bqn6IhxXjn
Scx6B2sd0od8MqTYu+CikosAHeAPwhf7OmrmzCAaR5v9H5ZV1yyvwXSdSN/+QVBktinxXz2iWmdj
u2DJ6susfLLnhjLESeqXICAoCym9H/P5Ly6pjPPHRLJ8eMYIipFX4kFrnOoZQlqzsfupuh4qom4R
co0bW5dsvmw1AAsaiuyaUon8PcUthYDnalrEXSs7UI4KGdSk2bjru/5qqKn3Yyw26c0kU/8M+a+z
W0mFvPSadqZeLdCOF5PgM5LN1iWbSzFHfi/dN70XT+QJGBGdtjEkVdC4FikR9qGHR2fb2muzUclp
2mJPvdxR4dRzNPaJcdSdaZwJz2v9K4Gc/cVoEJZjdbh1uiY7NBnRNEHadVUI4yPdW+7ibxSfi7sc
xwQ+wloUiA+Tj8HvnuqhLMnQXTHUdMV0FFBhokXJObQwOx1Q5VU7mkPlnWstW21pY7wrlJLWmlJR
4XtA798QyZZM/dnY5fWOG6bFqyXEXTn2xlWWGBd5W97lllNSFPhDgDo/J4cdqvYZ+0o27G0y128D
urOYuOR1TyQopANNVNmFu2iSTZc7tJFXeOjv+W18FA23uxJiPhnXuVuyOrV12i7IDlMyaCE7GIxr
7pxFgaCIMICfbbrGbXcB/g8W1IkMaaU7x6QyRzIdZ7WlB7BhyQ44nrh0U+rfycryUJbFLvU64yAs
5aFytS6agQgqtwzIju7dS6dvrDM9Y+tZVEqLMjGYO2Ti6UViLt1tU3j1ZdKOxdtqr+5I3B8w9WrM
kXRbKt8kdtbfu02lf1uJ8Iz6AOqfEHUfi9Uqdk1DwvzY6MgJXYMHUDNpDcn8Ord8cRDs26IMB/gR
pX++RTJ8vpLezQbBwGzhT4VOb44PV2ESDN+XZsdNQMMHGAAbUOGoaeMOikwoCp9b2/GNb722mLui
SHuoJOrOzPE12CwcVAJtpuLKb45T7RhnK82DuDGN58WyiwPYzZQEjGBRJJFWDiJLt4yXqpNXPhyS
jUVjAXrG7ESkye5WKBBXo+Y0W0p/6yIxtOBKpM162eDXIJzOEWfgCSlzQCDbbwxNQXjpYjkI5Npn
fZ55W8MTj8ZgpJu2R+2jmHvh6SMaFtD5fWr6rjxL06Ai+DAoRn8rufXHVIfgg59AIcpO7Vu21wML
VEYLgV2CfBxXUm/XnIhd1XPLszypnlHJVFFS8NfGATIMqIoRVxI67lAaJd0Z58rPJD0wbHgxgcJk
7KUN7R1tGIpDMriAvZO0eljcyTr2i2GflVIrI0OU1hEw4kb3hjdzLl9QwHvXvWIjVWsONqlOYXMS
GKHvZV2sajcELI5BxE3dkyacAj8aS22ZXoRRZvPpBXOQLgytR2iPkze4xETqGPtg1psfpa1SxFa0
HPvCdi+Sea50SBg4ODjB3vjmicDDBcJVG8pNOXvG+eqkrDemJYhpTwnczm5IRYdwapzCPa3FaFG7
V1v8Chfy1J1t9W7Pfv1AbXBFsHNF+OZU7ClZjJ3BhqzM1T316bHHs+RyjHNSuzZB4r3Yp22gnW07
j/zIUTcj6v494RCXqYkRc26r76M1SgYXiGmrPtbJ0uL/7oShb+sl4b/bPYnFoe+pVzv/jtMw1Hzn
qSehUZKLaQyA6GbzwjeHbVOs9FtrZthkqRf+WYcpFj/9GcGWZ4lsd7gLiVEddmvWHxQU6f/H3nnt
SK6k+f1VhLlng0FPQVpAyfTlbVfVDVHtaILeRJB8Gz2LXmx/7D6z6m7NnrNzsYAuFjOYM21OMTOZ
jIjvb9O+ug46a+N39FiqcFcmNlaU5YaD+q7SYxQSlDbOil5h/ILEXXLmnyA9zb4/w7jQxmhzXpRG
fG/nE8uBdZRsPZyQL4mG3qKgvx1WSSGQ6iNLWiigM1W8Yd9yNrm2shScVGJV9UdvvrNLbW/isUHu
W6Z3rQZ+JEzwhnLLSwCaB1lSfVZ0h87Iu21bmhTZm4VzXRRu+sWwnGU5U88j7kTH9poayNurIPae
CFDpQtqI5JPv+yloPKw8zaAoUhZvHtD3L8u+0xnZTGFhoJJugNES3925Q/jNqqirVGVoRkRw07ec
fG48FhGvRg+nUkZexTx4In/kExUfw1Wc0k4Oz2WfZEsDr0fR87b17S7C73KegrCKpnQYd5BBzPu5
c2YhpHVct/hpml4DIjZbUafHpAlvar+bo3EY0+2qZYc9SZpdHfvtDr6MZ5e8mXgh0ymbTn4gx09L
ZfNEhDdkAVvHWIeos5z6wTVjZvCyjziuvFMljO6gw5XuFiTnEIIdsWruOU7vdY48ejKXqwJCPcoL
fafYCbH62tFUsXwUU/IxV+RXTso/07B+TuL+zkzsy1ZbLIuqOAYjxWhBZ5YfkUVnW84N+ji0iP7b
asY7R5jSuQhbOqfJT4IpDKcM5QeAgh5G8ZriR2o8lu0ek/y489ei31KBtTLtWZdeWZY7t83kSzqa
xqv2lyv2Dmp2KA+jEJje9K8E/J29yrROQztWO1Y9HVEMikDac94ohKSQyqRrFctxgVzaL6oD2XGv
YiJH1/DjB03x2ibPWe/gWR04BwVRg00h2WhYjlsPo8zKCexzm60IffTHOCx1BKd1I5dl0ygXtnTp
WfVsqqQ7+5Icn/yM/+aktPFKCOU+wKUA5Njv06ktory379yltK7L3L4sMcdtSksYByNfWCks41tP
HdxVsuj7xZT3dKXj/moE398GT7S3N8Z6O6Wh/JYToR8ZCz6LGCMOAv6Fto6wPkql/G3KwXRDZLPH
MW7Aa9ma81O/mv5kwdGrwf62GYT9Gojym4vgbt+WeUAVdHPh+fipddl+pLnLjRKFxB76V23QZHer
zZhIOOUwX+6DtGuumngqzksxia2/6EeLpqGNVzrvcSAmDGY9pixGtC0ZRpGhxH3aBzd5Tn4VBkwx
X3ap39/2vt/t5ZCKHWdgSMLYoAs8kPWXxAJUi6h2n5+EOYQ68ro4eXf7qtuooABFzRKaiVfT22U9
TcNdzSdGYojTmpExmc/WGnDkBtre5ou1nGZD8etR45Q9Uhhb1hBGRI7HvWtsh7GmNjjjnprI99Vs
ngtAp6gtS3Q6M028kEZVbd+BDRdvjpFwQWQ7N3Euu6vBBY1q9RRfJ1jMboemWOwjQZyLjprCq656
0M83c9LpigCKk/TNkd1oUliAAdpnC082Z4HgksgEOoMtCMQr35D2AdlHu+eo7Z8JqHpBU0PVuiUW
ceiVIy7ImnBe6JrgiFMUhB8PbrufspLgkDS7pVRureeaPk30Cx8lFRRUEA+D2WzdtAvUs5hwxB2a
IfZZtA1Pn5eu66cDPRL1dTeP88UohAGgL6YZ40dEFLXfH7BaLuLL5C790QiBj67EIEBGy5oSMCcr
9THMirmE9Zy6J3AAHhh3qMS7CjHVFXa8qMgoJvey8VNDA+uTi3Ao/STpvtiG9LyNlgY3fxZWWuxg
QXP7bI5YKq/quq6qC9bqzjiwjGcGdluIB/gRqLfNHOAGBdEYQJA35mxiDuw8J8crDaruAj94bfix
mgDX74u045akUzcZ9zgVIWXJkHXooJ9gEUYeds9rdxPmKv+8jFljvciJeLVj4wWZEXVu7LvbMa36
t2lqgn7jl4RbbCWOwPTks+1Yt8pZBhbXBbHVyPjERIYp28vH3ULOYcMDm4AgITp1PzlmXD62ltGp
k+ex0jy0qgQjZbRkm/ZbT+rLah5JBQvJMGnVmm2g3ivC+Qw0YqOT3aVlWDZnOzUIs1o6O+iOKsOU
S0RjNp2lks14oWMO2HZX8r5sgYmhm1u8FAmt3F1FIoONF+nrXKnkZA9CEnRRhVsQMHVHS4t7CubK
u02x+0f1uGR77o8R5X4frMK9FP9+HYbbYDLSWzK5iILEbVz4acTX8hS4xrKVKb6o3OjNrfSNp6ow
buxS7fGueKcYrdyxhYyzCTi/YdtoNmHF/Eor+UteBM3OG9t2hzmGZSoc934v2vsxy4Yak254LbUq
X+o6eI/7Pjg6nnquJlxrJT1r29Gpxa0Vt+lDbHoPRcnr7JryaRnTelfGQyTj9hyWSRjlo75F2bJF
cSH2dmFcCNnFvFz7sbdElDtNuRF98ay9ptnP2SR3C/bpyKydu7m2X7syPDMXxBHtUhhJm/pAutrX
ofZ2uDWf8Y1e6zn/GI+z42zacRpADPJnbvXr0Ka3aQ1hYhjte1HfkrdwcqvhMyXhBGjNlyhY3aPK
+1cv5wasPicMZU7qR8rTpOg07Slvm5W7Np6tyrxve3OfKnEzhh1u7LI6x6H+aoYE2hD+WF9bRv8A
hgl+bZa3xD/ey6W9Eq014fwzugiy82qK+4vYt26HyUg2tTl8Cy2gkFaeJeEgl7adcgpVHN8J/8gM
PPRJq+6WuniZw4C+rFofbRmfMCivfkFmIh5Dz2wO6yZYZUdsQzkWHs+Lb4uArcy2dyg29iy+KtKm
91YMy0U6FhMZ+mptBHf2+MYOCwNGUgSfhpnPw51PgWW/ziGIvtLZ65z2UxTr7ESIymtB1Ao6d+tC
mNUbiMcJqBVrYzmQbZAsO4io5ymxzN3oqANhAe9GnBZbAGcCw7xM75WpV3a/hpHQfGDDtd84CjDR
Wt4Hh68jXj1eN9k3mnqtE4YnnmXTi0ZvsbEt8pKtlc/pq1ekovVmZlTdBEHxpcuMfT3gs7JZ0CNL
5BfENl8GvgEgSaKEAXdcbUqh4IXse+3nT5V073oCpFtcUncZXHPkB3zKgXfyw+xkcboNsLov/L5s
HB9ZS/HQGP1xIJSw8asDhOWDydHdnJLrXE7PU6vjp2Isd0UWb31rubZD+WSbatsMwTkle7tujEO2
dEd/8Y5d11ICCIlIBuAOZrw6mJa+UEN87OL5HIwD07x8KiwTA0uxE05yqsLqwSItBJCmOIsOvy45
sZehKc4EZhxMcFi7N57iGks9ArSvk9M7OwQn9sF0hnOMoTCxwnt7jvtjOvOAs8+3Gx9otxXS3fDg
R8Xc3QaLEdwor70BOTkB0rzkffYl5mC4sEVvg0HG15ntjJdE5wj4+vq1S2f7Imys6mha/rajT/U+
x/iLBW7WW+Qh4ffUxI3KK5Bjs/d2zFHYBYlTcOgWpjpnIuY+Hso7EGYLgKC5yDq2325AIwQZeAN7
/eD17S7IjU3u9VdBFj+6koweHYb3Y5KCVFCWu5mxi06iBdkID6UioBNc57w0zln4Ceyd3DlyMI5A
OuQ3FhY2QvdhWPjeOk3E3obd2GgvljYgJmEGQQLouIvt8QycxdwNJnlcIM6m2ADIVke3KqsDruC9
pct4M9TuJ+yIL70Rnn3Z7ECYeFAymEJHVtd2bkedGZ7ahOVK0jeTeP7ZX+mNMuRQ05zyINwlQXF0
JtO4Mrrrrm4vKfPB+z8z060kJhn3WxmS/OjEX6qs3Zhor1ENBZwmhm0ew+V0CXmXbfKxr22+sf2h
Z8uumRl917llvd5AF221m28xdpa70repJnTlfRyH+6LydvNwXzT+qWuDJ9PCRbuU9xYfuBN2p9Fi
Wqs4owuOpJbcI1gcN+Zigg7WmFtU7DrM5oveM4LXnCHa9yBddsmcPHaaUTwrcm8vEgMmzIDA7M32
qGrra0UTzCKWbygAIjRH2SbvvIJnOl4vsIrIJvWY+eoqEbz0vuUEXXj3aTMTLJl/D40EBTSJJc38
9otqK3h8/Yb056rQ8X4Q09Yrlo9dU7yKEOI2hlnvGg8opqphrPVtkNi7yh0u5qq90pw5fFTKTe08
TzT1bqTIPualvFG49p2RMIfWuaaXw79yS9YONwbE6Cg03uAexpznvs6dc0OE+XU1W9MGaxV8h1kM
hHmKEweJ56YO9mbNUXysX0HQTpNXEgSRFRtaDu1THOtLM+whtjzAXctgJJxG6ymJ6+1QJhDp/JiN
J6erfBl9coyyh8AsXwPphNtsMveEJRGJleFflrZ7HtxK7IWV2GifyvdClMnGVT3xquNIUFqaA6YK
59WhAiFqm0TvC1ItNhUtmQxbTXduSoePhWRtguuzTyO3YJuF2j9orz9yHnyVPQ0Ca6soyol4y5G0
iVQf3uGff6riMdQvIWMUR9nMmZE4IANDgoOaqsxqPLUTTCU38xiUiVGYD2WflgW0J5KyeTQi4phg
AceVAd+jlbGarUXSzrLXhojv+zSY7X0GS1tfODkM6aGAocQ/i6SR++G5/s7Rnngsm4KgJEUaTcoI
VzevWMVFsc9YYQkG4JvxpfZjrfZSDu43unz8e9p89X1rUrMBDomYCfeyaxBeFyB82CQFjTuXS0Pm
wM5LuuZV24mQUdPNRs0kFVTsdKWW10uujfsWVeCLu6AEiLqCYpDImtP5JYx7xZzdp3O2lwlYPJpA
1okIZ332ZGE1JhIqRuyyQeBIsE4yVUt8lNSKiH045RXfiMZxu/ZQpYvfn/IQd/OG225Pu1H2IxB+
FRiHaa7LN2q2hzsNP3gjJpmkEWEOND98J5f+i2b7G4D9n/FsN+X/+d/Vz+L073//B8vmhh8CuHvL
Jywdpk2sDaY/5Omr5PwPVg3ijM5fKwwpUsX8iknp30g14X1AvO5AwpE76pHG+c+J0X81L/kkYXvE
1rDhozI2V4nxr2rfbKBCCBTBJWsxQLy2Cp0lgRxELm/DaRa3UNfGcFKK8Kcro5rQQshxIpNuZo+o
0MV2fBmNyW6+NUas5cY0mvg6t2qwwrYcoW9b+IWcuAuBfKgifO1z0A9g73aiKBiLQzQqFy4AYctK
E7oPRqXUs8mIjPSnqUmA8ZEdOltypvAuemZr3lHTkL5U2PxRUqEJzTe9iTYdPVXSzBvCoSx5FAJl
x0W+1CkBlLDnr2VJfiP8TUdeBGodhFFZ23boeV3DK0iiFPW4t+rcPUOG5/GhbF06TfXYgEx2dgck
7Mxg2LsQBRljmVugcuwlhTiPYS3VBbHTKcNxYuf8/ykPfDSRM8GDQ9K6gujMcTkuZc1A58Rza2Cm
jy25lTq1H5TgTSJdpO8dpUf3FwnGv5njubWU9qBN9753nBGwuN76n6ymRSxoHMvxYOk4bKqjIhQR
7a9mDTp6ceHdEV4VbonDKxGIpv612ZuDt8plmOwFIs4jP7j6C9fwal36v/ytT3brWhRJfK0vCESn
v+vXlySKJilTHQbbcpQwioY3oaDRwTFPp+FstXHwg+j/PP335CvzVjEjhfhZof8Prkfku+9wURT0
WC5+vZ6OTbUmgXK9qV/2+B+y1zioWYeHuv8srLz7C+/Wr1r99f3xEJlcDa6cy9m/2ajGppeEPTsM
1wBLQMAJaby1zjnakVr404ryD97ar+aDPy7FMkIib+jwYf4m0+/rsPcYZYKtMXPAqYyp/pzpBkrx
n7wMyw9+Gf7X+l41u37CP32JMurr8iXJCH4wVkA2Xdo9qg7/L65irQqCn78ZUPoWRUAhtZ4IRXk/
v70dqSdMAot2ooE4ROgMj5auaStQOs9nZQ9Z+zRahem+Fo4B6lr5VvYtqXKr2cW4SoIYS0xHOi6J
XJzbSYGS03Qz6SIVUGLaiV9zJyE9PrFq4sgZCai2BcaDoYHMMJPqKN3a+BrmXltehYltqOM4Ld5H
RxvDvFuGkS8QWZoB2R2V4zJXV4icqEka3NEm1R4J1GsqHOjIKA2XudwHckpY7qzKJQjaNuzigZgY
1ohBdbICSLSa8JD1fezcwSNC+Jbs5abC0pDa5XZxVdJdYH2wNRk7xkiU7aZXLMCIskvXpx0cBwKh
hjI24F8S6fnFEWHAnOwrQeF2JCpPlddiKZmnBm8kR3X1CPkx2bvQdPyMUpoA62LI9wobTlFtPHqu
4stSmV4GYK+W4jrWZuM9efiQIPyrIXc/dbKvil1r9U17ABLvqwsTkdJLaXUGAahLnY0vNHIEn5fc
LO5cKdeaiL4V2XBL3IiRP5ch9Qt3ZEiNijATv8mPQSbr7Gqhj0RRtluRnRnFjfYyYjwxYIm908fz
eByAPfANyCmXz0kGxnjfWgNn0cju0uyaIgIo5iWfxvmTW8QVL4Vu2PBG0YU9QzWRIb/nigHIFNrm
YEv2oPuJkqXiSgMIa4LxmjWe2Mj75gsMqOTAmw9JMB5dYw5tiCbRE7kU4JUynoyRlLEnyRNXR1k2
BsW+znA87JzOLoenPiWW60EtCAWfCyTNFYlVwTQddLk2/KJentUNwaRVYjAAtUX84ijITAZNZ81X
NBJRvXEv0qQ4pgjoBbOl7yrrndxF3xgOjZjK9jMTn691RC6zlkQXh9AlmpBGYxPbmcAgoNhAhwq5
xyYwtEwgNVGXXIDjEmYYdmM/H8H2wuLchS0qxVTb3qEBkBkhBsdidQn0TQBSPQbmZjAM298NvO48
6qolrfYtOU/WsQklQ4nFd5I8VqkRUQ8hnaCmXoHdok8Ids7kuKr+9UycmK+7eDgHg6OSXdG4S4hS
hfA4Yn2D+SmY4+TSrJwi2CHORyFX8FbD3UAms7dxtdOdlhyMh5aXqQ+3Rlw5ZAAbgM3b0rIneYDi
WqXSYYNVqErTGfFYY5vJJXlxU4KdR6j5mFqNe5EPGeFvFVmpb1ntJ3BnXecnW8Oy8mbftpnvnbyy
TRFTL7RdnYlhR0QwoJcmGskPqitLqjC5URRfuI9pOlnGsbYJoouENKvrXrk+lb5+U8ttV8bJo6N4
v1HSQnYeAvYZUgnEiJJwuZrRwiM86Rdsx7zkxePm8soLeJpgxJaTZuVSXU9GXi6bcuoyKzxO7Bus
QA7WDOeQjMqj5PLc2lZrlSNkbVEke7Jr235r+AvT2IGIplj8VSX3b35dHzsksdK2i4CLrcYjFO7X
PYAlZKgUgs0tmUEjJ0AYjti57joky7ux8cMGAYChl5PlVU12MI3Eeht4TMLLqm7VcNlK1xQHal7M
IBKDN4fXaQ6G+PTnG9VvWy/9tQ6HWHZgtGZESvurre2njaqq4gSpJ2aeVFfOTTiZ5dYb49UVJf4q
kEGsm9FPx5jv16JIgf2KjZ5D+G+b1ZoGzsLgp1C/qgKQxmVI2J7e4r10n2c3zO4bu4n5PSu5jgPD
3NVTGEerLvP052/6t/PN+kIEHRUMEcHaD/B7PnzYmr09+Gj/LWf2vSNbTfIJmSn95Vls+mScdUh1
f0x1/+6Z6reDB98GGufXsHiOcpSIrSrBnz/oPK4EGR+O3opWz6h9WF2LqZa7P39n/+9VOCTa1I9x
pHKZUX47SanJztJGiXlba+XskibJDyo0/7nuoe/fbCvw+eQ4c3Am/b2ht6059xQldp0qHcy7rnes
E7J3//Ofv5dfzfVcxeKHM6qJwOXLyfV+/cTs3sLoURT5dmwLf0e0K75W/I/7kBLCwyoM2FI3mf24
Tf81fP9NcMSmu/JPJ/CL9zHrMvnLDP5v/9qPQdwPPviB7+N25c6gXbVYUX4M4vyJ49IDynwSYIf9
7iD/YzC3rQ90kNk+Q8xqFP9eFNj/sInb4gO2c+qlqLwh2J614Z8Tu/76bBs4hajyYNL8bbWNkQzq
up/jQ1Ig1/eWgaEa9j9VxSepikNieQeF/BD/C+cQ/5ShiBm98lzLh9Zggk/EHTZFcG/ldbvYjN85
9Iqjj5UPXQ3GiA2hTQfK/jYA0RZkR82oi4bd7nHTeNY+DO8GIMAuDS590WHgMB4XZ3wSksmiLW6X
oQWzDHJwYsIojGrepTrFGT5HdnBvIeiZvBjME4964CClzKvPbWmfEnrvYVPz+pKP9ZpT1eWQgwpw
PuO0V2Lm6NJ2n9j+RT4adCdA0xGs7iHEowtVhHga0wJzy4D9rk/6r0ZHFG+hEaUgzW1ki4Yvu9B6
+Igf+iaeif5Lv8DFRAbSkh3gygNeK+J3X+L029iXh6UKXnTqWvRxZR8zgUyJ0HlnVO/km62k4VPn
WF/cXNPYbVt3wlwAu4nBQQ//SNC9ddXhdD+TfHczJ2S19kmxBs01DiVXw5tAqHqC+hS72dLP9E1d
L76tzzRiNS8+ZsSII7g6DFQbvCnaAtYgwa0cOI7s/IzaKTwPXoU4DzocZNHa5XGXHixs/GIjlj64
XbRor0ev5S+K/rGUuj87ubPPWt3icqzrr3OcNU+lYWVPHqFMR1Gbl2Cq/rZWq3O/+6Pj+D9hjXms
S/77P9af/JnM/S5L0uFffv1l/+PXDPbb9+H9l1/sqoEg9bvxazfff+3Hgn/1x3a1/s3/6B/+t6/f
f8rj3Hz9n3/7DKOFQev+K7VYvyB1HhvNvy+gf11h7OznVWX9+z/WE8f+sO4hAmzue37EKk7/sZ44
Aok8mzM4GyAEYy7nhT/WE2F9WMsMqU8kbp+izDUM5o/1RJgfQsFAF7LWrEE8HMv+/rb/gAf4xP6j
uzb1Ll5ILTlwHwoJtMS/7UEhXssxH3zWDaGTIzW/0EAotv4C//ht1/5xFcJ0OJYAef4o/fjpENbm
jER65ioQDvMlkwo6EoFI8afP/B9AH2yavx7AbIcrresvn896+gnXw+BP1ylQXduW9mD7xoG1cEg7
ZP1NEwe3AdRFf5ilj1VYBihnJwfZcdIMeE9DFCy3Tej10O+4Bx8rOk68XUlZcH2l4sRC/SpNB9Ij
6Saf+jwe3V1W1ZnaDlRWEaVXjVNPMIU1npxcxNlxWabxIHwQeuwEg5jJsEGq6fNSVN/gLqa84T5L
6ay+SMLGjiMbtdgK0TuYXmqE/0dzJCR462eVJ3ZePNmfHYx5yCSmQRDjbq/JpEHVESk2yvwG5w9J
CLWnpwvNcf3eJeGZ4qUa3dRsWTiGAi+XT2rVPe5gBuprx9JDsQeHHKs9U8XUH9qB+X+nRxNXkDPp
Wm46NjQNtaTcAM2VWRPI4QZms+tgZR3osomAleMUp/Fzpel4j1zET8GB6MIa8VURogAYS69jdY6z
Sl2gC5blZsDuV0VVNSe44vVCmLRbOs67Q04Hh/J+qKtnmkWaiy5fHByGhNXexlBSOMs6TR5tQXdA
RubIjIW/S6r2PW/i8L2nL+6pCrrmG4pYr+RPhuItURaOCJMGEZUp+xtQmVu9Ig6k/KdBryV2GAys
4BimBh0wbm6M2RGKRxMIHuAaODaoPPL70BsaFnurwMWYIDtqL8x86gJY/6mRW2D8kXmmMxzsxtYq
KxiswUl2jqDe7mCGbaN3q9Mi3yzJiDuQ4OR8OnUe1bB7UDsiku0E5bDcyETol2AM4OdSF9jj2CKe
vHGXRP3o1vlPWJVvmq/Vw9B9/TpcvTe/rsb/Xy7Of3rk+18dnS/Z+8+LM3//x9osBAYmn2WW4zeD
GbDp39dmI/jg0e63JgWFlkfAylr6/vfDnk+SEIsl/7Ed88eo8/fFOfjA8EMGxnqmpyMVPui3xfjP
FmcG6V8XNB4IuEdB3gq8kBPQC/XrgsZ2GXelJFNQ4yyQj53ZO84VKkxXKkhGDhPkvwdNLLoSHUpc
tVg8QlCxKFnfrhFumhCs0r6m8Mh8LWdgoWHclF4z4oVSvZ0gwUoGWnR2oZPNZrsxc36ve8/TUZh3
NL2bAj3XOGfaesOk2arqNe0KrM0kH1iT5kiWuqnz5GeF9reFyMbpgfOiW251ObpqOxGsoqg/C/1p
g1wGR01qMXnn5O+n+7k2l4e1mMDe0t2dXHsSv00kHFlioaFidEFFr9IviR0U7aHOcV2zuKZGcyk8
IlVQqFlr3kCfI/kUE4qKI5BMTChHKNRwNVcGXp7IcSq3zV+dYcJnGCWoBinssUYvf3ZqixkZm4yv
xYMBVATCJXGtX7VjqR+LsAn7o2MMMrxtM826SQkNRgnuOp0kiJy96oim01ydvTRRktzNawFUhnyy
qoYMgbVzpNzSauZC76Rzc5wa8LANOn50XE3dtdgLZidItlgXaEVw7N7zELoOhgdKHEzeqKhbkj16
sB5HFxrzEkonWc4tKTHkfedD46BrdZGLB57hEmtgie6TlCLVCF39vty1NHGMJlJhi3rkFijCS/CH
zwYcGHJvy6G4MnISp5oeELv4yS0Z1YbYU+MHVu6HgOEY/hcBgBAoNPPXZpitlUwNyzYmj3C2cXBJ
ibzOFoi4jwDC2DAqVbIRlGgPSGw06MTAlW5jf7Mg6OReepO/7MIaM22U9atWDHklFTSw2f11S8i5
cTDHyZEHjPTldNSD5wZ3ogQ435EBJZCWJQo6vFeB5ZLdgIMnCq25ekJ26d0lbp2/NhKUN0rBJp68
xZysKJd+c7sY1GhtyqQeLo2468hjxuqIBzkmJCvsnTkn5L7xxu0CphKSuSCr54FwFOdEXHzyzU+9
nIII4WMhQbHsmJfoqyU5dGApNf0LfeFxaJr5bDElIaXsa8+48Ywawaqmh1FEbCRhdWasT1+wwGp6
XbKyMzEee5Rfdg4RMhvirvp4b7IPf5bYVyAQlEFMQJKWxq1oUN5GCXgvEfAVAo/9lIN1RoNovDcR
lggSWmLiTfT/2Cs2iWHPMgqCuFVsay73zE+y0QSqTj2C4/PE4XWlPg6Ohf3rveeapAiUxjeq1Qa0
MXiQsq3pWwjr01LrIkJqrLtN1wdGsm8hVu5DBJ3jVgZZjYmDDIvXomtpZgnbhYwSDLxZsrObMXw3
Jt9vt7JK7XZvdKyY+OLq7uCaVYztWo3Fs1tLdE2yIpgj4mldLiqkWe95gDK42FRiZQO4MF9cvTMR
O6izzJbWpKjcodMLZ7LjtXvPAnk8LGM4UesSIo17T5H6hWejX0pF7RJ6Gf7h8KyR9N8Vvfc4qjo3
b2AU+uIumF0X+yAkSEWORKiGst51QTHG71oRphJHSUxTAyXx1OcwwVI5F/BgUUaCnK6p3ITsCSNc
VhNVRkM3XszOtI8YRC35EW9MUB1DIlAcpFpD3z1MxtxhIo1xYJLOPdbyLZV5QL9FQ6xU+yBT20fD
p/JiXXId1ZbJieeT1Zv1IlhmwHCkKCXyFzHP+lxyEfw4fkcdHDN3z/q9AwlH8Mw5Nm6e8ax7DiJD
kYbXIAFDSfrN4GKkBj2r55dSu3Z1F8RFqPAAhRIW3YgDpznRUjb4H/3MGqzjuvSW8W6k35xRPFd+
kHwpqcTD6q+X2cAdXirD26wVBjbYedVUuyxwpB/lTd4hxNMlcQAmMSvNiaqNAMdKZr0qbRnGg1Iu
I3woRufOiT1UvPNEgWe6GPjHF93IbDeq9ZhmS3D9F1EKs9+TDUI1k7bIMdqkhomVJh1dXVxTXzTr
w+jZpM2FwdgFO6f28FZpRycPuD3EY0FhxYQ3ckb2PI04zgnQyoju9zGtdhtp2cm8SQc/vqRHWWN3
zw06QxxaxdhOGkvTAVm5TcsDieZy2zmtvGscK8Ubigr9SdUI8VHZOG12kjmWqM2iFQ/YGLRZvLPG
lNHAgSrw8SER/F9uBY0V6LUg2R2+SLR3KcqzGvEad0UF460MiuiSlqcnoo6i7Q79nJBdgpoAk1iB
EWvZuB4qdWwkJabaMTawu6RVEfCppHVxnxZrPqDrZESXOXpKDvTKmei0qo6uM9x1LQEhshaPrgD9
2gqwIe9K9M5I9h8eHRs/XrF8o10QqZwbd+KN7zES1YBKqmRLrFqa3IxK4JfKfHrzzqFumystivkJ
R0At9wWfo7yeFfj4LgYnhz0xs1T0u7U3o9uYJrPBeSHKYk9hAOHWVpYzxrhVQcLWhHEycB4IFXJR
Kuap2d1U3kAMFiYU/KuFibw+9/KBPjuQj29jQLsKHfcFrhCGkR5729hM2NCwe90WuQpwIZHJI/fQ
PupxLvvE3jpVVj0oJIJvaSuQircuIvhoyOcJ4dZScY98nALxLgHrs9bTjYc9mzPgfVN1GBUKqyxZ
34Ju+kSRVBXsLSO2yYttMEiODYj3TnCq8nZElvn9Beeqqbshh4qNfGsR2eSc2xAH6DvWqb6XzBoi
DmCac6/UT1Ouu/wgRR1/XmrMAJGZ9cnjAMolLhJ/oYRuUE07fq4nX39zqLykdTG1qNTCuWik22L0
YCxHpx2wc3OQQRvvtu4x6wa3OfRlN3jbJqehjky0UhR3sTNLA3YboHAfKGrLN0tFe9KNSFZ5f1/o
idKHvmr37mDAIsVZaa11OZ2MbA1fsxmzOfM3ZV1gyZalRu9bB17yLiCLMVjKriO2hIRf/zRgy3ht
LNxAN4g8/H9l70yW5Maya/svNUcacNEPNEHjvUdLRjeBRQQZ6Pse//RG7xP0Y2+BpEpkkEW+lJkG
MpNUMlVVJhPucODec8/Ze+3qBmh119xKkdQ2W0UtmzeijcC4a4UIGIyMWJkP6WjF2abKCdF0Gd2M
hk+zhoTM2W6z5BBbyWw/x0iOOFCCBSyvlmR1PAPjafSHQk3b7Ao2Y9LfEqcZBTFsClxyKTmEEro+
q46YUzdVyQGdrEucZry7ktrHCm8hgJoY1AmaIbU90WJL3kJJlzEEk7xHv20mzoe9GV8PNvRyDaGR
F5XmJ50+R4Jdi1jHmhCWdjaOIuK22BLBSzVCpUKHgbxrWkNbXb6o8al8sgARuRHdA7lLr6muEIya
odpjew8DC54ATxaJtu08I440hIZU07Iad9JLEbipjHfLIRWuTd22r6znKojUzkHBojHoD0spobiC
N+CwwY1ncxiay75otRD4ujI8U7XM0yaOImzOy6zVTyaNuQ8m8ZiYWvCqXCNxFAhw6NguNBRzopKa
hKRRVkSyawc7knM/AR61CQaJnThXua8bxjLmQzyiLGJh0uhT2u24Zm9Ak3pTJ22ottWQtzkWVq1B
sq3CG5viEgYW5L9UbKywid+QTrIw9LXKrrSq06wdfZ4q9BZTyC9Em40VA1HEUi6n//m2zMsUU0TS
q5/oYpscgELkCS4OhlUKXIZ1C9ggZn8PEVKSyxMZyy7MEVG4RqHRME9l8qnZQwhinAlsLVxZEMfn
SAT5gqOKau25o8vxOQmCLzk7Zt/4SZZQpmrSgHI5K8Eo4nghoPNrG+t/z+n/UHSGFv+6i3r+9/9b
PL+W35/Uv/yJb3OZv1i2IPFCojGYyyiraOvbXOYvDSSHDZrEsnRTY2r3z6M6zVeTg/hKB0F3hdiL
Fuu3o/r6l8CPMLQ0GcxANVH+zlGdHuO7ozqNAEI50SuRuCxr4n0n1YxkfQ7opzu1uIYqFnr98Vr3
ZnfZRC7w2t0Z6kIPgSm8tVz5MPqFl2/jrXm5zJslaWFUOMc7+lYQ49ytuu1oyzvzA3vmod+QT5Rs
xod5px/IHznQqNUNPHUeh5L24q71cYTv8p3pW5ulOa32GSzXubETOZrJXe6qyNYxj2N6dvLzoN9g
8B74YLM7bQDvET644VQePmGKc697PsU1khvf9rJttDf8aBt7qVMeo2sV1+Z86o+YnHvnrneik3wh
rrO9zNfRHVxhh+pkbMUWa+LjUfIgD/iSJ99ru+aQ+eIl3lBL7u5GV7qF2+qsVwgcDUCu6aingAXE
Z0uRb4ZHce7d3rkO3NZXLlE2687d4fruznbOx/U/zG5zyvat/6S5WAec5tSc8O0c0oxPdcyd3HnY
fPgQOi+TV506j6PzDbnkTnpXVyul0YXxdJS3Ar+h6cULdninv4s2nHRN/tmm8xQ7H7hXDkQIjw6s
g9/11XZI7qJadF6aR5gAN51HCOUJZOzFbCdu/FERxU1suPGW2oS0odEDBumo1/XrspX31a5DbO6l
HIBUsA9wvJzwpF/HV6HLzrwjOuqyo+saUiLlvrgEndm3B/5lWJejedU8LJvMs7z4FO55Du4mn2rJ
w3R1ABaoVhsS2GjlmG4xXtXk4Vyx3UG9pEB90YiD1Jz+c3WJ1lz7rG/qawIZt5nXveLxogF+LGJ+
NlXfPyF9gyOt1N7Mbz3Q1fk8nAmBTbcqwP4tkIn7oqodyuCPKt+GG3ce3ED4zVO4nzIsgnvyVqP9
FaSWRxhSTNMotpHlUoptyEk8spl56ql5nJ8ArUyo1uhXANyvd6tRHBc6RkZCi2tYtKdW9ofhnlA7
Pbuwr7FZedXWuq/O0Umc1dvmRJ3/0TCvpBf7pST8ViafeSDckSFjzEOYXkBevcTdTVrwmWaujLTi
RC9b1jeAVVCZrH1tgYYGRdB2PJl7JEqLjhMBf4qHp0koZ7Xd91hwDQdoIzYKWs+2M+qb6kP/DL1O
P3WXJGk25R4CMMdgzP2qFxyiq2SfnGj+9G/BNf9I7wWcgHN1dTrw+WtXvq09TJcesbQd+92DBHLh
Q8E4QSUUz23fjCfjnB+jrb1H55phrvbVA1prHrAGHZPk668tf9rylK0X+Zgzc5e6P7wuGV6yT44e
lpjpgaeOnkN8r1zRndAfUX86wa38mmwc9NUOzrkdfUPVHTyDXv0rX8x2ig3os83VvBO2g2DwyCmD
u6PhyPbCC/Uy+ChtUm99g2X143wfpR7AtfaFz0WIFbawB511A0/jQ3CdXIXH6ZPB6fiz9MKBmaho
QdqqSum907dFeA8VRcwfqISU3Xwm69DdEJ/g44Lu9ot3WW3044vktGdem/iYfEovjAMSLuO58EDh
fSaWWPLl0bUes5dccpqdeLwKzzYxjy4xqcmVuFGvYvujmuwH8bjMe1iX1+pZPFqnChFdiJeod17l
vbKcrUt/cfHePVB7nfPT4BIS+yKu9urN1nSVi+hNvbCuBlf151v1cIFNc1dugNDI4Y2Z7pnhaHda
wxdqLqrWiXZwGb3Ef36Odknj2nvZuY125dUh8VX33q+cyLmYPV+/FpH/KjzhYb7+JE78O0f2tIfi
+VFlMS8Fv8686fzeGzfRc++houK/AQPiT362o0Dzx9OF2CjuReE0dy1wzMvlwFdw4sHN9+Wp9zrf
uiz3QENcyiOncgbX8EwU+/w99hY/eXYBatrjA/Gv+xPQa0qXHdYvW91rBNKejcd0rwWH7k3XHf5t
9vZobr98iovuDgZ0e8y2lZPdmX7PujhAcnDaU32CygiblOrNGd4ScQDOAU2EtpI7byhbe/5f5+d7
/u3J3tKC4WTntB2EESfAhedl8Aq2/bzpPf4MB81tpm+kDNKtO/F4ymftFZ6XU+kb1Q+v9O2jdFb4
DjaiP2cOnWjLU0m0lOIzMlafP5IdfLh1d2/Svug9cTSO1ubjBbUrMJoApswz+OV9w75pnhV8x+58
FXOL+k3t1Z66Xf+v86Vrs3KlJ/ZYPr65pQcdfgA/swYob9sTH8p6oNa8wGPlFGQD0x472/XTHLjS
p4GUq84DxhFrl4F/bXs6+Gwn287x5RDuNELK2Q9JesQUQYPNaa1NJe3UYWd7SgeYrDwYtvRfqCB/
PVn/Yc6+/VxePOef2/8BE55V7fKvC0fnc/Hv/+eHcf36938tG9W/LMZpGpw6FV0aSaOMWL6WjTLT
d4PxCkXlKmX/osz5jxEP83fVRl220usA3JnrOP9b3Wj8JVTmQbalGZaMCA3/xN8Y8ajKqtv5TjS4
XoL6U+g6o6Y1A2IdAX03sxYzQ1b0tBybIp3E9EGHjc8KoNZKsVlmYWzaCdIFp/0FFyAODEJv/CEY
y88jyfKsj2M7vWq5Qv0YYeLDjk+SZu+SPwkPobWwD4O5T4rMG4saG2e91EKny2mlCsRUZZI8UVjK
h27SjQsOq8ToId9dMsakNGKPzdRgoR77HvRLCqhSwycCqZaQW/6RuyUiXNylB4cAx9SzsTyWOuHe
zAaasN+vKebsjOQnM9ruEt6lwQg5YppSZOHfJIvnXkRh2vOKEcRzaMcRpkeFx44FG+AqEPhq2ExK
RdjAhEENi8qkzUeoDgOnSMFI21VA973VGJVuejhghs8/QmvdvhYA10NlShB5I/r9oBUK1JVaa4KP
QdQi92+YZSkc3HX2OtE27S2Kgkpy57CbaRZXrQS5tSrH57hu2BDh0zWqP8ky/XWQ+xlWVK1V3hD3
NT08o562kk7gO/p3KddKn/58CB+6xw11mRdDork0/CyoL4Ge9Ju2MusXOxVMxArCcGccoDNdBanq
q7uuVnNyjRm9EbKBNJrg22UoL0DsJpYbAi/VPUkbpAUYrwX02szmYPYFmYFiS6wt6DRVQohCKzIw
nyDGjuc4Ef1nMFoiO+I4qLtLkDGcNCbRIKo3mRvNe2Z6ZrfrhxwgjrqMGMEhhzOzphE3Q9HpI3P2
lB7j2rbg6P02Yy4Q24k7+gDtpKOMHaL8qaTLsG4o+LLZgOTahFc/tRTkbQJgdctcPCEjKjYZlaWk
sZKZOuCldJB/51f6RPfdj0o7YesWLdzjlPYmEO5hpBxvO/WpnCvzORG6opMertZXSEwG+NTMhwCm
kCU8rogpHK41nJncy+PBOFkDAxdPbodw7dmlWQPWS1uoeeoUIQP5cCsLrDfV4DLM8Ty7KqqOeUI2
Rna99SozDviI0Ku/7Qe1tDdEOoTgT/MUc282TdanZGi1e3K4x8UVDbhCJ6jm6EVWeukC5HHAMAYg
W+qow8AQyh6U4mFYhPqQ1gngmKyWLPksVZO665Q4eAMTGR3pR4SfinoWNx0z4OduUJFtMNAJXjqp
UN9i8K+Poh/qQxs32scgMIpHWaWJtMNcFiq8NYQ2bEq9FonfMGg8yEYrQU7TDR39uCaHs+V1g5nx
XPI+jnRay/gRAPYsbSDrAJiJGwEMjzRoUDrlMFDAS2NO+LAp44lxg5a+NuYBxhBYzjFOuAoONTjn
NrwxM6RkJQVFNTFoKJxAmkIdvFFV88irFCN6KRnJPFCgdx/xVoe3UW/HuVdHDRUicv/+s/Hlp+6U
ur0gkl1c8etSS7RKtydVq3lpEp3phZi05kVKar5UEydQNMxWpfJvRkkijqI19c+w2DvSG5qSFzyq
IOY56RArCM7L7oiFAYp2BG1bBtwUUrXqamjam1TR09gdMaJ/iOWOutaQWjU4FRMyRyavy8AeTXu2
cVmyaFUxEO7mS6ubUO1vQHAib+nhMUa0Ykmcia8K/FKAn8r0ssUz0ztmBtVnM+J0fJGR/zIq0atW
IxwC1tBmCUNMRUA3jROAOqzgWtVAqjQKJbmJa7vEhjjTkadLGUn9Xq0XVse8rBTVT+Za1InbkwY9
+VpbDLXX6Zq1acAAp34QKsbHXKlKyNBDohj1R2sBruYZphXtpXil/dQYqaItxhcr2vL8N8p9hex0
fgUHIh7VmpGELzJWt52taeWVXdL8dlKL1A237CSIdinpHpdRBaDcSWGQUBiP8LaBN4ladXTmaM9h
KIvCX/SawJeAHFUMUpD9kB+NafUxBjP7FAZJcCcyoCI86rwsgQBeNZpzdMGWG9NnhU2mnARZohdf
KoP/7a7940vf618XSbf9p3fu4y9/4FuVZP2FphlNCOWOgYj6P8OxBPLlVYAiqzYaGEi71C//4UZG
9AzgF3aJKSwBf5e/9K1Isv+iDEHXaCApVLAsm+LvFElor38sklSBtA/fKl03LojV5J1MUbPqtFs6
46HFbmR8iOqhNtkTa2QhzcliLGV+DmUGKLiViqWtmietI95p9kOW8nk344OiFwAgc2PIdM0rLGA5
+Y/ssna0UOBrS8ZRoVLVTlyozHkLsQlii9iHJNITjfxynYCUXZqTTu+W8UjAhBR0Rpuc+1ILDa9F
oScukikGpuv1MK0wPCNvKU1mT0auRNtwai3jJQyiZE43VjkTKLAZLRCy5s5MG5bLus1My8kMNTJ8
euq25hbTwpaKi8mWy61Vgih05QSUSLjp9Tmjib2E0whuQEoT8wDUKexxLAezaLyGyVpL6sP6Wx6k
utL1T0mBdu9c6o3eb8h0AdjpEA9exBtTtLmOhhjU34o4IkimLDA206Vf7XcIvGlGmmWjdF7FE9Ih
K6q6M2DgBfyqPs70oEDvptWbWtKN99RFXzN5ZNbW+iUh5qEGPxuWDe0lXafBDiQXOkw9ZUPPwR07
VerkNVlcjqlNFuEwbWKlb3PJLKhwGDfa/XGNlUl9aYxQMswig81iqcQ5BUrHimk10rCPGFJ0DtDM
ibouy+qrvh4sg9mI1t/yc+n9R5bmTj3WRGQy/k6KXj1PjDdjZKCgah1RTwHy8rA1XOSQUrfiFUY+
nsiWgU2/lZdmmxUFyu/OtCmLrYZVH+MSZImsjwCDdQMy8EMut2HpRwp/YxioDK7qoFQt15yTmF5h
qob9gfmFfG/Jg2yxCwv+ZKwrVQePYsnN6zIKGJU24xr5VpRwOkCFERLFnwVxv4atLnxhBQUCaYhD
QU6hkuWa6UltB+zOStVBJ/ZHEvrkgc3Fc+gGU80elmcBE5q6JOwFH1kleuuSyVGsk+VoSSpOZOiO
n0ZIJOPWNAqQA/tB0Sf1mXW6JgG+KsPSdIZawmbj2mgwxB6s60r0HdIR39fUNTQw+mwhNmQibEl4
fRirl4U91YHfLFYZUqOHfKglLquMfqQO4lHgXWvcOcegBxtQIh0GB0B01St6+4mTA6XZwqiexo2N
PoF8gWodKZF028FwHcIr3tjpjqeW2zgCTOLYPSc6VBlr7C4bAkUaYioFfzEZAjihCNxbe2P3avVo
q2Pd+mUvgu0oDTl5LEnTPRW5Id8iDNWeFnk076q6yWmAEVR2ypoQgwTQ7XA89VGEJ6+txBpRoMs2
lrfeYNa8aCRSOUxBtdHRG8EWb+edung1XvD4YHY0KB1rNMq9pmdr+0+ehhtgPc1DplcR4Kc5Gmnb
mDOfGrQ/jwp6o+Gx1lhiqL3mbNxVsjaXJ0DNy8Yc9cx6mogJLKmPNDWYLiHPWp0rKgJxxtW4AUMw
m6y2OHRGbPQblqoZZGIp9O62VCyRnYuwK1FHj0uZ26ifC50hIWcpjX4t1XMy0jtUES7fo3yToht8
l92EOgcWFXk0s5jRNTsNUocVA8ZrijxNEJIDc0nUdGKXSg+3AkoJgiBzSGVoVdooK80ehx8K33Eo
1yZ/rtTGUUJp1u1TStb2DDnYko68t5F5ANFZWLU3Mien6jJLlH6SkBtrcRFlFRBzMmMow1cqiGh4
wjxHI1lHF8J5kopJui8s0nlmxuHMAJnOCWma6TlHGtjrF2Se1pLuC85nIjecUG3kZGePiRF+XORW
v4RAuR5KQlP7OMoUy6ewDannhDE0DbF0/SQb+YNAA0mYyUBVPjNTJHUlAikVsk9Y2lH08Vod9Wl3
n7RpKp2GXlT9TREbSrWPIozL5BiUIrrN4aY3bEjYmz0MbVPtcM6gvWZGJHVsslClZyg6G7IYVEyU
wpYddNeW0tLQavoASrHIpWTa2nMVBF6djJC5h1pYXgEd5NmSwSNu8qCnrQ/bLL9o8RggTzQWTD5I
xXgk5ZgxsmvDVaT/TMmZnfUaaKwDYxm0NxFYHNYp8tILyPcLm2mrd5SzeJzEZddmwbytpSwfUaZE
AbkTcYSIwS7HeY8QXUa5YHT1ZwSN1YMBkGPGOpQwMYBbfQ7Zm9ZHQ5YRMOXoFseYbN0dwYIczuhe
LJhkDFzMjBP0RHiBwqKyMaXSCDcQ5gx42Ek1zBFtkW54lsq8+hTak5WCuhK1sUn6dUwBw9toXSFz
THTg7Y08MmEbqI4IkEyOcwlrOC7ZAPB+5y15Sa0qFYRF1qVtMbnPjRjauAXbzzJD5RirNeQs29TH
J/S+iIqmxo6yTUDaEMSg1OxYVTm6racKYnhczsTpQTNDRJTzQtW9onmHXdoxC9+ESaU/TVUU0uoh
zqeCQgbBH9VLKTXLjiTMbrkx6jYyXBv2y3boY6M88EBNvVfbE3LYBiUE0Ka6InpkkqNPsDpq4jf6
bj4IPO6WhzrTKjdqVQ3NBTqh5kCKzw0qhJJ/ZI5QCoUbmVBYzotndIPVBxyNtOynwQgghBkiLtRz
rZMDtWa3KfPH2SCsw6vaOJAgqwpxqRka2YNtnSjJZRalS7lPupmVn+IjumYlUR/VEgLXDjZN/Fnn
V+aGAsUVD0MnsIrhTLf7rQSFvSDYzI7EwRq0QcYjja5zB0VpYQ2yc5ZFU6t1xe8wX1fS9aRXaveJ
jE8yflwDp0oCddBezgFG6JcIbc8tTR5mIVKkyK/BhAzTjbO+Z7cpIc34M/f6RgwqeolgbBB9CVC3
H+Awyp8amjS4/KOQZgwspOU1m3jcN6ZORANnypWnH5mF+ZxODJZR/Uco82xLBZKPko5fuAW6yZFO
TUdf0ODb6/na+UFcQAphgsf+HIVKG/G7VfLHpuiUEdCZTVGB7J86EYIgEIqxBnDmF0Mbsxx3GR8+
UZb6hWwdkwAFOeqebaXsDkajRvfSUJQ3SmTMwgcmykwxq8qBNAJ4KkwD4EY7Bg2j1o+7ru68gh12
3yZy/jaQfnRqzS54a6dBfugp/artPKj61kCugSwNvkbtlEgwIC5Lg/x5xFCOulyvgzs5Htu3SLfL
4L5u0Nmws1X55NtDGonHCT3U8AGxHblSqOP6wkTP1SiyJxHxZ6lfjav/0qn0o+/R5Ahg4uI2kNdj
bxZfHJbf90ntodZjiS9FFB1CSH6JCvNfiTLwOjbTjgzMemi+kar+/69JPAmnjnWkrzHU13BhfX9N
UEv6gPTNJGwjzY+aCghhSSWGsMG0+GnGzf6ubf0LBxNChe97wfQM6SfTrla/mEiN99cDbZKwKcA5
KOfw2mC/dbnHva8kIBJCqRu9bkIJLfrCRho5DZe/v/o7s8F6dVrhBqFRlkodrbw7ZC1pPYNuTqme
S0P2sb+g0RHFp99fZLVgfdfu5iIYLhTsDLJsWKADVhnFd+1upOvEebCYO9KABb2aDRSyrYojM0yH
EhfHPw+4v7idv76WgckaQQbikXeQmkBJWnRFJdNcii7mzFJ+X4+2fOob4ku+zlz+5aOi/PR8rlE3
XMjizKvq2nuGkYTtHXZ2ZXCmYfUxZhOCxpjLy66p687Nu2z0K6puj2i/+mDmqvUi0RPyEUhTcFZ0
GNl3tPtpqrtn6CvzYQGiNf/hQ/78C/MZv0w9LH6Cn7hHQxiqZTpy85MSsWIPahiXQ/LfZ//8n2Y0
UmTeiX8+gavL9Jt7dJ2j/ds/tn1cfOYZ/eoo3X/6Nzzp/IGvLRbJ/MtQrbW/ouAiJwzOYjX5OomS
FP0vmf4J6coIniwFusE/myxMojioYwKFyyDzVK0Wpfars9z8CxMo/y3/g0eIv/K3kG/vuGCsO+s/
yWAEBVuSjv77BzjpprCna0s1NTbPHNILeq1dTRocY5uCOIM41650pSVHnByYgtyDUfTLnoCZ5LMO
qGTeo3MfC++7G/iLV/jH6djXD4X5Cj3V6s5iXPfjcpFDX5fFlJ0XhJC3eSbpj9VIXplnaEH6ZJPP
9NEG+P+g673y9xb/b5eGtMfNoFrUzfdmUpTq+FqSc1El0ia0C/0EohV9jYjlq25Wopfff9Mf14+v
lxMMFCEOCBKtkKP9sDDCflHXhKczGXCJiZa7yV+TOi6eAJPV3mDm5t9aiH++3tpy+24hVhPJaHqu
p4glooUgV3vKT/K2E/7j77/Zj6vOtyvhb6bJhD5Ofb+voOHFc7BQphNZfk6klKjnCO7R7y/yqwdF
MM2FVyhQAb6/iNQmdm+08Zk825LqJlHemjpGDZe02Z5RVf2Con30mswQf/h2P+7Z374dK7Wsc1Xe
3nf3sU0XJoNhdA7RHxJAWGgqCUxjeGMtunVTTD30P2wWbk6TjoChsv4TI+2Xd9fGXr6i83hP3r0h
ttnM9KO4flrKPufecRuOdfO3iq8vX1KhbtehoqyTcmO9+989LKludUlXRmecxfprL8/SFgBCcj2l
aXQWVdNd/f7HfEfS+XY9U5UpsDQu+mVo/t31BKc6wHDhGcNtyRS6kh7KWMRXJSbHa4tj/aONoH87
GwgqKGFxh5i8Nutcupg3v/8oP9YQXz4Jr+P6v7yWWMPe/by40Vg2g/Dc9ZnikgiheUFPznBvE4X2
t6+0dsqBbqroEVhzfrzHfSOlRR6YJ5w64YM6xcm+sRdjM9Ll3v3+Sr+6vSp62RUNhMsDANuPl8pr
VjKy506xHDP751aiAU+tF4xSUrHPcyM74g+baUfRsq4QQ+fpsy6VU+UlSb3c/P7D/OLFXRMC+b5o
MxgyvLvBkx7rRWUQxxNGJDctWaU9EflY4b9fYGMpYX5HtG2+zzOtPf7+yr9YcTWEvwalEEW+rL1b
4PMlSszhSxhRau3EbNP8JdjeS9K52QRKEe5/f7kvS9B/lr5fHiUG8CqGXht+DBvtj3e9JyeYrVec
sN7V9GZphudub9rINNPa7B/GQZ2IUbFIdpcsZQfZTL1vEgy7v/8Yv1ivfvgU7x4zVvrA7Ctx0vFj
JE5AJMpbO8f1ttdbnZCqk2lqiJdKu9p2GHP/8OT9YrECdwQjCss1q8h7kbRRpFE8kjncTflySDuh
70Doi/gPX/EX7ywkC0UxbfgaQHfebaVYFgO5qhQMn3LnBwDztl2Uy26LEe5PMNVfXYrcb8i9lGg6
9diPv6kZYtbUB+VkF0uCKzmazYY2XtRttC6Gas5+E55nmey3WMyCBl2bnuAN1FhoiM25mwFUnHWt
Vi+mbEzIIdAbWjS//71/9bJrUETgc0HqBFz17rGzihaMlD6dkNLMpxGYFfQDG5NMPBpbYs2nmyjJ
7U0bL8Ee52a/KZup3gcg+v/0/K9v8o/PP4AmDXgXtS575co0+X4TwQwmMUswjlksj6c1ud4LY633
+6ayrxGaAPA3ymzt+mHNzLRoZ2J/YS7RFIFTydb4h4LhF6+jAu2Pn2zFhlBdvlsEVWRVJYaC49CU
tPTmtD9LvVa9mCNzngDg8Ba7Xr9TkrzxlWrM/RhP+93f/m0U4HTrwdvAUUaH48dbkkT1YhPJcyTk
qj2XymKeBLBE8mManIa6WdzYMXG9IEdsgr+L8HpugQTPOI7/8F4qPz/HX+7E2l1RVRQ2787+ST+p
A3bMY8BA7xMo9MpjbrNX0gKl5DBnFQObqduGXYPmpJbjN1h3wwOxRkh0I3XZR7JhOMWgNRfWOGt/
esnWu/DuwWHI/OXYJKgg379kSixybqB61EUcSqhrUEL180xWcD/1Zwj1gbxkcAZITIVJH/h5HwiP
or4/clCJaoT3w/yHzsIvDkuKkBmFQLQBWGyY7+5XCFNASmf52FU4uZ1p0mBgAcD3qo4yZI0qvcGu
Bpiyb5/xx66ZIiX67qGcr6MmjNQ/FCm/epb5OEAAWPVsSlEOid+/WtXYJhiw1GM4pyHPbUD/rpkw
XZPg1PlL2VUfNOZINxPOVE+rigtJZdf5/bP88z7OHVkbOlCJWAzXI+z3H6FHg2K2BMjJQ2du4jjD
jwYcIPWQtaWP/Ww0+1FpHwHwaH96dn/5eHBNy6QMXs+uP145LrRezkzlmBDwsFIbEFEyt6SRm8nX
WWMrT8pkNZ9pLbM2p3Ic7Cc72xM/rTmC2wN83+7+sLb8fC90ygnUDzpM0J9ZbRnY5aBZkmNclsuz
3Cg8qgvMagIYQhSKKrDLCKFbkQPcbnrv97/Dz1usDglvXU24FQqb4I93Q4pGLVXt5GgpVXLTjdG8
LdDAvfz+Iu/Yn2stw1W0FasJvgro3rvaSY+7StRLdFzMubyYjXYg4IVw0KEZYr4fqZioK81tkgWx
h76HUDza+O5sRgyds15dHrEq4v5g1hf6v/9kv7j17DK4waih2f/tdw9DFpDU1vDBuDtiN5VKfpFr
Nt6jiXhTq6DVP5cYCuI++MNSvt7WH9co5MIUsYKLoyl+jxRPO9WKCCM5AEG1UKyWBG641ci00Gcc
X6HHGMFHMKMNsdb+/ht/OeG9vzQ4TA6+xALQJnr3lTvwYhr6gGNj6uVJrSXZyce4c/VEuWsh0bud
odR+vkzXEDQMiHiNvgFk3G4kThZOJTXpVVPneCYB3d0ye7m0lWK5XhS9Oec1pOd6CF8buf/QjyS5
zUmQ+MzZbOYareQb/Mc/lAk/V+WmzJbMfkihQO32rj41G8Y3cW+CfV/fj6xpQAJEASk+Oqo4XxVL
eP37+/fzC7NeEM4PCycHsBX08/3CxeOSC2gSZPPZoR/i2yfYoy7c31/kF99q5VMi8wYcyTHn3UXk
mBx7KdEPOUEkV4OpEfZTF6gqZgXzPDyFSLr9/QV/3tDp7ypotnhB1/X43QtapGND1dEcurmOPZvJ
jw+ghsBJHenw76/EYends0+7iuqX1iG/G19QffcA1gXT8SQzfLGkWrepQ52Uq5aQnHu5MObCtWL0
uMCd8+VeIAkFoM1DxxALqFexN9rAOItRofrVUV/u5DEl85SkxSZCBEi+tU+UbHKpjC2yUQTGxjYz
kTjv83YuP/Xlkn8mILKtb2cgC4ur9VWAGKDO1Dt4H+lpUDv7taWOjDxTiapnZdIYrHXC6EZfsyId
LEhgZa9N1WMgxkXdj45mKMlFxc+FEy/qUI+IXgBrbqZc90E2SKFbtln22hFpeULLMK65tGoDEAGx
UMCGS7YHWv4svTLlZZ3JVWr/ysvfvNXZMpHBhh2bv3dMQURkffbWVsXUeZE6G59LM0luOKvKb20x
iWsVOzVml6ohCyYUivLCDDELPYmYUlRAnCyek9IQgzNIcvCEAwDGRQn6GUfaKCfHItXS6z7LyHPm
RCd9oB8gom2QZRX8oLhoJ/joZBDAoBHMIVsx5XhAAxsvGfFt3LySSNau6hnygnZ2Bbrhzw3noI9d
qTHvjybD5gmukKj6ZpHh5oHuSEAT0oN70fcFUD2lG+sN4lhCAGstiBZHqAnG7rlLzBgmUIONlEJN
f1MBPRzIYzAeGsIgR09lo1wnx2TVoL8CpQ4KYZ5RqXVh1RCTrI7HUtKW2Otp/LZuJ68k9Qx6umdK
RgWBSS8i/DnFmjbXIr0CyqNa465tMao7RPdFkocOBWGbXuvBJWwAVCVwDwHMp1IsrrQgl6Jtkwzj
ARjpsDjwVrCvMR+nzkuZ+2tuzbQ+9AMD6hD+0VgJjoMNjcXv26jABZBar6gXYjR8DLWZSyLwGBw7
K4Y7XgPMf5OsQx2y9abtiHXUZqLW1PyRgkpUDitP8NLraz4B2iacfUCIU6KzzOaORXEC7DVP6gcY
/tFD1KKR8dN2Uj+h4KAxreNZv2kylei0oIO87xFgOc1fNGxr06ogsb6fZv12lDXp0YpULt+nEUri
ysjGI36PTN8izA9kp+mGOt2FQ4OIKY7sMnZg1dAskAgtWZwABjpOXTOdXysjbtGX5Rm8KLgDCqDx
NJOcylyIjEJAFdteWC6AshQpKnQcYKXW44aNy5jAO5PSHKYNMcJjOa3Zew1WEhfeGYVSTvB5jjLK
WgkX+YocYjYJQTZF14xCjlnhiwGRRnag9UZP5qKDP1BmNZM3djOEJ22Ul+0gxwjJ/x97Z7YbOZJl
2y9igUYap5f74HS6a3SFZileiFREiPNM4/Q3/QH3K/rH7qIyuyvkqQwh7lsDXUABhYyKpNOdNDt2
zt5razJNH3iQsXVGZZRf1RSDBCdVBVPWyI3lhZkDMcEdY0XNqags82RqZ/QyoaUnbgDnpoAsMJXt
eVUTvOhX/MgDnBs9fJHofmrmsMQ+baO2I+IeLJXWn5AY1RMn4qb9ldNH4401GcSwNyGssI3JFxnt
NNOFm4gQD1xXVjEA7SEXEA6CciAjF1EhVm8bk9IpX1w83kntQi3vk0HhYyv0ytwMne0UAVul962e
dSGDfAldKG61U7gX2Vxr5mZuUOSQKCso9peUNUeGtfsSNZI0zZn++LfFyQx0i417Z6YyA33FE0mg
HbqlYi/CxWiDtrEHzMRZBClTqLq7te2EeM4cMiNJU9B+TRpmJSt0jnSSgrZeC+wkMdR9ojJAGmKs
SsweWUpFokQ5H5ZCW+5Nt2PZiQajOInASric50bt1UmkNfujtAFi2dakXacoX8INVHjEfRA/5AKo
pxsuFdFn+HDqqrq2zQ6DrDN546MuhvHZMlrjkm8KRaFNYM89P8Bwg9hfvzWSXDN9FzvO7BdRqVcB
clWZBoAxPRRDJkECGyxBxBmQSuvcepxmHUIKGSj4nZkaF4zMl2eP8EmAal4eKqwdnsBTbokFtlZb
69EWWXBjb4bBXYrtLNlT/BFd5XcgmsmlmZap5c/cYU2CxBLfGigJHmm4GC/wUqZvk1MoO0BuU9w7
HF2/yLT1HjRbjgcUPK655thrdlBiKlBItCJQoQyaE0BdIiTmrk9G/VqPcbxseqIoSGF1MHP5bU3o
3iaJOrFsKMi1L5VrYE/vmUOfJJ6ZPhpyED/oxxLryUQNaZo+2TdVSIA0JrHFYcRGjX0BX0NwrG6x
7+wp62t3Qx42uySz/RAyh643r6NOdUiQYTzg3DIINQhqN4eolvQd0M+Bh7La1qrNqrMOo9CTN3a2
hfcXid2pDqzoqUm9bNjyXqn+dEZl1Z7PbqzdzYQoB1qjTGLaxmJ18ixeinwUPMd9JgavQggS2le6
BkLdV8VqAUIXBarZLhzYaoULUnkj1SxIfrDo3afaVLdgFla4DoqY1iLNIsQHv/JOf5Awapa+VbHj
+qDFWvxRLU6G03rKyrMlpZCA2JldJSPzlR+WPdAXYq9RmxJbmDqbetPIYNWYVeNLUblXK9gtX4XQ
LOlmVptfpUaW1ZZiaKlAMQFp22YpSs+MCNPTkfRRqBGmibIQ6JV2U+YFicGwW7PvLiMzOA3xRF+O
nhgi8VYCLiKBvlA3nLYX+Nk9ybekdFrFt84epnEnnXboLsfZms3TKPfsk7LJQdsyZCWWj1669S1e
wujQL3b9bSQgE2t/qbJrWTjaC0mM0YpsLGWx7RAgQLNRHt0fIXPZ+/SKGxYcL7017X46FKzyDLao
19kUVN9iYgmjTtssTa6f6ZxGlrMwdEbtsagsgjn0MPbUaTjWyK5hCYUdzvpQk5eC9YeacOZA8QUk
+4CdX8PbQrKqF8aIjHmiBr/DwmgGWY3idQOnBWzDlKcVyFRFBz0gX0c92FVITTE0SU0TjclUkNtW
+9Q1Ig23ETDLdNc6AHcSvbURz40JKNqBsofmTWKgPHbGa2Lp4bvGRk7YvLRa+3oIHcEKWEQZ6vK5
QNFmlnyD2IqpoyEkjmznuKJqfTMgF6Qgck3rKdaS+GKObPd2WaL5dqb5emeKWFqnWll77KI88MCT
9BAlH2aiAbMigTPnvZ5iv4MHaT5CZ5p/WO3Y19i2TOtu6uIJtllkgiTAiVFuoE85WOX0OryKGeGM
O0iAfXjTWG0EtNdCrkmFBWfMH82lQ9FIEOHgl07qid1aWF9q1ApID1MiKckcbYdrZ5zjr4WGbqxH
530J6qQLapH38Z5anjVlHEm03kh0OgfNG4dlFzYeXs6Mf/IVEGdLVAEi3ylAb2ZdWmoY7hZLL3DQ
67KDaDvOZLJalbNnkUnKfTrXkmjPcOWZhwZOBBLaZPgjhCx0U5M/HdSybMjujNwM3cG4sE+aLJ+j
3yVaYfsSB9RCzLNTe7ulIPhtJ/NRiMDQs2yhxFXeq+iaGjN52BW49CtitDczymxx6WXSiHa1h23D
Lwlksbe6IokIuWZo3Zb5kN/XMX9rl7HlS39AX/88xCk4N0nsZHHuhhGarLZPMMbTFsVZgaB05QQV
CQYrfpMtAeHdC4XuimTsxqjc9XNPy2dAxMgJe3YrRRaRdJ4qLaEdAE2vuNOBWVKmDdTqgTXQiA50
O4we62QUl8yQl6+TO2UPsi/NM+CEcevXxjjfeEDUBmKdO7W3p8wZN6IGj7jz5mHe2zRMwxNz6O6g
HXp7U2uJpUoyiq09PCotKCm9sEHw5VwrJ00AHieWe8F+K2POJjq4sW3c9YpaKIXFGSNyHKqbemmH
u1JGOiJ3WwcK5Y5Z/4LldXie0SvdFDxU+bb0erTr2kTEOTGyZQ8kemRT2XSz0DN/9clCgS1CDaF8
R/chnOtWsG7L6Xub9zwOseymyyXiZoK664ZnAgHJRoKaZXyf5gio/ziBPambebVZmn14q81WBaey
m7MDY+n81SFqClQA8O0ndO9DHGiJSA38wIC1zxKwnQAz4L2OJ62TuYKDFZrbTdW0XuvTzsZhAsgO
Par0JphpRONiytOUBVg6jvX5QuqAT7cFYbUZKuAQ1OuCaHMLZTb6QTPLGSB0oaHe5r02PdnIzOTe
GfXwFYApAlECk+l5sR49r+OIQ0w4dnLKrzAGrO9lFMSGMT14La92l3fFlRvlCg0OGPHxwnS1/JYs
KsdjLIIZcQskyyYmS/dcn9qvG/2hmaUfZyp6idsOPJyscUlvvRhVB26ByOp8T+D7dcdyhbOgIP+i
DHLuN03EeWbL8WZ8XbJWUzuY6VruowoZyfQuPecZ0ri4nHFP3HRDLr5ASexp9hsZqYeNHXpPnWKR
2NV4UZBcTxUWltoGXopFSWlPqJZmVNINU+/daCJHRSyq3TWpC1OSKNoEKi3mff5N5CeuRahwM1Dj
UTr5K4kw952UWi0ARgoTVyssWKotU9pda8E949WG4MYZiThIaj5Jmd2VsTVctjX+3cCupsXzexV7
X6XRll1A1wUdsO5p1RVSdK/y28YldgoTWX1YWOO1zaQSTpMVsM7nnhwj08/7CVH1WKXuXQtOvt2J
2Iju3xoo/2tJBPhFK+if9XKXf8xV3/94J5hb/8afgjlp/YukU4zDkH6ZmSMS+C+9HH+iY1eh24ry
mumZwaTxL08i8FtkdiRc0s7gyIzxmD/7Sy+3/hmpCQy36FVJ/hSJ22+gG9639NYLo9LC/cg4n6kL
n/N931BreKdR4brMl7DTYn42L5QdZzsrM7+RQVJ8MuZ436ZcLwezmwnh2nMHFfHWhPtJEiOnhHJJ
1RxButDws9nGxGclnwl9jiZJf10G0Q39ZNp5tjzqG8a5tuDu6HkVG88O0OZHRArqk09AW3LGejRi
BujKbj1ti4OYqbiqSRrbnx6DD1R/b1f5d0v7z0/B4ESgzbC53eNxJBNoYND1iOUZmsVLmuvR9ZLt
F7rNr1VVWd87NbB7Vnl3VthrPSTiYZdqZdsGQCrrL+SIL48p5ks/XDL+YilExsJj1DfNUFg3/ZCl
PlOx7CLp4Kpv9CoX50LTBZQv+E5u7EFiYnQmTyM8/ISuY9n2m5hQ8bXAKVcxr/6dDK1MbjkRc/3R
7nZVZKivcVmOX5d2/kI0bXiwSXPy3Tyudp4LVtzh6EonpE3ZQNyC+D9npMn5v2tJP79JaT1ewH9e
S/7U3mqbpPvP/1DvVpT17/0lwRXmujigwHEQ0jIr9Xi6/0uCa5O44hiMAGzkCY6zjuL/HcbCcfZN
suMxUONF/O8lZQ1jQZe62gPIG0Ei+hvryfEEiUExdr1VDMCbjjbmaPCBZ3IeRJheRTpuet+GfQHs
yij1PT0AI6gnrb3X81b8BQv6Z+H6Oqr+97tmIUhyGRGwktHlXEeHR288XZGqGerkKl7DK0g8sXDM
key3accLOyl+yNwIupDjrGdmTz/9Qh+85keLzdulVyqjTRGAhpm4o/dL6Bw6TY5Y8WpIzPZ8jG2l
gqk05c5LE9H7snFi1DNi7E6x5oDrRWRA0CX/X2r4Tz4Jv+7xl4C4mjEQIj/yeY+FGIymI1vO8VWC
DI0TJm4jyHq51KHfUI0SKt0tZEXn4BlexqoFIpgWCHh84eVZ7UPKjs+NFDzExraJQv1kwPfR10QX
nm1LkLbIbPFIZBRX47rXaAe9hpuxIXJxfo3pyzCrWGNgtnJoi/t56icQyLNhxrDMYVRgUFLhnxEi
//isrBc6elQ4gePmZxNCrXIsy7RmV+Lwjq50HoqXylLVy1R59jbEmH6Wg+l+ZHV1vmheUz3oNtCX
X/9I69Pwt6s7WID4Bsw1oe3901JwlrStzjukURs/JPbUv7BpxruoN6L9r6/0fq99ey7lCjBweCmY
Ex9P62w3FsDzwblUVv4YxnF8bYzel19f46O7sagdcIY6LtqNo9d9qKwI6q95iEKJl1xG0z0udj3A
u9Xf//pKH90NqCoLIS2KOwCp77+3DIpPqs3ZFdjd9qbp7ObKLRr5yaPx0e24nmT5AtDBEPWoGlob
vkaXJ1clyGpGAlZcnOoYhW/Sqp8/0W1+dD/eanfgh2LmePyuVnRWSVnKruhKqmDoY2gIRQRw6ZPH
7cPLIO1ZJc88bSsS4+e5cL8mVvVZckUexnKX0mC86BIYUL/+bf6mzmP1padJJjgvN3ky7lpl/lTW
jXjsa/qdV1WiG5iDHAzGuzLsPFpuTgvPuuhvafNZ+pYxocFKnLqFS3PXEDRTkMqZn3yeD24aSg1v
F/Nc5PrHN73kdmUVuXvo+rI9hYWgnwwamJlf3/R6T0cvMkstVSzUEEmc4ZE+sy5yVvNGHAxjYBiJ
o3lDu+ARw/HL5H0Wd//BDdn0xFaRFrIoqa96kZ++X6e3yOWwpsMYZtEp7fV5S1vW+mz7WP8tR3eE
94DHBKWlLSie318lBW7j6blxoP3CUKUjAaVo63iF7tDvlXrH+MeQgVHNUESNMLWeLHvRglaiwV6U
Fp4yoQjv8Imlt0YaDTRS9ZYDsMY82GL8+snqtn6Y4w/rIGoH52OiVTGOvn6JK70xDAIXjVa7Wqqh
fmGUuTY4CUApSBtgBq9bN7/+yT/YOdg2/n3NozWoj/WJnDl5SA0+kw+YYPLjaSrOa5cRa2zWdrhh
jEz/RIAlu7A7W/tNlQfvGcc1AzOsQAaLIuL9L8T4yktYVA5O2E8BMrjucorj5HeViutVqKY4t5C7
i6ZzfRp/etq6SoDt6/XDem41AzVVBkTKWMhqYyze8GQVXUxOTW49zxnlBk0UWXZ+a7tlIFMCkreF
mdvaRmloqT55sY/8iW97ms1L57I4r0qN4717EcRaEzF74Dl2t4AT4hvRJzl4rtQIaPwkDw1s/63o
OkaxbOPT01Tiwo6TIeF/ed6XQWrlvq0i+KTKWi7ygsCXXz8jfxOhrt8e8zwYBLxJDgPv99/esFgM
hzz9oJJUnDlxhdcb5stw1gFcO2GGkNwq5qzPNnlL5207Jo/MsEGdEnQ9i01OdR/Yq4l5qsvsDC1W
fffrz/fRUoK6EDAkpTLDkqOPx8Cn0zlAHAgaKPddyXgtzVx1+euLfLA20vxjbO2SMcGR4mgliXA8
JFk0HIpaDNitexnfF1DYNsize7kr06k4/fUFP9qBHIt+41rZATF31539p2e2XoYRa2J3mHTVn4s+
M/wuS+XX1h6NL2NL0MJmEjGu4FmnIS0TMZ1ISx9uwwXF+ScP6Uc3z2GGF4gGB3r1owqvamxSB+z2
YEE5CaxsvHcMdOtGibbT0D/ZhN7k5kfLoEOLg/IOxTOq2aP77ksD9FjcHYp2TZQiTYQ0FlIpwhAU
HtgEBzxuyCC+cuFtEFuPKCECdrFRGEXobWKVptfQ6p/8Gh9sJHwozmQYgGiJHm+Nbd8y1dfawxhz
rigM8YwO6cfo6i9h5fn2suw751Px8AfPtcPSZ7I54oJBSfT+Achq1+6sqj6YIw14hn4rRENaTDK9
flNJwfdQj9y2cTHlyyPAnoNjqmtr7oNeVF+jtR759RP54edZFyleAotK5GjLXky3Gby+PHjE25/y
wDNJmC3nky377xehpSjZk96qA3z3729aKyNsrlVzKIhuvMcH1d2JGFLG794J/Uth8HC5HCfk2tv8
+dWqBM6lxhoPhZLtN3O0s7PFyupP7mT9pO+fYy6CbJ93mEY5S8b7i5QaIa6WPR56fTRu637pT8Nl
wbybDpAsPnlB3wqZ44u55FxjX8IHiL3m/cVmW09HGbcHJ0/KeYOlK7qOsXA9mN0EEmFkVAWOKDXv
9bBQpxOnmj9mIpzOpJ7xHs9Lsy07T1NbrYyrUyyFpJ6M/cystjO7etz++tv/27mZ7xxpIklhNFRY
uI+XEwah4Qyb6FClEwSYflRi2erekJxbls341wWoQzqC5xXmxh47RDM2E5mTCClP/psPwvpJ1lRx
b6X8kg9x9LRl5pS7cTOTcugsPnVqhnQi0T/5cY4fhPXEih7bEpIljRbX0YFldl0YEZE6jGtQT0v+
3CXj1o2cy/RPhuI/tgH+tmW8XWk9F6+ObA4KR1eiSyW8wWsOdtFiFsP07pwRkwjLrEswZM62s2/H
+Lothxgo5qj96L3GOwPZqj9/8guvL9DPj+PRBznmAiZOFNlG1R8S2XWXbCvll8YY1RddHy8hvtkB
eJX4PrcZvap5OaujagDnOpF7bkcMiyoDD8cnv/R667/6REcvyDQvRFqF7QFtgA5eTojvYU7W3EiL
eBNmiOh6DCUBvtl1Ytv87qq2fh+gcEFdGwa2Ru+oRFEl2MLE6g4OQGjfbXqDrEWr+GTB+egW16UG
C5/FbG6dy/y8qgFLA7izNIdorpdtbMtyz25OEz4VO7eo4iegPPWeyM1i38WJ/snF/7Ztr7dIajUr
N/Et1PJHNUKuldBQ+ubQda4O+W80jAu0wMutGzvFqZs41oXWEuKzMTwx9X6D6ivZzET4/bCGsnV8
Ox4X8kdERbLD/8fDCIaYd5zDs0P58v57QebVQ8DtOONE3vkyFLQDEyAnAHRT7WnwQkEWKIEsqED+
mDybfFBkhDs3TG+qzFAX4KyaPz75RMcnvfW7orQhRnw1XfKf95+oHwrQkWZPdtisQfqu4u5ZJB3o
zIUCFIRs6Y2XVQNIOJjoH5E2AdhBoJSOVIeMKh6vtDphTLpIF8CgFiq1T5PZhA5MpN5wJosm+/HJ
J15fj+PXhyWbxZJlkiroaGVhU0ERVxWHwSmjBXGlJLfSRUgttsmIAwJ0Vq/R/yBBvEFgofdflAX8
01xGDs38pIX9yR5yXCas3+B6onNXBKrLEv7+G4SUPUX2UB+E1iwJKit93NuM0YfPnp2P7hu3Cu4p
G4oMy+r76+SuWaIZXu/bLNEUNQV5rlU9iSBqJnINmsokU8RWKFCXOBMkKLSFdbBzB46bbqIp/WQV
+2ArYejGcdFA0bAeZN9/HLdvkbe73mXnzt5FVMr8ehBx/DVZ6vH217/4B1+wB5wHSzBLCv89ep2d
OJQkG2qX1exMpxLveTBljfZJc3L9uEdPFa1Jk3EmyyJ9tnUb+emI41Cth8pwL+tWyZNwZaqVtJiv
ibBFtOYNZX7y65v6+wrJ8NRjWERhZlDEHl2vXMKhaMfhEgR+94S6oJeEL40lOipXoXYy9aiV5/Qs
m5GVaJy/l0OIPOjXn4E15/iuqdKYVjHx5iztMWF5f9ecsCAtqfrSjOUS+9nILDcA+9GTKrWATDH7
8Z7jOLMMsJk9IQJyGHVgj03ffZlodCE8jWRsXaZFiFav8Bx0e8ubhq/wIoaqhqgW7VHXOmc5m1fJ
n6ZM1H/emxJQIdBYkGyuCkHcFtNBLHV226RW843hAVpCSxcFTg3Qsxim3/SGctKQVlurDFGtgkS0
6GgTY3bJbz2ClkMFCvWbZUNlDKo3ReOY5M4JivZV51hkU3fZv+kfm1UKOb+pIvs3hWT1JpZ80016
bxpKAQRU7cg9VsRzrTJLpzQYA4+r+LKBuV/6w5smU6ecIdSzGp/rN81mYmjoN5FI55gNIAd8FW8K
TxzgjMeiZXGvkjcNKBdHD1r9qQ2FS6I23mSqk75k1oVkMY0REs9Mp2kLTYJVbA/mV9TB6M5VlWz7
FsrGtz7TywkXDTsIVHPJXsIhdC5hi0Dw8yuvdYt9MVQItxF3x3B1+VuwSrHU6bYG3d9U7kmLLdy6
DF0bK8XsTQmBPUrzpi9eObh7M8TFsPFk26sTqOfitUzxZW97k9DQzbBkBKj0ISiRjb6uyBsXCzQB
gm67HAqzybCE9DbcwL4SgCdbO5+KrcQEQcAL7PH8vk/HXG1TKbM7Y7AwOXow7uCahVhUMKhwFCVM
wbaawOwj3BBDh6p1u3hRe60VJlsm0ZbGtU12qTigCHNY/MKBcX5hdSIPlk6p9kTw4z5nIL5cvzfi
jqNrXJShnyJzRoGGUg6SIO6MH51G5zdctOlrpYx8OUP/Db8kkmH7DdJutxyaZC4LH/N1n/sZgNTb
Po+qDl2SmyKPJBQZTXEirC9zb2Q3sI9R4cJmRValEBkCOPdwjvlV61XRlkEqT7UX1pDmzc4dUURb
ZjrtYD6jKS1gPRPWWtN49YdpxmGjRjGDdvNCTOZIpqR5YeQqVduarOY/ZB/3+i4yS+cWVv90Z84G
+eAySRE7MB1DmDelU3anT53LlqhnSbymhg5fSAcZrkXFFG+j2PNxrmNK+g5UuBa7dvAMvIDJcO5Y
Zr03c9CJ+Th0J1VkxsTSWvxr/MYLbSSfdXpvOzNC91C18V3SlOLCMaV2TuJ0DJ8WZTkWHrdW9mml
lf0dSuHkaupD6ChJnLC0oeHoH2DglqZvTLEHLX8ZJWtI1HQkn8sBmOzbkvdbQqr/cUixVdvyz7KG
ix99VSbUfT8xxda/8aegwXAJo2FuTuXAuVLaLq2SP/UMBsIEKAtIZ0BPQltcY2/+kjNY7r84Cdli
nW2yvrPH/7ecwbKAjcHxpAsoPfoWHCF/Q9DAMe/dDgR5YyXhSeynTLZ4nv7WWZqcuXTclFAaAOCv
+Ky957KQybKtIqLoTC36kRFfAE0nmtznkChUFRAJMV3qTdfIHcN1+YCZF/WuhmzGoS2F5SaYzXrZ
pwvwZL91QYf7VpI5eiAqQ3T0q/K83IZMoJ9D4EIqSNeG+Jk3KcLGWzUYOGGdDAdaRm+AuRPl5g5Y
RWicm31mj+yScXbHt9YT84Zf79skq1bbF9a6AC+1SwQaNifCyLQR04TvgukpN7GVNCl7UiJ2WSx1
UNBTqAOUL/L0ycxpkeApHLC+kQbRYhjiPSN3b9DMP3LQvwTBTDYbwbLCc0+MMdPOQkEsuNWNyxcO
DeVrhzmU8HPCTaD8TjdOvrTX6E+daKsvRjftCtPI/ygywFePs1CImU2le5c9SbsHy5hngkRSOT/M
82TFwaTq+NTzsqTYIXUXz3NpDQSi8jJ6uwY96xM4VOZWmbeeUbKutTd9phHfkDGIJeTKtImtjZme
iAB3jfOd/I2EaJc+JkmnRER86SgbTWzTMM/eJmWrYIdGyQNB5hb+U4afmV92uMf8dIyIDsvJEbok
opwCIp3b6B5ZeGuiDB6XR9CEVc2kgUwk6I3EuW8TZBg9eswuYk1JJ4SxReU1+3aAibtxSOkgMAxM
fn+WsJshHllgNAYES+NBmTNBpk5IwDPBfWWvcB+l4rtSnnlm1loBSVy0Eeb1IVOHLq9jY98Y3A4/
r2lVGwn9mgjAZVBnc2HAmm5DFfKVhMlIuA8I1HDbk0BCPHbb1+3JUCnx5PVuQ9/caZHsawbulkqb
HTAiqtA3RO5W3lY3OnVBwExWwiMu+QyD0yCuU6y4LybugidJ6C7PjFtNL7LG5LgRstfaQEnCsLe9
kuTT9yrkUWrnZGGFVWV50epaSC46prxrqTnZIzBZvfSr3MqgvEO3x6Pi2PfwbddcazfViUVqIkJD
hrGkEecK7wlpXIInJgJcjF1//emrKS9wsXiq5ZRYKQ13QpPZJwNawFesbyN8gVFx7hrNjpn8pENY
2FSeUdLqm0C8x7CmGGaHhgkUE+/BA6JpbJsgx8N2H7U12OUUZPpD3aYpB9B5JYn3cyeIY2PEE/tx
YTjxTsskUM1CCpOEzXTsL4ikGVN267Elm7Px+q+TasxHyhPKCFMgmfbrGovJpelmQ7oRZuYUe5SA
aXFWFU6JsC+qVHtK9V6k5F2n0qXZPln9Pk/7JL2aR03pJ6MjFgLwuoXfHAOj0flkSMFcbnOP2EgS
sAldbBuAoHvNzQmVqT1vKv3G6JbpjJFJeAcbgTdZX6ox3iZ1Mly7rVuJs0STuYXNcJLj7VTrmfgK
e1ni58P2MkF8FYC2mnbpnloeBLlB/kMo51o7FL4xp23j266YUxffZpq1OPg7fqCrJIut8DoaDQe3
Zqh1YGL71gNdT+9DUCmWMj5ghk1ee3tC5R9nNPBYevKI3zbJzG4/2Iv+gDjOcwMiMtJvOEsdYipW
pRqulMqMXiTI1q9ttUTfB9Wb31uYSnkQl0qOF4kakFoPtq4/lNCetxWg6zpobaFZe4bz2aOosAxh
UR2wcLVkhT86hdE1F0roiQNPwOofYZ/l85ZGOXPRflAQXaau4shkWcRCkJNn9FlAM9eOro25wLpn
1mVQENLzQsKSNqFWMznkTPaIV7R2rcXAqpOYd4stIzLBdKGqba47WkO2xdByeMl1Mg8rUZJEm8/d
YyNzfBs4GgguqBrORH1Yrck2jG7JjO01qPmcaFwmp1OoBDGcdpXs1KLHWyCKIj3VdM15rbHkkgOb
hiaehoFV/DS0Y88MrBGSuZ+E8Zo+1WXEV7lo2wLXG8iwdOt6tV5j8VotvPbYn7SldJ/o4o1ir5mG
eGnx+awMotTWt9g3hu4MA1e/nMRJ1nqnA3bTb13bKJDNfbPcARgI7+jxuN1J4brPQPSJ2S1kuuzz
OLLPlrAdX1BuRedqBVqQ8KrCYWMZg68o8+9a6faXI2bpV9WQB7TXMVKfYLGBVB5yiW91atWv02q5
Z+BKLPop+E1Ci4W9sJONeUq4Kono01eWb4ckRR7RJ6uXYrzTUuHeLK7dP7qN6Cp/SCb1hVNmOwbZ
Eo6PWbKKbENQLitFJLP2TsHvsomTOT9d5rAhn02P52rXNra9bPAyUT2G2WwYW6aadB9FP+xlm1u3
lconBulDVoVBDAKmwsSg2czwUCA+U57HDnGvYfxHhpkZ7Xadknu6ZF7V0YpzBaYfornIBW3T5ZX7
GdrzUOOsv5/TwZUXYamn5OTiMO+3SO+mq7iNAXhbmZiIfI48TJj62vb2KxHqDc3XMhO+paE08OMx
nP+aL/1WwXuZfGurrnrtj2Mcaed/w3XfJlHc/5//aWWxSSX7z1XxRrWq/P6f//fnsnj9G39WxaZO
5iNFJyMQ3TNQ8lL7/lUVe//SmVxRL1tMhVam439XxRqJj/wz/lgwfndgO/27LNbkv1BCrYIlBvN/
QXh/oy5+I/3+3I+CVMQHY0xDm56riWPGSdqqRNPN+mGmRrnuGisoPA3jnpboZxzmTuI5l2ex3RMK
SThbMz6b7r6oet80pp1iGbSt28G8ndhbWBq3pBZ6vpHQysBcOPIyutpNv9xictrp7brfnTd9eFGp
AdvPFIlHMzozjRuh/ZHjzjJY8MwWx5JSg/ZQie/1ILb9ct4YJ6Vj+haBv017rpaC5AxmPfSG2X+q
VO93LYVVLPqA+t4PbXZd2/0R0ncvxbhxVUeF7ZpVulU0v31SE/AZXaW56QWyU6c5g2avsHw7PYBm
urGWm8RM4AbY5MNFRKQDX2gG7QxCx2YNeLNIt9iIrNI29NS3jerMjc4ev2lTnQVi2IdQybRe7Vuj
2DodueWWft4g5A+Hr4MztNuIaAlf8zSGFdF3wh+2ZZ9ejvKy0g0fmZsZIriKMJbmHvbfxVSr4CTx
Ow4PMfHQZbSNx3FTp44fa9puTNyt6nJfJ19q7F+1Kt66rJaxGcil2lftvet9j01CYtf2yLh4N4MU
h140hCcr/JQdtWkKa46Yw/tlsu0TUxQpTAg32nkW3wqYBEsm1PDxj7hD4SvsbWGNgKuc9CGFqNEk
He7Z9MSd3RoTBn4mzXCaSz0h9y5JozOtuDAkmQXWE1z+DsCC9rwUL6k3bTXncvSq02HMzMCEU0a4
tfESYn/c53qizm1Tdge1VOyb1oMSwya0LZ8xBcebFj0naSeRpd8145ouHD4I2jgisQyW2Ec7WfZV
t065SfjcQAE7m63lC5lFZMe752UliJDxTvNI21p5ZJ1PcgJvAaLl0hxkMA84lkeJzXcKiDg9rxBb
R6n60bAt49Fozya7DPSqPqV+2CJ/fhUpieQ0v6SHu0MlO9Egyqjp7vmaNU204bDnh+6lnadnI4lP
TR1uHZwatHY4yGkOzvB19OHp0V6AA9Bm0vNK98RResCvjEu8DkSO67id8BZrW3Qh2wWbJJOFTezN
m2kpfNed91rtBoZMrsCoBk427IpBXGPr93X3VmIp09sRz2HrkdAE0Nk8BUzLYdU6MaKGw4p2RlfP
T81triW7svvWVWzYQaw/hMAZDDmdziHRBjL0vtAdLE+Z9/mZSbTyrKGXExTAnl8qwkTIyC6vlVWf
GjGh16UezKNdX5lFW2zKeD6Z9PFGTdZeLNWVrNmH9HZjygSISglawdVvRqK0Eu2M7RhQhLXF/bkl
nLHb6dMh7Vv+H4rqSz/v0glYz6u24J1+MghfzOuwuR6x1tYVqVW6GneGRmriaW/dZF1EQnkh1a5X
1wKnoa4XO6M/W2td1aSnS3cNeYG5GOA1Oy0vkHecJDFh5c6VMURBYoe+gtTVLILAoeyldzhvjpxF
QpqSRkJJGfO6p/apCQumzqAaZM92bLyGESNeGW/U8P/YO5PlyI0uS79KWe0hw+CYFr0JxMwpODNz
A2OmmAAc8zy8Vj9Cv1h/oPRXkUH+jE5tq820SDMp5QHA4XC/95zv3A1+9IQxijDsKWNW/cjA59g9
U8TIl1UD/GL40RTpnLe0SkPeNFpneHtozur3aY8dkte8UDXqs+RkTi++8iuLEcQlpleYN50FSlRe
S+mzRFx2ZkSfz9CeKP8ytakaa8EPDZDkIqnvc8vMkfMiY1Li89SkeiD3nGU8kEYEu4/h3hH9oaJR
zzGSZY1KIYgUgiZCue0E+LSx72aG4bAOfRbAaSYLUW3tuDXxdTM9us4zOgqKdNxhuBXUJFbMO0qJ
archzMbnx4PWopof+56ddr/satpPjnI+DbdquAubjdoK5xoOxV3d4PYNqm8FvDbSabaxxn4wTzNr
l+Qlazy7munc0Sqx1DlCVJDfLhtzmi2dqAdrMzwQO0Y10C0Pdup+73hro6y5BkpCxioN/5pvDWCf
4Tt6PekpmaudB3G9Aiq2cQ1i3WjZlFSRw6s0JSudgkNmmpwA+j46q2R8Wfnp+N2VqqeW2g445UU/
WcvCrKx1ARDlMs/JqdPyXu5poa7LqVG3pdDaVR5RB5mC+qZMQ80bK8o5jQpwouzJOfRk3ZnnBk7v
RzBE9SZwk+reyDTPoP9JfJFSv3S9qz9qah1vq4HGfWfVAjqEHsMoIo5NpMWeSumwDDLO/n4iVl1d
+5u6TyFC4LHHE70VJMmi4QvOlLoKdrQYC4oebkRUUtvuk85u732g2kvq6Zy3HVaiPDI7mBnNXGBx
HkOSM6OwJxXCjR7qOZdL4+Pv2kAKEpc3MrwoB+3eV/wVfctALvLAJrRde3BH7l0lbii2B5u4ooQ0
Of0umfSlVMUjMmUgOqU+FOuhOQuC4pdQMTCSs5X90MrC3hOVpE4Lx2o59/quxAoL55toMJVjIqaI
e93093HXno3gWQeXnLCqWvqUyaImdmCgmGKtR4M3mtYOEslOa5xoWdNbWdgtma9ZtEI9HXuGSSXC
apJoTWgMfMgQTlj/lJv6Y6EX5IBAdckzov3S8oD9b63k9SMMrA3uWxTVIBuXFC6ddZCVFK0pONMM
5dtPF2r+vCwKlQIUjQVKB0JRttApaLjQEIgi0DyTOrc22rNmsJxfqeNWZ0mR1UuVtvdDwT6fdER/
WJZmbay0FtqR5yaEbC0iWL7NRmDJum4Uo1imohZXiU1sHIHGVP+WKu1FvPF5iIw3Cr5bogzplyMP
JN0tBLy5wLiysOCG4d0PDPzRI4t2Edn90ixGNAnwmA+Zj+bOimR9QX4kAhoxCuoFVOoWxRC2D35h
iXBnNaKg+GdwHIVMw8efHJ9oG9fg/uI+o8JRwhXTk8AGODQ5lNiyyMeP7yu5u7cVYrh5EvBtFy1o
ln1c8h4t0lCxz3ir66vYdexvYuSM7NZpcw5SbA6fsmvze6ZydF0mzhT9oBBdra1SaWd7vb+iEtCo
S0gsGsmUbsHRtuL7SrRTk5yLVhAZK2OwLnFrroi0HtfxFM4YLohCRJCPG3TO01ljBBzqqQh6jTZm
F0oD4SYWPyv3Dq7BGVKt6YGy5rhrRF+sqeVRkwot49wY/P5WAY3xTfDrL7Gcx8ues/cSTAyH67q2
rvNpdC6A3+XX/BR/h/2f8qnfLVN4PFEmq4d41NyddBNnYaLRI/5NG6efba9HG+TEu8I3k6WbOv6B
j7G6rmFmLeVg+OwH1TOwLsplC1bgRxap2QPw8vzc7BuLV08Sijg6jAcsBDRQTdnPM8KVQVbwPXGU
lEuKckPHb5lQHIjJUltLw1YWhumUe8IEqqVixvdBUlHPVfyN6wcWryTgOVmtaqiOwNqnfB8kerSq
MnO8U6Y4f05113xABuWvciJetkgjoBBoYQ35a/TX+uhY93bmUknrc33rYh3xyrJHZU4VtdiNDhAN
Nw6uXamZi4mo7wtBReEMcq68EYn1M8r9PRlWj30XrSPneirrb2FwV+ZTv1L9Lr6Iw2LXw/ViC6fZ
W9/sdz5xp1eN78Yr0Xd3EeSMRVnVLe+oG56LQdzhluvRoZQXit9zAPKdaE5KByIcRS9zGp2XRaMK
PQckcjncVlTGMHS/7g0JTeXmFlpVn0cBG/Yk+kmbtGCHbj1prf0gO9WE19esO2kefNHXe6sT5zL+
lfAsl7TdyGGom4Mq+RL7sPCWKG5x9gbTo6noj5k5sLWVgQRUwZleb+CndO5N4gD+U4Oz0Z2yRWL0
15apPmZdc2iMut43dcvpoKQLTAToxi3r+7ET3/L53KJzSAnseK/pBP1Eo+JhYowvOmvgGOJmHJhc
MYBPoZwP1mZPlnVyy2LKprgijCxX0nGRDq25rhT9IYgGmJyR0HdNE7ryYLt1sZyYty8SoMvSCH1/
VymKveo1xbkY/JGIV3BH5Y6PLOqeynf7NS99fRGTkHYZR5HcEP0uUTaXecybQUgSHYkMmpnd1ss8
SdHblAFtXzK64YBSaFulTTRxjnJS/XycGtQnuVpXf3b9QKx4UuTqMmV+L1HWhj/qpuRuG+G+GJW6
Pm86+p00+oN2kffVFgQkPfgiVs3ozKqRKU5bGpLTk6JO8apUuo01ai9UqDdVW9rLOMybRaFZ3zgU
0+idhucgTzqvVwJ39z+gh2gg/fj31ZKztn+Omre1Em3+C38VS4TzB5AelhZ0Thg6Zx30X7USYf1h
4kCYOQAzSpeCyH/VSiiwaPwVC4G6aluaraF/+ZuxQEfS5JyDNHg2s7m0En+ng/j6u95UStDBuxBF
MYOgvUIVj4rlvYZljO1WINAvlriACbQMOqhsXgcdQVQeem2SgQKXBtGjH3jB0Gb1vqJsO3m+mQ2w
LVsLholSqBy6Wr9SNbruAZJf+IH56DlN7ouFRXzlHmNWG4GD8svUs9wBq3EaESLvmW2oDV4Ffsa/
aGMLhBe6kDrbovIYflaBHA2PjAGFWM641TjONd2wz9VwIqe4c7RrS9eCGydCOrGcEr0GbCIK7E5O
2xIomGiJxZpVaPpCUdGUeIYNJWih2WW2I751UNCHViqro2M5W2IaovMGgdi4LMH8k8soNJUOhT7Z
IfLCuuogGObOSFHSb0imG6MrdWouk0bnjkRR9Kfh56pYaCohcgfpj9G3YFBMDN8V54ytgnFqmMsO
B6rQ/gM5RHSNzIk/Zs28K+nKVIw3kz9YhxFxlnFLvSdo/3RbqZirJMgSex9mvWLuHbbiwRqirlWv
xonGWDlCaKF24XMacMIRzkqgjIhEiNXTdS9U6dletl0IBdAKQHJ2dK232dRr0wbXqkGsJMiwYaEG
RrMt+Mr7h6YqjXbVY4vcEzPtZFtp5MUZxJ5M4GIbI52KSaP/ygKHRGSbNRIeJnKSlBu8jAjFvfUB
7p7X8D0tCOkTIDaOov20KBDgrYkWLn6GJI0v1Azn4pMZ6P02obpElOxYXJrG+CyszF5OyJ7lwmhm
kpzYE2ecPNox+woQyvnkyXmHF6itaq5aqfcLPxIJ/UhVi1YwWq+A9HGiaDnHdEtqxAj12dXT6aPd
GrkbmQ/VCbvskWZ/focsvL+awx8oclNxfP8OsS11mSITfZEgYs+tRNZG5xzANs9SaT3EjtX1SD95
RKUhOtoItUprKMusrdkbxVkmc/saiB9xx04RXviZlt2P850jaXdYvlmYDn9J8v4ja9MDB7Cm/l//
eQT++Pu32sYMfdHxLOtHmjXRAHaK0QEsA7VUooWUeHQOfoTChSctid0k3pUzbzSAQtgWev19mCZ1
ODMKPSYTsaTtFVdJJtjBiqlCHRz2v6zGCn65g0k4k+JmWwUG2K2O5A1eYFpRNoK6m5+FOkkHWZj9
sqRzYfR2fpnzDq6zMMX409dAnwKquS8YUeR1UUzN97RzLfTdHTmbqJoQA3t1qPkPqakoLyNGoWsa
g8llark5uoXSKDin1/wvvIQOOz/M94NNm86toBDaSnpC+/dq5vvr7s6ojL9uo6VS+kbigdX2OK9J
aoPd9SHmQ0na900O5faJ/Kt70lf07RgkzY5DI714mherEkwV/dXGfiYNtD7YSq/trC5q7n0NVC4h
l+MZOMZwbZdNvIa+2Z145JTpj1Z4WohC02d5Lf1040ijjPoSQRQVqeVU6e0jVnW56qEvr/NWZSeV
WeV6TnrhwetkzX492z57M7AcauA2wArMQpX3b4brEreTwklYBgNH1iyuHPI+qNo1MP3uHKXTLo1U
Zx8Z1el6nGZgbk7sE5Ed6xQF/EqN3Rc/DZRzMerpChGxvh/ALp9wBL76cd8/TDoWKjcHHbKKUfzo
nXBkNqS5xVE5cSRfkiqpyVmv/duibflsTGMtvdoZxnAxja0Oo8JvV35HvbC04yc3qPttF1niSef8
StAQGImK9vBKczrw6hFJIoOdtJuANO9retZhsPgfsJ8SbGj+/X7q4vnP5+C5/vlcvdtTzX/prz2V
qf4hbMhFbFtmxsxrK+nvTZXxB3ssY/a8z+oqRFH/talSNO0P/lsMFcQpQKh6DYH8e1dFCe0P7Osa
X16Qx2Ba9N+KeqT/9eaVI18SuRjfL34hX9m5o/9+2juF3zrIuWm0hsmwm5wckUvQnIpufC/+olWK
eHw2pCHrwSnENR+NIixVG+B2ep1ZnoVqed+13WNrDisQzrjNRX3KenN8WQwFGwShN/fWxIM/66Hf
qLwHI4WvF9CIbfiwXYWko2/4tJ7i5XwYhQ8oO1H83SZPFyXd+1FkHKT9iFzJK1VO12Q76RtRG+Lw
ZkZ98iF8vypy8wA4INlmI+1aNCtfXTBvroWURCfRYNYBHx0QjyNuatJgHYvoPHLqu0HKn+1AB+fr
Qd8LxudBARnpzFwYIVAgZs3g2xs4TkHQ4IND52KVwVJrrWZtc3ijhK2P57lqF8uvx3vvMpjHw0wt
Zt6EiudXn1+Gt+PZ46iyuyUdVzHsJ5vIqSXD5Z4I4ubESB8fmgHeZ7ZJztsgGCjvR/LHCjO5xA+U
meGwh/AbY1Nsk38wCu4rnLSzdIJkp/ejdHEvWVFRqYVlWMZo2kpfYTKW9alt0odXS8ftyTs824x0
SChHM10Ktwum0EUONxMi2z6ONy5AGc/xI2MNY17/VTfNKQDdJ08L96I+bybh5334UKukCk2IK1oP
gU+2wvY1rCshlHVWAqX7emIcPy4IALxguBnnbSvsv6NTH+dRq+0hIs86QbnJcwdlcu+fMrMeTXcm
HysUcx2VgKOqBJK9f1yoFNXAJbMCoVsRb+OAIqqenKePKWeEEzuNT4bCqzaHL6ORdD7Ef5jI8Iph
KOgat+OZEbomz8u190mh57syDk/5Tz4bjo2fxTzktWJnc3RldS8c1DpQPGFu1exMMkxwHfWpsy7p
FNi1hGWeItkcPTPuJqg+JgZ6fwoAqIjfj2lklqwdxIM02yxlB338di41bb+eGB8vTOcGEpXMTTQR
OB89slBDO24SauPZA1SwQE3Frk0auQrByayG3qh+741+vah5YbLYfTFNjkFQOABY7lNFerzu6L3s
IlklLk2y378qKi+zVZmIaByE729dZiTRWMDT94Y4TxYINZNlXum0hJq09tQm1lZfj/fJo+ILxlTk
ec0OzqMvM3Eg7cTLzN7RT6XHogkrW6Pc8buj8IjYXvDPvA84ts65IxU6c6TfUxaRBciadLS4rfP1
16McrUo8IeYaWw081Rr52ce8jMZy68iZmdwOB6uFzh9XdTBhszUM/8QFfTYUKcb4EhHHM9ePbltD
NceeelorA5gkL0SCe1trbo/GYpTPv39V3DkbzNoM6Tl+gVvExkkxzUGEVnBXtP5w1pGrQN+ob397
LnDW1pBv8zVh7h3v0nwVCkwbhBTFMFLGdDpbxRui3P4HF8SqbvL9MClQHdcgQiO3+wahKpIfJBET
VV7wT2RgBpdq5hYnMDwf5zc73Pkzz4cevpR5tBT1cM0d8M6ppyYI9nm7ugsVcM3u62f0ySicHQEn
Ugmd0SlHb22qqL058op6fVVUKwos9M6S3zN0z5Qgtpoci9k/80ewrO+XhqgjGMnXGERps2SFpF5c
BU3ZnzhifjKz342ivx9FL4I4ypCNoFHtw61TJPD4m5JgD723b7++ax+Hgg5DljJ2FdR07MreDwUN
YBhLZO+eSfEyRlNjkoWgm/IxcVrlxBP6ZCyLVGxmNoQ1KtZHT8iN41jHahZ7jinFWWzb2XnTB9Ez
pwhxYm34OBmwzczfJnjAbFrUozvY+zoS4ZyhctbVlVmNCnklZAd8ffM+fv4EYBjW7RlkBQbxaDZk
0u4hPtpkTQRF0F3olCOekiB2mrOOdIDCi3UlcU4ssB/H5Pgxc3jJwAaCahw9MHjrKZWXgNa1ZiCW
jlXak5A1lklNypcwMDR+fY1z8+Dt6ZQpT4QYIAtrtkNzEjkacA53AMVSAnVvXb/2bKNwg43lFnWw
aNzReVB6y41nxn1b0f5u6nE1ykL9ptdF/dRQ1rAoiLeB7hWZjm/VcsP2SqDfop5uxUOyEQXQ33Ur
CKKdhBF8//rXf5xyBLyxTZ4PvZChj2s1FXbEAOE38S9TWtAonLq64Dgw+T+UxEdE9PujWZyuwSCw
3HHL3r9MdZUAqCenweul3YzrNDb1+0qUTYXYzDX/Zgv/W+zHJzOBzEfKdIQ/Oiq72fej6X4kozbl
+ycMlIWDCC2iALskDji/majMCXc8tZIfHXTmuQDQBHYBi4XNnDfeD6kGFuanmBAosGDrqLVexklN
vRjZfVSifhCoyr6+o59dI28vCC42LIh0jwZsYYyChOZzGNHSxJdmPOKbvSiTyPfAtv1eUPW8ur+m
grNveVUrz0LltwdgI+no+1ci9QJOKTiFmrq4Q5EY76SIjBOZpJ/MzBlPSCwp5ymL0/37sRxEU/3Y
o1IznRqppZUrZ2kXyH2S1tPq65v4yVOzofpy9yCEsFk/Wncpo5N+gg+USmmBlaWM7Xsd6xySRoeU
DpHJVTKOwYlv2McnR3cQyCOrB90O3r3310e8UTtFkcq7YNX1BY4xf2VCLNu5wOQWMwtq/bsXCe50
3rTPR2KBFO/9eIquBGXosEVr+6HfOF0eyUUbVe15gjpkL0k9RRlXmsuvR/34FKGDqeAsZ5bizMl4
P2qNKii3ieTxaFolm6mc4+hiupYJcqoTC/FRCYrJyfplQARji4NI/fiGEmJiJ12GVFLqWdtRXBbp
oXQrFX5BNmUPyRQntzEGnBBVQ9ueqs1/nEMUGpivNKxe60NHF5pE7IaiAp+5XVXNBVoE0yO7LET7
O/XyUjETeeebqXlqj//hOy4oRYFk5f1XOWIe02ViUjTGLIcFV7ipuxuI4Dh3jdA5cWs/G2UG/+Ld
hXZHm+b9U5y6SR9V9JOeTi7u0o6rynMDpz0xQz/MFUpevAjzHZwBMK/djzc1xKYZqk4z2Ttq6E1X
84YMwXjD4wKB80+GoprCWZFWhX78IUqmtmpSE5mTnvaYCgA+LIWKTUsldWvz9Rvwyb1jgzULDAQG
CsSg7+9dqsE5iMht8oaCGMJUZbUBZ5nQ0P8H48B2n6c/1a7jbUiv161MM+TeWd0XZAT4YfLdcpR2
XH49zoeJPj8lSid8DViV2WW9v55AGaraDNDXuyUC50Xt+J2CKcytvHjQlN2QK3q9bug//5PrY92b
0zVs6kBHi3RsSFNadC89gs7KPT0h+UxyhX4KQ/Lp45qpmRz6BMyoeZK+mYQBMdiVbfWo5i2jNSnw
Rl3uKZTDTkyL19LPf3fJuHvcRyDKvEx42wCTHV+PHec58ZQpJk2CHceVhUCNOFLETWayy1WDkCOK
N1mvQ9dx2o3tZvqJl+CzS33zC45xc24y1PifNQ6ErYJk3Wmt7LHFh3zz9YQ5NczRh86qo2Gsebm8
zhiGi9R17g0irk6UpD4fZF4+bFrI7P7fPza96yal9+e9FqlL1dpBAOxBpXXVE4/ts9lP8cGCz8z0
p67yfpysijBdl3rqmRKVRY815KYWOtZegx2fWOR26Z8TzHjqkPHp5aEuYFFkt0et+f2wY2vmLuIT
JssUZa0XTnJ6TILWuP76UX22AkMd4mBEkV77SIwFu0XFkv2dT/bAoshHsYYpTplF9IY//vZHhZcZ
MBpYbXZBQj36qOhRC8DH5JqUAh/DlIc42I2oyn//jWYcNpEc4g3q5x9O8EahtQJKuGeQbywXdSeC
jTlU0Yn93Md7x8kdvY/Kmqir9NrePyKbWJlCF+CDjBpQg5zqcdnN4Bw0RqfkEvNkfr90sKXSmX30
DqkiiqM7l4xDR+RGR9+mT/21zJVyUxD3dxVaWr6Ns7Q+UZ86AlOyVtmc3mdSODu4ucR3tFbhoTVH
XYFYL6Uey6siQTj0nLAjqzhbuVVzHZoF6lK7IfE8LuxEf7Dl2No79gxKcfubcxTUGvt0WpmUSmiD
HN3nKtNlWOTd4MV2qawjW003kOjz69DASf71UEyTozvt8LqJWclnm3xXER6+f6h+maFP8yPbS/JM
YaUcM6Vzr+xRiBrWfaHKZIn2tSSsdxKKwMXCyXearqoudBDg8+mACE0Z9q6Mhzh6lmNdgU8gMJiI
syk3LxNOWjcmPUVzHw9wcRZVgfV6NVa28SQQolsoxVKSQ8vKsACVEjMU3Ct8n167I1GPSwQbO3yO
ld6IrsHLBsDbcBaplak8GnfQ2/4yyin33QD9EY2EwICS5wEfvLutcRNh0QGnEJEN7CathaOfl7Uv
IADYEVZGVIYG6tVIswvjh4+L3R690WKTcT2GsWLjqwwU+IELzakg5C8IgqvTM4IwmQRto1mywmAd
GAZUMYmgH4Mhkamr0iAo9Ry7M+FwKwQt6YBqCtrKFHiOnFr552Aq/rC3TRAFngRjNfw0nCCNqPCB
ZjAXiEu6SCMish+iZaZOqXw0Bohh5WKIRt+6sVFcujuIlpl5yPEO2OtytIwarxdwKUgNuaut4IeM
KpcuMsJH+tyV5UaMreVexlMyul5fd0Nx7sdlOV71yFeUeyXA/X/mdw2RgkCvDBMvoabuO7hC+CaQ
dGUvpe6PLxLehH5utD2hS04YWfa+tEmFu7BELKsdmW59O5MccMfXPVKhJ7gWGuDirrccD5di8Kdg
U+UgOw5ioS5kKbLgzIBvFQVLioFh9KgQZq4vAhZlPF4CNeTPbDTo5i8MzQ/ld9622F/6pZn5t76f
ONZeMwvHXtexPujfUnyMckVsa2U9D1WoJtmCHJ0UxD+kKFhrcVY7pASH1aDe4NHGcyfgzltXWayX
PRCmEmxq2Wfur4oMkhcS1/F7ordNg63RqmHChrAgCxMziC/WQa4qVzUH0hjeQx8Bg2orNPxJLcwU
IR6IrZcy8tVv0GVqVNsWv42U0GKm1pRRVuLWzfpzyKxpvKCcp06PldKVzQLYdAux1e9tDISkEGsL
DcvJk17pyOPwBYKfqEkdK5ctRcaWIFoyS1aJyFTm9hTbxhKuv/FT69KUOFR3UjIC0QMlxAU1SMAe
Zi6v6kZqP6GdxNEy78bJ2IC4Ic3Uz5wKFVrb18Qe2gSMhaLOhRfXmYnjNSlKc50Vqv4SSKORS4cM
6m4zcRAnSlKbSLn1YTV8s2VqiIsA+0JGbK8FKxIJCDntRKeP+YrIYe2uAFfcLXORu/3eLnDqeRVo
7Xjv+KM64jzNgp99zjFlpac6EcCZZjXkiUuzuY/YDLegJpWeEy/i32pNAbi8rbNcHS9sUrGhi/bh
EFJ7nRoXDkuH4OoSDTz5oYStm+MiSZ1QXXZKl/oXYUGMkxcQDFfvZdkGwgsiCZ8iJhD6cYosACxI
3yRqf0JGhrUEE3vPwh8+Fu7g37B26zER0JYl7+GHZiw3TqlO254181eliuabCXFwwCzjym8zai09
G9W+xQJdl9awZA/uK0u1jdMXVfe1+7CjUY2/VTTAigK9U3DTMmO9fvBz63uXd5F6DYVTqx9T8sVv
1EpprmChUDzqFaK4z1iHsitw/W2yU9LCzbcmScqTRy2ovC1AyIDWTRXnVzf6GI7HBjbLxpWtHp0X
oaZ+U0LVDDbFKBNlgyYoeDFIby1Qcdduv0vd0sQUlknSGGHLCmetQVeSQCh7V9uLXsVvHKq1tVBa
oT9JlQO7Mwe5KyUv++BEewIsnDNtHNPpvGjJY1vWZh4rK6cPjNyzSBTu4LONgDYWfV4bB7JIQ20Z
l3XaLdQY0ukqdXBV/vBp55cXdZrbpLa3YYe92y2JWfXtdITLp8jpOpkoqX2v1Fr97iCIju8RO8Xa
WVKT3b3FIceSXwamQfBmiybZ09pYiTesJZ2+Tp0aJ9hi9CdLW6LIHU2vNoY0eAL+Ev8oulJ/tJLc
8ddCg4eHVTjBVa9GfAMqGE6QHKnHGEF54ysEhd4lsVG5jwRYRsEGf1PL2p1zFFmkuaHfGPqkCk+X
vpBnmu8a5YJTUVp5MJJ9ubTxgMEwceLWh1+Uy+wqyLoiebSIW9Y3Mc6o6dwOEIzdgwChxtsXBV/J
OOySdAmTynaYiLJqPDcE1oM/laz3TTUyy7/NBD7Lkw3YJKEEQ78TEw9v5TqRWq8Q5MT+wnXzMd5m
6TDlvyq6/Wjy8aM896Ftv5Su5VQ/hxg0E/9bpAQrACGxtigmAr+XcZFa5gPLBkkySPsT1b1mtarB
2KVGMOwL3lHDi8aGwECMsw0YbB0/lf+ol1YZ3SoOQBgmu2ONywgDZLWZ+/zdTayJIrxNC5IWdgCC
C6Z06uA/WDngaNM7OLQ5IIM6dFpmyYTd6aLCMx7v66Jyky20TBdJ3eSI0V9EnGeqR5BLskH230wp
/K8Yr3D3vXHp6j+bTVAHN7iW0vqnATWdVwg+jHlZpoHzInK/42Ovug2Rtcg2okUmMabtRqtTopVP
AKLY+FYTk2KIkZE77GX5EJUP7IxKpnGhZB1gTCvRxJ2IR1W7qqB3qo9Wizv7duBOt5uxK/uEnPKp
1Na0F3FVywCvDsirNnnsLR29P9bCTAHIk8ryB93WBqF6PIp2Z0Z6qe5UxZl6L89apLnaaBt7syaL
9akIJ2pyuoa0GqiMM51JdeodWBKS4vmguVk5u29hCrJIqN22Ii/HWGpOpBVX9Vj1LEFFzzP3atHw
Yi5Ctc2U72kaK/1GCwFkrRXsFea50MEBrzlXJtpFrEWQModmwKJfdqrU18hQMD2mwaQPhwD8o/7Q
WZj1yqrN7XMCta3mZ+GqXX8pgjGn2mLHQqtvQx39yCKtexS/DeHS2sHOpASB0wj3WWlUtX6w/R4j
v7AKV0/IiiUYeMXniYqooshcKF7sWwDlFk0fOupzEYCReipzHCfcoXS8f91M/3/2y3/Op4J/r77d
1clz/R+3z0me/p//nb1V4M5/7y8BLueqP+Ab0rekK2YCOf2XqQld6B+vAj0qbXQK+Hf/rb8lVHZu
+SDqNAWQ4FlJ8i/5rTbDYSwUQLT76WuQO/tbrib9/SmI3hnNJfITjLmsTkns6BSkk3RdJXYaHXJ6
4QBAcCVMfuLu0J0o+IfKAh4MyaFq51QrM++aVY/h85ANmXwiAvXlzd37RGl6JIJ3Xn8NgStEAmHz
ogp39GvsNBiY4Z08xE1hP/ki1wQ1syG5M/LEfwFzWPfLTqYX5gzoXeDWCq7V0sJnXhWAdRdZoxmb
IjC0O0kOOFQGEcHSHQcZ5l5Gve3n1z/3tQP35rD++nM5PFOSIjXNJJ3h/RHSiDkdxvoYHRK1cVX2
lH1xVxFhWXvggJWDM4YFbNmxcHdZlHY38IHzwDMC64cZd/qlOmj6fVc4w505GJNJTSapXkho9TfK
YPnXo+7Gv3S/i36aIpzuxzoubtnr36hADx++vpCjEtTf10EDSUfIhl5lrn+8KYxqYcO+Layig0W5
a+cEQno2qub116PM/5eju8V0nUO16J7yz/wr3oyCgc+JymaIDmmlxEtQNL1X4JaCrUBy79dDHVVR
5gtC4YP2lTkNdfpYlAo40C0cgAoHJWp/If2KYKjpF7WiNYvKNe+/Huyz65orNfQXVTpwzlHJxiFv
0HAqHGud04gzYH4jVqw8PwyGlZ5Iu/jkQYFpog/AHnjWfh29HzRXonSaKnkg5S1a98LoVxN0kOXX
F/TpKHRpsGHMcqzjxvOYmmo0kK5ySAKQhPwXbPQcIkl+dxT24DbDzCUfcOtzOfbNdKBxA8wStsqB
RQm7V1u2a9+Rp+Kbj+tbTIVZIEDsDf8b6nf2vAC+GaYZRBRlYcxUmGDWZXoabhXZ1LNta2Gjn19N
pa4vbKI4VtMAywAM8XCifHjUvXz9CSj1Qc8i8QVqe/QTpIlYxiLn+YAN6ldbyGpj6F2zCUOgjRR9
MZF2FRzN3D71xn18kCaNQ9i7LO84fj702ROMgInuyEOVtcGyDZMWfkZZnHiQH182k2QHuh0CyK/4
0EF0Gpwduh7Jg1q6YLo681kfs0cF9m0ZDCdegM9uJZ9KVE2IzdEezf/+zdPsJM7NWhQS82Wiraqu
MVdTpiqLEjvg0hjc8nwSouO0a+UnXopPvk0mTWhWFLoQ+IqP52sXtk7WAyo/OMP3uO4uxGis+ggv
qVR3barcSY6keuB7AyAWtrjsym9DxJgVG8wBcEcbYx1v//zdd2gWIKNNmsu47DKOlh6rK0Mdn2d4
cME3PbiKdG8k598TjZHjfhYTGP8QX2QqpfOjVud59uau+0ajO3kbyvmLhkvV4GzR91az5RgMmywM
7a09KPKbxaZ2RSnO3XLGr9eFAJTw9fV+fPxoHGalCtONl/pYndxroqInKeUhDLV4WxQGBmNOVKsk
VfEeq5lYm9EU3ej2v8LM/18FR6+3wDFZTGYdgkMT8f0tSA0Ov8XAxIMePq7yMRJ4ePNuRWvevMoi
eaoZdVSdnsfDbcDXC+UBK9jxeLoGwccMuNKoa6K7yeih99YD2JRF2gOtWeBnyYDOjmW6U6DXhJkf
TCdu9mePnV2o7vCx5sXma/D+mgtwraNoUuAOheYCpa7dlcWeZVG0tc6aFWc7nOzNrRyozoNBsTyn
A/1nGmFxwjZszCvk+60Dxv+5acWBaDYEHbXm2gKxQDemzSGKGj4WYV5QCsmlnrerttN0JK9KihsE
phyQI8jEdFAckn+rPi+8XGCr9MpU6Q7CTzKgJH6KZixr5dzUCyy92KJCsjpCqo3IXYBddc4rEvm+
5VkYLoMxAAucDlnzZHdiuEll61B8NP8vZ+exI7fRruErIsBc5JYdZ0YjsZXlDaFIsphzuPrzcP6N
mt0YQgeG4YVsV1exwhfeUOdvKnri78Wo1e8ziI6IFnfNhDpKWNZ/yo6a8z9fs4sVISeRvzjya6uj
2G1DHK+Txi8UhBWblICzQV91F8GORyIsNj68ftZuwxoCALDYYuG9ELat1twQvWPLamx8o67KsxUh
71xNIvVkoW551t6+UwzF9bV0fkBLr68xrSurqVW1xo95kB+VBFkbIVV7I/68O8pCXaRcBu1l/RpW
6Co4Y6QwITooBzmWlNyRy3t91e4OsrT8yfeMJd+7PjNR1Ud2bxSt3016cUznUMfuYo73/zwKLWrQ
3kBPNG6l1SjoIpXglNvWN/EOO2h98CPBuHZjw92ZCqLTGpLz/8N7r95aB3wOIMC481O9aw7t2P/u
J3Cur89k1XRnQ4NPhVeIudFy0a273y1vvNuKqfOlW6cPoTXVsOLV9AF5/fAwz0a2mwf6Y68Pem9m
S3KNEyLfyF1y8r/fM5tKoyEmg0HVtkB+v++otKZyY2p3DpDFXSVIdgiMbnZ1lmvAWca69pMYTTW3
kgpiSrbqjbTENvbDCwttdUFChXtxaqXDf4M4MbLGgWY91r7EUGQH9FAg+DBqx7ITwXOgty5KnNG4
UzC9Qd0N54EhrIwPaVXIg92L8ZM+tMZGZ/nO9G3CJbJjWDGUFlbbB20juy0RcydUg2iLEDpF9DJF
gSNvNi2r7oxFLuHwNvNYwX9avVRtiUq8Wlutn2BW8lmholt7mPPkmCjUqLUVFOUQk8sHhL9UrfIs
HBMAQoTSouHWw+vb233TNsfJyb/EtPm46VxkBw//vOt4yQ3ww4uhLiI317tusbMGIl10fiYQl3IT
p3zAR7jbWPZ7W+FqmFVRQohSz6gidL6GosDRmozwnRkpCKVZSL8Hit4+hKjJ+6XlKu+EihaWGQ7K
STaJskNcZtyJGVnq12euL/fRanu65mLSx3FYjvzy538FkHk7RcGkWYNfIonzRqKV7hl1Kbr9EPTD
Txv1VkQc5xz1AKVSHPvomnntUwgq1V3Tt3QOJyvMYDg7URnuIhTPEWwJp1r3BiyexK6lQeGiHtE1
x8hS0Dmx8lSDmdArpW/TBNuCnRhLtLeeD6EgWFsSuuXhup6Pk88jvV638+PKaA60VeWxnwxtl9Pt
9USGU0Nmy99SUIMKmqZ/DFoEYE8tam6om9r1YcrT8Dh3otnXpUNTZ9KpHqWp/rHI9P7XgAcDZr+5
tYsaZhpb1h9atqbvIFt3BNurv8mDMUfkbHBPSPo4+yFqmgcFXtphBJyx79162HjWbg8Y9yVCAlAg
QPtCOr+ecKmKjixaHXw8tpRd1Lr1F9sG0JaohtwAKt1ezi70gcXRk8YfddNVjaMaO4wKZzH4Sj0Z
p6hJf1dJr51f35F3BxGUiF7+BqV3PR/FgJgQ5S24aGT694USoXwIxGjjBViunettQsFLEAjAqAQl
vXZQntqkmAkURr+Xze+4dR4hzRzVtlK9vq2MjUft3idCZ5xh4HwAZ1mtG0ZWVpIVwejrU53iaNUv
JAyVIihNqo3z/HKfrifGc7MwcRgNUOr18rnxhHCTlUx+HVp4TIVO/FDFiX7Uq1Tf97lSPbpT0nzX
YnvpTCe9/eQMDppZ8GUblwwG+x28CWrDpf4B/uIEDm34IxEdqTcW5c53hrQhcC9f2Gvgx69/6NAI
NhivsG9MQwnj2Y12dh1ugbbuZEqUBkiRMcleCjzr0maV6Qo2p6wHD5z60cVXId1piYmi3mDXqPbV
Qq3PEsvXzjObRvsedkkYHscgbD4EXThpG+HAnX1HVQ6QKwWnhZK6+jxWGBq4vZSzP8yx9n1WAOBw
pqWfi7rZpyNyS6+fpjtFNogcfw24yhViQAtVVjFgi6DHuwm2KKKh4HfT1A4fp5ha/dCVwddcnVQc
zVLj2I8oG77+I+7s/4WLtuAAuTwoR11/6igUdoPnw+xXQq9OoH1Qnh6UFnvF0NyY792h2E9ULUH6
cjNeDwVjOUYMFVOkF+by4GLEYnQv4uFNszHUCxt1ddSI6HC2XfoiSzXgeqw0dmgDDYiYO6NjnHrK
z3szNMOnJEEhCJdCkxIE9teYU3QHZNLqfW/U8U5aSvkxqDW5cZ5uyxJ8aJBzyPPRL6J0e/1rcGR3
chRUZ3/icgD+0lufiqyTu9hB7y5JnMbTg3Y6MKOfdY1s/r9/YlMDJg4YkzdoHeaBWrBaGamzr8/p
1za0xR41os+oz25x7e90dig3/DXSatUnWVS5Piian9lT+hyoEillTW9KuXe1tn034wUrPVh04Bsw
G9L8PkQx6tABBTjNrTO6CKgG9cewTSE6TIDue6w9kRmnfI9gk5Lr9U8n7tXuLNJKU99wQnXbQ+BF
vlnsVd1dhWdNtXE+bi/tRVURaQQSRvISuEnX384S0ZhrlmL4QCyqYxCXysmNmsyPzFBT9oADJ3fv
qph4eMaoFxcEPdUvE3rLdPErJ0iOZmfNJxG74k+Afr3KQzYoHxKUqT6//pXXdzYY6EUQALw3LE+E
Z5bT91ewGMdgIWZZNH6gKRYxqTGfBpj1GwfrdhQArxp2KfB/bRR6VlfWAPzMaNu6o7wh34NAcMB2
TKm2JUWxvoqpnpFiLmQUzstC1r+eTAYXxanqevD1LBNvQhJaNJQT95MS4wAG0rf7sLF4Ov/Dv+8L
QxMETfRPCbXpd6w1gcpUa8HdpaqP0pvAujMF3FJpIoRBmPVotqdS0AEoCLP7Hf8PvfXC1MDtAWpa
+KsxEgA6dRMiO4mVZ/xF4HCh7U2JOzOexhheeiCt0LHOCJ6ynWgj+52GrjVRRmXH/zX814WXG0BN
sAPomh91rYXPTVeKp2gAl0CVEJidZ8+9youUB9TXYq3G36IsasvE/yduaYPqGGGSHli9n3VljR7t
YIKrAk7mYsdlRWjZR8izPscKktSo8qGT+PoSvkCer5eQhvgiEEBrFxrg+pLrOk1N8rzpfCw7I0qb
sT6f3cFR35rVTyUylE9WMk/fZhPtfyePK0+1u7TY07WQBY4O0n1Ui7n8hTYh/3Eyd0qGyHOMECMg
QOXL1Aut8aZBqI9RPTXlG00Y80OMwp0K0d1sf0SRgySzAHB95vPyZbLBjXy1tuuPUerQZAgBf+66
uU6AkXZtaTx30sCaLmgRosy6FrV2A+gHlcgpwWChdSEHHjqjNz93XVhASGkkLoKJFTpe6aZ5dbCR
s3vG7wJMWlRMzecS93TU1muqJDuq8FC8m7zrXgyDrQt9wNI9WPj54qzRAs3Vg2A+zEOLR2vsosO7
M1sE/p+UQab6o96b7Sc9yaFs913TOfhQVDJ6cmxQiEo49xf0dGYwoqH6HzusyzAQ6ABZ5WmgqrtJ
VKiGk+0NDp4TSdGdLH0gXy2rsHjI9b74GCcJFm0j6Klkl7llMh6yMLdQjTTLU5ZnU3TuYloBXp0H
9WfdJIXxuiKaLC+bja+BrY140apW7Zxe30Drq4Voc2FqUf0jXUKMYXWBNVMGIbzUO19FtuqAr1d9
KOlNHv95FCpmtGcXHTY6M8uv+OuaLKEh6kWeE4ObDkaLBsDCNLG2Er+b0I7JMAzyPQuhlQ7Yct/8
NUyAqkQXQDXz06Ypz6rdzsiEVzgIGPNwwij7u1Voo9dMBpzajky7cZMtpZ0lGVudR6gJqHJxf8IV
X6u3RHoZTDCAOvqnmrbPwXHUfRN5VIjzHS4u2RmjjKNwp9+vL/BNx2+ZOjcBuQNR9CJzcD31ou2F
oTgVfYOmC2FkjAogVJaBUr/iun/ytuz/uEQhyU6K2X5bwrdCVH52fVtRzN2QpVjTDAiAdgSHh0mb
6tYD+hn3Xtvq6UaL5O4a0Zfi3iIHBGZx/VubvFdnCevGH3uEPEOUBU6ZNrg7RO7FDp36cj+WLq53
jfhH8h4V1OWmpMHMq01r8EVD4a8NoiJv7HR4NPrdsLD/VUlqRwn3HwNPRqGWiMgYNAWhEw5fzy/X
ilZUqjL4g6PEZ7VfbBWdeO7BBxFUfWvzDGZsPlXRHzRk4gqHOJSFN37D8r1X+5CDRvMRYBIGs+si
iEQIp04nhXR+cOazhkveKZz0+AKM9sEF0vkxa4X+cWMTGncGJdyl0E/HApLpqpyn2vSW+lCb/Fh1
z6j3ekRxb0kfP+LOTNtH3fEAfu9TE7JK65dc7amm71JD7jd+x51LbRHvRaeJkslS073+AG1Vt1y8
ITkP8MYHJ9LNJ1d1zccM+JiHt6SxG/Uo8PQS93CSgxoRn0nQMcJfY+iC5pCh6gmk0zQOGz9siaBW
X4VMl423XFAkoasFSrGB0WCmkCD16DOLIvrjKJRcKjCx50bnaqysFgnoPky+p9J2jnMRWLs2J4B9
/Yfc2R2cAlSFlg/Fdb5aILcIqkJZku5w6HRPHfPu3diDuVctZCABfI/7UpnKh9cHfQE8rGa/hJUE
zNT/lyNy/VlsyOelUU6kRCCDQOL2wdEuk+Y0zErwAFQMN0Iz/FBpaXeAxYQlhkxZDLoFWCy1zoUs
S5ywawXlGiXVG1NCFcBHt30CZKQc624WD30CRnVy4+EBUX/dG3sn3eu9Zj72qvkZEkV04FYmc+DL
ezzKyhM+bgPY42FAIyjPqHXWhsdxosWCXxwNRSwNYLY8Q6HK37y+Gutgm0tiUUCimcSKoAq4ynAa
jDVkn2qzD363ASmNDoFb1tk+ylz4bfpkblQRl4d8vfiIZaO4pPFQvCA4/34bK3jmIWh1th5sLD+x
Rb1Pk6jFq60uTq9P7c7xIxql5KxCLV5Usq6/s4JHPEppieonSK+chzkyT72rbOWI90ahqE1zeSGb
w2C5HgWhbE0WVq/6jUVEqy/Y7V7lHL0+l5uaxvKdUM17gcTSbH0pp/31ZOQz3LMRjWo/SHlkQcws
QZ9BUH3p7TxBD37sv1huFLWPATN9X4Qj/LwqtUS1uO+qFZS9WtnqRN6bO/VgejP0aGjPrE5SGeix
gQG06mMrA5gkqXGP4q7dSDvvBBVL55E4huochNJ1maqwHGnEItf9xJpx6u7dcEJgPIvRiHfT5DM+
hdEXKrhTtw/CsPJlb3SkaEksCMDnJv6PFqIZn9E3yH/YTtS8NcZUNJ6wB83dIYEZbmku3S4Lv9dd
RG8WsWB6V9dbQvYuRbXJosShTjyrOEXttYWf+vqWuD25FP1f1BRJ+U2CvOtRSPSd2e4K3Rc2l0dn
RBHJltG+mZs0OsthHv5RcJPNx4AUhpeXHDzJ+jzx1IWoVc+6bwdYGDgx8kyAmbTDQGqJ6Fzq7l+f
4FpK6mbA1faiRKDlVWdgroRXZihiiGTG/Bib4o0skcLXhsI59woWmNIdgmPWxOaJgk2yR86kek89
BCuUfJgei6bCDd2Rh4p2xUNuz8px/Ecpp//9VOS1wO1RsxDrkD83LQnKhZ/aKF2853nF7wTgJIps
EEheX5a73/2voVbXGhLAzjzSJfBdM2thXtpUmFJT8+xhwh8ow2zt9fHu7WZON9x08AYq5fHrfRaa
kyQ5y3TfiM3wIYxRFYinYtgY5TYUeDnZfAEBpgVd0+tRApSDxyHR2VxWZe9wKBR+bsOQwZGrOI5U
AA6gydwvr0/tNgNAG4TTgyw7UapwVoPmqtbjKZQYfjsb9m5o0z9qaTkf6XHbbxq1JDF3+/k7Jotb
uoD3vqEQSIZAi1radqtX17D1iRMmDX+0yvjMrT3t6T/Pb80spc09YYb3+kTvjedwIXF2l2L0uj7Y
lZaFL+No+EqbUn61lPhZuDXGGpE57Qsqwhup1bJw1688PTqUlci0HZSA10Aoat7xNHbZ7JPkEMTJ
ST85nfFbolS4MdKd3QmuEaQyeuSMty4WBnE/DrFVz740KvWUR+IZHOwWmO7OdAADo7GJ8vgCR159
rtwYTUdxCJK6Lq3OxGTRftbp0ARFHW7M586XohcD5pq0gdbkC6zvr3fedTOtVkpl5ks5+rt2LIzn
JLGzY9pN2uKMm26cu7vjAQ8lAyaAETdTi4Jioqar+lLO5lGQsH2p0u4/JL2Tt3MyRhvtiDu1EZcg
hi2ILDr7fv1qTUWjQeO1Vd/G6u8E77u+GDjR76oAizZOa3QMcRj3ytTpj1Zb548NhOONDODO5+Q3
CPSOlrgFQtH1XZNrbTdlPOE+gtvlEVkCnDhtaZwMqqwby3tnexK5oVBNUuCQgq+esLgMW3jNhG0I
wAZP0xhK6nm1unGP3fQpeJqXJh65IE4TtLKXi+6vXVNUhZP1S8QxCaf8aSgdD7Kh6AeY7/pjo6bR
k9qGw6MuZnNnmG28w6heORolhqiFXWQPqRH/VkpDOw9TmR/zBNjL6xfQvbecesfCwloACjdhslNL
B9mbTPUnfIfOoRgi7PZkf46b+NsIkesEHCx+TNPsix7m+RsxldapHKkD53jWf1EmkONt7YCj6MGJ
o3yQHBaDRpjGCaWljYDz3v7gqy2CoJSxaJ1dr6aTV8lEnV/1RQu5VMH/730vzCU9D7ZoRHdeoKVT
Sa1uEaK7oUPpsxnYqRVqftryVSx6D88jDjhvW+S4gQW72sLdUnkh9PbX61/k3iR5EdA8RYsUzLRx
Pckh1ptI9rMGyWMxLY3n/xprsM6p1PrD6yPdtPqX3ckzu/QH0NFBsed6KCdo54Svr/s4EL0t6ASc
tDBrf/A05B9SI7U9akSNZ9GH+U9DsuOT1aTTGf2SjbvnTojBPUeqq+racrmuZjxGcVzMda/7oV4P
SNKYb/PBsfcdlRIo9jSzglD78PrUX67P1UNIb50nA1ErlLrU5Tf9dTBL0SvJiOOnX2pxvXAuIow1
R2hWyDvYaeJxuz1msQ3nzSmSHnGruLbEsUDoEWtje0r8vLL+0F+E5a3TVDm4k+p+sV3F/qEQaCpH
jAcLDGjjEjRUJ5L8j5ToGcJ7bkq8ifsGwYgafzB5cASMX7SzXP2r1mXT28lC9nCeWsV+Nq0mehQV
RQqPbV7h/J5lT0Ey2LRkZ1m1NCmsstljImnOu1IZ+ifoST3tKkR94KOhdZHtJy2cS8/SlGpCZkKz
3xkBrbNnTUwaQAYSJTyqCwUTRtvqmnGXYtSqnFu2yskSdv6kKnn+E8KYbXsN4da7RrdBqkGlLE4z
NcNiV7VO8cVQBlXf58HszLsuKvsv5Qw513YN+Suwaoww2y60lmpf7Zbwh0taMkjwyJPArmkLWn5v
U4MY0vhRVE4gla6u3JlGlKvLxvCB57wTc6m9aWIxf5rzsfuDnsrw2EJi3At6ft9yNVBGAPFl8xYz
7y23gDtPDIkQMDOe78WWZnW6BjNRFD0YDEqsefhAHxEmonDC0+s7+c4oyxFGunLh0SK3dL2Rc9Ho
gVQCw0+r2DkGuo0zqGV//8dBUIoCvYz5nesCAVunGqOtFyPOp7Yft0N1qBAo2iMKuvUm39x8jCJw
LlmodDrMlFV/udNQ+lERiPBHaafIdoT62yXJOVfC3Lr6bq53mlmc/IWZTNhNBHm9aqgLmEYbL0bn
QhoeovDvE3VqvTTJlcc21du96mLC5pibmlh3BibEgtePzDRP1RptZsl5xszPUHyblvRF1CX+nlXW
HeI5++Wo2BvLZG738dBt7cb/lQGurjzw7wvQBe6gvgASVldeBfp0Vow4uTiNIEmlqhMdm2JOn7tG
iec9TTCc4Qqt7tEB0uXZaqzyUMaoESQZhFMzVClc2GjVvTNb1/2ZFVJ8jueueterSWIi/tEUxUcK
KzGuf8mUB0ctHOzmSPhTHCoEHwOSx6hqDrWh4zPR4B78WKGFhol1Cexmz/Uq3iWaaDvP7eyi2iHB
IVBRRBPjXM8lRtmhPo++a7lhvEflIL7Yittf0owDuENuIPc1NKje1tgmfpeFhvUwuidoW6cZqP9E
sZMvMpq03oOVMfy267mbPbtt9N+aCPBonIYK++TBfYoK02yeuUWldmq0avrSWiic7FzADuGxaSwL
11bZjL/wjjV+ZXWo/sEFTiErlY2OIhWIUvfQIlV1UiIr0h8mK06sPYzT5neSoerCzcT1HwYwevA5
lPNZSZLhzSRd8wPu7wqTjFP7XOFiGEaePYn50OEffBAZIAUUMqwJUZHW6H71EbQdxJT78BAi9dAf
8UzL0f/AYe6sKake7vGUoZjiVPTtBQ6cx6DQ86MaKv91Rpp8yUwwHHybwlVeZiUfqe6ZPoVC+QWP
kybCgDOy5A4TSdS/zaaqDi7xlu90szyabhk+VMjAf0vrzgAAWnbG28iC9+JFpLEBnot5E24E7DdB
wrJ7qULQNeIbUxdYndiGkimhQXxRGwwpRldVDlrcFAhplO2hwfl7X9rOuBFw3lZ36YAIuIjcsCZ3
35ooqSpoW9mdk1wUSSPOGqryM+zBaVcpSnnWp0GenCpPT/ieWvihz/rZoKM7z8jViMaO/zUFhRNN
ykIhhjYubPDl/vwrZpE2n9dNguzC74gQfMaTW44DUlI9jNgQUaCNp+U2JySWxlWAL0+fknL9as27
NHWRd2uKiyaTzkNTez7JBM55UmTNu7l3pic1sVVWP9NOcZZO77Up0b/969NDvcIktec78KS7q1dU
xULbcXKpXxAeK56cKe2fbB335n8eZdG1IFpYSNx0J66XNoz6ukL3zaQzqVuEPotYFjiNjT18+8Ah
3s27RrEWhV0k7q5H4ebSBdA007fMOnwWZqB5KZpa+wAhgdfnc/vM4PC7UHsBTb18veuRcOPqZ7VO
TH9uIIREtD2mfJKnHAmOw9AXgpJrh3FnYLv/yA9fdDyILyj90D2ErL2uyGComw1xY/qIr9U7WxHN
d6zjzKM7uNNjYg/DPp+CApWzWdnarctOuH7fqHQvyHaq4ZC017ZnjT5ZTlZleJNn0+cJVcKPyMZK
MKRW9Kgl0aktqumByyXa28iWvR01+eDa6alVoh+vL/7LrXD9S3hkqdvQXYdzSoXhevUdZGm02ijl
JZqEss/jKDyGSaZ/ndNIOam5Eu7L1tHOpVZjr+wE5UNiVAKomqF84M1xDkEijbPtJM451jpxmDoI
wlpQdhfR5PFja0zTAaKTr4ZN4gJ2M5pH0TjN2QYa8ahnQttL/NhQEDG6jRvo3raiPkNuyg0sbpqS
dmnbqdtZlt8EfffOmikJeGVf62c1Vb6xreDTQo7BATZJ5k+vL+oSkV2vKTVZCFHwKqlQARW6XlOe
fVkir2j5ECpmBK3i7E0sxvAhm9LhXVE7T7JMIU9LHgdUsTYO7p2bkNFh/NBOBDgACPJ6dCPKMT0e
CYD7uEDtJI/Lcx9Ozbt8EM5/okhMLzIbzIv5WdUF4FF6GAur3rAauCkJcrb+/hGr+98NRNfPeWTT
5+nV3eiabKuBGoHVop2BakB8eH3J7+xjnDZRz15kVIgn13CYEUbE0KHx4tdqpgCdk2ny1UBZ87vF
W/feKsHe7lrVScNdW7bGV0IirdnTWEG4LMbFuN2xG9CeCoWSp0ckCVEztAHefiUmAvYXp5PdehVQ
3NKTcZOcicAtcCAkdXA+2lj52shaVyC/Jd051bQB10Zguj8R9tZ/vz7TG6IZ3Q1SRuBYYGLgqlur
3VUVI9Fk7dj+NNLhLxpFeXCb2n0rs6A7UrNUPZWeVmTYAZjO/h2Kgugi8GPLNqqPDYrIW73V22/N
DyI/WarNKvIAqw2HCczQD0Vl+2D+6kueu7+5vYaziDLnaUCm3Xt9AW6yyGX+bO4XOzadLOx6f8fA
HavYGm1f02LjjVXgXx0hkfbw+igr/2Qw/wxDkrcIiNCbhoZ/PYy1YM25mYVvVor1A2A/9Ykpumix
7r7Ti5Sjq7TKV6RXm4898sHPxiifWukqv2C+kRjoWWgdQj1wkr2qZ4HvBm64V1MjwWRe66cNBMZy
nK5vnOXHwhenvca9s479RKrGZedMtj+IcAbXGeqHBtwlbMdmS+L89l6lr0DJb7FNpDO9PmiJXQ52
XBrCT4ZiPoWoRJ+UuR72ujKmZ0EhZ28Vg7uve0fdOON3RrYIqpfIEp73TdkfOcJ2liIKLwjhjWfq
TuMxDDMbOz6l208RbIwa06Ud+o5b+Iw7dyr1cEJZkyPH5rNXMVdjB0kkRju6DE100dXMOmR9VT2S
wZbY0OimN87D7CXEtRejl98M1Co2Jn97yJZfgF4egQrFx7VAdWG2lq4WVnQBaENmiBjBjgZZ56HJ
mR07MNAbz+fd8cglXhxOLJo719s/UTMRTqkTXWRXNSfDabIzyoLmrq8dJJb44Bvzu82ZFvAQbDGb
p9oCR389XgQYOp1q6gyqkIhHZAqiLvKhHN3cm9IQaZlIbnJ87oxpUceFvrQAb6BYXo/ZAdem1a7F
Fz0Yxw/4uiMijfFPuujJKlG3C/K0/AgpFLxyoreC16EvUt2LwDhCcgpD9G1NvR8GD5+S8dLOtvE7
i4ZQ3dtTk72TRp2nG3ffna9CqwlYMGcQGM/6UrLdwIoLJNcvGZugrSk99XFsknibsWeX+n+v34HL
ml/fKqQYIA+5C5Ei4Y6/Xp/aQmexdUJ5sVJ38gBbyb1uNeoOb9bp9P8ZCtAvEnRLxrz6FClF9Uyb
nfgCbM3xOllI3IbxYAqTptnY2bfvB7Ni9VxaadyW66IrQqJKWONKfTHmCrFU1VD2rWn+qxTakv3/
PcqqaoeyeT1bklEioxa7Tk1BCbrue0dFbRNazbx/ff3ubgx6A0vUZ9MkXK2fOg69cHpVXsRkmR+q
rpx3/TSJnYgU97EbNu1l7x0dGLZ4iKK/Rj9u9QhHteqYWFfJiw7m7wintN0XpR2dBp1QyhqnYD/F
lf3/mOTSXgYUzyQpLFzvRzFlYQfvQV4W0sw5rZQIvWHTPkRR/LMw5FYkfRvGg7DmM1LGQQOHjXA9
XBRaSoQ8cnKRmpJ7wsif2lH5kFXmH703LshbvzEz6+1Y5f+qAMLeoctDZq9D/gaTsEpMI4oklpZy
FwYdl3scCuNQZlO/sZp3IhweskXlkrSbZ1VfbdE2D5ogUilToWkCnwNCVfslh0ejekNCQubNqWI9
qEQzexrQFD87aJ2hF/ToDMUYFSBRN5jq726EyjbPQ7ETwdxYqCzL+dj27tx5KD8kW2WuOxt9MaMi
2iR9Bni8upPGJLDmQKEyLIZsafG31Sm2k/iUzNJGSh85+9cP1p07kKhqIeDT4MTHYwlK/ipkQRdM
JyeQVNXq/ltMOfwB8drf0GK2ZJ/uXEuAzYG8LDAihlwm/tdA1Ri4WdmL7BKGMZTpQpq7Vhf/aBvO
TU4HgT4xRbmlqGOtnlk7mzSzQND3guQPXTZVsfcD1DU8K13ExdFx2tfY4h1eX8Nb8OUyKqkHIfUi
VLdexGxE5FfpwvwyaLWzA1O5hCxj6Cn9qJ4cAAanOiqGCz73YO0LFNtk6lrfS33O96TQlmcGukRW
Xmq72OisS9051Vtz3iwi3vnWGKdQjKIgwyu0hqIOnZOFoT3lF5l2yRNaz9TY1WGEOej8oxv98h34
1BQJaVZRrFxjOtoWSScBNf+io/W0q3Ml8VR0vI+vL/wNn3YZhko0/8DmeQkcrjeVKgYN7aWkuEBo
MgGMG9ZjUFvZ17nqX041rRR6rm9mGfYnCjvFscSY4BlVUmoGllUdy7mF4qOUv+uyiI+Ap/JDHaTj
sZ+T+MHu0286MvmoO5bzzxCa3S5V4KC9Poc75wJMA8/1IllENLIKvZVhUYbsnYJAVNW4hRt8l9to
i2PygiZbxTqLWA4Z38LjAQ12vVIhFEBAfm55yVszYTvKPj6VWYnkm9JlRrrvjDL+ESVwhfeV3hqf
5yksBW5FZvCd1oR26Ud9/BToYfkhx4XgR5BPTXN0RS0vhaUHP6HU6Tk1xgVxXaPsX3qJE2Qb5+ze
Ui1V8KX8/CKXeD2H2a2MKi6S8mKYxSKE0AaRNzeZ++31L3KnAgHjCa1XEB+wJInbr8cJXRsn+9aN
L0YQIK8wfC4G2ikJNtgdLix9czA77SCx2IK12uw6hN+bQX0uZnF+/YfceaCpUNMYpctCGVVd1uOv
K9NAa4APmsuLXZQQv4pyfJCWgV2QdJsTJoF/plwcu6CtPxljnm4gQe6sAoEqqbADNhGDrHUIpCWV
KqHk5Zfa6AUcUm38bOAi5cEpsk/S0HR8OgxV7iy1iJ4H1EgPpd07J0ircmdHtXXITaPY0Om886Zz
fS28QfhSQILWBq3w5cIoMijsCWMMv9dNMsHpBcX1bRGOzzyl0gvHUycnRLvOjJ9kVRtn/IaANnSh
pgaHmH/rRyo0yr5jLKGXtNX4B7sUCKwyD1QafaqqbnU0XgK368MH+Jx6Ag1umg5It1x/SBlkYwq7
lByqMev3RhXZn9JwKcGFNCjQjUJwstiTf7jBTsCjfuCLlCdUqWNlN8SlM+wqHEqSY5V35o8CP/Pn
lskd9RxnXC8ZlR6Ajt1JyICY5ii7hrsQGqPd6UD3Jz3xe8WEnSNKpfmmxRl/Bk/QGdBs7YNDYo7y
nTPFk7MvjWooDxq86GTfunJ6tjpixD1VzhFuD+aN+6Bx83zXB6ViH40KeO5hcJo43HW1kZb7Wa1w
j4hAKz0oYRepj/h+NCcKC3rmEWTkF1urTfDC9Vz/cuAMl/w6xMvIAnetFG9RNZr9cgCkMVuz/bNA
JabyAvxkPnat3iU7XY2G72otzGQH+tOQuMQk+c8g6ItvbTrbw4GIOj+3DmoseKwElg6DNzSw8lX6
ACjROCrqYzwkdkcVsyjrncb9jmhvIMCdVFluXdrEqnQqpOH0Cx+DqNpNbkMHVSKjZHtJihKl1zWN
82cyS5qyG0f95m5bjtqCb6PiaVP8WcV9hmJaMRyZ+WJXCRAi7gNEI6uiVFMPO8gUBvIsCAC72c1P
ipsO6icJ0PXY6zkqgCBFtOSJnuCIu2JRG7/1cQw+Wn0bdPRcZLir58LmdKCG2O2I+PT/yn4O2h0s
uuEJ3r0K4ZVP8D7uSOoOOLfo32KnjTJvmmuY4qZR23s5aeOTPrYzrNyorhgaNy9vArj3Pc71+XOh
phycqq9KY49bReprKGzRbGqnJD3A4MWbqSjivDwkY5n9MNFb1feF7rT6fuDEEwO50wBFI3VI7URf
Gt/GOMeDKUEHA1sp4FgnS/ZT79WmSR9mTFu93gHHCo+imcBxFUbvWkenK3vNU6BotBDXJ2g2IsrV
Q15M2V7qElNZo0KLAc+S6FdQhkUMYDLEhyhLNTt6hNunkABII/qjzm34BYVP+UGLutF5qmobBUFs
MxLsy5RJ9ehuuIchm8GnDWnyf+ydx3Ld1pfuX+VfnsONHKq6ewDgJOZDipSoCYoUKWRsYCPjne4L
3Gm/2P1BcneJhy7xet5ylW0Vw0Hce61vfQGreMUol/Mc0XS1YYM0H/G1JZlD6+P4KWpiRPijPqCT
G50EdbgCvTxQlIbQnLzMxVXcEeNOoq6lDjt3hne2XaQQd79/xt7hiwwEV8IJq8fK7lFPKo0kjbIi
7bv2OGZuEVh17ZyZujy2aiz9wcKp1CrG53YyvA/A23V1e7P6ATUjLmNuzdiCSvmkd58zarBsmeWx
zgsjED2WyiLWsWGMzGbXDR+qzf7mPFfp+grjqkjaTrlLRNRok2tGfF4RnfcF47c+MlzIvuV5L6sd
z5bYtLrxj7taqlDOkUqTUSPTz5PLq9ux5i760B6TVRG9GsVvChtj/t/fxHc1PGMBZ6WiwlcCBjmt
4wh95vVUy+GoNc5x6pOnQjW9i9GU+gdPy9980Bp1C3YIZZrnZv36L8VH1GGLE+t9fxQYY4c0LWg0
GQls80Z+VMa/f0DAROFg8YgA8VPGv/2oUYO1QP04HSuMhwPWhGWDtNI9d+bCIQMXDvzvr+F7uBu8
99cPPGl6M0NAWuqn6biYk7bx0AwG3owU38h1zC/YDXcahNUHy2JbrhNS6QDOxQfF7N9cXwsPEBoy
+BQevkdvT9p04qyVrjcdPaP6Ljwrv6zmRaMKUN0PWvz3NExOl652rZl5ZoAX3n6ULbO8saQyHSdd
EzultIdzqRBdLM1xPock4QbEzmS3FSlz+5iDDiCn9aHSWB8dyd+d8w+TbQAn2pDTA5nmDIvcphvp
zomwnUYij+wuEWHuEVD1wT3+u89aKYUqL+V6+ifXFysY2DuFnI6tZezyIv46um762DSN70bRjryr
MDfi3Tw1B1gQ5xCrP3U8hn7tGMqlI2cVNbH9QT3/N4fEDYDsyCAREOS0r0h7I3WXfr3l9lTsMJAc
r7MRlqPUAZb++TqxmlnRF3uQtcCB395zrymG2QQDOUqrg52WZ+5dNjoYSBoYSP3+Ur+fTQMc2cwQ
CcZAmAbP5e1n2fCglCQ2teMIi5f+T3UqdWtSe5EW6Hlo/dKRrDPCJdcMvXJ1NrxXFU25SNsJn9yM
S6b7i2OJm4aNc/TnPiLvgno6W71UkTd0UWlsYAHazwtC0esiZfMN5DR+J1Ur/8au08/n5agsB/S/
bM3OBDftconG6h+DZZwoR7d2hz9sR9cb/MuaSFbmYMSzPR8tQxjIRerFT4C1bhkuNB+0X3/3rDCX
/Um1AsU8eWeVoR+UOVfmozcPc1itzn9JWaL4n5P5o1dlxVvfbtCcFoKqdfAIduac3D+84IS+2HyW
1ZFbKjrSeUzFxvecKNONoSSXKGSUMEdZv+d+XIw6+aK/f4TWTzg5AsKRWaF4hHCEOd1smHBaE8X3
fGwLaP94f6nUaDF+p8rC/+IY/1ioovKpM8uPNtS/2XzW3ZpJOKo/xGQnmw9TrsVK+mI5WvQ1vlky
A5T22NAdmXzwpP3z95JBK4pnBOpwf0+95hq7kIPjzOrRQ93jpHpzb5RGd5hGpOi/v6Z/s+wj3Vq1
TlRftJ/GSUHSl227rLm7xwU2xX3kMdPPPJdXh5TS0vMHjHwPQoGH4Fd2gZ2LtxD/GsZrJhy0U+fh
94fzvsFZWfFAwNxfcMFTuaPZxAMGos5wzEWVIy6WXuCN+j/mauBdvkqwwbpW6Ob0Ua50L20avQFD
NZN8Ow6Sc9bN7KB1brPJh077AJD4m7NyAUestR7DQPCULQAejwVHLM2jiqmPP1aAYFJ43fb31+79
M7qidnC9PLbxdWT9dt3p61YCmLf2sZJWdZYjhtn3sZHs6COm/Tyo6j9lN7EerDg2pPj1Tp16bJOo
WSyzOdtHJitaUFLXbnqVxPIhJgW4a+aPyJjvX3/EP9CbGNbgfsl/355fWcV4QmiJc9S8CcUoqnT0
MJ1yiBsAN22RbbBUrrNblOTl9xf2x/15u/CwHf8gKmI5S2zzyTZpJx02IpIrS1LW+N00KapjpSCT
rFfuucTtbc2kPExbF9a9WiDKqTM7ZMxrbjBJmK+0xCLENjOeWypEjP6S6ujiZ7yNOsf0U8eq9h8c
7/vnjd2HJooV64fM9mQHanOivqbecI5NoVQbG7lQ4PRt9hgJbNvUEfdILxrTkHZrvhBtVdMdx+lG
62olbB279hNU+EE+wtL5/YG9Py7YWrAaVuSCCc8pnSIauBxWPMW3kQ4ZnlpaJxfzQw64+36nQoLO
ioQJC59B5svbBwV+1mhlDLNvFZDJo9c0Cp341EOi0OpufBJTZB6dBvggWJiruNssxlYoSFNNE1j/
yTH3aWTEdcF2hxIrSd1nIql6/cwlNGlfZbG3S7LM6ikREWf7E2mjI8hX2yzhbHndcW4s0sXsikbb
V61MmmTFWeUDNuPLuW1XkijkJfFQQ0BE99fZ47JxkizfZ543lI8OiQ1YXfRNk/uFYxcbQBvx2evR
8g8k9t6yPZcvTpya3R5Hquq+kaaXbao61W+jxSEL0jPKJ7URCcGZSzSVoc3JvMI3UBefVWh51I2c
+K62m/GaMEYpz6aaCOXNqDXaAdpH9pLWWqaysxU50dmlKRss7Oz6vO1l9r2hJsXhXI+Xz43Q7eus
6cs8FEtuXJU6xoM7xyEDB0/waYj9fuhRqMmoTopdMVZDUCSFzXPVALTCm5q6jV7U1oUSRwlMrdoc
exiLNtmmv3/q3gHkoAoU+DwNkKYA0Iy3jwPGmn3jFF16m3XY0Xv2qIdG6XRfWlPB0sUYujPpKMZG
NIy7FvzkPqjR3i9bfPwP3I4JF4PNk9IhXUioMSOCgarc+FJOCeKVJLcDZ0xtQFinv2FwsvjjgL/p
7897/cVvVi2MVimSYJXTw+DEfHLedkpmTQ+J4JaxjrychDOEMrG1swxYbGtFWXxJ0a988Iq/u9gW
lTm7N28eDAU61rcXWyl4LXmd9NtSJvEn2+XqpqSObWJZqFsCiKNtTRiZX+W1eEGp23ywJ/0oV05O
Gm4ETrOQI/FLOEU+OqlrI0dg3i4kGy/+1LuWssl0a7ye3Fm70rIEsDcSam34thn3ULIH69FoTcyD
XdEMuOhL0Z4P9ETjdqgq80p6I05OVbmoY1hTHuE0SZACqCLJ3dsxi1sItVj1+Ljt9fEGRqaZhaYw
vUNOP0MxumC5H2paVWNPBiReBZmsZsCmtMGvMHY6tq3f3/Z3ZQCXnvWPfxEVhmfOSU9gd5kcJcXN
rQdMC1nLK0FH2mVby7HaEASShr//vHfP9wqg/YDRmK7C2ViP55d2J8Z8m6DIzLhtbZlfknEEFGtF
bnHfqOJTLlX9sRGj9UgYYvuBdOHddrJ+Mo6D65iabfl09iQNpW11ZTZuRzmZfmEoRQDx5qNN632F
zMdAO8Sll4sJ8H5yQUuvnEa9bozbdI7FWeoVZGZaZbYvc4CnrFtirP/07Erj5n615vyL25npAavq
jzze3jV763HQJNJBUwExn317oYva7LM07o1bFBXzJ3WsxN6rmfElnRI//P6e/t2V/fWjTkotCrrS
NFkub0sXbHKqlTKgLPqI7fh+raA9pwAHzMNAF2rJ2xNKHU3FbKm3b5PZ0La5mpYHmONEkcu52vd1
rZ3FukHUltovl3OuaR+sj+8BPkhNQN3QD+DMcz1P6oTUHNnr7ci8rc3J3WRuuUuTrPDNrjmHyPo4
VOpVuwwHYcrrwUk/+vT1Gr5dqWDvUK/TSls2U/WTazyMjqJ2VWLdLsu0XPa5Zhxx1U0uh7xbQmwo
xvO8qKur3FDLr7Io7iuRrka2MvuoWlz3gZMDobhd9WLcBjD/k32i9XpncWSp3KqS7sHXnJFBNv4s
3bXkazd2SUqs31RTbQQuLnffx7jfdyyyKErHdg6Wrk61sFm87Pn3D+G7F89c8UhEXmwmOtyz0/vT
5jEMbOhhR72f492kWhduPBt7xxSGIDqnnM+w8m1vrBzqTJOVCihEXj21sZF+9DqcvnoIpJDV0fqD
yVFanpLENEemiQ3YfKxqvUnCdlbqfKMnVO5e3uRVgNiEUYWFFcpy4dVKgpi/bPBwi02v++Lys1E4
4c8+w2DrNSNcDLdY51+jmW7kgjmTr5qtzbIJMxhn0WqpLiKnGB1filzZy8K0vjUw8S8YLIwSTWja
Prpso72PjqQefUzLh2ezX8zPnlqnF40gMN036JY8cslR/gWlXBGzLM6nB9eYOyi9WXlOgKCFv1ZW
6T4lW62Hkv5FwcWkXiaw3aLKQFeY9vraVKYfxVO981lZuygKBdSa0FzfGwGpcVdpY93kd7GZS/0w
LVBu/C6JMXlMB7fVfdb7/HXI9eITsUEteN2Sd3d61xt7iu7iOdUyE0IyEDFgYebFSYAhL9iFRvrO
9w+ew3Ud+PUF4VgJGoFIgNYdutJpP1EslmgJf8/vEOjiaZm7RRcMQ6PtSkPtd6aeiEOiiXKnZzK/
m1fvSrgXQ6iNeU4SOsqMD47n9IUly4WhC8yTVZbB/ndSY+G0m86yUfQ7hTARTNP3QNIbzf6auOAY
rb1d7VyE/VRq2ZW1cOXEsDen/IOjOF28OQh0CESuYpSD4OKHX8cv2z5OK1ZvRbp6V4jeDpBicgeW
2d4NlNtnZas2fl0n49cRj2hMPD+oOd4RlahqQT1/6MvYlVlB324dXd9ZkWOXzt2i36TFZatdC4ay
rtGHWFWGa7CaiTtvlt3anUeS25cZwZdh1kFsXZbOoZHuxqw039M/Z1W2U0u5+eAWnbagP44PwiTr
+3p89knNMLnjpORa4dxBj92VG/cwbFx/2iT+8fcf9P4ukF24Dmuh0EF1Ob0O5lhP5AdxHXJfD3BF
CQYfEYr/UY33bilez+fXzzkp8lIjqofR5nzUQPPbIAkxhAw3mQ815Odz9W9vwk7b//x3/v5N1Biu
xAT5vf3rf16m36iyxffu39cf+59vO/mu6/q1uuvk62t3+VSffuebH+T3//X54VP39OYvm6pLu/nY
v8r59rVlU/vxIfGrWL/z//eL/3r98Vs+zfXrf/zxTfRVt/62OBXVH3996fDyH3+sGuV/+/XX//W1
q6eSHwuSp5fT7359arv/+EM3/vT4g6hpNdhjQ2Q9GF/Xr2jGnyyDzOnJv4ENvH5AJWSX/PgZUgQc
fgzO7mp1ypqG99P6JedPk1uJ8pZtDBgdvdQf/31QNz9XvZ+3g2vw19//VfXlDayLrl1P4u2jzihn
ldqzQiKC4h867bevosA602w0+6xX0BTUvqux4h2kknj1wY0SbJdzvVwBGLcr80+GJ5JjSjfsLy4e
q8zcG6LSpnzxPnlabJl7225re5uWxkwz3leTei6qrLnFbwtfCzsGI9lmJkQnv0CQ3M2+Cs5Zb1tJ
qsl9ovVEO8VKqukT9QGxB+DUsTXUflfgADQHdp+KcxCZkcQya0TdsxrJSyWcbJUlMo0jnCmKJu8Y
8Jlj6ieuqG6StJa7qlR74U+mumtTtujdqIBJ67EB18es5tDOMaPQSqHGV5NUKBspIrRoBDfR1YvK
VvIvyyC8cp8XnWZ/casieYoZC4XK1A0L5jwYssJvavEkkp6QV7VjLaEsovu+SmYMjcqI6CSLKQeu
QJ8NfkWYOz/anr5c5FVD8JbyRUrMBowg9uLbrKxal2meYRD2EVRd3xQXqiAYDmPZuDSuK6L5kltV
mXsdAlhEa/oypVb2uuJkGQ4UA2yvcCDPOL6LE6+zbi1FmtVjHUsxb+clQYZuTOMLkAvpKGEuxXPS
OPP3rpjNBtkduKO1kXVhX5tzwd4U1RmEOVyMAJ1aq790y2rJriF/T62vtLp+3bRppOwXOwFDzeJK
m+9doY6vma5B4iwiWIK5H3fodjd6HNefmtSLzphMOyEMPnuvmkN6rJYxx3ENOZDVzTPcIxw/Nmmk
J8bdPLIZ1T6WCeW0TVMnxg+qqOnzzAB1Suldek3iwcGpyAWjzJgqvY3IAyymsiv8OIHLfU4oztgP
AV5TsQjmTm9mja3GlTXBOkuN7ww2IqjyOjyKoprrG5dW4feWSQ7mZMJeOscxjtE1bd00H2Lg7XZT
i9FWIFXZZbGbItu9IbnI7s+WKcuSMzuqYZQ1UdcPYZv0nSSb3sFfxpF5Ux1auukHZk8xTvfLFAox
tbuhAy/3CcFyho1a2/XFjP/IlVKW7bYDIBV+78nyCmXwXPlTtCiXUaI4EnKWMVOwzJnciDX8dNLE
cIyTer7OmEyHej5PypXbNv1xFJUGy6LVqzws4yJ+0BSl2lP5rNmJFa/EhuAJZWcOfW1CVJfFnU5C
Ia9QlzSHGm3gcdKd+imuYvtxjcqWATZaS0aS8FgLf1YXoIrVWWFGbyEMsimNClzRTfNEgbnpVbGP
3jhXLrI+7z7bkZV8mubGvHJzrjRGZE3UdodZT9qyue/6MUunl0SfsmjJIXiZiVOyNXYKb9MY8F42
3fCNVcE0+k00N43j+RNsLqOF7lkCGDF+HnFnKfSdJ4kX0HaG2nSTA3F8jJev1GTtqJ8nral2d16b
ARl1hZfYalDHSqYvm2iCR1ceco/gEvEd1AUtZO0reQTIG7Zln44X+LNndUTajHAHWaE46EYihqZC
NTz8wty+0QhrsJupxGFUm+DHyUqqDSYqxmhua2+soKhNDhcfwq2af4pilcO8NMbWGseHMkpcDPFN
VzqaDms0KdQdJDkFfmVMVGkT2IMeGX6LyUxyL+KiEzUjU3tMnkwvbqsHr+sr+3EpkCB8cvVinLa9
1gt56eVdKi/tqF3SjUfqJHE8Yuyr/kYmU093ITPosTDxMBqUGr0LFHv7qW+sMmaRbpw9UQnmDgRW
94WgpU24uT7heIo/cvVJ1SnqM2MolDt3JjC1wgoNMV+Z5Vt7Yl2ARVpR4vCLLherkWdubru3SdXE
4Tws9kamBrGDk+v2xEr1arV3prF9NIxRp/fB1wLe3QLJcSwQEvUDmdpqW2m7qfSKBxJZnOu4m6vR
R+XjbXTRqqHRxQ4xQ455qLpCue5tXJ8A1fJ9ZFf2bq5j96DWYxoTMTBZX0kmJgZ0LJOw7McFJypk
ojIZxIXHcq74U7PMAGFYfAReYXWbEnp2GA0lQLquT/pOr1pH+nBwvS0cymyX6olGyk95u6jdQkh4
2Z/VvfrdNhXtk4Pm2IB8BD2XKt84eEldPRRzZpfnM9d6FxnOcwcpW35NYlbiM/i+Q/MSFUYrLutU
wGPKM4cbzmSvfZj0ISHGXbDZPqal7YqUfBNRYWRklWa02iea8UuettkTpsa68sWeIHtdyCqv8C3L
8DALeUEA00ceGeiyujOQxpgSmGOmbXWccJ7cpVIldZcOobqy82VSQ7My4TKjNq/mLbA4eSSaGruX
Rbq0VYjpx8qynbtdpoMsNLIjTif2MiVovHK+wXCJWYlR9aoXTm2eeQe7IeQv3yyza2yVUkBeZdYW
LN7Q7Aqjdr9a/aKGDdRROmzeziPZr84FOib7tpNwSQLsOKA1GmY1PReKMV6kRl4/UbovatCnXb6N
lHGuNwuo3t2EEyvJR1HSPQ22yr3fVwnbDO6Hab58w+kJ1/AoJ912C+zeuLsoTedzLBn1C/QTlkP3
nSY+7iLJ93kx43nXLhXhUyyQPcXXj8Lxf0voPwALf1dDX/3X/4lf5a9V9I8f+FlGaxZlNANRRo+M
RsEW6aV+ltHqn1gss+NTYq8CQJglbwrpNZ+N+hapEuTDlSH2VyGtaX/iqgJXSwdqx/mBAfg/KKSZ
hL6BGRikQ6yhGodzqOIN+I5LmcpmTuNGbKK40IfzMluEEUh1ycm1aaT1gpANQ8K2j1QHjvE8kKXd
Np16ZpC7quxW0dASJPmA02WEz1pxRjlomS/sBWlDbo2hXKlZsuS7KKurJTTHJvpc1C4E/8meqm/W
1CWwejP30gOYQXvMckxaaduwhKhSxM+jrtXxhaJry5mrd2IH5zTaAvYPzvmsVnDMI61Efxt6pXRg
h3vq+nrO0qzl5dzJod1badvds4/BICathiGonlUN4V1Ef5SBFVfJwotRz86FPVBe6Xme1XuXMiTb
1EAg8WayM4XFNSsSqvAZiqj0G4u0iNeqKbym2vZeMZB3yJ7rQmBb2CPNfTk7HW63WTRFX+GQz8Iv
iKQ2rmzRk5eMI05mp4QlM47zl0FCcXEUK3rB9L7/jHHtCFF9jsgrRZWgbvthGNqAiOXhdnbiMQ/U
BupcqCIrvsn7llR1oydeWggzleGkNw2xdH0aRWGnqpgIR9g1hzKr9dtazuW2i2PzPLLXdGjmk19m
DZtoXyhedtXNiqsGxmyX38Rg5mPQTVVCocHAqiS7D1mq1IewNK3sa2nEdQaxfCXPaSItI1+tpTxE
DSOZIPd0NpxkBhbzNQxHr9AmtPg0eGCcZOr1jxowbws5fsEjNBk3+dxNO7xyjK1MdPs2rc36G4as
LbanzZhqfq5VX+ZOS/YoDLwqLCdneViIAXuprNxjbJaMttikrqoUW4NMxz7QsihHbZHodyURVOro
K0Is0X7UY66VPUKSD9dZofhUDJ1RhwTZO/3XuJFTflHGYnQvKhNuQM2jaM9GtFtiuzWeGKmVnuZD
7WmXq3pJ8nkru45cbpliQXyl6AsxULwXudiqrSk+LfgZnJuN9EIrty8GMV0uXve9F3UF95qWbo4a
Ut6K9BCjcA0qBQ2ITK0+VBuv2xAtdVEg2vJlUlSYn8hPs5Ry48aYG/S16lGQOe63UdZNSGhl7DNc
E742DNY+Hxd3K61pF+u19JOkGFCITXi+JspDV6gPOVZwO9ws2i2NC3P+uS52atNfTBidamOabzvO
eT8X9U6HYhWpTKerdN9SM1MyWB4eG1qGgEFOm3xRX9qp+gL09gxt7DwV9maZ7Hhrjqb7ShX3ojCy
zNzoRpkX/Y460glMsjx8JHK8+6jvolpnD5+9LJgzfEuAnV9iNW19e8btLNHHOLTZt3OLXEC3166X
ZsqCJFLagMYjpgAd02ciovpzpLs7u4wvkMPw0IyW/rkS8edOxGeeF3+FM3M3ZuRmjWnx1bO6KGxM
gsYRxNLuZvFjnZRHPF0OSzYY+0zLZFD08mxxihqrIuU6TtDYRcXnhF0cQ1oksfC7xqDV1eg+10r7
tq3re6seH5Wyux4XcNe2O1ezuNhbor+cIlHes6o32FB14ruNlB1nYCZbemqxWEzONJ+NtX1L1kfv
F8MgNkk82b6Mm9EvClo/KiF9A61wIqqyslqfvLPUR8i2BNE06AHdbrp1sbyhkO7rfVZ0X41UDtvM
sl9cQOHLZlGLq8qTN3E1jKE2GIqvRbZ30cqBK+LohT9brYtNlS2DurduZat9Rr2zzQRujV5i5sfO
6/ZZRmCmIaxDS52aTdFjYpvPFSTeoEavHhbm9Lmboo51QkbbeFHhTRstvMw0JwabcA/LVjEMH8BD
FCrQXlJHW3VrchWMSyP15Hnc6NlZ7yDDdRK93tj5cO7m7R3coZtayVhC6jTBHHn5ZhnubalZzRnq
KLkbnfFLUcTlnRQG5KdxasJRLZow7XQdG7Rur2vDdOVKZh5kj5ChqKphajQX3WRuOr1EZ5Er2WM6
Gjtpxs/l2JufhtG8Lso2FF0vBIPzEiWl5u1LyDhh0g313hrlfTv1L6UtsPVPz6t6Zl4x9w+lMB5b
MgYCFhvlakJi7PPIFUGnACbgmOSnSFQ7dZq24Gln6rhcinWhH4ud00d6oK0TLcKU/IQ3CgJOtEtN
c5f3mtjbCd20GIYAxeJOWF5IHBtPZ6PcDP3wQk9zNsfNlaE1h3ZRlcNQmUfWt/LKWTjnziWJO0uh
BFlW/UKLc2+p1Xeq3DPbTDZzU8fhJMTFkM7eTmpzsV0q5ViosGiIl+Bdn5QDngtn9dAS0jmMmxq1
YMAALg4YrhLuUTCLJkbzmxDzTVm4Iojr7psTE0rhJml1bspUIf+vEX6HF1KuxrdQzI0Qz8uwHLwX
ZVquO/KCjyKzzuzRuVw0N1tQNER0w3u29pyk0UhHrP2tUq2u+a6ufWfHHM5iSFQIFawdJ1l4ZaNh
bmEZMUYVjqqIb9PP/jVxjDbwkm7RHsyknLcRzAea3AR9aA0uBJt4+uYYkowhH82WRlOMow/EaQPb
h74OPUxR1n1sdAvX+eT2qwdrVzbZAbpuSU4vIBdRCEfdLYXXbFWFHUd817XeoRFvfrbl/c8mPfrR
sWPwN2ZhxsHi6vOzoU9/dPfmz1Y/+tn4Tz9hAKNCiZXRWwl9qnZthwHGLqFV3nvSHPR7bp4uhqs5
Rjqozol3AzSBoKBN1edG5T0Ka/YKnYnRQAt4Jx0rF9aeRgA+e1kOxraRzRJbn/Oxgh1lMKTD6Lsy
eYaOhc57qGwErYnaHcxMQDLj7XagtNhLVmZ1qCBSj8sv0awbaugKca9q5UjHmqoybbUDRqjqI6rf
EaF7knVusLDxWagBkazMPUTG6QKbc5cpUpQ2iXnLjDgK09QqJx+0JW6yXU2sJw2hEY/tTveyJU8C
hmRFHxaRIefLUlf7Rod+WVhlExZljf+KFhhLZRlQ22pH27gCKMennTVot9yCzOkQl4qkuEoiKVt8
CVUs5As0Lu5xLlezFqNtyt3UxVkBmolw9LHS5NeOjSC91+JWOHf4QHbxAYesWjynJg/qhhLqRip9
xn6y6ICl20h28WXSKoYIS08yamfbWcakJLI3qZNq2GGtDFaZ6kXc2XTSCGdfh1Gd05sxd6fuSyfK
qTxg2jdFYdJQlgXTxEU3zTTNQ0UU0/LJBa22t0NL1uz14qLCdjeplK6zxZR48Kt0iJIdYAgUoMwZ
sulzVertbURmm0MIrq3Jjd3U2CilgweOlQxTInz89dJxV4EDgVh7WdeeGYVi7yEdNc4uIQdc5fU2
tTChZC43hPiwgS4aCez+EHl5MCZUNCFvelmi0vWULvcVWwfTYXjfdk2Z+aSlJvO1nGMU4ZEKf+Wg
ka1kPiRj10cgoIybgcCW1tus6JLgog1EGMbGAg4F+4D1dem6APdk+QVfmtTXJ6ikrZsXZ2Wnt7hZ
0LnLqV4+AzDVj0i8e2o1QxTSSzdTa+m7Mc+iyo+UuEVZjYe0kUzdwcvQtdAdKBeT54iDbefmRT70
4x7d1XhQWqe5FQWrnTUrveW37Rh2XO4zXCWdi2VydXLMMQxVXZYtzlLZkCvuho606bdFhEuh3UTs
YwuBOW7RkxsdFe3WSG3xqS3Ih2yxQwxcpPOXylAXTwhc+7MsUbKHbHLUC/w65HeSPakSHWr8V7KB
7e+SCTlOFY6uPLt074Wv85ZfTXaRbbRSxxHczXvEi6SvbDXh9tQ9qU6+QJltGwJmCV/Pa8+3J9KE
M/SHQOO4ymqoXQ3xXLu26zOmigJFNO4Nc5X8mZY12dRSwXpR5Nl+mkRiBi1b5UGm6rS1kvlZERYz
l7yc9zDms3RFhuNA6adsk8asi0qc24cYHcl2Jpwg6PXqC7sOoud5qr+YpFMC6ClkHeD3/VCrJT7q
RXeOjUEXGoWaAerVdCd4s2pbr2e58avBGD57bSRDOadOmNBBBfjumfup6V5bt8F420rEcRybm7Ia
yosY9x5aMoMw2NXvIV8Q/2ulk9OPlZ4e6mNj3k9pfx+NZnLIVFPZuKWNNsipuIyDvYlrVTvTYuy3
sOhJv2EqRR/rlOKyrLQc9ayWhXnWFndNLGkdR3PyR3OoP3MmVKjEpAw7gas5jSSh2U6kLVfMBOpD
H0mHEx+mHXyqCasmB8Tnf5GYbv4xzPwtEHP7Wv/X/30u0m9P/3p5Lf4FzSQWv8IyKxf1L1TG/RO/
UrTs/OHfcHT/G5UBXmF+TqoX7lqIAJGE/M900/gTuAXgBREH3DE0KzDH/gJlFOvPNVQPFSNxigjl
Yev9E1DmB43hF+4HDFKylRhyMsdfwSPjhGigK/BBMllvbZtHxIjFHF96OhjCBahuU10MUlFJDVla
5OujtyTT2aRP8kuC7WQb2IaOLb7XK64ZLMAJWUiONPZx8WIVtAoDgUFhn80zTgSeKO/mkvmvj/wR
DChv5/SBkF1ClCmsp3kjdLavEOp29J2GW5XbWaNMbh0Ge36fOP1lZ4hIBItqLMa+J+PQ2MGTmoeN
OXWIcsmIjsdw8uLpoUkdrzz0Q6vNn11HNvOZRniJpBUTsR02qWZSr2PtGQyQWVNaC4V3TF9k9JW4
o6WG292vGqG6xFZiQYBe+IR04k34/6g7jyS5la49b0UbgAIm4aZAoVx3VXu2mSDYbDLhPRJIrF5P
fb8iFNJAERpqyktesquAzHNeu7o1WQBZ4+aX0NAuybHsQkO0kVNpRAp2+Ltmxf8yoR/IwnVcTYgs
1/6vLS/yj36YAYTlGk7XMrhpZYOwsv6108TZqP2BkrxQtN5pWRfCt9q8rR6z1graxGH0CmKnk3ae
bMJodSIXazLZbvOUG4OanNe8QK7Lj5RrsfOc3iCucCq3lyWnOytuaCJiB3fbNlkGfhiUuly5icNp
FBxMhPFQJ870NRKHUEeh1/hE+XrDtZk9O9/140aayDrfSlLACco5FmYnjCjnJvg9hMPw3HoSh8CY
T17LDrng0UNq59w3jtrmg7kpKWKSF8HQrSyY19hhRbT2rOhMQHbvAZT3gYeIZR3U5D1vNUDMMVem
Gk96NvzuNM63yDKqAcoskYQ+6F1u6dZKmHm4XOxO3ap1CcAg13swcFwoZa/dwfVyoRNX4t89GG5u
TvclENJ0n4Ow1XsCLLp1Z3mDGeywizX9eSzB/vvKN4rvQAPMJxn/jn43GyHoExNjbyW9VaoM25/T
FyBDQgZx0ztbmxBMRqxWjVt9pjMhYwqGP++JrFiBPJK+G1byEuoFXpkZCeG/6lQO+rhNDO2vLRyp
u5cWgQCxJmG2OA/lYrznNWzcPsM3I6LBA1a/J4jVusVS9OP85lZ2kVE3PunlE9la3cWAL1P+WiHK
Ky4oBcfzuviqvsvZTtVVrlW4PAxs18upX9YxIOypmTOe19JJPyY7LMU//t1Gewh1Hli7kQfI3Y9a
W/nOb+22I9ofmXgsTbq49xl0EJOOXkCQukxO+ckqAuzCQ5vN2672dF9d3aH2g4eKGBNsoc1qOGdn
k224M4h1oJcu1O4/HEHTshNl3pSJ6dY01YGmjg4sV121+155GTSOC990XJ3JLA6hQ+VhHABPDBfJ
0EpORzp39dVeJScXXUyT/dMWCDij2kzn6ZGuUReCYwVY3Lvk98hkSrXvRb1ZtU2cjRXLRmtMHlNH
c/uvNk74/IgEu68vEIJjcVzMYWyvLFiZfyONq+zEWFZ1x2pqcje2eY6g6DNF0E+zdYsVM+H1Ag+S
NaS7Mmdl27m0rFo7UgPWIaraKhcvYJIl4eS5WN3duOrglwgxAcZ8+/yhhrz0c7o2qt+hyig+S9sf
/oHOUunEvtTtmlG370ii+dvr0eEXjEwNeHNMsDNesXoQMWEPHahTbvJflWdz3GRQPHwTog+THsF6
tRcIMh5sd0JHALHvM5aDrnW4+nug5LIbOL9pV4b29PO/lt3711LzuUaVPbfvmdcO/yZzM9PjKMTw
D+rc/YeGoQGt61mro8YaBS9rVrXvgYXUMkZV2P7cWj74vtyOl7RpTDQRc9qx8OM0o5W32/RnuJiN
irLWM3XM+4vSvaD8rtrlLnB5ZDpzEJxsjHco4HN3uCnPg2IGPkjXXwsRP/29Veflaze1WXlY3GEB
mRjytY25MIxu56TC+YCLKB3jKO3WZdAbcsso4hok/X7WpWlHE01MWywKHrY4I1XiDa+f8zcnAYiQ
13DWz8ofgbvT1ZRLLNPZfM0y1z15uLz6PSG9KXl21phelC2cn2GuFuAuywMtGKxpbKIpLVa9S8UN
6Wmdarq3W89tYivUdbNnlm+v8zLbFsCJdl4hrIc8Vo49hYBtSCRj0dQDHFtKt9Xs1FjZMZ9DNOfh
HEZ+n5acRXp1/J21OoRX9mmYAbiupv3a89eXcMxE7++3Wdt3qVzVgs01HPN4loQ/oOuot1cKx8an
oFq998KAm42ccPDPMs1r0mMclX2UjeVwmA2r/LI5y/m+YU4JHlp6T8d+2G+08DhT9Xrrd7j3zD4o
9sZQDJ+TE8jLEi5Ws3eqtLz2um/eu6le3pvKsD8M8xb7iySpfpy9nnoWrwXsgE2eUz9RqVR9YudD
/WZNfeFEjlU63DFB7Y+7MjWy01AUbY8iQxumIVBDFmQE2X7vcbZ1tpZJt9WutSu9wvbiHobrx06b
1tyvi6eelN+Mr7QFkunJAFTSoJN1BSUBwRLQJZRPw5FOF3BP2fRcb10AKhBVppUiDrRn/zqvLfx0
vebD82Sn7XdJn2/DlrAGXMyOg+ILgrbgE4K5uvXS+usaTfQfv4ulGf5AKvFVikHkjxiNjPIgJ+S3
sWrz9dl3hPltS52/VXmYQ1cHeY8cac079JXhZjsHwIn22lYOn+zYZ6yZdlmPUUqyxVeQm+H3BrP1
asvWvbOy1fnVhoQc7sRatT8QELUZ1VWehQgzVoTPNv/jfu+FFSR+Nbjivecc7ncBRlS+ZM+yju1g
4qCaA3usd+Q0zllM6d/4J4ddz2J7bcM8NpsuXAkCCliPKEDrdTJ5omoj35zWFyOvOjt2qrpQO0MU
6rG3lRAJz5P8S9Gs1OdKq+yzkcsMt40wnbxrJikGQa0D2pEnD8BsNoPsz6jqFjZ5MMTjtKwmj75s
kTTQ0l6W+81ZA1KGFJaO2JTVWCQo7jZYMi6jc9sh5YnWpdso1zbbMrH6LhXHtAqLx7ab7GVf9byy
MTXhPANm43Yrvslm+czdyrubC9tB6BYaOU6/TRfBYWCb62LDb4t1X9ZqTSMnlb2/d4fKhvIhQ+Ni
yKYt92RwLs8ibPwq0WWZAluyuSdhs0mBFwvukSkkp6KBu1Z+GIZ0/g1mhqHRNAvi9G2j4J9D2Ez9
xuC3PDSMBSoay0lfQmSnAp+tQ6cdSASCL531DiXulDFU+7HLkd4AQkoj6vBE/c7xB9YnMTskpqtq
hBLtaSH96tJV/CKCeUZPnBVYNQs+0Xm3ovwCYmja6iaEgp8bpxFByWCt+m+B9uhaF/OcxhX2u+fW
rcY/ThU2U6SJb/zwW0KxIkyKNQ1YYe6Xt6GZOZUO6rXHSEri8w2SrR8HCr7+BATrfgJvrUs0MjOI
XckBy5wtzaJLqELMsKzlvbDvWmbNJ1nXJTbCukfLNqNVEHHl9N6THDP/09ZKMXSZXvZjZmg5dz19
lW+WmbVv2ygXsUOrg0jPzEbTjQjn6FB9IDgDV1u4hEJFEA7qJBmgPNGzo6I8KPVXUftEd2RBI1ru
ttyDX3Cb+lnOXGuRNE3016wn5XWFQweaN7M+Y17LYKMCDXCNFlGKP90KPxOR4aA+pn500kgXVvdn
mWCIo6UvPRkNE77SZOCCs6LNmLGmjH0QZDHQRd3E6aA50QLXNN6h01J4ICoYv4ewVl96W+RjQLAY
oQ3eWIPJbcviEcXR8o0iIZkZ192pedLhlLa7itAxi9ttCM0YC1Z6P6DudSJ79szz6KKJPKQE6Rl8
tNsw70hSkU9IA1w3WmR7QzOWpfiDMdD8m9lE8kVhCAe3qza53k9EZ5o8mMuqo1Q7y2XCjVPtPQdm
pfB0/idvLJYSjR3kl9cN8zv4Zv9tq9UwwIcEZ9Q82H1szlP5MrZVSuxbw1UROb2iIm1rWIiMgkcn
nhlUn0QT2lftO8FnXZLIB1hL6c/BngL16aOphfJr+4qyMUOC6KuewaXvQbNihEXZd9iyM0Q49VyU
pDok1E25YvpNH3z+bWRO8T2O+FlkOcB+VYYVlPHsu8U9rTi3JohyaPCLld0X602l4iZY5gd3EONH
WBQVrZpNyKvxMatcUoTpsL5FqVsPaLNEXb6Va+i9mU1rfJuhwpkM8Ot+bHYgDRZgm8derwFNZlJk
8zMwJerchnHngrqz/rct6/qO4Xj79texShM2+vHvTL/ZguNU1We/aVbAs0oVyOqA3DIQWEFuzDKa
6qPqw/aLPDSXmHAmPwg+styCfWDRuhkNblUxNa9ct8lWNt7bZDvDcg0LXPIx/TVhcJ7rKR93emEU
XYw1k4mZG9YPe1hXxZsjBdnnG7XnMRSBezvAarXPEMC6EfkM/EKzBJLV066s60p5A/BkOLXvwp2Z
1juLuoxkNB35ZyyVNRwEYokHhmLbvs5TymeczjnccFpO7faCm41ZOpQTfGDlTQNPiE1V7M7m2CZv
It94cTOvS0duNx++lkvVS9J+C7Ion1u/2wU9g2JS21ubXsKtGZ0I1lAEz9ZtXOU3rRlcgj0VzFLG
OBuWiuVUVRvCuKAlAWbbpP0OwZY/yi5Ar8eHh5L6v1Li/p+kTf+/6f5p+vy/iZaieWCT+/3f9r/H
/w0j+88f+58OgP8ukBd53Dqh5ZqktQCF/Zd0CbjLtUhfu0FhlFSiXAI/+58eAARPJtEuiJ7oA7oF
Zvwv6VL434VFCDWYG64CE4jL/39ByW55Hv+Hdon/2S2XwwOt425BWPS/mwCqMqstiKDYX26Zu5Pq
t6tTh87fyfAZOKtRRYIipMhrQu9Q4+pipAENBzMw8CnEdr2GNuyClWTpxOtbpLuF6okoDAy6PbrQ
v9vSTEdct8lga7H3uDyPXcVgDR7HTZ8O5m4aizZuxNswTGfKIbu4srM8gS7sj/MYejzuxUtGHx5L
vup2NDo+IIcc4in09iyz0aBTeekMu0ey0i0PgRJzTNciPD0zWsN3OHHs+CiEdfqktX5PG7UreK0n
Jpua0qS9Z6XyPcxTFhe/uddWdiukQ31IM6SN7X/MDkzcXWz3It9tIzx56vUqSs3xrVaF+7BwslAe
btaR79X/6soPeTeX8dH0iu2fa+RfNk16zJhWtRthAU5w9mNS85c+FOEs7jhsyycQU+tUU7UQN+Go
3nIQ8oV1crXOLhLhLaFUxX0m7gs5pXSfunzZ6c77Qitm/axF5XOzMljR92Z15hOpmEqCcHETBoBG
IB+t2C79tDkXjtcGuEwW3l7WafCvzyyX9gFnLhN38gPOoK6Wny0mPhmhixkfJdv6OzWTDrqyfNOP
3ED11eGtYCCo2WHhxJwTlyx0wbitzSUf/H/hBCYQpXyEKrGnRVPMGfqHVTfcmNE4hVl+8AhhXZy4
aKimmkeVF+BnCwzqzAy+W2QdftiFCFYuLZlyYvXmQ1fj9I8nMkmt196U5lUN/hP+DJHUm0VdpFdV
lKAbBYL5Sa5c9rhT7tt8Qx5fOAxxA64AAF6sDSrk28jKvEtAebYHRqarsM06i3qnWa9VgJYMEZY+
b9L/5RP4U55zWzSHFnBVtV0OYpwCdzb2V12Rc0mcMDKvLX/HsnArAgUzKJybTsI99NtNLGz7pyBM
twfNAHVGx5NIfosjnzpT6KiemyvMyT3r+H1R+pShqKiY9IffFxe51YkMkEfMNpwYYZOSG4rIDhXn
co0gto90rEINc9kEfrxlg3tL+ewvvl8+EOh8qGqFgQf3aj2+ItNhNLIxLJj2EMGbXFeJfM074RNX
7Qsr1qFTeF7tP6WzgYLht6nMDxJQxue5nB9SRc+o6A8cR/N+cBg3U/uuYlA3dXqRLIgrvGrE6B51
hZ1MTa0SaP9jnhfpkWaneBuQlUgjvAvyrjnxVWFfWO8qthHCE+2DKl0LTEtbaPSoJ8iz8ayEuz26
GX8v8SprZNTST0gC6V54be6t4lGjRQ/Mr7wM3jJAMyCXA1tV3M/hiZhWIKDmpKfiwUZN0ZV+rEl1
F0Lssvyf4FTx4elPo5Ovb8vgYJsGDsAkehCtD9KVDkma+W9+hcCvHGuXc278SuEt7rNCq3gt839t
VT1WRTdG1DnByZn9R9cvP4AladLzNp5sgaaKdWdekQ714+8qJ3ASocZxcqxv3ZSrvFQbjaKUN84H
TS519US8D/iagQQxMjfo27Cn2UXnDq013XUi46Yt2lyexmYbnD0OBGNXqDK7G+tMG2y+xSDfJNMX
MshwL1nTpwy229SJhluTZfY3N8zvBrlnDFxdPtU4sjZVIkVRW9IgT4dlmI1nodPxhykZh5GZPg91
mts0ARvXAkU8s0rF7o9+KlQXN9Xlzu6M4YgHBPiRjeOEwcf6RazxGOFbbj+MltQYWxBPYzRb+NwU
BftuaW2/y2EML8LJ9xiGp9if8F0M3Ygtp2XXoA3wgtH9BYVBE7t58FEZwcwCU6wnuPmbwstkvC/y
c+Z04TkgszpGId7dp7YOEAOireoCcPP61aoWWroViiOyg4dtqu57rNMPaTNx9mdvvubNoBnkva/b
vSh/5wh23Uy++Lm2cd2afxGtHKWXnpuxPaq8PFhTzq3ieOsd6E2XYJj7QyzjBbr4D2jJGKdIFtHj
l0+DZf3pjQHcW85cPlZ+rFeLmG/fJj69TEIkpMBtAObbJjoa6YsV1bCfx0bWiCjUTUAahoeqY7YX
tHrsMfXW/Ukts9yD0J6BB4ofzBDBwW2bn3Bozws5HXtflnHtCqzrao4bM0tIJL/qOn/oWd7gatBm
qCZLSl/HaY+qpWSlEr8IfN+2z5GNoS8BIPi0mWmj20M3+uQWqeW+GrjVJoFMY16PrvGZG83BKX1Q
JXt794PyUBif3jAe5365+GJ9lcYyoMnoG5wUKtrmNWpd/4Cr42mo1F606wktKK8DwJXw1SNOugdH
zndgQCg6iubb97OKFZVS6M08zeNwWhqx002F00u8pX32QVz4Wan5XPIQt+gu5FTcgfrFM510CHDM
L1aEK7EHJ6G3uEYM5c/vuTbOtuG8GjCSkT8YVz9s/m7qhQi8bG+pFMUjOVARcZr/sCclToEXw/4t
AJcCCDTcBxKpoPsiHPdDj/9YnY+qlhcPg8fNZBQRkQ9qRcNoOni4I/JHTN4sn9kjWW9A1xnt2K5G
91zYEWDrtGcDvmTO3eKkRVJXf3oTBWvnJjYK36Lr4lkTKTSJZR+uXznJraCqrOqr6yTati5hqg4I
JYxTYI6nCoWHAWZQWIDJyLay8T1b5Z2j3/WSHegC2a+rjhF+A4CYS3c2gbWiXKpn1YdHta1PKlMN
louG+O7wh5d2l43OAY0Fth8/1Se3d0x6r40fr+tOGfZNPrCYRyPWsAYtvcDBBksw6KRQAC3eK2bD
30NmHpzC2G0cG2hRwfyn4ZqaM+jT9GwPLEmE+DRGf9KqiP06jMmI3lm9k8etaUE/lJcAexNWsvqz
HP8GlXddm/HDtvR+7vVRlO7exX25ZaBaVdNSSHhYpuIkfRWwsuMKFdmACq9y+HpNbxei5nApobU7
cY8/4F6b4LKmJZ9mf367VcPv6uWTxGUInqo9Oqr279bRKPhBadCd6h++ylMJNIkIlRSI+sKrFdG8
RSe6OHtE0AOwlNeBtBwUOP6Tp+oBpmQpEkpeLp1PDNiW+8mY2c8SSIpvYnzuGTTUpB4NGkC21dq5
GeqPLUMqao6oKcaDBYfiLXO0OCPGFdtFR7k0vBN1txubHpO8WNVxG8UHkWPNK0rFJnHcMbwLDR4/
j6jAqIW+eAVB+7Da13Bbr1PnvGA13LnK3s/G9JQFPbXO9r0/LdEy2kycItyJYTxP2oo82T+JwX4O
yAJd7fxrMYPHaa73RnhvL8Yu28yDnafRzGdfifG+XoJXQm/UHsPTz+1A39ei5j5o1aFyiS8apjcs
siesEABNnbkvOyx7Jrd2mKXJEIho8eqdr6a9r98FOJZvimoPFTQfII2gtKKgz49qzrLE9HMr0RAJ
KOWDnVugogptSlu+sQbmB0Z1LLKCxuXann81Tv1p6eDLrtb07AJSUjLDEUBGnLSLd6dpkjz0TpbP
sNiU3BmcC+CLYWy5NjcHjamR46e/J1fFs6quDuYkppPYb/LYqSl+d5b9iO9grS+E7V6FvKb5V9My
kCB8LXF0NsbJHfvPUaESrAQQPZhqZ345skK+iSaHVhPsiElptolLmwW0JR5HdAEtorAppXaDM+Z3
7zkHyJUEnPBJuMarv2wnqnDjzssP7J/wh/MOMJuHZ+mQ/9iHBgk8LgBujUIkfeV6SdmigZ1EF/Ui
ffZ7YL8AoXyAgmwTz05A5q5749TRze1TrGm9hKXKXQsZT6Bi379nwdunLv7NknaGoCp/9WgRc+0f
8zW8uroPYqP6Dq0xFtbv0RePWvjflvxTmd568LLeinokydY72svfLgDn3Div+VBm+3pDyG77NC8Y
N1OrQBnZQjp/ZamVfgb4aGJsakWPvdDWhw11IGo/CKZ+GF6G1U9/ZXAPt1+T+jKunbuf8o4Zwpva
00SkY1SPN7/hrbHdke7GMeHdOaL8Rjj9sXA+R1KiTJDG7ZH0VEJ84iOqkG+0mfkO0uDFWv09/PV2
DpfxnciY58UVw3thlj/F7S5Ny3sD6YBtLQewtCd0c2Zid/kV7uxn7Ml6xgBPgiBi4VsNVDr89GKJ
NY9QuAYXeliuFSzBWJXEJaOIjEyzPXDzJ0oa95Kr9BE5+JbYlkFcOEzLtcOIeNQ3AR6VODcxnvov
aR4I+nBl0zWIOgud07yU7gvyWyp7yKf8mDy//Eqp56DzfKviXNjjvVcx1iPI374MgKZ4UQopKpUa
F7UZ4TEMEFLAAaFSjsZ08fZUbhj3JOJXy84xZpPSBT+vEVnUm/inugyw0S+a5Up79vwg3YHKYiQb
AS8URbrEFY6z7CNJAi3+ljldEIrndmfhsSnNpT80pTG34bFo1zm4lRhL91dt1ijoA1fJ4YBHCp8z
AowDTxre12YDO88L5o6NEfyxW1RJdQVHbpxRPHENc2dh+Tam0zRgXFYjtP6tz8PC7zSgppsqmZGE
SOXTBICGCpMPC57YUBAtiQL+AOJgsHifOUdzvjebVVTc5JubE2Ac0jJd0MbT7o4lOWwIMLUQZ+td
VqEiXUqGjcXi8GZInY5egfvm6v9HH7piUTpto5EhC5RaHvXgD3chYubX9iYoHR2PhE/SKrcaQ5Lk
iS5rcYudI+7vmk6jAbcQGjd2rpdH1EQqIkSyucxy44dHHdw9ASHdtKvLf4SsgWW43n4ox217df8j
dsXfarBBhiHmRXQDiNBZ13bCSPWvvmkzZ+8J3qWh1LexU+rIK8xuvMN8wAXm+6mPTT0MfcP6E3At
m6cJWghZd+u7Q4nPYyvN3olcoic75JdOI61dHvBBndImbKr7AiZrZdq1NhWbxWYp9mt/9Ydrpad+
OVWb760vBYye9ZcFLvP/5k3I8bOMjThnbuqtHzWy33saRrYjKRk1ZabrusTrEORHYE7Peu4F2Zcx
J4F1lxL8zMmUr70+NFNRpQdqP8mZXgSUIFBoczvPuia4FITF4qClbsbdqXUtlqjllxgJQonXuaCr
rY6RZ48Xb1Tg4kgrN6Q3Zel+Q68LiVgdv+xNzOA2e3PT6WlADJHGTr8q91DLlFlPT25hYZs1/Ydu
DdwOmt0ynr2xcv5CJ85IQh37iaqV8W87MaFUYenupqHLDiuNW+fOpO2mI3MQT3np2ttpMbVpxxQH
+djdKm0nkHjNdCAou3/O8qI7qyKVT0Waphko8IYpzkM6svfy1Sb3vhpjt8/yDwLVSUZEufM0j+aQ
CHPxdYTKBRjL21L2h1JafycvDU+uKsOXbnKD557U8AupTe4TbguX3a1ZrPMwIqxKvNoN3ycqoZ76
ZrFva3cBm1a54zBF8N0aYEMX+uzVFALy7RO1iDjEDR/Zn9x4hf07jRZa1D7zyeB209IXexS7wfvq
ZtM/cwh41pcUzUROF/xL4zsEM+SDscfYZ9/VQrIvWPe5mYF6+SUzRG119cnbNCfdOpgUB7nwDi+I
T8IPCtO6c2G18iWdoJbwT90Yv1mBtrkM49c6t8OPcdbc3jX1KeFOp9RONcR8HFTNblyMo/Wn9CtR
RZOy6l9FqWmItKQBn9Zl7XVzrOGvJZsHnqMqcqau+GcUARmy60JuCOTNyBXD5+ztvSC/0qADSNpw
vjC0y25+Lvraon13lOLTaRHlRpWHivh+Qkv8bpHaRiuQP0a6c5QF9GOxvm3CnjoeL7K5MFHS2rxr
pmx5A3NdNPpZwlCskExsws0ZksWD48HvW5UjDp3ppH7kEA63n9dxPALDOSc6DN3HwaKrJ9qc9uRs
X9lAJKMkmD9wzHuQT+3764uvnPyMoLk+O97m7FHbti59Wy3js2Ghpyk3RpzVSvXZrgb5KNErvywO
fdaBwK5mN/n4upoZiy8Q9LiXVCdeKlpOWFu7560UxCy7fcrL5QR3rmK/4vOeCGwuTcYO/CTL+grj
hjwYiOGIY5SEsYkaLJlh5/IGIEm+C3O9Kx0L/CXAvFU5RRpDG/N0L42JGjIFUZ3QomQXk4BrjIUH
Xqtqh6rjo9fuy4DFcaE4Yw3v1lr+NKI6jJXAkT7G/lid6lAfaShmqEgZO7Y0MdNtvl+CMUXPSKdj
R1IIDyeSi+DGq1rtoC4Q5OlZDNpl+SmdH6+ejPeCSO96b6KN+3VTqCyOlSj7Me2n/MMbizsd9MP3
utXZpUb18g8ufoFBF6a6w6VSflSt1n8r4VSflpjEOdXGjmrEIRmaFG4QRMYfjioLuvA0VSjumAnL
Bn20NdTZSeGr/qj8pvhxJjd7KKm/+iM2r4fc9Y088UtRvdErYn0iVOmuzo23ipdiNH7LoffnnW+s
J5wL8ytl3WTLBZiUHzRBwk+LP6XA7ubkfROWXJ5tzCt7ftNhdhfzaK7C++mI0rrPmJCsZLFL9Xsg
1CMpFuJjnaaqj0HvknGxGT47l78dGsMk8IEEghV8aE7vtCYqrpoyPDjZmn3oobYOqGntODTnBhPV
AyUUCJA6Anm9UNLtJPPwZKYOOr/x3JsEfHKRI38Jb6/kmk97jFYXhYYc7LkPSBqSdze1RBw40ktE
ZVlEoIPx4rDyfi3bmqyNc+xsYskn2NJIkC87rTBtaIGnY5t6EPubK3ar4d/7IYi9dMOX2kCD1E6j
Oo5EaDErZFzsKkHzaCOXS9884uoPyGMoiMZ3jXRg8sj51tujP7Z0Yg1/C7XuCpQv0kaSWYmmOc9A
8TG0MkUqljyrqf5lVEQmpr3z2ycKKKHCxth76Ezmfj7IoElP6OUBYhbvzfJ48AeV+g9zU4C0GPWw
B9NK9Dwx0gVGHwPwDg9e576ohWoA0EdSXUY//baD5g4yYre403YwW+Oz70AwWwQ/ArXwPuzUEBuw
QxOpQUmgfgp3YbkI7WPXoPnRk3pKpddHouFzQYLrJ3Og3leoZt5j9wpoU/xi/Cyx4ymF/8YgdgHz
6SpHgo8C/Rw4RK4U7V4ikNyjgWgTYbX6SA0Ynb6BZ51CwN4jbdvqU9sV6kZvAKxwpPFYuR9u0B5G
TKgSaJfSPJYbh1IPqyS4X8nibtaOPE7b6iBoQE0TmcNEQk5dyl1ZBcy/wn6gEQ2YOLciq+Rdagll
qm7eZ4C6YPkTIDsG8DD3rNfdybIFHDe44eKX1nOVTclk+nUC870mhtUnsDFfOmgJxcCMEbnz9C6I
tMOm3O/TxYZLE+7yaAQDjwdzWDwh24rNlLb2xVpPNKgcKwH2WGT5gC2DJ6ascGSGXCQ3hfG+qufq
vh7K7iVMzUsY3qxjRv2KRPzeluvPuvrnvusx0fj3RVf8Cv8D9S3TCxM8kqm2rp46y19/JMAd8tvh
OqrA+Cry0n/wTNS72zrMR87dOYFPr+7wFBYMH/wwy9zSZWeX39PsYzDkTctgF2mqE2YUkP8JryOv
JEm/CUB8s2hr8HubyX4+kf8eo7p/giI81oF/zDL8YipYuZ0Wxi+HsK1xSCi2f2iIXOnW4oOoLZ9s
9jnGt0a57di7JMGr4Jn0bDQpKScd05JZ3YV48xEW2eJ1ZROIq4oqz2W7aY1bhHoOOCapNP5BTSgV
F98524B4Mf7265iO86+QaJwH3NF71/4f7J1HkuRItmW30htACTgUUwOMuTln4R4TSHgQcEDBodhN
r6U31gee9TMj/IeHS/1RD7qkpEhUZpkZiOrT9+49F+K4US203HoxB4NEuGmMBFEmvvjSNIwVg6ZW
5sU0GXR1ujEiZNqmIWaEGMQRrzTGoTJAGqa+SSNw2k9WbOzgFtwPLCXhHM/t2VCV/cuc4XB1sejw
UFS3FjmLerWcC8O91TrjxSS9qGBJhHwRcEfPLDRSpn+HlOHYg2rZ9JN5JA/yFOf20ayozxFDSChJ
aTWeJrzUFOKEmuO0y7fdQjtRot4iKIGivkA00kn9qzVWoSz4NVnWfAOgCt8gh5iVXhVJGypITMjo
NBfnl6Nw0OrJbjSLR0XzcUxM62EoCWankVfliEKH8rUtyIswJ2b3iBOi+zRj6Mobpi5EB8ignZS5
M5LFOXlt85zFycmuUaRTentLgCx82HlzgwRDMS/S9enJ67xPXVnfcZwtHvg55aZzpiaQ4jjJYpPb
dIznWGLCiM8t5wwD3SmjgXQ9DXq6G5RzlaXfEDxnOHc7+jKNGndoSYKZA+Fzihb3pW1n52pMp/4b
GQCDu+0yaw7nGfFoUKYNQZ0ERzKgrjWapBsHlOZNWUUYgTEZ+o8xRxDtxIRcu7JATDzXseN80dee
W8G3BJEv1vdJSH2VGJZG221N32ww6GkFasMKEBnrYtENTFOMvWNOdJ2jbrwyOZ6EQib6BVzAHJCc
x0DKLvTlK54+kx6cW36nGI2ZI2ZjgLFyYAErjDg+xQhkGZNF33UVbzrqoLSvp71JYUbYsJs9W8Ok
pgskSYrmZpehhuKvN4Ki7lXw/31Tf/mmyP9e4ZrvcyCPXfGl+193sv3SF+pnz9S//85/26YMF/Qj
UgvdhRxNNNHfMBsD3xQqEdPVsUUxjFilGv8lCDH+ZTP34m/SEWgbqNP+tk25/yJ+cQ0kREALMhLL
1X8kCPmVCckwACysu4ZV/yoDaRNgZ4rkzaPVopojd9VEBWFGD5Vh7LUWVa+s6YhdDbH/ARB25Y/+
Y9P65wPXP/+JQlsyHyzMzmQkxLbRjP4eJTzZbUv6mCr58tN9+A3q0sCk9tsPeeMB02NjAqIWq2M+
3LITwLDqKWjcMI7j7Ti/RIijxtQ8tVQCS4qkhFmLHX2EvF2FPL/99LfSGrc0VGrn2pEzMD7GHOe1
FtTtsjEQHXvymmY33o8Ul2YSaHN5XpUfAcJ/Fff8c3HX6/HTxcVCnCI11LojBrY9xVDfphztaXvG
6jTo4/XUeCcPtm9LARiBxvjgcr/3EK0X4qePzQmBahzR1EdF7+dquCyu+k/QhatHeKXJBx/ya3jB
Pz9t/ck/fQaYME7VCN2OWFlDyejC8Ke9aq9ifw5pKiLtsD94Qt99et7wUVM16T7WImbPrtgvymcM
MyKJBs1H07jAJy+iZX9ejqehunesLiw/phH//gbSpPv1V7oLgsTFmEAHFMZ+1FGGe3unjQ8poEs6
lGQjc0XtEyUg6vz/LHblvy6teBsLRVilVuve0jPzIpRt8kNLn/faaO+JNEZpH+2jBdv7ZP9nPP1/
Pu/NmjM6YECbHhOMfJJ36Xcw0Guj1d1En9qLqKTZ+8Ej84aF/M8HvVlr8qjNhJVbzdHXYDVZ9yUZ
wXBzXh+fhRUtZgSuDTsjsx6Ilfzw8fn9Eodz89eb6EyRhrq0ZS6xc70gfTSeqguy1JO7tBG75Lo6
mmfT4JEpFIzh+DVyz+j2XlYXILfmE0O2r1GG1WEbmWfjeX7pELHzmF072pfxXNswMdqI2LpovuCZ
uC2GrRXm22bvOBe46INu1/LHNzTa+gshAdIgLJ0/adtx81VsGjPM5lB0qFHO0FT58HDT5/52vO3E
hbE1gvpcoMvYd8dsiyn9qJ0YBc+7ObRBTezUvj2rOeDsmMsfq0Nb7aLua3LBueGQlmf9ob30b3Fo
wWllsnNf3mq74aq5bjywCjd29ML07TzeC4bYh/hUHzJsJ1u6bM234oZOrY6V9YX0p6C61M5IuZr3
8Hv3Hge2Q/c/Wxn/W9SaMZV+XGjKPAJH33i9Tzp1eljbGAxPs2uvxknB5Khkdif4z6n+UVa8sd70
/77fCf/NkgwIhFwo9FfHYX198Wbhnw5bxwTOwuQr3RDWHnTtZ6KsNhHLytjLa7qTe4xym/7DN9x7
b115u0K7M4unyZFF2CedLAadEfxANvzkZ2fdEq31JMObYkUYnaKygV7lxGcLZEYCW0LHRm3QSUPf
dkQPrI6rmaYGVh36PnQy1KTtB1Jrjk3a3BJW08Z+TpvQHM8mYaRMhtNtA2GNPXEIG7O40lYD9qQh
MTF7g1HyQIwCgxynG/GXiSAr4k+eIsFbVw9ZbBznVGB6tAwrGAeol1Vy1c24dpjubIrYvp4NNOWV
g2ijaHakRDE6JtVrZXh4JXbAKtSyMizT5K5OukNsQGXGXHjQvbzZqcxGoJDSlajNK78C3CZfYvHZ
6D+IOHpnIwFH+OtCkNmWX9h4c45ResgaRvfxi9D0EKvytSe5gsu2d+WtEhdiUZuWO846/MEqtG4Y
v3vs3uxhQxLr4xqzcTSi5iUBIFcJC4QTJUDkhcAdTjWPYt9aH63pv6+4yDj49afarZhxZ5fRsan2
/DRGORvJQ77umtBjb5NxNVXfYrdleY8PpBR+8DvfQM3/XuPFm2gFjFJokWMtOrp2fV2RsFHB3y4A
VyXoBfxMnuzlNDo3VX37QbHz3i99s3vZ9Jc7y2mzs+ooff+s6NoHrcfYy00F97PNtYuxLa4dg53a
NU8LMLXjnz/59xUQEQW/XmKlVUPeSTc7G4V/wkUU6ul46nzUGa46Sf77Wgb9+aPevapvtjBo3oVA
z2sea6VfA7I5E869nQFPj7sH4VZURtDUkEKZSbH94CPXpeg3T6ywf/158wIS3sIMeByj/qSlNHim
W4FBvkzybW8Yp5TVkG73VURp6/BVcsUw68+fDSTinQ9/s0rbnXKtIqXkm8dTPvl46eROsDlkNR0I
Y/axxNX6o40hBcxSf14l+Qnz21XZbowGuMAyn5aC8WYTPZNCz/w8wPextxgrN1YWaPDU3J3odrl1
1nSoDE5qYSna5+1O4+4ZO62PGGnTTTQPiiMJ5/dAaKyy+swqe0i4sxGDjRmNH3IXNu6VG7aZbq3l
NMkXu7iWFIlMrsZ96x8rcYj1w+wdlpZO5o5pbH1gVdRQX1PQMVgmFZvIK8sEqXKK7CfHvh3Me3/+
JO0fvf1YVnfGuM+t/ej9GPuD1x3H7qg7OxoWZX7QS4RK65fukl07743xoI2HJD7GztHBGSB3Gcxq
TH4yQnymSfN8FIqDCDQlZDTaIWOkl7fDfWa251ad8bOWSwPKjy+bI3CzA3b7bWxCVUjHXT74R/Ts
ydhcziqHMmjduW2/H9RR15dLW3yy3IexrvapUociZg/lde+lfcoKZ5f46T4R8zcjzjaeUHd+gRCg
s8QPrTJuVSce7P6Scc3RKtx7YtovEA59RaB+8jCsGuTu4JU9qs7dJkUbxqUNDjLH3KxtDdV9nTRB
U40Im64NZVZ9WdboHgKDblKh9mpRrDn2A8rcPbCRIEWvATJ/tSIK/VxP8vus8Y74qJ3ie4Kdy8Z4
1zWfu+gHdOJ22BUg6kYGZq01XeBp2mZOSw/eWbYFCk0GSIcm5lA3+8EMT9HJxdlkmcdYk6sH6Fo1
OiYs9AISHRm8Ysc9a1J6t1LcGEl7qPp52wy0apuUyUEAwGyjJeZh7Oq7Yq6uwE6HmWFTnujHaB1q
ePtobtZLc8WZ8r7PP1k5TabF4EzgId/AA3Gbl9NXWUGug7aK/f7o2cOxkIzRC32rMppwtjdfQmH4
bpvz3SAvVk0M1D38+Hk7IQN0L0Z1MPX0bIrt23y2Lwbl3k2x9yKWeUN6UIiX/ZCgG0cAdt5j4FXX
TU44YOPc0L49NxFCVguMETJ9HPoVVmkctKg+MnIJIk/QvLwulb51HOckSAiDVrBNzGdNRry/8w3J
5micok2UjSSI5ekX22dImdARoEFn6U+srJvc84IqvcbV+tE++d5Cs/75T8dYQ0Ggq81hODYKkcjM
IGwMC63dpgnqtvW4+aNkiNnDBx7c5Ywh0p9XOPudekC8KUVAaC2211njUWCrxUtzEfe84Fjb6ky/
RLfI8wxdqiNGTF52BHRDt4mmKMTwsNHdu0bxaKF592K6mTDvdKkHes+EsOq3I+nlNazPgQrSmDcl
CROFAFKOV9au7rvqWdepdr6lk7n1I2c3kbGbr7xKweinxiVOiTYP3XYw1Wbyb2J0PtVt7q1Woibw
7stpCf58Ccx3jmXiTUm0wIbIxzHOj8gLmE4zATwrzPtKf2aH2TicOsU8bIUD+iaeg1ldd74T+NSs
uqvheLgZ5iM6+pnhLNmqbH5pCGb6nMrtsmzc7U3CGOnPX9R/54t6b2spw04W28nbY6msY8ImjMYp
hNSA6Papt291/xJRU+ChCsxN4AnGuahIL6jAMEQIMZFHtSkSdHmdmhdjciJKWmDbIMm+kVzmhJEW
LlDEym3xZPU8bi8D3qsG9UynoyBovBAFU9D5ZNLnjL7IzMQ6zbgjCRcHlSnyoErbdihDXEaj64rR
1PdljLQS5bVFY9/6WpQ/1iMA8NIg7cmZYO6QgxMzVI7CudwIJna0vbmEX7TpswGBYjLPpQOFRFM3
vaVIsdA3ZnuT90cEx2Z2ZUNbddHtGR1PoTYHyGTO609MUHdEdeyEH4dp1gQN5CXmD2Rp6UGLmXGO
im1cuoHfP1fwhUrvHqTCxp5fGLhuBgQ+f75bzlr3/aZueZvtpXlVvMoUODefi8zY19Wi7wvTvVYw
t+OcsWJ+dPq7IXuMJ8SM83OT3Dh4dFYTt3KH7TKIoOi7e3uId6I4ZXHYkeLcolHikHWGYOfOaZhQ
NEkQt+2FBaF5yLUNjE386NE+y9srP6/Os7SGR1NvStc8lmTtmAIPhFChpWgf0O2cesarebzFUH+w
8YlkLkkURXmW+94hZ0SRleyrDgxPSFZEVm6NCoiw7W1MypE/X6eV//7b6/S2bo5aQ6KdaI9O8Ryh
P84b94LN+6Qz0rFjxp1iviQphuhA+5vU0vtB3yeefmFy4/IYOW7boGdoboz2aPOYZ0q7WlxQVm3+
0CX2J7Psjm7cb4fehMtQIwtAmVith+gx5kzy7Hbt+RTPJ6Eh+DaZwxZfiJcOfPZSOIPhrLS9yHQo
wqg2K+1KK5orOYHgkxM4yRap03Aw1GeUACEJPhtm8lu3nxF7D0eVykPaR/uSuZfOvyNA346tu9eT
IcweG1R17npiru/guKPlc1C7EeYA/ErP97kjQrRtnPw/WjzexPX9fR7y3pwS6thkaGCRSZM2bih8
pAiyu2EGT9NyPKn+atb4Y4wkxCxhFvQfSpJFqLngGfbXDSjbj9uK1jutD+/NIWJRY2TTAsC1kBF6
SiD7SVdXYH8M2pmKYd4yvFhFcV540z3lNzKku544UcRAtcH6q0Hn7m9atOFmsJAtF+DhVMXD0meY
omkrTOVLOaCUo8wB7hFEBTWo6G+Xus7OoFoxND1MzrHPL//8/L53mPfenE88qEJI5wv32ESA4FXy
xKBWSDfsjYBh55i5J4z9j6Zuner55OIxWMhx+uDleffD35xPcobLKRInxjQ0hJVhhk0lTrX0v5R4
zhKkUZUacYDE2/U2+llxarmtGtn1H/z433f4Sa38tWwpKsPVzDb2jjAkrloZnazGCaOB5IKMHn9N
t3LtXU3O9VJnj3/+zHcqltdW1k+VUptrvg6iwzkaHGsrhkVCXK/n+rVzUlCaTLgnCud/enffFAc6
ULWVX2gdM7d5cFmbnajYSTIcEv/kiHsiy0I8TSE+k2vNUScvWU4O56A//9R3TvbraPDnonBsKlza
hQmAaaIlV7r7ZbhUrgPuOGI3iCDLfdh7X5/W3+xW7pt2iTkuKlnQRFJ/XhmTFZKh+6DzG9crq5HF
0/4A1oGoD9iP3VlhlbrsA6vxwvroUXqnFem+2Qcqovh6y1rEMWe3LE07zMg+MnJ65VzPhmvc98be
LEQwUXrkfK0/X+P3hgHum4URVYjRTrYSxw74X+49re9uEz12prfiHU4Gl96t0GnI/LqpP7ze793a
N2ugnxq27TDBPc7DUAf0AbvqUWCGx5plAnVHCGIcQE+NjB+yIT6rhH0zx09kLXwerOw6ph9ttXZI
zt0Hl+Gdt8pdn4uf3qoCy9XgDJytQRl/ieDIdrZzSrEt5xGpP6V+IqftZETOR+eddxYO983ChRqT
KfKIOhHJ04tg9Ijc/wxI/7peCULI4PkTiPYp5TD8P7zPb5aqzoljB1kVmmbenNTWQxM1tjU9RTEg
erO7nhTNYvkEoFn/MIX7vav65nRVJmhbJ82H+M7PAhZ6ypiWDbzB67KI8+akM6w02HU/+I3vXdU3
q9XgmEXR5rZ2jGn9rQtGzXs6Lxa7tzqZrQ6EzOL9xWfmRH995n/E87ivS/75mtD5XtTnu4Gg6wf9
/Tf9PxLzyUvwvrzjJzJu+L2sv7b/53/372Ny+b/6S+9hGf+ydGettUzD/DfL4y8CiGH+y8BB4UN0
9VxHYAT4W+/h/Gvlfjg+6eKQOTxj7WZ39WsIqLZGh5ImavmogYy/uLv/ASfXMF9nyf9sAcJAVmTZ
fPr6D9PRVyTvz0vBKKpRQ/sMJ0bNbDR+rHCYdAMyjPpHrXcwNTuQOBWD07IgUgfsXYR02jSfpash
2TTcCeUtXdCs34BAwViNExbNce9X3QbSOb2zqFyWdA8vxLu2oRd9cYchvktyBkBbKwexs50iOIUY
lYuEFJdIN6wNJCH96DhkngUpgXqkdRmAFIOlxvUSxu6Unttx1uNH94cx3gxqNj9pNqUlxE4S1zus
PfGWCA5pB24UE1pojfOi7RSGjgS31NjT4EBHvASxu7hfkySan7noPbVU7nKsmoGEfQMyzW40UtVc
DDqHIXQabpEAF/CYgVrZIkGPuJgOWjFBr8W+oeNbaBvE5lZKLhMIg+EwOiJFxZ0CAKSbCEqQDMiI
8S2STja2Tqs+DzZxFYSiGeZe701a6bOSFU3V3gPH4fTTnZbPkDb63kdnWXlT86kBYyi3GF0afT0K
cxg3egw4oECNSQV+4yiF2mQBPmr2kMk2HIinp6ky10ZMns2cABaSXIS9KhZHE1fSxitG+4fS8+Wq
NNWK8szt+HYutMU+QGOUPzyUwpyc83Scj41cyI/UIj1ddr5qYhzE+iD6jW3j74ZewUhzl3ZawRUx
s+GOwESY+LROdLCEufM59Ua4TFnei0dnTLpxbwLoeIT23n3NbeH2WI9Jjl3AMH632nh8HC2AojwZ
EU4CpJHmTVLb9jdvGPEXpmmMs3j2V+doi7ylJ9sHhdsW6wUcTpprArjDaBjuTcKAt4PfVmF/OmJa
BdoZ5OmU9hc5zFQDSXPs+WFZN7oA0Cj0nVvqkt536WifEScqErhcb4n2QPeT6uC2Er9UEfVwba3Y
d4kCQLfIqJ0AW/q4wxIjIyqAPW4yVMCcEr0pJeQQDFknbiKo+HjI7Jz+xHlTzn2VB3PDWf2yJZ80
2o66zb8KvwEjXYGHs3YFA7zpCLY4R1srIzizn5Vp8zt9uzXSbZ3zMJ4W8nVHOssk9B4jwgv1nTTR
NPCNG9qdPmZpL2AAbdZnUmi42rLRtUTQ5xrUSTcqcv1Cq5RjPlmVTXrsAnrPgXMz2EQ/tOidadEj
pHoYCe1DrVCZSfS5MP20fBwa15wucXe48kRDInOeqjr1i1M1ASpk0E1PCXRjjPb4FgPCmOxmqnl6
VyXcvCCZZARWBGfXdCnl4I0nTAt0IeZ88HwuGBQfVoJBTBYuN9Q4d3YDoAybeJYtmwp3JTJP4iHM
jeENdJmj3nKeC7LGVlBKY3SwZVP3BUeyTELo2mRjxhjCQGpnU/E4aaY7BZrfzlhCV8Ty0pZKnCu3
m5gZ92B2ieMw+qNBAsN3G8ehuEDgzUCZIF6M/YTnztqVrxGlCwpI2v2ujRJr+KISe+GEj98kYN1l
Cj4XvkwvjIZcRhoATdndkhW02qVqSjygSyJnTBGNN+5smqtTOWFRckyL9mLUO+QaRu40/UBw2u/M
aORtxsvFDCBlokwQVj/B4IscjXiouM7KOydL09s0b5md5NAYD5PSRdUG7RiPRJOQwhjtIJk4N0DK
u69LKoYnO08k1MtMH3YTtctLHiNCxKQ8wffZ9MBYaFSZFv3geO7K7GDlrtmh8oalthnclG8CSczT
ti1JPd2Nj0+L2K8KNTZpwhXTrB4BnE2eAa5PgB8GQzQbBN4Vz0Bn79PBXt0RxEldJCaU5lBzE7zB
QDqJD8ApWV/1wvHz3NrIxlc/TEkMyD6Dmgt3MY5mgWq8KMFC1qmQTL304iyXWQMuwY/s6JJGaI7b
Al7zdnZNFl0E8u51QUIQLtViBjnQ+BqEgzhJUxCGo/VceMrkf3MN+Yw/w3W2k6ok0HK36JpbSBry
3FncHkoWsVUIleD/rnT4JWFYw+v8aDQQdbdYHZHXDmY6raQs7w4ac9uFIPgMdUEQX36ZyjL6UQPJ
QxQj4gUubt9N+8bgwTu4FgyBDbLEGJmXMZQExHqQK9N5mFuGQdnib5SHQxnLNdOdDbi+em9hhOhX
Ny5fNS+6IsUB3qdqZwNn4uGofB4lxzHXaWEki3GbRzRb6NYLdZNgKXxuEHNk2yTPnCKEYAcTNLU1
PT4TVpSQpEXeAh1ga3bIjk8G72G2EkLxTOWN6cYiPJmswdm0DrUGqgu7AOsZbN1hKrfgcnr+FSkD
jF+99zZ25mOyr8y0cwOwLzgsICuSwJbieiSWbpk0Oihj50paYQXEKEcXHAIhutybNWDczTAp/7Yg
vJcI8SzNXgp25iqY0EJ3QRkt9XVnGsxH4VBaD6PEvLtBmt5d8UzonxkVIWARMkXG33E1XqhoHG2H
gWl+ZqZWvhgC+Ag7sjlxiQGdr4+xpd0nnZ08LXnjfwOBCoiBEiB36W/HfAmnUTVKKb/U2TYTQccA
g26Qo/RwzvW24RYOxgBqxdNdqA++mBae+5mAng41eLUtUyy7d4J3Zgr1Cmn8Rotlm0DQbrryHCdZ
DD+hNLTvedy59U5iuLR3MWFYQFTERBavbcQudhTDfxr9rL4acIyWIJ86cDQZYeRXJtQ1ZDRs1+nW
nLPhOvIwm+3xFdZpMPcUV9jZwVFx9ipKndY8a1Pb1zi6rAS7wibXDJKBhrHS060tLf7yKF2w0lY1
fs9N2kjqlHyeExLL8qQ4nwjplIcuBxkcIgtQC8F/S1RdwlBUz2OLXGKP1Wf5YbUeqGq7S8UMgGCK
yvNuFu68PnvLudta8hskQu1TDlDrHt+0dDein/wX5ovYZlgj1fcSPMkAik02z9Gs+eVuWjTrvI1A
icGOhT+84Q/hRszd8sVqB+FszEKzib+JLI1nVOjYrDuly8fB8Lg/yuy8y4L86yFIZxaTYCrAwEPk
bbOTNTe9iWypic50Z0QP1bRjT2j5kn6DUybB+KRdede1RQONbc6+xQxl81AfPcyHM7bJz80U448o
07Z6GJJKfa+lktfZlEY90l/dv289P+ccPA1fKF8j7p8xtV/ZldubWroz7uPa8ICCtXh3Uic1fpit
Wu78ulkOmDxqvnGjmZ9HaNe3cB0rZAh1AVhMEYz4lSleTV3Wxf4LBM34kyJt54uHgpu7P3TVi1xa
OEVDrvzzHmMnrOUkYsBNdQmClCflYgb7bgc1/hwGPNbUl3g0C7reqNgK5nKLFNhoFLwtFWckx5GY
jIFHLz354jbN1AaA17FeYcWRkIHmiQy4eWZSG8/iuoX/DeTEbGmN2svi30H5cVLslos6Giz5uLFF
Dk5bxrrG1lNAhK9YuInGWSyPgsnqiPrL7MJpcQjxtGAtZLrRuCmgQa8kQWjTidaZdq2S/XdpIqyz
tayrAncCHrGdErjuG6y02qcIbt5XF47bfcaKQeZA32vphiGW96AYquAxXrKh3vm9uxwWoF0UC0Xt
x8CGOg37eT+7BDI4/YiMUyappINP6OpBOovt48dVwINSo81JCtfy3j/0WWtRMIP9TjaLRz3NgCd3
WetrW2K6VbYoMctJ7T7qop7Ec83GvtxaEdEfmQYFnDoL22dVkYdqYDKxVm+xsi/mIkI73voL05xG
KybKS3d0P7kGR/+N5Ywrtm6kYg/wDtI1JaeDzX0ss/r7POMN3QJ8KOmPiJZJT6Z8dhbNtbIvPU8J
Gg5rZvOR/ah/nrWJE+CYyA7ZjVaioRORRzaZ1PnQbTrN1hP3WV4beeo8t0LDbTQMUFc1zS+eImz3
qB5J8RRb4KTJY1LG6GC9RaOHytmyLkNOYPbCfCqavi86BF2+kqFngSQtl6EY54xDRDa9gyS2wO5M
VBleRTPWsRG1HPVqDLE2B0jy2RXm0MLA2Y/y1U12pFGVKhyjhoNlx4SIx6gvTFJq0SAkQe30Osb1
vCKj0x5Ya3adU2RAxAHtcWuSmBTzwiHUbt+pmZgiw+jFLsuIYGK0CZsthPbNmFPYGv33wlyG9lJz
+o4ga+LEL7w5A7yTxcKoke68zuYclrKwH5THtGWckUYOlU296Y1G0W1zJq345aFQu3cYmQsSPgmB
YtI3EUaI/7Fmm5ojFxf4VCNZ3ZdLjnqUBMI1HMEq0WT1jHXItahyjgjZqNjQdWJrqMWXyIeHxM6C
DdGaq2pPMdPd4zesczKHSdPaWIUEo2jnBj3RQkpW2RFr06W/lJYIYZlrt3NJabvvWoDXG8aWuY9W
o1bMYmPB2BHJlP8NexG+/8Zbz8OGbspoJzltFEECzFmd5ZEB0weH9/jQFDmdZulKDP+135lAehJQ
DA+o7qGqyDSfUOUqOlxBmzhZu1EFPH/A9/SpEWegHQ+9ubVh0pO8x67K0LDeNwWP1q51xxTy+whG
ZodFmOfXfk2t6ApCYkKOhE0UYgunO9AOI7F3Y1IMYl8aMIhByxEJHnRlkeM2b7yM0bOXxN4hZmOu
wTUWbXZYRCzxnELISw/s/wxKq9fUDZ+Eof4oX9M4utdkjh7AF0fz18QOVLDcZtPRuv6aMnuC0e9i
Z/8WWZ6UO+nqVXkJWnupAjqSBXqnBDws9v1yyfbYa0kNka8JInxBUnLzNm4tEs7XlBEwDX1L9FAX
yZCwLeIriMc09t66vYeY5X3rLOGrQRZbakdcDZzVi0uILv1Ct7CRQN4UZuWj72ABCuPXLBRtUeSi
2K8ZKaPJ038D0EhPscjmqDcwGHtGyGQmqve2HkW4xH3idughmU0rdqM1dNNxAmUyXSmp9PGy6Ouh
PBmsEcWNX8s2vYcwskbEptE4PY9OzPMIwJlkuFsSdqLknEGIY2/UlHfzblQs8QrHcQbvTmEXnUx0
Ajt0dVGEq/I1eaYS0ENxbjfEgzQccVuO6XROtjxQxNbMELbNoGTmMZznfbNG2/wVc/MaecMZXmZh
U7roNyGPSmNrFj0ROX6xJA0at9Toti4E3Owll7X2JLyybM5k3a3cfRiTJJBxicudSKu+P2+tTvXs
qHDn9r2KLcUwfZjkHmcrp0yQCBndqNeAHxN7WAwlaaqMrZ0ZjOnNBRPuFi69TAO3mV15TPNyQHun
awNPmtO27m1j2Ul2O3gVIUMWSSLl3sPaYOycKSWIaPwrlOg1oAizNGFFlj9b5xqaFhUSAEGckXyN
NhrhYd9Crci+TBWNcqbDskBLMKyRSO1rPFI90HMIXVl0l0g9vWt9jku4O2MxfBY9TOsFHq/Yg5cj
dml+jWCq+MY1gcckM8VJzbMOv0/dpYYeMdpeshmlg1k03JlFyHtXr31iricDUQbtxwqOHA3BdNvm
XiWC9DUkyk6X4pr2AKR0hxiPI603CFdEt7hxoLqsfBZk6kUbbSJ9Kl1g0u00DrpPKQyRR/hoipwr
l6cW2nbtfTbwYr2o11CrJhM156zXsKsC6uoZZrwUMqrJdWa1XKOx8teYrPk1MstuCT0KzdL3PxM8
SKjWYrhUK8Zr2BbQWQhWLQkB33j5iePycbgqMIUdMV1tukZ2qTW9axjKkVAutyXRhgqe+XuQj9io
6YbF+ZBd8DJVbcX1nfvpsiCBfCjgebUdhRRsvB6s1FAl5Hy5WpmCW9Wky7ltHw0GSUw9T8l0SXcr
i++JJaC0AOvh1tZlpxn+qMXhUNq53OV+iVhGdweHXq3mxJ28Iyd1KSAUmra7dSI4Ll8HsZgEvArC
c+I2TFpdo3AnZHQVPA2zXt0bdelAfbBmFx0/kY9pSL4AbLJdrVqd6VFnDw1jfbh30tZ2thvR6kyw
0aY74ms04I3EYrqHwrOiIhyb2pVnnAWBrdg5BzhCWpiXOHu7MhzR7rPeW4wvY6H88baI9VIc7CRy
bG42DOHbKtfV/L0b7YgKtS3QfKCEJV6q3tMY0DnClOCS2Xk4ICcsF7mcxPA18ZNxutBly8muhcs9
QoWsDfJ26NOVsWltpsk0c6IYoAA3LxH0zOhzb7rgL/Ko7GlepnrEKWEz1C6NMYBXXZ+pjVf5jv1E
QZ109068IHxbTFMk38xUmxKyBqh93TsPoXga+OR94GG2ez/FTpWiRrqKeTTqWzakyCEmtgUEGbJN
9lt7KZozgMLqoU2MOduPwqrRPQiiWvR2bfBmHvE6tgYliaM/Qo/GJGkz4MaRgVovboNFm6lC2Ccz
6pppTgocwlHzXdap8dgbGZ2edGp0GIKNTXmIVCSRLK5zJsluyYnj8vHBa0dUkVWFWbCHcyH71jgr
SEapN5MUUQemwCZqYrYqMe+FxZwTl6GkTjY4h7OKAfO66zSRlsAGm6knM2so8EZzvalhmxxCb8PY
u0Si4mOM6ZSBJEj+X+rOZLlxJT2jT5QdmBLDxguCM0VSs0q1QUglCTOQABLj0/vwut1uO6IXvfTq
RtyqkkASTGT+33ACpkmMhwyyEqZKvgRm3oBZUi6eaN0JasQAVVqbmQkTTIWcL/aB2qzkfrD4SWE0
Cn1mTBTT6tKM+KfHWqcbBpqTvKe7gG5rxv8+fIrYjqDl0iX5VfvV9NotARWHaYFRdjWIZOpZVzoq
r1ovSn9MpqC8BC/BsljCh2cIYE109KNexN1K1/7wp7E1TlKmZfQR+BFW9U02j+0vYBTA9PxisKCU
62lYm3o2/3BMi2nSKfJHaloSrG9+IlaLxnQAJCsrw36R3oAEbnWcHcD3aibZI5hc2g/j7djdSgS5
mzmNT2CrwbqoxftdT6NU4GOs9nvwelevG2PIH2bP0PHGXzxuM+jnap9z/z9Gled3m5kR+6PDAaVe
c8hLvjVbxEfGIbw7g27HJx3MPcNA0dKSOohO3os0VhUXN0Wsuhnf5JDdQ5ZuVev3VIhVKRbKQtTj
WykN3JGDono88NIGK/O0sMHEdMtOdBkyTo1jwuhvTSzIyDdpDiwxzLPW/yC6Ok4sear8ARmlvwc7
TtcRQ6L13LBQ3IFb4/ENP4k2noRB9EyEF6sWRGY/f3fYDc/rBtwyFBLSd88QiYLkEBQCiGJUppO/
tkyeuKEjvPE8BeJWGE5zwDfnKBRoDhH+XZlno9hUkYHxYvBdIPGVogHHSh2cqEVQpD+yMuArZrpC
rpFKMl9xqI2Vl4wmuIUaV8NjTSlyJ1unjts4G8GUxNy0rH7JsaU4iS2yZoBU50HBAdPIQVM1rI3G
ammE+RzH1BzTTIYVZQsomJqhgGXJWSkBuupWsAVcjgkNcpBLyxkW1PbWw8Kh18Wqaxuvvo6ChZZF
O3mwWwNfsc4WbBzAbNKvnMWdccjoa8UcZ+A4zhjDMY6tUs2fYGqmF5NvkgOW2Owuqi/Bl1CTCc98
iVO8Cl49YynvNKpXX1jRc+uYEWmE2DZnyjkEh/kmQAS5sCX0H9RU95TjgIi7jeYxkq5i5r4EEtzS
NdZ9QZ9v0BDZCUFpU7aHR4yshc9kODSshmoy7c4lTdZD1peExHvriZObdwQ+E9Og6GRyWhuRItLQ
TuhyK2vIzAU/I0bw0G7sNnsnJax/smYoabUpi+HLc5Yyf3R1R+rPMm4DYMYwCEHUFvaPWi2BOLle
ZV90ICkjaRyd/XLLwngYOX/pnaOcNr3ruL47OGCBtxpJLbw6yE6KkIdlE4AbKvVDTn7pQ2O0QGd2
wmgpCPbM5HGgXvcDRmmTr2ej6V6boKbF3VBF/ecvTfrfkuX/v2E2zJsF+18L75ePvu3/uU/hr7//
9zYF1/1bIH0zAJDgoYjfvIV/V9dvfwKd3aN/x+DrYSOh/71NQRh/Q4g23Btggz5/PjIL89F/6+v8
oYStEwTscFwe2oSb/51GBet/+5t8SLZ/XYS0+IE3mf3/mLpcOjSJeNTRvQdEbG0lGayr7nNu2nmv
fAtFxRIoM0R9Wj+mA/6bTP6zgDC61t68rjR1up2YvFfTD6MknQ5pTRvrX/1A/fBHLNbnv3///EvP
xj9bNv7j/9tdduvM+Nc32T+5O8JvrGf1x0+Lu6P6+Ocb7/Yj/uu+szwKOWjkoKYD0dnkv/+47xwI
LXySAbMp+y9/xj/uO/o9KPCwPGo6XCpjoBP/466z/mZZTP3xgjjSYpEj1PdvmDosx7q5m/7H1OFZ
XAC9IHgWeM5KX7r/x4nUd5nX6PZ2gijLmLV0lB2cSE0510aIG9CuNX67na1A5Qb9b2ehwbQZXX1V
flC/MXKerm18Iwcyiq5uyl3wykb/025qkJ4LLbFrJizujmISc11GY0rEqTXkt2fT+yhLk7qA20+c
mnTCTVh8zrllrudOJ6hYng9yc4K9dJidSh2MXk2vsVT6rpF2/ggLSd65RATY5dbgbEUG0XJp2uxa
q8V9iZJkfp2GDHxL3305wFpa9BwLnIPMvD1DSvs8uonN0JV/y+GgImtSVOei6tZdVOhrkpb5lX7p
r4yTxcUDTr92C7JTPLONvV10X7R4AqqlnulK4s8DCkgVvpjYbycyrnZ9Iga8XSmkRK26n1Skn0MJ
svH2L8XIT6TsTz7DOvtq2mg+4Xcr7mKfSx5Hfvl0A4s2IqVBmYKtPVSsTy/mDVw8O7+yv1zs8K+X
kVSeu1fQUt/+ukqfIciVR6J3GWf1NaJ8efnSrdlk07na9d26nqS7r1gh17HQ8sfJDOr7e6ddwsQa
9ZWcs7GXNwCVDCKmWeATWVv4CZMnf/hUp2ZltrwIQzCYYoxGgqqYnfyFZnvegDLBDaGHcZsy+bvE
twvXFtc7R7AdOOjl19HhJLqC0uNdFhrBrq3g8qWnjFPfs7kJZ7egUrvFP0BBYTFtKpN/wN7fo1o4
SqyvsudnjlB7baIkOAgYA/HhNTQrY+bxiE/y5maJzxaBSim04Bs7NvOKz6Yq+I32+MWB6RPungWi
R9aH29vKKMrbBw4vuUIvXdtNiQeB1M7Arg/jcOz++P7c/kjcSAfUMG9fzIlHLBH8BbPVC6Gb+TKL
1vnNcYF30R8uOWL8PQSNMRzg5SKHdK8Qau/NIqqHkFMs4Rw/pcGiH5viqW20t8mS0buKtMlPpo7S
nTeMWKz83vRfjdxsQX22xlVqCnwVicS7MjCMTewGNQBbe6y3tJOLteBre2k4yW4MNUUnl6caIOSA
8hirb9/TfBpD15mY20EXD3mqkfVA0IQKgP/pa+GYsq+8aorW0iKYRVjP/rKpKsMIMNfIAG2v600J
QHBt10t31rFSIaUH+jsbZcE0OogzpBfiPE6L9uD5fncdueH92sPRFEwmeLXFljvPyd2HxhjtN4VT
4zFzvHrTxhZJy8Kek4944IuwLG578hmik0mdx8c59rILd33/1ibC3FST0wxh3rNVxYETXzoU+KO3
jMYWAC4hia6GaBaDq76x1K2LmJvoMWAOzq2lg3sav3KwiLkMXaOxzshZyyVWjHzHyLJhMQ8If/QT
gB0csiRs24Gcog6IqxqYEtDHY3+X2gudx2PmXrTb21ejisYno44SBom9EXISiznxkuWkMXFyzyOE
aSIHFI3NE2GDHq9g77ndo8lSCT9jmOSxAAgPDzO4uCkBgCq+8VWb7hmksD1uRqw/G5uWSlq/kL9v
TqCtPfCVsI1Arq3Ucg6Ccw3jnnI8DsJ5rdkt3ie9aV7gG6UvoGLao1UJ57PrFCdOplZMc5iKm8w7
dH4sO8tVm4ChzMFU5kvHWeUtKDz51iuX4zdT1UWPybOXwoJyhfa54USzXsxy3tO5TCh1rBJ9dKou
epV0X4Zprud9hJZ437tJv29LhhC07klOcHauKQpV+YlZgji7nJQfcZEF7E/U0IStQbpMuiODyi4T
y1b1S8oEzE+LL7SFb7TmepWIaW8npkcGakmf+i4N9j0jAwJefPeJeooMywqlFSTMW/ety6AJmLoq
w5Fd/76dEvgKvdFeeP/7Ve90RRCCZL0mc1pt/cZvXuKxWehENuUxqY1bN+0k8EFon+oNZ3qfbC89
JUtEGKfrgw29hQg+E766KceMk1gYlPt24PxQW623glr1sfQWr6lNytukmzTeIn7l9GbYq6mtBV+V
CS1lYVRwRnKJ1xY2yQN+GJqWUrwvbVVhmBzNIdjg/Ao2sk/2sUO5Ir3Awx/q3M8U1QBN0bxeX8hT
ATN6HXTFcDAAp4EYKSAB+bWsT0VJfX/bz+0ZRDUfB6BVtCo12OYpmYL2NFsJVZEm+TfOu7J5TAyV
7NmUjGFpwDIgMgZ3wkAjbAcDlMLoj3/EjDG6GdUz/enpoa1V+dKpYHnFieqf5ik2bl8J+4IWwoxM
ObN11GbVSJARLr147ijkQ0qeZy8XIQ+oWtVdNNfL3maOsbEsZn10G1frnl69zQ2GdkGypCQxQScr
uZCNwCBBGWPNF8LngdwOHoUkjX10hyi4WiiDmwm0/O2wmxx43sFRSyA0ijh+LPp+vsRyDE7oGflX
PwJ6qNEAqVutniNOfgzFoeko2yq/Y3Ouzm4J1xdPK3dx5tTbtsc7UhbdUwmeOMDuEwGGu2mQGBDL
gDQoacKQBb/bB1FpnXywYw+01WdgMITyji6/kDPx0FwDlRtf4IK9U3fTNy13ehdzR9HKjIMPK3Zf
bQOZlg8Ffo67OWZRc+uGI3OEv66VDABtw6JlvDUluVRYt1ddNw+TQ+Qe69PZcJ3mIfWAYjS0VPYr
7IJ7yc/fSgFnWkzVOh2q4akaKRfLMzHuoqS8qkS+UpAw3UN0GtYtADWIyvEQJhxgQSSgvdvlme8q
8K+Gm5iuRKKGLX4apcorc+z7zuYBkJbWMyDdtVsun+xgadyd0mRbB/J3EJncptq3N4pBMV9aRoEm
09pQecWTnXrmtm0DnLhyMo7lLOSKbZoIicp3r9GYeCdWmmpD/uRWkAn7qgJN9LmQqvvNDIYZa+Sn
7XWR5nSAS+9cu0rYIaCh4DFlkrrDS4sNIUiWH3ySx3Y0hidTdtG1Yeh6kbS+b5zGiql8JUtaNjzn
iNVA1Wh8wBspMoRVE7geRGFvktGeiRK69pbMvPPHTv1qUyQeNQQzzicaiLsXl4fbucTngMY/k2XD
v4C8APbUGvnWWDL0S7dZz3NlvPhT6f6h4x2UCRvfkKZxNB0kJtrF+47mAt1sU59OBrue4AEN4NuM
HvV7yCdUOqmp0+QrfbSlPicLmLyhL+indA15zLKq3NV1eS4cBOemdfUuGDrakgTrhI+v6sXW5VvW
WuNmgXK/0R7RALqnFcVQE7NmOrg3MHUcunVADZYooCtXjA/omtkWMY3iYxZFpFwPeFjDEgdsm8rf
SswQQ0pU0llDNMKUekqZ5p+wwzC3csZ+76OI7xSVoTvhNMbXnOTuLusCWC0d8heviQB52pOUoq/1
fmJTUOVN8yemID400vZ3FzAudnC0PizsV3YIVs5dPTvshgf/oiisFsuNXMaYlDbPyniaDfOq3SQB
Ix+TOae/aMeDQSMQe9awGQLRMcpanPeCp9sf8JOUYaiBu6s2FvNQwW01t+gUinU8F/ZZ4y1jWi2l
j9Q+9OMpQBuiwqCw7/nG0u9LBpsWLaoYVuiG6S/D6/I7CYH5AhcPi+M8y+l50KL5gEMi1sqqk30A
o/u+7+iTNushO5fFuJx8v1yiVUtX9VqlzKZW/WA2j9Jpq4cSo+u7aaO1hEQJIhpjb/YWnipYXRz6
Qu+HuBGPIDUYQSe1HX1KDHF79oTdq6RfPGaLhG9GpJ3zAvtYUtTg6m2USQrBXA8yFEwEjTdbkZwb
A2XsPWEUoL8r3cCAAuO9st1bC2BXDf1hufl3QJB5XzwoloNMh8FaazdO7lHSlp2uufMS0+93RTN6
ryMQhY1MEiLNoAvMcxwU5aGKAJCndoWubA2dgVuTNudzksuzKTC4ubh8jknZ0AzYSQxCXmYlxK2C
4lFg4UYOTCmzduC5qfIjz1S8LruOkNDEmNVLdBtOboDtdKCyYY7lr6lLaSMW5kt5MzRX3vDV8r9I
fBvsGeuZRZrn9F0f5c5mEpxO4Kl1dBH7Hwi8y83ORb9xmwzECYziboj1R05jK580aJVpYDceCzbr
ETft16DxGqDUPHqL2vk5RlOu9XWmeD20xvwY9+64GajFDf2kEUxu+5qRoDxPWZeeHWvBW4sifSkS
QGNmoMwHYhPpXWDhEe4rj03ZjFFgso1yz/bnwavm37OJ6YEOlBiDj92uMSKNGwrl3KNnSiJijaZg
16bvJ+2bu+nmxjE4lFK75dQ7hanmoto+32PUNF+xCLcr15vdMBPo7DQc3w35/MXaiZZZJT7NMM62
bmnYMdCxCxG8Rm35nE/zU6lluQVWT1Q8nZ+rGrRbSwdhNYwvE2jzsEsz512NNwtPmXn39hxVL2Jq
SJ579uvSD+9kP6r7XuJamYE3hjh3lrNSGU/z/itVst7kpfk5lSiuUx8M696H3mO0bh+OZVZsM3CE
L4aoy7uM13ao2e9umyV7YsRw8JL+lmgY6caHIEq3zHJlgmBTq9V+zim8w9teKoX81k48JYMoX+Pg
TI5ZmTfhJPPfIq+yUJuSqbn4mSruwaW+1sb0Xo/1sHWn8b6UNT5zr5vvosgVR1f70XZx7XVhY7YB
bMvLr9AfelO8oc6wwIjlbux9uoEGaJ610eDR73LrbGdq2DSLUx/zmN2kNpQ8itxnYOGoYufH2YVt
qUkU0KGvLJsgDCSwG9Hp8XpaN0Ov7mk5Huo/GCrmfJVT4bnKpLnguSDfr4Npehax59PyPQS/mXp2
68GXNJxSFdxAfeNv2H8MnlxH2pxWRIAoGKjPuEXlNWiqYZexF0Zz639mTY59xP6K5IOmiYJobSNK
YPhoqlPmBr9rZ3haWge3VGCd0zQ4oZ3/YJb8Q3/+tmogAHgS0w97ilTL4K6uolNa89xkknPBlU0f
AqYR0gpZQxeEY5TlhkhEvU31/FoV4iSC7KVL1Xh2IAA9qijzQ9Oqf9w82/at9SXFcogDP6EGn5Mc
M9NL399y+b3Ca9glw60e6q0xApB/FDiTptgPlSRSwGPO73FaALY9FqhG4JfYvo/CfRp4SObcEMCv
xHvuQ+5ug9zZxROBGQNPMqT0FYnuC4EjaOfo9CvR17vI8a418vkKgRdWWAZArtA0O/sWwlXjp7SW
d8sPNziW3mxWPAOMXVROr0Ttywc7cPqdCKojdemKAUDxApBuVxaCdvLUwU/SvAod3Km+mI6W0X8z
nyNNomZsyk4n6IGyny0RvZW2WB5wNr/XHZa0Zux+maJ5qKX5Td7hrQmCT8yHP1B076DarWIbdqYd
/MSFefAV+26rsGB7ImeHWOYel15/JHUznkaMrWGi7H6L5/0QY13/pYTAXW6a+VUbts1e0YjuwBNn
GynAiYNWytlodgW+IJcgawtakCeeWmF9m3cOiNwAH7bR9AMF+mI3KCi8QAbb2jmWFcKpBWapiZcv
mrOmkMvpiAMspyxq3nkzn3SV7OuyvlR+MlHCNGx7u+Cx2h/SuEWATQQTgbwt9jebzpaIi3ut+ht1
HlIUUtxTYLkxc6Zha8CdXS2GgUUhDcLYU485e/PYpfZzxH2pCu9e03tSB+XRH9xDS4rH5VSxCpDt
VwFB1SlJXwsCX2JOyLT18YebYQW+Ndn75bhj2BS93DoBQgdXEqX+mDgHT+3Zxz+IRZz5PhB+ax9B
C12tlDbwZZEXuhQPeqL+aPYL0CDd4wAPN43qkzTYSEM3WNfZ8qIWkkZzkoo1KGZ7jRv9oeS5BZNt
frWm5GgU0dXpYd/FNm0jKLvI4cEhifMo9NN+77oqfrarQIeYPt7dCL4TNZSroSrJxdUmhjKWst1k
xRH+H4+7Fxi02tXKiOCTFt5H21qcwfMM8Z0MWBeK3FKPncK6ZzIl7AphHpO4AIGMnr/Lq64pNmBW
u1c850Tx+qRmgBFgfWUjnwUr5bEqJkIv59q3/EMPgHU7pDSgjhVtMxZTZNQyRkObwJLm0cUw+11Y
g3+IPMkmIOmmT11DT9aAyI6UNA1ndqrV1wy95G0J4haq0JIetcdkmBnBhCbYTtSYeW2S/Im60nxn
xObsC4DK90Rzupe2y3qc1Qh1ls4MjuU6OhZEfI4x9Jw+6P66pPqVnYkXAr+q4FRy3OvYqOL30t+L
KYoTX1u5Hag/Cmlen7cRRvZ73BnVbZ3oHoF/3YZG2uUol5jt1kfW2Zheu1zzRUVnTDcOTrMguceP
TB+Lwsqf970bpoY7BPhsm1dvSKrnLinyD1KZzW7yaxgmBU8l7NjW0WhH8YDTkatPMIjhxQI4u7JV
1r1nbRKtcaf6+arFosZW2iq2gcMxzMDiuitab7jjtM7AoSOy0/CFqwJSlr6CtrjCx5auZSqjJ89S
wToYG5OWrqnZd7IB3px4ct9kpfPgz8s33u/ozEuKDlndDVuqnNhpGDEHXhMAKMxCPB88UbpTVfjN
rvZ6AIdea5u/3Gwczhw6qk3Cw3c7Y+KBHW8xJrHj/DEJ5vkpqev44OET/Op77T0msvtlE97o1l4v
ziWHQXoJ2MZHbIyPqrIeXDJYYYUhde2at07fholGywV9RJSyPSnZkYrTeNgYddEt2xn9O+1n48mt
b2BEq2ypxLk19mufjatndqc2FsVL03Sch01WbEXt3l1SF8Zdz/PvrnMFjeIBIIk4nw9ZkDG56WV3
8CsoF3lLhakMHHFNjOz3CAgZu2xKsI5jS6maqy6M+E4ZCiHDr55TR1uPpDio6/dhs616XZKMwvjJ
8MuQGoz4iAMOPNyhKIMUgO+S30G1IMAxanhJhN3WqJlmuSqTasB/quo/dFz1p6iuAX3VvdhQzMoH
21YZVBQ8r+gqvA/cmZs4cs3zzecSBs74RLiN7pzMaHiaTxAa51IeKq/EyEDEZBNT14LbGcBUQE5h
lcIvXzvTEB/TrDA/JpMzorbabBPfVhWLTtMzRIWEC2dQbfowvCvejG1U9XoHHKMlYsTjJp6kvBbz
gJFznh/xTSarOjYmGicrbKNJDSe2iB70LP2tnFvwDHO+UJ+osawEYEVIAHIKrWe25Lfhasa0LSQo
RrEdyJRH7lz9VRWmtXLdhqLYDM0EwYbqU6s1txAUniL8o0+6hs1MEY8dFslYveVB1mP4hJ2CzZle
4nkEveO1CiJDgmfNtpodsxZkE1fIi0m4gmhJ1jyIXLjnaML9yPWc6y6/cUlc+5xRnncrqfvttGOy
JaFSHPpoaGByeQxQOHOVsshZHQMHXmZq3Q/m2F8H/OihpYg4J3LM99pMiq2M+/feVXiucjBhEfDX
/Q3OSffh9DngvVvXc4GFMLWW+KTFZFz0kA9fcYZbAnvMYh7nYax2iWMQYCahdEaKggeRW1tmXJth
aMgYOr3Jfrta1gTnzLVZYnUXxCM3FaRvotSRsZuYQpwYWhobM3HSbSbz7wHo5UlnyXSwJzVuYiMz
Pwn++psWn/k6iamZrqSJjdtlPquMxN/6SzMdB0X21R1x0WrWhu0ECXWF+s26TufhmRmM9zLYTnGO
I2VR89J1G4UWRGSbnJKivKwp2+45HzO9CXQjKMVs+AZmfnucZzvA8AIa50Cq7QOxscAYbozngb8d
2gb0pEx4FmElQz6n5FhWuiiibe3Ku6R02NovsicankPwHWJnWkVuyTfdE+CfcLLD6W4nI+T55D5Y
vu22tF2DcAsVYcenAR8e6Ws5rgrv1j4JAwBOfK2qBy8HPWnbtvsCTCa/ml2w7AVpiD+Gpmuvkcv4
LXqUTBMwJYblAlEsQjE8z2ppdt1UcAxjpnK/pMABTc8TTH4p+8rMyj649WL/MpfbeLUrylcomiVz
V6d4dTn5rAuD+TOXGdzPKSrXRIT2WHqohUswDC9DM3ylaQmsp2Mvw1zfHV/VIKaLSrMlNJbuC1Tc
TcXlh/S3YhSr97CBkz1wfuFXg2IwexHLndn+ArcY3NvCgc+FeaqnUpFVhq25nRtv5KAs9GB3eC9B
kQByqUea3npnjLkhspqwTM+1xYn/Q9pkZN6acuV+WU3rzlT6CNJzesU11a1BCdW/J4hXbwob354I
pT72rj+8G7BCH0x9A3XFGDEutvJ/xkoS8BJo8e+lb3ZnLxicq0eD9dHM+5ioSMubaQUG65vHmKNF
hTy3sa7fSGEXr4hzP0GL4tvOsB69BIHTmXgHYp3QEjiTgQ+XcTK/KHZxkWbwmEMGyD4bPxgfGrsa
ITDOjL+EY+warMFX+gjIztIudE/tZXSI0yRlN5m2/U+caLDSlIbg4JwCtleeRVdoUYkKrDUTjYRb
hyo3Kri9vohCZXKwbmf+RzgPvEVTMmdro+z411kVY/DTzX0CHek6BA7Nzx7z1J41+WAbrfOrsdp8
wzePd3ax1cTRh9cbDOjci9m3v6oIUXTV41npVnXRUYSDx5qWWQbC58UqOSbPcimLFeXGnwOZxDWa
ULRyvKQMSZd+yZqbhdIHLj8fanVAZlfHehRGmDl9vI+90r6yqAb3leRaCPJRgWe1bf05S2Xrr94t
GyVg7ST6ZEn46mGcGv6ridl4XSNa08hpLwRQbu9KxWu9jzrWrrUq+fN0sJnswmZZ7qkbQ5OzP5sl
xyBQ4y3td3NudBK3aursmfXhDbYbcuHL5Jub+qaVG3bxCYLFpLeysafxK2K0G8IyJU8QlPhg35HZ
W/mYGiqezm1ReYrtOrUJ5dDjgpx10pAs0IQ5oyLhl0Ym5s9LMKnse8HFM21lhsP+SmJNrEe/9sxT
NqeLs4EkJJNHq/Csq4oMu/NXwjDNNUaFetjQGCs7nibLjdnEuuAs22Xpp9eIKUr01I7Z0K+FH9O2
7hNSoZTRcGuY5oInkjW3X5ZpKhRZvkETR3gK6y59luSQFLuu/WVgdm5uk+/ideHUw9MU1/9bGS+j
91a5TlZuc3wJI3vdIT8Rdma3MZfK5UYkDJfxuMqCXyMsivaMTPPSW/wJEd5IfZRxV9HMO2Dg3k21
3x/9tNY83zTFHq/pVBPzpWTCaA5WYMbzeiwIREg+lheyKRyZTayvG0/12S9DdvJjkIO+iHEQ9r5M
Y0CTi8Q2CosxLjyKFyjnoDOoevDj2AjRmswICTZmId173FGnGJvO2uR8GlMbhuy5vs30ttgu910j
TovhRqsRwFK7TXrORUiQGCWTuE53c1H69wy3WSPk3IHWS27ViUSdlH90HDUVb2MXTfnOGXOw80GX
ZMQKkT+Kfsfoo0IQrXVzh4+xZVhJzKJJw3wih4hyZzoFdcZZSpMZrgX6fOHpUXtS9cOZhHWj2f8S
Bb1jVgKIQSau+x0NRXcjb9Qc5Apmv5DC6Ef4BEnnzGFtWc1XIj3Xvlp5TR+HayXqRy6xeRWN4UQr
j1/2GMwgube2tywoYVXWPAJQpGgjK+05P6GeKljfcBSvivoHZ9NTYjQcK66a41ZET2RlaDauWQSt
xgnq5MEZLG+dONzuFGJ7sR+WsS2KTYe9jaaQrg3AbnqLh72H+OsIezgoBWoJVX/8LCUCMnYTUsfP
VENfrFr0ao/8CrZMPwwiHLwiMkuKAGccsMJwr0xEup2odXVnEj7e4uYHlFcluyVR+pldss2bprNv
jid0zkxd1G8CbwbTqFy870Xxyh7tvDA3aKmbiVapOx8cYhNrIf0gxCY/hHUzVQ+8m8Q7u/mXqEEi
eNH84NUD3aUFI3S2IJoeA/sPeiTb31q/NTyJ7xwE8YTOh23mit8g8WjT1OaDZoDx1fYsFoqlUwcO
ddljh3Eh42TC9Po0MQRZD6Mb3SnXfirbtgTS7R+cOLLWueSEJKuKuURNVtObaflm6pHUWGk9mJUG
O6pGhzOjNEjMK5rYkxVble2i+uB99ioVFqZBm6XD6ZrPz35eJA/Z0vWfl9hp8KowUa9jn8koyxj6
1MabBr0x4sp/wywJJK0xORFmk2GGWU8SEdTdpgMTDfu5ZEWsUqZAbb1UlzRt0zeFBMI4SXXFnWqq
5lkOkjaHOX4pGzaH3qxeAya0YxQGchT0FhBmn1cqm2V5ITuKNZJ5JEZxo4nM7KZXU8nWEa9d8lpu
nNqc7hkaDMelRopk+5PutJaUc+Lbl2Zx8vqRDtVyrTJ57+BsZ2J8EIZRbxonc8LOEPcMx9pwrNlf
AOd5iCKbdSD3DFC0eqrDtAeYByf4sSpQczt/3GobaDqC6Z3hk9QQiXntDea5AVW/29wBJl4RjkH0
yj/BRHvbilzfEyb7ZqXUZNFUN1s75D4jZBJ8IiyT76pb87dDVTkwWs3Wseluof1kYUfOEchYx3Ni
8RnG2T1tFI8qafUuNlT2UBbuKW5M2l6t+RCbxYbUD5DBNHtznHI9aqDgjAGZaNHpUByDzGfCZ/b1
K1rp+GGlNUM0TezA8tM3oWipr+z8t+1bCbU+1vtUUwqiO/jgwUgOimaVbue28cYOhq1qFsCCvnRX
Vs3TyYgeW3OcNkaTj/sO7N5OZXb/HXjRl5knTKQqkrVNiTBY2Oo1R0A+jJ30L7gSGcIt9AIU0N5v
giPla118KIQ9bR0D1cKSKIyBaS1frEwpg2DcFW5TQwKRrbEtGL+0DHlWcZMCSE2mX9RWvPZTUt85
omDSEX9wjvoVEb4JexMbinTGFylNSmVuRBA6R/FfG55/dVIEZ+3MH/7EodmuXA4AmfNtWyVBELuu
rr65IFz7YEb5WN1NRE3xfpgmsoR+9uGVRGSQY9G8rB6Hjpw172lAabnvPCEbfdHZzaZimnyGjJle
e/NCl0kF0ug/2TuT7bqRLMv+Sq4YF7QAMwBmGOTk9Y99T4oTLJIS0fc9/im/on6sNiSPTInuIZXX
sFaMFOHuFIjW7N57zj6TujdsNbLgIyNEg8MowpT6c5EItbclU4zJOdD9IBBstJ9BWIT7qDYoH94h
4JzVufemO6QqriCfFKMb25Ugr+9i4IH4j7ECWlDo62DXmcSNWsbJlLlXwuOuN8iNj1MhxcUU+teZ
6F/j+LZw48vEYHNUefaGNtspiJcLW7b9ZoqNKxGUJHG2KPs7mb2qOt1MZXDeNIX/VPbFYwLFY4oQ
sldQClaVqTZN7ftvyPJ3Ecasu9oRzCOnm1pr2lpanVh1fQHFptjmXbo2VPJMIQx6I3w329haeYq2
je1526Gm/aYTYxf5w8mUSiDbufT20nbYobvFZTw68Q51ynRiZUFBOzPwSWnUT6NdPsX1YgGRiQ3A
N7azlWmPZ2NNTELVezt3QCXTKBFgaxXOuUNRknXjcCnc6NJ10nsd6GMYY1szyA2faUhRhvTUWv0r
MSH0e7PQ2xZGfIEJnAa1qu+LNjxp62TjJ+WLZPOXkKy2apv8rXEI58KjQgANWK2CIPtLXO7rVAB5
VtVeBiUqwvbaM4vTxsovVTQcZu1BqU4PMmovYhAPp43ZwLVAYsLOp4f1ElsptPXoxM4Q6uEdwps8
IviraWHkRXEf6nYPo8m/rlMYK8Vk7ObGPmm7hNxgcZEU1SkljrVY/ONNbLj9ysx56tOQ/r820cXE
46s1JuwaaGdvfVk4z5JUInqNYbT20TSsUCClJIIuuKhMuMu8TuxqXP2089Rw43WBPPaDRW/capE7
wjVCNNQrwnErYZ+5XWtdNIDtkWuJ2V8Hjg+1ZW21jhNGm6Ge2ozU7yiZGehUFgEYIuNF80IQo3RZ
PHuLhfZohf5ljcjmckgTKh4EIl7CL5YOzLVKlpi5d25SJ3nQbPfXIVrdg6YCMYDxsCqhROLrac/V
WV3ZayRV/I41+I+1tcTMqtynhxp2hMcN/aVdS3stKaWviEUnhj0fmOwl5Vp1TkUYn9ZnYADA3iTD
dWT7+5lROLVEUm/MpAPr6Pf6pMOMsx+a8bSV9UVkOQ8sbadmDtuHpFE4EqkJX72w3ENStDwEg51B
Nh/kFa4U+FoS7ahO/DPijbYVBl+KE0aTdIYSv9yDmwYXXb7SnGbWEIMXNgu9tmeNR82pj60azoy2
pgsUnJuzPBZt+sBKhF5t3ABTuC/TAYVvN9C1AT4XEPfh6y84mBzsW24rui1SGefrYMvoHC5PfMZ0
0iMMwEIoFxFWsurZE2783rG/uNjTj1i43hOP5RLlCTlKecTOXYEzs9gdr4cJ6h+6XNilbakvBkZm
Z5kG6v+/yFMJoFnFV+DmFqeMCfmNP+bvfzQEyPL//u1gaKfjl//8Bz6DX1kYbr/mX4OX9EfDwref
+O5YMCzrE5hHE0uMA2rWcRbw7XerjGGpT9/sKabtetI1pYOb4J/Jo+4n0kBtWyv6EtqV4n9IlPAr
l6BSTAs4IFDHmH8reRTvww+GBXQeZJ47pnKZeajFVvEB11r4eTROmX/tRgazgVqm99IzhxbZTxfJ
td3q8bUY1R8UU4wqwVeA0+kUFPl/5F12VTCzaP7zHwvb8vs/XS7o96O6ZIZZHhfA5Enm3/+AwVUa
yV+Ve9cRdttVG6CUHOpKnfxwG/5vD+KRAqtMrErssn4+SCX8ii6Vvk7oSz0hF6FpGVTj70KLFm7x
x1NR+Eu4LBzGVB9OpSOmqEY2c511IRZLLQL72tZRvw28wTyYuXr+9Ulhffnz4cCP8sgg5cC88vNJ
AW0eaMcoUtWt6hQ33W0wWM5Zg0pu9esD/dUtImzmnweSHxi3YBcE+Dh1DXiDtojSLvIQI/n+0fiX
z8FfPX0Kk5inlW1byv5wi1z0m1kYuteZr70b/iOYoiPD8BNWSaihgNSZ7aKB2vz61Ky/vGdYtD3e
SORJ5ofDpvEcgWrS102GvochEXKCqoUi74eO3M1IrW7hMfjbXKXq0dGNS/5dFrxGgasIovI7qiDi
XE5j0ZEAFKZwWdOcT/NvbsBfXhvtMKiXjqWk+fHBquuu8mJ1XXSEVskkmREBovJHSayjd4IhvKtS
2ubh15fmL+66xivFo0WlhYnpw5WBqteExShwsA7laSmQjUUQU87+Hw4iefldzTeRlvfPz3Bt1H04
dea1l/UYTSk7cCbrYf/rgzgWn8gPrwoNZg6xuBG1kh8/bWUYxDW6v7NxZqPETMQZnijY0uKk1qyS
nBhLKrkLMRCVXlhdTOoGCNMVsEurO0ymWb3j8CIZYs7YtqwaZTOwGKCRqH09NyrbLLPeM7datpYD
VMp4Hc2ee5MMUzrR3Jb+1Yw6ksTQEFgRetmovFduVt7XNr1+Iiyq+j3sm7ajea0RFqHraBA0z+PS
KDRK+Tj2dU+aJ/uQu7Y0ufmZbR1NAqlbJj3UXmg4I5zwrnDnbdNi5l/xxo5ngTHI63LUtDRAgiYv
jkWk/NpWc0zGqHKtva6kvPcHO9f00j15U2PbHXdNXlJtUbZn1zEozxlZAcptatS6BkQ8OMMz7hBM
CmmVm4j1sZ+TykHoV7YuqFIYBbY+vM6Q9ON1whb1LejE+F6Da2Iu26p44zB3YNeFjPyW6+gdxZhn
HiLPzLPXvGLBKTVokTF9DNs7aMYi3gVgBo65qQYDEpXIIbw6IVH1flIM4T4vrL4ASNwk7/C4smnR
CwpScCpIO2dIGkjCifiEAfClZ7V0l2rjaz0yAKK6takA0TbhaWYOonejdsRz7rsR4UnoV4uNXRkS
AqPGJ79iG+whqHaqqwBs1kVBSH27jkmDv8sRZtGq14a+Z1EJ9vztJkaj0h0+Ex7XnWlwUCRsy6S+
mvvGOUUgFbyg/86AusVhblH5j8lTHjV5vIsSpyfzxx67s0g3fbIVfQkjLpzLwd+bZpCUGyZHQ7IJ
vaHcxKFpE9/juoaxU7pmCO24Qf4SWQubUiJHNVbWPJSvWeMrTK+TU1xYLrbqNSXHSEvVC9HUzrHC
PTbNSfDm9CMaZEyByF6pdqc3c4BtucL1HW0ljoxHusJutpnDGLEqblrgD4iWZMWM3/IviqQT6TlF
KuoL5m/FQKdHoyHCvnJWyUK+mzyh01XiWMOpCJLhAvBwZcE0EZO9SfJsxrAEH2hA3wNyiUAxD9c3
/XdIC97gWwaTzpkxLVNyMkiGFjf/qs+mAvZC25k3lYUegeq4Hro1WkABXwovV0cvetQzTbtQvQ86
B1dcgRTYGY3Je9NUDtAN24203qSVSQcZcub4Fo2WfS+YIz7T5olu1aCwwbOlRr0p6EC+DNBV7m2V
gXFlfv7qjRkiwIheSb1MxJNjMfI0HyljydEBZB3to9wuFpsSkUmca/kaiYEbNGsnezVNPwB2GjWP
ea9ad419Xp30IsOnDrAMMWEqyc6Zejq069JrsxpjJ+mrPuQDmP1cW6jYZDwlGyTF5jkYYRJs7Xmw
1vmYxV8nbgMcWyvv7ywRF2+gtf3POtdo6ItBBM9lY9kPo7Th0zFyJ3suh1CxMr3EGNZOUZB/JGxW
Qvz18XiFIQantJGr6LNvhOG5oNmcryU4CHeBo4U0sIu5HnYDZCc6nFA3yHwNlHOPaLG/QyjFMzia
3cOIF2mhB5kEAFtItjmDcck1C2Z7eLBG17+ugIMm+ypq8LUwE0uiPeQf2azzoceGISO3WaGGcqYN
ghci3JPFQ0ZfNbDiXbIwGgdav+Eq5LMMGaqGv4gPaIhaWkhiuGrLIL0eimnCWOUY1hmwG6AdDDmk
ue0cQTAqSMvAQ6SYJ8wGhj69Tnju9WrUQNi3dWs7V82AERIXWzDfW8wK7JM+HpJjj1FNn498ycvn
rKNFGyIej3ykyDkUoAmRRA6OnnLQyaIzXdeL/I7Pcd6uysEhQmfVqXqQt05W6wU51IiLFqknlaMh
w2xj9NoTJ4bnhM05AsoYW1ub8+Y6JRKhteJ/+9vlrRhXytMlD4Q3V8tiF6CoKSEhbuCfRnBnmbuf
AoZR72BEKfjTMQYUKocyWNu45JvVEpS7HnpGHge05+apkccCUgIC08+1k05ndmkSYmTStKeQla7x
pU+M5iHFJeQwU5jmdkuSXfTcZVlyZeZp/9UIEUWy/7ZBq+dYNNdAVsMBBUYQxhujaHCkGpW2r0sR
hoBwCoHh5gEzhXlXTVWcUtc2QXSo9Eiq1OxEiYmTqEjClRHWEAARqaOJaTECBshJYvnFGSH9bgB4
JiOGK9uJ16OKcYHMg2+OWIxLggvhdkAcbUaocsD6YguXSUUrAO6dEW37krCTdZ/Z1Tf777gRrZc9
+qam9diruGtPUeROHMLTLJQ5IyqIfW4FIKdiPIetR4Y+w9JxiQzJc/eFcTr8SRREDCxBLOHL84Kh
Y+Dktn66dqaK8L/RziBbY7OjUSDdpCTBKrbDYGujRuNRREAwYtVK/Tc50nJD6WhCWfZr3h2rZiHa
sfVI/e0k/BDbtpfUuHQ8CrI1lI6QARRDpmHlREPWgLwC/7H2OroBQKwF8sIhQpMIioOnfqsSvyPP
FtYsYZtZirsjNvBprhB2NdU5Uuah3TUktPR7EEysVG6qp/gQ+XSLzoDu9eHJyFJA+47ggPGYNYV8
VOzMjm7YZAilDfSsAHSQObTI9fy1kyjUxH0QNf46N/zau1vY3nl5OTMwipaRgXM9Z5Z6xgjY4/sB
ys7+ZG7pF1uJj0VdSexlpFYnAG7QiXFms1x0oo1FLJlwU7AoupExjFPpsnGQQ4+hrPF729wFtMog
3kB5jtdVl5N7Uis7p9krhzHAExFYmMKkb72PnSR0TPjMMFcjuLm9mHxjvIomGY87SvYFHFyMtHAH
CwK4a8hOH+ppoOtd4TLihxqvIIO7Rlca3vuTn3grogm8bF/TFprhv0JG36VQWmF+8WLYm9JsWdWa
OtLRW6+noog2IV7acjtYXoOUATOKXRDKJZGpiLktx2TXWabCEh4nZ8WY5Cd9UKCawIJTd2vPA0Cw
Rv0B+NSOg/Ir3NQa3b4T1g56udxhDGOMKLiF7aTWWnaTdcbcDkqGy06lW7MH7pCVZSXt3NmoKMTa
dnYvY0yUxNz5c3qP4RRxaTjOdGWptexwPxrss+nzGXejY+E8zty+B8sYe0m/mTELPHVRr9Ljt33+
3yKv/P9JzrAcSr5/jc44f0n/93/92HX69t9/7zrZn4RL28ND/+tIm2kOJdY/m04wL2xTQF9xLAkn
Ysk4+aPpJJxPNDJMDKEunSqmNPzUH3gWy/xk2Uqb4FnoOfD3On8HlEHIyk+12QLa4DfzltYPf9IB
+JAGRSpdGxCnvbOb0XQOoLcaJDejGbVPcuA3qxmT1pgBo8yb9TrC9T5sDLo3tNk9o/PwV1Vlf4Pq
TSjMgdQXDLzx8r4TxVY0p2rw+62Hoao7NvDDG0IsOwlOo3LT8WjDEA3ZIJsAtEsHWfKDYiWj/yvZ
Px1AXRXo75BPek+VijCjYzuM8uFWV5aTfNHDuOgZ5ahCF3p4li2IhCS6zCRy3g0a1SH6Ap6MvXbt
4sA8xhPbVugXNXmDKEBYOvnAq+sonMeQZXFO4w1VjeXfUeZ49b4runEDwPIOGu5b4SGcQ6izkXVy
7dsGhMtI+uy8UnT+FNZ4/zI+ZiJcm21L6q8uPBgH7AQ7XE7BccRnCvXUZcmcTXVvR+GjXbXeyVx5
sM1KZ8T9asSzzuiodwhx51L2MAEC1bDE0jR5sAvSIoHKY3LcAaVtg9PBS6oTeAth82ADCJn3bhM2
6zka++FhTuqZjx5nUOfHZCwkVg3ln3VaKSK3E0BeaWEEYP4tpj8N32ga/FVt3TWNveAowx5NIvME
7R9R5nhEdVW2dSMzuuNrC/EKYD+rCMdXvEXRuCt8f0QRiVcxuOLj5KMfDbzmVTTUI9KPZ3VdszOF
bBbUKRTwZBKfRdVNL8xJ6+shYh4cp+H5wBaWfDdpMJTXlXvjGf092zLGsJElv6YNbPh9TGXSoLoZ
8T0ydhbSfqNKQwZhh00S7zHljt15SWG0qHq9/ilyobEzU2myPXD2On2m+K6mPQhkv6VLX5f2dmoH
QAphFuvLsYWzLDcWqbjqK8FgqfU1mZU73iaYVYcjm1ivvkjHzGTD1+MZEChQGLpmzKLAOFQS+oc1
J/LQoJOHmKdEnJjIkMdIvNGqUmTFGqAz4q2JsDl8LAmiUJ+VOZnRFUus332NDCNuAb1jgZxRlpHn
3e8b7SFfdlctm7MCOaoMzrtZ+KremTUvJfQ/sHjbpGBQ+YqdvQuO1I+Vui3Hto7u4XM3JhLlOIIz
RuJN0bDoi6ptrtj4R+kF+y6VVhs2F6l18K0aFZiS2oGMHHUgM1mIWIK1wfRNZkqgsByK0yQmmJkK
ud6LAdetRtRC60Geh06PchWG53TbzoF6LpMqOPVjS+woP/rnJHcblkGVvCJ9ZAwM9JCaA+7NGtwt
QdgNxGl0aoTqJEm2jz0/T9cmnfJmNSVdkbMFKhFUDuN8ihkC8qea8uSOaMZCoc/ulvlU1z1MgLZP
+cbFB5fl8SSPQUz73vBO4yO4GEv/ju6pvimSOcAzorjuRYDcn3B1XDv9wPtQu557mZWjvNOpUPij
8trem3wJT4jLIROo8+OB/KR+2gUUSfemU8/XHnvjE4ioQG+nuqemql3wwwQ6t6kMxzWC7P6ROSbm
N7zCQJ4jj4/pbpjrRRCJtKqFfHJq6g6NOBb0nBRb3R/mcio+C5zg6x7k3lb3drlToabTYEcUgKX0
UXS1TKLaEh2HKRrjiEfOOO/65spqKQnjDp1/kDP5mqsZsoOfuC54BlevhbDHO+WUwIrjtjsdaxgM
KeoUqjwCENx+Op9GY3x1emNAI1jVN20zRgegtMzdbMtEgSfGnbAx1xi2YZ3akcbbEA7hE+YMtQZ7
qDa+6dY7NXb+McqqW0Tj/s51iUsYtBvsZwcsSZB28UWEtfAsNur6JjLK6AhLafqcoeDGWScN464K
mfs5Xr2LxqF7CrTqrqE5jQhFCsnMdUq5IsNeJHbIsDEWW52h+PGNrD+6cfoSzNBEUYNwV3nkMeXO
wDIBlQErdBsSacZO7LKymQC7FMmW1pt3CIVLSTQqcT6iV30SsXBPbd2XR7CE5QmFwmkviDEh/gQQ
5Ww626Lu8oPdMJKtHHCqnRvIE9yu5IkXob+X1OqHsSzql8nv663VyOrIXJYUS5F1uKPbV8UtxIUv
xA1b612WpeFZEsT5wXIneWrPvv6cmi4gTTPz1M5OjChbE/dbrOGrmSSDp/HdwCjps4iiEaGsroJ9
Gzn5EWaIvLLCqVgDS9TmkZ5cZ9GEGfIHwgKuGeuzIhqmuDGgTGyMBk2ca5YUUyJLr3tl3va1ow4y
i93nGhnmGv6M3EWM6JEsSprsdi4fvUlBhiSIYRU445uRdnxaIlljzzJan9B2l1gZl16S3a+xMMpb
M8FjJpCpLnIcs7tpeXPRXdaQqxomunVuddsKDwsPUGmA4dE0iWpGuqugLtqL0FpWcdt08nANDCWt
d/ks1XUVuMgLkzF+J+5INmedGcaRk/AQyI4GHEhbAtyaejcNpYV9dD8w/pZ4ZVzNshM8dTqoreAq
ol1FYYPDBX8ruiojrlBVAqlAoIylNq2Ji18gHYrADTxHOg6ludzwOjRvTWEJKsPj0EH4XfcJOcdw
oo0m+8qAxfVfhNtNibnSgdM+U1gWx2peAsuYtu3GlOCUJGuf0yqbKBWH+BCTJH6lMUytXTdM7xIH
u9DeiGZp7kxmh0RY9chdMO8vbFSdFTcte/wNUQEW42u3Ba7pkBSCDnjaOW0DDhfM7GaQPaWHKgGe
qATibk+YHX4bWR+tqOuPhjFFZ3PoZA+AjTGBpqUq3mjdsbFyCtzpY1QUGz/P1U5W6X3uUAoTjaNO
JFC1dU2JeQ78NX4pq0zeGzhRjS3qtG5XJ1ieEOgmeB3KmVa99qbHhirskBVJtmOu5HyNpwkHnoiM
fTCrl8GHt28GyrrWfeqdQJJob1RX8NngL+SxiTt8uR5hTAQUaAgJHU0K8sTd27KhdejEMW4xZzL0
mxhRbXvtoO4rJ3tCSNne5uxrAtAPDHAa0UskgXy0TIOKlnAusm3TdnDaU2DmtbcZg1rcDrafLXV3
msc0ZnJ53lVz+DyO3q2VhfqqZPe7Q/PtkeMeolqjSQ/9t1/I8xlatIqmQ4covHaz57En2SmKXXFA
2VueE0vcrZVTRXvQGumhCHs8qApw7J2O3PEsCsjMCiEaQhAxnJ6w6A4ts1O5LBjzq+ExG2sBuSCN
tPOnVk2khfi9V65kgjB7NQvot6scCcZ0aJtIMwhIPXntztp86iRx59TkZdfzBQV6M+jKfpszs7ln
ZaSP1I7fGNhdchHmeIN8mLqk+cTWXThpce4YQ/CQkRvymtS0czdBV4z3vTCrg6L1ylKeDSHxf4Y4
n4K0OQ/d0TzPrMw/SfgrvLVtlObZnM3uXW611ak9ySjFHot2aYPyjPwSZwrvmU0F52TijAi8pdHe
9tYg9kykENElM+oysqoyv3kO3D6qNqS42cNXvI36ht/0sV5CJeLCx7ywZsxkiVddVa1zXldNPcFp
g9v+WBHmIy7jzuo1nURXz+OKiMmhu7MWGPW5YRS+oEmhJVFVAaIWvmhUMGSYpEUS9ycetIZxjbTE
gOEARLiBryBBu2VpOVondkDPfad6L8Etjc8pOOBASbfYTWlNWFTsABn8Q42iVxMXDc/EK9dxUz1y
XuU2GHAx1CVvVGiwACKZqcpjJofqzADgezp0ziutlvF8mh3vukHYeZolKF4zJPk0oshQcIELrOAX
kMhl0bRBDRdsnDI+DR2aTvi1ykOLmP7oqsAlUDL7jEPnuhN9RWgXi76aQBQgFaOph5tmTFJjbziD
ezA473deUObafLrRHwzicwtA+96qCOxZMjD3kapIrgd/xJYbM/6OMLHopXGr9HT0e/lilrZqLwaz
GN/GhvTAg11jH6ZUGgfr2E+Ugxsrdev4gl28++yAkpxPht7KDNokaVtdWm0Xp48Z3i6oRTZLXzQS
0XGAfNBXR3px/GZMSsSh6geFvSPKaF7avufv7CzqzCN2hhGvhmc7R5qrXA+yCSlhaWeV9dYcpj5e
L11cQqp8KEQHtIml3GpVRB21V8gjjPRRd8cuZpdxIkZnaC4nPVXjC/pwX2zDrvPfInQa7Qp8DGks
jWTpYeykMn3WQd0LX1Sb2cY5lASVXRsYWe+xAAYtBuVO8jl30HSezJ5XGCvXMkdiWCAeEaw9luAH
HNkF6jr1fQstGubEAJ1Rqvxzu69LZ9P0fjivszkanK3BSX3tXSJVLjSlH9raxJidXdfPjX9I4hTk
6mwY3G1DhTbmTS7fyhIuOIp2rtLiMCMJgOjdTd3BiLsHJ2rSE9+2va2cOn8XxZ4JQ6mIgE74Nk24
uH4z5zZ87nrYN2pO3UcDuvK2nK1872N+2Mc56S1szmFdV0Jh3Q+zEf4lonHw+VKmB9tMYUiNxG5h
1nhKya3kyTdVdhJiBjgJBkEqVgIdOzEStWEggpspr4pXZjIZAyq2BW9Z1LvVSmAc3mZTlpK6UqT1
wXDq9suUzsWJOTj+a0kHhW8gphpvk5izvZvIrgQOrk1YT8v0Zt5CHrO3sYnhG9zstHPpgxgrMyiw
bgaiRQph+aeTFfR7ZXjiajLzeTsUM67JoH1QdKDpd7sW6LKkPu3JsyNbBOWqnhJxHjDUBCdT1vrJ
izL87sJsX2VhdKepWRMBSRTpOku0+GJAkz8F7WjeBOjZEXNWaLDJTSGgy2K1WRFRndJAD/EBCVtS
v/PC75wM+0kwm5or7F/LiWjNbJT+KaHe8HWrLsGqRWIhA1qbZKsWa5Tv+M5tMQXJfRsEyTFvuCAM
Mv3u6PgMXIpOWMeJZv8m7cAsArMZNkJYi+nym6WrLbdkjLTnZqq1f/D9qvwcRy22eAqCvPMuTWY1
7UlrGI7DRpIokxPDkaW6LCvQR3tgj7ZHTZzi3rj8d8vxu9Tt1x3H9ctr8R8PX+svX39sOy4/84fW
TYhPrktHx5PILVzNR+6/2470FpG4eTYKduEKsahZ/il1U+QxuzhnEMhZjikXOcg/u472J21KdDoK
nZhAxmX9na6jvehKfpRqoc9S4KD5BZSnIAF/ELcEmSsGh2A25pGw8hKbRKqVDyHsM4FWDPOSWT7j
hQ5QEtdSbMvF7hF5iZQ7Bo3ZS2HFJ6HfgcNk2SY6OF7MQYDK00u3bO0XWxfitNMmEV86Gvi4+bOA
gQhGSj/56MbZBSRYbZKpyB6XvsmZASEUSjvIc9QnknXaMx67qkBcGxfTPuxs5xUyjfHCjEjCibCG
rQ3kce24lChp2k9HZephQzBodP9DG/nq+wX5UZz3AWLs8HNa25pelsd8xLLlIhL6QZ1XEPVTJbl8
d5QjwNHSmWvSahz2Tlf7aztIQQ0Q+ABD0cmraBW63ZszefitUlvBAIQNON4aUWyZgOtF/2C6CfqM
uidVj6nSeZEWZYoP2GTkzNwSBAaTBnIisHn8Rmb0l+fB1JNGs4nK0FuUlz+eh+wbGkFD8Y7hMLzJ
fP9rKJNpn5YxqmYs5Azkii91OdrokwO5D/qQHiCVDIkXSCgmtUTDtYH16qd+f+I7LQbkzDxj5iuo
b8P6NMl7+0rmYYxRpIh+I178KFHjHniWzWwXJzMt8m/iph/uQY1bWuLIec8zkhpzU9tn31bxqe3F
mZXI4neSuEXO99O7weFcy/G4p9xV9RGXPg8p9B6hvoJ6eTIS5z5MZ2vLfq49AP9IT/1hYMuC2nON
IZ1nf8x2v37o5J9eTn4BxK7C1Yi2bKE/3KwsbsYac9BXoodIhobvwbgQnHb1BYmqeJ9TvyJPqKHT
Ams52la9ORExjOWO/rMzvQxWBYgoA5J6lo7i0skVAYYdMS7Py0h7O+MtCjdYs+DvzpkBRE8LN98S
8mg8FJGx7V0zcXYBSVok7tbyhlACozuQoR485uwsbgxfAyHqyCg5/fVpLzren6+7x1dJIzZYEPUM
XT6ctg10OAjD9k3Sfq1WBVKZkwla8lM9VgAWZjMqdoWMzPfQHAWtOJ+2Pt8Cv7lIIQrehrSlGSTQ
ecN7gLoBPjb4rRXxi90j2d+0MVxiHnejo69BrzgPYzgOF/yjmo47bk4+QwWQvrA+tzAQ341aXys0
dd8ndP9S5PmnR5n5E0+w4iUUCI0+6vB4OQriuJ3XsgK35tDa2KaJwQgmsIg8J27wN7pJ+VfHW0Ze
fMAYiTlqedJ+eHWq2FRCTtVrB6HrCQGfs50SWMV52mYxehxPvMjEU4cerxgB5XQpEr+5EaRI0Cjq
+R4JFfRnZKUZ+D9woB3wkCTBohsz9mBAFFY3JHRrS+m2Y4yLX43ItuaaEUJ/12cdW/sqGijkAH5d
Tqm5pceGxskslCSSnPECjTDZ0/CGnQmAsXvn9bcuHbeX9JlqUs1//YD9+fmy0Na69hK7AKpUs+7+
eDEyO7IRfc1vA8SLTRLUxLlwyQhmq8PTckX9wPLym0N+lChDPF9k66zlmi2kKeXPhyTXWbVOOb6Z
aa2PqLkWqIWiOCS25ndfrT99NHhp+Epyn9HD8/Z8ODvWaryRdfNGThXi9YIOUtk26Wcr9wngRZS1
doOBppTrII9epvLPEcGf55ONV+k3v4pYzuqnDygPN0+c6QiTXwja7M9nTcYXogbhvRbAfj5j28xa
lHZ2fSXimrJ+RF4C/nXEnhb7A4xEww6MpzBvBpq+LubcdKguDfqfALMNz781AuelRa9Y04CL+PS0
xIXnBM2iaZvzCl1J46GSCrrK5lgZ89JfPzXf5q8/nw162W/JCLShlfq2tP7wDpnRrCsC5l5Smh5w
LgmB+2I2uPVrXvJLgKQtkzyds79JXUY4Je/N17HWiCwiPA0bspBQV9QWmoclTvJihri6teAu0DXj
LF7Qnkzvk9vzPRDGTBJ8OItbKNLNRRJM8C1gZTwQ3SEu+Qqjp4mtQ+JX0TWABcpWBYCBOQkjwWhF
xBKZP7Vf5AcxIZBL0q4m1A+hnsm0C3I7gESiYbozK1ULgAhaoUefFZ43YHM4xlaWkiXUgZCHbVYY
1W8u4zJm//BQYHJQCoOHZnzOk/HzQyF7MsabQLzUIjQ/213twlMN7aFZmWFGh7fJp1ptLKSEwJDc
kQIK7yEurRRaYh3Em8IU8Q1MUuDM/mxSkMHMCZCzBSA2/fwdaE+zMessQdkzBliujLYprr89Cf+W
V/xDSEQJ/1pecfeSzy959PJjqfPtR/5QWJifEApLFmycGIpgEVah7woL4X2SQjsWSgnLwlbuif8u
dUjAofywlgQcSZnE7ErzO/xR7CxOIfTXguQbWwj5zfPzN8JIlkfrf95gbbGZcpHxs61AUUkl9sG/
0UeJCFq0AisakUm29bwK4GOVj8H+h6ty9f1v/LFa+PlrvxyHqB8Cezyecs/902o7ee5UkQmGrzou
6ZzHdDff2HMUj0K5w28+sn8+J8XrRPlGCWcrrBE/v05AL4jgLgZYEZOAalUiaJ39Lv1N3fDz/uH7
GbFZcQRFomQx4/79uGSGjWSfDyB2hRJDXDtNlWO7FFF4mWjAByvdmNlvzutP15C1g5UMmYwnlhr4
wxETYTe6qhm7xXbDDpTkLmAD2KVxMsbBePibN+zDwT5cxMqcZlijAPErS8NjS0Uh75OAJuqGVLBq
9+uD/emOeYJlhAAFXBjo6L/pgH5YR8LWNPPOwR8py8q4jkuVb4LBqX9zlL+4foI2gSYM4/+wdx7L
dSPbtv2X28cJAAnbBbbjpveUOghZeJdwCXz9HVBVxCO3dMjQa992sZQbLs1ac46JoAhXxtsnBlcO
a2UCltbDonCep6Lfy9xd4BybVvj3FyTWsRys5razBl+9fjmMtBDDrCaM6X1jnNlcTMgH/ZF55U+3
zTJWmZQhmGHck48XhBaa2xnmLIIRY58PeIONyM4+OGP+2om9mSN4Ohw8OHNRYUEwtqq0Xj0dU3NL
rG206HIIUGDWOuiNHjexSfp9aY9IE92lHzvoo3b7BUVxNl/kQ9WCruRIDduMrBP5YCq+9rAiaK7a
RXTgUdOMVXE5VwaCYeCONILHmsMr7Z7esfeOkyvkiSQakQLi6izocjLin1OHuGkDB6JGHDtm/hen
cKkRLpVIiSa3y+7OB4/XnqXpArisGmr3U8yhY/hgxV6v+PSO8KLSRMUxiPTiZBfHbADXQ7PwG8w5
LRt7pofsu3VxW8s+v2PHQrx1PxhIniFt4dlJ/X9qi//1sPSHJ0/4KQZPHcf9+oK9fSR9N7KVgO+z
1qiABk+oD2gYaR+8xX/4YATmPn3d47HRO53i4mWBaoR2NBiQRYXmaNrnotfHDbgJ59v7H8xvsylT
mm7rONjWA6BjnUw3mWOjELAT2sC5rL4DPSHpvLIFal26GOk9ocWmffX+kH+4hxYVEVugGjaEWAuU
r19rraGDTCuyoJjNijRYatylkCg/WCZOR6GGaVmWieHFFr5vnZ49AK3LVBgkdMpGM/LNQA9DISae
Rm/zd5ez0q9w+nKyYKOxvhZvL0fmJPEkIN3YBzvJ0SCXARdOp+7/fpR/NgzkfPDqrc/x1VxQqwoy
vIag2iO4OoDwnG2ER3LyX4+C2MLnwTCK4A18O0o50VKrzIE868kpz9GZwQwZC+3m/VHWB/z6K8Z/
Tf/IBle71lbIEHg7SuaDZo9TDEmwtZrb1IBVA5pq/m6U380BUlGVmNv3R7Sd314H9myIalnq1mGd
X4WeV/ePsJmYBmYHsq2UZEx3elVJulCVNmy9hliWM1jYzjOemCjaoHUA1sdM04ONwnyyX8pmsAKD
HlVxSFi+hu2oGx2IBwcxXJDJdii3KbUib9vBXYR7OZTz187HCxwapQnGKK9l/nNpp8LajE4vzY0H
XC3bOSQs0XIWPSYlcu7j4ojEPwEJ02RYGmGueQalABPRfLFAMMKFZIE4EmK6t0mD+Bx3PKDdACuH
HlgMmz5QwD4P0qwctIe9LCf0+zKSqLna7getrmkJtYkaFrq5X4SbxhUF2qEV0q5YNDnCYPhGAQGr
7QX1EM5FkPxogwAkUFYsQCAN286jdxdkiQFDdQbAig9MCoN4nyGeiBmqWMc+F8rg0FyPXqPvylHZ
begsCDSHlHSvS2+x3K+gu7X20dcRoAZZP1mxgKteuXUdSqPKQIHFlTMsR91HaE+/jvLMM0YUB/VJ
pJhz8eekgOZmw4YIUbXkLMSFmmA6lR2KKAycRCyPhAKQtz1VXrcxBw9AREQaC6c2f1QwFTuBKM5v
KvFN8BIUAONG52sPInV6AqwffQFytfQQ3/m0Adx48x3x3Np37J8ugjO6jg/jkFna18bRlweLLUkK
Oqj1ykPtGNN9TKs/Rlo/1WCOMg6TW6lhY3lsvQpVhqelxkuPOvezNjc60fO+2XxqwZtE+AF7t4s3
GX69fGeZeZOELah9GNtmOVlAqFTs7ZwsAaYX0tQjCSgfaVrvrEEbP/fVqDefXSREhOsS/53ssoKj
wX5APEwGvFPATmm7UWg47WITP2C3wOnXsikz91ZCnwP1g+Z+1mqDIB2QQNCZFJhSb7N2We4KPUmd
EF9l23+3Us2cz7sS+fGZh3ZlxONX0MUmrb0vdhBClxvuu5E9myxy+jdZkDL4OEtUqQcIJzQvzUYD
pDrT1HyJFe7OTTw22X2J9EjAh2y4sZVftGuqIP3KICvHWN/Z+qrlaOecFijQq8b96ZR6CcmyE1b2
rXMLpV2NNfF8AaQnkR49v+2zi3YYYgM9sDM2Xzt0WFkcVGQbtZCkMYkcbL745nurNykBEPGEVHMm
x5nDv4ML7nb2J9xPZDKRhTI5MyKc0U7sAdR+gb6hGixpBElLwhbBfGX7iMfVajc2qWjVua9Gj1qw
v7jx1hYpyR1ypJcc1Pj6ykuYCyaiGBIPESj4ljvF1r4T5eTQx+dAiyexTmsA7aE/FlBo09q2qg13
OkdlYfmQh2OOekBf8dN+nsfYPCNmQg03TDlJtzNHidgvqJLGBpTrZZEtP3WuGPr+h0wHDjJYmO3M
Rm+nHALR8kMC8HPJnzIvN+JQTSq9HsciQyzZZNZS64FrZHHsA2jPMZIiZiF2vT/HsURYryqW4gsc
ccraLskaats0pv/gx6yaAek2RAZPiKWflIcTkLlXxYiSalFUNK0LzE6TRfpHKJFEyNDimIALRxMU
ni1bslP1E+muEiWNgEEv57hwQMVtS1KSC2f4jmJ2LkIxtgME2jwlLrpil6rvibSLEUXE7FO3TZ7O
dti0FHQ26YJeJ/BG2nYHRfk93epjl11pinwAtBWYqLcZsAuoLl7nAnyrvaYMzUn4N6SSL82m7Q1+
fcauRcGFx1XUU7if7nQn5hhDPaxVe4fOeRcQhtYzTyN4VqHTNPqthkIhApSNoo0PpYlvQB+W15zI
tYrddJTe82/gJZsGRVB2LtMuP6+xJ3OqmOFNIQB3Jo9EOS8xzhbEhdXOaGrvnjsFU19oU/lCF9+N
kOA7xY++xRgRVJNpc1IluDwNmXQgJ4nai75qnjsPm4aThCChwXUwIY5a81WDXkugOV6JB2GgAd6p
dGz1M4IjWtLAbG281CbaPHskZPHIacSL1o+l9BHcMqs89W6vNxs9k+YD5DfOkI0xJmMg25ijRFfS
c9gu8+J8aVg6iUfUzVQPE82sP5d1T0dyIav9zAfbi3yj4ySEjXRgtnYNY3nSqN6JnQlmcQpTp4dK
TlWgDTK9ai6tzMUYLQcd6DISeDCmiY4ANKgbLIChkiX4JNHb8eOAjNIOy2qSbagroh5/pHi/5CM/
k2RMWeJ64gWip/WyJLPTnPel7g7nGF3LBsQ5oPXtgK4Xd0hFAOFni/9t2BhdC//HwHZHNBkppRMI
W3rCKOOxtIdZq5vx/aDwc21hU3hV6EoT6TXtlVy/7HLN7QCzYuMIcaij9GpaCrlHj7AGUq8axBpk
OrbasPepqOi7JUmj5WzOfH+8qPJaZOceEw9wONOas20d+bP92TbT3NKhy9o5YEmSv8TOxZiXPg26
1UbbFskzTtS2tKMr5KA9TWNBwqJ+AdC/xeziV0SO3Npx28ivUVI78ueURQDJAeTZJWl8yQqRZmJO
D0tnzKg38waZosbcYhyoXSWPMo8jKHOaA9hq6byo3uIo09aGkq8VIQXllCl1SnBrgq+kFtpapIgH
Wirt7pgVDauR25v+FCYDRDPUjE7FgsreSTykuhhECJAA/36FycI4VCiRENZoI9GwpWkPBNVOOo15
W8uncdMm07T3aowxYdpyGtxWDsaSDYdkdKtFSrPraPu0SoNUsSmbE80my7Ty0Wu21P+uyGqLsu3I
tkUGamHd2g85qfNhptwarG3mekDXkvjRJbWJd5KZIjr3hCuhkIAEJddAb2p/w0oHN2p0sIS0FIpw
ciJ9RNo4O9ljohuT2Cyis+GlEbqSbpt5WO9v0WpPAMn5RryiMFjk7IJ8SNYGGoJo+e29JaGniliL
KBgm8yi29aQEKmNbzE9DN2rXXdt6DihaSZQrD20lQSwF9F/HifTtGJkRnM+IooH6SX6zjWOcSIUH
uo5K2+v4tQHTJd48B2NsS7md2Po9izyyv6W23lQXOfRZj55nhfLPEULNRzHBCQgtoiz2tTPVA4SB
tMLVQb88D+0isadwaDr/MZNFUgVEOqTgB1WqvyDd1bBHs5Sy/1TSLHdaNbhUHKJa3Fsl3Jez2BIu
oTToI8lTkS6HerfE7RJ0GLrRvHYoCwK0U3zpqJLth8LJ6q+WG03Zvo2jhQoTMyrEyXxBGODZmkO+
ou8pOqgVdR1kXWPnkoaXsQYauSq26MNJi60Ksz3imAIMV4vaeHD6uolpf+TVl7F3caBovfJ/LcT4
t3OzlSbXY1Gsk1LmKuBMAGeGaoz4PrTShU2XFoQXGUlpkCI41M0LrmNF8maxwLZNK9BhYepJsp0M
BxM1J4yEpYjjf0751PW620Hwkm/MccCJ71WJgRarM3yiSngn0fw6nfXUDHrsQ3nPMCNwtiEOoGt0
ws2sUXF6qdP5n47Df62AnPRvOetyMDTBw+iOgywIptLb05tuszk1FgIptJ5Nz9Hi41g9bsiqL+pY
Rs4uTXrN389NZC0b4H5oUIZ8mW8WA/1A0Oa4K3YzgWzzJqmKxd57qiSu1UKlU98UaIyqOxTpoxcm
nNiWnYf63jyLxwyhaa1V4xZrXhrdctSO0xB7NjZvUTvOJ0dHj/9g4Ls6s/vKcTfe0MRPlpkBSF8E
YZlzkRo6Xhrei70WRRreWM1yEDmuYv9P7x83T4sqlO1QSGCgXKVWVFdOiioJRpUorsir9CrDeNSc
BX0cMRYAbMtMfyyseXh4f8DTgtGvAT1Bsd/THVOs3Y7X1YFxzlw9nwnLVQievqGfLjccOtgn14B3
P6gR/GEsi5oRHRL0QnRJTqvhDm2zwsJKY0vd2rZt5e2KZYnPFgdD/fuX9fuh3fZx4FAERegLB+qk
UuRXUdrZZYzH3GvQTOY4kbxUfnDvfh8EWQsteHYOa9fHXf/7q8pAhoYcAL9iY5IM2c+S2L0bWTbT
2d9eCh+L6dKQ4ptxaPm/HaX0JEcbDjlB4hfjwUiheBg4VPfvj2L8/nDWf5+Sios2iYb7yTA2Qhnf
7iT6fx5Sve0oIJMepBkOwMNO2lj0h7liU1bgc8VLrhxTv884yyH6UAZdYxMHhnnB0tQ6Z/NgzO5Z
YuB+DCOCbj6SB/zpxnsGgiJD0FMzTnVswm80PDHrjXf7O9GQHtpptftBO+WPgyCYslbSHOjgk1fI
GP3R7JuZcmbHOYSNLfJbSK6N93eyCqZFMipY2BgI1zat+VXp8eo1IpdkbGUft2RO9/1OmxLg7mmL
VxKASlv/7TdIhQ5/OILp1aptnnakkmWgcmUvZAqRBLhdCq0Li8F7kmatb95/o36r1TGB0Rq3Dd0y
VzP4yQtlWtJN6UkNeLniIbDmeoJESpZ0mtTxJVQmP+gHX//b736dNU0dcSPBni65A2/vZezJwew8
ugdp2UQbC+g//kJe51+X9n+98/9Z2xL/vXW+jVPW0teN8/Xv/+mbC+c/q6iRzjclbapW69L1b9/c
AnlpAxkAB7iu/mvV9l+JsDD+wzu/xkNQYaWJaPM//ds1N43/UHyH7shSwSQO0eBvJMLrc/9/hWMX
7g6NfOQ7LDzUp2335GP2tLlGNu7gXvPY1CmBdaw4oicPMlrNVkEmRPrw6s7c/PNvv26fv50+/h2R
qWNVMaEVcVYFyauvusHbhfnajcPc9TAS1/sy+qjm/ku7+dtV0ZtHkMUUhQT67RjArHs4PR4Ink12
tgyAkjfOz+iYHtLgWgU/uNJgcL7J4Eg16INVyVg3aydjr+s4z8z2+NgMntzr65sLoyEbKYrDSH5L
umv8MwiGQQs6TRDHGpLMq9Ks2Wf9fP+2/j6uRweAl2jtnrIarjqL1+OmhJMnOZQtTBdik0f1XpPG
Ffz9c0dQLYu3KmtuzYLNofMBoPPtfMYD9SyHru3KtEB9wUT9duDe0+p4xmYU1haVFSB+4MvdZluM
40NNYZ2qA7H371/sb28tQ67bGG4xfUsUBG+HTEfbK+HtIdNu6AooNR7dzIN7NWg3o+4+Sgp6dxTQ
8g96pX8Yli0Am1Dkq5Zh/BI/vXp1dTW2+JaIBK2XGML4hAMOjlC3JZ/jDHf3RvhHCx7Ot/cv9rcP
xoN9a6NMt5Ap4yc4ub+IFrQ2J/0uLDTw1eFg9MXzXHgkvbw/zrruvHlxGYdFF6WJoJ1D9/LtTXVi
TGJIP9CAd3iKagP7DLVVvTon4PODG/l2T7W+MvRH2VPrLu4I5sSTS+KoKKg5IZmr3D5IlytlMtks
Hwzy+31bB4EpjJtQX6eBt9fTLEVRG/AeQmAkJL9SzesmNX6wrv7xSmh+IV9C4mSf3rQS+pzEo4XZ
O6mjnbZuetUCvT3Tk837j+dPI9FEZCVBCGR5xsnlxBnHHb5xXoOEk6uGaB/hAB/fBxf0p7sGC4el
it0JK9DJ9AVXw7PMhjC82EweXFvet0XzwRDGH8dYwTosigK57MmlaGDdYXbwZMaO1Iw8EuYNavf6
MMr6fkFrBFPBzzezQXyg0Pz8IP0ZbFMF/dCUOHND1dv9VkXzv9uX/3oQ/8PvWjUInMCZV1AdnPwu
drId4a2k0OTkw69+22jalRR57/76SaLm4r2E0soWVz+ZvQj7BRoSA3hZCxQm7b5OQyyATf/9YX5f
BenTs09gefc9H2nHyThUkA3Ky6QJkTL1Vfqu2sWgVXW/sDeI/7Wtqdfka9S4gSB9kt7opDKgA9Yd
KU7lF23cpgcrU/ZZazUhxnDxsx9QdE8gNzYLFeLv7//c9ea+nX5sGuQe+3x2xUBdT148bLNWQduG
uzLfF+q7G10VoXk7i8f3h/m1/v42Dlt9auQwnPls304Lhr/gH1ZrkWt0jkMzAnJsS3Xl4bsm2k+u
3DrZcUqnFasmJxBKHgZiAWg3xvF+1vLa2erFR6qx31cWtoZ4r9dNHwlapysLkAyTEwH0B5BBMGPn
+IZ0ti95fxjsM2zf2gEN0t9JYn5NwgIdB+/gKotBTv72RjhaWbGqgAdtLZeyJ0ZSMg6OUd1/ILo6
/aocNkF8TtQc7FWaebohygzNNIaSB9uQl3UNizXaDJPZfTDK6ep1Osr6K16tzeT4RII0N77dujXR
EsZuSHytA8pGtFsMXMMHq+XpdHw63vrfX42XAPeJRzCJoS0vLeN8aZ+Mv50nfg0h+BhQZeIvsE4f
UK0PsvcZwi8u4KUGpUfyOyEkH3wQ6zTw+oNgGAu3BN+Db61VtpNpwsxJ9swqTPY23dqLTmjOvoga
9Wkkz+sKvFb3pQNxtEvxdKhS3XQGs9ZSD0v3wQ85nQB+/Q4EMrgpDb7L08tVxWxUHbbeVSayJ1Bd
Bl40MC8BgelNfdxmfv3BO/NrQv/t0tmIMEvimEOy9fYhevaE3rmCyW25g9pbDbEA2OYrcjhFERDD
kd1jO7A3pE5YgI3HDcwcc6fy5Iau7poxcYU14QAkBVl0+9C30Qeyrj+8YwRI4q1g3sPwAYLuzTtm
LxZnI4LfINJM3TeNHtyuhr4bmtDAPrLNfDTW+n29ep9bj4gWM2NanEmQm3Xx3Znhp6T1B5e0vrO/
3fFXl3Ryx3UHhsW0sHOf4DddABY4EpQWTo51Pfvp3UyaS9DXwxdX1sXm/ff8D9MQTaz15Mxejb37
ycgLeGaI47TGbUcbVkxTfi5NECXvj2L89jWxrKD/NTgMrZd5Wi5kccSikZpsa+AiU20pDzPHPjgv
egg4Ziez+LGe4gPwrSNByXs6OB9MTL8dBNm6mw5FUcRzGFkwtr59krFWSrXQzgxVHH93e+uqEMW9
jvQBkU1ybcj+QYd9Sl8/MGV09v7l//YWnYx98sb29ejreTeSwCu+QRTG7IIOClnp+6P8Umu+eYtO
hjl5WZFdweOmjBC207x13eHgaumXnhJL4JjNERXFFg3PWVsMZ8KlY0qoa0J7edy//zPWN+a3XwEz
Et0d4j78AG9vdO62nQ6QnoSzPLvBjXmELrfVjOxewKgln/yvJ0iuep0HkBMyV0KsfDueR1BgLpSN
lZEmC1PGHmkAMX876dg74ib/f24yPiiuzqd2xUHq7XCJNo5dh4+Rmwy3q0mPiT3edn56rKz21sj8
y8ahKk5/6AKghhk0IGwCBEkffFCnO6P1bXYtTHXm2kiAhvD2V+SpOw1TT9zaklTW8NB3JnMUBFb3
WstbSz5VYpia+8ISNaXoYmzsu/cf8m/TBgdhj1rbmjyDPdw92ZZWndKWvmdTmC/TBXc5XkVOn98f
4w8vEs0F6n9rYZZy4Mk10u4ra1PpMiTu85NtDyHAzhuv9+8cvX7pozl8f7g/XtKr4cy3t3QiTg9W
JGGomZYOAQokgGrD/ftjrF/gybfx5pJObpvyrIRiA112VlYbmQKpI5VLv5yvkTnhgwsyWKpPx+Ng
LNi8UPpaLYmn3waKGuTPJdwq6WCbVt1MaqU9ICj4OSzOjDC60BDAdI6WR4R4R/U9IEm4wD1QHxE0
C6ZYnH1dZsN18bLm2oujIXlOEB0WVxj7K/fYoAlEv9UTSnxvLq66KiZDe5mJazgXi74QPte1UbJx
equ+nmAaABhqIjLd5ywj1ZM29nDIZStvkAuVzY/KS83rSB9l/ugbJKgybQzLxaT8OzfL0Ly6mvtI
Y7K8ncxk8i5Ss5u8A3BhZIHgqt3kgMuuvpV6jS3X6AiXdZZRPemTObInWbz52tLL8kw5wiZQ0Yx+
pqysL3ERN5cmFvCrzAUFr+V9c7Dy/Kdtd4t11uUKokEzGrCk42SJW1gNqEN7CYRhOxcxTd7Z5IwY
Vmzo231UCY5I0s9xTHrwA3EVHSvKzdN2tPWE6meXjDCwfbOHQ11dRKZDFKjtNYs8jn0qbvI+2xWo
kM6ByETH1sjHXZFbkOJb6TzrWr7Igz0b+oVuVNYtfkFBhOBy7xBvdtVC/D4Dd0oWSE53HtbaLiKP
mgBqtE5hZNbJdpoIdoatFNXT1w5nSRn2Qz3txsHqNyVQ+Gs59uZNT9DesC3tUuwGHilaEm0Z7mN0
WY92r6DtWUsKBkh5tl+ejV61nBt5gyKoNUtuXLmlfT6kgSZRmohOT24mMgQnK+vDBQNV6+ntvmxy
98Uh3vqn1HuxJd/g0kAoGrrNAhJ0bm9K1dD29ygAqEL99BxEDHWSw4jTE0DhQVvuwXYdTX3SgqWw
nO9Q4JOM9ARwXdmCxDadnK1L/m0Xmih+r9rSzG/w+Ou3PK/+mpgL3bj02+WrrZPviCAFuUcaF9xn
q8ISmrOlFn71U4xAIPTMu0E7RWSf1ocxEttgqi1yWFvdes675asrUucTcD+ycbuJTL9q/YFpDrqx
dlD41e5i4D4GktmYPxthEVeZT0kLjBY1DrLGARmaVuSPmYqLwGnqM2/UZkq21l2U/PBndB4wgWbt
Rdn19VzzjJmZSECdyZUVsg6nZW6ObkOKN39EjKQ7T0dU0nqgwXA8XwWYdtQM5nXqk/u61DWaKaJs
t2QPG7vMGK8dlrqwc2bjMJUc7ovpvFAtfT79oRDt2BFRQruAVHXqXiPaW6HSz1XH7oVu+YBEuv0m
dJlt27RoLn1kdEf2Tvk1LmHxfVKDvoTCSaxjJD9DOD6nMmdMod9Xsf/iqjmYovIa2+1jab80SMYG
Y3qseT2qW9NLVL31pqHaVUVKwm/nI9vS8iq/nzQ6NoFutOb9oP+0FrPYgMkiBN3fEGb7aTHNLzEK
H0jtukTe1+kbHn0Pz9Czz7usKx67iORJo82cLUXyJD/2zG3tmMI60trdoDnmty7VkJa0nX9G7qXh
bmOyUvTcuFyZvWvYJMTRIoh9+4c7puddYR+rJN5Nc7Nd+o4PKLe2EJVUuR0Lm/QG3VzGUBjw1by+
forHoiGpxzADA4GaMWUStDVKch+ixHaZFtTRycHyui3xJ2dJaQWW7n9Gd7YDxQI/Pw2LJd2NVkUe
yfCs3BwtZMpwqHWMgvR2or9rTimQCpxtbzVbRw2HZjhkAsWQXQcTRF7gXRtWAqxY9dQfxsYRz+1k
qE1VdS/MY4gLC308guc/ctrFuKAvPx1ysK20aYKmcJ/gzY9XmcO0EDt2FpDwrpodXB/jq6Gvkl0H
szbvxdGS1nKp58JpoXiJiUS0hZMTwuTuGzCPb2Apbxe9KA5e5qxBoTAPyb7uo+2oZYbcOpV3L2Ke
dGdbCcScRasDAiyWHeSZ9k7BEuB5i6YISEfWb8wVcgd9ilTgxY2Au0XfvY484xJd3NPqdgAzllyu
od59oj1VtvWSEffQeBkIUc+7cUSltm4nDvG8tDd2PrZ3reYKopoU02ulofGPW9XyPsWDj9cPd0J5
JHzCui19KoSGisg9SvyWGFGX9QFEyXNf1TCDPQhy2xLXgDoChqv2/hjvI8XnHS3a8NPC66Fvs5kI
sgeyPOYbiH5qr2mldhE7ReTsF0QV5wgoE20ze7Dj0q60LgvLPPLJxeQK1doGbk5I9nPYk9ASTL0H
o98wvnWDetZH5TRHOgqkiY9T9M13Z4XsDd3vHlnbTSHKhiN7mW8QWF6lAtIQ+9qNphTeO4PonvmI
sSooZLMlWiQ005I0TzJTUNmpQ+oCFMONEdnU/wb0kA6bj+cMUakF3Rhw8V0XC/FDGi17nGYatmxi
t7p0LoWeXFIj2XcRUDJ3ClG/R+1VOl4hgT0Mje8QVJzUZ0VhSVItKbzg+XfaO+jGw7FIJMpJ4l+w
709e9gJ6Zy6OHSgFAxE3mm/cIhnEE18VfNB8oqgkTXkm7bMsFvLJV7l9BHmEpQmKdovIrSr8c1Ti
S9hSogh4mfUMZ4VOpsdMKYdCqRMk6PYTVJEP3jjUXGDT9o9k3ECzhDCjsrDzgMf4MXDBKB5QD07G
t1gXBNPWRD2FtdG8MFN9oQrdUDXvEe/7yp9vYxO+MaL29qrQxow8X5zZadhFs7jSRFGiho9XWG3s
51OxWSPCseZ4NZAOTGacG7X6UrmzvqltkT1qqNyITIJncCj8wQ1rKgmrZ9CW6cFsXfDUMvbjq2xp
vc84i6c9se+Lz5Jiq3iD9AEEwWRAwN2MqQ8bknT7ZxS6BNA6L50LFVUUQGjAoaiL3tTO7Ka9VwQT
fU5du98X1tLuGkczXO7eNG1Jo5+uSqecb5JqJVjr/rPI+vaycbUDQUhTslHAXvduQxwLfxVfG4pw
i9BlptYE5hdjjADvmfXS7BAsPXY2gRGbdmpAlRCAd9mXSMGwB8QvsVmzQYmw8vVB2R4aouizwLSX
T9Y8X636YijcsThgZQ01EYP79Dih3PST11+Assy+AdKqoPb7aN3NSMHUj/buWJ8bmBjuauR+m5nT
+qZPrPxAmmNyUXnTWZ/owqDWGGNOKD/JbDibqkIm2zaH1Oc9VE3VXfuR+4yBAypDRXyg3WACU4qc
WZLe4HzkY/kSL9yV84Jor33D+hAyp0VXsEjdg7WM12RG3Xu5DXZ1xnLLH42E0FdOeScM9rhBzrcU
1OyBtcAvrLusNdE1Yy84IpaR556ZdC/FrO7iwrgVkXrWZrGf3KKPDwVBdOiLt7Ygjop/MXa+5NMi
xm0khSiDXDeyG4wjAfPvmVys8SbtYf6jCtYif40yll8xp7TPfeTJu4aN73XbES4z4al7wPFzDpWc
YKp6au7S1B/JywFLn/fupq4bvGiJTrCAVC9Ng6w2cEk1AQ1rPSV2pjb4b7+4Q/oDLbK6SEwVN1sf
VfRRugPgWnPaG4qLqCtT35Gu8CQEwmqZDwSwKw2w2rgGDUzFeWzX9nVcYC6y7Rzt0Mh2vJvTq1jX
L3ppbv3FYGFzu+kelG67AcWv8kBr4DvW6RdHwjwe8fhI16FaQD7UdUmeo5Pm24aoME6noUMz2xpq
uOoZ+4GiFfXFZIjqMOLw2jle0h0cg5CKxPPkxtcA1wcT08BGawhII5OmTpybGd7IiI73EmhjQS8n
b7PAVgD8fTK7wqkpWLhNer/jubDHGveZjParaC4sjP6nysh+DPRZYvmolU6kgOjnOHQ5lHwD1BkF
OEpQR6NH/ywjdkJ2Gn91TAVtN4pjNs7dHZzPz1U7J9gJoZFftJJsY+aQuecDSPIzORjDZbtq45O+
V9e+rGI8QI2qd8CdVeAMJBtv0lyP6ZBRMAz8CMhWYzhEttMHggvfhq6SmB7QsVc/TZFoZ1I1/nbM
0KSzbLpJv80Es2rpSypTODC2Zl7q9IT7bGuk3ddqpuPZR+lzDp4oyCZ2VATDMonnydjsCjkA/3Rj
2E28BoRA5+qpIgg5sGrtKlb5z9oc5G3m9FWxE5NfXKeooc1DzzRKytcwsQ81euowGweBHJ631qy+
LBNugiPH5ig+HxezqS5UhToRA3sriLQmSMy/80Fw2rTHPajDAy527AVRX+YHfxqkCoXbVi20btbM
/hIrnEufKlJ+v/GbnN82G37u3EnKN2JHy2U0CPTQ/TM++zk5V24lyxvLcAAUaSv95wCr2bNJ/+41
Qlbheg7FLObnVKKQJcYbTNGQaeQM0sBZ2UaYGXMSCcsgJk44ejbrckz3upVM7d5AvC0DMbjNl9aJ
ZBxkeY6eHDBI8Th3OFC2k5rnRwr8udi3zez/iM187Dej5TZA7URy43ZFf+/DI/00mHZUbeNlTtTF
6hQ98peG9nmKvZikhER6T4h/R/DedaHE1zRt/BuOHTWzcpMJcc2GxJ2eksHE2RanvhlEqTZ7T6MW
V9E1DJsO51aj3PSCyAAnvqrFrNsbpqeGKQl8IktSf9HUiXFQcrqbqno506rW5lrkD1z4pIXYhA4D
HeegRXiWLcWxzKvWfya+YhjOqUcXVUiCpr/Pc9vfp+zH+oNaUgI4NM5RZmPH+ZbFO3J4G/2rGcgw
9iPjC0FO50S29bDHW7ODhl315ND4Y/5tkrF8TLG+XTSrIyymNcM0OOB2tOveUo/pKOxp3BP3oPn3
aSqPqVNzEMfxxFTQOKRcwVdl4WvG5ArCOZiPH2nc3mPQFdHRQZ98wdE8PrKajpvY4hSr7w391s45
FqtYJymtlMItD8mywWYUpxMHNq0ziKs1EWjagw7fP/Uuohlo067qje3oES6FIQVKXBqdi9TeNvp8
LuSz5X6eFz9cMPfsIjHXV3FK5POtlKYTHUC8k6K4LLx3V3iM6tumsjfucsOA9ctkGs2OhPHPOep8
HAT4ho3LJXpG7KoRUmip87kbok2Cxwkav2x3SWZ9peChhdP4v8yd13IbS7amX+XE3FdHeRMxZy7K
wAMEQCNSNxWkRJX3vp5+vlL3OS1Ce8TZMTfTodhqiRQLSGSuXOY3E0ImeZ0fyiY6hJXYHluqOt20
S4FV0gcsUCW/jhxhbAc7icR1P87iO+5vuM9H2uwbjqKY9UNKLYBzGMoMTKT6eo+iqHKFrVM9DXL1
WMKR0esD8u0pt2XJT69jWFJ2JrTqQYYWlsLVyBs3yEQvkaWTXsVBTjjHNWBV+kMorVIx8e8iXce8
NeoQC6wpczqSvVB4k/XQ1vMRl4h2dkSCbD53dgxhesKhAxKbN/S5TnRPoQxDmRcHskNWCPKzZCMt
mm01C9VjL0KdXWCuFlmL4kZU1bAqwsskZhBm8YQI22OmCbtQlr9a8zR+M4I0cQtZQBcmGBQTH4K8
pbgxMJfLE+i6mxwPE7umIZ8fzCRq65UwpthDcuZwwZQL0Erp1JyCpPJp6Cg+iJ9Q5AWTuEE4Q4zv
oZ3GfdKh/WEbefkyYh6DccZACqeilu0VATv+JEwSHoZd+FCBMsOMzFDfG1VZZ0bzBXqGLG6yrA0N
WlY4IhnMK09Snit2zt3sJZyTB3LS4Npa6Aenuop9a+hrW1miBTUPonJnTg1uCakQVKatVHCiHlS9
UG1aX5UTSaY/uI3ReGLQPox6XupvnST6B/xKDDogkeYo3MyOPGsIs0E2Jt7lqxC+lLDtNOGYJI20
KsJ6NxT9qcc3gs6bteuEsjzBWfPyQoQg3JlN4mrt3JeB26EnjtZaMSjQczJBSw6Gosyt2+KpS1c0
144lXt/MG/ryVYIINOJvAD7EyDOZfkIC5I5mAgpeIZTaOwyNiIpmNFOHQexK0zCNL7k5i/cWhhq9
IzUz4s1iKnxB8jw84J0m5ndJLk5kee3obzsUgWTfruWuQvPMh1G867VGPChgrEwPHlOTky2E7LI0
gNPZk+DCi8buwLZgEz2EiTVscecMvxQoCeWHJpQLwPlJWsleoMvJgEJ9H2A1IE/GtJPK4IH0aRI8
C/NfjA3HUf0B4SMbvCahPuwFOYYUG5RbK5fbb76qDw8Nl/53hKUTYd2bQnaZU6MlMe19yU1gplI9
NIjDE2oyULMzYJIwSNeWNgXfkqEV9xaU340/Y3/q+ElbLNYdQGG2SNPiy4hIk2au4sYYEZWheV1m
2rVsjRBuPh+8xX2HenRJNfqC1a9K5SWoY1NSQTUGMd4WuwAYkLQK/ZkfweA2QUhuPWOYMa7DEifQ
jZZH4ZkcSn2kKX5WmjnfJJmi7Cex0e7GjMJIghrlcocO8S5o0/Qh7tlZ9CWkosGCuzdV6rMs1jy5
mmjDb+DFYNab2Ektz5XwOgzAZwRR9bG07cdBw8GWCDBt/t5Yge33E9KkayjMMa+/mUmhJYbqQTHU
TtPWbkT7ayKG69aDP34y9rkdOy0PYqqnQ9oTTVCXNxNGeaxaS+2ZXzBWaB0jlhfeavwlCfUvFK0D
3sAUBlqvfkZDuJ3N/HyuBmCcObW4KDt9nM2EIMIDIQXu1mNVsxbrIDnh/Vt+MlS7HTgtT9EAuOng
mDT+c7OMyKRB/01ZxlDVHSWXnCCTq9VsmKscC8Nt22O7+ecP7nYw/POJy/DSMJiigZ79+L7asJ8U
PGa5ALI73BasBleSUPvkIbdDp+UhTEaR9GXwDrrwZvHILHMgdQtWMNrSdqbqQkxSsQ3utD+/m796
ELInCIzSG1IU62bEXqaymskLEkOlhwx5FDX+pD4tSlHXyI8/man/xcM0EAsMQWFsqZABPi5dPAqI
B+Ob6ag91SGpB3l2U9QOp/eT9fsNvMACossL5gQmgAp64GYBRSOeAjDm7L5n6y7HUap+hBhbcjnk
Nf3yaGVqW136bM//xRskyPEWwTpBC7h9g1FtBYHoUxelTZi7YVOJX0ZfRmklSbHFKWLhkwX9izMG
IhK2A7a4yzm7eZchTdoasbEahwhcD7ig0BeAUP/nLfLXD0ENEaIPyynefGqaSL4wRBwxFMJhVleJ
5iqh+hlF6i+WzoKSBo9vUc0GOvVxb3SMWJtBYely8y7rr/nwXQ2vdfr05/fy8+D8Os1lX/AYoiB0
FOTFb6erou5nCZ5/lYM73qqLk6cmGl65/QDupDsljs+gelYIeBd22mHDW5s4YugH2UD2bDAf5cVc
QmjUybEK62wMzd8/jRxEEKPMz2HqmTexJWyzpurIGug/SdmmzGnZ91OZb2tgOo4C0Gjz5+VYPrqP
q4GdKFBN5BJAzPPZflx0NIgwby45JWYTr61gcrBrOMW1RS06bdDmWE1h/dYm6fOfH/v7Z43GF3De
he/AiddudlTE7V8lRs3BL7M1N4c7tqGjNfrVb81PNu9fPkpFo3uRw7fgHnx8hyhjJXK/dCoy2sIJ
UyEAJ1JNmf3JPbSctI8ryYUANJSLDqIfn97H5yChRxQtiaMKnhiMad0Ws8Jcwv+jxlKmlZYM+bMY
tyAPPjyTxAGd7AW0o4HdsW5OvznoSi0Y3OydpCr2NErrNpSSpQRiVC4+NlLy0hTNJmCuUYnUqwld
O6W9xjGzzD9/oL+9exX1UFDgIODRifvtFukFqZmSBfahRbxb5VIMosOo0FZqyrR0k3/Gmvlt3y7P
w315kbs3SKNu9q3GnEusC5mpgZeeUZuxcXhypi/t+s9v67fkgscs0XVBni9ayjfHMddpIOjUDQ7t
cDQotMrAQGu6lprwQBIaOabcu/9vT5Q/biMrV8xMZoiHTff3Gikk9NWYnzCEENpVnH16Sy7r9MsO
Aj+IUAIXFjQvBEzl2xwNrFKFeR43MDrLO0nHgbXJ3JIalfZIEWzk2VoFpbAKy38Jvf8teuVDkfHr
fy7/5ltRTnUUhO1P0dx//2n9Xpxes/fm9ps+/Jvmf/38cvBeuK/t64c/eHkbtdOle6+n63vTpf/8
+f/6zv/bL/7H+8+f8jCV7//5P77hr90uPy1AheADTZI9+n+mVa67KH9//Q/vW/faFnX0mt7+038y
LJERho21APD4OEyDYPJfDEvtH/SjyZhgKePtAYaLvfhfDMt//PxuvkR7DCHVBVH037rE/wB1u+jH
44XFsEOCefw3dImVm9yXPB5S3hLlDDgv8AJvArcy+o0w5JPT575oecjHVcqaflXJ2C2L8mfNyuPa
LRGaO5a0RpCq71AtXme4uNXHtAyMwc10+FIMfoaZVrKhhYbn93rynNMqiBxtEMcU6XWh+4bAlfCq
VXRA96oYNogFQ7DETVPWEOWrsaJ8EPPJ1x1LHFSORhTWd76a0K8EWdVRc9Pl8QQIjABq1BDn6FKR
8wPCIgrG8l02fMbgvwmAkJ/J+dCSVJbbG2zfTUAK1HnUSo1eDPYwO4wfumcJpsAWAazwkMaCtIbz
pOFHjYfsl1/20fmfh/UPJNSfT7ZERTfRziMUSssF+AvaOZQ6lcYxnifAZJxOL9sTF0F5/PNDfqrw
/hooYHiz6dDMXvi/JtTMj0+Zhop5LrJ9NEZRAaONTiMRVTDtIgoSUM6thgl4v8c7gNma0Iv9JRby
MEL/TOjQK2qGWa9xUe3KBM27iZlmYTdzUB9UoYEknsQTCFMhDRhsdanM9CCjsWvYgNVQVgyHBmFD
xsXGIy7D6Mi0CN2AaaeHr1K1YJvndu3Qaqs2UDrXoGN5n9C4+z7hrFi4iKYge3jFmjm9doAmXurK
CE9JGMo/6mLUI7cMEFXewVsUXxXRwHYglME22bS5fLcqGDnb2FyVb9bcpO9l3tMUFtHIrHaZEqix
K+B+G3t1OovxEQSNNbtqkaHl1NR9HniVKlYvNF1V4DnYV7+bOvL7zpjMpuwlsx9VdkGfhAlbkPqt
U0ydLm7UKm2mi89uP1tBGpKSyQVaZWopS88ySBAfv9IO/R84G8V71snzuOmHarzH/VpUQWlZDHYa
mJ0CJpdSZLmBWPrJPoGNP9J+SfuCTl9NW7BUC0b1s4ijkq9Vb6oWpKjJWmHTfJKB/WTF/HvvmChb
kGizMRG4QGgcesbHvSPMRZSkzffCDIudVtXCpafxj9aFCYQFnTeaK2Vld7zhlyFEJwdts1OWp6I7
VElpI3UUbH5u5r919xyjbwgKFj/a25vlw2V0B3zxvq3f39vja3n7nf8f3kGS9cdLaNukr81/HF/r
JnxNP9xAP//hv64gA1Y+pQACuQih4jtCCvJPkr+kI4EPQRpFej5HYBf/voIk+P8IMiwy6CZVL+S3
/76C1H9oKFFQgS/xw1o4+n/nBvqYzpvYqXD1LezeRZMczYCbjAyhrDQbxCi71ku2KVUSO9i878mE
7XCszE/yv49R/Z9PUwyFjBa9nt91WfQ4GMZUKLOrgereKrvIc3A3KDHyT+2xUMIILV8j+ufuZF+R
dvxFPP+LZ1KTIZ/EEmNEIC5f/yWeZzGToS4bk2s/GaAescAd23HN+AVBwsJYR3KyB6H6t+rOn28U
0Z7lAhMXmPztsvZ6b3UFiKwr/fh507fmFimrL61g7tOIweafLxPp523xa0Sg5lMWcjadO9ZVVm6y
XCa4uRljVn217rSeToyrRMCXvqNGg4Sp3cTfI12z8/y5C+6lGCjZyWzvmN2jrI2JGRNtGVyq9IpD
IPbYXfjdDL6bxeNYfQm7s7j0/H4oKl64Xkf7P1zhe602d3q4T7GE1byoR1oMUcm12bzMgP2W0SWd
afmhq7cNo6NDfAF1Oynfp4K2+n2Yn9LwbjZedGE9l2vTXPvaVTHcUr6I6tVkztRICNbJsj2Ul1YU
1knodsYmWo/yRghClGMZgV1Nf6uscUFe9MIy8CB31tP8qod49XIdpLvoBVzqG43ZRDjP2rdUwAOY
7lgJ7KI4o66Oau27Kb5M5r1mvlaxb089fSxEEKq3Kk7cpojtUn7v/a+t5tu5hbfMqlEAs+Z2DJJG
qZ79+eLnbhOuxAEMA56+I5hWYXo2FkC38gVTrXrc6TrAcbS9LWkvljsmV80ZnT3mGChBFmjAB9aK
vRCgNZ/sVd81hpdOcHR1jRREVGwRxfxkm3wsTtiU7BJak1AG6RiiLHaTczDkq4NssPTrEOGujEod
aJeGW3liaM5G8NWVCfXnkA+IiCEY/MA4t//kNfwWbjgMIkFH5/qCRH1bYU9Gi2flpKvX1nxtJ5oU
LQgaZDsHy5ahIH5S/P3V0yQCJMdeWQ7hUu//cvQ1QQbaPdf6Ne2sRz8sQ9vQly5CHx+YFrWfPO23
QAPPAIYGrXONc496wcen+YPRo5A3pg8jTQ1bGTGqaYHql/62HfC0sSI0efP4k0bBDU+RD5WnLnpI
cMa5YPCG/PjUCekzUU2M5KGetJfW2IRZbz5CYxDxeEoqT4oxQK5DfWR2NWzghLGXy/AhyvqLjmgw
Onmmss3apPBQIXX1Mb7+edP9JMF8CE2WSi6vQtSRFl2o24o4or7IcF+x7tEQNUA9zvSo0SbYaLJr
wVCIQPdupmSDpMRWHDwEiHrDDktPeAfmNwHS61D4s9X7dsMMKV5lx3ov7aqttjPW82R3tRtWjnXU
O96jwzfClOffSYNbYbeAIJ8NWVPY6SvsF1XEYG3hu3BodsWGdEk/NW/BfbiT9/XXdBeswjXCnaA0
UfHG9cxG/c+/ai9/Xo2fgfj31aA9CAuQ6cDt7CgoRVObqsS6Nx+R7lS+Bbicy+jGOTowY9Xxfxj7
4hF8NaoHexYC1LUvumW9QkC5K+z6CZCmUDnVfXkc9vF78cb7MACJfLarfhK4/vQ6l0bOLyenDsAx
z31o3cfb8kBrGpRguK1Xxb7YQDgnjP5ASlZ5Tk7zyr/0z9Jdfph2nWegKXlK5LUfOv4x3FqbwHfk
q7JVQGQjtFFsrM6DvSlgfB26JVoBySFWHXN8bEOXQTmTTHAFWuNwg/WmnXghCK2Nsfe3w1m6jFfG
wVQxsCIGGCgahvJu1a1TiPjzHZgLLJcb/2gV58l/Jfdt22teOUptq8/pybeLlbrBGvlSHou7RZDm
vj7Ga2H15893sWf9pf/DaWS30xllWIGVCA28m3QqgUyfgQsz76MncSfdoSB8Fx+aU3aybG0jfFGf
Gju7gGMDLJ2AZBhtdIPnxumtlSA5sEOGr9nogdgBT9yM23o41/U6ZVwsITzg8O/Set2ZnhGBrFyH
Fa4/roksagcBZm0CsiztDill1ZNCpznEew2w2FfuHcP0hHBXlRy6Vfq1uhd23db8En9lYHnsT8iB
nrl4KOTjC2P8DL1ZggfUAltT761+G2ou5wENDkV1AakI8XqYXavHuNADAb3Ig39SHP/UorvdfZgu
QK9jLTXjll6I9q4u42dp3vtH/xg9dTtlGz76KDalhwr1y9ETRLsoVmED28UBAIbC97Zbpft8H60r
17oU29GTVyoIWlv+Aj42PRafJJVoGN180ihSMIlFcYWxJY0++SbuUu2N+HFX0yU111G2LqRdbNmw
nXTOY5DKxP99Uvp2g0F2sA2CXRltU+OiU8jnW9Ha6cO+KV9U6xGaMRWiERw1aDZA7YEeISL9rTRX
iD+3xa79Md2FvisAZ7vkrV2LVNK2+j2pbOs1OJc/ZN3risdgejZrsMQeX1eYlk14BjgTOt6dB3aT
3gKaPXXhRvL9XLhN5cKQKeKTklFpu360TsNVFGzQXCW3CXFlG7BJuEuLXS8+GpnkTDDHEvAea/hF
SzRuUNM2sKM5tWqE/IflyvmjrpwsixLT7bt3XnzVrg2A/VeTAdpbQ7dev0+6fSyviuTSC2t9epvI
FfV8k8+N26GlWRmKl3TkIZqFdy5vkRejFhD9azJBhIdADxMjFdSeR9ATkKDiedOaga25Os7FYJbs
2jhk49UIz313bEwoIuZTZDzI+Qg0gdUa/mYqo6E9SILPUVeWYcHt2NrP5EafQfZecxVo3DDGW1+f
FK/y5caZK+OTm+M2ldHwfLZ0eIyLutXvyoBiFoMFipL6Clnje1OTuimYf9sizReuS/kTOxdpmeL8
egJ5nImyHIPyhQ4PouJj/G8jUW/wAwvuYyD6didVM5CK/BvSDEuevwPPJjqRsc37XjkEFcOCIXBV
GlAbqzR2daH4nyz2X7ygZc5IoUpqtRjZ3DRKhQFdZzEcxSs4qC/1EGorEkcblOiBJhXyJIG/bhUu
VbA3ViKcosq4aDq9sTwQL8akpn+zkCXDI62h00XWZVCM32SWxKYR8Jw8X/16WKvIyIXqACKuqlZg
3QR3ziB5ssSfoRiWoPLxY8HDBbQsOgKIcijWTZ03IulumAViRx16RB4AfdHpMWlyxpKd9+er7Dab
ZdhPkkKWQvubhb8d1QgwAcOgyLprW7WCXfheOxqNrYGxobL8qiixji+D+sn9Sar82ztkMoQgERJu
xH3zVqYUdepSqctSvuK9UJgOJrWh+t1KFbRbTjOo13jTWScjeM2zHtVVy45ngoJ4MsWjBt64LF60
6kFtr375lIvncdzn4/1UPk3NWwUeKxzvw/QwtG+RvlfbA9lyku+TeWNOiOgcp3lTCrakgtLGkFdp
QP5lzjOC2C3MwnhrVBtk4wl+VHjmHUKg0bypY3ssLwYWzP45746avsnEFxGVjEoVTtW8UadjIvwA
neXQZ3cAptq+sDK4etVnPbh2UHqLp8qgEtoYvBDzTghWsvItLZ60ySvGE94kg77hjuuNSypuLW2P
1LCU/1iEX+rmoFt3JrZVJYY+4IHAhPfpjsg/L8C1L2b8KM8nObxSYRu66/OeIlZR2Mnqu9+ttf5V
Kk65comqh5TyVm93sbQOh5L5+DZesGtctLVrCIeoxcMgM73a9F1FO07FqvsWLvC5/FWSWFPtaxNG
2IeDM12nkhMCz28u+USxswHHWmjb0vRkOMTKVjewcXkI+dYo0Z1auW8mZzSfOmslKZ6sbOhRgNDF
cIZY3ZQeyvuD9slU+bdbe3F4U5fh3DJX/imr+WteC3V0wAbdV68hVFcKdpgJqNNiwlUocIs0fDEi
qTQ+qdF+y6YX9j5nFgkdkfSQbOFjNIUxPSAdI2KlrX/Pe3hTcCJmRsqBbRb7pPrRCCcoVyoEqC64
KO0uUHYw5SRsNaqnNlsRUJrxRUD52Thm41HOTpEM1Vi7mJQC2mWSviLtqKrYn6x0kkYwnqkHdLPW
d1N8bmiqKzErO+0wvewtt9/JxgE7GuWRrG4+0//WrYvVM+IObZTytWDV4wEBQVKA2rWbe3ypxV0u
7sbmPchXKoo7qVd8h5onsnbizrr0yfE0K3Y93IUx3hiaraU1ts9Q1LrDrF5Ko7CN+slQIOKht3cH
TMQY0Wr/zDx8ac3eBEfU2aTFK5ShER2/m5rFbKoymHJFvkb49GBJhMP0Id1qZ99LneEHzN3iiMdO
/aziMts5ePHAC4kn3e79izjvRgwxVhkl6WgcS2ZM6tvyhwBf3Sh7Yi6W9W4K77h0ZdyeRsciY7+f
TsW8i41jmB/vCnptiSN2eHWo6lblblam97FvvUR5hh5oGwW/HYpxm4EdV3rYS1+t6HWKj6DCdctB
lHOK7sPIk8cNPkdnqTkagisF+6B3c/3Jnx77rndMqJby9BqoF6XsKZSO6rwW9LsS6w3yAFHKnIX5
VtZ30/RqdgfsLCiYrouUg9gdercAB9NeRYGeXeEI3S43ZbuCxIrRzuzW+jpUoIs+NKCV/e5NigY4
Aqio1+jCTcuSTdSDXbIBE4WwlUxxHVPDRzYKsRVjBlTgpyfp0MlHZpjyYOviSY2u9evgBtJ5SJ0S
mLgpHAE+20F1hzOGHw/Ycqy1+rtCbAuPcgerEj8vf9AOeX3GoV0K/E2CQo5c3lWt96rhGaB1b8Wo
Hbo22oYKPxA+Zzm+xZKbGe8iyPQKzkQzhyupWCPYxihkZbTfJAh2mU9cXylGsZRCfr2eZtnTa2Jm
gimT+pCVO3/ajolbdvT1uu4cKJOd6W9l+l1THmS77uGFrrWEuTQ58yaeXDQL4Mor46ow7Uc+zHX+
9Ul+E8pVOKNbuxJFN74Kj/ARpO9BvMJREmU4ZfCsAmyZV4/HJFxzH/SX9jTOlMCrnlPuctGk6xD3
kZVvrBddniKDXbebUrd8bFElcijgGNV5o8rFAxFmK7qHMl0P0NOxU/CC5ghWJTRW+sZyG4/4EL4k
sJ++BntrVZySVwExGjvDhPI6erD3NniDNHdI4az1Lcz38Bp+DZC1ByKxqe6jmFc3YbajOtG23Mdf
VFQCnOlSq676Jf+k5vs5Vv2Y2hh4Iur0JplvUUHftOkLcvksAVB9jWsg3X2EmMJY9Q4FInQDBb56
J1keTjRIPBr0tYK0c4GM7XGiUFH+1k+hKj02gnGAvPrJnfFbLkz/0DRAdlhgVFWGbx+jt1XVWSSA
lr5iBIb+iiYXbpJDNfqb+RZvXaGKMIxFpBcM0senKG3kV5CxxWuMLbtdat2TGIpnFXGzvJxfWxGP
r9j6JGYCeLiNmfQqaVrqjKFYeWYIN0/VDcDs8SRdoSXiLSoabiZuaERFsHuDVZW79L9HxdOxgZFP
sbAO2afzU0qMpQtfbs13KXLfCD9lu7QsunRvSNcgLpxReDEqqHCwmjVixn4K3zv9PA/vUvZsNHsx
feu7cxWfi/gp73/M5spU6GI5wMqwoALjz6QhAWSvOeScEl1426hW7IE4XAGWqEELjl5BJhXvonqb
Gy6oaxkpZ9gmOIdFRF6byUOYYkpmyytMaTfynobGhkTk0ngUkw79QpfW1VpaTUCe+lXjBSfz4n8t
fviPyY/yufA0t9gzR+H7mBqtKk/3+pfkS/YmvVR7aSt/nS4Cv2vnwXci0TZFxiiIYrj8yoPNLK2S
+doLmylHZuowDpccWMemzN4gUE3ZcZT3Yo8k7FGM79phKzSLbQk3Tbnptfu4OqDtk7n54j6znWV0
GHZSsrdo4gTbNNrAq7USBJ7QAaG8scXe4b/9VXxgNI68/8tEm7twDPqdEpGNEGino228RG9/3rAU
ur9vHrClP+WXSKp+q0amFpFRM+3mayi5SoXL1yaOD6q6ksaVb3kklfy9qrsgrhnB2WLpsLHVr1bl
1qrXlw+58dYVJ3rx5nzEDIEuI/a+UHzL0AvnFURJNBHol6Om11zTF+EZf7Di1Dgk13QI0Am5Rylh
kNw489DLuZ+e4ZQm0woHQ+2iPvdP0o/wmj8hmqJcgkO54QXtqmO4SvgB1td0cHEcKg7+XbcyPF7j
Nn8qX7Wnfl2sFlYQAiX3hPsfGoIHbLgaKrwbSW5X2phglZvwztikpS2+QqIyNvoWkYga/5o7fVXu
wq954aSqnXrNtv1BJ5CLU7KbF+2Y8NKOylHzLEfwILCudbdZBQfd5jJxxFXtUcEIrzENGg5U7Chf
6bWI9/7BfxAH+h10fcTvuLOsY3o8sWMiPHEsdsNJ2fQb/XtDtPZQ7n+Tv8T7KWIRsNxUH6CecOJm
hlteDDMm8YYJBQC7xCQs34jMrPrvpXGZ+u2k3IflvNbGA7JzcePwNdjQy6UAUO8qvuRfkqP+0g02
TL7gmD1Wlc0vo/T4VfuuLmyg+Y0SJFO70R3ENrFhGHjcsLGafS/szf64gBit7LlBCYceJvH9rd8Y
axMBnpmuvTeE60hx+0vSOtLj8F17748oBEWQ1/hJpp0xo0w8OkhCv6l1J0VHqF+VybrR1nJ7StIj
RkOG6vLNYE5yYC7voWrnla3Hzhi75uSK3crXEKFw63ivSCtNgvW3laSVWezC4ZLQYg02OpIUEfnU
vcKIuN9E1bpRj4XvKM3dQGkSe23r8pedgTH0GiJ2OxDq7Jnt4js0thkiDkwtGN8xifykivi9BaKD
sZZkuk3y4g5xqymnanWGzls2X7POAJEF+QwuKfAu6KiDGybGDlNmqT7ocnfOUY7RMtkV+B8EHY0W
r5J8cmP/1pHi5SywbwQTMWxn4PXx6qiVeiyGLpSu0rOVW5MnaiUT1oKxxmh+ck8x6vst1GD9SmZg
AZFTFs21jw8TkcrvE6mcr6ObbapddxoPw5PsxSvLG84cDZA/s+Rk4a4bH0osDmVPokX8KJ/Vhwkc
/5kuedyf48SJ6ZhDIUODUUCYyoY3JkdrE6PCb/PjJNqO9ppljoJkR+ukMEsLl15mw94+y4aXtXcp
khy9h7ADF1QXeyNUfMqy1hbP8Y/loN9NL12/UeKHQD1NvYekkniezuVefqk3wTY7tN68C9bR2rom
a8Fr99NZdZM1vdUvfN8d4f0pfx0O5UleDcQl5QQMuYpPBlvSd5vY02bbr3dTtG6T49yex+SYqbwO
Vz3DY6Hjix8m4dBXGH95gnGRuHJw40R3RHOGs/C4xMajeOblB18hFgaP4pn5mvis/BCIkemePjHM
av9lhmrb2hRExBj9rFx1V3cLBxml1Xwgv12pNvetK6/mH3Vqi2g3PeZvFiK+jcPrTR4Hzp1pV+8s
9BJqNvNOfw6vTWFHD8UDpZCwKy8p6q3vfb7cmtZ364yptyphl2vz980bdrxgHSGQMRvrfqDUdKzu
omfaJjvz1O2sjX6N3wPuZ2SeDumD9g0VrGPyZik0jm3jTFOY34VxFz9Cg5EtV+0ooaGm7jVlOaqz
fkj7S4ORXHMaLFdYJcUOl6BpRMPv0rXnSD0G6iqqV53uCgr2iqvIJOgQHtxUWFvN2kLWoNvM0ToK
V5gO08VABVv/SsNah4kdu1njaDG7xU7QEbEXZIFg697UnsvuKMubqVvJ01VWj0kDfdJpeN/5QeiO
aXsntL6TaEcreiqDnd/Yxid93b84s0wqACEpsgw1RLxBAJgdOFR/bOcr+h3lnaBE+b7PpBEK8Yi5
VKtNfztGLPBGaWF2MSvh8H48tnGhTzCkheTq01B22sgkYtbVrhCT75OJMfSfM5IbVXNQlDR3yDlk
lKRRkyZYfnycFZcKwqlmco0bv3TnKXvTkIY/K0ZSO1P7TZQImBNVUtgWngXwwQhxbUvznCtV57pq
M5neU8OofkLmAj0svIK7dmUFzbc/v9Dbj4GVpxu0dNfFhWck33TXK1TB4jbOoms5WwWjnY5tquut
S7HjzIPcbf/8uBuODnBlnoecPDPJBQYB/e3juiSllc0oJEVXGLiIm1XTYYx9c5U0IcaY0fyt0qmo
pliJIJvODFpC01jRGs6x7UjrfV9TM/J+UKiJVX8DSbyjrVcaaHt+5qJh/bYyWL9AnwHzhpAjtcnN
yjSZUPlJraCj+LXjeZINnDF9EO7UtXbvr81d5hUX5qXhfbAr3pUvhHqGotHXNHGEhaltY+egx2e1
WCEbRrsmBQDRnVB5UqKVEK2SRenJ0/Acp/Xzk/V/36kntd9Y1yzeB9IeJQqt2pPlVakT14ggMXBa
WabTz55moq+YbqV21dUkEatF/Gkgv3ar7JjLNG8vgo8+w1aJvajy6AmQiEx7/q8i2NFb4U0X+CqV
YWNKRpSgk9ErtEgcHPUacjnuoy8Q/lMwVoYTwbOP3ZokEDPd4bM0YhlN/FpoAysECM/eY44Aw1O9
iQEJdELar6l4P5f1Ie9Qv1IMBHpAxlJ2CiNqU4X+2ufcn2VCdpWJd6rk/0CGqNgyFDn/eWve9ux0
zCRwu8LrAzqRCbT1486kFA51jmx+L8sR4OYgvVNVxCP86Jskd2Stj1NfbOJhtD4JFbd94J/PxWqE
4KRaImSvj8/NlTKz9CbK73skD1oJUFc5xrMdIZeZyZFMM0v/DLb7+9ZmdAVol4KJCcdPgOivrWfc
19pGgrR0Hxdx79XGflJ0nyKPbD7OktWf1/UvHrYcJHhaIBKgKt8E3jEYNeQpNdY1rp6jEIX4RDHf
C6l7xJnxs8z0Njnjx9NEANpAOrhcKzeZoFIpIs3tYLj354SWW96Qa8MG/OQj+3lZfNy4uATQR2c0
BCkArunHzyz+3+yd2Y7byJa136XvecAhOF30jUTNyklSTr4hnHYm55nBIPn0/yefxo9y5oGNvm+g
UCi4bEvJISL23mt9S1hjZxAeePZuaLrRel2MF5hXBDHAttEKDn1LgqpIpvDyexu4hb4C92cjaC0f
ZbKrykManzT/rh4Ptb1Kw03l28SmrnNs63h0+pVEPd3cWu2l7oI8Agq9GbXAF1uYCH1C3uwBmIhL
oegfIrGaxKqdQXWvfBLm28D4oJxkaj1yVOpBXQbJpbgYT+641J2VlSzrW85e/P/8KRsWOsGc8Qpu
ccTpc1hKlOqMDHPYL+DDtmMBg3WtfhXxM4kPGinHOxgijQWnZQNBstjq4SZTm+Gm3Mi/XOTPUz9u
5VUvZyE+RguGUu/3ayx0rYiTXJdnPZuXvjPcMeNbzL45Loe+fZHwN2Pa+X9+Vj9RydmeAIvYVwcO
9/dqm/r0oaUbgxGzHf3MTDKlDByDqXCJcrZttF1DJwLc8LSEhnFbaj0mgKr+23j564/tUlZZSLTJ
ocDdfH2d/iF3ggcVxcoeyzM5Sk95UiTLVsQhyJSyWfWpaQLJ+pBulf/lJ//6lrIEo8eEoo0j7kty
aScn4seHuj1PTtvte2+jocUj8h6eQKT9pb/4H64yvjTMaSxBSGvQmf3+M2q9LkPVVnyY8s6Nbmy7
Mk8ZCXzE6p6sV6C/BvnAM6yrXV5XfzkI/odPR3lKhCLHD45m8J9///SK/T4u8d+ftVL3mVnMAX6O
G0vaDaSu5GY6qiZNGQJGT0zmXv78gH29zESZ4NjE1Y3Zi6X398824XZGIHrbc1d0h6YzqWt0n/VC
OovRJzbrz5/2dUv7d3AKMKmrqv9zI9tXeovEz+7OSCv6LY0s1e8AhUNpM50ny4xj4orqiQFz9lf2
/ZddjewgYOjXIZh5dU99OufF/DQurCfzVBQTIrdWv8TooUt5lr12KFuLt9hkJD32V3oeGwIIlMZb
iWTn+BESTLBA637WycAWzrljzv7nC/PleI5CHVC6xW7PYJ/krU+bfVoTsN06kX6amt5bAib7iIem
WztVDds5Y7rPYcBFus4okxgeVmYCCqYmfu4Tk2GXKMS692S1KhyOe7V1Mu0c51qB4q1O//JVvzwx
yFUJpMGCxovJSf3TNx3KWTlj6dRnv0a/DYPUWPh1YwCQzn7EDYqyP1+ZLxvoVZNN4hkPqAFzwLR+
f0D9TnZGGbnVeXJHC0k5upU8lPlf3kH7ukH+toGaHjZxDCcWgwCUuJ/WWQUcrOrMPDk3iNWuHDrz
1TLGUxfPuxgc3dERqNWiaWYILJr64Nh8D/LkrZtROhDJI/++Cv1sHYJPYghj7/EZqtvaTqxDZtBT
cOYX4RWMdtvUIctHQzc0EyQ+mz88hLxaHL75EVA8vgbdUprCZj7e+o1Nt7v0xTJvJ9QGOgeVXmh7
WOzVyS/KIIVWtZjnWWxqV+8eJN1RPO3DwwyDMDSJ8rN2k02Wtdv0022f/OV4+rVy4pIhQ7x6+Slj
iXL4/c50ifA8SX7vmQhu+M8eI+FBxwXn5qAu9JmWX5L24R5P3j2L+QXzj1r0uv+u9/pNZoYraxTD
szCvlDH6AC1Z8WtYHuIvS455fbE/39kr1YT361dY56cXH5YfVF7S0M+20pKNpQbrjnxhbRWBMl9M
pIfDXqhQE9SURBWNU4vpot7y7scAlYLaMrJA6wbUgGGxnrM52c1+cizcod9lQm6SvOtwFkaHPjTM
7Z8f/S87Lw8ifgCYG4gy8MJ+Oohbsmy12FbDVdflbywejSMTtgXQD4YqPrbG3Btl8L//TJbJ66mD
LE6Wyt9vqjJtdLre0J7MtP8x5917EefPeZjtCi9kK2T6pel/jV75Zfn5/R5x6ufDroo6bK2f94XM
sgDL5f14KpPAKm8ccXZ9YG9QHMtF1MpFZLzYxQ1upB4vpINyB4VmQs6RT6VKBmvTrJIrVRVXD7ww
HWdG4nWBRb3WTagLwhkOHYIM843YRFm+OaS/V9ahpe2HA8gc7gYSG3OxTbFfFidzvCWxmgJvG073
fR6406rMqDgph566vFkO9WNhvKlm1THEI2dM+Gs//kD8m8f0Bx0I/8DkxKNTbb3n0iG/4QVclMJu
Ax12WHb3treSE/MwZD8MS52VA+0jvRLkPrT6lNEjL5qgHHeZeyOcOxeSDF0851nkYuVldxFfuD0B
thuqdR0tr5RJ+3aqg8lbaK+svYy9EnsXumv3Kjblr1plJRYLNnXkkBuj/svi/HUv8ClDPewyNN85
qX1aNXN9UvhITdZJy0I/MdLiDMGqIq4FWpT95dFkJf7yKvNxvAmYz0kT5T9/fzgTuyj0pBHqJMVa
mQ+VAyj7ruu4eXoD0mNlAzHw7BfX++7XNyE3sQrPcf8Sy31nvVri3RDvo6LRVd9H9Xuu3cQkBcwr
kT3PcoPyTVaHUGcS82h4jxNB0yJ9jgZzSaw0QFOQ7wzLCF/sQ+YaSCsGlCMq24XypOKbytxE3ov0
EUrVP03IHLNFF4M71Eni1R0Aj+QCG+OzH+6hnCxsPD3KsZdTSXedfsrY9bsh1laWKpcTxEhyDZWk
gaJozdFezvpgGhBJMFHzK1wNvwI16EzqApUwj04RAUh+N+yfiVYvSuPefwGcjI6edhVy/pKeQfTS
VMVm4KtPdLVb/q+JkUmFOl3WJ7QxCz2ZFnrHnpIx5h5e7W8YCBQd+XaRPg1IlggV9B7a+pRmPwUj
5Mz06QrsoHwt/OjiRw9J+1o5Jx3dTPxSoeBxDg000hlbEXK3IiWsoFgIf+dXG1m/IqJCzDwGuYWG
gidWbjQ78FCn049udh5O4aeKnW8ZxgvfX9JtYZomH80P4zzGAXNwQyDxyo4mfgWxdPnC8UrWD9oD
s8HhzTqMMAPR5MIFXop2pVgRANUh5qBrg4bNDIjqu26VepB5b8p80nwIhismQkUcDCrAQh5Zy4ZM
Erlx020Olp0KmRRkxIzqm9/RmNyZ7q6Z1mm7VldP3tQiCzmmv355nO6wjHOF+XUg6/HEVO5VVq8j
01y0uDCu3Sf1c3YDhnrS22AxZEzbmhc/24f5sjRhyL1E3i6fv7nD95kn08PC4nHouE6sZbzKWMd4
TpiN+ptKriwv8MYDqniWQv4ph2OrnTP0UdmOymw091mOfOBYyFVa3zrIRcruLbtOlcdF1u1K40Hw
5bX652A8DPk5HM8pI8fOXmEZ8dqdw75eZY9lfFNC6zA2ZrSJi70AUp8eM7lP830jr0W+NW/RSJbz
nVEeHCMoxRoM36SesfNZw6PM18VOkk7hbUaxrpNLm2EQPBnyXjL+B07L6zGPO9tfEW2GnL2wt2a5
hfUeI4aCdUq24urPm5z4eibAHMw2d9XCQc76LIcbyqqvYHkMp5kxYILCNE970Jb9tCY75UzyDEjE
xlF3ogfa3xXRsRzNJIDRH29inV4K3CS6wyS/8CKgm2syDsHuYEG8cwrUDEXIIAW0xHDx0vJCdgFT
XLNa5S4+c9jEvLRItnqCzjbNGNGHGWp9PXRsU7l/zROMn30Y+wt42A2aWdIhOIw4Tb9McgfV51xt
MoDEf7kkX4tQxh74Dq/VoK/rwLd+X1u12u5SI9bysxnq6t6JhwDOcWAKcMuwidmMBywtXvQ2yq5b
6Hok/1aDf7knfIGrS/DqgLzW4J9aWKQODS7JA/mZEk4co/qensC0rnvxkXQICPteSiw+tIhJVrhC
zuafWMeZPNU86H9+PL6UitdvAoPHZAjku0h/fr8UgAtiP0+H4kzMySsBAOzdE3VXxYF345i3ts+6
/udP/HWs+u0AdP1Ix9IZG8O7+NICKAsr72ZT0ADtVB94ValIR3N/WLXv3Rciwj4hzZ3TlgWq2I6U
NNHetaN5sdgM9403oetzisfIbPljHoQ2XZTDsm+JOzPf3WtiMB7o8S9X6Ze26/fvfIXAcTrl6I8y
7dfB+x+NoQSmRAaEO0MMx/MxGCXxk6NuwmIigNhQSb+qc5IQzIiiyUGzm/pFdN8jtIgYOsoyH9Yi
8o3NpOtyY8LesBsY51BmjXUUdoDVy8rfeO7VCVOkSDK6vtt0Ru1sSbkBdxcnP6bS7Y6TUWzUZOp/
+enE56MGrCuMmdwSQrGuZfnvz0A31WNYiTk7m1grFsrrLpOebv9y17+cZz59yKfmSxjZmWlmIXKa
TmfcMbvFOjHaGjUN/xIevj83MtcOYR+bKneSldP5L428K8e8XqeuDg+XuttQ5t3o4RJSA8IvZk9L
HUFDMKcTale0viGs33UBvRAFv7etRYQ5odbctR9wd631n38k4+tbfG2pm/SyAD2hIf/0FteJB58y
nrWT0yNvqtx4XjX6QIvAi9QurilaHM4FMjra47XJG0Ut5lrPQaalvL/cwl+N/E8PKPMLB8nkdZDx
JYOu90U4USZpJ9nkG7u3hk3TcxU1Ursqm2wEw6yn9Yw2T2T2EgaLdecnPYcE3BKryOYQZhfMW1L3
b3LG//jFiLyxcPHR3QRV8fvDVdaqTPO21U6NP83LPlIna252nA/ygLUNC3DZvw5AssnqzjARagdA
cmrpTmilBm3slpYWn6tifPnzvfsPixC1PKsed48IeOOXgfMfL3QrhwSQZR2d89Arb2fqWceSmzD3
1GEmJswJfXhLGXlPoxj1peB3LZ2udg7Eoq9S7TBWR4tZqdBLbRt1fcFZwfko/XhaN1NJpBDuiF9f
+P/YKv/FpOEf9+5KGvsfLtgVUPbf/3XzPf8uk39SvX79gX8zVSz7X4C5bKZwYFVosupsX/9mqljm
v3gZHI+GGhs8tgvWo//Bemn+v5gxXqdUoFLpuROC+v+hKmC+/8UAiwBNBh+Yu+A3/m+oKtfOy2+L
q+0w2GcmzqwPoxjN9s+LaxES7jcDE1r4o4ddJ/SrZj52bMfrkN7WU1zisF7wMygiM0RLPiX81Lgs
uvvER3eCMr84dGabXxxUE1dmc7tvDH1GXFobx843moXtRGoZzd1IYNvQYBoZ82pX1/0UOGhxgDgc
WkymtlOY76Y/vRbXtM45PPVzueLL1cuq4sztKNYIfayfRK9PfBNqPrMR+5xPr6Wx7JW6Q+dFzHFd
NjvNLwn9ynuqNiQFazUNB4jXNP4M7UMz/WdZZesITFinxcZuMlhcRsU6WAttNcLF39eKgi9OCb6Y
fTIZiD4IGICEl6b5Pk0Ih8bE3kozJYteOHx+Y5yRhK99q8Jnqon1rBeAz/NNVLM1jpi1wmbbp0RN
tNO2MmBpST0jbkNxdmvi+I7MKqAWHWF6pEfIxLkRWvYYaquuo0orcv/OyJNnGPBLAt2WKk9WVSbI
86q/YePE1txjJkgt813vuvhVjxzCctDHbCcbN05RGzPCg9zaJRFEhTH0lyPyXFdFRPoWmbVIcKie
yjY+iApukm4Vh8z3CICVXUy2huB8J/UfVi/ioLd/xrWzj3XtoS4udhoHiPWGTN74PRrCXKnvra2w
a1kiOnlGe9tk3b7un0tKqYlkoLTLkI5aVGimqnaqN154oqivveFg+hjgYbRB4kbGMJjmJr9KsMvp
vXV9PEFdufOHcdja1fgWqWmb9VkTuGG2R9Q3L9u5+Jkk8kck7LvZ4VlqPZbpq7UtRQy/LCb1wbSu
WKaiZGQVrq1CIbrWZ2tdCZlCAMfl76KCalNC7sjw0UmBpTF8l+oYDCQRcHsOg0ezdMWmVCpZKys8
tU6+7kqGpCle9JCT11avu1tQubQp8uZHKI0fpGsFcpp21rU0czkQhH6eoL012kXYIxCuo/ReZtl7
l9gPRjt/mBzU0LT1nBqM5F20SKfR+OjEsBG57E+UismjJ/rHLO1ugTOchcbvKLxi4faTEZhmk1N7
Wis3jHfV3Oxjp3yj2zGTq0h+0CDaNzEML4OPFxeRqXHXqiQo/fbiV1ZgEfJjaLmNsttcpmH/M+pJ
mmHywgn5nLRjed9EWCws8ojw8Upjm0bmD/JXzX2sESRRjj56jIr4qVSjBs3s76ayGHdA85DMtKcd
KQr0Z+7n6GBH+Fu6LijRyhJiGGb+ovUNUrrtPfkHm1ru5bCekXkNo30F+5seLz8C6oTADKJAy3Zj
uchEZ/KL2nA9je03w+KZUR6nl4J3AaZYMFr6scyfre5cjW7QUgumBDqZCd+dV36ZNd+V2HRE0Ln1
8+A5P+M8BzxQDch8zcShSdIsRaSTJycrt/6memWgnmnLColPFhI9s3AyAt2Qqle2xN09WfF08uD/
T/uhnZFaW9aU2D/sdBB+Qj5EVqRklGmJJ3YI2vT4m56WDl0Qb3Kz8gHzsijvXEj5zWtVJ4WxjRMR
Jnu/bQyixTq3qF06n+Y0MXy3oLnN+ZQ5i06ZkRkwFGdCKIY45kuBwHtrcT/e6X6cMObXtOGhJ5hS
W5q2qHeEEkEHsuZisJd9OtIc9frUo4BuhPWcZzndWTXpdbvpGsshFi3SmSyX6WytunQYWJ3TuenR
AbVRgya8xeMN/CFv4BpEVjoE3TBpRIlKLU8BPgjDJttEjou6qaNrI6S3dEQHVl7d4y6F+9i13ibO
RfRaEKYQTjkvvGcvdYBv1BdiKG/CttvlvOX21Gcv+WxDN5uNW85pd8JLtRtSFKxLFVrE6VUh0kvh
TGfLqKlahNu/Vq1XcloLnyyflkmiJLWpqLdkIRYMGwZenR7PoV0vPZ9BvdnukRL4+2ZeT1Cd+5G+
tq1uBC5Vn3Z2AY3JkSyiQ7clPBe74sCFh81kdYvBJ6zG4r6DxNBqIOOstNM2mveGAqwfRuvShec0
+Ki6s7q/JEkC8mUIXzv0a36ILo22LIHm3fss8q3rFTptyHhbJO5W0WZv0EcGY0pCyNLN1pIWe2OB
6s81OoGqluFei0Ei4Oq25GB/c70Ibd5oETlnO/165i3aEQr05MTVsh2GmUzIPRFgyMogs4wDr6TZ
xCcnCW+8OlrP134TtTBtDs+6RFNcHMdptJYmcgYnGh/ySit2Is8PRZuhdBcjXkybZgRZhRvu5kbi
HF7UU/ce5vmHl6VgFFoj2QLMrwPDz/KtFZHA0xEs2Ob2iCNsWtUj796MAdSjG3lP6uzaGIqPVmpH
EfWb0OkCxsK3XkyreKLBViWHoqvve4DCFt3cDEvdlKQbGd2VuTOQneM/xdp4rFFeOzmeds4XA4GL
BZuOQ/WN/D6v5y1l2gc5WveuVeSw4eMiGDEmdkbrrQy6hoMtb922x7Oc+ZO9kIAMLr4Yv4fqLswy
coNIddqogoiKhBTQ+UgyTCDLIRg4LrGVesPPyu6fREoLsKZAAKVmxCutMPt1zLjUjctyVU/NY++O
+zke5ttQK7YO+QhHh+aKnRDma0d0BX0s49pY3Bc2urZBpJc5/l5i0CwSialJ7dyQNuW1dRzWmAHH
9LWY9eXElFyrsFKEjfRR/6UHrxLEd3EFajc5dXbJerxxXNZlQsm2ncd4Lakd/6Bl8YdrzatcaG95
y6Ck4kHCdgEAL6iJoO39BglCwwMgJ4kEPJmeaoIWJrK5IsQZkVu8RmF7Q/TTtgl5QXQilbXyPR2Y
BRXFKh84iwk+NamyZ8vuMU/zLoakpuTMClo9wlKFoGVn2ePGgt0ydSOaIh/2uBuI5L4Lj3HCs0XT
WaP+Uh6LsX/pxvo4j8TF1o+DoAOjO5tePTdWt9UnJ3+Stc4ueOfPKDiKvto1obY1TY3GsL+0rqJn
13nWm+9Dof3ws5itnySnQX8nwfxgZmSzEadnj32QM+iTicaECU9mlLrmpsy84gkG2LOh9PzMOwml
ymWXqyJMI7a+iXLnw0ktcDNXpo+PWNwkrJat8ooCaU8JuQBT0Nkxbcb6WWtQU9qhsfImVW7sSoSc
ocsgAtCme6QKk2y0wHBdpHi7/G9ORO7VoUseCoKh0sGmhZ7M8bJK5uhe1dWz7SW3MtWvsThiw6Pm
LqLYpI8RysPQs2Xo1fdR1Ie69279zNB2TVLTKU/bbYbrjvQo2gcEfbOCrfK2WxfQuF5UMpTstN/q
HPFv1BjRysdTIN1NRMwT4+Vb0WvlEkOitw3NJnxMVbj1E+D148tcOA+50Y1weMSr37wNeRNIMyaE
b+pXU+g+uDWuXeRSrAwdQjPBdKHPZLdOndANYgUrCMyMwCOQT4gcK+cWOdQmgsUaJPZ1vlQX7WNF
KqgL113MUGgqFOy8dANROwOGvGac115vqsAwteymKwnnbGpxIYIVQW1t31fFNL7OZjd/JAl/J3Yh
8CnxTcoztGrlvd+rxxlJxyL19y7tgJx8UkT+7bLFOz01GPym6Gjl7nqonXVbqsCmiWwLYla0wtUe
5slBdVvEw1Mez5fC5IRFYEjTK7KCCQUiZDBfhonxrIXOoXXDrVUMu5Y0mPwaol24/tEb42OK7SP2
01ut9J7hQv6ou/Q2Lh98ab+FSXLdXF6a0QhikAehZKbgsT2psHUutkHRPzsY0zqR7zRgJ05PYGY6
35hphPRvINGhDU1wTOVqsPUzw+C7QjXrEVLgjDADPLPpLEy9abc1+aGLjvoOgzmRxLZ7X3uYK4UI
fHTqA2FuW6oHIE59vWycaNuhEYY4pBi3cfE6yCaLCOPy1gCdZengJaoC6aPeZxefTTYusg1xSTtL
yUcOgntZFdU6BATAjGnaJ3ixdeO58aS/BOZr3pWd+GEn2l6xfoVl8eYjyCN6LwSwlqx6+4Ft5WLz
h1ohFW52k8lPS6tYswfacaHc16N8zixc7Im8nWsjXdqt8aHa5D0a9bWMUgAP8ihjYEylkbyIbrwR
E2b8yN9O3Bay1npAuXX1jYlu0lITIJOcqxRAxKDDGjDhYlHcrfK8fG4q6T+l5IIe6dduRYG8ssnl
Whj63ZywIyduA4c3pSaMLPXs1Na3EpRQ4PrJbd5r35sZ7zahqnFDpHlaMHVLjJ+y95fEfLv7brhr
zGkZuu22aRv8nFDKVC3uPTduz40oGYXlajGbnE5r92pg8dZqdpuFlaiPaG75EYmXZ4mYs0Vvsq7q
PiuWL4dVM5rf9TBjUg0EM4zhElRXjV87FlstG8t1C6bLCvu1UzJUxPwE5d8dioMxdpwSxXdASKwj
PpyoyJ7O3my9RW11obw3RKEt3WGkt7BmcLAu8gZ0ZeauARGflCRkLDRPKo1WA94lW6WrSlo/y67d
emo8O2H9giN/SWY2RyVqJOIRG+9Apuq67fPHsDqWXfEAbrA5hbaLTx/TneivRxz8mW9yzjeJepYy
dG/aprEX/eyQhpd57QqxONIDLW5OEcpuKgUmYH78I4oTpjxmksfvAHvmm1SkIeaoqjR2PFFahcxS
coM5kCwIcYL3NWAhnRLPvHS0MO91Y9aPWcaz14T40XM9kc8wjSX+cE8HrOVMQTtRPIfzfNMUHHFF
7WKtsaGEcZ6Pqah5gBMzMgKHkJHNPEsgBkyklK+/wTPHMsu4x9gx4/JBajTjtnGTfNNCANXQLV5z
sTQKush8y8e8ee6AfWzithjwhtA5LcMaFgCJ5WAfZHVPCWvAmybfOAwdexs2Q8y1LxoGwrFnPVpx
aSsCL0nsWGjRZJ5I9YPPwemXMkej0XQJ2cr2ZJX4oFxKwYAjMlnm8yHkVJ/ZE5uGk1VHtpasYXo7
54G6tjm6rJc3MC5h8Tkw04vSSwq0ZNn0E8Wtu2ynZtyxAlW7qIsnWKaRtp/JHnTaXiyrro1oGCRk
rOsg+vTYHUkhncnqy8zxpatdJBnzULEB8DVPzjiqj5DzVJCgsNmU1hBu9USNd2NYTD+JmaTo1Ytp
NVUlIYBdiWyKmCyqoIqfrDpmaYT6ucJs2sfRuHTbCOErz8P3iATMayha9sZCvh8y8vuaedC3yAn7
MWCnGt/J7ahf+mGw/aWZOdZFOT1+Q1mKo2WNeo0YAofK4FXJVm/AiRaU6l3aFiyZg5Ut5/IabNcU
jCyJrVnESUoYIBf/pigxAuqRVpP8IQHxD+6ACOnaX6xZShzrTBMmzJbZbN86Zu++jWaRXnS4luuJ
ESxJLzqhDrWph5dBxUASMSIdiwR1SGHoh0xLMuyJjl7iBRH8NUqv+gdX1Pq3yI7la+yaDO/bvp8h
CTVXzY8q8rcI3hYAyA5puMnpduvS18cQN1nbRowUsYWd2D9LPR8mzI+WArgY9tmusZP20GZdtre1
Kj2mHI9e+kyB9JGWfdBQEGFoDv0rgNY0w73Fpy5mjwkw8awtqh2jaqxn6qcKKwibTKi7uyQpV304
M7t2HgybZ6Bs/dMoq+8mFI2mDfcqa5mZG2g0r8jXngNH5xW7PuzRnU2dpANQuZXnLfPCng54hlhG
QsagsB6tOJ2XcckILFFDQCE/XBxNmXgqLYz8LnV9iZzetak9SJzye42OPOX0hmmWawWp44anSjGS
07kqkz0NdO57ucnCPsKKm0mKnUiRwKXxOevWq4GEdHHeLTxXfff66nkYfONe00fBOaA85Ja6YWYE
MjDLoQ/4fvpgzLN7own3RGzluvDKh2nshk1vzb3cVk1Dkn2rpEsSed8UQZt38hyV9besNK5vqor7
XZGkpJlZ5lS7KBDa5NDoqFZXfcaSmntzu6lH8WaH/aToEnnjTWSX/riY8sI5ckI2VuWk0W0tiFrI
FsmAMMyoK2QiVU8wckuaOwyGsv6ZmzM9z9l1Iu7oqI9LRHUPSueobZrUUhxG5PAa1wWSqlnmM6tf
KNFSEWQXMobTBbi6sn3U4OdMC5e/dx9GOJ0Tzc2Ps4s7KjWjXY/Hb9FEurxRJkAnwriZzAI+4+gx
e8NOCQMxuUWYy76nUcH2mtXdzRiKbk2Wjo2MJTTb65Ddh4FChci7NRs0Vfp+R1NmlRSUgaXUV0Mk
9U3rDuBnGpkEnaIaTh2H6PgGy54DMyG2NrJRx0qa6mT2iKWupHvyQXNYNyQL4raqpwyfrBMREpqy
ie8or5p3OwHWPJPKBD1liCAkJnZ8MyJPOMxOR7vENNEiL2t5TZ6dKgRsds3hp4jah9y3zG8RNZi/
aEjfAA4wCt62NMJEzoqdZu1wZ7rRk5DNY1Z1NBb76MEYDITXmukEDXHKxNtxw+SMO9VJryzGlqfb
OvfmZiZi9NUPteqYW3Tacjffm6y1lDbJN8vQ4q3K21dmw/fG2F9Ik/xgGVmSUbbgWEodrhHlCW+S
GEC6NQLqrd690ALjt0wh0bNGvnKYbC1BfPAsVV6gV85SEyCKOLLZRGXylIYkYbuvZiXOdJKMTdii
BoG3dq9GF7WUqjaFjcU1q7RtouynrgHcGs2if6DPdJ+U4zqht5rqF2s23GNlZ28j65+Rt/R7NVTE
R1lqzYOm0UzvbC1ZzRM3ctFzOBl4kzwN3ppLvy6e1Do2Q/NbOFXx1WboEK0wuI+ExK68TmNirl8m
+vOL0fPuxo6Tg+0XP8i3vtVFVS85YcsAyBKhFilyCluvftg8KzWrcgAd8E4ntnMVN+HKK6xAueoM
hKjfzHpZnwapX/Fk45FYq+dytn50vfO9Tx87knZ1RDnJPFib3H2ucIas5RjSc+oLUo+zGiSS/R27
BBcxcR+V7t9MY4EjkAZAOw1LuoiQTHSDZkqKK7hXAXNrMD3V/UCXb+jq7ViDOU7FGj0IpfaEYVgH
7BE/jZPLvl6g8AybdO8rBBFJOhY0XMWJuG1iUMv2oqS8C314mRTQR3LsN4zwyfnOTX2FxfU97hC0
ebCfUCun24xz2pF+w7byouQmMzjk4RVZW1oZ3lsGdYHht++Ww4F0rqryngbxaeTUv3AGauVQ2WfH
tvdTTXO7SVx/1WOkJeVty0xHvMhqoCqon3InXlMXNUHvFe8qSRVQ0boP2JlSHVxoqT1aplfuFCrD
YmM52iudg4MkF3ZheOrJMwlbdsdxqw/dQzNVP2uJqHAOFUe0qvjoopT2lv4xlsaz12B4ryygn0Kk
A7EddrJpvThb01F5VAldcz1qHiK9BiDINnOjAdZZFyrq1iIvSEh0XBk0nXWspvGbk+c7PzK4cnTD
FqqoLnTjNdRQ+p58j37TjkIsu6ljeMQwY2ejvK1Eh4vTDO3qppKOFRBwHpBFsiGCXA90o+HKgYIY
TAC/Rm7TyxlfJjuLgnLw0ZPN5o3WwSvINE89jNLQlr1OFRv7qLLmSqBtiKfFKHuyjq3ZY8/FcN/k
DyGag9UYmRfXJBvYSFPssXastrrSnVurjKIEEeGU3jmpBgYEq8HCY7K2HPufXtvZu1nLuvM0D9kr
G/l4qKr47f9xd2a7lRvZmn6XvqfBeQBOn4utTW1tjakppcwbIidxCpLBmYy36WfpF+uPaXeVRDut
Mu+6C0YBRjopKhgrhn/9g9IiTPJV7F9HbXRW9kyXWHO5ntRLeyTDnF7W59yKojqPQlLDYXj2IsZ0
1KIm/HbGfBAHBcsy97bARqVHiqZkSKbaF1Ijhu/AHpgmODTGAmu+6hwDg9Txh8m6XIv8OaEPU9Ee
Ohmm/EyB4rCiRUsuix4mSe/gLUadyskIWzv/bv40/eG35pi388boVFj5Y9107pE0IlwDAKqN3ApH
TeMjQXLWuMdF1mOqaRNkwg4z6aB7ydr6WeVBcol14n6OPXjKDZsKJ4ydFasMJy5j19nZeVnrx9Zw
QLVZohNuuKmhhs9OrTXhELXjLir9RzVa3wYvvdCy7NzIvLNM5Icg51yF+NElHi4Zi52TR/VlSpLz
9agbaPoDYg6lyVId6BHSpwbv8qSMkRCkAYtaxi8JdlXJy7qHYdn6eMdkvXNmBJel7RRnthT5eR5p
GiaLtoNdfv4wR8WTZk0vdLH4ddWNa+I6o9nLCSF5DgCY+l5Me6toOOqPOvSl9HFqNOtElsnRrtVx
nqKLqDSuHGzfMppYO7p+FylMKzbGFgzYQJZKX/O0cyy5z2yuIh7djSy3QBx1bLcME1a5cp5ahflt
POLP4k+OcU47hNj34mToMYOotfpTRHd7P3gRbgf8Jqek1GsnsoAN6Tuc26yPVfapHV/qlmaHxtRP
DAVDnTTrH13sfm66add49llV4NeijBLA17aCx8qxinMH0RD9mmtrUA9Vmn6p9OaTPtFWKCIZ9ngy
jPF1PZA53tWkmEN3s08zvHMhF1Mr2EGYVq/tIo5nHBtiI6z4sU4LQ7TO8JNmHLJ0PI1i6HhOdFLr
+kUX2wRIIqrgvAzUkFc6FwjslewSnalxOrqkBGFJHBQ4/7WygnSsR92ea/91MRXGXjgGna50Op9w
hYc1YvuPXg6+PCqDTIvca2+wWvnW0+0YWu2wtDgHDRMd14wwOU8MPOmk+uxk1S0WS2M+hUUmdTSj
NhcYUT3UjMKlyom4VIb7YOS835yx5SksPHMceWYGmnnnDPqLq3/Lhmb82tE/PHU8hB/5B93VvF2L
uOcaUehtg5dc7lk3mQQHGmXxESGLBbFZceIe7jXOGmcKCWsQ9F8a5lcGo3P8aAHIZrUPSN25t7qJ
BRZO7fxnBzBVmhpYik0BW/vEOq4bd7pLDkZAsaome6wV/NB0tF5cdVq2/MY7u65wLk/iZ7PJTkfh
01k041tMdbFbnbD/j/Hd5QhCjhl9Z1okcfES4/4Eoo0boa7Gg9NzbGWrualZ5D1ZHvBF2ENo3VXB
hFFeFl3ERDIgxub6qVxCrvICZYR1DCR7da634hsbSnwyBLY8LbX2UKWg621VNXvSoMBnaOPpUVHe
UFr5noiJO+5CS6AGBOVK2Xhc2NW+EngXmN74AAIM3NXLsyihGWx85+B/BuHpqpTc7TNPfI/b8coV
zZMdYPkxWwGC3w90hE4GZnJusCBXrbWP5/qy5FBYPImxPxoRjRTIadzf+/RjYYhTS82ojjsjuvNz
+W20xF1LNMniDXG03Q7wMb0IJIQBI37OPTr40pAvRQUdYdbiQ8cWAgcdI7PRnQH9nXhGM5JeFYnx
tc/dCm/GJiJQ3L6AFNvDaYfLMCRhUI7zZ1cvmqdUdcNh1AD/PEAhzI+8s27WPk12HpZJDUTnjHt4
ICMWYIr+a35uF99FFl13cDiDGRIgYfeJHe99fbyvjCpszO4FrJN+ph5RWNhfjn6Wfu6H8sPMZXVs
AKjlEObDojLz6wu/6y5MifGR+hSjBpc+Imlp7Aws14HtDsTrHvoIciHMGHPJWbCaw2QA3lXezOrc
+qcWdGjRsSZZc4s4IL3uCCAoBuLeC7+7biVbM4IC6Ao3tAeOMiOvorK+aTXrftx0V+WgXzas8cHi
XdfeDlCnRwBriS6LoB10KtbHAq/FmMZfYN+XHr7us36eJMtRwMZCjj2bG6C+90t2RF971uqCvrIx
XLTeCPtnPhgWRGwDU/8qOmWX3ftD3x7hKGLgdab7BYdI5l7qH7o5+Ta3865DQ6FjUCUYPp01TsTe
QwuWn1eROPS2c2pLtvQgvzNbYn7mGipuHCaZvxucpN6zQSYvVswqGxPdMLn5kTv+rincECnetIu7
+Ni481VrIDbzzRFyePyka8N5bgCtEHAQ8dYZXeIpI26zyL44DRonW3voClyrh5iYD1q7inuDxd2i
MWgbmBd9Yx+lq7q90hBfSOxzWl6zMLE8rlod588B6zvUmEjqdn6rsMdtz4sMZhU0dJLlvzjCfhq8
+QbMTewnsH0Xc5umPisDNi+nTm5x2Ys0+j/zFHr6DE6fyfmHGXF1imb7ZUqwglEMlCPv9CC/V855
UKJJEeZ9Wg7XI00TFvaGGxXO2xMkyjDDTmSyqgOtRvQdA7oxhR3z+cz+GJKSe22JWj22HE9ZIBMA
V+AUO7bPnbkMfWiQGFapby0Hp7TJ7wOh7v12PEt7nz55EVxlyq8va73PrqEkqZtqmC4mU3HUib6/
YtV9+J0q+jru0HirCv1JVFvEwuCkOPjpfwq9lcGgorxkakSV59zMBNvVB7vs8++l14inehoBUtNy
RsYwyIETYDJ3ZjgKWr3v0fMX3d3vL3j8/j//B2y+hXlHtJ2D8UAAQ39FGU1TDtpFZ+D7bzrtl0Cg
tdoZYIJiJ4oyv6sLTfsObO8/iL5q7/3OGk9pXLbdXlNu/uPnsPwj3uX/c2l1iy3aryNTr9OeQfg9
e3UZcGP5z3/nUwIrB78x/KQX0WBw0ZBCm/ydUPnzj5aAOuzqdYxJkU78m1Fp+L8h63eYNSasfsPV
oUr/Kyk1+M3AfgTFvc6RhqO3988YlW8nB2bwvBnSCSYsblLkZvLnr4i7kFUIdQw0+aiTH5fvBjQq
Schh6lxQKRKRnFej/41KEwOXGQvHfuCQWTamcSCOTuHKl05ZfZIWKr4cm4BsDXMoxu9zjhkrnET5
CB6/9O98YCvJcvMVh6w/HPP+0Zz6/zQncbGU+ruZ9+1LA3z/5c30W/7OH9PPN38jR95zPJ2ytwm6
4Ov+Mf187zfYvKbNQUUHdQsW3ewfhF7D+U2nC46VDua8kGw9/tYfs8/Qf4MWzGqCMw3tP9d2/snk
WxaeVwsTYeeIhhbdCgRhy2T+vZ17ntBxLISWRUsa2LqtHefes1V3akVl/o5D21tdDj8JDzPkGAi2
yBmmspY18tU0r1xLOnSoUd15ECyK7jaDY5PQBrMbDGg87ezVd/iL1f/PP44hN/CTxAeKBGKG6c2P
yyWUiDF1iK3prQc7WoBdhROwAUxazuJKZSJ+Rz3x57HkJ/KFkcKTYOmubUgG8Ihm7vmJie3gy97W
4TTUYSTg0f39r2auNjaG0tNZMLCyYSbw/yuJkyOrJitRCp3WaG3OrAbz09TosGREszqfV0aSXzhe
2z04c8YpvyToaB7vedLnwZbPBcfgsnJbE8iBXEQMWm5gU8iQ68mxJJT3zumL+h2by/VWzLd3cSgh
N2qZY4zQao3LkC0YgpDa00zrrtyqviTG94MXBzNafNibiQ4nyrFszqVGGaqxHcO/H7KfArg3E315
gcA0KTY8qsiufDsdpjjpzUr4+WlmNJhlllOVX0CgMU8DmgnpktlOesOR6/OJT2KUKrxLMwrOp9j5
ouvjRRVPC56lvpmV8Z5t2fKrr96MtEDTW0j9KEqcVQmmfpIljlcUp1hwOH2oIrfiOG05eOz2CC/w
EFFhYUluKcj7RxsKk219+PvRIQF69RIsRGjYWFPwCrIomtXwZMqr7DSFgFqMffyiZbPzWc2zk+Bq
6+lHzVSi2iWNyol5FMUnLWoeohGVbqSVkJ5LE5YPcceMGyaGd/w1ea472K1gnGhjTD889FGPM/UA
CcinQvaBrB4qVeFvEefPU3RqDpb/AIkKDXXsjnYaToU5ALNqUKjCbM5SGVaBpvpLs6pJMYnsQf/q
ys4b7mKQ/a8+dj/XZVQR9WzMWkBuc9o9tfzvSasi/Svw4yivW9Wg2y0tT1W7iY7xh6xMC6jbQTSf
tjILDkPf0NmN6ZnsjUovL5Crl9feOBfk11Xt8CNVFqD06PbcO7y2yb+0eFp+bPJy5rZig9PV06QO
JZQPfJZr7aCnXjU94YQEUD6DgrvnIPcBItosP9KLsnAklW557bdFFQ65Jn8U/LAHyxGui8moLy6T
2gBez/XuxZzZ4UFd/ehatLT35rhtLmVu6oA0dFCdnZhr6jkd6GRDja3EpdV43UtiQn53tSp4KgNI
57QdteK59NzoulTBeEVHE5zSECbXw6WPq0mbRAZJpAZXJr/DaxbTMm5yHbKCwa7ms1LgknHawpjA
/rTonelEBDVuFrUbjIfEnAZCEEffNkM/ljAiDCKM4F/lYpcJs/0q00S7iXtHzijJ8AkKM+5i2CK0
aErDZiJxistrlnSnjCVe44WNk+R5UesNOHYq+SUdPx/cfT929XysG8fIj5LthJCvDs5JlaTeaeI4
YAv1TyYRql7/xuTkHZ+ZM/1rLqq5daGgaKqTsnGh1dtW92jHTqYTIdNOX0y7zhDKZnKoz/MGAVg4
qG6Or1SLb8Bez3Djnwimuo1yWwYn/VxoD3HlT1ASa3r4ZV0S9dJzbU+/OvSdU+6WAtin8KQJRanx
YBtpM2R7P+7H66pNxUtDetMPH0MCmHm1UWK0TEKw0nM8YR2/u2LgsheYuDJ0Zv9DNI+4RYj4MfAD
AhYK77sKyntpuc6jVxb5hSaC/iy1kDJEeiMFWXeNfRPBYN6VArPHVNXiFPOUZF/1kXs7BzivGWo2
QwcAd2/biXWmJP3VWdjZBW17vCm5Sh98ayCH0iagMTMzAeoWVI8tVJYvUVY+Yb8Rn5jWLM6EBPUq
YOnt+8H7CkOTsJ8pxSHABYNQBpaRbdNhxBv57UR/byRGN0H6YMz2Lde/c9+S3sVo18aZBki+F2nT
HLFqhLzhNABblnFdabEVamZ/M5O8YpiVPC+IKYmzYjpmeoO8NOkUAKF/r3l4T5ktjryDBiZbCu1G
J4KZpizMDHwajCNtbVr4lS+vxJSW9GxbOtBm0D+bLkLHsjY/mGP2kqGYPeJOIogJ0JwHTTfkMcM6
5mLK8q+gdOOVXlrqBWVE+liwbj43XoGXXdoW+6Erb+NkyW70ClbyogE0NlK/JCRpIkPe65pzq8jc
w5j1sOfjQaNwbUqsHHp1i2YQ8ai0XdIH4Eo8YcVlnbpxemNOiQQprbjyO25CY0XPC05tJlqaRhrk
3qZEHvv+GDyYXm3vy7E8L8FHaUfHsWBWFc21wI/mDnnBiWfTIMlNm6MR3oGukxPIS+ic81TnRk54
CakGqVsMoeF49fmQkJJUpSZuFGPlHa0ZE+cxnk7LSqTXZZHejqkxYaasOEGG0m4aKlqO14OY+5dE
863zqUvbg26Co6MjkE99YwXRIivODq40xL6JBSmtY3ziBJ13Gsv2ewbD6cQ3m/rGyBsUUXZFVnJd
Jf1LFzPWYA4Z4S1qJqzEGzlWYGWxxDHZHyeAVVTuk7q0J5J/yiKYzw23w5AloAHiZZ6FBVuXHOIY
ww8N6fml0U3eCZ3HbzkuVjej4RN3WCl1bbfqLtDiGMAKv42+cntQ9UnhYRvY6WVdclKJPcv+jPns
/CysrjwXqFq+wjiaPgtQ0JBLJ2h7qlXWZdeVkFqSlH3Fl2I+yMJyPtQVp0Jo391DNefq1MDA7sYX
sEEJC8zCoa5JT7bj+QixGbd6UyeXBzxngDwdOKcd3Bnib0kmIvvqU5PE1iFvexXs7GZuYX/G9reJ
NHBaNU19qReCuJSUQBZ3inh+QohLCivhxLZg2ZbqfKjUl1x6pGhHGVk2/AoV3jxfW5YnusrlHT5y
6qDTN7d6Ey/VpPlS9GN2iGvIwpmsWiIC4tAY0uaDSgjsScb7siUFopbmt9jCQHIwVR0mZebsoQqi
gDOMk1abtZN6gDri0GI6wRr36yxGRPHRFBwjXexVMJzbqfctNeYIDjXsTDdl3xYE+yKvLT4Xc5J8
UDM6e2j72g/Ty+7i0tlB9+1ASBMRSoO9TSMP+4dbS+PYNRhap0ES3PYNkRF2ivXSCdHJ/j4mChrt
TgXaqUsWKmG7/SlETNibgfF1Nuv+S2ImrTiZnXYiKxJ1IAq9BfQzG/uZ04Z7ragu7GJo7Q1nU58J
GnQd6qrAHx7kCNbe+K31MAi/r2nY9R+izu1lmOQ27N2KoLMmJpKk56XvRZUOn4NGS29Ko8n7k6Gi
/XOhKtO4HEko+oR/lQtuFNmC8CPN1D9SCWRvJlbT7IRW1j9yx2cKBVjjPavZSG4NbZwOqYxib19B
BIP61Of07Ji+UXmSDpYDSUF1HWLFyYccYafW4rwidfjzJk7Jxp4bKs1WM49h9Mu5MW+gd1YfNIXN
864smor4KA1WvXQmsz5TU4B5ElxnzNDTDGMNA5yetFfpZh+torTbXULP9qXt+0nuRm2qwPlzP8Xq
xmnlA5AiZ72kEZ8xCOj3jhKsQlIzLgurtq9TyCb2eW7FXnReFdnUHtyica58P82+QwQRcRgHiXVs
3Q56WpP4ZzK2u7tgXgRvKfvzU7Y4sbV2V95D8AqtwsYrFVYyOjG9A7Vs9ejTnE/2oSgi8kuxEDkb
ZSyv0rmzv+bJcsKkiVYGn+EK+C+iqKcDs1zdjh5BTmVsEdMk29o6mJO7MAg0QkmHaJiRq+XCo9VW
0vgjREbFcPfz+QO8I3e4SwOfBkGf6gVboEtH3essHouACuKfF6AjwnMhVJxyYO+ZLDJVl+WX0O+z
6aAvpHljBE/VaxrmAd5xHSK0Jks41CZWmRSPUG5gD3G1+iF7f743oIoE+07I5oj8LXD2zgTXY282
uv41bSfWcI5J1X0dlyL5MDTLYlAF/UyPa4rYheeKfCfaFdVdLZgQh7mutOsOvjGxvMUkMMoZy9A0
kvZZS8zgueXZcCF1BC9uhym9wR3hPK0SZA6p0g5iFt2lN9btU+s3HJa8VtXQG/Rh+ihnrLo5VPUQ
pLRYTQ5NyqCqjrZVxQi2CmUpOqHT4GJnClmybxRtdaA6WLBdBqkmaJF98GmJ1J4zI7oeqmSOdl7i
NPIHK3xDJEdqGYV/sCQWeA+0xBLxsXO07DgPCSeCYMIZcCcmhDl5hudFgdAqg940gdOazagT55J1
ZyONSfInqpKBaMjZiocB04YOZ/8pNbHSMDX2wEamyCBF4FzEZctvyVW8vlfG2H7KoBBOi82G92IG
xJfnc39W6zO3kElvH6eCDQcpq8IgUqZn5iiK/gSHNXWAaILNURxUR3fESUROk3mW4D2JF79KrnLo
OewJAVKOEl/diM7oSRB59XczKmDbRUNcUjIwjlTi9bc/75D/CAJ8qAr++a/l73yrWA9S/Ob/+7/e
/Nt/hhIeflSLVr5dP+rNk9v//vnH8Y9qkdi/+Zew7DAAuu1/NPPdj7YXv7/FH//lf/qHfwDKD7NE
tP+t6stueVqcVuUbsC8Anfk1QPjhS5623f/+X3/+O78DhJ73GwaBYCLG4mDJPAUW+x0fdPXffC5L
OqA1LYPAfIVOW95vOn8FXipIigVijP/JH/CgaQEPguQB6GGC4+r80c8vwO/+B2jGsPFF/v3vr1so
b31UNNyVPJvAUnsF13C2SHJXlW5YgUNxy8NqDV+dd/CyXz0c2PM1EIghSj/lEQ83tOIj8OOjaTeH
V2P8F+Dfrx69wlK6yiKeMChwwHLKnpY8XTGqyN349AVEeYVg5hHBgRWHwdB3pxtpBxdWihPAtjdf
wZWsea6fDDGR14NGUrqDvipINj57Ga1X752MaOmjXnPCyrTvxQRyMfYbv+UKiaTzWduK5QrZeKqf
5GPk7EdHFBtffIVKWRBGRttkpkSyg5kIblzMurvfNuIrPBo0GvFXFTmht4g+x955qS1Iv9seviC4
r4Y8CMaxzwVDHrcoqlWhTeg+tW2Dvk6M9symr8ENbDQ4lXY7wLM72kXfzdtGfW3n2cYEF3A+dkIw
nk8RiTXIjR43DcvafbgaVdMWkkd77M07p6svCywDtz17VZ2iQV+OPs8JJQc31EyRg5qr+7Ht4avy
5E48RU1U8T2N8nsmYMAV9Tsg7C/WrHUuNLMksIxlzYIHQ7fA37OxvwO/L2/3b4j5X8u4tapOZUtg
fj1D/mmRdN1ZibqJ0UlcsPy+48D8q5dfVWhiJVpm4F/AyU8/eroG++j7thFflaeym0CNqPhCY3TP
G0KdJSrvbY9eFecwJLUTi9gJg0Ifj1jj5he9Yd5sevg6U5NYoDoSejSFAz54rirOCoSe2x692jjV
OML/Xurexs0vMbGH1Md3uma/+I50tN+sV0bELcTUfCesNdc/jz2tfQksL3vc9uKr0rQdc9BlxtPN
aH6y++Yai6GNY7JM/VcLLZfuHnA9nUNNN7+rMYA/rxmftr32Mlivnp3kc4mcIJ7D0Z+Q2w8y2NOu
rbcts2tr9NKXbh0P7RQSEPEhCpyDIrB824uvqlIrO1VbM8FXqTQfR8f+Ds0522979qouBeh83Kf9
RBaQc2EL53rIh38US/uv5epn2/PVeBfwFTWRjnPYpwJsq8uuxRh83/TaPx38Xz17topgqPTRDksu
LTt/IJ3ZWrr6/zrZ/+enzp/Gx6+eTc8xqd10mlhPbLjBXvCiFWrbmBirwmybsZJVN8xho48/pNZ+
jK3P2956VZQgIIYKMka7MYpr/DiuUQnG2+b2OqTHyCx6JHkzkfDcFRdl6vYPtF/jbeu3sapLt5kx
RpZyCkfL/yYc+x7Pq3d2zOURf7FjrjvrTeXUcz72c2i6M1nRiXGOpMvfdij86b74ap4MygB4GKoJ
9f14MFrzri3fs/X81XuvqjKPJpDqgKaapZm3FqmPbpRsnN2r3VJEjqpx8WFD83oaSU56mfRJvN80
CfXVRTOLG0iNssHdJc2fS1dcGEW6bWdYZzchzY2Fv8ySvNRAYwcusn7pNNtmuL6qy8iXqEuYifQ6
B6IcE6GA84dtpamvStMqzcLPaybK0GvHtLSe42zjGWLNRIy1fLA1gwme2zpZXeWU0FXMtx1l9VVh
ZrlD49tCNidk94wiD0ccXX+HRvSLGb74Ir7ejIGHk8b2WFKqZiG6o5JVKUHa26bhasOsK5g9tWRT
c2d518XJM9TwjdNwVZnQTYYoYZxDi8PsnUb3/An30G3Llb6qzdqyctvvoC0kUfngTO6dwidky5AQ
T/t2vPH/8lovLpZ9HiPEefB/IHbd9ujVOdYuJ7drWwFZebRo5NLSENbDtkevyjLBJlPvTVQk2Bc5
2EYVD0muNj57VZVx7tCOSBmRirDJUHTGiRBVcbrtxVfnWE6CRCcEOWefxnvJpg6vwG4oNz58qalX
G8/YDV4eWylz0ITn7Mbll7qcb7e9+KouE1zBxlpnxBOju7JyI3TadNP52wtWVRn0uiUSmh1IVTWi
H4Jvtq42FQ4A69sRSSqn9RK7hYTiDfA/sCTa1Vp6t21IVlU5GLNEb8G39Mv5Lg9AULw8fyfHaflk
fz6geOu0sUYUpkwNtgbbxlML67bxaBbYRm1684Ur/XqieHrXZH7EFO8SqP7x2GNprJXvZQ/96t1X
xenlmWbJjMyOESuuT8Logi9RNI7Hbe++Ks/MnWjqtM4Uqsp51N3szuu2lc+a2Imbf5/BBARV1rrT
dExps1naNrSNfNi3Q47uAoqTYlBMad+Wc7ovmvKdu8Pym//VXFmVpmZmg5vqNQHmfRpKPIf0bvyK
xdreSNP9tkFflaidirydkYmFU52cGk58StTMxrm4KtFFYtvHGm8fm4Q7abJ/HEFUtr32qkLjyYw9
qSrc7nryOOwc5c/gaD82PXzhbr8uolxvZlxsGhVCPPqYNePnWm66+Hhr5+XIE4k5QEQJrVF8F533
g7tsttv21qviTHB6brJJTaFeVJ8qM/qAUmDbk1eFOats0gMVsbVl3YcW4lhC+Oe2R692TaE3aV0q
1qsWUzh0mC1+zs02TAxpxtvvaClLkPFNZap0XuxP7vXO33QohPb79tFegpLckxrZVBINdOnet8gx
tw3JuiIL6fqsKGZYdxonrMgdQ3Pze69qcug0LXIGarKuzXOCzB6Q5m9bSbxVSSaqw6rBwSzCUcMT
h+ZzF/emTUOyJp9XQocXp0OjhtZ9n2FvrCpv4yrlrnZMNwVn81J3ChttwszZ9ZpdmtiP2158VZNw
5Ow81yUsTYlIztdvVdBvAu6RErydgXMKN0G3mYFQyx+0uiUzoUfPvO29V2WZVXFty8lcfLLSK7LH
zrS4u9v26FVRovdN0afzaKM0n/GVvfdtjHK2PXtVlWkSwIqEchoSF1ScuOCPnt8/bXv2qiwHvbVc
e0agWaXzN5xlP2HcWG8rHXdVlWStwd/JwamDOb+pYsxgZy4+2957VZaCSMdyUZKyU4rTMhrOpPVe
gOAyi//ieLLWvbl+jujVVRxPMmF9TQeIaY1x5iGZ9yh9ZJ0by8hZ1ajZzEJrK5BOzxKfRhOGcfee
1nSZdn/1O6wqNOrMXFeK6ahz8XYn+1G5/vOmkV8yJV4fIzy9xS7HZngg2dzhpohZb7Dx0av6jN0e
+2MftBDXq5vYDcimqzc+elWfmY3UFZ/ZBdCT5Ahi+49H1CZYDA3c2xFpOo/EgjxTIfrmaZ+JeTri
aTO/c1r+1adcVaiAiu0Lr2FF1ObuUzY17VURpe22bdlZ1eg0+8h/Yi6cpWt8i7sMj5/B/bJtpqxq
1C6cERYsu7IsUKhPsNXQgW5bt9ZMoAn5LFxq2pngnMkOi3W8d3GG3vTi60TIttMylPw077zBuzLR
jMSWtW1/s1eFaQkzcpOSMRlFdDkP+Kw1bb5tTbRXlTmi6xh7knHCXtyXfv2l6IJtiMdatMh+jzsX
tj1hN5b+gQDo7CJyO/XOmCzl/ReLlb2qTdMeS92SDHeHrzRem4mYboSjOnKSgyTZb/qmC5/t9bKV
jd7cYjatQgfzCjn7T4b0D9sevZrnibQaFnIyqUiw+IJv6XU2m9tgFXu1tMyyKr0OdUoYocTZDdis
9XO6bUn8GWf4Cn3r4MCKegQVxwzzkBn+qWm9B+z96ouuBrtMkNmqip0f+7/q6DiYbCcTXFUt2rYo
2qsh7yuSS9I5A2Cu8vvE1B7V7H/f9jVX12TPyyfDTkpaVuWSw2th/66l8bRxrvhvp2Gv40ghBci4
SNofATpgLDBgp2979dXiYo+i1aKA65WeSPJcVPkY69k7RboU418UqbVaXNrMR1GFp30YpcEtHomH
aMJXedt7r/b9SYvLanZZFANNK3Blcb+NbpFuO/SveUxmZgrPRyQRFpgOn8QT/Ot2I4URRf3bz9n1
fWXEM7B7lFlY8EIFqtvC3jgs5tuHJ1rQDUnOXCm7kYxndJ84zWnbJuKaD9S2xJUPLtU/6kR9lEVY
NMOHTZ/TXM3xUc/qucAYnIUFM/Wgx1g4+7jt0asZ7ooB6eTAUUtpHQY1rpXt8QffBr6bqyneoe+c
LFrWhLLnN17XXjfOxvVqnc0Xi8QRZclo12721eCgYujO7bYhWe2eMOn8FLnrFMokOkx8TLz3t0HX
ayqQgYa4qrxxClFEPppzfwHDYdsCvhZ2u+4weVlpMLdthVN+TuRDcLptQFabD5bXePrMqP48zcKt
K7UuBkxetz17te9oTQUpMnVmcGVkFlN03ybV/aZHr5lAUdEaNslBLCUQZ8+Il0eT24/bFsE1Faia
Na+TQcAi6GgHOQdntRaH2957VZK1rKagSVgCR3uS18OYottGxr7t4auSTBQKJhuSK+H2Goa26Ot2
ZVltq/c1G4gLhFYnns8xvzau9Ka8iKpm46CsinJK6PbWjcUByJq6Hfz5Fw8f421jstpz/Mxys65m
DsrRwYCnvQggNPz9o1dOHv+X6uatqUCW7iduJ4ENHTfHrDhAwoIHm5EG57ptt/cDEr8rT03+rYbj
tIs48srwe/WU2OZ4UfdxS0giPgHm6TBZdn+YhlLiXj22NxaGh1x1Oj06Ao4nt/Ooa9UmZqu35upU
XddOhrGMtWc92WZ04cjy7O/H4xeHnjVXx4wGt4HpNoSZIT6aTXeM8m6bsgLvnLe7+7yYDeDpNRDN
+FXW7m2nNt4D1zQdxGTlTMCDDOfCwJt43Jv+eyHDvxqQ1UlNTNiv58YkQw8fHllbIMDutq19TdLR
hpQUBbwI8JVFnGci19zlGEdv+5Crmkm8jvlGbFgYeS25eJGPJUc6bhPg4IHz9lOmyRh3eceo1Dp+
KSqK97qfm+8c1Jal7i8O3mt/IlNE+NkWfE28NqK7oBqefBIYctMjfqQJtjUe14Sd1oswAJXYY6ux
S3XSd7rgGgCxcTauh6s9OfDGXKqEfqw7RpfCGc7jwHjn0cvU+4vx+Wnx8+oaC8tD1p3Ocuhrbfax
wS2VoJ/aR3+PQa9854f89bxHxfb2C5P8mZatWUtEHMS9DmPh7gIH+88tsxNh29unVwGmuDk60LCN
yNETXkcwd/qw7dnrZUbNjmHmvLnea4dcN0/LrP687dGrzVkNo5FOdcukCQR2q+25VstNuIcbLB/7
1UcttDg1aigqYSZaR+y8JrCxsoVWu+3Nl8/86vFRQ1YHL46/C/6i+xEkG7G/+V5s+a8my2qxqdPY
7Qr8gkJMKZ5M/HeTxtjWDnfX3COk9qVoQVZDjIYvjaTxsfy1N37PVZES0u34pZ+jVMp7zB6whjhB
brzx4auTs63n9dw1pRMmjpvuulRdNU616Z6Cc9zbzxl79jSghnbCscHgcyiPXupv2jjcNfOIVNGa
kCWFCkrT2p0YcSQf23mbkBCzq7cv7v0fzs6t106b68K/CMnGGOxbYK19PibZSXqDkrQxYMAGY06/
/hur+i666ZtG4qaVqpSwjA/Tc445npY18GbB06tQn4K1vq3Y/Jtj4xeT8G9nrX9McVPBn7FGmzya
QsXnMo5BYjvWKPsvQzkK/OUSFeg3LSWgTqWSfxUJIo1DS3OvO6rRzYZmeLw38eomGZOHiR1cl2K3
LoeCOs002jbZEAYn2I5nZdKK/Nh772IAmBWOvp1sfHLbJgBnCj/M0fo7w9ZffczdytRw7IcsAy4C
zto3P9HPWzcdCnEhQ30/Bac+rO1sISLb5upjH1OAz47VOtAu/v7RVRVPhFWYJzH8ePJ1imBK3RxL
jsV7zVEE+E7YOvRuoYd4y5jTn0ITD8c+5t5+km9KK/AbMQkV0K0dOW8BOTa/k92hOeNw4LzfYpgw
1hsMYMYIytQyPLbLJrtzEx+TTJHCiy/F9IYc+Wc7xJ8OTfC97Kic+BryOMSj52RKEzNk1ZAcO4/3
uiO4ytlljZr4VBl7R9b+rumTg+O9W5fzCpqkq2c0sCfgfk6DfhlBOPzNffkX6/Ji7/vPOELppfGT
wZjoLbirkgm+eBE5dK2N/yU8IhxSdI8XJ2LTOUHuejXApR36mHvpUVKpNtqqhZ9WGA7FSffIW3Mo
ZRPvlUej53Grqomf4Mt1X2zBSYPae+ytd8dlGcAqe4OG+dRjdV5dNhRF12PaN9hyvv+WIJg1roww
JHwe3gpAseCD/nLsvXerMragS0Rs5ie053SwSMpg7G2OTcH4MjX/cc4nnoR6njAmYoVQt63J21S2
9suxF9+dmMXs4P8EMh98EGFPxTUMngY7Hpvg8W5lChqAQaDRdA9+8EO7yo/zQScCONG+HxSCBjzT
tlN8aj14GHX1XAlxPjYku/MyqBISQGV9sQqwQNdx+Hyj3dSUt4cevxcfKfjBjvVliq/ReOYLaU6B
oscaFOO94GgJaOIM7FMhGH+Db1OZysAfq+HFe7tYCgF9NTZIGKxF9G3RSC9PrTymoY/3miPYTpJZ
XqaKD+YN/HkeX4Eeao+d9ny/PEOMMw/g0EDp8sgimDAfK6Cge/z9PKQL9BhYRPEpGPzttoJPOtpj
cdtedOR6AkZJ7eNT1IQPU6hO0KUdHI/dwiSoslVAJWKKR7G5DpmrzsPSH7uX7AVHZglHwKrL+NSE
6q7w9UcNo85ja2e3NFvVVfCOrRDf8+CJab2CnqTcsRNzLziil8bHokOIklRbdSWdulmHITk24nvB
0WRggRtajHgXL/BINUv1fa0CeSy62muOSjNgG49g+mJtmWScufYZtbfi2Afdq46soUupCEadwp35
XCBd+eS14d8PfdO98qjwUzR7KAJgGcDCzIG0A58zdyxvsBceFetSLs7j4WC0/FgSCvDnvB2cL7uj
04aoU1UKV7bQzEsKalGHtkL+u1vbZWv6d9Iz3mt3lihIUEbBhthGgL1vVa3Q7NsyNqVLPNljkVy0
O0V7G/X4Deg41UX5WPZDOhJ3qPQGK/z3G2Nc6xaHxWUXgGFy1g5qysBB2o7F/HsjohBYuw32hHh6
ifAQYLgm88sWHYsA9j5EtsPDR1CjT3rgt9UYf1y65Ouh2b73IdKtStaBY1jYFEePZdzaN7CEyw/H
nr6LcGu0WclGY0qCzfUVFqtXtnPH8rVsd4TWQYOgpYNN2AhXWqBeQ0SLFvCwYy++O0aTxSYK8zw+
oXkW8PURZPc53g6O+W6hDqaZYC2LzwkzeJ7bCww2Elt5bHdku7M0GLowqQKkV8qa3yOOAaLxmCIr
3isam7kKZtbgxYEzRa9yqR0q+/RgxYPtVui8qMFJi5xqDG/XKgIICb2GxbEPuhcfRc0FgKQQiEq4
CedFSL/Bcvbt0GTZq4/qJS63eMGdvFinOwpvtmL9XePiZb79j11370ZUBtz//1SR7XmZ2E8yTa/H
3nq3NptFqqAI8dYanPRzUlY/OiDTDw73bnX2itmJNwwzZdxuZAUpJo3Mz/9+8V+cROFubfJghTVt
XMJDaSnLN7t1xT1Op+pspumYP0m8lyHBw1fFosPYuAjN86FOxls5jMOxqHGvRBJyiQF+Jxh5Xzxq
2L4tsTgWX4S7A7QE4ZgFGx4NzhP63sT3up0OyTHBMHl/gNIEMrgqwZhwRx4mJPqSwupjocteiUQi
qzufoCoRwLL2dl42cea6O+Z/An/R929ewomjhEEoPzWBgDU6EiGSJMcMfsDOev/wTvGWo3UHBRU4
+d6YECpS3GXcsanyN8zlH7kWWRdRG162Flmxb0rPA1oYYTD93wvpF5vLXo00R6Uw1YiHlwLkl5Hd
Cf07adkv1ujemMhWXilYs0YnpcGESrsodD+WLhAmZSP4lcd2mb1HEfi2fRE6/C2zAjJ16IIpi5bm
mEFMvFcmGVMPfQ3+LQhk65qBNTbnKuS/iXR/NUC7hWog+gaJABvkHEzdK4COSR3njYuj3zz/V992
t1qbxCItX1xeXvkPse1vQOU6Fr7s1U9RVAStmi65RRsOqenDmxpW08c+6V7/NChQT0eq+Gm03YM0
23XJxMuh6b6XP0Eu3dolxntXXc0g2BgBeunFsdTiXgHVA0cBA3Dkci+e9Ke2I7ddsB0ThWGner/H
1LQfx9ngY3pjHgBPfIobeazVE0yo988mYTQFJgpgByerxzhS18kxo7l471O0NW4jIEVhUxfRq+ft
g+gSfXCahO/fOqRKuChCmhgwkCStff95Wf3B4H+vf1qCYUCrPoZkmtcP5VjeSGMPJi33siceBbZf
A7w4PPPTYmg/BEYfmt98rxiiNII1x4zdMOnCizZ2OwewETx0QvO9YOjCSVBTEoNSJGA6FZPg5K3b
Dn1NLndnKAWQXhQdZspQlC9T68HOoJ+OLHr4hL+fKLg5R2DnYF1CjPC6EuJONZpt8v9++P/exMGA
ev9wrVvIESBYQZI4/FyEZYpeuKt22A6dz397m/+z0AJ1djkNAwxC43Jc4bnQja+WzfpQqAjo4fuX
H3tgR0DgiE5jswDfriQEW2XYHkq38L1qKIhJp8llaFrdv3LGbmJyrGDB945FQefmXhdYQlrbIgUy
7llNUhycirtzUyoE0NWM2/PUN7d117xt5THxGt9rhoIFmmUt8Tl9Ky04VLPNlmQ6tvj3qqEumpqB
Dojl7Bzk/Wju1o4d+5R7yRCwabjNJQhVmNm6lDlAA2u+/vXfS+h/xyl8LxoCHxzyaob3BvzhQfVf
uoh9OPbk/eKMybTVlzucqMY8MXyDzHE+pogHYOD94iGCBQlFngJ4neCh7d6WyH489tq7ZYk9lgAc
yfBkGX+vh+SveUu+H3v07tAE4C6aBxiSntDmBfK4HsEqPGhRxsUuoG0E80yZ6BKLJ6+oQoGOB2T2
sRffLUo/TTHAgyE2wqkj0PboMIW495CAhe81Q6WcpgVkVFxVOMmibnzqfHxsA98rhsawGlS4Au23
xRu05ePw4pbxUNmW7wVDBPgpJhjGG6wXoNQtS1dm2mOn/V4yFAmvwRW5nDy6H15qzZqPYh2Lo4/f
Lc1gAo+tsBiXumVZpcOHVh5LxPO9ZmiYlG8ptA/YT1ZD0wBIgzsBdpg/NhX3uiEnA1jBReA0rtsM
OFqZy1Ic22eT3fKkQ7RpwQaU5HxgUrOVP0q2HkpR8r1saOMS9VSGEW/D8nECGvZOUBMfnIq75Tn1
lEiy4MV9nDyOgfgA8/HToZW/Vw3xpgjJ4CFsnkY9gfWlen9TJ0v9u/ajXxw/e+kQj1fF4wLSr8RN
b03YlqhAtwfnSrwLawGs37q2hBpxKcSpZ+qxmI/ZtoEp/P78gfFr0EU9asO2n8JbkFhJRqN2/c3y
v6zDf2edebxbn2MQ63G2A3SCYRllsrbsLxVWpkrlWJYHv+zuBC09WM0ETBD00wOI2CczOJWJ+c0P
+NVn3R2ipFw33DWhgiBNHz2YAJ7EaJg51u4JBeL7wTdihc+Ix/AgfXa3avZd9m138M13x6ijcV1V
DhXQng8iI1rcDLWZ8mOrabdQCeqfrWwQ3K4uzqeyqLNIx9OxnXGvI+LAaYiSXDocNAU2r3YV+qm8
mo/tjnslUevc1PZhD+SDr85EtR+27VgrEpDi77+nnUAHhJsOSokFqLGqAqSyWI/5qwL//f7hum0U
xaYLQY5cx0w0m8udqA5+0X8JiRayTHMCEEacqEwO8onExwrm/F9Koh7pYa0p0mVxAy4vjf+cx4NT
Zbc8237WWs2Qh7S17NOtqfWpUcGxAijnu+W5qriXi0iws0RzmTJS3QWjP2Z4wfdioq7RyaoA8zt1
MJp+jDrlT0OshmOrn+8WKA2dZ3yheHo4AsNZTY+mH14PLf69nGjrltrCSRkw53ZdbpNtFGm1VMOx
GGCvJ+p5yWrWXkL04UdYyy+NOMYe4XstUb90ser7iyp5Lb41cemQOiuPmVHxvZQId88WPM0GOTO1
QSibVOtwH8SL/HRszHcHqbRBqwfUh9DeCDELGfk1XIHssVW01xIBJirbrugvJQR2BcNSMLd/1wH6
i/NzbwJUWGA+UTXDJdTz4mFrx++CFfrYrWivJBoRXGjqEYsy3wcnYvxPZwB0PDbiu/Ozn5wai0Ej
yeJldarjvoZ6Qx5zduF7EZHuFz1Igad3rct1Ha3pbA62Z/N/aYjGEmjRFWQt4DHGtKbsKyunQ2oZ
vlcQGeO1jD0udHYkd7oPvwmlj434XkFEgQSS/JJHpEXxfHl0zOfzoY+5dwCSSnZk7LGTj4sEMrp+
UJE9lv3cy4ca1sUBnwWu5sU0ZgtCIdmQ/tg2vjcAMq71/dajz6bT9XPR9Q/z7+5xl43jf0Tme/cf
pZyMt3pDZF4xcgKejn/3LkA2ZysBPD826vvz0xQkCHDFOkHycFM4ptMKedBjz94tz4DMrdVtiS9a
6vGl0Ru9ghyq+018K34xOrvjs2t7zooOl/OmWOr7zg7FRz5MEFii0QIkW9mEyX2TRPTnYmN2MDm1
VxaNbTHV/aRwtXbt/XbJwRRwOfvNHi//9y/aS4uGmIHRVuFYRfMw+dgOvAUaWooBPaELfNlO/bwA
Xd0NmzNZUSQRDA9Z4I5NhL34yKytdJUIGNyCFTj0kXzrR85+862iX/yyXVxMKrQUTy2+lQ3jz2YY
dUZpccz6me/NjxjY5pFUBTstbtbplkRh3kifHFveewESCutBta6YxLwmT5Hdwut47aNjG9NeegR3
5qWQI169X4ebyULvWdBjB+9ed7QsXdQFtL5UfJBgwnSdX6AXbn5j6PCLxbeXHqGjXkhbO3Fa0NjQ
nSpBxSeiDUq+0wVRDEq6I/056ZoVdQ/fiuHY0bbXJRFnFrAikcKRPuKAhUSBvC9o58ixifovbRLq
kQB5YBXE9WTTztI5Dag+th/upUmbdCNJiiY5MduGH6fI10/VNNT1sZm6FyexiigdVJhMSVxmTokt
dZYeLJXttUmhHcNZKQxMM891vpbs1qryYDZhr02K40A2YsXDqaz7Mwnab+MGePmhU2ivTsIdKxim
4LKxlaK4aro3x4AvP/Zshv3uH4qtCbISW644DgrpXoxu2yeqCT2kwYONxvuHu8vmXqkGGFMyIfaM
xR+XPpz/fvFfhBZ0dzQvhq6NJhL6vrL33wEiqkmKwLxn+Wib9cN//yW/2PX31ilO21KTAKOjgwVQ
+WhMaUdfDz17r0siDm1EANdHJxIPOmsrCJO7hh+c7XthUkxaaRaHzTPmTKUGDpLnIWzr3wz+L8Zl
r01aWFvFIxBWiFzm72Gh7+GSfmz/2lsFwVGKBQL2CadpoRnclx+Nio5d+vdCmYSi5mwYxmTbCJLD
lQphReSOtSjxvVRmjJxJTIPcVrOxORW4mdP1GK032mtlzEZIS2poZYLRfYSf4ZNJgurQ7hLtpTIt
aPFD79tLelgH6AUVp6rwv0tY/L1H/fsGANPp91vAVo1jXU0R1A/tINprr8icpIEsg+iqbVzz3JGi
XVMjsYNmoqySTwEUpFNOOZwQ0r7Vpc89RHCX/x8EpfNsi/B3HgaU/n0o/vvt+F4Gp6TYiJpQ8kAP
kijulYvdmFaiDoPUj14laTW08WulvC4zGhturjvDFmOvwmn005badYMbLoRR9Urx3xZ0ddQRLW8q
n6w/16pLZAr1tM6Vkv5mMmO4nkse6DG3awc18grEvYfNuoddHJ+DDh47vkrSIrbtm9nqWJzkXC1t
Xm9TobPQd8V3Pq22yyut508LsVo9QH6Y+LQQfdln6zr513mdtuRnqNuihAFWrYfbzrTz0wqsX/RY
l1rE9zDj2tT9xgFluNNBVypgbLehe0P1MZnv1rk2pk1nysdiS8Uw2AUgdAIgYLKMLWwjAYASyxlo
7U1DH2soBISsKcZrYFp1dWVmJMA+uzVc5dW6iibMBjcU6hM4jv1za3Dxe9oEb5pUs7irbiWJavLY
1QNlmbTIZt8HpmznZz703cLSErY4HBsYNRJJ0Qa01jZrdMOmez/IpfpjpiG1N2rVsadoIouH6iVg
oOzcl+Hm4bpEPUnMi4+8sijbUsi009DPE30ZPOncDSJ6JdJ2McKB+NOs2xl0WUC3cz4UjTtFpTL8
j7EL5j5Jh9qHzZo7kjgh4Hiu3QzigW+1/DHbvqA/QVoY+o8sgfLp3jZ87p6CKAnk3TAHsn3yYpvw
AcSkC5+C2jx1PEO7/rpdXhJlvDZL0NVQfpxqz82TqrmooyzqgdyyaTtSM96DJRCLNx0OKDx5p7ei
vK4JRhk9IpU6i3IrjE1jqLxeled0fhrbFkmIpCunOpvbuXN/SjMXgz+NfQdvfzb07g5KZzEyRNfQ
uhC0Oy/Th66oUVeASVNDPzZFycLcGiXywVlS58HWUnx15JpA6esiU2Zkm+sN5Zl2fOyTsH9UUxXB
ElG18msRCatu4eoz4KbnCjVs+EFB3eDu10cmi0V7GRx7ZTAKNGd0Hlw+al59Jpsx7orJNrhFRnII
kKYtW3JaBxs9076lN6OYWJ91ranDlK6tT86GKS1SGQEnnYq+ASNTRrww6TQ1yE03wDt8batuXlOh
hKJpG6BepR0ZrgQgGWdYyCVf0fqNmq0dNpN15Vg1eVTMw5pS0dqrwc7syzzEK08dt1ZDqFyJOQfr
WPkryyP2ZzVOAUiodfwhGaQxoELXW5Gj5K/MtektqjTTsKmUTFx+ZCt3eSfjeTk72J2Uj4uSwTkA
2aG7gbzQfe17qm4rX5bfQk3xVlrDrjBr5nhmN6MsKvNqAyC8spLCUyffmraXKbWtHF76VeiXxqBP
Ph3mgj4vhRZl7mpCRB43oga5rTU3Rm72pbABLmsrD4opHzv32rg+vl4TELbyhSXzcA7abrXncaDr
fEL0zHUKqw3/16A6Rh5IqU2ZQoHS13eq9aihGTSIzTddrU02FEHTXbOt6NwJZ+7qHqAKvunEPPxF
N4XRaVWdu2BSCvtMz260oeNbV0b446hY9GNWo070UqIbX6QhWfnzMvWJvgV/iUMLoGrHzyxaxAfd
U+3vImfRClQaO+uz91sV3Jum9u4avJnlrmuAS06FhStTNikWzs8hq+FxyPqtObfDuiwgP5N1+2Q7
sVwlqJHcV1FZdzllaDDmEZIa93KLG5It8WrQLWm0u2/iOe5+DnPTJWfFfbKkUoshTAPTVctLL0vU
QhTbWvwzQscyKoBa0BOdeaHzte0mKIIWWW2vhpczy2EjjM464oftNUJFIQBiQlr91csRVtkg4k0s
r7pyfiig7kWBW4xLc5rXkK2ZqGAFlWofa39VNQ3YtilnU5MydHrfUVay89TWw5tcwTKc10EM172G
ovd2WNd1eJ7bzhaoOUHkG79Ys9b+AWdRwR/cKNdPq7S0OgcbGq+vahHAcyHTPQMWDZCa+KdKYof+
cUlYgXbASsvbxsOc76aDO6/Waa16ZnM/wgXrYZwqWQELRUl9hxnVP5SiqtDWPrcK1Vegek5rX9L5
pbtQ0p4Yrw3LvLb0jyiB8xzSea2CxfzFN+WTsElfNndMiYTnsMEkRQXXjZHmVSTIaTTqZ22D8Q0J
+y1HMwomeillnwUJvOxwPYiSlwY1q8+xM9MPuTVLn9LaJzIrZMFvbMUsPPjn5SFyxL9WdSTizAyw
BLS6ZndumqYujWbT3iFjo7IRbXQZtQ25iVwn7xazjSSfRQySocAfqr9aV9o/IvTvPmtjy6VOo8LG
Jo8M5v0rBGIuuh7YRrp0SRwpz3WjZZ3VczPxvA99/JUWMkZmPRiXLcOqjoLUhL6nb1hUvsgXqYP+
XjVbCQu9ejNn7YoquoLMqrYppp67ayIHR3Sy0fqmZAAIZ4HwUZ/Cei+5NmW9jRmsKIbyWmiZPIAi
1/vUVEGzXPGyrqJbVk3U+mxYhnWc04Gsjj1ZXSZRNncAFuVSN+ql6W3c59aR6qMKB9ekpJjZmLm6
GdPOAweWDnGs58eglonPKif1jematr1bkmRrrsZEB+41DOnmM8hxUO5jCiGIEmvFzkLYwFxXdZ0g
8+OjNoXPz58tnbruPHBeu1xyRW/1YurqSoBf05/MTKq8iYXLWDQhnHKam88T6MZTOjqcAelKm6+N
GORdhY7wFF64z7XuAbKtWB1ip0cLjc7LhQp3DhFxpAsWY5GyleKQnoioH5embNOK6JmABT5djxp3
iGSmScoMZSn+JpMPsnhafPVltcAGs4Wz66WaBLIwNkbNm404x3xUw90zWKBLfxmJb/lt4Uuusmmx
zj+M21BMWewUgEq2L4P4zGyP9lKFFr/Qpwhi1HxDSZf0WTO2tU6XcFv02Yp47B/ZVHqfjWPL1LXZ
NDyFl0qWye2YIB5J+95O/ucaNlym0dYA7TchCJ9zV8yiyftehSSrKGIH+K8vZPgsyiJweU9F4XOj
AOrECy3uI/Jktso2mE/fI6hHzz7jxfTn7AX8aUxUkCqbNWbTXZz08hEZ2a24CjiCq6vGOL5+lMPQ
cMzlcCZZp8a1fe7LiX2x3IZYI2tgEKHIIugzAQvaFnXx0FS5c7B4u2IBXAjOrJARvQELspE5E0Sp
V4XeJ/LYSr4lKcIBdd12NAgxAm04PooQl4y8nOdCZraR9LNPgkUj91bFursOPCibaVchbs0kr1r2
2EChUGa6cui7mRann6ZwRBm0jGDikMYbpHrXXJa6uetLQT8iNz8lGfbN7ioJqXiql5WMeR3byr1u
dJhf8d7kOxMFTBENTA+qG7KBhZLCpFZMP7ZpFeEJNG/k6ZZ2nNe8TiqXvKG5OB6uY3x9nWRDQqX6
7tsRZNStQpU2VUsnP3JhlhqmzmVMTgGguFW2BiPpzqqDu27uh9Gvd/CY8kMWqS7s88bDyS5D0E/u
K9UtE6Jf13R3LXyuPsMpRZDUWA/vyd6OC4xFE7t8k2G30BIik3nurt2EDfraNWNnTm7Q6I7Du04S
fPmalxBH4ug9edYHzRP2cb18MB49RnfbWuKuGi6rbm+WBdL7fEjAbMqLhW4ip2MYRdlG4z66ruZQ
YL+ZwhKW3eO4jtd0i3ENnGvQj9/wzRm/A0m8Hf6yHY7QKx5HW/9Nh2gvylhM1fK88nKlL2wKfHmC
TVAh8q4m7TmOEvrFhHR8LBnO/jykvee4LbQj+h8YmorzJuqLLZed8f7auqVmuYjqLriRJdR2LwhE
mc8A2qyGT6LdrH3QcHtDxDV1C1If5TicCZ782BUbAsy2LVnzqQ556+/rDgreL0HDI/NlClsSP9Fl
nMX1SgX7ODHOLOZZY5/MNPDqegDfh+cIq6nOevj9d6fFyy7M0PxA5F+MQVto0opuM2R/qw/ugyQu
xtvIouyRbU3fWKwYa7a0r7mEgjeB5C65xayXGH8Y+ARPFSmK4BlcKIQDdRFgBeFj12XcoJ0K3+nM
VrLOKJ3A/Cyl8egJ+hWi4WM0NjEmHfrGF/PVGl/PPyRMKIsfoy7o9qecMHPdzzDEQiUXVmMz4Ioq
RVxkvgmJT9fELOzk+gsirqrkfOe1G+q8WXB6pXpQuNyqaqy+RW0cf1kA8Lpk5a0iMXDxCVYAqkSz
OvsWZ+aaswD/LgAB0H5e7opo7s36TEG4LNdMTkxPNsdeUHb4qF7AEqXGpcnkYe1wexnLNYQtH2qQ
8gSbX6dzVunVZeAghCSFEkdZ7AoLXEImXLbfJo2mcySh0ZrYJjnCRgKz9zgpIAZOxdSs0Rca1ixB
pGFokEVlU6mnic5M/YVttu/yWWIunUvfJ+JG8MmCtsDlMsivshxC9+pLZAheO5PYJnM87hRuGcoD
JNwwbH4J9tHixClVlYTAa2TbAz5rXN1t4J58CLu4qq/oxKb+KXCMhvmEHaa+NaafPwCACmKr7XwZ
vdhKT4hOkSsgf3nOInpKCFoLryFqmrZsQMg9fXCrI1PKt7Ztblc3F9NV6ShDmWsLf0LZM5N0Nmr5
RtBE8EF45dEOElg3wNnUsy5vjI/sXTLP1V9dtxbOpi6EtxhCeKMxCykQh/o8NySp8SsFvP6dfWyt
MNdYhP5LSZpCpGzy4jqMN/GzJgmuqzFpEp6tKJa4E9NV0jyM+Cq2TnXvkaVO17E1TbrVM8OX8Bt/
Bv0aTW/rFi0pwefNZzdGUx7yPnyO5Rh2dwzlOobYB8dbqpqODxBwNj6E9bDDoQfypWTnsIen6kna
kOkfC1WdP8FX1EXAG5ZUYm0hwM6sHVBXGQOC5pKFN/wplMDbPXMQs0zGkIbusg2X5CavttGVd9tS
cYf9rSlZCrE0msQr3D/HGwYD+ofVe1WnoErN4t5F64A7VGBY5VJQZePPvHHiT7YEZPxKqHPLU5mg
E++MpC5MZUPDC/yEpeMggUGdVmYxQPQveETP7ycRiBH7EKUeQw4XOfgJt32tr0k8twCme2FilsG7
gr5RgsxTusBq4oOmCbIyQLoUuGkusRE3OG/QThhBLHWDzLqJATbTTCKfAwuGjAT9UEEqgG0ORi/T
gmtAbEmU94WBjs23qi/uBtptIJHTpAgzXPHE61z2MkmJnEWXWeGqLzFM0W5GUwxhpsJWfCq8gFq6
t7L82Ks+/qx9onlGia6+of1r+yCAicBLzjjQcfOJZDqVTD7HU1H9kRDf0DyYdXeDv2R9ZisLTthY
9YtW9RgiWFrmNvOFcFdcLSO5aesVCupIYGpkVnMAS+oJIKTzhjBAnWGmbRXOOQ/61Fxgy7wNhtmU
H9RF+PuH1RZhTohKTPQTbbmq/NBCXo8SDcUphXyNwNWhKpBoe9RybO7dysmp9gFsfCoMR38ahlqL
V5jikjlLghC7boFTq/M5yue8yAeP4L7HBAsoUmlBM6R8QRYp25ayhek0siMpr5aTluYx5Mn6aQ61
v1aNIOvdqEw3/HALKXBYtOOoboPVteiCJKJickprtNQ8L4SxJpO6b/s0SlgQPLN+LR9GVgqSqdEm
N5tYguLGdQv8v40uVPWpVaDnPReiikLEqHRaMl8p9UKSEAQm6Xz7yN3EACBpCrM+LLhU37B+7u/W
Iox8hrsTXIZ4gYN0xJVMP3f/R92ZLdeNJFv2V67VO/ICEZji2q16wJlIiqNEjS8wSqIwzzP+pr+l
f6wXlFlVIniuTpNP3VaytMyieHAARHi4b997u2m6X40sTaNt4pCZeIUVqXeS6aIXtMJLbKy6vibL
7KPxAxhNTgatIXSltImL9o1WOzaN2XqYPurFMJz7Wj1LL1V+fF32RfYjNRynysEhDKKFP6Vz9ibr
Kfje9LWrYq+bjW7cTMlInW/lqYY5lMU7O7hx2jehh41O5L9zrKB032ixFl2kZZIOm9pMRu1C+F1X
8jSd9pEhgkngWV0bOp4xm1N1MDGZ+ty549hvyOP8m0gM4tL01V3XhZBHMbxzxy1hc75qZFSKy5Qm
9yNCeufOxYDg8+RSXFzkoZH6Z7WR6tZBN+2pOzDmpW69thqitxbyxDuz9cPKq31n+oxs0fkk8iG/
SFqZ7/S8308hWIuVfxskW8Izm2b4RP/A9GDHkK3RrSdyFvp1QH15I8G/mZ3VQBHY9aRPH0JjHs8r
zs47NDSNdp7ZIxBpavvDnanEfNE3jhV5k6/Si6A8fCvnwWsnJp2Npj5snUOrsJbY2AsSHBpx8E6k
QfjJcFlckRvlcJdMqzswOxJZXg19sdy0WcKriBlDdD0Fqbi2g3l68AH53meW39xMpWqNM5UbH5Q+
edNQ/7CC/n5OUwNguQ2Ci9iakxLIzwrfWFUYnvNiNK9sGLICj2bIpm3b1EPm8fit9742j/3WJnmu
N52WRnCFwNh+yBmDOXaDBINmkqN6qyiabyLVuTeajLOGU2cKGs9g2bJPmym9i/Vh7PdzKc1kF0YT
uGuvm9VnprjogpNbStD5TLszlNaeG1JvGe3iD/k305qnR3fqSx0AcrIqjoTM/ZHjhPbdtPqYX7Wr
Ptn4xF0f3ANoHiQyFO9EAECNxG7oPlciz4Q35BIzg7SuW39bKCeuPRFY/khyOI2X3ThG8cYCn7+H
BSNHnHi0PKAobYYvQIRlvu/tyn1kY4kz256vc01m1yo2kis5133i2aXsbipbBVeEa+drkjGM/ATr
4n9qHC7d3F/azfg6t01pRdDinV6co12dNlKq1/ngWGtzgFQH2hBJDmOEJa71pFup0D6/rl27apQH
URlVfbw0D434LO4JR4YYXjfqxlzLvqvejIqGocG7cVzWT8nk8GjutFdpEcy17tuQxRT6HKM7vDYN
9yyy9flCNHRCX8V7NNXysn95qbDVYwBvKJXDYL/V/Uuh4k+veeis1aefPE0xUEs4w7oyG28O7FvN
Fq9aiUSupx9NcwnBR85aCQL/azlkn43aPUXsO77KzbXku8ud1Jchn20F/sfGnTex87oRfKZacQaj
JkqteKRbG2r5FyujjxX0X171sNeCb0l8lTgDYGiWM8nBGmxJE/TxdZ+9sLB+WSKyrUJFVYgoOxOP
Mw0WVRnj6xrYa8E3rSMEMdUiz3S0rwyJa7dGkJqvIqEB+D794lQ2YyYtBJq438TbmAL6Ay206lWM
BNNdhUNpTgCIzbIIO8O/NIAqSjm/9sNX2zIkig9ZUkDG7Jpre4o3omxeZR9Dhrx6KuMM8G4jnjLb
8QPQIhPUw4+vWymrfem29Mo0A+GUX0/yNkpC0xvmoHtdQFnLvmmL2moOQ1T2Gq2codLOnTh8nQMT
DYenT8UadF3ZeolxlwSbpXcBdYG6+lXPZa377oPRd2bsu6DeqQ99RU8KgO6Vn73andmIMz9IN/SS
WpylTrdLc+N1Z89a993bc+U7Ll8bLHc/5PEXlRQPr3siq61ZY5+JETbv0pHdvBlkMp1FTTNvX/fp
q63pThALAh97x7hTDQPD663BUIoTJ+bCfnnOOzHXsm8LHAfLXrQw6dCROwbSZ5BqrY/QLmRJXxhY
K07Ks8w2xr9GaP3nt/G/gsfi9s9Pb/7x3/z3t6IEM2A20+o//3FfZPz57+V3/vV3nv7GPw6PxfVD
9tis/9KT3+Fz/7ru9qF9ePIfjNyFJXtHM3h6+9gwBfHn5/MNl7/5f/vD/3j8+Sn3U/n49799K7q8
XT4tiIr8b3/96Pz73/+2qMP/89eP/+tny/f/+992ddTWjyypPz/rn7/w+NC0f/+bKf8wBFbsSrim
bTtqEWwPj8tPpP2HKSXVpu0K1zbkQmXP4XWHf/+b4f6B+xiDYHQhDSXlIh1tCmo8fiT+kLZpYK3j
Iqq3MAT+5/d68mL+/aL+I++y24K6p+HLPFkcDpeEqeS4eBcbksmMaz57ZGlpFmJG5bWuBvMpQGdH
+dmeIH4uu+TfS5CPVfbyh+tIR5n6mo8cNkkh2sEyPTdJq0+tSsczJy/6izDrYMc67ZCd2FDLxlld
UEK9YNG7sLowkOHnv6QC4+xUmTMn0EcYMAY9yinP22hoL5g7FJ+41LMnqGypnOX24JhId217Mk1t
nOZaYXldleRfGsgMm0Arw/tf1tNf7+3X9/STxrq6I9MwTYdlwkqSayq5gSo/NEY6CjJR5W3u+EjP
xaDV74QGjhuC1jz6bdZDlugYoTbC19qnRpN/aqTt7E16iycSuCNPmLWr8z8esCnWEkSAhQG2FN8n
Ni3Re8LxtU3RtM1D0IlTVO2j14LeggwZMF2txchBDmU4jwdYMbZybspq6O5LSo0tkK12aojMT4r2
+kErdh5bUtFtWft8DBG0hWIooXrQmrsw6LTe21bg7upCK66svi9uk9mqLkK9HTdDbUBtqHSj3UQ0
v0B7Y3uT6T3kq0LE/Zu4Tae9Cab4ooPu537Ce5HFJqSuxDPpGsA0eriE8YdVpuU7XwaVV4qie/nK
BsBwlQP8I4X5jDycwzBE72x7TgU84zmzeZ84dnyqHl0O/tUDZwURzWyQC2GtM5pIZUAnTHrybDG3
e3tm4ljsGuIbVJH6XGaT5nqhYaqdsoQ4Qbk+tqtcnSRKOARoMNjVASzMcojbgPQPH3fOyLiFtaAC
PXP2veMbN1YcGLMX9MKCOOCGkxeoujnLbcdovM4eisfeaoqXP3VWHU5JjM5yHcL/09BFA76yiyQh
VgJN3SVlMsJ8cLMT8eRIRHYtBN+OZVm6ILA8vYoWyiE3VUzcN7TsbMhmQ6Ctrk3Hy2xr3pvs52+/
j2DLJ65eM+vVIKPh5gyOgadXxP5dr/DipzECLI0uv4GKYFrW9uVXUYC6BkeqEs+q4kEwfGIOIFuo
hIZ1OQNqM7DpZWNnfu4/VykuwM4g8q+rWChXwhhR1nlRU/a3BnNCdy7qxhOFz5Gwx1VsadkmQdpd
WyVpgo4OlD7Mll3TPBjhYG18iAvbQdOcEznikZej2ASCnaAb8lnQc3KjtLU2o6ngTP7WHRN/S5/5
1HQkcpb1EoCqRerCglO6vlbc4oeTZa3ecpUGSnIGSxsiSLKTvr0tavEunKJok0r3tg/ViYB55FEq
HHcczhB8wsQ6lME7QrtdRhbMqjj0SqvJ9t3c2xuBQe7m9yvwabr9c20QknUslaHnO8ZanuhkOGOP
HOVeHxf7tLP7rZL5JtSDztNycVE13fSiiurPK3IW6NA8LZNTYV0SqsJt27Q14RBJ0OsGHTZDaYwT
93XsEZqEZ0suJm76Os8RNq4AYnBM+ha9PCtgr+y7Nquvh647Jcs4tk4snaBkWhzB+tpTPzCzAWdh
zfRG3Q7OVeAKWCTdcFAEl0ssFbSN0JL0HqZrv8dd5ZSq7didWpx7kmfJQl0P8yqK1sxtKCOeymyO
Pc1Mr2x0v1epEZya/HZssVCIuZZtmDbJ/BKmf8lT84EegLJ6Xl093Iw+rseRX2+Tev5h+/Gliybg
xFt8vtEdnSTJsCUwk66vp4l0ORHS7QvwDj+T+zjxBSw1asTf74FjV3Et6gryE5eaRz69rTExIQ/6
OZQ3+MJbp2nFHtWKcwJVff6eHD4dMxOM102oxaurMLAxn4MAzmVdVPY76BjqW1cM7ffUn09ZJ1jL
Zz09vfC9oF8pDGXYQqyLaZFgLUe2aHKaDI7u+ZFbdvA65Axr1uitGzX0NJhCd+jph1q9bBhg1xcp
9fwAUUsz++jL7PMpnq0K5AEDdA9tA0+j/QFJP533I+T/ZhPDtBaelFn2GUg6iODlYk+yLxRN8MlR
MtmKth+kF8Va9V2FeYpVXKhDFXDYsqPXMgTxHhaHmXh4xycQ5FEUp/uWUV1ffdtof0gOxRvLyuOP
hTvYpqfpPTyLerC77rypLdijUFrI6dtU5c0+4Bt/DrW5y3Yij6xL5WgB9wiB5QK4JYScSSIDc0o1
8FeSwIRcuFi1RFs9zUz3RejlEuTIGkyHRE0nUxRrV590hAbGhCPIco2FOV5XfgE98c9/v26PrCjD
sAk7MMQc4vcSmH7ZjijxisYxLOnFfTK9iaXIz1xYApsKGdGJkvjYpeg62UrHZpa9uGyhXy7FnDa9
phltevOYpYfETuyKFrIVbLN+grj4+/s6kuc6CyeAXJ5dT/m4OiLyVGApllJB5U7pfBuAKPFeTEt1
W4+0JTySs77ZOCrzN0atL/17V0zfZdhEh2BM4rvKUu2JR/0ztV7tKJ6kMHQkm6601shDR1uzLchx
PTSz6cVYpxFbyapQteD5903PU/eKditPBa62426GJhivKzfP7YUJrjLIXBaM+FHm1GGpE/p31Qgz
4US4fB6fed30bWhhKoee9yo+F64oYCeQsdArFl8b+gnbpNSsHxT94nGYDPs6COPu8fdv69jSIPmn
GpEOB/q6/eJA8dLxPeHJFJa8zOLO3GZ6ZJzNbaKdEIgfuz8XQAH/VKVcsTZqSIw4pr5inocVUsgi
vLA95YwwfIrHyYqvHRzWTzzRYzfnOgq0iU6Ea68DqQTtzGIET17XDdUZfVrxIeX/3MxLQ/nEsj92
LeAmSIAkE8paK2vzvCtIwhrSdDjm58ag2RtrkOWlVs2n/AyPXoqVrKQCnGOrPd3OLqcd/X1Slrk1
hjMn01kdKZVbix/Oy1fHshZNi38I+KhPrzTM2RRPPXWUOelyX3CuIhg23HgPu6x+mZf8n1FXKW7K
sRx9iYxPLxY6Ulm5TzzCoim5mkYM1CmY7a+/v6Uj6QLse+op5QLuyHWhYwTw7Y2G6BRWRnaT1Elx
NutN9oqbgWbLOW7ZuqOeWaorfYgbbWA5jMAa53ko5CVSP/3s5TdDVkJSoih09bV9QQmnvhOwHz2r
bfq7UcEmDSolTmzc5/U7xZoLbXkBlcFul439y/FBG6iwsKywPCp5zkQz++Eb3a0ROZeFBpTy+1s6
sriJQnI5eF0Oj/UQ5HjuJn+UXIzzRX4yCsfdKz0cDnUoXo5sAaVSvOtUGiaOyasTmKFFrs2caMtz
9AC+4jy6aA6b/kS5e+TpSYNqSQdwEstOWj29xgiKGAsUz4UxeuYyF/R8zEbzXdW6HCxyODUI/Gek
WR12IGg2rSKYalSiq3NkVA0j5UJKCr3M/WjjYNf80TLM9kIDkL6bSwjOEcY/74wpKWzYq8g+8Lg2
D79/j8duWy77i3Vpuiygp7c9S3v0fTI8dJflfMYgl3LnxJr4AAEzRqbTDie2wrHrETl0V7Ad4DWt
so6MPeKnM3cd1Hp+XkM+26shDN+3M5pfArZ29/v7O7JO6Yjo0oYApQTD/57eH/xQwPCfOLHWdHu3
U8bW6BmHB9T26RVXAj0jnNiOBSj99EqotnTfwcrfa5kPsBksw8ISts/fMIj8lLnnsZsSjgOmxVJd
4vDTSwWq0Azms4H16uZtI3PngxZU85Xtjqe6NMvrXy1SDi6lDHpLZNnrYG+FcGqEz5VqlBW3nAoQ
YbUJ2UJNkyZ07Gzb67V9NvS5cyLAHDkAgLjAuND0skDXeXcNaTahuWJBtB3d9zwD3xNpOJ9YHkeW
o7k0ufjmJB7829MnCaSh0AkRW7B+SD1Xmz85FclvYISPaJNeHqDBLwiWAAiuIdcYRiVnCjNBzLQD
aKdWq/SNFSYBcnx92OHv9LKhEj9PauoWelAcC0AW6/5QOs/aUtJZSB2q8W0aOOlh6MJTO/rYi1qo
+zqRHjRtfbiRbKXMVGXdowh8j7C82w3xydLg6EWETguGHJFgucpwMt8vmooxkF7B5NAru+ys61o3
jN3LtzCoP+gqd+M8O2nwWKgMSNUWLFPHPZiRbV6MlRlvCyPWXrG8wUIsSfuTju7aHDk0W5vcjIR+
Ln3UBcGoLqFpWyfg4uVoXG9fsniwHbpxYKyraFvXDEee8XtCjFdEZ0FtBTu3cYp9L+f5HAGLtXW0
8rLWBxZhYZ9ESI5cneyN9IBzi/ixiogBpNCg03u2cJboH9KyCR6iTombXEn/xSWES9ojQa8I9c6z
okWPuyCaGot0sXenTaNF/buw6NID4o1TM9qfh0QuRfsdNw9rib+rE2WoRDhH1gxirfVVCP/Dyjdd
VVkPERrB1usXsNzNvaVluP/98jxyZeoWEmICCIt0bT1UV/Nsa24jPde1/ENCEfyOec7ue2pQN0SG
LqMd2V60nSdBF+f3135+5FAQkoDRpqGLTo/oaaBUeYpogerCayMRbZbCDBFqzKztwnnZeKMlbDFX
kGREUhE6Nv94einfd2urMIG0HK1zbpN8wF6x7V9+vlBc0HKiU2qw59dhC5C1jMeUGzKnQG0s3Ag2
fJdTpIPncYur0MVckgL2+tqJyi3CicBMOi5SjRGzVYaOYFHivvjlsPSJIvTdKdvXTRTLLjJplK70
/GzWd7LtsX+ZUIo3jTmfwGiWA/FpRFGSYWeg6qazABKriDKFAkcPcHIvNaz8Ie1yUMiw7R5MP5pu
hqRM930oXkbi+rkiqDTgVVtI+XSC82pFBI5Kg3oE5Az84Ms4oe7Key34+vuneORdkWZASbEBdwyS
8qdXMSbNZHAnag6TMnrfzJO5pSk0bV9zFUIy5RM13/oqZWEnWtxylTqP/R2vDQpDlp5ijx3ZrgSo
pTRbOqvPxng3PB6cQwUGK0M/70At5w1093mD/HM4EXqPoHZEQwpBh5SGDHttEjXQNZsmgDKmExRV
7kWFnu80J0EsBoyAXJoT4HM0mPauMbR6Owwi+06pqpRXjWZ9SLUwxWbFGt7GTS62gzW9zHbrz9UD
Ycrm/AOkV2vuZW0Xk4mqjobK0GVnZuHofJPoVNR6nknyFNgPAD60S3mYT1dPUPt+hBeH9AInsD9K
x0EX08w1M7f1MNtwQEYvX0gmzWyxNFSowteQ4OS2KigrXnEZ2PrVkMoZj6d4OtFQObIpqIl/AgpU
bYzKeXpbQmtbjE2gZCdOJt/zNT5htnJq5x3BopdAzOg2ettgWGsDxpElM1nt0sUoSvMqi1373J7z
8l1Tt3mC3XiQf8wYY7aps7y4Yh5G+n3GoSvZDn3cXFlOmJ2Icke2D0jDwhQDewLihen3K5SCYYmV
mJyEXkBx+dbMHOyl7Kp9Z7azOHGoH7kUhw/Y3RIOFGn000uZqRPotYDbEaMKv8niJr20p7TZD7N/
ynT+2KWAoaCiwBKkpFpdShZO/mcLrirc6qtr581hiv1qi1VRdGoo5JHtwMg5umMKRMUE5nh6W92g
TT5EGNANw8f8ZR7j61Bz1DbqbW3fTNGpBu2RdUrPFKCVmLeUhas3pkwqENdAPs6sW7izRRSd2fp0
auDA+gnyzDAcp10qAS/AWVd3NbQ0IzACoOXX0Qeq2tDe6m4Q3cep9lIOodQNaNsLGwcdpC7WSxDx
XSaahPnxI127jZboMS696Ll+fxqt/PFY3FwGKFgnzTLoOK/p3RBE5z7puYybICjMrEPCfFCJB9U8
YoZTO7tZic2YoIC2YmOvTP89znVIYuptJk6NoXn+dPkuHPGg8vh4mWsEBZOzftYdmrcoI9E0B6bg
mG/dQ4F7yQuD58KR4/nCWYKVYRM+ny5PTJTaBEn2wqgq4wvFuIQ3jUBl/funu16Uy1XoNdBo/dlh
X1v4yzStsoit71WNPX4xrKn5WJn5pxdfhCVpm1BNyTFZmU9vZaq6sOwaVJaZcvJtmIhmY1rRS9MW
oDr8V2jSUH0DPK0nQNnl0ObjwANLpFvtbPLaN1auklOvxVzHjeU6kBAklRXBl/bu07sRjK8ZaGpL
z4bs/K2A0filx9jhy2wXTubNwil/tKUa3zPTUj3IwageZFSg3Ia0h5tKCH2t93wjy2uvKtBiE/Cs
6kwf8KNI+1F37pNswgDRzkunPkR+pp0Hc1EyzTcq29vO6J0RryD6QefkwPllnscZ7fmxl98wfdVm
NPSTdpb3hUTvPaNa2uRslQZwTBfNbsxqp9vWYqguQ2uoSq9iIOlnWfvkeVk6Yg5TDn1ZbzhD3LO0
brSHBqdAfJ+xyjI3o7Aja5/raYL1FJ6+U3Dm+hpWFAVJKSJK1SXX6eRMH3rTKNAyW4V1E7Jxm32a
5LHYpwxULT0DQ7H6XEff7Xuw+rOPRduF73A1KjGpYLreVVZX8l53W+OhHATiNietxsFrUiPLDiOp
i79zrbG9IiFIvgxuW437IBxNY4/poaGuqtgn7iEVL+LzOAkXj0Uyu+Dg4xlY7iUjDjQvMcU84/1c
5tm2He3c3ZbYtPQHAd0qeB9Ww9huapwmHZiTffomG+njb+HjL+OEMFmIvRK9dbmx7Wp4KPXS+CCn
AYl8EvrLEJwc/xnTGu3mPGyK+VsoUTN4jRo7sSG81XdWmCa3Zl+XKcZ/Y/aJtAW17RDXhb+ZGBJr
e21SopLBUmXAecNNqyvBBI8PosibAt27nXzQ+XfWOTNgzhotQe7KmJyq289t3NfbXvmE/xhWc7pt
s3nxnZyhYXs5YvAGh6ay0ryoEvZXn6GaH7AHqIuzoMv5Gz1mJBM5slV9z4M69K9gVs0Y8EpN3gd6
oo87fHL9j0419f6ZY5ThWwdzitvST+R5PHXqPMIS5UKf+nojoc15A1zsL5Pm2x+A8Bvbg4KK5FyT
7VBvfHTbtICiasBvLmZytQctLRsPDcjGd310kmhbZgMOdJHrRhpBsNa+crYlnxLdV+Um7tBhM4RJ
5eNGqXB4W1v9jL1JScbpNU5VZRegZ8Hk2Qim4i3Vb6J7U9A7H/qmiA1v5ve/9f2YZofZd8fLHCv+
xqtaFZ+lepn6Hksv5nVjvqk8tOzjd5zlnK9DC7OHwcO6X2M9FYcfR8CGfOsPdnFrQ7Rxt6le1Exw
NJY5yF6al1iTTXGJ6Q7tihlPqCgbb6BR2A9hHVkpPii5Ve3bxG7bXdHaEBzMKseHNBZuPNxYTS3l
vYVNHyYW7iK0dqq0DTa5GWcSNy811N5ig5TfQZNoPodLi+qAdCIS8HGs3v8cy0bPriJmSvSbXquT
T7WJdRgeSZU1b/Iqmj6mzVThF5InRex+qfDn2BsqGovL3M6S4ayEeZjTrWv6z3U4hwWLY0qJD23e
G5vEKkMMOca+/tQxveptYFgFfio8i/Ncxi5K+IYBWRel1Yl5yyh4x/ayksmlHr6mLqs8ZVyxpyP2
GDCswDPSE3ndYoGBpWt/aYV6ZpzFUZdfFhXGRnjPx7y8OTW/ZJmtvyP+N1/KFuPSrSsr6wx+X7nQ
l8ryc9lPjdpLjelROxkKHQ+VoU7qTaCG9iaeYsvajHqTBzh/UFfgO5OOH8IoCW77yY5aDFTE3HkB
LeoU3Bulv6cNtfUjVcU+MJ30wYjM4DZhXI/wokwvpoM/pjyTQI9z5U2UB+kG60Bz3FazWwSbTI2V
v2uDSOI6WgmxbdN5QOU5iVx4czSpYdtC9sWXy2nSKdiNbdmJc3DRNIg3s8qH+wnTs7vA6BJEJ2Ht
mh8qE2ssL7Za44tvmMYXLDHa/qIzrFE+2HZORnXeo7IdDqWr/KuJ/TtgTFeLz5qB1wTxPxLOBsYn
umfcN5Jb8DTWJgaGTbRPLA3Hgh5nT9+rVNrcRU4YN5Asks49CFzzWAOpUsluMOLpulZzP28t5lDK
DW631bhjypN5jVN9eR/Njp54EOEc68IOu/4RCtdcbfRIDu+SaYSt8bFjOFF4XrW1+T7LtvjH2Bed
LrMfU1CXk+eH1nyRJIz98HLlI9dYGk1MzRBugyUe9XzuMbSXelb5GHhsemkkFzKEnrapcuGeWzjR
GNtcr/Qvw0wU2Mba5H7VQpj73N+YPpamL1ovsPAm3jeA3RiPZfhL7aKinx40VYTvU6tosfuVLnOl
AjYUWDimHPVmnhdXzTbDJm0H9dh5O0d0zZ3OkMEWSr5/ITWcHjeV7vLdzSCe1I7Jj+XXCE1bd8C7
z8q3tllRe8zYg55HLYNN97LKGsBZRoUDzaoZb7ERc9zRG/ApPeBJFN21mL7NzD9Xdee17mSd9apS
71w9wS2ymexR83T6TxYiX0LGziTk3ZVjZBSbMOlKc0NSgOldoJy535i6ob1JxrLHEGKuuvTMikN1
xwid0WRWYVVdd+lYX3etg92biX3uTocHrzZV0di3LPR53OQ5B/w3jDRDf2OC4vfXExPs5BWeRoV/
M/vGMM5e2/nODzPFYGvfjaWr3xjQYuNdg8TE/DKmdpseWNZOe6N3ZkTsMFilV8IOYwEL3g4xmDYb
Yl9k2x3+0JFv2p8akYwTswO1rjqIOm3Zhc1sxVdayoDet0oNljhoiR+Kc0qeojsPZyct90bILHCM
mZtg2DCQYHioy3bobvD1lG/L2ff9CY+50HTPinTsjZ3v+CxVKmIr/9xFvfzx+4T4WRlhLCUaXAGa
+JRr67aXTJhoSf6EjmEaih2z2vEPNYPkxrGH4Pb3l1r3V8hWl+bKUrRA/Kfz8DRb1aQBb0TOpufA
MuVcsu2tXUvWutmqcV/bfncRBY04b8pp3jVNl+9+f/2jtwppAYBv4UGuOQRDghkuxjyUMdGs9lVr
yfeVL8etm9bV4feXelbLcKt04ynpbU5aEtqntxomeSEwDjS9wqcBrBnmdFj8+k5QOo/ckAvapCP+
ob0C2e3pVTRbz31n4OTCJyJBWE/21XUmvuWt/rJZQVS+8M3g5IMXQGOi27BCQ2adIZPtDH03TUzd
E5mEHGtFEUbNoS2vCWTRPp7L8KpD73yBga777eUP9GczB8qDAABaXb+KNYcp7hSHyvUrHMv9cjdY
tFF/f5UjD5TXRrsIYHuhIC0r+BdSUNllM5XUAK+3LsqdydAZLFBILCbs+V68QgDnaWbQgYBK9axE
rFuzS+rchdoRqZiZIW13ZTeW+/j7G3q+DperoGvgZANd+qnV++WGDMcggwFx8kQEr1r02BoNY3xq
5OZzXMRYJCGQ4fmDBHY9CTqKXNgHAZfR8Cm9of52drGFuRwE6FJbPMnd67EZOzKNfry2MwPHrwmz
bM+CbHLuNn0P0BxEtFdVfkK3smyBXzswkm8Gyg4pgmYcO2S1RbKpasyCBBojVVt/CHpL2+scwPvO
J0V30ai1nt2Fp4ggxx67AT1ooQqB1K4HV/pq6gqO1CXSGfmmyQqS+BHfsZe/XFoQBi05ev32upE1
Yq3YEjlNr8szd8/kpY+6Pp5qWDyHGNCmAsygoUZ1xO083RIcaJEb2JwP8PeVF7ZG9ykvGt0zmsS5
KzJj/POmXqR8v4q+1UVT/GjXuvYnUvib8jF/h2r8sb16KNd/8/9BBbywCVq/kcA3w0Mb5dGvGvif
v/KnCF6KPwwOecRyFnGQzh5Hyl8ieP0PkCakNo5rQkRGT/wvETw+MH+AXy+8UDoFQvC7/1LBa8L5
Aw4fNAfycvi9y8jpF+jg/2RM/nurLSwQEFhkMXyZpV23brFgUSYFc8Y0L9ADTrvynvjZT5u8z7Xp
UFvAHIugcqcC8IKui/ObssmjN0NMIZ3qifoyCnf6poV1w1gDJeKtAx1DnONhfNN3GqbQRdRskrzV
NijQPro2RXkfgcsj1rZi8yJvmRYjmYmegTvErXXPtaxDkcfnYqr3HcnFtsP/Oxbdp66ubrtA2th1
h+HWJOfeiT67l8vAcznW5oeMem0X6vGUboN2aUBziPfdQaZuG97HmfC/15ExNpsIy9Xi3YiMRODx
b+MXbyap+67I0nBnpXPs6ZoVTJts0Bm4kDvZhtG47a1GZEw8MY2ZYKzB0Dfe2FtVAKgi8+7e0Joh
3URVzSC+dgiN/rtZVXQHNaJku12MJPINlvea5mHmyKQM6g4jbLaYfxtXRWhUl63ta9xraif9x86U
5Pt27NiHKBE4zpf4teY7UY8i8oKyC+5C0xqusBcIUw8DVsZnlHLwt0JObrZj8EBwj7yq6q7lmHcH
4Ts1GnUw/Cti6viBKUBqx1CYjH6agY9cdddZ+No6BWMQg4X9MOhacyZwJb1k6ewG6E7eVMYV9pm1
Otf0Dv8v0fhnFRUTts9eHkeY7oVnmISb+xC+9BZNj/lGYVuMsR/0vfhNWyf3lbMYwPr1O2zbyn3U
z/OdY1Di6Fr0ccby+UqEYXyoI6W0TYzVWE5Ra+rlBuvE2vjo1lQy76nohVtTNoVFsHUC1ZKkkV9U
f6nFXhTN/n+LUyZn5P8cps6b9KH5j81DlP3v//XE4GP5tT9DFZ2pPxZWESEFmzGD/PRfsUpzjT9I
FchJIFlBIP8ZkP7p2MFv0W6DNwJ5GZ3NMmP7n44d6g9h/+S4OAIOGISDl4Sqn7MUf4lUFtA8WRfZ
F90MwfT05cz7JSvCVHvI8zI09n2UtIcY374bAXQ9zoazxwg32LfSiD5TRXx3BxHcOvpIAGPGul4Z
Mx6kvb9VQaHOdMASmLkT4GEZ4Q/eZ7N/25hYbhp9fI5w9TNxzfimwsk4t0ec8X957rd/ft9fHS1+
lmbr24AUR31MjwHV6upoDqs0iWpZ6/tZYiATJO+dcio9QX2+wPBhd834iENYASJtRFiClsQlbaoi
KPqzMKmjm0LM5SE1Rvuy0kZ5oev/h7rzSo4cOdv1Vv4NoAPe3AKoKrLoTdPdIMgmCW8Tfk9nFWdj
50HNSD9ZbLHUijgXCiliZjSaycpE2u91YYvd60JOVLK+u+EhXV2Pc3UvZ4f8KHbQ36efDhMXWdDu
vshxth98ptppXIdcadbY+prRSsG+2kaf9FjqdV+hbVdkzxyr8hkyQnGNXwWV8Fg+K6g8ncd5kWue
rhXJZS/n1V1CQsjEPuIsVzmzo0zt5MMb3uYOCoX2caIGepzLUf8saY0qiPzKi6vW7kAJ5akQPjDH
MUkwquU6lA8ytyQMw9WpluLPScSNmQUh9REl6F2sICMHtK9NXnYf8o82iX/zytO/4QffvP0PNx7x
P+uueOXKUBb/BZcfKI0fZvdiL/TJ/+c0fvsV4cQq2rf4066y++f+2lacH6x8EDWYFYDyCwP5Hzcg
5wf0Kgio0IWhrOD4wH38701Ft36oANysVVjErPeFQfT3psLfgia1aKggoSx0betPNpWdfvJ/p/Qi
7lmguIUCTTtUU/a4H508wAlvahMjkbzxO3MSJ3OrX5RpwjkWtB0JNBkvZWMpmOlUJzU8dnytIKJD
ljvz1kqBbetC787mUuiblMKY2oYvsKwe7DxsPNXIdQ9riQuHoA4/DRavjfS0nyNXitPmPjUHx20y
hN4ANhitJhXF4qxJoErDJFERLAS1cMO8fI+MrCLdpGfq51ngxVI3/8SsvUDPqFrHVZJhIc8+TTaU
XRDukekXvKESnNRRxSMRvpSksndtpEBuqgwUQjVyPdqiiNZUzKJNUCfWtV6juPvzNfJvGGL9e8vo
v8k2i2n0rw/jFau/+r//5/njm2HRiv/tm2X94KWAOBG6AoV2eZGF/f1kUH/wJFAcB+kTJj0cgv9c
MIr+A2II1CQE4cC2HN//XDDaD+p3sKgoAUE7gOej/dGCsZe394cVoy0H+q76sdinUGDaWzFJNo1y
y0HlhimSqG1PEvWlWhm1xGNTDZttg7NMh8KoKM3cTWUtki2/T2fpUTQNCFmT6GrzUEeN3ni4sYVq
5IEBqs0JrkbJozY4fbSNRi2irkCFH+5Jxom2UqLKxDO9TrJ4S1BDELpRnij6BjVT8GgZFSc4iSy5
p6apUvmSMdU9QLqSv7ZVkT6lOf7rnkhFE24SsLAb0Mt68uOGCy6Pk7TCt9iurBZr9iG+0mqtvQzC
LKLSYVLc38hGE5Ye/xIjcud64IabtFVzgjl9aGwTYgozN4PgZGzqwqiUnyJOhuqY2hd1tmxyMshH
aRGGx01J8orf602IAXpOatVWk2tHviiIZWk2ucEFeZ0GRTRCPQGh8EyrKbDThlCI7wqVCCpFF9hz
zxqAgk1ciieCehpIpUuQjrkUFRpsjM1ZjiqfaIcoWRllU5mDi8vJgiUR41653dSl4Xxj4ckvbnvS
aI35OCYoS9gvqhyPY3dSYIMmd1e9JSL2mRqOZeKcd4NsCtJWCC2jqp0LeOcEjvSjIXgfLvFB9Xw9
mwlG6YAocg0wnYqiATHs8ctyPNGVoeLKReNY67TMRbcylTJdPHcIsjqpDGhhJ3GXpU8oE8qkW4SK
tX05TFh1oxOPps6VnYYshTBjvaz0hEq0C+iiFNdlXWvpmQZUnW6srB8GYgKSRvKB5OcIF4IOfMbG
y8p0FUgQBtYFuMEcz60NVOoF6VCRLjPUTkxSm4oXQNGNYgnWcmY3Kcq495vEUIeVDjHXWptE+TKr
wl7WtuoUyeVZOQ3gN5jdFrcOmdaKOyppexn2Pf+kojHn3DnF4p3AeUts2nC2LyMhRsUX4NoqaTdh
f8oXIueZ6MTqCEvsVoF7Eo8PlpUMQF+4FSzz1gz6eG3KYzIegz1j9x8TyMjebot6QIjST+pmNFp0
D3oS84gbMxt0aDB4Lj7BbSR1CXNwYbulRnDGiTOqfeLyUFQx+VCCsGpw0m6sa0ephvho7GWBTu4v
PKNv5Eb5KTXEvGzUHfwBIgcUku5gkZD8QvUYq/I+6yALLAiKMVmCEybewSwyYsMi9LQdFpO0uh09
wMKy2otph9q0OwSnnUO5ImZsB/DErSNZsdf+hf/ssCBjhwtFdR4GXvkXXrTDjuowAkaq+4J0mgVc
6voUnAl5UXOuLOCTVCuDzoVesa8wKAKdynZIlV4K6STa4VfDDsuK0wXXqncYl7HAXVh9g3zJBJ4Y
vh3iCYgic0HHLED+m26BzJwdetbtkDQsC6KrcNTSDa2CtIkd6tbtEDh9h8aZnd5Ha3kB6YiMAa9L
CQkt/GRYcDxzgfSMHboXBwvaNcsO3u244jtbe4cF4vTRX5kLQEhsWESCV7TkJKEajggeKlPwxNCC
xrnKdzijVdrhz2QBHwWy1nRl5+QKuEMslHFd77DKhkQcTCAXBDNdwEweT+Ca5QJxmju0s1YC+1jf
YaDDAocGO2QUyRAoab9DTNtprDuc2iPeTuUOVc12CCugm7yFNAfuygrJ3y2pyE6aBZntdyCtPJOa
Wt6nDiEq5g7InRSnf6OeD7wba4LoyzBZUN9o0s+rHRRs7mBhGFAkzo0LWmyONoeB2skQaUiBEPYm
2oHLMC6bqxmbpQBkowV+5oEFFM1JBiydsuddFjuwWpsLFlSoLiC2TlrVI+5PI/uE3k1XjVGF0gpO
Ev6gXlipGNRPEiuZZFReEzUpP0hz3dkUTlt6lSOPxuhz/eMTNPg6VavF/YOTzuZKd18lIcmiZGpw
TFqqNBL51dqQHxIUC6QX1IOTkx0QNRFkAck0r+LEiVttrZsZj8BUNmZCAUQi3zcSkoot/sIx2Thq
q+IH4dg5dvrEGL2qcoMLHsxgUWwrCEYYGWCuUPlZ0dTZSm8RFOBaoimvhZDnBqjT6SyiESueKu6U
xkG71saswbhPKoKTKp2XLI7cJiOnSFPtDC/8KJ1cUXHpXEm1SdWn5t3a/RwcvbsJZsQgUKqy+pIl
QF+5RXN1dRqJ5Ks4oNuOppT3s8rcgCxCvYbSMwknYO/E9Z6YxNuqBPZgwZO+F0QT28fMjWp2c9AA
imMjL1l+5NRgZQk5pyg8agPZnZWSpuP2XdSFt1JkSNW5HHMrf1nyhxhdlWjdkku2kcjY1M+kaMHy
sXFf8xEfJPK6itpQXQm7IudWkGUoE93JNu3hAgcYnw2IghEqBw1EGirmkzfL2XSZMnipm5dSHLpS
0BJnYvQElJFanmbP/P+mO6tvnespkWbmSDZOt4PcW+eDIDAEKktdPxjKoEJAGEdL286Dapfu3AzO
uySSOfTTtCvOkejHN86kt5eqE1Q2l3hnvnfaQH/ip/aPCfkbZ9BLuMFbhNBcZWbU3JLYQ+JpqIEn
rHOd45HcW9yalilWpm4BcsSvjqjzuaMdwzqPHEFUlQDZ4iqjUQj0DMohws0wPI9WQz7Op4FYeGsK
kZBHnKjt4M1mn65N3vz5JjJRbRd0Bb+UNG2uJTJTyBzU5PLUgT8GBm0b5Z0ghPS8DwNe7B0Mh2se
NOJ1EMK4TlM4Zb4C1y1cTTaMbNcMUJkR9CgFmwxlXevh+19s5nwYrGPQGaPji1SK6cajkRdrWcvK
n4YcVyTFhE3jq2KoXts5MmBRRmPzwA0NelzhRNovNljC9MjCiChJj2k7wT0JGhJ+KiIfoJvUo8c8
4cGkEIRXecym4ahFnp57A/DI6aRVKhdOu5J/mXUE3NXHQ8MrzXCkkDrEJCduXpvFLRxhrTgZCVu1
4LXb3HmImiDutzMbU2ycyJ4k0JfeJGAohXY3aaVZnEYs0MqdnCZhs5e6Jlrih/VqNVNyKny0JIQB
CwvSnQvrsX/s4JA9JJpS86/NI+pWOJUsNVMuMDwLnS7v/B6ZdOt11iy9Nh0JJ26iL2xA3s0mWT4x
8nY/LwTKELOd7J9L+8NKjAFmK26m1a2MiQyxopZbBdjocGLUHRXgEJILe5xWK0dlOIz5OoVMgVEX
ZCi/VUeNwL5kTAmpKnPprLPKRtlI3AbjDQ7g3M0ryLXCD6NOPhrx0xN+KXJ7VWZNYK/zXBquh0AX
4WbCMEqGmQfnzxQupClicwoSmt9KuiTfDKPo/AruZnFXLk6uJHXpeuxsltRVeGzkpcjXi1DFum2E
7sQ+9pHiNCizXvKI5qmupFbBLyezhubeqTNMozaxY4diPc1Sw44cW6VEzpw5VPF4Vg9qlZVEfwRc
AKeUJU/GUxfPxjq1a+eqmR37ImwK5kgcdeN1YIqq5EJVYbRfUGKQXYJyagizKio1dnZZbwK2/5zb
Qq0TIqznwqGU0FfTnR1mcXVSpJISrfJoIHDJzM0l7ZVa4HOl2Uv0VWNPF1Qs+hcVgbhJhK3SJZAZ
m/BvCPj/Rw3rvw2208HT/vUT/O6teCNNOfv0Bgcx/ccjnC//w4Y4gUk1bBAsIpfi1F+vcMniRY3D
MrAeRS0qUYul5z+K4caPRZmrL6JLpIq8lf/5DJd/UAqnso7wk38IrTLOT38A3C1v/Q/PcMrfGLfC
qnCwdoHXuqvIf6yGYxTV5VKJEPfugmPTfX2K3cvYvQjd88g9v3zb/Ny+P7xubz4M0m+K1/pC2Pjf
x//XVpfiwIcaPFe4ABwMrOmpdu+uSveWkEP3gb94eTsN3XH567fN6vH++fzk7vz0+ef7zc+T16vB
PfQ7DvyMPSHakj0tzSmdL8s7RX5poqvv+7kLhfmun0yMj/1UR71VjaWfpftwd0W4qPt093B38vIW
86cP/PcJor57+3JxfXzxdHscusfX7uXx9fXx6fn19al3vjrdXB9vrq+3y5+tttvVydPN+am3vdl6
jzfn3s3NycWVt30/uTnfXvknJ+8Hfv8Cunz3nRYM++PvxxmqRFnM7z97Onu42h6dPV08nTw8bDa3
J2cPobs6vT5dbbanq+vri+uL9cXyE7dXN1cnN6vz7dGBsVzG6pux3Ff5lHGZVmLBJ0v3ZZk2jOXL
y+3bZejesocyjNdvtzFjGbsxf0qKpXu9ebt9Y3hvx2U23/P/vK/cy8fIfX9+PH9/fXy+itzt8xWz
6/Hyndl1dfN+9/4KqsN/7q7e72oWxMPV6enj8+vJ+03kXr0eGN8dR+u7Pi3j/2Ed6OhO4XHTJ399
5h+d+csf1667Ol6vN57ruSuPv3CP/KO/CqowJH7vW7/zz/iu4b3qWxWWY8b9OvDpIdPw6vX95OUi
p78vmPu71+eMVeGePm7vni+fzw98yWVVfdc2+97HTreoIFIbUhXh4EfEB8byU5hexlHhQjh2S/nu
+3mz8zzabw5vFMrWeOeiytwbY17jXRamSeDPVX0WD6ed0I5ye4Dg+l5b+YpQiqd5xJFAWxX9td7f
62B1vb6V5ucp/TmMt2F3G2rxAX+T3+67EPG5Py01WDRlnwchzeZCtoZomc23L1CZ3evYfXm5fD69
fH68PH+9kd2710PLec9H6a9t92Oje0MxR01tmz2NCu5LrXFvWQTTKyfjdGM7obsElRX2idIecNb4
csTsfDvA+4g45Uiz9zbBSVK7EJLs7Jd1KHwLPXEDwZnolant51/ff+39tkCCiHRYdP0mzCX8Zz8P
a9MPLfVRbr+wbfszMUzac68P6nWTxPnlf9AUxrOczzLmJPta7jLWYrweE5QWNaGXxhy2uEBJLRcx
kgx/ft/W8rM/zuGlWwbKRsr5AExcFj53yyJ3o9Mby/IxfQQEEgbaI9PJDkzK37WCjRDAPUpwgPq9
TaFvGmhqqP19x+jmTTBY1qawZsf/vi9fZuHSGRO2Erd3cDPscD53hmw5LbUmlbReMZrrCGLn/TBn
oeYRxBxs47xRCZoM2sSvU9vw8exxfpHRLB2S3f62t46NzgR0EOHhXm+tLqr1tJyIBpZm04+cpTgu
5tb7vrdfWgGZh4LF9Q6YEXrD3k1HGFHDwwiP50408Sa1CYknHiHa/GkrOuJJWKvwdDVcOvYWdkj1
dohMa/THWpa9hkBqN4qcv3Np/uWp8WVxwROHaoYB2qJ+hXr4+cOZwhSJ0ZujXwyKs8Vt0PE64kih
+ceR+32HFkLb5xm/19bepuE4mZMrvMD9qUFkG6XXuW15tWiPui44TiyxyiQUe3br1iS7h3N1xDxb
6ktrUj6OFHM4wl9sZYzzM36TPpDWOtHIWIbp/HNM/nQjWH4qBQ9UlhzWKKs/DwuqbS0ZVH4qrIRy
3drag2YD+sQJEdvfj8rXybRAcnxqjaWD7+3eZErx18u0EtJ6oOXmWQrwfSpBez0wZT+TPpeUEKD0
BRbE+pN3xn76SxlALBlrsB6sri34Y/Gwzoae1M9p7t3Kjozj73v15VsvITMancKcQYaSuO/JGS8V
Y01pJl85bS6Ni+6uOGsenFf9HEvT9r45Se6my/k8ep7f40tnG6xwxjhwJfnCptn/CcvIf7iIDWOd
SdnATyjvtBv52rrQz8t3cxNutSuQiOHSxn7+p3yZoEo8FkfahXarH9h890d9/xfs7YpkJOtRJwEn
hjWYTFscNaG+Vo1hW9Z/FlfAFEUwjgADZBjyDTScvQkrgeDJrWgHX+lzyVXsublpwkJ++P6z7gzv
Ph5aNIMfBosUZv7CkNgb07DSAqWy5snXMZ2w62rwp155sEcVn+yqd4tGQau/jaqfmjJsxhZeqPPT
yknjqQLVlWy4hPaJ4dQP87DuiLNVopOsGY7IcPapFqmlSeQ0rFJktFryDM0Kld9LOzwqyiOVPjeo
jhUIULP8qvIBZeneoqCCunFlUbJM49eyrZ44QddGk6oH9q79VUq/KdWgMue+Ay3X3tsmy0R3Mqjv
g5+Xs/MyYu39BCl0dWB09/ZHGiF6BcNB9mN4L8ZeI4lidq1KJrWvT7m87pv+ysrKQxKT3/SERjiv
bTacpdrweVWM5oT0WheDb7TFRCYIXl1Zayf/QVcYLwgJDrOFP/ncCuJRI7DUBF5LJrRT5AyTp0+d
fWCXWfbGvdmICACeMvWOxX1mj/anAT0rUd0PPlH3kHCGzLlxtKQ9G3F926A/0Dy0gOrZ919p+Qpf
GsU7nPFjHNncPnctgHKT5RlToRd2ubWa5hlFoEZidiZJsitqJyWTGiv4LOgOJTH97ttBDWSNLzKE
HWP8445maOAxOY5gfgoU4reNFPjTYKpH33fwd62wl6D9oJPLQ+ZzBzXk8oBCUu8DblrrxMi6LerP
+YCOY6dU2R9HuCeYJiL/WaxmPjcjZWTEU/wdfFgfmltklQGhF3JmP0z2Ng0QoUYp5WVhYouUwDZZ
iaEUj86YHelIAZlOA8X1LL+tBmsV68oB4589T57dhkpOAxFmi0UhOom9uRWqHfAJpyVovQhVL2ib
4sUYleoCbemyF6XBtWn2xdHM+5SHtRKKKzHmRuPBMFQBame1+PX9d1kGZG/AUAtgA8ZFG6eXRRXw
8es3emJWttJ1vjV0+lE+aZbLRSEiUWU4tHx/15RG+ZAtgmIlvIfPTUUKkdch1kd+J4Wi8uyyHK8S
HZziSC4D0a++79jywz93jH0IVcPC98MBaf/dbFR2WCl6D2AR24qrBiq5DfGUHvVmVXhBVcSnsyYf
RaN6XaGHOXAz+tJVfFAQDgAJ84dlWX3uatsEjd3JSe07EFhCz9IzTqHG6jN1M0RZc8hjc/9KwNEM
8IBKTOOhRKPL4vtwKZGVzNSySa78KakvQHAfoOePLoHyT5mo5QOn1petCrtCxJkynG3OFIJ+Pjcm
wckBMLBSP0isdiWDWZ8V3dwdm63or4UFFSUnA2ETJOGhOKgvO/Ou5eX+w/ByrO21nElO1zcCgxRz
gryoLi6bXRV6CAqfGqc6Khb6x/eT6MuutVgzLjxSmObL429vYGEJjNTVTbbFupG9ikx7t52JG/m+
lb3Ph4sy+wFXAJagxn/2xbW50SlZa6E0wxN1SSKw8T+5BqWBhj2GvCM2ZYRb0IETZ2+K0ii+ssyY
pU0bt9S9hQ9zLCzstiE2pqrErzhr0w2sKohOnRFpz993cG8Yl7bwJViwC042NGJ7bfU8QgLoSXiX
tLFyFSRVgNY+/zNnICy/aQUHRahMRPygL9q76QTz1BqVIONSayDIIEdPnhtNi/503JgPyJa4XdAa
e+be0o7HOjRLqB++gQ4UeFETxb0qT5g0IhgSB+76+88Nih4ytQCOTWYZZvr7aVDTrHYZUfU5GYy2
Zh9j5EQlpAg1J/Zw9Mz0K3mKDadzi3oCMK2GpnicK1vq3dropmSVKUDEnhpDz3vKm6x5kUKMbd7s
QmrOcP0thlVUxOiHXD0G+fXHAI7LST+rwvbDJHUOVLG/TAM6g6MhVSMdJAlR2eedAxZKLIHS84Hm
xPHKTC7cPCmDAzeNL6sJhyiOMtaljMQUMvfnVszJqXsIjpnvOHjGuLnejrDTeMDYHoJnCc5fKIwD
EuuvPUM2yimDsA757JeetZLdI3vGnIeSXA1FzpngmoyHvLwUjZ/+4UxjNnAxRd+Hakbjdb/v2g+T
ukNMFeaQK2HsFHYUng82BC65r+etMtjVTY0PvBdGcbgW3YiFiy1GUivqcWPVIjyanUm5/8Olvfwk
hMn8F7kOG8nn0c7tVo/zJMp9PEmyozgxhjX0Ee3P9uG/Os6tcReus4j1PrcyjlOc5zWtJI0R36DH
iy4HspkOnGy/+4psH0sxg/Bcrg2fW5GELRVao2d+FaszBFEJMVusFP/BXOFGQBIH90BiJZZf8eGw
TqOSMODKybhl98naHgfVN/B//0/6Qk8oNC0O/bva6odWZjSVNbfIjDWtZO+lhhu6CKGXHGhm70je
fRh0WIiL2AlZ13tLmnNTQHugmUyU0pVE0DVhWHPtKy1qaepy6bGFpPDACv9ydDHnOLYoF3C9o2t7
IzjHbVjGnJm+baPXVFKyRfRUkrw5aQ7ld36dEmwg3CG579BLZvnexzIMgf4fyh7VVB5GSlEXp8mc
pZX//TL62iXmAnqQRXxOLNZ+xXQQky6LkkJsEabmQzXwCKhdIWLVJI+1VbW375v7+tlUyvfEG2M8
wbNvv1uZAgGG45rmyt7aNuwSxnoaJgd/miJAVjIN6ZHMp938abPLbqHjQEcRFL+LvedPMhWJJk0Z
rtByAZXYVIRUb2DylxdwBPFtV9izEj/M8+ZA5XXvMcA0XaYMs5HYICpNO/j6w2oYG6VvRzmS2CmH
4CTC9u44tcJkM4/T5IXFVG8kvOjOa0VLfDkvhgP9/nokUeEhZxzlM8b0HOafZxGsjgbHJSnwLDmO
CXF25iiHmKQkvYvXEQXhSrV75cCU+jp1aRT1JE4qzuLvv8yBD322e7nMdTMIPIhW0krqUuiWSTIe
aOXrxKUVxpdsHIolTKnPrThJmwgqdYE3Nv08nDbEo2MSE0EV8dOEiXXgIPjSHLcuVba4rtIW8N3e
cRN20Ow6e5Y8fZjlTZcnpFrJ+pFat4dCrb4MH/MERRgCUAVATdn3ZiHZpGtwlLM9uY2itT2DxwQK
mqo/XBFLK6BcTEyuriTHfR6+MMQAQkJo4/VDXVyrsGGfai4Tj1h26ShenKlwofaYt9+3+mUUaZUT
bvc0ZUXsjyKIpKM1HezeNBiLbWFmtit6Jb0amiZcf9/U0oFPVxYGj4XO/OPVRibPMswfZqEZ8z/N
+EN7kWo1d5DoRvjlXbZoVZJUk8MzXrQE8MDOD3Nkk/1cjH96YefRsVSDKCzzb7LUvSmTCb0Bq8oM
T8Mm25cqrcC2Sc7bu7K29T996CxtGYiFl3ccy2Fvg5ukLsmXsD2PtLpq26VEmas6xq/fj+lvPh/u
CTgpMzT0a39qEktW5BJ1RC8vcb5aSTpa9VVIVVf2akzrDhUIvza3rHBIXyrnEsjL3oV61HFlCDkd
ITebZK0vZqhBMSoXVq7nqz/tGU0txZpF2M0Df283CVOtiDKCNeGI1/Lk90atP061ZFTrulOlA9eI
Zep9npqfG9ubmkpcpYGO6N8Lh35Yk7cyuG1R5wf2/t+NHoV37isA8yy75e9/WABswpM6qb3udbll
ZV7Son0JI8s+1RrbaP+D8bPYkPEKwumDisXnxuY4A53uGL9IC4w1vhPySo516VSdDgaRfDnTDKoH
HOZLtMviT7R3ps3BJBI1oSnF6sRVNGu2P9upvO3ibPKbssgPLOPffC2qFXgC4DKDIcC+jL1z+gZX
WqHj3dpatz16tiPHgn7//QT8bSsm5l84Xi87z94ACsWpyiFJdS+O9eSiSDIikbsk+dOH8DJ2VPuB
4qmJ87z//JnGqFVLx8qY5viXLtK1aKMM83RgMvzmC+nYvZAetDBquAd8boV/9Sz0QtY8qQ2tV75g
tepMDEbTWoCXqoXoDwzeb6Y6OJ4MMoOOenEa/txgFYSNBJgAP0MqRAFrXFgEIFOBfKOsDjD6/ada
7i97y1eHKEE6zZIdSgXrc2txn1n4odAaJpKOZyZRm2BtPThn4VAlfmM6F/0ghwcKMjzrl158ape0
XQoLnCkqF0mM0T+32/bJrKIm6Slg1+1tpQQ1dH70/qfQeTThL9JUEoFVIT1qRZmdyWY+UOmfKjxn
pDlBkOgUjYX9SRtfhwnGK67QlRGyWaLPmIMb9uB1WpjfYMZcozVIShxkUBhp2Zoralt5fa1HNwFL
YUk+bMsTvBkXL087xNimIhmPAp40qj/V2hCPeZvMsUecdtV7HanF6xBZGUyaVtd/6fzDZykhsLaf
augz8Ue2HHxuwsVEJe0s8pCjoJxu875XjptoYViURlhu5US23hyJEAoMFoJ2k9YkaOONHVI/1AIn
9CJhJBdQWfLCC+shO2qkIQ1XbS2bLyUeyj2uPpSKXRSU5amomrp2o7iWrPXUWGrtJkkSPtaBTOyz
EQr6hNRGO5lQ+2TbIehsKmF9b1deNSVou6Ie9r+ZBN0tj930setbvBlyjke0XZKiXHdllUx+OnHc
I1ZS4gfyyAVxMSr5FWtlHsVrqEjYIxuDSG8dO9OmY1wibXRQc3EFo4mE5zyW9NteK+P7UWRtfNJV
plV6SW/12GELwIssnFPHVUngnj01aMceTU8tXSJVTR5ChRscmpPS7la1KWyggAQraEBr9AUui2U4
mwWJ7xurDdHqm5mG/eYwhimuunM1HElq1YyLYEEbVqEZxY/YIUaPmlTjdNSIUTWOpRRjNL+DbfGG
FWJ3yj2fQZtEU57JRj02biDP4akUDm2+0gj4fUarlKmEY4UYDbW8rTUvE7GVuq2etS9WNaA5Rs+h
3/fN1DwPkzDOSD41n2pwdOuk7KtocLveqi9TtRtU/NHNXkHv0orrMJCIvFJ1tP2eKqZqXM2mFShu
WdUzNk1TjySjF5V2bODuK/ktrwOQe1lrDC9MaczTSPo4Fl2Vv6TqmF0S9V2+dlHm3EdZl4weYYbT
CfLR/EmpdHEPbif9jGtF/xUWENDcYC7txDO5R9cry+rl44hQbsMz415fzDcxIHZlrdOwAY16+aJ1
5gFBs6Ept3Y7oakrC6e9FH2MQJcLnm2ua4VIYreKzOxEYwK9R1ICNXQMJVzNzCEo+VqpFt707PC3
/eRMD5Itd6HrCCTPyLBHhNKZbiNqiqxaXamY+OZrXsYhAbJgsSij+2h+wBBZHhaBCAIedZIWrine
yNxUu6r1Bl2f7/Ksr09CXsrxStIq/XWy+jLxLDwy0yPT6etVo41G4DXc3TAJdIJpJAmvca4R1Mzd
VqZUdk+lDF1J0WvSGcbJ5pNUJGN7DFOiOJGDuIr9ydTaK1yrM30tgjY8Tuc6SXyAR7v1iHPq0rUE
l6g/xiCvzdazmLMzYfXGW2ba47VZF7OJk0TfqG7DEAhXz9tG9lV1zm6l2o7upF7XL9QBG1T8nvIe
UVObo4Zus9h+mpWxPs8T1qM7ZXnooLUcS2OdN0q+7TUkbF4lJMypYtJ2bF+zRitxsa5qGlJN+iLx
sdMqIDtyD2HssLt96edwQCeUzOMdh5BpbTqBKRdCaakY1wpOaLOrqvlYrEc7TS6RVduyP3SGcYtR
vZj9SpswchzbpjsXc47CttdFkXqVim+hhxchrmM6i17xhmoGoR3yWpF9Gz/gE0uOwte4Newc/3cc
ZTohxOWsVeFVWRTSk0qR4R3Jes2uMWYd1UUlz3wmTpqi5BTNhE1YULzFca0TY1TOWXRRy7BhwZum
6SbJc9gnLTLPX6im83dMqe0JUxpV74+UKSp6d4xMh363/Z3admIbGpKaoZIek1u9FuYzF/g6Xmtd
PpzDNVDesXEvLqTEMcaVTaja81CzqN0uFdqLk5fVeNTxoq7cdEizpyirBxkqjWORUk5JwY+1usy3
xN13vzTEq+gnZ2l8gRk1ymuH8T4zEoS6DF3OrDVhU69NbIrxR8NgATv9UNKwBpGcId2oedxfRUkg
XYHKSs+TPA/ny3v7aSiDnjOCCK67oreRnWEd2oFkmHOkrcd4pPYbGSMoiD7XYI3IWPWtVuTdLy5T
7e0wdkw200bCL5Mh+iuKNE6EcRgaFmhGvkFo9hNbYxJwkhhKrnI0FwjUCILDN62XO0PxeB8HdzUC
6UI+mYuYc3jTkm9xpcltkGNMSUSoj260Srw0cdLLRhfta68VwfE4tuJX1KSYcXdkHeTMNyavWzVq
e8vBZr6gGURs2CCSvsMML3msMrPCnJ2TqPCs0MjfpbExn0gxyPp1mFYN7imdXiFa16T+SUljbfZG
QgxWrKsZBnpTZqeplYRYVFiDgsC3HBpGxxqEzZsjTX+ms81+47QSgTQBZNvAlWt2Ptye9O4ui0Zr
wP6bX+oac5BGayMbRz5pM4f1doim2nDlsSpmf+Iyq65nMywj17bmxZogVWjViXs1Qkpc5YPH/m7c
BfZsTEem1HU3qgR1cIW6r5S9AD7fDJW/RNscDEGouVot+ieiL+hFg1q53NQTluIe1lhOyaar2/dC
BAgP2zBy8Mopejqgw5HFTiDu85ZIjrCUgb6c7ueYztarABdufCkkJ5RhIcCAsNjB/pUNhXpf16N1
ovdT8kTVrbmQRDj/GoeywkpQwTeHmgvOpzDeA2XDuZ+c1YUUdF6VVAgymymKzgOiK0d2tS6e1kHa
x85a/X/Uncly3Eq2Zb8IZegdmAYC0ZJBiiIpUhMY1aEHHJ3Dga+vFcpXZVfUfZJVmdWgJjnITBER
AcD9+Dl7r537hYlZQJaPJRNac6t6Q3pUAnNZbAy3Nb5MY2V/kSPZEtuh7K9Q8k4HLDqV+8lEVaw2
w1glyx4G38xzOKQJAsqqxMyMKgxf/BbumCz4trMa8692WLqC3ISuNHalatv2FfzhmG8N9pd2a6K4
/Zh7ThpuVi/N+EcZ2L/IyfntAe+o9DsMjx5160og686Y6vqFshNHEweEat0PY8kbY62M7W5E0uYJ
ZIbV57Xrrush7IBsibXjSoOnOei/Fsozpx0zxmqN2Jam6opHwS6a57VRnBTdZXeribTDweqzjAoa
E0PlnWiSDnzpqoDRNw1pXpM518NpxNhrTDJ8CGQL9NUlFkW8aBgM4I50P0e0hvsy3bbQ1tMj8xtj
fSZLuvPvRuaJ61E2sL1OoqlQnZY5Jkrw2xBvqrNR+a0RT1M7ZntAE0v5IXMydUrBqo/bFCuoeVLU
2vbJq71y/OZmFJlqY/U4rSOM4WYVT209waacxmLZz7hd0RsyAAyT2DBzM91mCrjkyQWxsLymK6mj
+sAQCajlxnWSJTwh9qmHm95aKPxYTtzpY0V9M521gjnwwYGgYpqbHGlPH/O3nWK34H4Nn9a6Qto2
eyoIDzNLhPuAi9ZNopn5Y/ER32ZfP4GcK5eCw7dZpp/EFGhzM4o8MF+KRuPk5z2ZqpzN0+PIwP/T
C46D28EWaOoMD66Vok/alJJ4LHpuTWFFvl32ZLSqujY5IE7K2+WC7XLf16zTj1bHjbuZ1jrzTyIf
erUHDJOY26XLhXqyrHJd792MDqA8ppAvkP/NaPJz4kgakanvQZI0MDtyOTe7zjFqE2E4RuxnYQ95
ddchZa5j0aeTt2596SXmicOwE+7UlA7551Ey/66piTi2WJFwpzGLPHj7z+3s1kucTsgCHoPUMSZW
jlm5265KXP0xV6F0u41OlcFqkLbtyzBZvFrKy6xy5yRrT6Xne9cD2TCypDlSp1yY25cfpZyAcW9C
kXTWxqK6GC7SJEDieojwqm6n2lqtZ7Atgf8jNMOlih1dOPab3zR9cAuHaFQPMqg8Zz/2eXWtGodO
PeOlENftf66r5dNijaoZN0JMWMXrFVwEzkajaIEUVcBNozHM2/GbWQYlpdrIqJ+OhJdd2gKdYESo
bnVsYUWsR7swPJs9C9rBss2Mrql2eZaVxU04ZPmAsaUQ6t4ydQvG0nenV6GwMtwRoOMRMtH35vQN
I4fXxIGn1Cdd2CzRgZjdbusGYCY2abWGDwzArCZ2lhwrf7YgP46BbOKdn7rMstONOwpOFITRXRmD
GnLNuLFyHWRx0SfEm8R2tyrxI2mFlcB3Nijv1LI6T4nG6B5h116W3TSWefpQ27Vw8Huv2jjTcMdi
YdaOWW9Cwy1gnXSFsh9HbmKzmykkrW1CHoz5xQor1z8AM5qdEWvSKNr92um2+rAMgQXUwRvG+rYs
giS/XbsE9dBi2qWKR2Ne5UfmFLp7nQzHK8+eksX4NLvQYP1NmXF+21RZh9U8RKSWH9OpZJ3Lndkx
duPcyx+Jp4cXS6wrqStE24ujv3hpvTFT2ysOKp1T2P7ZQPC1y2Ay6kxnrs6p0ZE8lkv4rJuJnveJ
cbMzRmE9cYyik2ZY90PDUGpj2ZozqwxyzZLTzIm/nXyqI/4bvuKxGlveVsI3cnb6sAB8xbikIOeB
OBz1RS9lE96XaAyTL/kKb+1UcLIMzoNagvKTLmlqnPMCriF4gMH2LooPvl4M157n27odPE6fYdUD
1qemdSvSFNCIHqSpef6HWbr+fQY8qug3AIIcMEX1mtbP3pQZ8vNadPp7rmeCMw5NwnUeRDouSYTc
zqrj2qrNkwj6lYWLGihYnqbMaTvCM0ynTA/geAbr3odr8mwpHpdYT2Zy74KkXHakqgDdgQrr7/jB
ih8pr1RIJF0ROLus0bInaGQEJcJXD86VWQTjOexNju8VkXOnRBdFCIrEm258r/d4FYYmaOLOy665
UGZj/xhnC1kXDQZ2hqGU3VdPAbaLnEHo+0KgpOPtqZZ5Q9JoQvb30KbZjr+Hys42Uu+FI2677tdJ
V0+Qz7M1rpfAraOg64Zk43qje7MUaevErWrtgcQgWo9gMspq2g8GLw+CGGFnca9K8WPtiz2EpVbu
J1+qm3ayAoC8YTZ9Zm+u581qzckQL3RSjI2GGngWTd7nW2Ac5Rzntuxiq1PmF2fIG/vQFtf3vDc7
wA9BIcJ8x/QVEBmWrUfmFHQRKBuShzGr6NcRsGX3UUFW0ld/tvxvWqRNFcFZWB+IrVnoscFEvxW9
A7gsXG3v09gDT+C4jPiv0zXQ02uO8VuX0KbddbnSwZ4zZSMvvWFK4E+5qc10k1T58k2IAXUt1Uni
F5Hhe+Wbt9beDTSSeY0IngrN2DML9ZEOSUcuSGH1H6uATAgC8tZcw82Q0/NqOBUS3xkp8XZGQPfa
A4VMI392ezta8nLoNpYjzR/wHBY31hYzi2iZzXE9FIZF2xXOlPzOjasE4BdohRFWs/Rz4FUGjQG3
B1qI6b54sfLalpGwRzbPNJTN5xZykLMjh2RJNravjNe5WQsji8q2tKzD6E22FS/kVWRRwSFxioah
sSwwzArGe6YHlw5208ovwinaepsYSRaHk66/DzYhaRvVTi/WnE0iIsPD4AM7BoV5xpHhCR/fXG6C
gWbodmhcntxQ+/mjmfdJthnhXXmRvagfWUODJyKQDWprWKTuN7Iz4JAQRjbfOYlGwQhRCCZQEIxl
uaEZOZ0X0gO/GV4xEd0SiunRmhGW6XJxqC862n2HajLDNfKmWlonu5ozyCFz2n4j70+0HFb7/IWs
MVFy3qHo3xqFuTbsxe4CpaUP1WsSlFZHFGJIveHmqJyvkRdTZYvz6vSO3OgkLQBNOxa9MxaWkQNw
HbavANeIenVhpjA8yauU85kzKg6lxCmt2342WGxJrTL7De9xYLPOzh7NzH4hrAsDFMC6fF2Sb3rq
WM9V4obgAbOCQBkyyJ17iiGq2SpIwGBdKWTfu1xzZbetU6AbAfs2orgeRcZIEFR5LN3ZCEBn5IUf
9zLJfxj1ZHuRFxTeiy7DfNgm9URAnAtu39hOrUWDuOtUn10UgWVlnLCkzbd5QPASx9qgmqOylzZ1
VynlDbUiqedZrQIrKsxh/eQ6HZNYsfSTinIWPQ6Z49RN2xQLGaimRYvv6ZTMWYSIoLYPoccs9ez2
Pda2PG2Ht2WFTwznUFrgzdwReFczgtjZlAzXZuwwsL+ijE4LHRnPrT5KwEP1xTCyK+wqC/PPPIzV
EsF7K6ytz6Fo72SymI6qA9oVBzT6GxYOagj0qVZqb0Ur63Q/hxCVYqLGiRqbBjfnuGOKxgOOruWw
KZyuydjihGIpakJaFpPu24wKtrUuYV/b5qZLoXcREgfVaDsxSiPy2OjzcSvC0Xc2LcS1/mAkjRse
J1Aq36d8NDi5ZzSqtoBW0ocZVMzHsK5PtKE6ueXPo2kEaTpgEw37ytq4k7fYW1NZdR9LO1TL1p7a
HpB550JrDsrVN2PlLfmPWl1p41qvTnassPOl/pbTitIf+6Qkykkh86NtNDjikgScYCIkj+Z3Aqgq
zvmUi2dZm3rYO+uYTBvB6cvajo6tHsZJOE+8Hj1pfUyJb8q+ta6Z99V0wdZKH8OoS8WAyzDj1itk
urXmnNeHrtdTYbc2IL4iMF8T3FF5HJKNgXnTQXIVDWFRVXtg8/xrXTSCmcha0AmHl+npTZ/lpkF8
TfITJ1kZH/uiziHMma351UpyP4AzpfvsuM5jpfc50w+CzVQj73RDF+CWoa85cWKYFnAH8JLPBVF0
6xluUgYIWpZmc5CjV6fR0rSsVWkwBE+BDA22P+qpfLuiRhzTBwYbWX3fc9q45ILqfytcg05RsrRf
pSFcYsfGrvoRdt36CAVzWYmrGIiEpByvbvJSWWjKtHu12nvZCx09jM3l1DcHkQRezobGj0xPaRnu
9DStzoY1nwLJ1Fl57seKWLU68Cl7PS1OrJzrS+fhnIOtKLFKU+PNak9L1TiM2pmyTQtxj8YVIWrZ
f7R//y/4N///MpxDRsH/PQnn/q15Awr/Txatdf0X/wsKL/4Hknsa7GSxXC3sAeO3/+LgBM7/YK4o
rqH1qORwIzI2/S8ODtBnhEG4ShgO/wfg/L85OPy9qxkISSeTVpjQSKj/TzA476Z/KHVYohDrCGTZ
V/Xcu7E3zvMQ+JN24+4qC0ITaX20xTIf1tXvtjZKqItRq/Go1sV2kEnY4UPIVO6WZkJxc81YY8Vh
hl2MpopNlID0FFOIy7UejW045eaeCLFum6Kei4TQzfEfv/T9f4aU/2TB/8x6+cfs8vrpUcHR4wMw
hNH8vbfNquAQhUnoYIr2g/s6S/JzGNZ2EdXpkm/HxnttYdtRDwGT3YiSk8NSrB1nY8tjROLm3r4I
smanzHy3FvwImniiTTfW5WloJExYf/oMq/XBs/3uBbI+PYm8CT8nlTC3VoH5eWtrlN+dXvS+oxUD
GhOVR7KOMMPCwY/HJmsvpqrzQ9saw64QhtqR4mfvOM8VZ3CL+i8SkHfqJH4PCIWECeO5C3HFv/89
OLHWLRxYJ+awqx8rmQ/TNWgzPSdhxtER/sBLZ65Yh6ZeffnzvbB+f5KuKHD/Z7LAVTh+/Wz/EIY0
Fdy7YBqseJr5DxTx4RNBixiLOfPtpEx2lUDELibQmZlSzwZ2xNNiya9//hjvpuj8AjzO+PQxHvIL
IOL79VO0mRxLKvUxnpVjURMzPybZ94chgmfXrtcjv8PflHXvZALXSyLuwZd6DZoxSVn49ZKMEJNp
7PAOBTNRvGAbXuqufxgC2OJ//m6/310u5KO9QQRtXWXdv16okSptvBUrrwtEGrKvt7b7pPXGXdPZ
9CdFX26GPrBPhSq8vxkRr+qDX980+CUsBjYaQuw97+01CXeWsfs0xmUytvtadhIQRwMad0hFXJn9
I0Jb4oSrYTtY63OTFNX/xZe//tBI+fgRfvuVByPlqKqubEkveTGT9k13Pmi/ijJrZrY4Wrum+Zuu
8J165npnseayZuPSRwf3/pHOjXk2G8qyWM6Dd8yJ6aO+DeTTn2/r788PgmwWcwtRH8oW//q//+PF
QQLKkUqEfUzkbrZdiKlnwUJR0JRu/he56U+Z/K+3kWuhywauhqSFteLXaxFvOCOX8Xpuo3ueOvHU
Wd53I2uKKDdNuaGxQy9sqTBsVlt7HD79+Zv+fBXeXf5Kd8PJ6OJGJoTg18sPqDMET1gfUz5+6xFM
mLr/LMzxs5MCr0jqHc3gBGKlvy0y8dE0ws9X7wnVH2QUOJb7LmVENhGjEZXi9c+f7V/uwi8f7d3L
NQ71VXzBRxNeeLLpN4Xu+IVbc/jzZf5lmSS2XKD7sq8a4990Zr5RB7Ql1z4uaOqKcdgHrYPolwlw
ME3xYBS7zMxugxkQtV2ibppB9v7lVfr9seYjsECzd1KW2OK6kv/jgcuLcSxaTitxCdw1Fq4Mt7N0
ur9803dyLV6e61UoK0yCsfA3vpOemS2+Y1CuXKUQT+kiHsdqfG7YbXs9xH/+UX9f9LG2cz2cBuw/
xDb++oUKUMQmw5s+dlbZH9ZUvOQMNDf2lLl75Y3ehpyavxlS/u3rOdfKDouDz7TX/vWahLVYvi6G
PnYlnCzyeOGo9l9GF6J/5nz78/f7t9cW3IGPSgt7CHrBd68t8pjVTpa+j6ulqBhdg2D1graO0qXV
YCMKgoZHhPjzGLwwcYnMTv7No/Kvzy1pO3xbl+zN4L2xGhaeYXbYRuPed29DtvhzjpFvNyagpZfp
+8JtubEssqx03u6pWx9yxod/eXD/9UO4P9d/xlJsQu9udAlxF+ht0wO4aV/Aqjwsln3L6AHZmnym
tLtn71o3nffDvWbW6PbtL/fh9x2YDDo3YJGixsLw8e4+QE6tmeGkPcIftcSEpgPvNdt9mRR407xm
N7hDrMoc6G8HnkODIIZh63gZYFOD/HHH3TQLsd0uqo+kM8qDIE/uKi41t3/+oL8/nABOAP9QkfAh
adH++nCaAWOq1TMtNi73KZ+c4FRguxXA5zarIov6z1f7felkKyHS4pqTwTPqvvtVBhhATBTBvofe
oL6VZf7RA9bzQxl/K2/t339/XnIuhoUZVTpy51+/F4ol3FFEsdITto+4zl5Wxuoc1Id7nVJX0geu
rtFUTOXq5qRTO9zChCFEHWnKBIZ+QysBiHimAxjd4vPoB+pwpfLhEqLrNHoUE1aWfegV98etapLJ
bd1vJTFpCskCbhf9NR3/5p97f68wfxALxXfh1eaper8az1OT+TLr1njiABV7Xh180ClqyGB1k20+
N39bl9+v/v+5HpoBTp4cJN+7zTJElMqkERL3VOfntjC9D0zq/b88ge+X5OtVkH9hoES6fa1Zf71T
lcuAJDfrNbaTtUJUkH1ZNbNPV94MJAuG41r/5YLvHw0uiIcUGxhFjQPM7V0VruUMQdsql9hORcoA
o7TjbOre7N76alWglmuV50CC3b+hqX5DdFwvTE3sXIvEq0/33Tf1mM0UYxDouOqafiPZhezWeQQJ
TTealtrJVjIuvOIpWH9kfvCxMfM7lDw3CRXQ2tYvtgUWCCJ6+5e18v1LycfioMAaJVwTM+t7tbRu
UoZCvAtx2OF+plHuHulzhlEoF/mXY/hPuOA/yzqudfVtXA9A2H6c9ySMEp/IiAVGswamVdSvcAtS
h7glgU4o5ZQQMw4yt/5qvYH83C1A6CNOfpieWnfH40EHeM6//HlN+pfHAU8qthK2C+qs9wbECVUx
1yp1XAz+uBuoRSLkORLc//pGzuNLMaV5lOZVtvvzdX/bqvFXsUlyEgRkcDXPvFsM6dmwnmsSqJah
/FH563VOIOqSlq5u8tgOivVmbqb2zASTxkNRop3u6m789ueP8VNy/+stoVDAVYrnC0nSb7dkqjpH
pZOhYreanW8E/Lyi8bmbTXvaJ2L8Xs6T/0h73ks3eARSMJFyOVTVykAqzD4YQX8sKzwdE9P1g+6Z
5bsipUnekGF5hpDW71xjbT8Io8/uEMt5jBNW6xg26xy3ZtW8enXnHVpnNVE7rPY+cdtwDyd+ou/Q
dDvoo0M0oPCoF1njtFX1pWX83nWI3+2lq5l5NfZRu8WXxhDiBBHFeRtGSz+MNfLkipStkPbxrrHt
52529MMCU3QTzKU62NhALx295g1y+vauHsZ1T0q3iGH24YRUPeKFdJ71bVV27gWiE10R4suCs54t
hGWiLby9FKOz/uVl/H2NZ2O8ZrEJzO5gN94dLtCfBmSk9oqcgMn7FlRd8mQzwDvUq/ns9eF/pQn/
t7zCf3kIufFUaxyx6DD+tiYZS4c+dwoRWTfOo5e6T9zDL62Qn6eBIVmOrtlbh0MnnDhdjK9/fvR+
I7zSCAM7C1XKAplJ+u674qPOV5z8fqViKdLkebIksupceFtkU8lXxHVk2Fa6MyK7MpDbzsn8qTKc
4hGOjDinovV/qELxIBaoJsZ6kM3GqHJninqCKFbKJlaz0lz0g7mENkEeHRMhwR8yvcHcS6SsF3eY
8v2fv9Pvq4nLi4st/GdDwH+Pg668hciBeeZtghcXCdnn932YB3dEYfDsMFE6BkpjCrCvypE/X/rq
4WKv/PVdZl8J2L34BPh93y+vmYWIOUloQyRZ0eS7smiQtiHMPdpwILONlL58bRkQMxVMNbmOMoe9
5NdGfQdsvPlGfkX+KW38kbNknh+bwdP3a+IxT1nLyT0Xsl1eAj9zjrZUP6pJW5ciC4azXVrVJZgt
Tk5d0nguakL0W+NUa7XD7tje6857ZRR8MUVlHWy7dc8yaPttNtdPa1i/OU2T8t6N7dEZBvtTL2rx
eWlDrA4tNpJGO/pYJb04SM/u7hEWioiKJXxQiysvswuyI0o6ZH2xrF3naCDgOGRBYT+2pmhbUhuc
eGW/PTTeJF+RgFn7IvEbAsgmsXEaiRYxZ5t5yWD3PNG3CePSJWYjZjyDiqwr0iIKW/oL5ASaV4tF
3bc3+VAxbmEMXm0ShA3npJhR4IlBrW9GORlv1NnW4zA73punu6mLjBD2wcYa7DouRku+6iostms3
6w9lMVWE5yTr0USlelclwfLhKgGJFOHCZBrbgj55wSwSE6l4y+zJmpkFKxMWceCtXiybsXW2Q9d0
lz6lm7wruyZBqlToW0/iRPYyM+12hSSEIkoMw/b3xFTwW/jz8Eh0A+DQOTXl66oImxq6uoUhSHjy
xcoteQtHI9mQg9p8DpwuO3tZNu6qNoV9m/o2eYdJvlG+GIuYGBR0n5K27iu1jMdsrs9ndLiIgao1
E3ETpBPCgLY7LWVRHOy8K7+ZqZrulyUgZLpkPI22I7tUtS5Oi2vnewFRkxnCWkQBJphoMGseNaby
cSat2ywxUYcbbZltRxWin3fAV5ysKvO+63Fh4Jr6JhqBlRNvGgcjbS5Ge6hSUPr13X5UuIuOS8+h
eNf6ilkF6XsltbtTpVAXg6DD/69R2JSY5tNCQaQF4XMkriPfu0E+XczFz08ZjKdD1Q/rg2nYDJnR
3CkG+XO1nFaxpB+ET9GyejK8KdEi0ePOP1pFad10nmz2RNqZz31IpkmO6C9u5yXZDb2JTsjMm+mk
+7Ij6dIPn9FXq90VOfU5n/zusDau7tB9l1mERqH+hDRoZXttltsErUpk28YYbMw6tE/gAjs0ACJG
gDltV+0bvGRW/lDYWp7wJIfPiyKbmjm2fiD5yGEg2Abdbb9Uya5VVSQV0F/pjNZlbNIuWumH3SY+
QthugLZJ3NqlbfuAGXjAlDwc8/2Q1xMaNNkGPgpQzziNy9xdPL/oP/KavE5oZ7Y+yS1bgzPFfuxJ
0gzHMjyZQW4cVu86LPUM8YjsF/FTmoQvhFDpB53Z61dZcTMRlQUYVUX1UNJfvp1MOW6bqgwuS135
t0Ik6rafVvHFZhf4GjYgMdKkLl6kV9r7n/cUm5MfV4hQLgl4Gs5xZBOfLdRF+iCQg2yHuufoh7p6
vE1cEuGQ+rvWo8WE4GGBFnUAaRIiRDQ7bGfpcmeUdRw6g76fCEh4aLWTn5FatTuMd/7OFskSGzbs
gYrM00ibXnDuOA2fyrp4m30NtWhMCpAMxugcKt/74JNod3Flj2IQZfV9zhH1HhxGMmzoNZpgE1Zj
vRvb1bmdR/Tu4PFaisWi9ELCqtDFI2CfnFs/93AO+NX81BhdDKqJ9MW5sC6i4PnlEj19U0QkfkFU
5LZHMuFEP3fB8ZpOih5YJRxIcrud44S99rUS/FvS7OSrPfXFeXAy/9usCYgauxmRupD5HkY88+Wm
tggU6EszjYhOzF9a0+UzImlpLl47HWCmq1NXDUeZBemdCoN+1+AUPLm0Ey85efDAU5pp2yxT9zAF
wfp5JVDsk7+4ywdChj42c2t891fhsvbkXkQPzbo42NqiqlBNRCbkdC+ISLOORmpNyy16u2IzSeKm
mIQXUtwhI++tw6qa4IFmijyt+El2/hLwjylPxJMSSuexNkMs8s2UKn1Aypp+yCtXhzsxhtOWX3j2
OCJajbWlSwtIInAQ0Mzd4iukakAdISumTAMZ7wJO7dCmytWSO1B7zQdZ+qpDDoeAtC/6J4wi+KL6
3r9rcVJ9LyxDf6qy0ODSA1ZsZenkk2O4GeJGo81286Dal4LuuMDfhYEgzrS37IawJ7wMEUJ4HoX5
DXSZIJZv3I0lHh9HdaS0o9W7HQpdfAqJL9nniUAIVNkBICgjn+9pjqvPglytt9Ks80dcL+mublCC
okCb7XFna+TJrOLG+mq48Fi2pDDgF+HP1wcvXVlvzOo4h071gflo+2NtiPayPNIvN/xe8xP4tuVe
GoquSApKtnG9FplmIZ0TZLJuR1jhdFY+M5lSkkIlZiRq8Ajm0B4vynP0U5KEct1hXMJ70LrOd9PM
v0ihxF06ev03Q1bUiVOlvCc9s6YwnV30vbQ0VU0pA/EEsILpYeuZFymL8hgWk03jcdSPnIMEMWtl
dWZLrV4nLC7kZiIQHJuhZjGro75NP5qlOnPeGSJHG1YUDilM3eKD76lmg+ssvDE0L6tCuHmk6xg4
sZ9wwNlbo8GYG5n3hryu5mExAR6a1jxuMyaQn3Wx1vmzGNbXJUdsv2OTblKOONfiwlXcoKHl7YRH
fgKwioUpBUipeyTTPmceotW9+2omO24jvJEDTGZ37HLO4LAEu07P1i4a5gj8JoG+n+ckk5ufVVA4
pdleZdJDMT2UiL3yujtYOj8FfMZbypXhnoW0QqcjnmvvWsf0VXiG2FdtkCB+mIGW79i6i7Me17M5
1SjC/C54LKimvdoc9mKipDYqRU58Vh0mjJYsoAY5I4aHc8IWn7DCxnPGbGoyYDMgDPiR8Ewd0Mii
FjJrD0GVwIA0+TuZ4YgIkibYhO384heTcaiGqz5tllzQK7NnfqHyCySsZlMSC0FYlEgvXdhRXQfh
sfQUdq7aHu5QA/rIxmka9V2mP/l+nZ+GKmUF6pPl2TSr8dwKXhVyyeKZfKiNNZst5HndEJ4HrEMg
Tj0C1dl3U6FQwc5tLNtDLjWM5rR45GWuInJdL6Vsgig0ZRkPi3M/+rPJm2+5H4LE0vQStdkeQXdN
u5HUjrtylss9YfJDvet7mV0WixXUY2D4oSdNb79CfbwgDb5jb0OJyC9DBYvBYF9j5YlnPxziXPh1
hCp/+ODpiVlqhYaqGPLuYcb3chNY9ddENcu5wkTTb/3JD2709X9Ab1WkkWsi6bMIho0zwyU7OB+C
eCBU7MAZCJWW6vQpm7VHPyydnvg7Z8XbdVJM265de2t8S+u3ReTezhzBwLQ8tQA+FioyJ8n2nYub
X16t0Pbk+axYknuYJl2cJ/VFe42FvJpns6DGMCa7OSRDonfZAHAJlbTLP5+/Oj7pitrLlkuWoML3
KAaP5lwiGEva7qZq0uVB5VZ+dMbSvEf91+0VEbrMd8GM+Nurpq/eMjDVLJ/WciNWu953vbs8+bMk
pS9siwdYr8g6OsDYSANtbM9m23i3yENL4vpq4RJrb/DUrxzc0L6K7syMJO834XKlwva5y8szEV24
ENlnlrswU1mcwrEtoxk4POkIzvqdbOArz9oPMZGvaaKo07vRv1+SzOHRCfr2cyEqXLNGKY9joXW7
w/QEh4qWhfowkCrZIYDEBNiNyXxBLE2OKJzPq3E0YZlq+7V+nKrCuKkcF//7hBuNHiVEP35soKck
LE74pjcJfIcbs3b1wyAL700rPHVF54FJdxaHm26S55ebwqjogkCM3NrgG/cz7OwbWlHGKV2x4liA
Eh/yyp82FvkFr1ntN59qZWDZ8Od8T1JuSEh0Q/lS5fyoa7+w8OI9CLbKphJ02QWPxiDTO9NvRkrs
NT8Mrd3QyfVkrCuju+g6jBrlhZtlNDHtDl6wLwxUh2SQPiy4PtGQd3JnhUaQRNizknjOHXFQWTrG
/lLJrwSHdlszFd4uCbDPe1SNzPbHhTzjLlkwoNfpsOeMIG9+imlGMDhxudYLDqekNd9a3fpbvw+s
U1LgEUpxwkaSPjd5EGOwG9aG6PgcpVJXie0wexR1Dhg0s0jmNyxH/a6yuTnt7J+6cLkw2rOeV2l8
E02RPkNSzr+o0cQOMqX118mokXeY6KMjd2we5mpKT4PXZjegY1nbXc/cZnJxiBCccZPMTWh9DN0U
mbdccSQZ1480+HReVHUDsBQro+f0TQQQBNuzobobFUDVdajpCOEzDp0EidPYAvMz3eu99sLkZJH0
t0+NUQJww7WUBiiKqTMxs+EdP08sVhssBJxfjCG8pUEPQzFbe3QiNF0P3ohcekPFIJiHEDfC/opQ
9dEGuJlt/NaaZxTJWReXQG97WiK3oUmHFinuyfLncX+VOMMIcLAAzk7rHvGm9midF38Dhkl9cu1y
PkppdDAihornt+m9mA5bczbqkP2ut7cqe1w9NzsRfoDdUWcUjEkVML6R7KcbFfRUd43DQaB4TOc8
OSYW1rSGlgQdiOUjFir/tKi0J6UhTCGmt+50TBxL7RqnzgHtNGisTJaksCIpG8nuKiN+tHZPZ6CN
Qmr3uCjmMjE3gUjI2v2f7J3JktzI2WVfpU17lAFwjGatXgCIIeeZmckNLCdiHh2AA3it3vX2f7E+
YJUkklUldi20+M3apI1EMiMjAnC43+/ec6GeMheQhnveF8PlOHNc5LETkoOf3hIm9SE7aJKJcr6k
dxkxCsPedUK0GdO+aZGfKJ1wiuNz38VwBgdC7dc493dCa07WteeRbWlPc5+fSCf9qIlIk4LfDnGq
oQgyXym/phCXrNHkH/qhPbHGMQ1VjGd0qvnHgtw3dc6GfpLgkM11hlecVUJJD3TUqIRidG1ZuWP9
fNemrrZv9HWPvk9yllEFofGsPVDgqc69/CvJoLFDzMw50PXlfunJ++pUkdLV7LgX1Lhi/s7ac1EX
2a7IuBTIlS2EqbGjVxQ81oR7WAHLW9zuAzBQ4FY04bLfnQ/Alh74El6GJP/EB/VpsYsjoYXDMjtn
aqy6i44nsrWb+qTtcLZ6klr0WfhsUdbFt4PRBSnhWdp8TfW4JFPJJmglq0QMFIBAZ9n41DNw0Nfe
2s83VtbRlttOtXZr2SDguiQ3Lz1O9B8Z7MhQN+pHMA1Gg3FdqlAmiCdw/2YCJkMSxlk8HvLZt964
n3wqyln2Kas0z4ACUXTeIhbBbjAPNfAEfHvOdVw6XdAbk3icDHFPh40VqqpqL21MfbSY9o+EKTL8
3EuB38tYz742B7d8m8esMQ1im6QBoBpIdkJCkVlIOM8DK/tsyvWhlNQll5zaeYoSigUA8o44UYS0
qT9QzzdixkwJcZTD+xjne1Y7LjmLwzXypnltm5O5o/VYv0hdy7sR3uhdZqnRRCRJ8iPeuOoSYMhJ
wSn5clO9U4IlY8nzocw+xQTkeXwX9iVQS/OibJPykkQNfsku2etKPHmY4EOwYjYuf9O+cOa+4uZS
zpF4ofWEsXg+GqMMJwbllxNbA9x9w/zqK629bfKZqYHD0SVeDRiucc38wBGoZViV270zdvJoASyg
YDyPL8jp+K9b+yksgKzxSWqmGmoaJcAjCJgtshzKVHeyhwGRx0HGmWPzzV5dHlCl4bTJdkAWl5Nu
sSFOkiRqSSG/uGgiZx33xI3Ld3CWAKI7IxS8eJG3uvLDd5aUl0tzxhLLMBzrfEmuXLdVlzbP5HeS
VdpdC3D5S9xWy/lcJu2zrERxOwz47OF7oGi5HQP7RdnGYYjdkYG/NGlNZtYikpSLp0nsSPSdx61o
9k8J7JB7g0zTYfaL6UECj7vh2yW0Sr4rPcYxG58k1/Nzt08I6AqPclNiTuWO887Gul2cs9jNEs7n
sKlGeyYMItJmjUxe+mKo54wJWj+eEFQr0R1zrFvS8oDPODm2wGm49AuyBsm0pNcjdvy7qp/6Y5/Z
7Gq8ImFc2uVmwkyA89F8Cxx2jvedT1MZ9Wi9/ZKsGUIFjkp/N1UzX9PIliE/MwHuBKbnlq9+z3Nq
dSEUBTN1Afedk9JQIGBhr9R5f6oJDj1qbG3cBuiFV3SNGSDO4d7vOogjy8xjolo1unIHV3zKYBAc
BndO7ljjb1H0QhJvZCyY4hnpXYH6yEbN3ndOd5hFn2M49k6SjAeY55GXM1JywAaXyeiXn4cK8UE2
s8sQQvtCGg9IQNqicFciWNfR2iFrH1OGDeGc1XWk0Sob4HHc+10xfMq87oRbd3zrR8SavlQU8KbO
GOpYgdumQxGMNYSBNLNPC9564C62TSpaa2hT95vdOpdDVE4EXVNU7MjmIfuhxzyiSRWYe2u17Y9l
pkLKHmfasdjo0UzHxkT501lGkup8M4CeoNdroUb0MurXqQFCQpI5TH0CbCn/7lR0WCz46FD6kGDl
3ag7eoB8NV20CQuFqcfGfTGO/k4fhbMDCENkyqgTDkaS4AS7M10LMK06XEyzd9Mha51/PXDD3lAP
hDmNcyESendlTkZ4adKjl5N3XyZF0lI6pzTQlUSMzf1C6oqgL972A4GO8c6wjOpAUmraI1aXWoAB
Oj+IqfSPlhrnnSmG9jnvG/elzrPiqTcG+QldzSkCBXEpj3Izbc7Ipcj3mCnBGS3t4mTWkIkJ2Jbn
3eq01z6Vhod6Sa4XD16KqJf0078fuHwFKH4/btksZLyFjca1+Yy+ty4ohlFFqpsED63cCjXZ8bwz
/Ie6QJMu26uacp87m9/qgZnLB48nNi1mpROpVFAZX5xtO60SzwFRzVG/1IlQqrw5lQ1140UGGq3i
VPOT3/kPJvA26zxGEuEw8GXg/f3vbKEwxRQ64t6khedhyWafbJ5IOQS0RVhaGLXktuIQD3pPBTeS
ZGhwllfSuiDcLoPVxPTJ5qj/iTPg93Mz28WJbQhvI1AbPwK+BVjcZHWTbkc4aS9xmjCPuok5YAZ1
l1qRRUEI0Cmt/JkhaRsx/vAVYnDZsNdMIR1sEN9/HEQ4uaKHrNutjVGe+g116YszT3kUp+59m4sX
7OkPC35iqPNAa9OUjbrNwCAYOq++Lte2xLVovyA9FBcMIr1LlVnNidstIlo1pm3VajbYZ/VtSNUb
DBNmYybclH7pMd8GKNrkCLOWZYDw9Fvcd5fwAgj3tcauTpV/qFZsezbj+XN/ras3bSE14JaFeer4
VcFzYW04djvOPXJMeqJP6/TcFwYRQSJ5By2XIsJPVLKbqZ49ogdJMOWG87Zy7wTces2ZtSbLx7+/
KX7nvHPtjerK/BFvA5TvH527/tLgGFXYRVvNXiLVLwdAAf4lSnxxoAwENahz3PR+9LSM5aZ4zwxH
DwX49J8Run9nX8JYYVLbjMmHEQ4NTd9/tRN/0maj3uyGRTg3TkzlpeMLdf31/f4Hgk2Hj+byhTjr
/9x+9lvTLn2WpMPXSM6//td9U/HfH//Kd/9C/q+vf0yNbfQyvHz3P3akTYflZvzol1uoZ+WvP/23
v/n/+of/4+PrT7lf2o+//+2N3sxh+2lJ1tTfRpc8nAt/nnU6vFSvGZ7JX3/Uyfvf/7b9/d+STob4
Bbe8Jfgv65CDt/ifSSfD+WWroOL/JyZhQpLlS/tH47f4BUvl5h7Cwrv5BzEjywbmxd//xg/UWYHx
EGOjITZh238l6cTp6/tFgd4aHEo6Hi2X9QjF5AdfQitnY5nL8sacMx7a2pJ7n+uqt29E5cJK6uw8
JiNoGcT2793J55Qy01N1r/e2emdBwE+c6F5+Sh0FqXVZeuUjAwtvhsCb+yfg4jkjxJmpH0SnY1BJ
s/UWlaSoQr21VIpQqbnaOc4XPT+qZcwe2AF2n3tDedOBQI4a9nYfS3p6tRSGSlKVDOh6m1BzUOvT
DdGHTe7uOu8ztoOmDqaMfW2YuUzz8I037EzxTCAmWpnCW+NUAqenyd6cR04aWzvHh2PNWrc1GSzj
xh1aPL+Md+1aIwvwI3k2tR3LdcC+1Qq8BqcGWDSXALVZcEJZcytNMJMYTRzlgqOTv3gGItVsbUBn
LDus7g6swjBO1AjZqZCMRzRTuW04TFNO8LWYp/tWH6xLMqOrFRCLtN2gGSfLD1fLT5ky2my6g8og
TBUZA+iQE8AcC2AabxkCMfjVY5GzN4xUZXWPCrlfhIbfsdo481xPyB95RuqoNcs6EkxLksD1evcS
oA71d2bcMlHQVazPx8WF+EtwPrVzKJN9AeKmbNIlpIjC5Eizmu+2kVrJ3regYZGS7SHQdYKxdDBh
D9JJoitN7mxWa0WZr05Cv6MCC3Y/jer3qFWLbnySZpoJ5lUF2eBphcVzNHoLL1zvsFIHyh3L81IB
rdu7cVUkYdH6ldpxKrIuda+QpxXOXRoI9ASdpoJ7h67bDCaJ/NxIsVA1m6z0n1rurtqP+m7oPz6G
i5f2v8GCZtosA3++orF0Zz8saV//xa9rmmn/YjoomzoWM/oi0Yj/saQZxi8ulmfM1dhyiNNYbLh+
W9E0Vjue8jpzp62M+bsljV0Hf8YKyWLGQ5Qgzl9a0773eG7Jg+0/Djxc8qA0c/1gK2uBCxuLiTDj
TL1xI+fhMzSFZkdGydx/86n8QdLS+WFXzGthqQWBu+0wLVbsHxm/EnDM0m98Fr3sSViPqtsDn0Cu
xt+hhUMdzwjYHJXCzhodxJMy3bXOrO7cKq5f2kHUl42uOCqMWycmfKrjZOGQzc1qgUpjQmB1rGPb
zo/oAOJUjlK7zkZziPBlmdcFBKRnsSTeXeM1l6mh+YGNpreT9vSx9IDOFBVCbxmE1NCLk6fYX8s8
cFrBB2NxgyEuxEsXWKjRDve5M13JariezG74YC+KN5gp56tnp/KQ+ZbEOKRx3sK0Uk4Lmdemm5pw
dVG3+7G3duzk6vfFq5yA550Iq6lvRbQsWXfXd+6SRy0PoHQ3LrHL1L4ako81KVYqcmfGbpwHqREQ
9sDoJKtEovUDxB5fK4ydWyVaqd/5qSNSwzs2VdbgyRYjOIPuVPc1cx3200xrszplmKWpp8VkgBmk
Kk+mwFfEY6/wnvjXU2GMb+WcuHhpxoptGTgY3JNzZ8y7RB+tE92z8hTVdNgUWzlozzA2nZu1ioGT
Ok12y7jdRzmP4YxGUJimgZPpYn8e1s7hMddWCPx+avKZM+3yk1PKtdynpam3uAOCJu2mSp9PRw20
2Z7DeHxcAR8+yAZ/ZaB6B+3WWmVXRAbIpSWAgMB4Y/EHmDCLoWePZsOJ8xQs5cJDsJy43JKucv3T
psV0yJIOXpID+Tjau6QiHhf4vHAToTGD3YWuiKzfdkl66o6tBsltQd0PirWvP9kAcoc972G4x/Cu
/MDyF4LBmT46X7zZa5ZoLaeSVxtUMYeGlzLYiq1KSRhyrgMGQ5eovTzw0yRsClc8ynxKkZONjKjA
WNXaxxTLHu5fVprvHpC99eC70n8chMswp8BUW9PWiiUAYXmrs2oAiZyuqNvQaV0LqoKYMluGpbZd
uY0wm7e8MsorS4+7PspppOj2rqIjNujVNt0T09C9rwXFnjyV4qLZabXbORF0y5FRUA8ZbT/1/jIk
N3JQC+sCixIeqo+i9yyGHkOqnq1SMzH0Vtp8ykOzWHfCSf0OHosDfivVoEruoJ9gIenspW+w0wzV
i5MTIF76lBxvKQyeX4sx8eFURHU61B0JrM+LC50hmZPNMecVN7kRGOTfuCYy/OeSB3BoII2wirg5
vFEbqe+1T7XU2g1mYZb73KpBFZCRZjXh8qmei1XX7szcLbxIEUy6Wg1rwZciRcmUPJ8xF/sN10yg
lkTd4PF3XKB9jIeDoex1tjmWGD4RdhsfZM0Q5WRoCuJgrGDMsiUtRYBGlZ1tzrlm4ySATamBvgEc
zrJxhww8LsehmhCBtcayu53QJzO/1qdZvbtC9mSvGnSeIG3quMDboWnXidFlT/ocj8mTyH3xPhv2
SABhKG/B2lQC2R56VkgQHImt1TeecDFVFB6j56R4EMA+0XhV5TtsKPKaLt0VpFELW3Fn2Bhrj82Y
9LfwBzwEY/pZAB/7bfKlEFXCfIASBZwwfdeCG4nzqdiBihDpTq/mZrzSrWXlfiGZ7wZTvUkunsjG
dA9No292puqQz9J4ck2Oy1jcTjoBBW83sZExjgz5GngVeW4+4UbAXKc4zwNPtRY9BNG23UgMipJz
bMcZGqmvFme31vowb8JCp92bok/eGPkpM3A8L4U7MyN24XAa4l2TCPXkZZ1ZHo2ix10ye2A7wwwO
1cajrSTUzMJe2Edzzj+3x4Z1IOWXJe2jl9MnXD0lDWG6sQwXpc+M8DP+QHv48NDLqy/dVK/zaxOb
lLQVZtfhYiwNQ/W3Pml/70ZSXbWCGbLrEkRZOnnwZhhF6urOh/2cXS5gviauLTdmf1xXEj5lYMfg
aWn7BDhYOIgXjSYOY7/k6orP2dBOKk9raIXXnanFicrPj49phn/0LIGRyFuarbIETRubSSy+5MyN
K2jrjkM1rxwmzWsCGCeLu2/gCmI7yZe63oZao0EJVTJoMSuS7nbyQUEakPTpYvXxPrkADiSLc5J3
ty2zdxF5i2mux3qxGRnGcF3KnRLQe6J8YD4fWF2BgSLBDuoc7dK03GsMfGVns9tveIbyoB2fKiMt
mgMsMUscQJQWBt47OgSCpcOlGzpNPpJvp1qos24LIHjWsS56mHFaWflMX6qlMPJ3oYzOf2SSPOi7
uvexHEdt03f52zoN5nDfgmIhvle5c3Vh2y1IFHC8Sw+ITTVuet5KvtAD5rYqftALc50iMvhTejBz
nEf89pIMU6GBgVIKKWCXMttIL1h/lfoYVr3Ko6lIKvtGYYw7n1PW1zOFO3eCh5YKk0/IwdFT+L42
nKZp7Ly1hpUskdbgLNphBQbDPKwyHa/HRZivtqGS8Uu/dHH6YqFxjhcWEYvkvHFy1zyBGVPletDo
PixHxTKqw+ACkOwcuFTmHCd8bwH9DDlXrNapvi7vNHVbwTzjBPDzrLp0NI3tAruUyoz6pfVz1tTV
Po5lC0sUma60ombJ4JALiU4NmzFaYjs52tZ8D2u6fibUzYknrpjFZ2uZ7ZI4LS/ZM8xfbPIYu2Vg
2dqY0XJPgcLKnewtQdXP9VXPqHdvjh1IsHaCiWFo26QO6PgJkaLyMDM3Ceq4syMXD+4JTFmy/UWe
GsHIZCjyBjBPJsN8qISQMSBW2dpFDcOKwTHWGyfzVeR79iUpsaBuXfcoWqFIiTIlnaT73i5ENtIB
drars5Ig0m+9KAyh8mHG/6YNB8fETz9C8S0D1YyPXT7X1z4TzTB3U+NIEjV/qlUaP89FBfyA95o6
0QSNiS+5NOFHx3hcGdkubDK10lZB4rrAm3P7aJWJuaOXg2ifBHzFBd3qQg/6ETISZK1yr7ur9ubH
ziuXCelCy9BCMbjw/HtrvOjFqMLZ1BhVzl7Z71IxrtdLUxYRK197yoDCPhj2oL0llnXupfMQEfas
omoV2lXscJJrcfOd5vCw7iZnbBIO8qOms4rBygPZ/AW6O6ha4Tc8JwG9R6TeGdbNPZkJq/xUMM/D
ys9YVEml37ZMniIQKe4JjK0t3VhXd5BbsfMZXneBz7w/qUsgEWulE6uHTUjA3CcjjGYXDE3cni6S
K0boVk89Q6ln58Zg3s2Dn+wMaBoRMy3GxloLXlDCYS4Ilj1x8/aRm4zDM4N2HZvBbF7Mvd1+AW0Y
39Ck4gYtQRgkVXHNzOLBbGudcbSG/WuIv1iLXR2VT16ZnTHyCbOxACfNeHAzfflUAjDr9qlvfYZt
VQbT6Mx0GAggyxY2L6ZW0BntiIZK52X0Y/dazDzWgdgwp+TBeWgN9cmd++qZmQfPj2IUpyVseZaq
rnnvfChmcMOaU2Du5QndPHd+ZyxhqvjFoyEmDbRWqt7lovLdEKQfUVkCLg9+Bj08sNq0+TCa2slp
HnD6LyZUsZPGMuFtjXbjR14CLSKQhJRZ5EUW+a1GOTQJvaLgtsuHj7XCtl3XUtt1E9tTzzEwS9rg
3p3SjrSisE82bwZAeKH0nTks45e8S6ffOoD/A9Lmf7ez/lZd8udH/cPL63/97+/FTv7+rwd9w/rF
hogAhsMGByb8LVj8K6XJ+wWPJbIlAiQ6pI2w/s+DvvkLLTRAfxitcf6nOfqfyqUmfvE53KMXeGAu
MA9AffoLkKbvhUvkB/JUDoMo9AYXvM5XCtI3vAaJl7TywTq2sd/coTx5FzjJup80wfygJeiMvHQ+
ADDQYHNc8u2op9+8yNC6S0xdegBbHecpVlYogquJrwT/+Dcf+x9oCd+/HUKR2yuh9RLS3eSRH9uT
vSztqtkWgZl23Dq5hfbHFCP69y/yB29nS9uhjLhIOMjO37+dxPYw2qJc2pnbHRO/Sa7kgtTpMSTJ
f5LQgqbID/vXuIl3xMNwK7y2UUYo0PkxexwLHtOJXexEDJMJgW7o4gu/o3Zkx1Tea6PYzn3a76hG
2WFaFeOZb3lMlrtspTlgjB2qZdZpHsyorSErB14COi4Uqp8xKxYkBO42lJYgvCSqKcwbgo+XSSoL
HKjC7A+DLpK3zqCrhvT4iDtGa9zmkd0Wm2ac2ptXs1P8oZl0zpeM+I0dSB044140k/0lWzPNDfkR
Vn6zVB0vbCCkvOPHgakHPQSmIhgc20alLH0Pcx0hmHBkR0+zQVE76Ng0+PL4WAtAlAbtOkHfD+6b
69e0g01mbLDxKPzSp23CXZ5nqU9PqcSzH/p5jEm7Lyc21V5dzwN2Q0FLRmp3ah+721GsUFUMXIgz
Ihar+XHmOPClKjOb3o9CbfjMdLydOS/k+yIx0UHYhhLv8WVmP3lVY2FCqKHWy41zw2G+eIhxmnNu
sHgyAgcxkoFtVpWPTx6+CQLKBtn4J9IP49VKjmgKa69oPxNipsiQU0YSmIPKzyuNFlicOC6nqUH6
wxMs6+K1lln2yl0zvqR4mvIgXxtn047MlvocYcoX10BPD1fokI+6tsloZVJhvfbEUqDUE754ZuZl
2AyHF9LRK4yr50TU4pIdn39DjeGU82EK9Dazm2Aemx6Clijmq5XcO/IUwOm7euzNLqwLfBfGNGta
gJTTvWa+PzzOcak+AdqPsVI5S/Zmi0LeSYqJy70JQfOiL9S8sB/l+Y9eksznHixWcI0sPDJI21n/
0JXK38COl2xCgWDBIsTPdWMmJhTP0eKZhoDvTcWB4gXjtGPqJGhoyDC2mmXM1i6rWyPceBgNAr5d
3wy6P45hufYijjg94eDHybwhD9e1Wm/mVSXXBFCmz4Vy09ekR8+6BWGaPI1O5qa4QtO6DhlVeGlI
9lwNyIq6Mvj/zYYza1dgo52GPt6QzhDGJL1G7JjYZD0ZeLzGwHSVeCuaoVZMLTlwB048dwQG3AY1
R+dQdqmtOkzXZnAkRVLzWt3WwkvPY5CdZE6h5GEF8GTF+cwrls8TxtIpKDuDm38mbwHfOC65y0pe
sdwZcd++GynT7w1HljP6HjVlRakcmweGz+tDwYrvR73upO8jaW0fe2jqPleic27MXhjwdUs3RhUa
HAzLHKP6G32MbfOMI0BKmURhFC2WKaJ3FDWhPUftKmaFp7Cyn6XUsjcknep6wRfWRAvzy45OnwQU
L8RsBFjqdCszFM7XvU8zT09sgBqSotx/bzMX0K3g0E/7Cd8WyFZ1KSlZ+PAmbHwBeFh24hyHIU37
Reztii0DEnkt4ZSg4ICoRV08W2TiiLr1seapza+l8ABqbl+d+A7CcFYtiRZgh4VCrSdLn5MjkUkT
ilhwvExB21QBLk0wqpIyq4uGpDxvk33ZFf+ueoAmzF8w9HyutjUNx3iSpOLLanCpzP4scoIHjuRc
mcUabOUSfvkug512Y652We5Mq1GUF9ZNsZ8KnR1Z60x4iEuzwJqQdC5DLUvFIECxte2FjWsqrEGO
e4eJTjA8ouDlFaecyTkTjqGejdpu0bdg6hLd8jxF4q4dTBazsimu7djQKHbVm2LnZ63uRRYqLXA6
u6d6pix1DAON0bdRljHjmbFtDmEpWJ/dOIY+0p0so9eL3WS41DpKRbIpMOgyue6nLd6JBSx7s7ha
oRyao0/AmtMw7eJsf+GvMpODuTz66TMSQbaczrWdfGTGYlu7xM6na1An+RQlOQkckpnDfDc6Vtnw
FqwO13bOkOMIgN2fN6IO/K1MLBxzC/qFiCfEGFZTTEZVhDeGxXerzz76dYLKALsk66LW7a3H2qox
WElguRFiiP4xoqpbKL4WNPzJdY7CW1IEdRcfDUVh5Oe01eyACtQedEUqws7J8+AUpZ3nbBnt8l4v
MA5qnd1/NjyYc0j7MpG4EobkAn6KvByE3oqDbyTNtIM/2AGQTdMsiypiNQ+a2+qvqsnmWwspqKKC
wdGKA1p4dl3VwL5DazH7t7ZQxmOSToz/BqXFOYMDWqQCoP09YGjH7V4JA5W7cvQw0lKG0bzWqlQ3
TU8Mz6Lv6ZrHgnspCYWqkPPR3gRl8Kb4+bDwZTqZoXKGsT8WnvKuFuVs13nS85DpchurunJreR+T
E7z1K3te9j14qPfCik0nNOjXMSK3N1ceu6i+aWAZbX+qZSTHw4SKYci15BVF2JuDN4eDkfYn5D20
145PA9K5Axk+mIS7Hl1yiRyMEqyfNQeoK1oRMsJoo9SPJDy4IyekjLtkIqOcQX53w3id1EVrOT0h
Zssc7J0YcpqnsTgeKubtVCRm+frItWm8NH5nacE6GzxA8nEphgMWbS4nlJKyDTxIus/rggFxG52w
AmT9JFEafGu+cq3Bqs4bEP48U+gZ23IofvdMhIzb1F23IgTP876kumgvRx4UXEfcfUnoT0n22Ry2
+yO3xLhFSJKvnRiifnQ9I/vs5DJlYZ9s7Wi1CYUgooplxEhcWbgAibEGug+vPKDnxXlIlLToa6jd
0YJPbSGaopeM7d5dRrOi1W/hfSl2kz6FVkl/vvSCkUil0WPISgRYfrPTDjyVd9Ow+uglnA2nG87h
TXFjEK6ZzqSBBiBOOoDVN6bb4brXTcl3J1ijmC8DUllCVvjuFRUrYC6gGZvN0eApzaSCKRLKLOB4
CBDFGVVoyqHTkHWLC6cxxG6As3ydJ4TyD6MnhXY2L366NUa5GjYAPFlYKV23v28z9p1b4gQKt120
w/Wgqjolc+X1x7Y252I3V46UyDt5jjdgtPjmLfyYgDmU6UQLh9vTXOs6NNIUSTGEFp6KK5Fzx/Eg
0cwbzshDQvg4X/pAUnZmXg+mw55Ifu3h0Vd8hz0y+LTHxpkjTyTIEpepi90iWmYaK/bjbDjlZdU5
80ufA/8iLNE5ZVRowk2jPPem956KPnaQ6TB7gTWIgaC6VTFmN93td4by7NES409OGhKln06tuZHv
4zoxRWAoBLGnwChdhQzoeeAkssc13vs6Cq8mHUeG88AarDeLfqJoPO+jSrmkIbTUbrubdZ6lvBjo
vPJ3+EVoeCkwhh/LqUq9lHFAOxX4QBkVY+N1xCttVtLdmWtfMEUsccpjCLBlLq4y6Af7cZvxnRBn
KbgxUocn0JrBmhIo1RoMvVEfqn0GBcJgyTEn6xg7yRC3ETOXegxd+PwVJlU5Oi8GdfA0eMQcQngu
6xhJX2XriplOI7x6UzglhW9dYPPQ+L1iGFpGnBMiW3SZ659i1cztS4azvLsuLNm5161p4SvTKenB
tZHRF/Hx9aD2/+WIv2F0+ubMurm6fjNObX6xv//t/r/+T/2xfmum+voPfhMkjF8gFyPxCcsRxkYf
/Ycg4aJUQIAGLoRqiqfpX8YDwR9ZhmnohmttIFqLf/OblUrov+CZ03HObaRReFXmX9EjvueRuOaG
lkGV0OmtN008Xz+crRmdrLO+sPuFaFZ9LnPsTauV+REc3OlOaSWJ+36dr91aV2eG1svDNx/TH+gH
3x/tt5d3wOJhLDUNQLjE7L8/2lMjstQ2qSG6DVL9uqnX8TUjfnjn073wl1QEXgqDho9OYSPBUHyp
I/58K4pUGs1LkmcxSJG8vGfA7bAZH+OoM0r/J+/qdx8qoG/elTAMT4fcY2/v+hv9hQjY3Pezz0PI
Zhc3GFqmMdybKjuA5NcwujZKcqpeZewX6uM+pCKh+hO3rvG7T5Z3uRmeN18lF97XquBvfgeZjTym
GAnQ1zblDRqtSmXIcGxE6l8zC6QiMvWddJfymTAzDQeTKNpPnORIIql6ycmB1eMn27J5ojuqk+au
Vn1b/URv+V4/2r4UyHWAiJGObJiYP6KIs8UrDZzgBTS/VV60Wj6dalVX/Yq2/1OGkvn7D8O1eSEq
Y3W0P/vHy4ykcIs4zFOz0OoMyzxWW5vB+9rwkfSm/kxOIbuqRrwKoVVXat0YJPZHPw3OF2SLPr3p
TD295gjImK7DQ6LtlngdybCvhn+XFC6VGQlJxyScWvrckEjqS1TngbKQRLjQNHyaG/ZLKhhAdnlr
vf37m2iT8/4lWbmmybgUsdMx0D2FBb7u+8sNhw897obAuj4iTzuF7u077rlALVjRJAaBXw21f/px
/oDJ+/qCvi2A52LoxF2v//CCCWM15TUrp7VUP1hsjgNMpBHnB5IsxWc6NvD22IcceLzfWM9sYKGI
0ObnDYfaqS+SiWCU1KafXPGsiD9+Cgi1UHDxputIhT8sJa6t6bY2LZyOeju7a1nOdlW8fKyS1qXZ
YpNe0vMX/vtP/sfLF0QhVE5ecrvNueV/WFPWiX6nxGLE5xdeQ0SEDFoND+Av1cvzcfMqLuY0Ll3f
Ykb7w6uMme3J3EQ26Mp2K+AdUKMc6fzk8/uj98KjwOKLBYpAHcH3V9EyWw7J8u1VpjI5YeTlRFsR
/E+k6T94FR50qKvY3PARbI+8b5fGzt9cKuCIiE90L9Cg1Gej6633n3wtv7vhoTI7vIxBLp8FX/+a
sfhm9WOjKRtjst96f2TF11OFSc3JVr/9cIzS5jbVk0eZUCB8ZKynmRGmGRcfkjElCB2qLdXlOIjG
vLSzbU4Ob9RtLkVlD/IoHeZu4bwOTXdCfU3ihfncD1lozjJDkZNuaeNdoXD2zHTohTpHzOTfWmO3
tKdpDFwowHlEH9Uk43w8SgEADM9TOhA9Sms8MV1CC/GKcYECpjHNj/RP+/6hq7ORRABfCOmHymYz
SsZ/fh2gZNInP6gaPlDVQxKAi6iSK+jy4jgv/Vw+arZY3HBoXE2el2k1rrej6Fb9IW7SxDxMYz+s
O+Ub/ZuPzJjs+75avVBnB18d3awURVRkfToBf9EVm0ZO9V00IIVq0XbKq/Zda3vJYbHW/lEHKFLB
Zo2TYV/FrX1VdyBndoCcvPE0XltAcP+XvTNZrtvItuivvKg5HEj0mN7+shMp9pxkkJKITLSJvvn6
t67kV2WxXFb4jWtSLitkgugSJ8/Ze+2s9CvyZvJWzpeeaWu1GR2EcBtfe2FLn0aouyhYerIZfBWL
HenKJMCgEpI091InqvcECDPMlxWT25XtwlJeV6L1xZaQrT5Ztzg7D7Zo7WaXLHkFEwofSLrJWn85
RlkIk8puE/ulmgs6N0Z7vVyZzLfqHfonRb8J4TE0vbzIu+0c+MlNx1S/AD9Y+Fezo0k7p6uFRSM1
3cnAXM04xxZ0cs8TkVbfGnze7TZM0izeVvz297jzeAhyz/ssullYn/hhDb0WKYJi26AUwm1rJjNv
dSaXx8zRs31JlITqtqQI2vEungkTnD3aGEenZRE+o0/coVNGWp1fWwMiTjgATqY39CERYXWit55E
Q/TO1jJQKKF9MTllk1C8Sa2GfEVhqvXlXJ86VanomAKwchMfMYQNqeBUgeU3y4i03naTzs910hA7
1mgwbRvgXvVX+lbkacSOHg5akNW0YQKxVOsR0NqxWk7UefKCiDHj4ZrFVnqWUOshCotwDZADNd7g
Fk1HMekDNSr15L75VQV/CckAXtGpsFS/U+Ek8nMD0mlchemYno0kxr/VM5+xNY4rIv5M4BF8PoV1
l62TyqpYCMuWj7auwgQARh17h6DOvQY+geW8RVM2Aae0q4qgIZSt3iaxi44N6FSGRxSlZXOWSiLl
aO/EPq+ODaqSQFJHIkKqG/otNiBkd4OBIJTkQqoAMUZpnHHtY5VBigBUoLui4etNmNj6Jbzuh9Z5
DqzamGvZwkC4xxPn67O6r/TZYtdEufcGHeS6aAc8fG020QLSI8hgNqvW9JyOqFXXGXFsFZDXEBt8
G7flyxzr8cZVKGuZGMiQPIxorH3yDkEIYSZuuyDYGuK0gnVN7hKQzMx48AKypcv3jsr8aqMTwSiq
sYfQPURlv3QrilN1a9WzJD4uLL0REloIS47pKGZGWvEtDfM+cQM6FDG2WLeEqwnSZnBWDvNLRlw9
7Ki8zVW1aSjdc9oRhbdcO3iXEaM5tfcVKhx5xR6IFbWjN5A8TlE9CHquaf1VI7+4hKxLh8qlfXo+
9RO2d0HjylqXKa7ZQNQBYIFQXkoEkxVsg9KRqybL8UtNeV0fNABO3ua0oT2NITK41W7jHWGdolIh
pdG7zMypeVTLEINHUBoiejU4Kgz22sRnjsqr5jKgUgzRWABBODq2kbfMgTjjATHv1zgBYmV5S1gj
AqvmcY1JsiU43ov7ZU/DckFMge+2vh5ktwRHPzCkRJX+CSYWQMBAR0mr+pUxynwOGe/UTUFpKmAZ
qfxBTCTIbQ2L2H7RpaAnVSq33pELTHyXf8qTTVx5AnYs4hOgZUZ3+LRoZaiFzx0xV36xUb0nziKN
mfkiiC3rvKxHLAmDH5ubvKidbGfKBqFjQhAWg6rQyZlLpcCCNmmUdgEzWsd6541on2ZPBK+Vqaxm
haDKxdxLjC4v7oRFmurOwGELI1mDo5+SOVsrNFolb2ES22ubYFA0Myb0X2IvE2ApEN21uyocOrAL
repKPK+FdT0PgADX9mihilk45hevHFucyV6FvtBaVEQMoS4aezumZnS2HWbVp5RvVkkalqPE2rcq
1GxNFVifIMbF8abo5+pWBtpRrGNa8eDkvb7L6Bndx5OR70Ufpy1aRmr2C3ZatJLcbNblflHIK9sI
g+7RR2X5MFPYxWA2Wr/fqOm05QkIOg6Juk2IaZCyaS57TMMXFq92vdJZaK4DE4wUknJw7vHhdxEy
nyJ6Xrra3PhWXt5XWUt0ZOYo4vcc2zFY5QHCDxsfNN+89ZAeRDehSfPpIIgKyfbzODfW/nRBrtwy
rMYzhU2JvnrU9BmrTD1+KQZUXisMeHXGR9UyGIezGtMO7JjFRbM3rGTQBeWqGIoh4pgxi4kjets6
uGwG+Hr1PL4uIbBh1uMZPb1WpPdyV4eyLq48ElhBXcQogdBm6cab0NPOlthNNPKSawbJ5XRr4Z3N
m7UIwi48q/gzXEGzSOYI6AK8Bx6tnFC0nNCaqY+OqCgZx2wqx5WstXPrvpPcIAoMT4SWFtsWHkXw
Oy/8v32nf4gTcfc/62AuX3tCBl/Ln4183/+j35183m8RchYkIAheIoGGhc3D75llIvyNjSPGenYV
FMlIYv4lhwnRw8CnhW582tXgjvln+wl5DVYZ/ph2Efgn/vF32k8/bwfwZgusvbAl6MzQ2Gen8/N2
wAm6uBp6/aL5pK3wqMlVP032L3ZpP+/+fz/IScDjngQ+CDt+PohHyHtiT8nLGGUKHW0Xr1ptWWe2
GYO/1c74/Ujo7wOXvVp0kgr9tLtJ/AV1xBw/izlHQiHAAHzuiB7MNn+4yX/SNfv3q0bjxGVmh303
4M59OExP/Do8Ov9ptGuBGtcu+ruJwAPvF9ft5zbW6Ww4DNqe2CNCzQ+/twH+sIlydKSBrdL9VwUq
CF+6j0mUyhX2RbGJlQU6Kpzr9VAgv3ORWv/iJE935V9djR9HB9VCGy06PYj2hyZaxlOIR8d+cotU
blxRoNqzbEzb6FIpVDLUtWYO0qvZ0vWnv768Hw3S308cN5YXEZKOAuikRfvjJrXSleU0giRGJ+nS
e4TMo1zbQyuQ3IqYUtpuRILQEwPLK2Yoz9kEkwzzXeUzsmJGabCk/vVv9O9PsEN/lFwCDLRo8t0P
vxAyD4ORHcV+irsiqJO72tBsyrJC/O0DQdahcWkHAQ8XfcOfz5yPtJpD5T5ZXVbvZI9NYsjY7sZT
kvyi3cBu/OMNxo4HzR7/OYGFCLw+NByAYlg8wAqunpuQCuxp1RGbPvHiRGS23upmzAQBoUw4IMkP
8iwEEQXBIigivWrngM9fiuZcrbDFqGkDmSN9k2Cg9KpvAve1GDtGRmwa4HEtJRo4Mgsm3DXsYwZK
pZlx1cphf+OvLTvJmfrXQAuxvAyxWTVLgYuVLGvxheQrj+CBYWE66MnUdVZ4KRAbWV4CNqis8QTt
rcB123O4VcslyOf+Qi/LPO3wxUV6N9a9eY1odHiXrRXL8iaKLfXoIv8I0QQAITw4aRIjiE3TgRhw
4Q6fTA1aZ+c1Y4Tngm8zzz372NtgKIsTQtjrzNbMzITWNCqzGGRUUX3F9Zb6yKvSfDhKz2nuwHsg
KwgM7OBVnhUWbG7Q2cRGGLwhcA+AFtSofIMVwXP6AHDHo1/Yy3naDsyoh7vQzhb3fCkDyqIi08OL
skr1tbFLMrtlo53MZmKAm+pVNJGdvEE4kJ9P41gAoX0ge/Jpm4hCEvgaphJ7b1upqs/Q9LjKvvVg
9btkSPDhsW6qnlZWyvRqKtsYJnzY1Et2LUHGNSPZj0wgTnJJV3a00bezMSdIjQfFs7WY//pW0zwb
U+nURQbiYec+2KNftJ9TXlGq0zzNLRnc4m6rumkfIyOc1x2FUafPCwHE2d5R2wxM31dEt9LJGFau
lVQIgIo5XLro7mTdhhCwRkIEuWyXhGx9k7UlfEWWjCWyCtbfJqDDUz/KATGghyAt7IEZ5XUFWOw4
GAYFakUas9/d4Y9aMoQXwCPfEUv1CNDp7NYQTqeuMfJiYEfaz+CgyHFGZoW+Hgk53SZ/RIJS2FZZ
3rfqNDilnCR7jtDL2pySOVwOxehfg+Q6xjXYyDU0GLu4UrGd2edEPAf2vnV18z7O1bgwdG2iS7yJ
iTlWooge3WZIsHYjXP6W5pWTvJuJ4fBVSxIDkr5amvATejzrE74+LSGvOZZ6mCMIp1jrStvZh81U
LNey8ocbvhN+8mkyibWsRF2mz1PVpeF+aGhujquOapOL4YxT9agcYfq9WmhsX3QIloKDHuEPrUaf
gRR1ZSLSc1Gq+inIHLteFUtL4AaTAqT7nYhLZ2+NU2jeEri+3S5I3InkKjTY/FVvsqcJDmyCa2vE
OdXsuriU1v08doN7JxbUhwxpewHUfXZt/ymd0WzdzUFhq68xOb/BF6CdLt6lvJiFaJE5FU71WFfA
DlE/8rrHl6ldB/iFZJfG3eUQdwX+9cHuRnRUddsM6X22aIyNaxpn4XgH06f0s1VVJUvPWoPX4gKF
y8K9VIm3LkUagL8BzU4Go9VHeC6H/Kb1A6SEQtusOgNMfXQm1kBUkiYBBY9lb5yLMTfEuBvR5DeI
aqZrCNCIL6eGITINNqMnPpSnVOXU1+IdI4YAG6MJA1iX7UAIu2vCYN4Q9wayrhgHdVmwspyiXPpM
78ka5Wuri6nI9s4UyBsCoKcHjKc4OxAc8boAkYW6lxcBn6E20VG4Kr1huJNJ6N9XFjR/WKyFBzuz
WhoMIilmUVQzsC9XDiGM5Vr6jbpMqlA/t/PoIg5R6XQtyHlxYflbp0zAViLY12UyAPcr/eLT6Hos
7WLW/kOJaf4lQnEDbhEdJMaFtPrS5/ZAFTQiCQ6Vk35T3jKKtWp1+xJYtn1pauYU0Ag0EoweYIPa
juAInituX7MBGAHeQLmtxQ5YVPGLH5eavqzXlOfLnOBqSdijPTKoU89z5BdvyhkNG5+mrN8IMkGB
F4ABPJqprPReBc54VU5iQU4DWbXfRVMRDbAWFv3mh7iY0M4AErJ69xWb3wRzMJrLbI0NVN/SWWtf
1CS8e7Zw4xdWqDSFokpvYMNnjsT0FLFQhr8nAuQ62wvOYPj971OCcpYOcERTZKpHhJjGbkaewBzS
OhDP3v4M747uHEpKMlNNUPtYPfyFyU00oifacdIn++qCRHmf83IUK6JT4E6kZUHGLq6a2duUqVuL
lZtkqIWXdjxfKE7na5Rnznuvs+6Ckc54izOnogXDhxVDatY7OfpeIa+qFBHYBje6XNZlvGCMcC0A
GhtkMEjkFr6S8apKo+kLeQ8hQziI35reU5Z8mdOQvWkXA90DzmWxFrJt79I1HqyKDpQM0RAuo3lr
Rh/hqhID96VrZgyuqMbFpgooM3YuU2Yg7TVKrO1iJ5nZJIht5Z6/3UDhiqAwbjPUpBe0y4ZgXei2
THe1JbMnXplS7EfSknFHIeKiE4FzJVuHjvE/u62elt33Uu+/e9l/nDJu//NWdq8I3/6jguL0138X
UBCTzZbKRqFgU5PDxPrnHtb9zUF9KWLyL4nkAQrDVuj/aDSCtG7AX2gbIEd910n8n4SCLayHvJ/V
DQwCTZf4b5EbvA/TJgbXp4KZrexpxBzHbLR/rppRW4FIiF9pl+HlVdjbZ+CrgbNOhaut+6Z2rIui
jSkvJ0WDihUYDhRO+RpXE/xGcyyU648gG0P4xQ3mtWcnQwx7aFTh1QBiG5IIUhWUFQoomHaYm3Tl
XktymYaz1mKoxdc/RVy1cjudludQ5afsYk7gU1OgZsDS6VflemOCvttoVVUxgFrDT0MIkdrHnADo
4cxNsKxP/El3h7hR3CjgBR1rjv3NCYxJLiwWEUGKy6TSfTx1NQQXlzkNjKmwO8eIYbLDkprWf83n
ZYaVXS+OOUTxAH6BSqMwm0m4fbVOHTG8R40d1lvMkoN9rFLduodecmE2YeXi8kj7IbIOgcz8fRWr
HD9c3HgkOQ1Dv4X62FWMQcumPaAAJJSGXpNxVkb0uqaVNwQXAIFcvtqn+X0pSusclDlZKCRozAF6
vLRmFbEX/x7FN6a2pRXmrArqFLO7GeLqAIZ0srcDJu2XJdDFq506hG2wCw72gAKJhfCTufgcL+OC
9wAJMour8rJ7NxXpN754SYXp1OhLmtrFTRiaHlLNYgOv1ravmotpSRg2JeUsvyG4JjYpbwPr3pKd
4ouaR3a7jke74blx8tDfK/CEUFBj2bDDEBmhyDKG2h0wdXyDZocU31RpeGuTw5GsbO1IayOTqQz4
gjpDsV2YvcjDMJNAv3KLqNv4zE68lZd4RJsWLozUhfvSrR2YFc/zUhUv4BXVACCnAyhYa3gZpD6i
Pi9txW4IaSnaMWz0wHkt8N84V8cZZp+PvVFnpfXJ8ZvFQnypFf1KnqzzMUs0rj9baXVkJKGxJA4w
eVep1XL1hLIsB60/YSYrWLsZYSxZSaMcv7K6XpY4fQOjoNtjAq762wCTblnP7K/fAjmXT40b9O0W
2gZTu9FWEm2jqsdz0y7VWwHaB9Uk8tcbm/FVCDrC199QGgVXbnTicmaimMwaQg9F4zxEDWjEJim+
Wl0IOohYFZygGhBKtnbdMbwPpUfRjs+7VesTLxcsfNWJx9xnNE70wVKtOuFNOBgo3qnyZJ/dmgaY
yUqroDJ7t5fnweC3b+4IdwgirUfidZqMwSbqgnnB1MC+bD12jftuo9oj+8xW8D4yRFiYirGypasM
2D70P1s3X3UMoHSlqZQntsBELq1BFnSM2CSJ3isR9Ml7Y2cw+BJMwh1EdIKQefba+kJKf7H3iRsv
6jgycczWbV1JbkkSDzOSfwd7dsXE8nYBDneSYLZOtJPUnNC0ugDtK4R1OaNi0l/ztAygY3jZWO0A
HUfg9htv3JLpNaGjHSRJP95YvstEw+SzstL5KkMwjLeaavg9DPX4rqDthSuGCZQKfuxJ4gfKSDxF
hKk++f0IowVGXvTQoCT2KdPC/MXz0+o6qJqJ1KBRpO+0/Z0TLdWJX+egKxVzi5JCAihZfBkkMvnm
tjCfPkvjcF0CHsl8bbl+cVbU9kI6ZzJZtMS5LUcn67NjUzSG1sLox9YL0QjWjcEbNj9QwUZPJO7Q
wF+GhrKg9FS6bheJyZlgytFdM7xUep/H01QcysIEzeeOzuD8nA8yq88i1w6PrBrEMPmMRQKGARXi
3GqpwscQe1l+5YY9SQkWoVLvWdtxcmXf+XCsu8W9JDXGGvbkY8dvwhmjcpcEalYrssuaT8LEiV41
cVruyJI4ibwGHL88joo1jRk74IwF/xRfF6u7hsGQuGs4ii2ser+bu3XWTzPEaBoU04ENC/xY9LzB
nV9Np1wr0MGf9AD6fu1OsvlcWvkcrkBR+Ms2rS2SivHbejdwvSc2J9p3mPxAlGEa4BN9DsnbppTO
y5yCCUgE06wULtldGoX0KqKgzdB4tyK5yn05fr/vFYzhqNU8SkyZ+RiE5UaTZVhwtdJsZsFtshaz
PNuOHfimud9i7JiRapuQNkw1N9jE4cYwyHRczX4tF20aPhHtU7NKhp7VASXIRnVMeD7HY2sYJK/H
qiCzKqtD1MdtWXsPtbQcs+1TCGnnI8TTx9CZiKlTA7j0XSYEA87cNukXeKBJJQA+8LpdDHJqxQN2
dcDiE84NH06Jcpcb08jU3lR8YOpNTlzR45LO07hn6IfCfcXQ0ZpWoTVKmOAYfS4SAsHA0eDNfkkL
hcojF8a5AV4zv5N0UTRrTyGZlsDH6uIFY4dzECjS+6tS0IB4mvi13LtcWEvGU0EzdVOSPzGD4ojc
b9BD2M+MfrDX5FvfkNGzAIQb/b4FGOxdFI9lx65qRSxMf4cSkEXF5ZHQFw1rrtnE+SnLQ3aRpDYX
8Adk7vKre0SpUQu7EhVyT5kVH1EngYsDX68eK3ppb63CeZUr6yVkY3PddE1oDjUjpFup6FteoDJg
ycvheTwZjoSIAAR8GLsbIdt+fCdQfX6OgeJ+LZKiKvdQKYKLBG8TGZMl7DsO2kjxo9X936r7H5TM
f1V2f+5fy68/1d3f/4MfhTdS4xOMjBmAD5eMUQ1qrR/DI9hnOArd6NRTQSwWeRzkn8y036jSPbzA
iE9xUvP//jk8shzGUfy0GCc1yYvCZ7z1d8zU36lofxgS0DUmg4Hi36dvgjTBOU1K/jCiqAYF+DsO
b7tMQQHSMXp+m3CyY23G5sFxOm/bxngOVBBVN+UyR5ej8Kc3u+zQgBG6tQlVkW2S3m2vmm6Ynp1J
jrczk1vWQtfseoS5RyrM9AFNy50l6NrADiHbTbXJjcz75dzrbIKnZmuiczgkM1nh/HuZwoumGUhW
zdDlF65W0Rl4HDoZHemXIDGsprc3xvHltlbd8JRF9ewhRFCG5bNknu4XYuo3ibegD8kDt/3kNFV0
nuKRouvEJvQs6EfUxU0d4GWZjFmiXYEcLj/FB4BA89CRbPDU6QN62BOWBL40C2nnmZvCLQN17Oy+
f2gDQSxZ7c3eTTFm4Z5fpb0spAfzu5Li2jMn2RiuKmglIISCSdMbycpONKsaAtSKMI1NZ8QZ1sdy
L1195QXKPk89sSlsQ8hR+BS7/TUbktWcsmoEdf1euy++ssYbUlvPhjZ6a7KZjIJ2K4tzmtBn49Dd
h4W99jNyl2nvkffQ3FLcfbUkG5S6GZ9MJYsjEhrnU+OBjAoBOTZuG2I8D94cG1p929VnXKpPkfJu
p7g2W29AVlSPM3pdlbylqZ+T5xF9oaxqgG+H0yuCoK94Q2ipwLp5nvz2WdfxcXSss6IhMUwlMv88
ijnd+/VUfS3t4DYom3c6mfennrz07cM8kF3SNLtW4iUuaUjvaqf1Nr126SN7mh+9IPUg4TEyh7mQ
zraxvM+BKe4aAJkXqTO+otAj50HLQ00p1pm+34wNOp6BqYFz7sLrWU2Vvmupt0c43X4SMFm0na0c
G/u9GrlfjrUCO5Bma0sRyAf5A+JZDfHHt4qNHvojJX36QFgFdsEwWGegMfLhacgJkPlq6f62ITEy
KZ/RFPU+jE+0P21BpVHNEarvmlC4NdqpRgFcbkL6x8BNcRhZrihPlJv+DGybQ9vJrYvhQtRp+2rZ
YXndDkmwjdw+Ofo0eyG9GTHDZCY4ecUmlX1oWzxYCag3h4a+j1ub+If+ivYe/xbG12FaxwiYW9In
2kdak9vGLT677DiKxLlN8TzVOLk2nWNu+iTXOx8zOv7XrD3v3cmFkq2f7TndBY7fM01SBWOjmJQp
zqc3/UVJ7/Vgen3BKKBYRd0yryn1LjJgyat2gIaI5oIEJL+9KrLGPiOYPkLUweaOSTtt9wG3zRQu
/A8CIcIpTLg/BVvVgvAA2m/yorQnb90W+YXVobUqSoyJrVUM29AqcVagX8GmldwWSkfHkjixO6tA
bIhOXq5NxqWEEjnv4nAEyx53/ddcJ4+FbsAxvXegmO7yaKm3lATWQxl47REs00GZ+tEwiNzRkWV5
csUhK8INdVW/Hyeuh52Sj9emOFqHoBk3sqVb2LJ5Wi8dm4NVG/XBenG9gzfJaCfKUeypn8M3QT93
16sRIaBZnOd5ij8nGQFRFmwU36QH1M9vsPtuKoU2NABJo8C+q6q7banQ1tRdwwqsLmi4Qqb7HoUU
lcIXlG0LoB70nkb6X9SQHWlqYHJVD4lBHDQj+ctKtveQ71YNahvyWdcS+uHGO23JHP8Tuk2KH/+z
ZbVmbVsD+aBef5gi+8lueB1ttvEaBFdFwEerxwl7nWTj2uTEBkr/iownc83pNOupWvRV4bv9lt27
PFheT+J15J4l3ZyQGTcewkSEB0/pBztYNlBbnedYOyN3PFTyrisXooIga+0KjUF2CjT63E4mCIPy
x7T29rSYgXsHz2Cvi9VI/6o8GAJDyErKQu9R8f28dpnx3JuxZ1WPkjehHd5dDxt8Ac8xr9OarQLu
AU8n/rrIB+/LOBD0t0A0XDmdbx1NjMfUnZR17tqD3b/mWVece6Lv3qopGMkNYuz0pXSs0tuwi4Uk
JjRT71WU2TX8ojrca6GHq0o3UEicqhL3fRbWa7K6LWtf2P4VuRv9VUF6DVlCjXSvp0Z0axrIYsPK
He8Sa26OIzb481BIJhc1Jeyqitv8qgHktBvZJbL9G8EQ+EjnUkgJYEhiuFSIqg8LHLj9FHnho0lg
UxRokWR3gNm0B6KGdx2CnJOWBxeDZA8TPVsFbTIch2o8uHnwboFTOmd6Sl7SlAdYECfyHnTtWYcI
rsOusjO5Aw+1buNhOW+KWlyjr8RQO3IJOIdhCh66aQQ7MWnzeWl9eyXb14EMWLa8Jry3QH7uJpLN
N53ddZsqacdD6pESK2kEPSTERb1abr7cJVFIMKUciku3ztIHghvVcaYXsgcZlJyRFKDO2FgzqERU
dWNhS33Wc4CfRlGK8PWcI4kvunD4YHfB566xyotC2+VDB5joTYmAdNCJVr4NtYpRhLR3eDnlNW6y
fBOUtjy2Yl6+/Lf73M0nurlH0/g/d59vG/0/F69l9lMlfPpPfhTCkfgNkcL3Di/6IdRUlLQ/CuEw
xsPn/mADkyYZotz4vQ6OKXUB7ccnigxYoT9a+PzfYqpsIEQBphEvDOEa/40q+GdxCC1u30XV5EeI
gSJA+t4HoYwBAOlIOmtbQbvkJg4mwvEQ0FarNi3GH9OJ/2j9Oek//lVv/34sRDExmKTIQbX1c72t
pzwrdVhO2zDL1Ua7Vnm5GN5YXpvkOqO7+wsJ0p+dWxiclGsemGJ2Ij8fL5zQP5ShmaBmtwnGNI+o
pgL8mleH4y8O9bMc5cepIURh/orcDZ/Nh1PzNA4Jh9Hd1otlfA1fr3lDD9HfhaMjwJHkUl42KWLK
lZU2eH//8LT9iaLrzw4OfRqNVYgbjnX55/OcLB23c022VeaXrHrh6QNdLnb5iTZXdcnYob1myhkd
01ymP175/3hLT1ukj7cUhZeNFZU9FCf+86GdBBUGOfXTVlppcekERQbar9ebvz7BD5qq75dXOBj8
bOysNia1D2cYQurwZ1QY21xM2Rn0gv4iYljLcl87t83pkUoAy1QUr3N2HbT0IOuim6+XlNjj1V//
Ln9yxgCeeJ6QL2I9FR+ER5IGOpARe9rWFpWHhbIY0GNV/cK19f3HfLiwwrV5+cmSdwL3o7U2capJ
pxH31InGZdkVtPAvFvLT6IB71vzCPKugrza2pdqhIWdrF7hRcieivBO/uPgnedjH3wSjJftj+wS1
ij/Mp7ykIfu84zeJ+zY4REBqH7xu9M4t2vFfNNP/TYnW8/Pfv8peyIKEAZan+mNuCzMTQsSWHEyE
TLm5cfJNzHGy//sH4QZCTkeJ+u8HiekCZlHuD9vR4OvMAsVuy5j/xwPjENTEfM9mffWCDw9M04ML
BD3KAwPR4ZyY3XTdySD/hUv1Tx5L7JTQvR16LU70UXXoEOkdDGQmbKcsk5s2UgbsRxH/YgX/k2fB
dRwWObx+pGcw+vypY9KExDJ7Qo7briUaWYgEsw2SjOp+ZgK78afO2gdgO37xBJ5+6ocn0CUphwat
yzKD+fTno7qZ7IhrbbmCmFJ3Xl5WpxHFtLWLzP3FOv49H+nDsXgSMBjy0nGvTikkf+wJ5bXBw9su
w7bXFqo2lBzuaxRVsDdJHbRdKOBeXe4nMaB0IRuZGC50rOk30Zr2k2InUG9KUjSnY1SJTP3ief2T
63AyqcY4kUEci48vBZ1gKkPH7baN34mzYozLnaj6+Gz0HPWLG/0n6w83Eu7pKfAAjeVHAW03IFmt
JnofzMiZfpAfaU13zBTOgKlc+GNPLGRKuLNR54ho6r+7xgYc+mRXZYV1ccd+WHIGgktnEZGuMYZY
qxaHnOkqQhD016//6Zv8063G8+ye+AhwCOkDeh9ezGGKm7DTptsuBH2tK4NQqrEFwqQlGfcu9rK/
Ppwj/u07TdfSjrma9C+xXDsf6pGxr5bFIrx168yhC9VpyolDPGm62IOoTrpoSZTz1VgYFFdzNjF1
Fzm2u4NtQgj/AbNKAvxansadE9hzcobGGXXLhOLzIi8EI/O4G6ovMlGF2PTg4/Quz3FEIcFsCULG
HOhBV/dlT8bJNCDtZEKaIHiiYcfWpVRhvWcyHKIl8E2NFy8p3Bv8TSdKeVTYD3DafeYLkVRPRZ9j
2XE0H+NNX0Qq2XXQwMW6ZUwvtimOY+e+aSxGPEL5UboJUTa5G/S2qbouM1PNaEOrILqukYe52zme
uQIjaQRfINZ7wTYk5ebNpIP10C4KBxwI5yfmRf0twT3pbRbJKVk7uC4ZullhXNyWcNdaJkXACF9A
2OYEb1lhnm7qaGCpMBFyyrWHmDdfdW2QkLDrj/knKHIA25cqM9eEQlp6TRujfmX/7QBBrDQ0WxNy
tAo2JbMoFLKvsmtzoIaAm761SZGiR7Dz9hvSToehIIuvfbAST6mjjGt9kfbM+RHH9ZW/tVyHYTEO
vgyRLrOTihnaUntXTr8k1Xntu2114YdmobVD8yZm1p3UbBGvKlArBOcOPuM5KAAga5coxcST93xA
NqFvhEtvgJjs42DJ1j4yxC9fUF4sSJdRqtGWBBL3llStUEfGQhnycnLqd6D27O7Mi4QDVHAKH7sO
XyEEGthyW0iOafR5iOshPQs7x7qJLMIFNpU8zXXdqUSKhviBjhwC27aE/dXZNBjxng27rqk1jZMo
iV9NEPdkBk8dekMrj5pxNQQwAM/g/dPXzvu579Y0g+WlVw6zPJ8HSr91veTWWc1FNutqTL10F3tQ
As9dGmbJxmH56TfTLL3rLElcKFdOTbPP5WreoTWdqjOsid28dZesOUXAe/2nwoMNskkK5kW4iyyD
6GSa4ZrlicL2kEzOaU6pCfasW+BPqi/fqQXmRxY9Ve41RL3nZC5RX9RG4uDqnN4NdiqTdbJvighK
F+Gb+ksX4TWlsz13r15ufLFeTkU2GDZkujkrQQx/2uS3TND4GZPBh7xVqVrSQ6i6ekdrow5uJ9ey
3DUMw3TeOBW3dtt4XThdLxMMRDQXTiXUBuGxt4t9Y6y1MX4LHYLmG5Y/O0J2uLEHmiBrh1TNHqUs
c8djFQUjDzKLwwlQndfWVYfLov9f9s6kuVIly9Z/peyOizR6nMGbwOnUNyFFSDHBopHowXF6fv37
iLivSjqKkt6tcVpaDjJvZhBwwH373mt96wcZfEl5307gzgPf7eW9RGw0PSRx1d5MgyByqmM1ZM34
lQ5YymiJdprDmx5WU5L4YTSzgIU5xhKGFL0D+9JMou7chuj4xWqt1UzGmFHsiLM0fzsr/j1m+wtn
xou95A0g6Ozp2KO1/u9/Nxds41++Tk2FEIcy9mUykQV7GKsVtGBwNTiKHOu/ugvOv4gkoiW8Dto8
4D0rFOJvQJC2yttga/Hf6+AwOMv6/6S9cFxPsbEC+qCTgYvMgMbmH9VuUaKlAIKM785EXKb5wAJO
s5Nvp+vGB3/ik7n1I7B6J9rQZ0/+PGOhrHyy6s+jmoyDTW+LRfP3uufA71rt7938+OJRXv/e7/+D
UMVr1uyu/T9/HRVVv/6CwuVZYNah07JqAF8WfCtgQUZ5/3NK4OFtLUA/iAfKgiQxxmg059+/2usy
XaDyW11XYJMsA2fU28pmge1j93kW4KqOSVVdis8S08rNP78Kh0fdWU9sFvaN1/eUJHOOmKMCwzM3
PLVyzYSovOEDGsfrcub3vaxGP7x8HoY17+jsL3RifzwT5Js0ymyHEES/9KekJ0PFic8IcCZzNpFP
dhvPH9ze65/s7wtTQNE5I3eLnKLXt9fgcm1HG632PMbFfjbm8US1Wr4jl6r54Dzwukb8+1JrcUjn
DkKOfvQkl2qSToOGEr9KRuGwTmSSpfk2asuzbv1DAxVXY+zHWgCHB2cHLoyjutcv08LIdLJ8sE19
6exG3wq7fZpdiB/vvyDrX/u/S99fFxJcwuYI5zFmX4nlL1/6DBI9E5IEXqhhaExA03KLj9/eNi4k
XAeUwZmvovkDZ9ybdx+prQ7PSjC55yTnsx69vGhkEzdIUZsG+ag8JIaj7J8NTGn/LBj0182xJHIh
z7D5t35c16/sMzfjOgvAugechzXlkMy+v/8IjzhGvy8Dre/Xv3T+49FlACHOZmcyTrGzrke4i1ox
8wd7n8b5HdKUi4KRX5HZ+1YRc9+oA6/LIXeHk0WvL2YfEKuhwMK4y/X7f68/PWXmQSbSKU5O8Lte
P2U0VRUAEQ3vxuJUJ4aTobsbEM6/f5U3nyC/pQlHlEV9NeEexwzrS4ZdwOYZlyNWs0A36slmUoNC
CmPazADt/cu9+QzXy9FVRYewbierlOTlq0NTNddwjya0T2NtN9riqzGIs1Y4p7FTf9QW+vPFQMv5
nmUiXTl6ggjgaChT9XMkKatDuejdjZGuaUOwJhmckx700av09nM0+QrJF2SjNAQXfX17kTNlajT4
HAd/bC7x2Ty0hiB+aRxxcrmogPda95D6czARML9EctkAJUAf0jRh0SGStol5IWcm+5xwdvzg0b99
n2gp01YivIBkadoBr/9uNCJQdAsLH1rcmwF/JR35VjmfvP8Dv32fuArwLTpY7Fqw515fxYAyg1xo
JXq3ujufTTKJp81ALT0inQZC+cFNHTWU14+X64Hq5+dlNeDBv76eRQJoA/wYN4uukMQMAyE3YGKS
/NlWtQ2f2ooBSThxloVwC2NB805oX/Qks8VGwcb8oN37p4e89rYouHTLwj37+q8DlygWpeL2y5wu
62Ecln4CwWTF5gc3/tGFjvYzWNyJMyZcqEJTd6gpE+jiqY9Wh6Pu0e/Hu861Vp8ESq9V4PXyey0m
AqKbjMcba3p026UFdkqkrMmzqiwdjnJkuZ/HKevTQ2em43xCTx1Akt/n+t+Bpv/jgOJPLxYgQ6zg
NHtWY+Prvwmp395M95ot1dM4hLM07srY68hkGbTD+++wtVpJXm+rPhsCPx+Rw1yT//D6YjqAXXxO
CBgrqMHNoTCg2gW28lsGTyRTcpZPhX9n2rB0g6huvSE0J2AYbFRYQ34apBHcp6RkEuhjjdXQGewq
NW7goNYGUX+n1G+qHyqJe+/SV7JflcFJYgFhgtolCYVdmuixk3NvnCJoBnyLXMYExD2C773RgFyV
Ya+KWb9NppQ9iMSuNagw7pao2utKMroEcD7m2gYg+IKbutaXy0SCqAv7jL8TPtZhzQg2+6bbMgTv
BpRGk0VQARCZEKp8+jPWYr/b4K6NsUTX/kKsAdZ7YEVjl+f71peEFHclrR+QfzMEWp1sS8WYfOrK
PXB41ZzyyTtfqY2s8px0I2WCk/boKiAPcrw5sK1hLMAKFR5pWMlQcrqIUVmhq2C81qLpLW4SKH7K
P9OxtarsMZOVEeNNLpIcg/RA1gWQp9k3Jg1YuVJiFhvAi6o/oQnGCR6p07UkV+LGE9LrwrYta6x3
iqZe2KS2nDc5wMlPuU+Hd69nUE7CXlb516Ery5/0uxgdWHluwOIlW7gMh5FRIFbt6DEFQ0wh0NcR
9kE+vBSIEObeE4P8wXwrJpW6G6b1CTIVqA/JKV2x9HHQXF3RKKOeQtVByDl6fUpC9QBLDThiFhfa
45p+uHgbwWNDVY8+QuMBJ/h+ojGuNDvwIs2+JjSq8k4bJGkdtCAqrk1PFhmMZREV+2UuaolTj1Qv
zOlW/I1EOADckR2VRVDngLi2PhopeZYMcv5sA1Xvd1Fjl8OmnyL7EDcpJOjYqkvSlY16xDQHNpQm
KuZiYwp64dZrElU/3SaqSpF0GLO4ykTj34C4nJwdsXULbbjRjpEpINiR4OY9xjHTRebVGhGjdEyJ
J6OyEnHLhZGG88Z5o/oCY8kv6SJ18kari0ELgX+r87a1gd5TGhneXWXBJbsdSyauQWn1ib+XCIYL
Yku7eKg+w2zuN5LsD52W4uSqLdxyzcCfhKcpPrXtWqsERG2X5ISTjF0rPeFwU7mHUlNZwcyvL8r9
lAn92qOn+x1fQZdcMLTz1aYaaEJSLRSCiNoWfJLHeSEOCEUg7YRdgGgVPLzA3Z15jECez23y5GDI
KMnopjOzLSqOW4Rw/FK+gF4qkM3ZCzpqfyC+gvXBjdAlycoJfRM1JhpFtNmAqiqUlW4s1j/SsE38
l6QVoHhujC7ig5vsaSNHrCkHV3SmvTEZE5+jriTYoiHJItkMDDwVoRF+e8Wxrva30mvQu2c1fgrg
fQYvBFzy4pyUmiUKuiq2CbSRhcyRwVvjxDkzJUKLGAi6bCg+hYatvFu+GQTYfSlmbB34bIbiJI0Z
MW2GSmY4anVNPibjOPrkezZL+wVKAtKADhLoj6aA1f44LMo19y4sIf+sVrVjnZLmLb2t4Xml2inE
lxmmytL6CkurMCAKLuw6lj81+JlcPfuRCL8Y9igS9YPJAaTaygz4IbdDCyvgKdGjblXWwKvQUfTj
4oVpFXh80HPI+QQho8gAZYXSTRsiL2r7ofD77JkIjkiEY9vjykaG6FkBPffyIff1BblWacokRCzL
KmFhCyYEeByAt+YrnyLUurrs9jVe0du4r4pfGt3cCd1FZgCUkP3gnALsW5xVRdfMnzrMWyZpxpjL
7b1pJpUESN4lyti1qAvVth+KjNjjcUqvtMWDfh/znS3559H1Y5EfqP+pZ7d0ZpVcgRie1Xfdk5dh
oX4sE+l0TWAQGZ2g8CXUud3RzR/662mIzROMVvXXMc4MrH2RU9HFd/ADnia1Y1esOAAJttikQKKF
CrEKCilElqMLIJgRQmzvfXPW8+Z3mfjvFuBfvGovqo03LcDz9PuTOgI1/bfCSIO4RBnu0LSjV0Fb
b+0c/JYYaQSU06KBMMsVWFv8lWb6t8hIgAn3mejT6lsPH2I9d/zdBrT/RX+FQzSnZ+g9lP3/qAto
rcTxF5URJld9NcvShLTtFQj165+/kNqLubB7o1tChUWn3nma68MqLIAW4ApN18QnZll1YFL1eIGG
vWmNvzDzax8onUM4NC6ynSAHC6V6FJWwZUjlWVcgi5yDhdHHJl8kGBeP7eS8ihPibNza628TsyTe
dkaxG+/8PsZhSC6D2iPphCvYyhRjTKHlJPYNYlCUZLHQnqYo8nzKmbg8qxPFcaovlvFUH/tJpwzx
iLhk+KXhe2mxf4elqflnIyKvL4XVaV/4SomjJFQiu2NzLZ+w3XongkzmnkgIfVuO6F4ncAjz1q8Q
obtdt6SbWUbZJ6XL6m5MJTZ0HAvjY5cXJvOSVZiAg49Iihqz+tcY+SqzrIkT9j5K0TwRBVYpoHpt
7T8T7zrcM+lwnLO6GW0MCAqPYI0VFVBkbbaKGc/M6sjgQHzy2hotCRrcyNxopaVu51y3vkFRkSeY
HjL91MFc/A3IJPmEZV5o59VIclCQkML+hbklRDyiUQXum9QQKrC8FQHTZ9ZwFjdKQHntzf4xM+Px
LG8UrlLqCLFsugEMHn2fogrqcgExsHh9ts+kh11MtsbGypzxNoKdchbj1X1sDEs2YTYIdsBWpKmJ
0rUjxIG4NOYMlnTMCyePjcvGTz2CXZgjQneZC3XlWkvibMbM6s6sHJ8TyV0kVTsFuU6nAzf3iWCR
acabaJWca2cZrzDqYs0Cs2XLuXNspysAJgAnhNPaT+7kf6tmbLrkVGaQCdGc4cXKWLyvRknTbhMZ
qr2bhL/8HPR5ukHPavf7snb8EhSq7OTeHEtUwSJuQGcoyIU2nT7rFk5N9VS1c/0THtYI8AU9wl5G
lKmbDnTOFaCduN8SigX5tWV3MA9FXliHqCoIj/LayL2wFtlXJ7PUFNr0InYtWqLMsIjUZDgmZDqT
xGKU1ZdZIChiPqSZ3Q6+YHwP2BuvQYzo6q6EfUhaujMptrlJmx8xVfWwLgEdAJ7nYHBJ9ls68ovV
/N56ZdRXSLJxhsRAAAkoSRbxddZbamTe83xEhOa4w8VsDBYzoxTiRNDnxgzylkRXAdwB7R/pLWN1
Wo0jY0OR8QdvvcYnFY2imDSldZKw5j4PiY/9Y4nsQO+hCW8axth4lTEm301wcJ5JezKtHR2FucG3
A8AWQ2WJGmuqqVSatvOMAE+CWe8AP/gPtUkeWpDMFYJp3RgN3sOmva3VbFyoyvceIxMPD7MHHzea
niuNMjeS07OKsZsieC7o/DomRMq20TmQRGAjMbisvndZVZTj8GQNl6Bgg4rJ6DTtG5QiAC2N2ZGw
mjOnAZJauBeiERNeiMhy/IPMAcqHc4JdGydNf1iSkewOZeP83WnjUt/5qGrIobbRlpxaCuOqSy+R
6pmDd1g2UTSTQAaF+tY34+SbiExWH4hMDgVdInSOBS7jCCLIkKq0t0OX9+muq4XEV5OY9mVDvezd
CBdCc+irWdBPYl0R2wGpMpKytb2eg1PSkSbg2WU82aoHgurUqduOZGQ3dUX0Vt/ol6mqFMUzSShg
pH2Rfo962T2irsDPEPX8/PxqWHVzdwIo06Ni+CGGWfMw6QAxuEW2npNGnejLZ2zS+kMJdEkGnJv9
+hOeiCbt+NBymV2NkMvnq1LrinlXjCjhNrHplf0GRpCx7NoCfgkZLYV/pcBVZk4I2Ei2zHlFld5Y
Wg232CcnO9ksrUf5Dmc9m88XohEZX7dKXsi2ciFy8pF9bWue1YYgbKc+pbaXn+WcVA11niOJStQs
QubzusFpHlqc0aEwLIrcGBO/jLYpWw+js4EjVj/B5MvMtlZFu2m9ucuR3Of1o/ITHfvXnOpnkIwr
g/y3FBaNiIR5N2eDWx4y1q0Lwv/i5bpaxKj2UA5zQtbjCpusrNjzED4paNt1Pt26E+cYXPboodbl
HIzQGW0mc7ryui7ST3SPE8kQ9m0lr5xlAaeTFNUqKhB5e63xQxahO7CkzTIDlJekbd/vNaMefrdG
/l23/fVLhfU/S8Mv6uVb+T1t+qeXdJJf/6e/57e4JC2PaSyxWGvzc62Mfldua1QLzUl4kCRLrtJe
/sl/uST1f9EpFLSoLZfi4le99/8GuKaLuxLxBopNCxGHjaT7f60P54+xGIsys0GKybySax21tPiU
NBJNx2DSDY12Xu2cl73Ibhq3FdUHzcnjxvt6LQNxFK59BOIc0V9fKx9giSCXAFPuD7j/IyUGtlz6
Ij/aOhrOEHvgx39RRf9h+nvcD+WSCO0pi6mZGZYeT9wwsZdZZsL10Nyx2wzWrJFPn6QfdLf/cGOY
TH0m9MxK6fMejYoKz2KewGGfXpVfJScoHSE9gzXj6G5WwoEdUBFj+f6dHTc+1ztj3EbFjejU43V4
/TAT0Cae03kjazCG99jGPRgWKE+omz2MMu9f7E836OtrxPE6FuKE9/pimGEbwyTBLhhYaKAR+85P
EhWbQ6MN8hQ0sP9RA5+TyYvzhKCPi0rTRVeMd5dIiGMpHS+kPtQ5aPZhTM70dv4+JZE8Q5Dyuc0c
/7ys3LOkabfv3+Xxy7JeFCkkV0SaDPT26FtAojehlcnwRmXEr+mlO4VtURcfvCxvr4LKRvdIbrKB
5DKheP0sh0aW2qIXU9AYcrhMPYgwTet9f/9Wjt8OJk0uomRQs0L3cECuz/fFeQyCg1gk3IoAzZK6
98d8vs5Nt8YV1Je/1/7/7w48l0KbwgeNxhqbwPH9tHacJTgIsS3Ga7QmwMnRCYiOHB8smmjLB7/R
+qa9nGxzNdQcjtBNplUsIkdPb0zrpqzbaoFbmdr7Yu6ax0QO/Rc719yrhUq05Dz1IST4+P3/dVWf
oo0zNPDT4/lN3OFQliLhqobb3aTRMp1lwq/OLZCT4TxXuvMP1631gj4LCj8famAbD9Dr348WqtDL
esFE24gtksHoILx5+uCz/sOryFVWvDLrI6aHo8+6sAwQablcgt5vtKADAr8ZW7pR77+Lf3h4KyYa
dTcyIfY68/W9RMXiJYtOCN6ozGZfk6lxSVPAOzVJ7H6m5dp8MCF/u3asUz+gYCtqmbPE0bObFTG4
qH1XmOVy4P7XsGG/IVa3f5ClQX1N1ESnjA8E+n/44hhhr0iDtafyZsbLWd0sifZacAzP3lb1RHnV
yGrwwy79/fsP9M3Ptq5RpuO6+FMYwK22spcfd+NKrWcKT/tfWO3FuMTZnjPKR2nnb64CNA19PFYA
Nm1mT0ePcdHAC8JmtxCrIPEKqH7pL3ed8ekf3sy6StGf4i1nh+ZtfH0zWSPgF3bol2d3NfiMvmCH
hrL0D68CaszEPWWsG7SLEOz1VXxTdF5uAwPzmwxBzIDmt6Vdv3n/Km/eAb5YIPq4pVgJ8fQcXWV2
DHPA0MsPYwvtFJv+ci04dYWZ22a79y/15tf5dSkfOjoF1dr4e31DEMvTecxgwygHrAyxP71u0yhI
PXP7/oXWBfXVgotGn4IF3jUQeIT0R5uiGgQx9yZW9l66kcGaPnfeIbVL0jhMbx6XsDNnxApu4xUr
+HhCGyJGYI3/+H7R1fFlGeS08RN6R4+W79Vi3ux5QTYNU3xKNomv7xEqyPqD+337G7omsilWj1US
4R2bMAgA5hBMJ5Y08LrakYuLDYsxwCG2pHn3/qN9+xuidwFRgliTkzoWmNe/obsYTkPQxooVWOSV
p2ECr3OSzv/xVfCycchYLaqs9esNvygF5ip2R6uYOVsKkHhIAjhO9mPywWPzjzIFaVpyhsEhyB2h
2MMRdfRGOmmWLQOjgTADioyTj/2r3epj0vwklSZSjxqEWTsPvIb6dIMvI3JJ01CRHe/jNk+qTy7G
yXJnToxboGBoWh0oc9IMUuNKur5pXi4/PWewyMiCyqueIsK2s9CObIbvc9rq6lNstYO3o2HK2GTJ
yPGh6xcbuTrVJ1TOcCsSi7bCKbZvj4EZDayZhJeRSY3tQ4vu45l8CjPz05ssmexhN7aChtuG/awZ
bpwpmgeQzJlvb5eq6g0Afim9YkNCJAw8mfuMkDNn9vb0ERU2sKyVn52k1vcWh/sybLg7eRXZvuY9
JmqciwsdysHCxBsgDskvLsA+HQekfwDpZVTXi+/U88nUAoW+QbKakkKFSX06p96eS9DiXg+8qSIU
xd8PFUO/KkC0ELGnkujjbbvJTJ3bup2iBFJFJ+zQgoZt3+SlQ1wxGUbNTWbAW4ZAAjgeWkML+jlv
Ka7o5Qnp7HqnNasHE1aaflp3BKLc40hJaH2Bf06Lb0UCz2UrRWVZwRJbSRLg6urpalaiwadvDx7s
GKOGNKbcMf6aZ6OAiK8m4tbLyUjvof5phG75knA1m+DnBC+bqtNrjxilezwyxXyoF1GMJwMDreel
HSZ9U1hMLmFne7XiV0MEoDYkw2CDm0hCu4mhE9RhCbHH2Lh1XlTUofzpq1wAEZtWuiNQ2dIpljAp
3InUn54cr8s8YaRxSmpTcd036P/vZlsA9WHIXDlr8jUWLNK4hjjDmzTrRdwBX5naRPsuMmx/FlQM
fQIOlBEDfjaCwLEI48kGSHzlvJwoCws//WCCkAJoBxzMbNbqOlgI46avCfa3U59k1/Tpd4Kv5Jp8
VelkFG0dS3ZWi5YQdEq8adFpkCdVlU3sDdu4KfwRpk0T68NP36p1pPmiwaaC7ECR/weiF1nGzp4t
45L0mSo5bWWcwG1XmL4P/CXaH7kOMnkf+V56je2neSb+uDXIYkRFcxaPTO0xebRVWV83hmZ0Nkc+
yxp+LFmU8av2Cq7iiT8t7vBdZxBa7ePeL7qN6Tc5IM3cQflS1Vk3bvxMZfBw9YUQPCYE2nSihrTw
Qhw/TXwzFZYHsBnXi39BvJps9wk8r58gE7phnxCLof8oWyuxQ1Bt1RnJ2/p8XkyRVuxGWJzixEpy
wi3AV4JGLRJnuOxGFF1kRYmuuBVF7do7BXoNN8Ya9bM1rFVvtqyA9ABOpqCFFzFh3+YZSnm0X3kp
9kkWlTJkJWUHQxnOYyBhDoKjW0fu1URI/GekFPqw9/gj7a0NIYV0AS9JEHjYhHKtSicrDjuLQVdI
S7eJQpERwQw8wsufls5LKYBJ7k4CWda2cXD6sRofnRytx0nCicc/pJoqrTPZlrF9jb1idL9AW+zT
21H3KxhLAinI3qzHHj2RGRfOzq86/0vjdOmFLn0t3ppMip90o2/jiwSzG59mR9T1No9kLbeMbEXx
idlNsZCUUUNuWnM6v9kQykk8z+vkDlNO4YeV8vwMwLZZXZL7M6qwN0Q6Qzup8dAZLbpUghU48B/G
PDEctEDIdOi8KvWwhgiuz6wob9pe4a/C4aZd5nPefGLh90hGQmLHxNwcWDWqqu0UQ3WJljZvpBGa
MTIZmqCR0+4WrDLyao6IVeX369wWOLlyyhCigBBb6UDFDDtSdMXONmSjwhp5ZfQQU9VwdK+Z0J1b
fqepSyJW0pOa9cI+ED+H1G/2zLR67GKiE7cknfmPbsHGGWK3Hd3nhqRycOKGUXVnHiz9IYjmZDQ3
TS9K7dxlLKA2ooKLdApksnXWoPfeZ65vzHqgd1XTb22z7+adPgzGQkRyh/xLohgzAsOfUcnEet0t
pwlfi7FTWgbPVfTV1J02Qwx1e3KlU27FTObjSaPraEVi0GLmfQdSJcHfZMf+qc5WjkZ0RJ8BXYgN
Pyhceuw7q6Jxs81N6X1nWWv0C4aj8a4ncL5ZYeBS3zFmdAjo8mrb+4qWaPCBNpV6fjr3MVgWfknI
BTqKlymQ88KdjHFf1xtpz2kWOkMN3BHMbvwwRwatNHiFuR5GxjAiwZYeYyBtHBmkYrly53AxJEWh
9F31RHBYpLZ2OpOAywu1Tq98azxMw6pLG+bEbNCb5g7uQvaAr+msxk9kdtlkV2gun2JRKO1KahFz
HhO34Ahn1YslavbBz06L3CSkffa1FF1hjRZs5yVDg+6kmXIb9YyXPZulCVup8w2MUm1fzt+FbNoh
zGxrFEC5mp61HTmNFoy60QoUg0bbb029MIuDXsqeuAZz4Lw6MDoIe3MsCP7TBx/zdTS4XwRc0eok
LSut37aJUaqAgcnK/qzT+YauH5M5t5U6HDZTk2JXu1lx1hUOMjvXbe3P3jJg7Sxbg4NpGxPNsbGG
HoB+mUfjsvFk3d0ky4Kjj2/AMSDZQ+pH1AJ/YR2X+AxzGIiQdDLmnDix2NcPJlsfn3y1gPcaGgXX
d3Qa62fioRcJtNGirUWwIJRPnMeNGeTlAGJYLWwGGyWYdYaoSqpvM4F9MeKu2rgDqxuzFRQm1DRd
ZcR1aNlYbN0KX7AXD613abUGcDl6C5OgQCoaZPASvl7AUA4CmUSDk+1Mpt/NdYz6Jr5iFCb9kFTU
EnubyoZhPCMHYrG2qKf0NPR0lO0XeV5MJoCjMZs+mUs5OCHWYCe7xLq6DPt8pTMcoCbz7pQJzomz
qEOvdyapJbq7KvPNcnUDQI09dcGLSdQGxBV6cFWdaNLhLADasU/qZqm7+ByRYkoK7EipwP5qNh6R
BIqNlJg/bD42/koNAuZXyhaTJMOlBYYFIjqKNrZW9oeUDbHdD27sOocU3BE+maIkeIWxFcPZviIO
mr2jGqbQ5iT40Ghz3J+qQoBLrkpl0BXGWX4jepBym7T3mYGj6k/znYrcft4sIk7rDY0fJTcUXdYQ
JCgmePwNjwDJXu+cdq3Vtvve7oobXauBhrvKWb7UiRNjXY2Zxm5izEi3qhyHUweHMDG0rFDncWTZ
WUhYqdvhAXaJKUWqyoRv7CDpPfSxaT3MnG153Uy/N3Z61FX45BlJdbshnbt4y/9uMZkmYhhtYvcn
vX7XDepp7kmI0K3mOiHZN6L5opAyMW4f6kDrK+0S/pbn8spXYGSzeqZFPtBTiLetkWYPkZ6wgmha
VM5Bb1EkBuDzYb+VRtZ/U2zqY9gz3c6CgSloHiqE41+aTBAHEo+oSrAoSRcIHvDZbWXA+yZ2Lu/g
ZNUwk8hGjNWwnU1ozkD2jCLDAt5Ud45mEi4xD5rT7Sj7vGtXj11EIEWB/xguY/ZgkuuahcIZJisQ
oqgOhEUylVUFw5mg6Sdxa4wZGD2bqWazITuAKKwkaYanojNdBIGz5DPMoN6pTZ/1Hv+N5XWfW2Rn
P+ocsUawrJaaDWe28bkSs/ziku5ysKOIWkrPiacNOAsQQx5reXs+e4pv1cF2ve433aTgums4OYfe
I8nP5TiEbanzUJSiP96auDTd7VQ4yTWMtFLe+6lqXOCU6FqCpJ9zb9MAfiGIyNO1HZzc3N2R6lOi
fiCpskdbWJmwsEz0n5ucKf1ND9OxAzDs2eeeNsTxaYJo+L5xY0+/l8KMxkCRW0tEsQ0LrO11K4Sz
qN2i7U+0rasP7s5P+v68wcqKh9WZYQKDxq+/21VcX8NU7yZKbCRDAZydZgntHngnPz960HU7iKK9
affZdJK5HDRu6HmMT3FTVc+FHBxnU2otu2fq5KbaoP6tvk2w/222XFsR8lpFw2xEYb7yjUVAKuEC
W1+qimWa16fO2jOP1cZ/1GZsvTe5rsVEZ3RJ3s87D2Jxfm9VZdWRemHOsUmNbSmzu0pAH/NValJv
sWlQAPFPPD3yPpdqWu5Hj89riz3fGXa9tBgRj53jPMRtNtzZHAVVKDiFAl3DKA8crc8AL8O/EQIx
gzGcwYJPptBbGGAHfK2QFEO9h/AMLsbukifVaHAYCRRYvk1N2//Mmi4Zwtpn1+E91TBzSK1Bkm+V
cQ5iv8mrM4ccHWh0vhAdsbjIrLaFQuG0XUrT+ox7X/88ZKzeLLaFXu6J9u4PWcUsetsUk35Z2Rbq
8lKTLsIUKvWfcR/V/t4TSf4gncJC0tlVxS5fQe6hay7+A5xhTV6bOdwSTl7oHOT3PuUgd1eUDMm+
8mwJAs61sZm3YCkJjsun3r1PpPLzDQxF0w2IAOmQ3ljlMOygnS72Wen1zp3tmv20x1NNLcY63XT+
jUY7IzurPE2gifCIVdmaQ0uslFk2P9C6k/g7uhnFitf1EWozI5+GLc0mCvIaiQf6xkZyUhjayTk4
44IAvaHexNBgTMsd+uT+a4ycDYJ2rhsPYnbci4pkVGLq046tIh3d4fOYKp08e6U3zpY3jtqB9im5
PqKXJsIEjx5aQHtYdptGIezeN4jZ0bDBF/lRQqFj5WNKCwfVyYil6TsPPUhVA+2aEx9eNgUoVkRQ
A/03bUxUej4SlI1uYhae2jP+jKKAUqO/xemS1mzTYgKB2Jb+1qwbzWeTb6bbpSOdar9UWPQ5PWta
uqfth/eI6haas7GM7sEDBj3Qi6DxHDhkETXQ/1I02KlAMX0+lEb8QNJvHW1SQh+6wHNK4JQ1amHW
UIpdOHvuWrsVmTpLS5Iaketp2WdKvpkCNGEPDVVEIEDQjB45WQoOC8Lnzih1oAkksYdDb6sfXo21
IsCSNtDn8Ui82U/s1XLDe8lyWE9+bGxJjvXjTRFjc4S0kBZfm3G1ELWzTZm96EtxrzViuYqyeHqC
77fiEqZUdaejHIafvJextYWi6aXPCzy+Zq9TG2unQDIwZOAATZhPI5ktDkL1XbXH48/O2Riit3ac
enX9a0mYcR5UUOubrdK75fvUpKw7fZkY10W0Rv3k2qIeMYGi6zIg26wCuiWftehCm8Vklp+SuUcP
lDU96NhRUpL0l7oUs7nJScaAxrBwUv1B4yArv+qZSzByrIy228MVp02FcpKz+h3YhqZh4xtNV3so
QPEnnxgqegTS4x+DdRQkDviK28IqHD900GtjEcgRIF6IyB2fxynX5nCuJgg7LN6clr2c80rquel5
vojoyWmG8pnitn+Ug5+YX4ZI9sVzNlF979B/krdjuLVpnMytzOpPpFVJ8tcL0SV3bsewmi5Ak33p
4u62ymehOER02F4dXg0yfCh2M63iWIQonSh488Bz/gp14ryp1FVV28+cd3NQvN5PQPEkX5N9vC3h
TsAeGk/bteSEEr4X5QSs3hhN+0cs7Dk5+0/JpxTl2MuDRGlGtRnaVLvW3MpCxWZmODJdiewpJGKi
e6Qt4XCU8WjB7s12dK7+UwC4B18JuFaW4COQ82ew/TuV9Vd+bxmfOJkZKV90Qnk6j6K9lv5qiqTQ
yu/f79get6AFqZJMRAxbN1Z61bEpmRQNhzfTRebP04aTX0NtlRGoCR0V9vuXOm5BczBk7sIMCS0B
poPjsFBnsqZuDTsKDC3NL2K2wY3dzdM/HHlzFUYiaJdXMQvimKPmfYv5uquTTAt621OnHIKqc4Qt
1gdXeeNK4zLInWmlMxmzMBsezYbbuFO22aGw9UdSE3YqZ9cJiKmomq3X5vNl2tnicvR0zhQ5BJZ7
wYb3THYPpc/7T/VPPyChPzTc14Gn/QtM/qLlPjiRbWgaPyCFch+OHYJjDQUl34T297ji38qrv5jC
vHjqbxTzn57U99eC+V//h9+qK/P/UnYey7Eza3Z9FYXGwg14EyFpUADKF4veTRAkDw+Q8Egg4Z5e
q/p2D24rFKEenv8/hiwCmZ/Ze23rHzca2y29GIHVzRD+H6orAzY9TAMed/4f7EiW0f8uurJdkqTY
LbHEYIX3T1rnf6jlzX/w3ALTQC+Lm9R03f+K5IoH/l9fO1QfLCOBRLCUQf3Fcvw/7UoAM4nAS6EZ
uLTBR0HYSTyWjXPUmLN90XyrN5O2FHUs5ziv46dF7l2YmYO8+n2SnMUk7O8EL0xITpJ/KIn+eMty
MIKOWu3zkOP332TMh96NvOl3bQn86YT2pb7HT1Sep6YXf5kH6g9aKZxDsA7anZMU8lHrcScb+Q14
IyZ1j+NguMyuasE0keQHtjePJ0c5kYkIPSYms49lYGovOdYVNsN6ehiMhVaaYqjnGp67B99Z7Ccb
nvLO0or8u6EOonwU08Gy1no/t9XwALZ8PQEScvaMgc3zmhlr3PRrtXXA9Z2bfrqwcr1PTSNOZ++x
xEgML8x4SvDGhz77f/LrZsXHYCVfgY/DmtFmzEYgYbWxZOD+yJeZsJFNqYhxqYZt6R1lBQnLoZ1l
B1JSm2ZH0yqvbvpCBOaj5pRyn6XOdA/mt6JgntIA9fE0vdVyXM517ad89Wr49acWFkBZVntjNS3S
Dlmk6ES2fxuIXZ9sVXUHbbGfm5Upb5EEdDGpre2mm8Qis+5ySK271ZD1Q1I15mVFt/sy1foSe66i
EsMQ+pwKNlvSbRnCMJQi/b2b3HAoevU6WLMjcKiVkBPtLuB6yn5UV8VGzvCj8g3mggmeJs23cKqy
6/pR2ZjtKtyPD5bVBpu6TDV06GqM2ta+kpiMWawZ7r1+eNdGDRVbZ4XTQko9pPJDXYFXIqxkcjJ1
R88LiNtFt43EJi3Ut2eJR9ZDgI6L4qInZnv0l1wPh2rNtjQuTczs8ITw+tThyIRkHpatJB8RSwMR
nEVcV+PLCGNBMgRT2VnresTBAzkg06Y3pIoYGjYREMeD33nqVUGxP2E0mE4QsUVP7wao3K26EH2C
xdy1raI0R2yMC2zq/pgdaO1/o3RZJsA+D9OkbfNVMzWJwfVrO3ZT5CzR6kE4So6NyuKZ8vgig1s2
YgDWDAnkzs8tOq1U83+MSUPt29kJiufM86OROcP9AtvcdtOd69cwzb1lJ/RF22D2Y87oQBOUWqyz
S0SYR/6aSfQVGSuqa+Z9Z4ruaI7BLyXHQYNQHXr5cGJKzQjbWpBFDt58yca5jSUD0pFxQjxO+Wk0
VRGtyuGFszLAlnZxslphHEfiWDazpm8dKkWWELV1EKyU7vqmvetH336YNdbzELx/ek2+eOPUXMnN
eKhN5m7lgNh/GUkv7A17jT1P+5pbWZx7phGPUs8ZBizQHz24ZlibRYiBkh6JhFA/1G2mNrwI8otd
g3uSmW/vikX3NoT9hgXA8+vAvG7T5tmHWVb6biyN6VVBZtyqplNPynQug6/xWWVaVLf10esn0oGs
v3klDhK4OnFNs/1a1Ct53uV16IMu8plJb6RvZ5E1TT+kpWFC73Tr1ZmrLlLSFye0TFtLsAsYbO0d
Vpu+rRnARbrMnpNVRpDKml29VHvP4G2K/EZ4ZyFE+8rSrL65IX/KLH9wakfdC7rsLLAvxBkcGH29
Np5ZQfbJeSaHlsAa8adevC9PdXfOWLZ3nmAl5JZluamaZJ+VIj86LRu0VLkSQH8xvnZaBUXXZ+yU
gfvfmGvHwhps8o81BvIsUnqhaS7Xv+ypCBi1SpjzpQtsRzBpVAVCGhyaOkq7OicNwLC149CSVXvL
9MOEW/I+de0U2ma97lD865tsyp3tnAWchpjzo8XNCCNYFqgTK/kLemV9rxPci3JKzBAu5rxLUYmd
FpiAp2DUssfF88xP0BhOQRbKYNyhXpfXntmqnRYPgDLamhFHIG7t+aVEBJIErIQ3NZGzf5grunuD
Sf176ojlzpO9/A3YP//O/NiOxRo8GGPOes+f5m8n1/yvhT0QYpbkxDeCt6FMzYh45QMRV1M8do5x
kH5aPlWe+IMGyYvsprPQ8Bv1K1uV8bE1q/K1X6qVAND1kJFztkmZ1WAdHslFXZgL46he3XdtBkVY
s9Ud2vlz8eoXwgManEQgIkOOgbuxK36mTM83vRjY2oMZjPQMohzvdmd+tQjoacc1s38VPiHJfKsJ
OyP2fuxzC1iOBNh23WO9kisa9lOp+bt+0WwcYrP2YeHoPVN+FH5UtLX3bOuaj1CybtWHR9rdHhtt
fT9oajwE+AjOMPe1qAe3n25MwaKVbNVRnq28T6fQSKT5gj94uh+FyTFAuz1+K92H1JLUY7LHV9G+
gvtlWmLQPIdFywh00998x/uhSbQvls7qcTRN+aRZfv2In7V/ohTBIAWYn1QZZkesIfEiGxYzb51D
qwmc+Yogbb2MTJyOWVG2OydZi5fGNl7JIuQRU1VzCtrZOopVzl98HhkXsNs1v8uKsovtmvqb8psW
cq966wU1Y4qiIjU5IdmwswyW1n1R78hSxujR1+OjqZy48x1JMqOOGyQJnnKW6H2u3yEbedQKj5u4
SRiXAPVnCf3iYrH+SzC8u10sbd/3y650/vjMTIkc2Q32GBVi/dbN7YjmMcoyQatcBFCQRNkkZ7+A
WTjm08E2xi9/1GaQDhwUQDC19vtWLgI8UMF9lZIiQ/ZswvbuFsWXqOarI9WORB1FNLyTXJxOMT7j
HZ0E9xfEzh3bDeeF5IUpooywLtD77Ae9mNNtDacDzfoaG7rXP4y54b5IXqcbs2HunnIUQ7Gf28H9
Dd73JZAUhkJxzYCw7GJFj88AGOo3NraGR5DqLx3aW6D15P66Xv+9lN76UnZq4sOp5I4Bkf3HWZwM
hmJNIL3PbkxJirS+M0gtXMsnpyi8LXpTGcnZ3U3Nqth1G99err8GFtIH2Tv1XcMicJ8y04Zakcwf
zDv2+kILzXvpEFGQ+s0OHQqnJJA39tS2/ir4GcsNpnHW81pZ/2LMoUpZJ8n/buEsMDEBXlrm6Z+u
L74Y4smrWUEZJZ7sbFlF/ejcZmVAw7N7iNrmRyfH8VRrY/OSkmVzndTQ7+GC11HvzkbYTrO968oh
/xnrIGGod4uyLCzrBZRYQ0JO3fl/LTK5eVUdcjvNlnKW9O3IsaswYwcDwekKelUvVBPV1c6ZQMmb
NlSAxBVxrmXlfdrI7Lg2ptzPSGs2QZ+nVx1XNfPntWpjz1QQNtJExaCAnENtige1Lt6bY2XB3YQJ
ftMh7ck2YjSaFyTcfRM2FfNyWB9LAKkhY8sd39xZOawU0nEiLf+cFrDr2hATpfEUlGdBxgsMUUB7
EXSPbqdyABE3QHgCAn40/hZ23+/bKjt5whqOMhXWqWxTfJWSTX6RLdVBylYdVuWZb52Pt4mFdcmS
0GyCMnSEWxCm1vU+slkhYuXJcgnpjXD4Ect3TtXNkr8SU8l8USTGUdrz0Mf2asMu8Eav4C21YRal
DMt7thg856JZ2k9JRhS7+2EHyb15n4YSN/y6iKkCA0RRrOuEilNFwcLgU0b1xZ7oVPGiATiAZabT
eWQWs9W6n2JzQpfDNjTQngPJ0P7A9DQlSxTROyAJx9q3fTewLu5n/KKMzN4m2d0cbhaACoZyC7F3
QunPdVoAKjDZM00bsJ6WEZWTnvDB6f6rQehonGVNFyet5ZEAn+ozq+S0eJxzq9ppfuIR1bo2kb7Y
xBQtrmbxk6/McGx9bJaL6NpN3xTLczl5fehaeXXl/CfdK6WQQ/qgx2tZiWuidWJrpY78MvOZF1rL
i+aviTP/q2jYUQxI97YoGp5hNct0MxHvGMKVuGP3RjUHOQJIb9JZd1q2Z2LkniuHO8kqJHkpUslj
Xrfls0kbwMFEU8cFgq/Q4guYytT+5NMh/CkrCOYZwRQ0vTZtWzwlZ4L2PlqAGBHjPK0IAyWYixvj
elBVwpFHzFWNM1CYe3gZ7ADblJ2uzClVrBs+msv52A3uuitRGES+bLTTpCH/0iZ33are108JN19c
JdI61HnW7XPH1oCmdjWQGU9V7/3SOoe8xU6s/D7gBjGWqPWqZc9/4kLVWSvCWpkK482FowRjIs8f
9S74rnh+NyYbkGCcls0w4MjVBlAcrkmfXKUdbVE26xw9g71cM5/Uy6yZtI1baNppdKO2f1oz63GS
9pEgIicGzHBPw/Cpgj/WnB7MnF0vwWqs/PEdFEwChT49NnR8m9GagiMR5KStodSDJVIV4TBMwztf
6EcygvHIh+ZNmwR04C4fvtzC/p3y7DTWGLdX8CFGtW4BfV7mbtY2ecI2D13RXwtlD1Kd1mUXZtIw
MBWMwc68zX7rnWdbvQa9ZsaFatNNUCUX2FZjWEyqupMWAAcjLf09bCE/ieiLnYs3cFYtiRPlWB5f
yBqi5brtKDGpEPY5ewnVobWZa6glt91Sv+bW2Va4wMlJPnVmGVqy2M7Qap7kWmlbLWnWXWc4Hyip
/XcOwmJPcOxnrZMgFwZOjnIrF4b2qtfLGrMDcXb86JsoMXtnPyTF8zTSIXK0CcoLtDqQP3VrY1Ih
PTZJQiKcsSZTgSHXK3dpcIu5Z2/oob9g+2AkLp5y0XXxGsxIi9Yf3M9DhFCITNM6V1E+tsl9hzmK
j9t7tUQdwJxxkvxgI3n6zkeDFDljcMoNr05stfM2DXIsqYhN7zxvDB7NYKQrIsfs0tEY+Wq4ID4t
rwQT9SerE+62W5S7dYkPdBzpbyavI8Daojuy+uWSLFhyA5aRQzfcBV3wk8PIofipx01V9vGsmSdL
oFMpXNb+i9+9KEd7kmDdcG87HVdQ/zEM7rSnqeR5dfhxAG/B7jy6476zU5/vkAtpSu8gO9rH0VnW
qzGXn6utj6Fnjd5+wHy7oXnRQ4X+duzEHUKZ9DDTL3stf4fps/qhQt9A0yQWFXFynKcVGaBG1JLB
EbLa9ilA+NfH3vgSg1QcrOZn7uBDqQllRa8BRAaEexgwV4r56VlUxDC5/bEaYoId2NKU64Oh6qfO
6A5dy0Om4d1n5u9wCKPY2hqpfea+JWQ3eSrMb82cxp2tO8u2R136PadMiRhzHcvR+2RbfcL1HXeG
Ue4myWXcFMYTd0V/VaVqj+Q5M6ZASpMqIiuSxFwPXlLvTTdJQ8dOtqMc7rs6iBfUZqg5l70qSFpM
JnfDpJ8DJ63rQ8a8L+wGZ9wZeuk8SNcmtRf39TaYQEK5ef82BY669kXNBFf474HNqYLIcVfAqQjz
IrkU1OP7NinxAq0g3ayqfwFLtLVkfm4q+adFxB/rDQqelO9rt8xiPdZ9905InnzAUfw8JE61cdAz
bzlhhh3oiPEO3oQZro62VzYKQVp0iXa6WaKEPGoi7FJ32+TusNFzqNiqMh8CKTzOUs34pn37xhxW
UMxX5qEtEXyb/cpuiT1hygjGpoyOq6LlfUqzOrRGNo+ic5wwIxUx1LieN2OqH4xbpnyT6eJkVum1
aJFkBClRhLJi+CeAbufkK1xumpfIsfKXObHu9D7Vb2szmzePEU8wSlp6d0F5OVbZjwA+rtD9DM5X
aomAqMH6qTXnr8FyEfNUgYSzjaYpTdmuiXaGXJMzxZCDPHQuageijNjxGdoj+oBj2qGBSm4ancZK
92nJRE8vTBHlLdXrMnd7uFQLgcb6h8HFc7Ur/6JTWN/irPPB6MJCJ8u3rt8Utvs9IC6xdZFGnw0f
OLCN/o0T5c5MoGDfnhMyd2ae8qxKgt0y+A8UHnrsKniNIznAleHNEW/6EZ4fx0hDg4laDK1Hov5m
FGW/PnIPSwBFG4sFelDKOpAjiuWz7i/XrrP2WGBuvK9A7DqEMlEWDI/OKJEW3hQ1iTM8gnDYBKJ8
t8y8O6wmKPCKKAG+tDN8pQe3dnfS0ty/fkKdLJIdjq4POVFOiJEGA8Y4SmUGFkhTgKNorv0+OGb6
iTEqRWKARNksz+2Y/Xhciohv+Nw8SrJ3NG2HbuzT0C0dVH3j+IDO8sR+ZWu3JayRwoGQMFvMDEQI
nKWMUq+un+2iynazPZ96kgy4OJZpuy4W1DH3iDjqbCSfHtD+jTWLX5yCglBKnkCbKHB/aGNDttTo
joMC01GuF0nfKk5r5kIu58cVTDJOeuDua1XtkoGo7gzhPSPRPKXlrGMz2Qq3ehZucGBvDMuypO9D
RNm2m3kAa74httt6cTPrLyEcxjkDWbXpMsfaapkrz0o12tnvP/VufNeIOAnS3EJtg3uhq8dt2w9l
SGRIG5ugUaMMLghg2Kn+5p6FNoW4crIsuS/q+WNeWagjZ0FX1/2ykIoNd75jCL0hFetH9fO7mQMe
GeA3bVwo7PscXtWFcLj1jC7PeSacIr3TbHTXhf2mqfyrMUdrH4wXVeFCYWP1U8BWiZdOn89EYM4o
i+Zyy/ybsgUJgkfMJuiBSXGZzD0rXoSOqDTdu6pyL+h+4iAjPTQZIFgFk7lusZnpH4JdA4tpJ1Zt
0u+tpUIe+ts38S37rpvvcXvEkyF3ZvF3WV+V/jE2ZiS4G1eE9lFlFb+LU2/9tqSAHOr83l37MoL1
iPRkINiyKbO3HuzDIdVc7HHr2eM0f9Y1xFu1pZV/MmW6UQU48uiZcn1gnGkRCDhAudBlyQhfq4+U
owmqB+LqtfoJutXdgJ97d1MnXW6a0JvM7GVKqNCd7JSlKWe/0rTInzXCTI3k3bSrvVrznnwELTvZ
RV5e+PjnraacfaJsvtAmq59lgGaBj0q9wxpxghHt4hzL0oMngggldMmpjBB+yCcbMGE0+eYxNdZD
wZu4oyT5cTURJ0V60qUZKjX+Qed2dzNlbGmP/gTsYVBjjGhY9RO0CmLhUz6xNY+BiTHgcGOtNNF2
Gk1kY7Q4uqvjhwkQme3q6Ts1J8Ypmx0VN0Zrvy0USpvOn3AUTBXS2gz0T4Pu4ZImjb+fk77d0k6V
FNpt/2COuXYQbAy6Dck6TG/dgavbt397pwwXpivGPP9YHl+O19rzR8HLTgOSh+v0tKTO3hU8hA3Z
xDslioORi3jgxnVQDQvvowXtx3W09ZSrjumULRfkMum2JfR2RKk6CBIKgH8ajMVN6l+ed3WvPGu7
BPmTVPkayTqtPvtBnPJEY/Y1PZJw30VWMnEry/6lpmoSC3WzlN0YIlXzjjOJX1HtS8b9wvuZ0W+H
LqUEgBptl3udc5IuNxVDMHmylzpOp1voRsMAofN4EYLOPnUMZi1uPYFYRPdWF7hUh+gglE6Ncdld
zUVt1Og1xm38117mVcpToY8rc5OJQ2VkOgdJqr8wIP3bkMARko/DwWtQ+cVrb/TXYdTdmIRztIWk
c0YWHdd+wewRUaw9e0qz9oNWdXtNI7kC4SJ1jw0RKpqzadi4sgkufYceDtpSwHtdOxkn6y1CvTNy
7wWmohNOCrdRQzl1QOZMjubauVkWoY6qL4nRcDBxB6Wx3g3+Ll9onY2uWCL+ueA+Z/b+rekdzpyR
YAmCUKp266G1VSSl6F92o85a5UYJUJUDkqfszXQGNNUBx/yIjHALoDI/wNRLbgkzaYyH6mngXv7l
h9vFY43xD0/qmGIoyPU3rez1P5jqb0v4pMx+UeYLukkmYr5SbbjyQf6AX9LPEHL0Lwn0aefWxAY0
3jy/Fsyew7Kxmu1QtOUxcxnudyJ0GIcK68O0bePCSMjZYcSpnxQH4TUJxEu1Dsl5LoL6IaO7+R71
vpMs4YM5cgKtjRZlZa9D3qDMKvJxvQNwVFzKYQAtP/eQqAgfvSyTat+VtwbHSauSLdOpnqoWi4vV
J+YF14GEFlR/pZ28twX7g0xnltQ7nXbI+ty744FQWyNgn8APTG+eKPvgFojK+TCbpUJ66aTT6xzk
+VFVtsGcKbGvgLcQXRfBpMOERufmFFBI8TSIs0seHnUH9E6uWjO9enBtTmWTujsCeXxUY9J/m+xZ
/hkdYJdVAugJt8oST/hutkSW2iipFNcimvKKpJRHu/Cbg2m2/XttOssZ+kJzasSa/JEmoxNmQHVq
uMwRpc1TXdV/Jo9BNuGHFtjI/mXQDJ3jBnnkHzLBsAQLI9kxKrVOzfya94X25c1DQmfkDnuz0tVD
n2Kc8slEiPJaoOQq8GC4fSBPfULa19JRXOA6u7083VLg2IK3gIy5ocbrzOReJOO0103DPhkgccNl
dmoqBK/8afkAjmvN6pURw4BOcmwG9pNF8Sjp8OP/YfMiy8pnervm8OaAwtanZO0d5pprGuMT8qNS
SzOOGFv+03v+X5JjXNvf+mmQv7/D5av9n7c/+tO0ixTYHv/3v/6y/+ev09/mJm/4l1/E9SCG5UH9
yuXxt1clf/SfRIbb7/z//Z//7fff/pbnpf39X//9p1H1cPvbEI7X/0KrueEM/t+ImzM3/dD8X3/g
34UWwT9seF86/BhY8Sgt0FP8E29jev9A12A7UBNu+SDBDb3yH3gbEzIhyBKUD4D1Pd+76R/+XWqh
Wfo/aE50K4BPiInU/C/RbW6u+P/kX4Y5YEIldBzOWXAY3n/ipEBm8imVEKQPahyjLofFqWoMN+nE
HsZS+l1byUcDjai9jOW51M2BG04dEbJ/kll+SG59d98zisUfg2qAqkDqnLBmqsLOm7OwFEHEefwg
iKsqgrek+2qSNkzZH3Rpflwg+5XKfRsH+qHWHu4YLTwvuNyuWt9tUQDnYeD98TvrZ6xMmo2p3CbV
cI/J8jAO+WdqBzRuTE028BXn13qogw2CT1Yilnyli42wd3ATJwFks3G6Wug8usGyo8xuznUpdq7W
37sFXbObGSO0svVw2zk0I3jY1i5Q3zUGinXV/4JK+FxGEkZz+gqCsbeQXf4S3zURMdYyPVu/8wKN
RMG3pbVlebS7IXK8/NMlCSpyLYn7pv6rrUQH4Vl7l7JCPoGWPKC0SpzgxxFn20kPInudtW78zHWq
U28A9UfCEL6JKcUdtvBljjiBStrSVsPLgW0SYts8YDmaDO/RL1wajT7H08QMNCS2493lWB5KBv66
V2MQtaqIwOsTthSkz6q/1mJ6sEfzCkYJ0Qi8Z6O5FIGXs56tP4B6Mahp52NQpF446PXFaZI6NKRE
zKDhmPMLU4fTRjj56lUPWd7G0Pl2ow/IPF0f7KS8WAxatcA69jJD16K1t5rmEWMFSgdASpyDdAW2
5v1oc3Kvee5x9vyenDB+s19aaEIHFidMTpiAAxsHroannrRsRKgGu9vVbfZ9Vd6VEPMMC6pbLa0n
zRfaUyFpHWqsuRsMbvWOlLFXzU4payGqofWl1Om+BartEHWf8VdLEKaohZES+CWMUNaSsLxk4l7j
idyi8LUONGlHhXs7LqHsIODlnl1Y9qBgmLuogPWKZeleyuQvwMYLeqC3uqhps28c/dkproJ51tmy
s605et4WCtvCeNCBetAFFyGXPQVcFTmDd8wq6SBnUneLp4MEbUd926SG9lCzwLVBCW+70tOgTOd8
XV32XqAtsEw/JeBCsCwAQHculHxnRfaia+XFQ/a0zTpd8gqa8x1y4kO5OopLPv+YlFFECUVjrFvt
a6EK3kazuZtarGAa6OsY5PW3lauLgVMOnbGbx0jg90F+Ke2x2yTCng4DURRhRdGxqezJIId7bk5a
3lVgw91lR/RIFQkQ1RtvJjUu88ufyWDCUAtJiN5AZteQq5MhxQudBjLSqdpXHW6wiUrNS4F5e/n8
E9TFmazbfpMlDhrpG1JBVkeP0YemzV1I5vt3PZroUwVqc3XrtYSFsst39oHgUkVEz4qgjLPyKogA
i4EYh9nwUCfaNgg+c6ODMdTlP+l0HpXFAE5IvDmDCvEV0jrYsj6rcYFWoXIvfcKX2e6twujOrub2
IWBW7HHr1G9NnasSfOZBJuP4WbrttMVNYbyzjXhy1HJe0iUBWaroL+rUuWuHwPm3u5r7KBU3H5Qb
TRWuRlubVxTH8PiCaYz9Kqij2muuQLwvyBGOKKznvd13xXE0kBXwOt1PgXZa2vHUl8Gf1RufUaa9
lgywZJU1UUWLKtwxYPmtJ7GeJtfUbUN7NY/2uJygn6KvdxaF3Y7sx8W3+IcatsIDy63FmaZd31hI
MRYrZOOI3icVIeCiPcKr+ww5NvoLzgJo2Hs1iYyZ1HRSjn+kxkGJEkAJXwP9rCrtvXOR9ZjdqP/m
vsXKzOf8ak0//y5qs8Kx2YwbGqxbuOh81su63hEQOzDfr6co7wGkWyhAlrF+crzyo5CPzWLt60lj
npnTdZV2GQ9jynqqKJfnpDysmFnpDIxxeF1cs79oqQlmc41XVR+zZUJi6lk+zgUHV+Dk2Kx+BYZd
kVReOBlr+6MXHJ9Ii4sLCvGrBvw/HMuBNZ3K8POXw7zVvfQ6VV8mw87IaRTZkAhny8V2v0bV/hHp
0O/ASVuhPTh7GRj7rCGvZdBvCYIrmNoJ34x7nNI19AxxpwnxurJQjLOxOhZacRAOh6+DpW3UcCJi
Sdn4y/C7eP4cdWl5ArqdHEy3ZsOeEktZj0gXxjqude6YTl3E4L8g2tpMKjm5xfRHZ5C3sn0qnOE2
rs8ubar/yr58MbwEFSF2+20meZgap6y2boapTGS1iogFLLYLhSoyc0r33sLLRXOzJ/6OZZxUYzio
6dEe9Q8GtdvGqxmVNPILXxCphgYHwHRTDPcIei6M5qHKrdOH8BLGTF5vGHg7BBODgfkryxe5XeTq
bHONyUvdu0DKa219J/jvzXcV4sNpoLJoK+4rjcDbenDa/ew0Ywi4F48rmulv1ufj1l61mt/oQb31
ZkIGaDibMHOF+iYztDqsy1TstcxWb8I2l9cb2vdjCeoKmYETB8QvRtK5IiNbHKYATjDjCtafLM1+
q+qif0bmzlrRe6vZzh4a4P9bkkRHCiQoCk3DIYvUYoih60LpnZLPoMdO6bHbwl7F9paYqW0fNMdZ
Z7dWd79T71pnki6maNXo5YFsfOX5jVLhOYfK0PSnLh3ezMXlLvMe2Sfuhmm03uyUWSDetouFaofd
cVcfJwNupdUZqBR7bsuyaIcDGGwMUnIzF2R2NqjL6hxHtX5QaPKbyghxJLA1qjvMmVT7Xo+Tdg0h
Q5wr9p857bZdOq+e6M5JgkOBrVbVBWwD+mCLtbnfliOTgd5v90thPFeBDQ6jmsisQTzTJvN0HSwT
OMHtfXTTqCWgu1gIeO3cOM897szmrCstnlEL1Qy62iC5+pl6wlD5uTQQFpaZu1UeJgRpwrZf+pIM
VgPA/AqRKMA+6t6EEcBJEC2WzA+MOwMSQZ0Q2FVqUe4Co7bNX7Mvd415hhQR3QKDFjVio0v3tnOf
1uKnNNvT2rPMhG8Rjmj12pQXwasiD+d9lah9Itpj05m70gdsO6Vb5bpHjdXgzggwvJMpUWzFknps
GdbHonbvoJc0eIWnDmv++gICV+crmaCv4uXboy15hQpzY3hwoQ2Le1U401tH/04992QwkgkBmPzF
53sRHcsNzFXok3pyU1DuCPPKQ03Jd2vTVvawXbCdGgYnlb0f++QilPyW/aOmT0+t7UZFnyB5fGqa
8oM9+lvdGLt28LfI5g6rVp6rVEPhiTLIqaJZQwTa5KUZzRP4/5bhPt29tank8he+zrtTclVxNrCC
+2g8+WvryelmecTSdu5pUycTRipL3gwXpiPaXeFMf8YJeYc7HUd7/Fi7faCnu6ZLqebl1qqCs1Xc
EQf7OS7muU/Puv2Yuivj8uCkGKfZdr/1CY2RmTy7OjKMZCw2mcFB1szyJG1qG9RDF1WIL5dat5jh
xZCWQs3U1t9mZ+6JqIja4oJRIwn1tHPY6BZ8X4hVmXu5f+uCB5tq2j4vzMyHNbh0XXNtLPmAtXXL
+XFx2cGhO7tHIxmv8tECJQPecCaepryWCBvx2pnsRxbcLqYVTQxcqaugWHDgHILlY6ZQI9H8TYjy
YlOoOr1xQuD+KuwMFZoNBSAVt2EQkccGl5ZQ943BUDl1ymhsrJuVUu0ZvVy95WfEKujn6EeYTTPG
0zZyDg6Iml4Hl+KlG9Rxkfp2Ni25U5b2f9g7s966jbRb/5VG39Mgi1UcLr6Ls2fNsy35hpBki/M8
FMlffx4qTmIpiQ0f4ANOA43uRgcRpC3tTRar1rvWs64G27qrq3t3dE5Hx3/mSoo35H+vBV0bdM5G
AZnrDD9DpJ+KaPa3XpXuRCYlCb3K3hdVfphHcZ4k5iXugy3FJwxNWqjwQc90OXe/OjFDuaafPsbk
5DhRRGuPx1i4XJaD/zCyV0p4lJmFcUq/4noe72zX2VdGSpTJp5LYkcN1EQ8EV9uLGvNRKPoTBI1V
hKF3JQceAWB6joAPEZZyHobhwsclOoXNmW14N35Py0dj38ugQ6VhbGiCegA0UN3181PqPDLL+zrb
J2BlLtETnRrCMcve1TSpQzv3Z/hn7aumTL6MZXxWmupjbiENKjltCYivNb9dFODr1wBAvO5YSALQ
cfXiW+UVvrttWTGGcL9GcGbypDgJY3M8D8mkRzq4qAjuwwqwj3loc1rDUtnBVU4T/jeiJVn9kRW7
K+S6L0VdQpVoyyOjtMVaZ67A5tGeZZWB4DsDq4kOTdN8TqnWavAxkCMed8rsIKY0gtEPj4Ys10cG
Aw/VsCWdMXVxcBsQfVtykDQHooEXemuYjDxTPZAYjqoXI+lWlQjgTRTmNbVx3mKLYtblDh22XG0f
WZoJWwwOiPKc26CKHqo8ZbM1EH2nErmq648D5pv1aBf6uCIJS+et+ijzeVr36UD1mp08dZW8KQ0b
n3CXPkaCvaTtlfWenendMEzuCtfNkZFP7ao3mvshqB/ylDQqG/gQNX7M165OnnMOrWQvR/M4gIS0
m3vG2rHnPJE4vjbbQm2s3rtskqTmp6XVairbC0oSznDmnqfSJP2IH3A1NzV3VDurLUxxZ5W0fsts
NXwwHJYBjBq4mL1I7xOpnA28p3nPTDHbxUPZYsvOa9zLo17D+y+OEWPpOpvi4JNlhbdR7cIUivW4
/LT+AlA54K6JDTIs+h0fDj3YBtljUwSgq3uw7LbsT7KAHTxmgqss6dajFteFx1DR8bcBtthVpvTW
L+uvtksMspl3BNItbLMBdugsTKtdo4PizMWvemTVjNZcjwqXcZi6XeSUcFSwYd/Eg6RMxeCEPY9H
k0APZCo6rsdyvMQ0gmbjDIRfsMvRzgzd6QSDSrGr8moxkeiC9GJlHQnGgStV19nnwBvzI6YyGB/G
55D8gWcmu0lybaTufWl4p9rgoNSKY0flL/g/Vwy+PkeB6R3KqcSMXCcaS48YPuex/hgkxZEhHY7u
oX0MCsJAv5arzLRPgYREh7EQTB4YozmsVZsmj/HcDqvKkKeOYoVzrfK2tyoTI0KmuMa1ER3xaMkN
l5OHRQVErQRb4dLbuYUVP1rZSIolHbK9z9l6H3ZoMGPU6zUlTVFwFCcZ/ZrmPGTrxoNbb3L3sXpg
nQ6Ds6kFr9PUs7OmQKphXyc+9kH01JOrtkbrZHCLc/lqsIgeQy41UtO3sde6G6tKt0ECdaWBelcs
brPZAv7frSgKDVBheCwTL2GyT1JoTcn8tiDKK/rw4Fj6hIotjAH+tKssKJF9CXO+VAWkcpIubNWw
Lx83Ov4q/XQby+HYj+0DjoATWT9lTnA3tt7loAeM65DHGKu5eE6GnhKlHotuPLSfkfYh8eZPTarP
6yw6yaaH0O3XZTFd2TK8oC7j3iiqUxzkB8WmzWFClfvxMRTZK4/AJ2GAVdsY0aYw9CnWysvFoVW1
/WU4fKrH5BqzWbkiYb5VXnWPqiCPyAhqNoxlyyPWkEgEjh3u4H9ZuyyZ4lOG1sc6qM97siBUB+D6
GYeLTPhX3JabyGlvKWzMWM6+SvZ9s40BMap7buPyJC7ia0o3/POBhq6PdY8RsC/nDVU8zDUye2Mb
zQOp8JUJNnQlSusUUJC7wnsKLsTxT5I2uWMkj5xV6/G4jeKrwK6irYKugnmiPu8GgZG6n2/mjMyh
7slHj8anrrAuICu5a1EKdpezLMA81fdhOk2Yy61rw28bdkTZRyaUKwylSBBZxfa993fpAComtIhZ
hdFLmzblUWBq/6zwK1yUXWL3uyT1Dk2cXjoCQRF80jj2u7b0PspwvhM+Kyf4uwn53T2yw+gMYYgs
ZB45PBhsE/8BE8W9MNnkgPhJ8cyG4VE0RxwQpXsTFuNNgu1hqNlSv0rYv6TTn8XPTdmWL91bUf5V
aP9Tsf/PU/MR2n+g5sfvUpPWwob+JuarD5aE+OoTdfR8l3/8Xcz3P/AvTdcnH+nwJaH+FPOpIWfz
AhzUBEVrL3r971K+xWzAJ5DrKehlr1/9ldTkWx3fFSh9lu1IG0gsPBn+6S3Gsp1wVUUN1qBx4Lnm
d+3Yb73CiC8pxWpu3MYZf4IRfhviJeRpklOH+Lxkim0l7eXr34V4FY9ozOARx9wxSzYNaZtNK4yn
oWiCn8SF3w8pyAlLU2JMNlFnpEP09B0JFLh2lngdfs+5widvbTNYq6QIK586CtwYdj3Aj49AUVrk
IP3RTDBPAu+jQhGCS+PwJMCPGnVpbMHlShg3Ox35SNfS7Re7BUBbghxnpS5K0z3NHBsHsUHkJ2Dn
FW9axqE3fecpY5d5o91tjB5f/ak/xll9FIEbpLfFqnp/Wxq5VT6PhBbZxZXaJfXG+JxPRJh4lA9F
3CIx0EuJ+SNP06DbZNJDgGtziLjnnPTz9rJkly+2nVFN6VlSheNzX2GqZPRbuY95MpbyzJtD95LI
UHBWMSZ5zhBX43WhrFzjBm0rvGSB689M/XnMt51azX6alRdZYgZUNUAz8Nn5pXjXo47jEu69oFFI
ptri2XqqcpcOHINSRb2xIsOB9DCPbKwPy+X9HIaDlT0URoTVq2H2m9QnMI3g+owmc6VyTVQkt068
qB7Bqqux9FDbJJNaJ0OvcFo1bcyEY7O9nS0PBM8e9lCKr7SLiTAlUOSwNt3XUaLrMxUaOKU8XU4a
FaJUiu7KBIOr+dGFy4BppxL22GZrNw5sn0ON5uBMMaepAKqtnNEomg4rL5gXm5W21r69xWvTzPI4
yQ2oCWTuaidvr2JcBuSXKgZtlEqZOsgZK+RSThWsmYgoz6Xb1VaRbuCY2G4OPd3tzeugZSr+KUz8
ZG63UxWBoKxmdvWPWWGUqCV+503TFX8ANT6bKml7XJ0077SEmVUVlWRsazNSFAIInA31tcsgJr/M
Y0NeBJ0yQPlZ8cAZXc7NpzqcuIjwmE35rmoEeSc+R6dAqO59MINxEw0bh6ciicfOSfLDkJJqW4+o
e+FOUw/4PCdVOxPl6pNhP5uVHX7sm7xkyMBPMzlGwCXpwwuASTE6JxzZAmV08EtipUmBrEMcOWWz
4rs15Yoaw5E0Qs8Hjanig60JIW94ruJmKHLkYzcd2OQysOMNK1De7C/aUro61m2uynPLyTz7NMMk
kZ3E0xBBBqpIguJ/kXPEU8zuiGQENdGPczZ35HIFd4U4JyVHkGKF9cNRW+kpyroQZ1PzkKB7k+pB
R6m+miXokwNi7BSetHRXMoIXVvNElQse5lTF41HMecU8BiQCpYN9OIr9fNwwMOhg0zVp21jUz/hz
P5A1xDiV70o1qiVLPOTDXgEADzddEIHUaFsyFAxKK7I7djRVBzG1YJQmp0rzTRDTLraKRKSQSjBl
4Z5RJHZ2+YDXWDfYUQ6e5Tkm9oGCMWEVa9/cklpJ/cvUr3wSKYhpt6kVivAs4Eb29qoWvXVDwpPL
F/9TJpOPJaEi52B3Y8VoFR+7qpOHsTCMDK+uj+x9RkQEoJA5zkZ8mPDpG5teEuBZmU5sOmubIGl1
WnDgj44M4WX1nlNH9KWwpQP5dYZYQz6T0qG18KNwOYmz5Rrpwb2JrWyIyJwvyePaK+qTdB496hpn
rYbtkPdqWBIpiEs4//vxhqtSu5spUpG8Q61HZ1pZXRay25F4aIfiATQBp859U/kymdFihbSuA7Lt
HntQb5zKz1GBWCRwpxahz3VJlxln8XCTVzH085W0TIEWRrTR6/WXBXTV1h71sAGotifSkMGCGrVB
l0n9ZRRRm9d3/90fddPRl//5t2UuZA7/x5ukx6qLHrM3noc/vu23vZJHe48ScE1827Rc9Yq7/s34
4PoflmIeTAx0OPB/C3vim/EBbwNWb7JS7KKUYBPDc/6b74EvYV+jXkXxBUsQr/mVzZK1bNW+w7Yb
uGLYvylpvrc70CiUDnVt7Nkq0EbX4tIcvfQYjfCoqDjTcF89FG2/l5P1MAIhWBTuUx5pR2pZ3oKU
ND0W4Ac0gpM2Hx9oqLufqG/r02NPfI6mVu6T/ko0LJmDlb8E+XxriOk+mvVtZ1EjNuBXmFE3VrJD
8AlbZChsZOcUIx8R/luVcCR3fuef9xpLhe+m+wwZkzA0i2o1tTttTI8SqTSiVxFxzDmdK6KD1uIW
y178BOhqGZ9Cc/sMRPVQSVL1s3UrWsdHSQ/SNc/xg9OpdZegyzXDdWg191HrPI+dfJjM+GvvRyeT
YFJJK9knDGAHzl8btj5PWY0iak9gyILR3Zu9S0tEtmkxHZZVdDPW/BYtMY6W2bAnEr0po/ixzKxb
5oLWBhPl19bW18RIrTPerCJiomb4V2Jk2ORRWcn2qzybfEC57NF6dCt3pUVETLUezk0rQmHJLZo+
4pCkgMmmwgQfKxkkVbHNIBgyN/r4JqgNoIbkrfgZOL+vFUggJgOMJwYqSby5JF3knPtGah05qb0n
8xrdpT6EkNh/gLult4GwoGc350VsetuxSn1OeFO6naapO5Q4tsIpRWoxu1t37vTO9sXQMT4o7X3t
zu0+7uPxNCKShBsm3ZssiZvJ7+H9Acv/MnqcPxP7ORpr79BGlCzR6mQcfDQrpm1E+ivzkjMmazhS
Yo4cBP5uqgmPuFl6XBIkP2BMy0CdpM5LlJZbIqL++f/WgnZb5vz3/ZnwjY3r/w/flpDc3P980rsL
H4svj9+vYa/f8NvyZSsAOcBuOEx982f9ftQTPguRLRc4DTgM6lP+WL0kEBzQnZyG3OUkyJHsj9XL
oISWpDIGMGWZFPPQovwry5dtvT3teZYJnUeaFscuz7MFNWlvD186mxIMnP41ZQBzcdQw+TWIIfXs
2AF5G2c8uW9qR2MDohscKbiCIoZ/x/bx3DI1fTDgL46r3NG4/hvLieN9J5ZRDJ5/lyii6xPbyxKL
lAYx95ncpUIo2IDQ0fcmHJ7pSHsJMi+tmqa36vw4uB26DnsUTBFC8pYZ5Y+MvBZIGOiD+rSWZh0F
lEGbHUssZ4IhuPLnmWcDm3hdtNbOFq/NzqkjGgZLzIpp2SlfC6D1axk0RZP2mpBXzjBIUQ+AybeK
c3DCfRLfgF52GoKPFG2s0cnI+upWlOBK2KTQnhBTSrvmjjRZX5aWat0bLvHggbE5EwlwgJCDguTF
7IXErkDPNS6uwuZL8K1XQxwWmEtbPPjgKGjsxRNcNvUOwi6zs6kBtbXy2XSyYzXpG2GGUuGTwds1
LKb39Dlxx8bYgPjB66FfK7oHbdqfbUrX7ipQ5GtCJWWz8+aAWocy5AS70rJK9pkpwcPWXluhasXw
kvagcekD75dqcMJ6tIQDaZ3bT7Em7fsgCLo8EHRIUfJDWtjYe1E1nhPhoHW8y9WnYqkipwyR6wR1
joZy4rW0lZtSj+MayxpAOa2STaBFR9P1a8N5SnLhtHntPcdqlOICeO1D91670evZby80h3aMTq/t
6elrk3ouJ/IL3tKvXr92rduvvetDvXSwFxHo0ZWDo4BK+HDpaQcRRmc7EFdvXnF1Wf0uhbWuaFIF
aYqRZOl75yk++yu7pmAArM7SCU+7Gf3w6Vhqf2sVNizwZKmQp+gVT3nz2ixv83SnpB4SNXza1/Z5
P1xa/FqtvfNGCPrpcc/QVT++9tYvsMInqyqsS2Rkeu2z0Yi/eG2HoR1zbBSTk3eG2zh3xTW0skAj
RKZ5IwDkx9wBC6k8sFHEQYzUwcOUhn72EmJnUjySGKz1R8z/uDpwJo34EsDTON665A5PzzBJeOD5
epT0HprQgvkvQJ16lG9cZPZsO9twpv3gzOhYDgjk9sM9oR/nzGeaX+1N0HRIClYRE33NDR5IhSuZ
D2pCAcecoMYvk4N3aVUTGxAfQzdOLNgLVZQdCktaCl8EEAi7SrqnoIvc22iOdbeecdVdUbtB6tvA
QIiu4WFGOelco4+3U2+MSJECc13T+5BmZjWeeyOZ+B2JueQgs7TRe2CE863WgKVXUyX8F7MKGQAH
9Tyd4Saq201jC+eGQgD9YA5Rw9JV+xhAGhFFH7WZEraNhJtLGMqAHNqa8KcVJQSMKjOqTssigSFS
agpOgVMlHAwpbqkelKLid8WWxH6ICif5VOe0KmEoGKFTpqnjlpzxTIc5p+C6U3UDQmWsFP0Rvkrv
Qj+QwXlSkbJGpm+yY9o2vGpPMsseUX1c/N6ZEUNwsaqIY4vVddNLVdrF2J4qVAHgva6dlpINImUj
12aEhYIzYKofgx71xc0Up/aQli+MlHM0xWCV+vws6WUIlIh0itzDXZguwi7tSH32pq53yudQxhyh
aZm/KS8hlIl1Dg4327/2igyMY2ybWJLFgEbZgtOwPKvdoEPkyYEuKX4Oc+Bm+Dw2KiNqP3iIYiuw
3/oJcpPsMF9G4zMhQVroKPN5Mgvc704RwY5sMzPb+iM870u8+ZIAB/aSEOfXYv90sPM+K1Mznitp
G9fHXqfLHvUbeAqXf1IQow+GCjG/VvPB8oeAvo6g4u0YMewjwjeDgx0k7efPnZsvcQjgmfO6Bz5R
bEDTMBzGRO32W8KCJGVEK6NwE2Q9DAGt/GDGYGR0J0uPnUVBlak/Vj5UYE7arXdsL28B6biGEbXj
W5R2/G9tkf7jNHHFGeyfd0pnj03Tf30u2+83S1Ql/a6Ls7ths8RRz5fCYdeh7D+EccNyP3AWtyli
40SHli7RpX8/7akPfyjpb3mCwvwAZtBUJsIujYK/aHKXr9r3nx1dinpMBwVZ2Y6y6Oqiguztbsmj
GMcopvCR5K0xn+RTKvLzSlKTtM4LLi2W5yLBphEyxKs2ZDaVjUSGoQKAALdXonCK46EtHDLjdlj0
06Ueu6YKTnFAY8tZm429uDvNvHmhVn1OR1ydodfdJto2SBuxUJQyOOJUO8IiyG3KiSQTTWBdn0KR
lhl+9MBSEYZVoGcj6N+kNOjN8TYiH8Leu0V1K/GbRT7bp+LMl6PogGbPKutvmijps0vcMb26t6XK
aBUoR7u8dJBGwbkykfAf49zPk2OpIneCHdaPztbPx9LF9hWmjMLz0DSPQ9EaDDGHzqy582TzEkRG
i8VEigETq9341bXfa7O7qJw8ezDq0nCPXC3ahiaIwYQE4znhY5LrvgbHKvD050sNwvKQHwG3zEGT
8u8bjFCdwerP6KDeeQaO9pXqPdKjhRAey+RQmvUqHaoEl7ScUuPQUfiSXZWJzSLkDTVO2ajpVLWP
VY3Jgx03ZA2c9gzZw94ZVmmWMsQcPZXet146ndkBDlXwos34wryg7Z8lNUjFOVY10zqx4ja8Ret2
ynXq2cEzpNk22bMdqfRdpcwYKFgVsq9gImsCennMcRLKYztnG/a1phE7ufcXkfbChe/RnpgDP4ln
VemXmDldzCH5VMurQWeUW0g88U85sWS6AYqATCDMPPOaKmE32oJTkhQDAcQP4ONQIM+ZMhpTiCQY
MtdxbTUBE1JPfVZFXNxggQ9tYjrhcIufSfLQTQYPTFPDUMAVwUieSTrttJ28dLQ3fCkDllSW4gWI
YAcNGNH3JrYxta9mMPZU0BAhvWhcTbPwCnaS7pItKVzKeXZOkdEdFaR2M60i/FLFvognb2eZceYf
d6KeSKObsWi3bVtn81mHV4lWMZObmU2aYaltBFciPU+Y6qc7BgcTu12zOotcUqLHuaow4ILmjIls
tTES+lJT3mJ5d6zPmdfXGDtMa34xF1rM3mwlN4xZG+x7MmmztZw6M7vOK215R1obSsHNQ9PF+yUn
hi4ybnYxcDm1idHbrzNXu/MKBpWPazgGJbFzHIbZNMrgggWPmTKKNpkZAdtucRjtITJ6NSOVyjX2
fcVc5NAHlfUQNyaOBSMrfTmDhYCNcdQ2LtZBJVKoPiimwdhu+r5PcFvrYUnWsknHPTnKOj7SpYqa
ncQwfldDaoKQk4j0CoBORQx3ptNtTbv6iOu8pwkLvccp0DqxVMaAMzPcVcLG5g88gpx/De2OqqEi
jFC3valF8R+rGSt76Vq3DC7DG1n07rgKvL7xCH0HWt4yAzI1GoXS2Xls4GYGF0Zh3GrWQQ8jJ8eL
iAcXufZ+GEbSqaauUoCgswGMbR5z65F3WetL6n/lVdJ1ABG0FoZxg5Y7IGOMxhanifdo6bqsjgjd
As0bgrzmMOLJFA9HA7xwG8ZitHdDgeyHRblADE4qK8WfoduxaA7xWA7tLnY7iH0CMI0bY2PijL6h
2V5UnwWhlBNKMqlPEJVuSwYlE0hG4EpkfgDDxI9zo9RVPris5GJ0endfsj22V5Kujxe3leIwsMpX
n/JeW9GWs1Tt7eNaKus07YoC4Ugj6u37Xvj0+AQlHgUIdeeJxgV+Kl0L+4PjDkBWcnKcya4ZFXH7
OUcPWMcDUYiEYyDFFed6qKQ4I87twhlpKwd7SeW6j55s0/5Ta4Bd2XFiAYkSjFGa3lC74uNHMUhJ
HrQTsymXozMOOxUqozwvEN9vUteu2dcUiYOZV3Ym9lhKL58YooBA8lPtlsT+0tS+MPNI89kZFWf1
hgNKtJGTCwOnb2cAkWbfTdOaAMEovwKbk7BQNboaIIXBSsORmV3oe4zuzCitp8sooU7CXQd5G+OS
cOY46Lk/AXXhJAZrVfYCv2YP0MgjYL5kxmFhcXZInc49VczZmicvpB7PZizYMIVFdmg0s0WVh9UX
wZZtsWa2pXx20tK8a71monlsUkNCSN0nV8rCMriidi+asJ+op6KDhrKJtMZJrxM5RAyACsYBPPnI
ISRDQnB6oIeZIHUx8XzcyGboGRxl5MuLDTuTZJjWwk7Fde4ArEFn03O6HcfRsjYhzMP5PGk5nB5R
JUGz9eRKGsJLlF+oo7YtrqQXM3nE52tDXDRDY7ZAxETk0RcZZqGweWTfZnKTKaGcYaaGJYHYN3DI
9kvbE6uojzjIQ+HNo+7r0oVTnrQpOhEn/qAas2IXwPzuHkFRFGxmQ+4wAEVDLGmYb+tJFB/Bv422
IFjrOQzcbT7c6gh9xmanTuEKyf6t33XRRPw2cANcSVE+nMi2Z1PcGgxR91LkMR8c2HxT0o2Uj3Qn
SJ5yHC5YIDy5tR2sbMT8TSbZDDx9s8evx1yeTD1lb4U17CdhjMy30j4z5yMu3ZC1SVAwF51lOXCN
z3WnpvYMeFDVX+ii0TBLbCMOmk8Mayt12lmeEGeibwyaybEoppeU2rLn92vtQgQi1z0Pl5VTGNNt
HTTm8NBRJ8Hs3MCq1a3ZF00xjrewBp0XxnnTXKuA2R9VnW5ov5SNTIKTrMWZu5WK8psHZpSwyaCA
uLeIZ/4Zb5yL8u7K4qlyezz86xln0/BZK8IzCBNBOMFmTB15HLMbSG+niOHqYzp0+VNddEF1yMoh
GzDZchtj8QFeuC1AV+vLNK/ApdMF5ToHmHgEDKfQlvlxYHi6OLigWbv7nCudq5Apa/NpzBN10+R9
8eCgF4o7hwYfaDnexCGwYkYbH8JUTcNajwViuu+IzKSOVzeYSj0qFG+hp5b6WvulyinmyqmfOcB6
tan66CKLX4o04HVksuhv/3v4+X3ghXPlnw8/R2322P7r8PWx+fKv6V9nz5uyeMy+vDkJMYv65hBy
7Q8Qy9m9cRLixubk8rts7IoPCi2ZL/K50vjk/akbG0p88F0LA4+7nCws5fBd38ZedGJCXScIDJQd
JQnuhPwV4ZgX+W7q5ZHz5YRGTbGPBq1YDxdZ+TvPjiNDJLE8N44M1ec7KCfOtnGHzwZ5xa3GkLrv
1XTHgf63aelvgevL305a/yr6/LKMi679n3+jbr97XXp1LVsKhG+mgcLjDfv+dX3mtFXps/MbmLZf
ViaBmBV1cOUn5fg5zonIuIbcwWDDDbruqJMjd4DvOJTIDA6cQVJiJeuVdQKfQbHPk5Z1QlQJc0+T
meW9jWhNatD2qq9230sItNWYnIHgG14iR5u30xxR45kw1MtmYOiBhdaUEB45cyorfC6a/K4BuwWp
aPYMbzXD4rifjCK+hDW6p8u2WGEJyrFcCk2GGS9hMuJgD0x0nTj57Z36r+/u35ivMKhxY1AIw1F3
mWD86Lb7P0/T1/j7u+xvv//3kP3vdxmhesYhPkXmpmB4o8w/7zLLXHx45K0RIhQDFMU1+O0mw73H
HMU1ieJwf/IkEL9yj72bzbAhAK6B5oFspjDHSffdiHkMVcCmsftMewz3lwQeSQdn24QmPeRj6rrW
WpYUpcHDADjW2FNzbNeWzJAp86rxrlsaHzNqrRqQ2c1n5i5NGdAZkKJYAtsxp3CDgUi6z7++vv+n
yVbLO/vPCzeY0LJ424CxfMO3S8b7wCVocn6gCsXEV4DT4BuXwUJ7kj4CoWn6r5LVH4KV8j84nqKQ
AiIDXSosZH9cQsr9gKxk8yUh8EOa0v2lS+hd/4W5DA8ZZb+aHWhI8d9dQoB/Rdeg1m+K3hQnzJfv
q9Bp94Y1s5OaJ/84ZthxQire33tW5u45pcMTYiMFVhWV2SeaGvTHRRF+W5/+cSV/O3dEk2Px5hnC
L7YUhwjv3S/mBlTqadqUNlgi6pMCGRuHNGGUTZE2jNsNL/tNdP3HF/zrO2HzouTmXB6My1Pr7ZND
mrqJ25GsmkshA0qb1xw3mKY+fndl/M0D6u1z0TWxk7BcLBwOTk4uD+93r9IHeehx821iiBen1KHb
HQp2TMmjYYs75KnwLuxrcVlN+mf18xZT4e+eyctrU8SC3wUOB9Njy3n3FwYe7lWQPoBXZif9TMtz
dtxOjCvCYXTaFQ6sYp9DvNyRUgEu0XocVWeQYPtcms555rYOscvCe/jxG2Itr/qnZPrbb4WQi5Tr
sS6ym3n7jsC6Cn07CAOOqbaxU3w0BxrLW7o5UVJXlT9H1wmJz7ju2xOcqAT2Jis6OBSAfUopYN0o
C7c/QNyIkyhWxJ9cFcs+6q+/Hms1c6hlm/z69e82Mt7sYoRtimAzcmgFgeTbuEupWRhphTu4xFM/
ydwoIWrFVMxbzPjWfqPgkI1OeVJRhHTy47fr/W3BZwitmjWDe5XOnNfP+Ltfx5mdcWKOQ9Ig8ZYK
2ijvt1UTEb2qTOMeu+d08eMX/LurRrkWixCPU9xS7+8L4dZZEkd1vPXrMtuxrXEJIpSNedM09BdE
RRytienpl5qPgNFq252DDU63BICrYwN1987USHA//qUWF/a7a4ZLWSArK1YGe7G6f7/LG9tWQcKF
A87RzL1qOo6ljSmGDWmPEfvz0K7dJvd/8ta/XyBshFluWra2gvsHd9jbFxV9Zfd+ECfEeINw79kt
VldQoT95v//mVZa9s2/hWTN5sL/bONPP3pDVCNAMCNpSYkGz4Trr7fz6F99BRh2ssK5r4yChfumd
z72IWSaAQBHnBdZ/VoqIfhmaS3uO3V2wn/vY2ScAyC5//KrOMv9488Hxsjzv+NOkZbN/effXUYPu
K/q75QZyohGQlFfGi7TGqNiV4Fh2JPUwKkw05aG+GM0EZrIgZEZ4TwtNRYXRlBuagH1QDn7T3aRG
HUX70oYlQmQrUetWCWxYDcbq68YtsMa5ch6vk0SFp1xK9kWiE+uqVnartlWHJQcccNCehjPywzrh
REJyEIbFWeQF5Ujs1RJ7snrgSngblVoNQzSiq9sVTB4BEKcZBXR4RPml0C6yuo8Ro5xz08h1sRsi
UR5znSyeYtfX7Trl7AztNE7haorezW5aL86WlvOafo0C1NlwlInBKSBsFuGhcsrM29vWRL1QSqjg
c6cYbmxpcMxgliGLrb3UMAaQ25zFN4HZ2WQT8NqA8E3gokHjIsXe10eYOoIbTZXARzy9yKN5U7Sb
H3+mf7kXXz9SiXOIu8NicXp7W9CNOMNnFfAQRG5syjgL9uyWl5xsDwVozobzKPOK7Y9f9C8PjeVF
hSTKRArF8ex3Dw2qn0MGZFQG5HbjbAGx+tu6qKgkNwrnV9ca1j60VV7J4j/idRP+3YrbtsDpHc65
aGJ9fAKrmQh2FDE9sSt5zHU+ofIb2frHf9/fvKkOmTy0MNZ6zJLv31QiEEQ8IcJbpd+dpdN4EUQk
CCR9Ixs6nYGpdATWfvyaf/OeMrxEoiTUIy1oYW8/yFLakRFOkj80juXO5wNfV7FXAEYJ3cOPX+ov
TzGL1Zv4Ka/EK7IRevtSbYImbPWl2rTOCMNVwQ4wCyoOEtOfz6w8H3/yeq8X4bt1x4NvtihdBHCl
ene9ZK6qyz6N3E3uYKn0c89/8WadPcU4UW6BEol7JNBe782ysSD0IQVeU1eeflJ+xPoLvMMmdE44
ce/odCC2kDTmZR3i0djIop2OWrzk3U/uq7/5ODwWSJ+dosNbJZYHxXfXXdD6FS3SuG8LsNlAcalM
qKvAXKNFjv8PL8WmlNJJC7nItN+tysMwMCIugE1Y0eKA9wzY+QZutYyl+SefxN9c2J6rltsWjzUP
gHfb+ikSrYeK7hK0pMKip76FAZxt4rxdYC2UUSQnHKGHn7zq37yXEBQRt3wEMSJw797L0ofSFBmz
u+nRSbdpBCi5EXhZ+nAU+1+9tDlG2C7+AxoP8UwuT8DvPrYI6HA2tdQYFCTMIHMH3bae+2YvE/RV
K+2ysx+/3vKrv72ysb1jMbcdPJrIHu+u7CBi/OI7oEJLosuwcKbu1Ocx+5Mr5K83LD+ZqB+vxBLv
CO/tX0XBskGAAnBj7EzERole7O2cGjrb8cu1k9beT16PH/nXv2tRUVgD+bwEW963r5ilvs9hDPZR
5wwGGOJ4LBbojxz8ndWNsC+K0o6CDSCJ6rgdFzBMrym7WAVM6wYGmFVy7Qae32xbkjDZZnQAUpfM
z4rNZNg41HUG+Y6gPnuJoe7gOs/dTImJwpcVwAp8ZvI0/V/2zmw3biTNwq/SmHsWSAbXWyYzU6nd
siTLviFkWea+BRncXmseYV5sPsquLkl2S6gB5qKBRgOFho00M8lgLP9/znf2RMCM39cs54tY9YW5
a13F8k3K9qh29cgCixgdoyytbOj+01LKLxNEPT3UXIsSZvOEh6Pu/5lC3uSg2yBqjzQZJDBJjTM7
gJ+CXXAU5vgVMoEJ3Siq3Z5zNY43Tmr6gyUbRJM8+vIGk1F7k/O0v+eUc84jRKEpOxJidgNPoqYA
HK9V5Sanb4H5l/y4jALiVH+1a6uPjokRt9ebGM2Xtpa61cYiHS3adXk60x8rE3luYfYvAvBIroH6
GyxDoEENPhEqr/PAnwhwplXqrgIIp7x3mp6Uw0k15jUnhuETkWMzYIiCUMVTVZDSAWNnnr5Gg8ST
1zUeVvAWfyIo7bHqPyFbqJpdvwgOc1NtlsSVp223IL1D0rJPJxeG9YD/kY6qJpmQJlmUDygItSu0
8lkW1m3EFwEzyi1UcnYsCAcxf8K+0H4oZZR8d2hk8LvAsaidTMf4qiCRioyFdmwupKM1t+zfqLBq
OKmQ+w8LcTU4d0wSgUoNO8SYawKZQm1C/IvRTXBflq7X6HyAqsCBXq3mzYVwy4NyvP4GfyFZG4ly
MFCgHq1QLSDzxCzg+Vc+ejt/38JvPNENqGNBaVgJvkLfB7sFuaTDLpoRsMMTBFvCFnSkO7kAsUDp
prkEYEvybwJwCikBB5FQ58qrgaH4mnTBRVWgdFNIOt7Z6JXAP+wq+Ya13M/3WS2iA/YBELSQxqpD
Kqqq3Qw4vT8MkJWvuZBewCWX9S0NoOWKcZ3WAd6z4REVpK/2eU0ECeY4FrnA9qL2wpGpW2zfnrx+
PQ6wiyB1Fc2W7nj4mV++5OlkG4VhGGbYJrq9b9eMSdZh80w52rhl7wFdQh/HEB0smPvCOrx99V+P
tuzofARj1FBXfb37SttemUbb0u0HJIfZlBjscmmpfJpL6M0GrM3ebnYU+VFuOloVNp0k4NOq3QuT
Bx56thpPgSzM72w3f12qeJ0pDK9bFbZj9qulCiA1KuLScMLW44hBATi/RMiK8CDxiw/v/P7frB3s
vdYf7yNXc19vMQi3E8oCfRpSgxwPqCLmkO54dYqhyTqZnam7x5xKenc2IPeRpEZxCqk3hN1HvM5R
giZ+ZqLyrGr39hf7dVhAq7WfzsA6WyBzXRueraFp4YwdHiY31GXdg/IicAABbqPtCGdleswrzmIE
XiFaKoyN1g8/W5D/shT4a9HnyX3PEZzZy8Rl/2q5w82qpzZWUJQxQ3zepEz9VAWbQ6VwhjuRo3YL
nr8A0yhqqLR34V1irg0iPe2+aM1S3r19P2jNvV4NqR/D4nVtjP2UhF8f1w05TZoYRMxeYlDHFsGM
KzWLU2LQCkSv5MPOKcJ9V6nzOAbXszEbBlIQsbc6jhnN34aZEurGR/d1mHJa5+iVE1icYsG5tm1x
WfeIf3OJ+8wkenxDYtt0HDceTFmJvh2ufyxs8J063DyAf+aK38MrXXaGPDIzMudBG9YFlLYMJW5A
+EsH+Wi2nU9Qtskx1OcZzbCdmwKqaa/S88LEK0mfy0BaXXq4TjdU0ZwH7K5MN30JU+MgnEISbmrL
8aa2WrgqJNJqcNSsMT4YPIc70Yii34gxrpF5t6VHWoZNUu8DfCZojeWsdO+4mKeCFS7VEOyCp56M
oraIJHXNC1s03Y2zrH5uYxHthWIGFpuod4x4h2AT51c6OfIaxB5GMmUiTToiaEBbwt7Wz7A2O9Ul
TCy/R26MegEbt17ctmrNspqwJO5JnaD+lTRdV4WtRr82qHGHxJtpRku0Eart0Tj19resBp2wZ4Us
ysdymDF9peQMiJvFT2zzqJ3rBBnCLDMMvBV6gmOW8O6AmKo9n5D8DKetm/nWJhcEQIZzgW//kI19
K/fzyiDYufYgjQ9m7imiNSzxFMuqI79MPQnkTzVtg/elSy7SofWdoOmz8VqPJ9ujnEH/gacZg1GZ
kVL0fP3GaENTj8htlELvHojqHT+wZMcPLoMInV+e2l/Z/hJe5fv4PoLa0po7dLIsmVWid585Xipq
WZmMMvwFaRsdvHlMIe13OGlCq8wpHPg9Sv807zRrO7ZJf911zroITHOx7xHIdduxKt1rrPYke3Sy
mHZNmsKVqV3asQEikzyHaTApfbdUDFPoVXkjCOAesBHOqWcCqMzKGZBOj3+pIkEFm/rc6aS9+QQ6
1TIlE3Ph7VvbvWl50wtIC9toHG02etrQPI6zXyfYHRsIQGVlECmPH2HFKilZSMIOAeNmiyQlCgWG
Z5761Xod5FndUTVZ0IbJGzRnJvUOdlkEywud0ziokEE4NadTF+k3iVExAGmLaF+dMXPdNSIVJhAa
eTs/qgG73MX2NIJb9714u+KmiQM2CnG3VLPzWfUKKViviOPZmDm9hXDuJBvEfkpTfT2/ajBHZ1Ii
GVLV9GXUqCsCai6mu0VbzHYT+4y0wCFLeN/Kad3jxN6dVms4Z8gaBBNL0xV8ztB0+o3q+rjbpAyq
42mxskfb7bQPcacP1OyLdPhKsJXEje4W+ue8JR8QBiI6O/aX2oeyF6MAW2aWH3nVwVOMzgBzNfOc
u8H01bVtZPn3kZytMxk3GZrVlTYBL6FbOTZN/LXoXejESlegFbOcHj68SugIAe8Z2Y9zNdZQG6HY
slQQXjSTsWH3MvCcaao3pEm5EHxABfug4Hxza5Kgm4dmVJBOK1RhXBRsr8l4gJNY7jHkiC/wkVAW
YriZj71hXBnOdpyZBw0iW7VVfYWilSgv7wGIbDxux7zPpxO3cAmbXjhjXkZTO97h83KsAKCqd5Or
2D7u2pZsFRNMAZk1RMKeGUOUkVKdu1il2mLE84r00LQ2Rk5G+nFXzcI+YmGBaD3Wo1kdYrDS6aFR
bksG1FCm5yUgoXEje86CG+Hh4NpKJwacUBlO9KFp6vrWSBIdOptvpcvWNAeAJBqe1tCLM+1iYJaM
qfBXK3OVGws7AiAaTakp12/HXsMFJXgr5d4H88pjN63klpBxUbCkSJJQa1Ac+zrVa+LJdeS65GvV
eX5BPGLlhB7OiXlPykT8XczkDx2h+9A+8aRlS5tAEFTfJiMbbrrRDsBVcoJhFXmGf6c4LQQN9PYc
501GkaAoMyfZ+rlyboaoYs2KVV18S41FB1CqufmnHirjh1an7xCSe1adtnO6kAIZLfirO2VNETJu
0qxDfCuoiEdB7HkgvXr6GjsmgGCTHfRdZLTLV4nuYoCpC3Ei6AfCT0MepiLtr61pObk2pdu+1gga
iWg7jNBM0sADo+4HqlbGXSn7hvB6BKhxqCOuj8IMQwxRDoUWURAu6SX8KBj+R87xX3Rkn+2W1tCF
n2EK5/clYQpn90qmD+nLWIT1Iz/a746gXa6vfQ7qWq7BBPVn+9120EkBDljrGrTT6I3+s/1OesYf
Am/t2hrhoz46j3/23zUsI7ZJ9wceEdtzHU7A32rAv9zZrU18G/0l+i2ym3xILK+OQBz1i4q4X7Zc
vPtQHt3pxmkzCSJNgS/kBAfEq2udMGt7rFZ9vWT3oz6639s2md85D6272r9KSU9fZS3u8KuourDx
XY8mz7bdFcB4UMAp+tU67o6oEy+hq6XqyG1Q3sK8hWiee3H00GJHeOfU87K+5FEPpMZJc219EJSF
rVdVLNA/GMrggoe+ltx6PSb8qJoes8nbyRhg7LMBcvnjF70Qib36nVyM4wUPDvwDOjH/1cVICHFs
9OYN2SMWJ55E3QtIou/UAV+erZ5+ERfBVOTws2gcvrpIAp0qxpZJSwL7K1jObEAUKsTHt3/Ky5MS
V1mboDwphHuEePxSbWy6AWkKu+GQqvQHW1tSeN3tte8uj7GxfM6X5uANJRBI/52D+5NO4flY4cK0
J1ESruZw1slXR7Ta8aUW944KoShCbG0KSzu1B4pPIeLR+Cbycqx/nAMIP6Axfs/+dDkjzMG/Tiys
HgFChKgkMK3MQkOTyxTOM/kNm6b0p0+pWDP5LFMj3YOTMNgFSjODFfoO+lyvm8R133n8QzKhdqaG
pd5IUD3RoSXh9BzfrmseSGIgds40MWezq9Ng7Q0KoBBJShKHhpCWsjc+KKTbKhO3mFwgTwmpHOJv
eupf9NZt6okcEBD8z47dT393APKg6Spx6kblYlPgePmiYXastRzHFf7iDmeuDsNRpr77zlV+eado
Sq4aAcFxEn3O63eqT6euJASY7ZXet6EPUZhSO6p3a6UIox2vNm+PxZel/XUsUrlYLXk2nVNALOvf
P5s+HK1sbIVtKqQRw5NTlYCU2FohezjC6zBbh8bcen//R9KtWpUtNhIN037VT/D9xLVchz2km6vL
Tjb5UZ+gHRmFf1nN6XttuV9e6nUZIQ0HyzIzNp67lz9Rb2bwkLWnoHILneQtfdjGFtkBb9/IV+UH
7qTvoMhiflp1rEyHr+aO3iAVeGTiCvHfzLdOtpTorSEqUwXCLXztDc2prAYXwpofwf7CxFdBkKbU
c+3Mg32RdvQlfjzc/+wv/gtm0LPH88v+4jyNH+VLcd/TJ35sLwyLjCRaIrCHyFViomfQ/1T3reFJ
/CmVNTBDLDfMkD/tqIYAPmTTMzZ8AEirevufuwvIHtTjUF+jLKUgCfjw72wunCc6x1/TtEvTBq2K
vYrAwYG4rLAvBywpZaaVqSgohowg1/2sT4T5wNDT/cNS6LN33rjQ6vFjpnlypnq3J12tL2R3yGKc
MxtY0VRvJpNCCJl2aQf8fIzHCzwByZolnGIjJe+3pdDS9EaV+czaJtVRPpHrIjS6ZgHuVupaustN
V2bopSxUGo2e1c4ZjdNR38wxdm+MFhEAPg9DIf4SI/EksZcGYPG1fTwFXVFjZeQEKs4wl2pfII7B
wmixieKks935zOr8+EuepWQ4idJE0V05JdmDdWlFI8mMOQwGNi5uc2RpPfUUKx/LtZpuZhz5xgw2
A7XOHqhC5o6k4SB2EjsxOGC/iKNt6o3GmWU+siqruAOUZJ5bhDoZW/Je4gu59P59QsHuro5771sT
mT4K3NlWaZDIlVk7K2U4d5HJJT/FBtaVIAOEUZ7NZuGXx+OQE1lT1WZEa5IGpncgGXKuP4olc/pw
aZaRXHES8NAzNejQtjAM0ARleFnhs3XC+GjXiVrObLL3Tn0yOyaengbIicKHWo6LNmq7i46yQkFq
uuI83DhmfoKaYaKe043TXRXj3du15JKPVOOmKrol6GKwdhArkvII/ZEEX8J2VGzbtGu/yhnaf7C0
nvuQOBUFYN2crduxtPvPOh1Ce2sUeb9XXtuQn91UHIlpaxE5N6YjYSUL+P6Nbqzo4sqzS7QvXixP
MtuG9GY4arZ3MnOwDudW2lFBmR0CGLAC0HmfDL7W3kYswGkNHeARRy/tWzJo6RjgXESVQRrtFf2q
7jtyg5s+jYFtJR1l/03Rew3nxsxLP6oRFS83KG93BWl+eMQWCRGCboj4ZNZURQNo31SH3Nm2r5Q1
UHkYMoXbM6XcSp5w4QC1iUyO5RRUyuluqhwWAfJKqgez1wAte6I3ShIp7OVDWzg2380giGhnCmp8
QVENS74Rvi4fE7OMHsihrS5chBhfU33Jil0X19MYcJ6vQC0O1GL5bzp+QdJgtqTC6KbcR2wUKLTO
vqDQStPm3tLs5mIQNl3FloINfKqhRoegQ5kinSxpwROATM/qY7OXogtSUHbpJrY7qCh6NM46/rrF
WO6KnE090ivL3Td0Q6oT21NUdGdVNt3HKuasTweGIEX6X2Z+aWS2eUWLND9la9YD0JC5/q1tByJs
4xQ5R9ANmXeH5Mr50Du9T4ikC7FhaAw3PWBB7+tDgsfuosUoCvm/MCOLV86Fdw3PMiZVY9apBMh2
JWQW42Ju4O0R1myLGi56NE3FzZjEuF3h+CzqJquL+LPK1ufjI1OEkIj9Sw8dsiPXMmdhQtpyproI
ErEezi0jbs/AUpQ3usnVkA+yvpLZIpKLoewoN9OSVoQXTpaMQqFrDtlVyD+PMNK24x4igd1vYwC3
BVvEUYKpb2tyFYnOLXmhWkeuseTo6wMflS94eMWJD/6YEg0yEWQtYTNkCaZKHLXAx+p8/XV+qqFp
s2o8WCWE1TNIAMIiedHx2Y1iZolCT4oIRJmrDZ9hidWfS6s1VYAducEl3JrxCEggRfFfKI/skkLF
7FedVa1bdNX4tfN6edKQ4gMc1bepp+RzM1E85Qx2xYAFbz5HJcWwmLoIPbe5dYowRXulgyul+BoI
wRl0E1lKVJvZ8bJx6xI5k6BHguwoCfTC22u68VVKRh/F8GhRmOxb5uTW4hHAwNcAhMRtV55FC9jb
k74sUBe3cxYrjDZujOJwoSi780jb87cOaNAvqdcyKFQaT9Wmb333qiOffgnsxkmcsOhZ6RjWU/qZ
omaqNrJbI1iQtqTXluUAfFsiUR9HpWl02zz27IwWLsVWgL4LSDfWDCWDuWU7GdBrI/SHnoDWhgU8
O1yJmVnepl2CldPtdRsQEf+BXTTpza2Z1r62kaiIfLpPOllERUWYaNLjUCQfNUpDyU4t2baogpqA
fpv1jRY9jXlW+ewzRFFHr3Asd9ibbyOn5IWmyi6Nb2NfVudqWSh6mQZwbrvLgYFGKRnP2WQW5/bk
2Demli6fC2XKh0RjLiQgoHa+GZ2CpTDXun471Zk/B4J27ncrRn6MCqU+KbASf0kNU5351LRIcY7g
clFPy1BRguUnyowip3E194vxybEzEDGlW7PJRK/r3mE7pxXNsZP4mVRbvuf02Y4Nl2lgAw2m349F
RmIOrXz/YvV8woXRoYgFgzTbBAt9QjWtp5R3gFrDmCHlg2CahZcmXSM/BsGLMjjXeazpkNFl5JLH
HFl9S+slblRoTZKY7sHO9bOkaBNKq5zXA+h/K6mmKGbvQywWkF5ohoQ47/q+gSUWeyOtnimrSt9g
jR9ScZ/7ep/wwaU31MloxuV0uSylPTWUYkflncaQTPNTJ9ZocSLnXKLqGu5MD6EKdA1jgLpMdKRy
TerQYuJSNw6zRunvg+QgYwANQpiAHM+hMp7Dcj7z6tYr8CokjgzcJTMeXC8ex28G4oj2FDwa6UHM
wCUzU+GrNCQrCiwfn5wXQhcT8ZWcgGzcCH0uuzWoBO0QtOI0isJl6vXo0Cm4a584BdMd6bSuyq57
AsvqsIgyPSNQaIydVYeOmmZT2gCFzv3eJMgoWboh+qLoOgjs9pWPyVnVHrr/wS8Gi7ZHW1D43eFp
JzutzZnGAg3vk74H6aSRVztwUOmBPnul5Z36aR/N33v6Dvl5xwQhd0hPPXmW5sDFziJizfxD4gNe
s7eE4KqJ8Cm90osdOe3KPYnzDFyqtcR1TFqDVcRfOZ1LPySkHTHulNllT0sh4ouaiYpGErSVJSj9
T7GwvqmpV8VxnA9zfukiGlrIXPA9bQ+RtSfao5kHIqBmxu4REMnW2bW4egv6TUtNyPSC4/220xcz
3WPtZRPMQLanGw9BkBdUNuksRFeYbet+9nHn302RhjKshLYFrQ0M1r7KM2dmlshpbJWRvmbYLwzm
sIe/2O+8dnD7o6qQ+XzgnudqM5OKTSyNpGx3kTHxFCdJZqpHjQ30mYd3+otbzbq7MzxEKjtDdp25
F97gExgMfcMkLMIAQVTbTmyHy+KmHjdtqM8boqIFaKy1gVtjUIxPNX4YaDsNqXBATiY0Btm47Vfm
hFTt7KHzGOqgNKxNLMbBu+hdxWtukHqJzZFtR8tujaYl67vZqu1Kl//eCj1n7+6nyD+cfGnF1lFm
SzuvSvIoxKuETAiwMjnkbBAsKBHEahgBNmhmvYZ188YCdMn/FVZ7jfYoTXZqdkGBynG0uk0ZGXBh
GgBhV42ck++VCbtuUwwOGmowJ/NJ38AsCDq21D0GWdeKKeB0JPBRAx2JH/ex1R8bScwtlq6efNKM
xsWG6cTAPXshsxKeBvlNaLpyPbkUClf/obLrdGJ7O6v6xBqLNgvmJJrBo41aVh35Y93AqKmyBXmS
wuV/BvvCIZu18FrzJPfrmRxUQWjFdlAuCPSsNkYt1HSeQuAmDrluVr14ySbnHytCXcEfpMkA7Bno
xFwB/hsx2cASSEaIB50/PgzaAqZg6ZL6MUZagHI5qtrsK2Q8a4bMQ2Apa3KXNrjIHaOrlw28jYFk
REG9TeZBDUqbXMrFRhQ0ENvZ+6Q7uTDJSImpsNBEgERFb27Kthv8G4dFNNrBbEj1q0TOkf3Bltba
N2/o4rXOxqIC1t2w9cxwdseyKfvlP5UD8qBXgDG1+7cqBz/83NdKPmDrnv+xuU9fga2ePv+jjqC5
xh9UBB1LRzNAAQhSwJ+FBA1DN4AhB6PpWuBaWwX/rCSYxh8Y83GLIGvlsOGt3YOfVlP+aq3QrtwS
BPKObYq/U0l42RrAdIUTxaJu5/JPOR7a75d1hFmbaan1C51p+pu3RJXGRN7WdegARA+6Pv0+yKy5
FUZ9/+yO/aZU/1IN9fO6WCR13OSWjxr65XWhgFRjo+nxjjtnhqCP5FWG2nPD/ksN75QSXxb3flyL
vaNjeahRcdWu9+BZ/ZJbqYZhmImX8eJ845VpvOscxGBv/6L1G/9VkflxFZ+eEg2n9YG+9jV2oApL
x+Aq9A3Kbd+V486NjPwIgjpRNslUnoK/oyu9l91YHt6+9ssK7dO1HbyHSJoYSbS3Xj1Fe1Tx4hVc
e7JtsXUT61RqC5FlKt2ZMqVj3Fj1O0Xh3zxAhyKXyYJsouJ9XZ8VAET7Wi+ICYiAvUeVLri92bKx
Wzt5xzn1mztL/dmlHcKPW+1qr56fnzTomDRti14gvYRRpYfondJDZLv5idbNX9hOnniYaY6KHk71
27fW+M3o4Q3khYM9R6n1dbWdfG8MOZqtbYkLgPPauCSAzWvW4ZB4RxyuZSjMBZBtNSuSABdBltug
haA20GDld6jh+BCis3fuye9uPwRSk2+GtZJu58t7skB76+paaFvLKvyd0y4FecJIrOJUte9VrX9z
B2DpoVukbs0k5rx6f8gSG9PCYr0fYr8+qalhfE1qr/gCXsS+aQd9oIMzrsW/6qDyU426IIKLiLxn
Ml93y9AvH3LSjN/rLJov2yBPg542rkHFXrcElIfXg76ECdp3FlPXJCjL4Wwvg4nSZx2mBBkgoEMs
cV3Es3EuhgUVQjPO5GShEzkHqTMeYzzTPiln4lOzAQu3WwMM4qpq2lNTmbu5EkBE+xKRqCT3EeTO
1xIi2iZJQKkjn0iLozWm8yN5D+yS3hlzv77P3trappJs+ngp1uXo+YxFnGqCK4CnKxM3Z7e3qBMX
9E8XAKyk8RYhSvs+RTWV1Vkj+ligBAd6NA9IWCbUZJx4kvmM+GZSe9kO+J/KsmOT28YxGcSGQPf2
9vcVv76hLF50T3g/mWPpEr38vlMb2XM92dF2IaSYiMsMil9dEURd2rI8yRIOox1xqzWTb0X+XmZ5
l2yaxwHqbqRRDmlBDeKEQBhOzCxH9zFHZsiOjj/oTR9x02RqA3VFK/7Y1Mt4mcIv+CDxFiNkqScX
kkduX6aTX1ylcJ1jcEjELVIwi1Rv7duEADoUA/ZVulZSNwgGZ+owM+fhpVpucjwfN5ku/Iee5O6d
oWT2zhTy6/tDcAz2cByZyKGZpV/eHTHYg805J9pGIh1uimbW95VHuODbD+H3VwE9saJZPPqDL69C
RT4DUEdQN4q3LhzN+bFugAS/fZH1H3m5yPFToGKsHE4onSsB4/nAJJ4mXVp7jLbGSB3bzqgnSIQ+
QLrZIqcDoGDVjJJs+8p8Z4n7zZXxzbEZMAzgH6Q+vLxy1vU+StjO3w42pGW84sRijtSoZspEQeze
jLFMbjWPDNG3f/GTOOLVT2aOYXizg8AN9rqnK8mA1pJM+FtR69RnBZHTt2KQ3b3ZZRgfcJZoIfQ7
Da/DSOidjsL0qJ5omW5UZoKXmjy3OU1yff6WddFpO5YdojRmDdLkCnlNr0I7GRJXXC9a3GA3rSoK
3nlVPjiIGC5E42eXk0JB+fav+vWF/TFx0kjCWsTgfHk3pwY7Q9MQlphAyN5Zo+d/bOwWcEjPBO+S
L4c84JxaQbL3UYr9n24pL5yjr9odOmYvr54vlqVZOtqFOm9Ip5YWUdNELm1wPbj7LG9J+tNgy4FK
iEIto9FAazrf0dcSlyVIdRyh3i2I5xrycbSEFmIEanFuddTUFmjSbmw3pRwR/+vNI+rmJlClvC/S
JjrvTaG9N1evy8yr8cHbwFwNZQMhN9vxF69EDAFuoFrmbvH7ulcL00kQcVI+SUpa9MEMs5QOruGT
IBRZiCpa/zCVsr4Eyxzfvv1Qn4bi668imInB49BopG3/8qtMVSEEPmTeEUmCZKMreT8oBA8OCVEH
bzG0CwDStOytmEJtJ8Gdzu6pIWR/9c4XWWe0X77IisnxbTy8vwwvn6dZjF3CF2nlaaXMw7LY+gFx
UnrKDg0whgUItxDxKcIk6wg9hr83qPiHTWra7wy234x0Au2YqVbPmWGu0KznM1YiCKXS2Nht264W
NzGBt2cOb+pJZ1QUh63Y3buxcU/1az7R3K79W2iBdY/C+u0ZzJac4Sy6mi+vjqGpd7OWq08kdZxh
/YSOvdZWnu73/0cPf3iUvZKP/zi7b7p/7BTxFX1aV/8GURzGytf516ieQyfvH1/GCa0f+HEIJ4pj
FVMhleGI61uA6f88gwv68g77lpVQImDDrPvoP9nS4o/1+G0Cfaa37TxHqhHggbgMsDQ7cDgULLd/
5wi+Cgufvy4ovRAMgDdb/ym+CtPiy1FiJSAyXbcn0RXEeRYCn1juZFTKD95kLneQMiP61tHQPc6u
aG4rUyOAOGb/6n5wk4RUOFE78EjnvITYu5ROumsTTi0bei72uUG2RqjnfnmNUkDngNDZS7Mlb7G6
Jdxw745OXFHsFLYX2hYN5WAQfWduoxpE867EoYS90Z0VvShRT/ppnAkqx3FLbmw40T8wIIlSGrcA
uxwKNzPPlkqq6ogucKaFo1VmyWaI5jbaQs1tH6lUo+Gxy6mpTtDrajQmSOvw91rfY9ZqjdKqP2Il
MWNot0lTUC3DJA9rNiIUtfMr48gwGd07IQCRbuLUV2uSOHrwTU/ILvNcjEA4qHPHUEdCwxd+mFTm
eSGU+Pbr5KhiCnCb2kSLkyw0YX3xsKEOduEcE0PZpwSxdzklCNLq2Ws2aYeqnEpxuTVKG2mbaIrh
Qytb2uPxlJII7RQ1roIq8tVmUqqjgpjpBZjhsTLO2qirbrumcst9M/vzF72qXFLlBPC4IV10kme9
EuxnP4GU8HWSCM7wAN5nCfHaR3qUEbs+sXf2iMb13CR0Miqvm06v/GyTge4knsQVRfqhr8zim6+5
yxWU6wWDRZNFR3FMEwxAdOqdQsQrMsqYdTRsqLI3bF/myDsZJOpt3DgxmNEmStFJkJrYLQHyi9Xe
UZM9DGZsKJfQHBl3rF949AJDl9BfUSSoLmgqVZPPLFP/cam9umHHFwPhL7O4/jYMte1te+jbX3C/
t1lYuDhuXdmTOlW4Xn5W+mIgeg4O/4OPqEtuk07p8sj3SU7cYx/37prBIvYPOznM8nmMRZC5WVVd
0rzOzrtMHxmZivUUaXhWtbS8De37PFv1qaLtOe8tFLRT0KtecmaYhT/IIwKGi+GorXDgsGuojP7B
IM5pBOSuc3YNqggFxF2ut8oLvUG00XHr50sXOHbl60A13WhtFIxqCpGpx0/9vBX2Fy/T8WCnOvnG
AmwQ/N650nhp4KgeKx389ZFp1u7cBTEhCIQqaDlCFjl68cS7AwZok9mpf1W2qNWPxspEg7ZRi9lU
pwJVS/eNrkYaVn1qH6HHqe5t0MiozvvZM0OnaY2FgE6DUjyDgMSpKT1t+7SH1OOOcp+rxt9R4jc3
/uCXf6v2sE5XsHLWigy+e/bF1qvpqqwpI2qDIPPU77rtNCLX7Px5CXj5jB/r5//HytY8Vh97+fjY
s7T9O6xn7+Xj/ePqEeXV//x39RxhSPnlz0XNtv940iBTgFtFoM8WNf7GxEwIqJDiELtSh/31z0Vt
Fbljh+V8iMQXUSUFy38Wlkm0+0N4IIOwZkI5AE7xtyrLgn/p2SaQWjdeS8rXAEc4tbmgyV6uaia5
6Q5HHhmCpE+0c3fMRwoAU9Vp4UDgq7sTs2bEgVWWWbTB/o/KIDJnbTwxpEUZGhXO0m5FRErqXhvw
oWB6rPzuYFALGDdD22fFsWtoDdSdvgefIfxxuUL2X4CgQFaKuRnv0GUlXSy+KvGBEVsGhC3MwK78
FlsZquSyVYI01iXLKaFMNgKvwu+cMB1RIsE5FczVornrlFMTbp+6X0kyqb/9/a3bvxs0EYrsW1ux
j4/zQ/JYFI/d85H79KEf2zEMGpS1VlQUwhocxx4j44e20uJvUDZ6/p/dkr+2YxpcXE7gDGm8FOyn
QZb9NXKxdTAPcYoizcyiPsE++yljPH6sL3+cS8iT+5cu4ZfbMdhrVLMNkl4QgMID40V6OXAp5Eoz
8s0oUIjfd7gTZRCvgU39PL1XXX5ZtPl5KRdKF5UzftFT8flZa6ICdF9S1UdPQ1IYpoy1v4rF7Mf5
4F/+oF+vwjmfuhAgGLoDuOJf/qC2bucBS7UWZB6+QEd21rZCVbF/9pR/3sa33BcU5rFF4MShLoQ2
1V1PYs9+C67caI4KGW+4T8tRGWGe7fou3b19lVfEn/WWURh1OGrjjXARwL/6Mcw1ZDXD+9147vyt
VadtJZkrkBVlapOZZIkv7nEDU5L2LslKUahKPbTjOqx1iXxlCJYa+r9+5i7Jx7e/2ev5zuDIbaw+
F4tjJpt5xu7z389Oxi493SR8pTSiTduXH+vY7oNVgxkykuYw6pDavX3NV92J9W6Amlw1xay5XPI1
VWBISNyIsije+FXm4fTX6kOvm91mntxuj7KjCUenHbdeno0Hplh9Iw3nvEqcaQ/tIjkkToZn1I69
7dvf61Vx/ul7kXG4NocAqPG+vnpKlF9mv++qFC2VNs9h7c9EVximhh14oe9OfM6MQbUTF35DT6fL
xMEBugY52a8/eZm2xsqJ8dTLIrlfXDTJERHKj7XbxR7s2tXk3LIn+0yEjXbCyW+5GkxUriHWvgYr
amptI+R25Qb3nlm+c8t/fZmor8KWYGqwQDm8jn8dHbbo3aQnm9ldQLiItNi3sTWGb9/AdY75q4Ly
8/7h3KKtt55M167x88FEGQl/SioS8g70ZVvUzhQuMTAgkoBaLMAg396+3q9zHhVjOsq8wvzvF9uP
ZaVt4042b1VSuJuxHUhUK2cH+87Y/B9uIAJ6jGFM/UwY4uVPkzhSdbavUCachRRb3Rh4d833QHJP
PZJXd9CxXKD5pssW1bJe3UESbTlw6NzBxfKr83TUpwtSBSV5e//L3pls141kWfZXasUcvtA3U7ye
PUWqISdYohr0gMFgaAxfXxuSR6RIKcnyGkcOM9wdBB5gdu3ec/YJ3YMSgbk3rdzZD5CjNhUBbddJ
Ydn7xYczOF2OyZrBM51EeacyMtMyreqbDBPTJu8N79jZxSOj2HzbpsawB96G8Ta0+3Ovmc1dVRBN
PqZY8G3CHk9hlFRvrIHPe+E/Xg4fdQBLOiNYk3t7/gTNEYbLkBHfrUhu3+QB8YE2kqhtEFU2+VKh
j+50uCxLjqSvvyV/ePepKsGmUyNS0L3kidnS8XtUVjBxtJMdCV7gzDgU7Rvv/h8WUrZevJg+SDdo
kuv//stGMs1BxfyAY/aIB4o9S8+HZXaSbTNGPlGMOttjKujeuOifnillsQnjC+MWiPnnFxWeMke2
SCaE5JpslrlgkhmF5V01kp3LDD3/OMBo3IcBg+d//FDZmykzmNvzObwc3AD5gVinkV9qZIBrbiXG
iADR1utX+cMHDm4Ld9O6UVBIvdidQsWc2AlMFmRsUKy/NpDbztRbURCS9/qlXuDLWbUowHhFSAkg
Swe5w7q4/fID2jqjCFHCJVXKekQJtc04OfuGURzohiM+a/u7NFD93qDJcsOs6D5DER4jUbGJiAqr
g+ic4YREFvt52BT/8HH//ONQE3j4dBxWh+d/HDGNHX09/rhl8LLbCdkofVltvvGl/Djd/Lr8vLzM
+r798gxa1DYIOk0sERniPwtRGZpahkLGopen0kyyU++BKDVh89x3Fdq9dvDqbT5kwy1JJR5D1OTL
zCmO0GrXOcmIYFND1w88fJDA4ZTejlHB0Sco6p2DEYYYr5pG1RB9e/23/G0jp66mFrbXtZpPn+SH
5/fBwkzuToeEToXhLozy7uvsV9EHPtzcxMY2PKmkyal5MAZhyQxwAYH4wYEAQWiMRZ9VD0IZKcB6
Pl4rTslZ2JWgDzSON2wuFadBejStR5L6AN5uBqQ6kZkDDi5P4VejO9jaLqJZrBBjuukWWl+v3+AL
VtT6slJA2bR52ClYs1fT2K8/VLck9RTg7MF3ZNH8ytvpgduqdnOeRWdUHViXEXBuiGuWOw4507vc
A+0VNf6OwcKm7j33jZXo5da/nmQ4mtt0q3k7Od0//4N6u0ujktglap52/gDe7bvReaQug8Lb+W6l
37jci6nRjwcA1dBBuERDG7XZi6+VkE8XpT0u1WkinXwkzAqvBO3C0tgA4qCXtBq5lj7xNzLs4D+X
NflB0fzGZ2mvFeHzD4ZPgkWfGpbVl47B89smb06upwp4FHYtdsAm0ns1+GpDyT1cDFmzELS7eJd2
1bfn+FOI5o0IRVB1G+4Ehlh6bIX1WQCdOwhRl2e57JgzGW50P5Zjt1We+82xo4vXX56XiypHUeyB
mDnha/LBr82ZX98dizxssSQA5HxodfuoMb5UqUU8ddOWb/xKf7yS54KoWUMtGSs9v5LqOiHHbiJ6
2Wi+13XdHYTXTBsCHY03rrQ+52e/g+WhIWCQyXYBfvIlLEAjVrU8AIdrcqB3fDzNdIz2bQ2tbc6t
5o2v77d3HbsEGFxev7WSxhv7/LYsMPQdOl0qmX6xD25GXziq3EMrdmEFkev1X+v3O0M2gKfT5WwP
DeHlpDYSHdZHTOybxMdKEodjK3dWm3SxWXkSAkK1nFtZ+Zb648fp+tkD5YPmk+ZMDC+KuvfFSwJT
wVTKaMoNra9taA73Yz1ftpDXCrkGc09nZeAeUBFfUNe98VH99tasyjAwGBwTaWoELwdLFX5FTVuM
Zns2OvTSRLIpyLWk8p7e+iV/e7hcihGr58EZRivxUiZRJJAjA5sqpkobBJ0Sl1M2i2DXCPp9ZeGR
9yc6tX/9F/3NUE1EC6gOxnSw7lg4ohdr12jLmmGFogjmUHbohqrYFuQannXTRPxaid4ehk1QOOIa
rZh70QGIurbSITrJtHz/xt/yXAjAOrr+Lch5V6Ib8KuXH04IawsqwsjvrGb8IEE/93HUDSa87kls
KtCWsKFGkwDUPTHjeCwbhhTm8AY29vf9jIE7yRqsSatYhV/k+SdlTq5r9lUtNgbV9Q1Libj0bdHu
JcetrROlX0tPJodMTjm049m69hPRH9Rk6S3dA+/LXDuHHw/mvz38f9nrw//fZ9J3+TcpP/+fi2/k
fT1rha7/2t/y8LVziYiWBj62cMqstY782Qs1cJM762u9MgPwZ9De+U8bP/oL5SPFGPJxFOUc2v/T
CvX/Wlkz2GPojAUMBkh1eNH5/H/vhDIPZzDOfsMQASUDf9+Lz0tq1dTJEp6GKrI+Iw5vdVwyV3sC
ddq+sVRxn79sOz8uRfsWnIpF0xWh1YvXtidho+u6+SQ9zCTokZzY9NRbUIk/X4QJFtYtmrwvMQ9h
i9Yd4PAJp+O092AxYFjBuf3Lj3zzc2X/tQ+6/qX/s97/fSfAf3hqWPNpcD//AGcO4EtXTycervrq
4yo7wsKabiFMJVevX+nl7VAIrOp9MphhKa3S3OdX8htzypKpPRW0dNrYSPH7bkQJNfH/5zLo/TAU
oWN5WSCSHBPh5xSnPFHOPSCQZGOajTq+fpH1qfz61HheLt6zNbKC3ZKy4Pm9FNEyzHpyUQ5M+jBM
ih6K0/uq2pb8VSftiO7s9Qv+/vAwHrBo0zpFT0hu1/MLIiWUcgico49MAv0AJ0CD+J7d6xf5013x
aVPkrP0M76VKPlDtlPW1cySJE3Sn1yWoA1zQBYaZY/8t3/qlXr8cR7bn91TVchkXw1opgt6egAtv
ozD+XGOodvesI93t63f34pDLy2fyazG34NDAKoTA6vn1Fr/3B3DCx0pPzWNL/seTQG9WbNxyzcsp
c0snRJ6G5c3sjxDT7ERGPtrpQb430zBdtoQSjAxXmip4ELVFu9FBWcEGio3rhphM/u1qUflHEM5o
nzlM9seBTE9SNavcM26J6bC5NhQt642f7eUnvJJgcEo43BkTKusle11FdUJDdDhmuvcOpHzIy5pQ
q6N2kvyNE8TvvxjMXZhjrEcsSkw2nj/BxA+lCVb+2KTK3AGnDjaAK8dv2ICJBFWLeItQ9Kc74zIM
0ai6UTa9eOurDl6rSCVZOkG/XaZRH8Jwno6VOZf3r78cv39f3BntV4YAnGLRAT6/s7noCx+EyNFf
lmXTN62xrbAGv9Fm+cNF1mWcHZBtg03hxVkZU5+vi6Q9OjNR227AQRURrrV//U7+8MxoCdJ9YiJO
T/Ll0mQ7yJyGoD6C5BKbchYh2bzpFBed95Zc8I9X4gLMH+n7Ayl+/szW+GTHmNtjwYTjorAUYOS2
Ebtqypw3NBx/enBgjjgGUbKjH3jx3nXatGfLqI9k8jIyq8uRNnI2vLGn/+l2iGwM1ny8iM7mi9vJ
vbIz+6BE2wInY/KIn8tAIJ3yZnBvXv+J/ng71Cdr34RmxsvbmeoUjZmujkaUg6ucHDz7bv3WjOT5
EWdd7dY7oRXGGJXPfUUC/Xra982FKBVVHNsg+uyJSl/C7RWXU2377xp71F8t+AuPr9/XHy+5gtjQ
jtJzD+3nl8zM1LMnXRyx62YbjPzN3pys+ki7oTlqrYSgH1C/Ze2i3uI/+3wzpiClF0RRyrb120k5
CAaV4oE/9ECTw91IAuqXvs3xzvZ8bNM2KXGaFEorO44Yszw4piyeIMt4wO2dFkEX5ax5JdpmusYK
v+g48Vt55s++/EQPqmg2IUsQrAf+fpRstPf2I0iDcJeV6IigBkQwVzpB0N5tn9nulVcGcrgpxnbE
UQ1UsX/n5w0xgarjJLatFqlawBx2DenHK8fss8cR0Hxn5y5jRNSJMHP9zk6ubWkV3yFgdP1Zonnc
O5kY7b0xG0LsR7s36b6WiO8WBYTDmTPz0rQHM9j1HQ9jE1j1dLYavbrYQhKY7noI4jsrKuf8NFZ9
eNVaRfLgI68rSAIY7VMzl8n3zvV69zCXSn+qViD7tqhKeomAd9JvRkNkRYLyDVC2l2PzSVOYBds8
M/VF2Cp4PHaQjBU+mnnwtxAOuu5IC6Okq9pJYERpFvT8IEEJsCDtNIt4R0T5tCWdwPNIeAk0WsHA
z22a6N6UgURZ3E+jmVn8I/1Yf896XV5JlrNqkzgqueuIzDIRVSZiD9YAHaQBs/urS9vViKveHx/M
1BLLDpPcfNlXihiKBhr0V0MLiUu87osiHrI6YW6I+/xcaQsAhJ7axIsT8q/9Y4pLu2EQrAqw0YaX
VVum+Boejz9gzS/VExyNpd/CXQFm2y1yvC/IMHyXiYSJnAKt5DnHbjY01nx7srIx7nIvvBiDIi+O
uq/L2wWdo3O5ZJOxI7TLag8ynMHIL2gJDlJ0974BqeEYavY8OhHC3GNkQfsnxn44ZMkcjJuOb+0d
vaNUbhziwM5UWJYftBcuj1VaW9j75/SjRXxJuXONoux3lPke0Omhqe9TXxlO7C1d8KnGgjZsA3b0
fDNoxXFGBNIAF1TQQ+aFVP2TTtJg3M6ZVcEtKvz885AV3lfsttoiKiQFG+GKVuCcqks+cYSgKzZi
mqvvqehZ1vqqsoNtoers8zKnrXVisJDk74XR87QXz9dhPCkw4Vu3ksWdN9WO2hgcKPGcKCdAZMiS
gigRoarJvJcwebz+5nKZBnYFcKjW80mkTTdvBzz98zZypXGgHkqN7TBmxgfCGFMLa1XglwiWO3iM
qVR62YdGIh6zMcr5kMyBjBXWtH6XMYyq4rDKTet2QahpbrPQlx99uCXtEYIPPB6tq/BD1aEKZlii
FyKq3GXIdv5YRh+AvQO1cTqoKXGbmiQze2Zaqi155fV7pDId6NTI6gsUooM774iNq7+UMPPvqnzx
+h3J9Y4HCy2omY76tfu90i22tKVvAEktNaSC2EmIkNpG/BYIiOtwHTs6JUtJ7jXJF7/PU3+jsyIf
Y1O1VbUXfs9QsrJX2E3gZ6Pauq09f0FZo1ZoeTBCr4AFDkwlSRkcd5lXTR/mUeCV2IoaaawDFEEV
yUWinWAgDCSz/VjST8to0/Tq5w78394LvRc2rVd6Ly2h38/pfj/+jb8VaNZftMc8+iR00mmvrD3Z
vxVo5l9YZzh+IiKjY/qrIcDCk0/TYB3VckwNf7Qo/p2xbv3FSQF1Go23FfzJ1vRP2i7Pq5mVIRqg
mGH0vfZcQlRyz3d9H2VyT0PXBkOh5RPESJATg0n8zy9P5A+Niue7/N+XWbvDlOko58wXlwEgRnz0
4tqxXxX9hRH26UlOytqOZir4bnVw9/r1UCg8qytYOWl04eOkokAWhH7gxZkgKRUJBxA34i5qCxN/
Zq9pmcZmU4PZzmptMEoJUGGnXTzVgh0l7EXWneU+iU/lxlVRSxnUEPV2K10A3mfEmLnRnqAiRHqH
Msyo2zYqaspFcngyEoOqNi8mRbpVGLEcI4vIHJPE10AnjbMp00qCHoFDMIzyoHKrcCsyegbXGlEO
DQFY+0CwNU/nciz19MWyxDgizOcVmdSmpucfjZvRdObR3lbgRIJlbVzVvvMgm1rn05b4XwxGm9k0
DZBZ5EVFfhcH1P/S2thRHtbREc9WCiqe6BMn+UR2j1o+BJ1VSYcIH4YJRzKc+efAv/dmejDdzid/
SI3kM9dxUzrAqWKSlzSOeC8w5lBs8A74KR6INijBxnneXHlxCFa6JMmEem9rIuFo7F02VwEjADuH
meTF/C2RvQkN16F6cTM5uNuy7GDfx25YGdhQZG5mZ/UwGlFcldx4EhOdhbO3JuaHmNyq809pEZXk
/InFasW2JmkhfexTs+5PXhRqfAbkttrtd10oeW/VSNZPBvteHnfzYoNp7JzMgtZjTdGmIfHDvnc5
ps50BtJm2K1VTPG1TQtfbnzTCMwDz9ywAHy5odwT3xJlX6aS4e63pqUIyNnlFuwddtE49bnqEKtv
F07CDmPLxh3DpxIBX8larVW2B3GlS7lO7BiubXB0zNFF7k6BF8ugTJLzGahu/U4shtGe+UFjwGmp
zVE0EMTSzqgunLkZhru1nPUvKzE03TtdaC5YGlVpXlUT1o7zFktrSYRpjmucuAGbDKhlMYSzq8Pe
IdlM29PoAhTwzLzd532U+Oe+Sjv/ek4zgW6grxvBzLNoIxtCj+cpdbLQUEk6BBXQRRT4gy/kzk1z
mEUgEW2xOi06bBf7VM798hCNjm2IWJbuYL6ry56NW8nQLS+7mp/txmk7O7qSqRKMF9uwrO+M3MmH
qzW/0Lp3Ze/ja7WJMzlBa+PIiK0z9nwRbTJLES7QjNQGbexPSYXOaoSvcTnmOvV56NoTpw6Hfdpd
jmjkBpRW0lzHtsGUmxWth0XoE0WU458Vvlr0Fbs/WK8hEL61nfphBIvopcuyFotdR8brIZdYpY7C
Er58oJLvp9t0NJMK31MEOfeOetatwJRhXiqGOBuq8rEFQqfOjbEsw/dFSheG1WexEgCHg2N2gi/e
R7wA8Wxw6255N42z1y9L3A9UVuOdWxNVJu4QMzp5dMWaRcGChcNOq+EWuzW1+TnCOS3Dp0V1yltO
jZ0l8n7Aimrou66dXQCTueOgf2mloNwsMEkXO0LTzExQDcuu3wWFj5SjDwpCKOIpA4a3GS0xYatu
WUqja0Q9OQcuzcsXFZCzo6Df9CV5LnFtOCLdL3iScHL1BN9eRwHx6mcLKiJjh9cqTLYSQp1xnKGa
koGFNhJYkWEO4uSzcFjvDaJ2vUNTEQEWD+Q/uWclCQfnTWoywi5dfo44MDjacKBwbR1udQKlDE3d
In7wxpwiJS3Ikf2cBihrOTQWD0DXNJPNUUdjWt1GTSin5DIdSZHGojVVtBn+UROIXSV0APSu6iVo
vPhNX2hNfTsfFHjnLHYI8JC7uh6YU1T+kn98ff96vi3/fR3aGLQETcwTvwVmw5hRJGci1SnJriAN
RYx3uJOjf7Qt/71JBiinqE3oHL+EKXCgCRG3chmjMyL/tNTzeWeS+Cs9eQGhdrT3r9/Wuun+z2F/
vS16TViY/QgH5Ioofl5tJG2QEu5j8/jIAEeBC5qVQwQMoCYg2ymtU5PEH21+LhMxvfHLPW8Q/bj0
6qBkLM64lFnli1+uNfXoJyXvmPKSaldMZbVXXYsy05RvCWr/dCkAmwyXMB7A1XjRKVwH9PXocaml
bP3rySqzi8GCBJum/Rs9m9+f53ozIIAwJHC2fMlIGDjO9IEDINmdlr5jh+OoaWLF/OQSmrIJCaKN
G11kx5EjzM+f8r/l/r+YjP7yVv8G876Hzv5sxLr+4z9rfesvFCaQVJjz0ItkmknL++8Jq/mXRXOf
Ezv/tyK1/DWe7d8sb7hdkDT4n731peED+WXGuoJ3EN7SeWY2wIv7T4p9usjPPkCENgwb+O/Tt+Qo
wn/vRU9emIv2guJ7kJcuNsOpMi5wO7r6chhan4j0IJLLZ4GH8gqfYGRdZD2s782UR9kVlq76e5DZ
cxk7lZ/c0CVKPhRAgx5hY4j3bU4+1862SdRmmorNkJBPE6W1j9fqc2vYUIyMyfDZEeyMkjuywKrE
pTcO12j2wBT2UaaCTYbmVcI0cNsbp3LlcLQ7aYqdNjrnwZp6V39pEi2tj9ZQJNlBAqfLDmmRZ/Ol
H5aYaumSEPpeWH73nui0FmURekD/vWPYhHoRtBjuXV1O3XaEBj7vxkDRHts0rbAgWU2YZ2NoOMZw
8rU1ikPBycHaz35jFe96V0h3o9I5Az1quP6Fmab1JTqwUu6LoFVUsaMOfSgRvXwyinnp9qGvqAtS
ok+vW7xEh6kP8vxmJFQ1I54+sWS1I9PIqZf9lMtRX8uBHFoYxQGlpyKiL9rSmchDxHglKcc6Fw3W
NcJj7ysIFfkmsptw9V1qEyiJ3dZkMRGHYaQby/DFe6+fvau8mfOBPN8s5yxAWZoOt+tJ7WtE523E
9TA131km0vOxDtCPFNKddp0SIcFV0M3bvRgtr47DOv3qJglkWCzlfbmLRpdoJrOurBC/UjuQk9AU
8g5uZOQdmCqMmiC9Fs0TOHgicg07WrJTlHgLLNCi6C7UUtNQS0cBjr0zqV03Hi2q70PSp9AzSsVb
IAlapfz2DMIr/SKif9R2S/e1H8M+O0xgrgpwcSuoGXgjfY3F7Onz9V0fvS8qCfK11bkRA2jGJ7oU
KQmMqeiSTz17aI5OvnA/40w4zyPwRQe+SBd4ejKUd8SJcGN96dKPnLA4t7yeQXVFipr50Q5bpIBw
1ntaNhyu5pgxe/Ae2MVECrAO7D6GvkAmqyPT+qvf+f24tRdctltK7Bl1fkiQy075wr9a8i7/tuQh
tgo8K+0t56Lc2bX90j7BjJvO4SZF5S5Z4elbp/YUjSXSfT7Nnq2eipQyiZjAOvhmj3nen/QSFU9p
VGQ3Go5LzmBlKoxNVxJCFtuZYUAfF74GJDtSYsKSdHMnLjM/PY1lmlPhm01RnAM/z8zY8uRibDgc
Gtd247nDNpqLSW8LR02nYrHHfQX1puVEkmVw9EFB0c7MNXErjjLXvLh+bZMqv3p0IqN8WF32asOA
1VaxQ6n2VGlgFBgwISUVZhtQYgZ1QIu0tccajBAOzE2Yw1/aLlbBn6oM279zSL4mq3wR6kmSg9vt
AoDq1n6JKEGjecy8DfcQeIdwMiGfaBzEPdlsCgvPjAruvQJdb2wmUj6/VQyNur2mhJQXy2Jy9m4s
R8H7bub6dhmM7NKtBObNYqmKb3Pmlu+zKsoMHOuk2cUMtut3KYCAISZFzj8shU2zfGSa+nkYsu6R
NwYvhknV3x4bVhSq1DQRZ0GP3472fuq/t6Oimyhawxlaptf48F+txjh34Zt9A2xP08VKRx8P/QBC
1q0qAuIgSDfpTlSN7I/BwnQfxfM4wleNpHtooqwat15SesRL15Fx9FskOj+Lw//u8P/6sS/+7w29
x8/104t+3rqR/tzjHcyhTI48hKRs5YzoKN1/7vG2/RfbNARN/t/weda9+t87vBEivYLjse7jEGIY
U1LJ/aehF/6FdgdpiQmxE8EQjKJ/oKNaFVjPNvkfGBxODA7twVVPgMD5eZWthCYh0R1KTuGJAoxc
101+FtkgcSu7z3Enk46xhhNZpPt976U1f+xUUkduPOVWCpc2n4Lp6+wUWh2KsEm7s6g2TZKl1ZiH
3zwmqjlt5Dqts6sqq2HmGn5ANCA5MmGPhiZFr70UhW892owvqpvaM5TcWwX9eD5xbdKaL530FCFT
JeU1WbLmMs0NR27drlyGXT1Mn1zRNHq/GIMO92FacVYmX7ys9UbahQVLqGHfXFf1yJTndlXTaxJU
B8QGMJs1ulsmRGugYg5Lsd6Znc9ccWCn8o8BPL3ywHnYiy2nSx/bheyRlp7lZa7GDCyWNZ5nntnf
zRLQhyvy+VPHtnGmOVnyh/XDnewXsSem9sFF7BLXQG+qoCL6UVsTbHCCuJV21XYwgu5zYPKIGfQu
pySqK7gKsBI8GOuXpjlc4xskzsEeSIqo0U9aUQZontTXYzNOw3nfkxWYm86DVsgYEmGG5w0Jnjd2
DXOtcM2nxq/ID6J7SSZo4O3gfn8kr2s8R1MwnmWu2XzPZk+dJcDOD6XEiikiTMVdD5WjRWQTZ12g
PmEhTchr1QA82mTqOs7dSqCF8iaQy9eq8kvinQrFAIsc97BwyvezL0a9L4OeHyqWwmzlrUEDI3qY
srDsz6Oy51+JmwY1UMqsKojmCKhzLd1gYyunwTXL/jheF2POMLlIz2lM29NRlnUHol63N01nJuku
9AeR7MhepbMKWMWNQT+VdmwhQIRl0nQ266kgwqSf1T3+AcFWbzIyCaVB4otLDRXIZcc4i1KNcMgm
wr+PisLl3yB+ZTR2oRwJVc/ZO/y9T7LCZV8YTMhI5WCuBztlo8ewc+7A3dj0h7xhfBhlEq7sKJUn
Z0uROcUl1rQ2P+MHL6FaVcETQQamezIcCokzT9BviSdHPvYVr0zrN16wT5mapoeKRFdxTOpFHKuw
ubVpp8QyE+rb4invVKII+cAOTy0mtHXTeA6+cKbvkeMLoi1IfzivQyPc2KZEUYMhYMVKTbneD8S8
M2OiQdh/6Wla5ARtZn2xqebkYE0BqFRjDBYa3ZWWRPzOpR+dcFAL+8bPRKhi+P7j+h0sF+6YvnNs
cdURfnZwC/XN6YVN4zmENdp2DqjsKWg/9agO23PR4w3dkoNYnuG7TZqntCsyuTrZBXHr2q180CMN
wpUq8HuJgafCbpYobyq+jFVZRhtzCK6MlhgzulyjhyV3IKwTmvSYdVR/7qMuPGI2aXYT3WifyrEX
FyxQVhDXHHYJZgUYRGpcSqzMCfOE99Gd6zOX+2z2EynTT8RVOz4hF6OkHFTamb+yFqzEyiWoYK8o
qSmJKk5Ke84yOa6O0Z7qnbE4Y3+W4z6COgSwYZtNTSafxmqkAZ44jdHt6MwXNimDhNHE9G+8dsuO
kURHwlyzYkceTEfZNaB1QYB4oRrLuuXjnXeerttLhFnDQaR5cWjSannQrtT5AdmjsQnG3tyaDtV2
gRttcMhP7TvXPHEgwWI+Tst7bVbXBiTzOHfQUdsA8vd6qL5B4dTnLYv+3k6M4DwslENCRuaeuV1u
fAmH3GPhJJoi7j2/A43m4pfaS2txnX3Q9d4+iIZvZVpGW6vM9WOnmo/kFHv7HOcU8T9tu6eyDs4t
DmZQY7jvEtRn43hfp9mg/aqqMF6mptvxargfqcQULYd8OfPzTO6mepwlBfmcEgLirjEJfrBQtwC9
qBrzW5S32TvW2+Qioj276RJCeogVJn1W4sk/MEX1T17dkqck/OWxUGm7J71keXT9AKdfkSTFRVE1
1Qn1ecnkwG3Oirm+pqv2fe5qzhdBmIRnfpi0Fwg2lrNpBrOPSsB+h3Bh+NT57XRgpQ1POUF65PKK
5D1BxunOYxmkmZK5E83vfrrO2WLkTqBbdzaN7X0uRy96cHQT7SJ0vTdjVxS32u0OLvkj+8DqnONc
5c2xNDvjglDIMhYZIYDO5PMQOXf1/CWBfzGP6jzPqwBaSX/fcHTzmD1H8BLcxfseZvM7z2tI4hbm
eJDMcDM9MiQHXKIYZrfC/iwsvGt+f2PUgx977Jd115h3tmx2SVPcouE4T0NnE+ANoGLW07lNvsu+
EGRRZY46wlbq9p4GgNpUs9pADd4rIjtJTMnkXrr6HYcXRsalj7qpo2NtBifXWvodz9/9ENFu2jPs
gsU0gdTK8iC9nJPQ3LPrs1pkVYIChxiG1DXSJ9cahjOEefbB06Qk43VuL63KOgYtIeZ1NOVx5ekv
aD+m23BaTjLP7mWvMTMaBKyL9KhFO90PdKUZSBj+BIwrWw4QrL63xFWumoWkN4dYOY+9lNu0yM76
VnDIGeaY6M/tvGQf027ajoN5nUvrLCCwK1Y+bLw8Ty+LymG6Iot3WdBdYHI8y8Kl2JkytWjwth/s
yTtmfrvxQAcy4eoK5jLlOX0BfZpLYa9FeqMPdru8JxnNisNW13tcVTf+FHIv8x74L9MytKYQECWK
HaxjxTz6W09pQP60YrIdSqeSdcmFrF8m0X0Zdd5mYabxiUCZ9EPYNbmxcVxml3tLpHYUN2PhEqE2
B9LZRwII02nJR6MjPhyZwob5SfXZdpZr0XgCaUoNsNeXDqCpnqYCell2Z3Jhv9hTWp06ZbWmurQ4
LcbdMHDmoE1YbZiNlvscpieLNbDrDNPix3AK9Za0DJJi5MLgB+1JnfsHviCxt3TtkMKuXLb0ob7u
6VpwYHfFcGZH7cJ80jb3ntRRtZV5H+zdNjJujYbVJe6taSFlRRW1f0AMPn8etQ5rI55sg0KS7BPi
xAvd0P8mF965TB17DD6Oqd9FO0sRurHLxz69IYVJXS+97R9VmjvXg/QKxi6wmJkArEnRBHiPxWmK
6LtwtAraU+9Yy01UaPeKge+8HUun3C0zp/6RRIh4HvjR7doizQjB55Ycb3enGCGtrh7z0s6YnpEg
LQHOjcMHul7VLYkxt1LYxnWZkieiHd7dhWr/MNpCn8PjlZd4o94xkXvogJrchpTgG5euECXgfOEO
sKOJZSi97VypZl+J+i7taRwp5IubsJAfTH+GShpFF7a5EMoDwW/Xt665baYgvaZqMWMnaK6m3pyu
Uz7oTduaRzN3ePoJCa6+8bkKrOwsC8aUQXt+1NI49QyBPnth0W3p6ES7CSEaPI8ObAjTKfKNIMXd
87OOD3U2MK1Poy84y7r92BGN2fbeR9Q/8oojkHOahtUN4Dd35IOwhelAZ7tSIMtzW1ZXZO6KJKvF
zesdX212EaJ/aemgiOJYzaNzI7tquZu8pTxzMoekeTu8rCxNH8mf6VFAC429XOv7es6ajxaWssPk
B/XGLSyxHUUe7edCe3SkDDbXSH2dBuc2h970qTYJbQlq89FRVrjxJ7O+TRJDANeb0y9RgTezDRfz
k5epQ8bkbTv7XfsppzEAlDsN3y1zc2fmTf1J5cNXYzZP0OYxC8pCP5j9uGd2lh9RablPbdm3Z+Tz
Du/UYMldgw7nSaggeGKYNlzLzHXfR6Xsw9giJIxKJfHu6LkSBeK36m4wl+qcPkrOHHyMhu8eAQl7
zyC3qbTMHk5hwJ5m98bBt7vgUTN5uq46BumpD5QO8zCh7Y5b3Ws6a5uQYfKdOU6nKh/sgylc60tl
ov6DFGE8uNXcPEIbzHatJtK9BFR4PQLk3fS2W19XoTYf8rq296ZfyS2z14/w1qzD7IxEg4UtEteM
6Ns81f+XvTNJkhvJ0vRVSnqPEIwKoKVWGGz22el0cgOh0+mYZ0ChwG36LH2x/oyZXRmMjMqQ3Fcs
QoSkuQNmplB973//EBeVGI6zjQdhB30rzJMtCVt3IySQSLH9Nhr5vpe4wwX6bDLjq/yBoXZiyH03
zfWDT8KwN5BBYgLSkVvV6tt9KRifrfacn7RcKz9tZQaNIhXOngcVOl45nlbdGYO1Sx6ylTTIFlJv
pIq2xZQwc86KQj5q5RbLXOuPukvE+1x0r/kAAWwa2mdLr/uzstIb7EyQyoo5Czx6zYMF2+6u1eBl
dkOnQrjwsGzHjOfNm794tsruayMVZwgG5pMxWtnF5uggU9DCDS9n7Ncm66ek9U/lUi2Hos0sAiV8
anxN94PCUFUkGvhYCmuJDMcbvDtWYOtnSXCbHZezMeJC0qz2zrBp+FYOmvcCFW9MaZvft3WfPdKm
010mrj/eirL/XpQKrw2UhXPgwKE7963mX5pE0085Y+lrOBy5NxvT32XVOnYQe7vP5SrPGolETJ76
RwnVOER3R++TOsAAGmadJU4AN15BvF9Kk8X5iEsKfgUttNrcP/TryKexDGmUm7gnFGXnPDbX+idf
FIleZvdddxOe0N6AyYqAqk8wfw7wynCPy8KZana9vrOG8aVQPchxltKHTktH7921hxWHfw4iTNRD
R9k/+rR5LfTM/LRBBwma3ibOzVjVG9+Xc9Kmn41y/jrS9L+ynI9Jm+ahu1XZrqgZYmhSdswTNlEf
7a6oGMmWNXGR/pqiMNcSLCEHHysKSx/bwIGLEgPIWicbmShldOoFuiguqfS8feIkN1i0PppmgccA
eaO3c+Yx15CRobf+sfO9G2uV+G+SJRguZckn1fgPINt+aMyYuGx9/g2cpObUr6a9WEv7jFvzYSYU
CP7+dtTT6qus7aUAJh3HO6n7L1oFZXYzMvdupYw9J37SrSHs5Gqpvmdmkx4yZ5pvvNEVBxOw4Cu8
2iXMK8L+VI1T3eqfuxnGgIZn55u8ns6TpeKZfKinMV0vlcANHBokdF/yQp57t3yGpza+jLO/3M2c
A9E6S+ud/uCb12mwipvvDaDjt0WNwwXnHBIPrWJBUpZ2IjT0xoEAjowIZrJ3crsu1siy/JzpQ753
0TN8Y+rivKrF1vdMey6VzHA91X2gVpNEBGp7azgskzSuGahfLZDOYLanV2Grd5ZIwmNhtXfdaGp7
lSz6JW/aC+yuNG6tttg5zMI/7MRenjFI1wK/kB4WDkR7tms6YK6RwDDNS3WAF/tdQhFSTC1GNKe9
7kSNIetPSpYT+3Y23BdjNx1p2UTEwatF3VwMQdehXiLW0TtVoCix5pPrRCDStBOQjkK9Rffu2D10
V5tsRPIeepIogEY0hVVF1Szbg2nb1akrTTpg/WNTbrbzDfJmWp3n4ep6Mj4R+vxOWOxAioJnB3gg
DDeNVnNWerBKFXmZmNaiW2Y8M+5bvR8iuMPqbG5Ygqb9dgsV4cKY4TPlEUW5XY8w3rv6OFWDfak8
q4W5jS4qcCdCwZqcBtjvsg+yqvQAt6E+GqVoLlOhupgMTvfS8ubgxa+xnjkvVYYqfR6YIXc1tq7+
jDsDblD1vhwb9a2aDHU79m11cFqjjvp6e523fsNPcXYv+VYgCGhN+4eWJlqoY379UM294unBQsdI
p/qmzTA5tGh/T5iLmk95o7e70dQnIIVrX2dt+EDABdmivtOGfZ97RLRr7PEufUaMH+1D3y1Z1A46
BEVsbA9wQnpYPPCDMBs2SBE0P0CgPFqI4mk08eivFgdbXDj4EBob9SCxhYlANz9MWfjnRlriUJvE
rJlGgTn50Kdx7Q/3wixckBZTDxeRO5yBI7G61E+3yCrNJVhHhve1AO44LgCNkQ2iGerLhI+ItJxw
hJf1QMxnu6tqvwGug6Yx1NUYVeqqlUwWn/A9i/wuOSoZuk71iQOaRGBt3eKGsVFgI4sOfSSW4UAy
MSeeFpvdQs4MjiDH1FwsHFecu7Wpj13mFWcjVd1+aDO0DolL7cj+QG8/eQUat6XBf83LD4UCWcKF
w9hb/agQNnaEDZPkG9cOSV2pellhcIXAi+ZXmIlvmH7dESg7RPXmLC/T5I/XtTUeTSOf94Dgd2ob
dFIG7R/IIGB0tVkZL4OA2aa5TIOqVYWDWPqTmUz5JbEEB2tTuPcljsBzm8r9mKrluKVqhSu5giDa
2Tclk8Q60bNPyRkXHxhGsifObE/GYykv5iTUU58RqrcjHnTe7pMUJD7AvlMnUlGa+PSOpuGsdyMx
x5fc0vlkRWLpSDqKHqppwPaQvfQuFEaodUyEVr8omKKNpaCD1hWBgB0M7FdoE20fdoC4nytj6Z5z
yXoL+qbT1HEmURkeU9q1c1D4ip7QywydSelojZhHkMRIbKrEJEru3Jool2rUK7oUCO9PnT6mxg9t
Aq57cAUxqyfyMk2NQ89i4Btw+cl8mKROw11gQLRFhk8s7421DKZ56o3ep230JyM7d6tjydgxhrKN
2DSN7QSX0ZTRkmKVc7IXnqVgy0StLrXQZyvYtMS8mwp3/ZBQYCrAL71vIjVOoJ850PI9yL9/cMd8
PYgmfa63udjJVVCmYU00u5+qa2Qg+Sk9kXPV8Nikzqm3jbcEa56grIwplnD6Al2573IythcWwvIJ
/LbYC13h5ywgA302xpWs7AKoo9Z8tRuhXdqxWdYOVs5ed8M8V0+bsM235lqWe/0UaUSLv6ikH6YH
c5wb1sOg3INfAyTDMpXNYw6AVMSpbKr6qRmW7qwDCIXlCGw5MnH9XM6MToN66eabpdsYS2TGwdQw
+hkz5GaVuWkxR2cLOV5+rtr6uYb19G3wSvtxzjXnsTPWJjSz9aJMSkTGt80XRCfUFpPzpNKOtoBN
8uqZadYYP3TNfT1l3bHEDRu4E8j8Bcsa92h1nrPri3x4Nbds/bBI5NtjU1GsgUUEeui0yWuFkilO
J1gElkwJAnUy57gYSfHhDzMKoowdw2Nm0I5XBchAooejFuNd4QTBFrJ1zvqtFmttHupcVmZMKd47
B2u2s3TPoveLF2bCsHXzqVXjMc9qY7DwqukH66xM/J9jSClJHyI3HWggTAY/tMiiBcRtsB9MCFj2
i9jP2RAIAZRjuytbty4Ckj7n5rm0nQF1UVASiOOsVwd4RNTR1K/b1h/SrG5GyqLUXXBS7JdvjILI
2TH5bnbT5mdhvuFbt83bZ5W190DTp3TVV0bUJFi4azscjA2kFiN379gwUqJlbzpQxVU/MaPI7QAe
BFUnLjR7suSdnZUCYzvsdgFRcls4p94NfpPFLfOOYKFd+ZIOwx2TYTvspar35kJyU4mw6KC3Srsb
nLmNOkDJUBZXKh+7u+GEwpD9Mek676r+rc1zo2/dV7gK7msqE/fSG3YeG5u1fM16LzspIFJinzJQ
WbxDQXnrDQbs7HsHr1fpac6set4t3TR0fD85fuezyWnfYeiNNpUlg/LMtmri03SzCM1GNwKGuY+Y
xn3d0sR4YjBwqQ3jiAFdRwSnypaPbRjUnpDPK++6gqCOd3csTQFbcpxGNyQ91ww5P7s7AoCWKtig
WAcdSNXOlZMFHm+vzP5NIJ/P2+g7mPNrwLiK8vaL6McfYwvGXA2TuHRWV4aspiKiSkkBDM32ZiL8
9k123t0E6Twq8EPfUaH7x0JX6uTl2OcHaW0+ZK11y3ha2w8TWl+Z3/bleICJ6p8NkZCYbOtFf+d7
Mr2xmQ5g3uUvITxTSGpV2hlhK0fGPtNK0BJH9LPmJrdMOzgUaaYfepdVqQMCPlp2cSP6fCc355Qz
zhvgVtWMNJsvPb7/gM8uiklwanwmMVP0i/QRL2ZxAAXIHogNaGMYLOYeC1DQ24yb9v02Xk2/fOu2
4jj68lvTpdfzAoQSX0mm9oRfTulD3enqO/tt/VkOLom0W5/shL7e2droRKk7wZzXQAiiwSpBkSzd
WA5zNzhPlvBtA9/4ujiiJbMOVkGe7bqV5jOo7A8iET5Bxmb8xXN3cdBDHdyU1IMVR+vAr/1bkbjp
fdrxHQZ4IrgUOvNwlFntQXZm1oRaa4iqftqCRBI7306WdjtD5YgQENRnpeHHCpuBh7hRnvZUeW3/
JGX5mNcUsUlry53HbDPIjNKItM7cjin2RIHh1u2xmd3P5HqimFg9DF6Wpb6pNZMmEPJFZdrjG0os
etY5vXWvH+pgDG5MA1dEem2tUU4119Xa60DU20EmM+Vb0b5kZT2GiAiRUBnLN3haG0oAKvcI1ZNH
HtHInBPi2U06dSKyU/G9cR2GNFhIPTceZ4FVyhvhZPRaRr0dIVnseIPA0YLkd6Cy20YvwY6bNRZq
IRHAbmBwsGmdlMTvzpi3uon6Msuepc0pdi4XKYfbdaRMIi0e0zEs+scl+ToM0DLiwYcYe0adVQQS
0hbnrgW7BK8ftdeUddYXiPiBj88TbKlFnHB2MPNPDD4I1i59GuEDMo52iugIs/4tIfPubEJ9mp5/
Ug//h6Pxv8yrP8F/z9F4mt//7/9p/uP9R/UfT/PwCx/z+oN/52o4v+Fbc9UB4Ylx9Zr9B1fD+g3j
ef7DXhd3ROfK0f3/bEzzNxiXFmwhA4sYnTCf/6Jq8EMQl/Feg6rp6WhY/i3v718F17RyVxduyNco
lKld8dD5laaRZgx5SLv4goZYf3bK1IobVVWntlknjAgTAYNB9nb4u0/pT4RY7k9DiX9wsK+XxcqH
gBpU5ejl/8m0ySH6AndR+dIOLTXVTPyD2rerk8C6IMwQdpZcri1PDZ8eW1rER9nsPptdMb0hIFn3
VKKWc4TMSiqhhljG2Hfz5JgvShREspliVO+ML/KTK5jL7KBw8SvIjiiceCQyI91182x2e6bU4gbg
Sb7CULGhkKzr4NyU1maJGNew9Y6UN7BssxAOUKg7L1gUomf+DufRL28sAgI95K2qbInf4l7msEVa
jXOhkI5WfUw5M8UvLlk2JYncOVaKY+jyaZtdDMdEDW3cYEqRH68ypbE6Umpp4hXaHdGORurDq7im
GjJHiDrPnP3vfqslSwRZpGNkn7f627IYxZc2g5K5VwSGOo9ejhzYXvDKfOGfFBHqyvM3bTf0OdkV
y2wwBbWNwnkC91AvmleZGbRBuCSUOtLqdn5mD2JkCiNdyHTw4Od0X2eDeuwqqAcACaPHaeXqY5Rl
s37oWVRj5PpbgnHlopx8PyMtR7HS1tpNXihURrOprA50gkznCOhL3LXLsNQ7Yxs646BSLfOhh2t0
DIaE5hTX7s9O1Lni/+E4zvby0CEfzp4zt34zqbjJrl8cb4ly9ILBUm/iK+4/KJSKItWgc1JSwbtw
5mwKM+DIOTK2iUqq1BS1CnwHIuRLi8kowGBdviLXlV8ml6KJrttA6qH7CYyXZjLsLkbANmQIlax8
CybFwBIB2NboZwQR+g6D8e4TdFnxJckIpAyk4HPbtw0HH/bAE3OwNqky6Ek+Ri4Hxe84+qmdnoFu
uHbmFj9mTrIf9VySo+qDfaQhXurZjxF5gB2loJChSzAnITU8i+HGnJWkNyulRazbqiY0wk7nkKBJ
ZNuEfS2Xa0l8RbCdrARqEYq5YZ7k73qtgGx7KxmASzKHQJ9x6d7Tkbo0EnrenRDt9Z/szuyZqmzw
uAK0w84MrXZZQFCbpdnXNh0g9jRWsneTnvWy4VDe4w7d6WlclUltR/acOo9+0Y3vte/nj0uawEPV
iXy7zQEeXmxdij7etHG5XCuTKURiPjzif7qMSMOW6eTmfVrv5dSVuyLTxyVsmStSY04pF67VdvHr
cksgsjaVDEh7B6vx3BFRt79xPXwQrAXM9+r4QbZSLksy3oYW0Vq5kLxULxJicmapct5BuIILRR89
PKPv6x6KkqkL09xhIyedMRMyKOdrm/rbZwsI1AvoVuZ7x/Dyp6Kcm9ut1rY0WofF/5BE6UBCVcq1
TkZaWVvgwVx6tRMcx6G3CPfWqNT6vCJT7NkMJv8RGsr6AoJQfWPKAmwBQRTL/KrVMH31ZKWXAbSK
9b61a3MNPV8bp5jmv8SIACYqqadqxE5pBIw1Io7ytQ59UF1CqwqSgMEmPHhAJFg7pYftnlPodtzr
Zt592DwsT6WTusOP3Frh3qTuNt34MMsnEJvWnCLLqZs27Iqmk8FSpkyTh5nljr02Pj0Bkx8aZi2z
m3y3rWtukNbg0LnsYNR4+k06dI7zXrtwsk9wkXrQTgcZF7XgtiUKZA/ABeKBOfiUKaGuUnRzO48W
cgmZwUlX7eQ8ai98yRBOMUDw7LAUVibibiQ3KeB5uoIMhWOULoP6tRmnHYGJfC47Db2weBOzxjBS
iPrqJpF0uFnANuy8hq3ITB2oDFu2LWNx0w6IfKIRre8Wmq00xkOGao3if7YGWm2b6UBj8qstazJv
SxsSP0teitWneqw9RhK07qJElY/UbSfMVgei891yPSTahKAfU9JW2KfrEYV2saTWdrGmQMsQbyhe
2eMyuBn6cHGnfFtu1tFnwI1pxDiKZ1wWsAoNLSY7+ARkc+PuOyFKtwnXyqzlcyLLzPyC+qBWUHpg
v0XGhKfjZyNfxo8Ve62X5SryCGbSYn8gy+/w4dDTBdFtpSM+XIvF2csksznrnEx/ZbdLPrZxycBh
9fqjKBPvWEzo+KJU0+wmHgtm/RDxoA8EqktA/RkgFFE2WDQq6dK0GJH02Wdak+mk6dn0ba4noCx4
X/2bveIiRRSE4g1LJt9pnGydkQdpsRQdYsArUg6jR19APDv9E5vHQKSAKdtbdiwycVm8tMGrlo3H
wTWKJeYQMuEwyT4B88JP9dwYGSKxSuEaE+Ru437rFRb2geN2Ns++YqC+gzW4fR8Tzv5gtGeC1XPU
u++Wlw3Pc8OQJbQ46CCpVaX7mKq2gsm8mljrmlbHzW9+pX8fLJtxlN9V6ZMPsvumNtY0msmFNzqv
nQI27jU5cOgKr8l2HTAPfXtTruw2WaEenMXzXraynyZYn1XtkPHYSDemWFiHvWqtGq312NdZVKEK
GGMMoeWXBZMK7B6KFS1oNSLHDqq+r5MQ8M39xJyslDufROMuhtVuTJGf00xDaHKxZ0i9toAGtGCB
gtel+a54rOFSwn/4hkUH0FRtN2idVVoiL9areS4i3y9aE978xo/bAC+3Ngy5MtJN9Iyh6ZXKDpRG
lxOwBefoI8iBPfsZgY7hPOTUIGzIco4aP+/ETS2HilOoK9B746xUc3J5GybGZIJx7UEAkR0LaWuf
y8WC1OhsjJCjbcDYKBDKNvoYulzbH7w0a31k2SU7ukB5MYX0pvAXEfmA74Bu9ut+y9mYUHtQ/6h1
c6HqwlCtjuOCtWzs2TaUtnVz5i2crDQHDG1cccr1vD9AU4ZaKYm40WlfZ8G+5LHjDotAikGIcHJp
eLGPilozcHZZE2mFQstYqdJxE+fA8NRHgIpF/udl6XI2X+QSMlC1Mb7Pk+YizzE22QQEg5EXVzcV
NHnMPez7wpDeg5RKA1lCFhD4JEbvBN41eqgLzbllqNt89etsubEnwd6NWQ6wYemqrzguZOYOKfai
oKZUGrww6d7pSuiQEUDNf3TTpu4X0kCmnepK7TPvXJDJjjr1WdN0ev9xdYFWjDFLpwB/FPtb67YN
R5Rv/YAZ3vF02omBYY6aUGyorIbF0RTaV6/whu/rUOBpl7WzP4BCD+mrolq4T/CluVkw0fnMtzUf
O+ngEeJ6PUM0/Bq7jwbuQhGZWm4+459uWCEjf6BrValh2bcjMfJA/7MTzQ6ALKRar/iyzBW03mqu
DbWXi4eOf9U0DEXSBP5IUOEtW4dt39A36zARnqqinXC5zUTShJT4KSu0VBW8oGZx0OmzxaD3KgT1
IKU+Oxg2ZuwAugXnhr0RTW/K6BQQoLNSJ7Cc3ikDmBrisszp9uhUGfyKxLBlzUTIN0dGqHl5n3uj
9uGYqXbaJAVjsIyG+9qw4O9HRDwP/jR5R+ky0ODDL20877NUVCwFbRyPve8uztUXxUJANWxCDzEc
yLB3mvwfTZ1aX2v2Ggk8rAltpzc2m4JDCV6iQF5txmdQkg0Ib1Z5KRTJvzvhTUzVaoL3ysDPN6gV
oCq8iUk2OlYEmlH3wMMrVWg/YfMcezAGHw2Ig7jwJClMwWVyri8HPUa6RUE37WdjnmE8azW4Inaa
9DN+O9whmC9w8RHEhRQbrIDAbZzmzl0M/7XuJmmHW75ZoLrQoo7ttBT2rkhHAUezNrQfjZukNST7
dK4vRVKOJM1zvS3Ab7rASmtG7v3k6ZBYY48yUQVZUW93QhfYfSRQEQksYiKmA4jK0bnkYsiYZhW9
d1yGor8n3l4brkm6U4JKSpSCZIcSPoq1Of67kVT5a81D8ElBYrwyEUa43527elnYaUn9lnqu+gJf
i4/bM1rrzbuqowKQuGmMeL71r2QXULd2GFEF7AD2p8E0koSs5qS9lxs3FJZty/2UeDDhqqBzE6ZM
/EejLfGBGovOe656vFaiZajcvT3CMaIWWjSWBQxKShBj7hmEmtsgDq7TDCK0Ch/D5qrTQdWmXtvI
G10ntEhoumABs60yrdFGYkByRI1ME6yJwA4ovjnU7mzumAkwL2kXtF5hr67bFDNrTsMMw00A4Jnj
OPD91awjDmMfHUKdaq9z7a0PRUIVQnRLW8p4AmTiQ146rAKoqRzaLFwG111RjVWO/Qia+6DAeRUu
KwTpvWUwnwqUayg3TCldoN7qEr64q2XqlUTt9e9W2/+DL2Hqg2z7X+BLeZN+gz3xC7J0/ZG/K311
+zdUvC6Wbr64hsgBEv1NBWTo1m8YGDs6mfUe01Dvdzrf3+DE8WIfB1OKS0Lp/gtZQgGMcBh58PX/
+Hr/e6lyZAP/IgHitoh5uV7cv1qlOvZPM/PfRYLUZe70+aA1+9m3vrfj/VL2XtAXzYYHmRbj2MLc
WCu0y5xDmbGvGHA9pp9MvQ4ZsGfvKU8Js7wPAmLYzKGk6tlihrYSiF1pUaSoLq1rHzajijvijqAQ
NSHmCyMcUYqhucaBxAm9lFktlVIdLJt71LQqXrCow9rf5+wn2YiZ0T3o3O2qefBzvPSc4rcalk5N
Xmu6he7g8jss+6Go3J3pztH1qqKo76tEi9FL3Ei7CUfPCXuHp3bwUSKI+wG9wg5rlafG36ogSefI
Jk6X2eo9WNtOm53QHauv+JUeCAaBMcYbTxNA5fVt6kk3Kdp7jcim1HqctCnKi+5embwMQnqbOQdl
P7Yp5C16kWe9tJp9PxgVlbVdHQcljkBuTYCK8L7JyWetl9TfO3rLBk2BtR/nN4CjkreiGdVFLyW2
Yo86lS8cdx7lR72sbwxXO9iElDvcRlrptzjT7QW0ruurp6naVy1mGFjzuMbJMNanrWoDjxwmbNzG
16VFcpPl21Op1aHTTzdZAzGzIBmq5gPd0A0BoAcTzks4An/W+TK4I2cxXhyDHU5/rOZHegydLzTz
lpfeeEjYxa4X9nNnLwbnbDrdI+VV5G7vfSa/ovwC1UjQNw7OoWT4wQOxgzfwih8R0NbwpMGQMSTZ
Ji6UK1bFRBjcOjGSxr0urkvnUGfgNE0hb/q5+Vpe/ZBasz5RHx9b1tpKZ0SeLBR1zpkeLs3Cd+Cq
l94r43ks3tzVf84m/eXnuqlsfhuvQb1NwIt2wq7voXHEbjY6nfVWzYcJpSSwTXh9t0Wjv0yD/wxn
cl8mbdyb1r66splHjUGQvCE9+ey1n+ni9yhNTxKhOE+A9NxjnWd7rU/OY7/pwcB4F/opmSWQaVAc
LQATidc8yYJpAq6Ny9DdZKKKEWC8203qw4nWYtDB984UAAePUGiirc3OTTGa4TDQDtr9Lllz+5yj
p0P2Ihbo9f4WzSUziLpwv6LpWB9tpyqPwq8v9dy7T1vTuxeoFl/9IRXgL617rkXWRBuE/qhq52w3
SlqlIXOJ58WPjlrctqgKGF71IvuCEIUuyagEccL842BDQ2amds/MKNvr/pDtercDzNl0lfFVMCWv
u/k1Vf6PCe5fIF37vuHBgcmtxhjd7vo4FcMYX29o1UVybMV1FdRMvxfZfAiKfYa8ljhrPs+u5TGP
cQ0kPwVShxBQsDp709Ts7drPjxPoyEEkbbbLLFhheaMdynlykaKpJPIaiRFvkTv3qW24T7mH/gTt
W+Qpf9f1iPG9DRYsSQhDvtPL9qvwx3NNfhkJ2q+0l7HbuqdK+TFefWE6wJQ0t7+JZ7+r//2PoM/f
O7P/+Q5sogIlmdZ32NJ/Rfc13D/t1F7aPZqcneY9yqvsTryhegBlwk5HLx8rjmtd21403/jLq3OU
/M5p5W8HgOUwrjANvNGw7fn18lYtpFvNZbtHNrev/e6EtyXB3J23y1BxJ6CkQbbPRwtSr7tT8PKz
zcgPwzaNkLZbK1hVfyJgBEexaTbDVC8/GGsWYM76MyJkR+uf8WSkxd3c23wmU4TfUjDK1utnLalO
jKAfhMpfO3hblYD3IvFcIYwxljAPdJLEA71rnlzIYE26nq7bMjKiI2JHJsEVk1tkP5xLmhTf4FFd
4PsENg/v9cHZJvfYGOm5k+k5kQBdfhbluTiMvQy9GXMu9xPFeZpffSDbY5kSfK0eWWMgxZBxh/kt
tey9QRhgO9f3ohBhJXgMcZN1a6ANmlAstPfzqF66pX0ilO3DKexbE2PHVIlbPLMvfiJPPqgWlFOp
Y7smQo3o+mDR4823DhNJMoWpPrFtHWXvkUyyTVny0QkCM9mutSsR3mEvzjAprt7Wunu6viGHg9W1
T4PyVDDW9YU0yy/0jAfHj9vNuTXH4dRZD78rZ/5kEESB8k8LRBgU9wJ3QkqEPziBjOAj/ozocl/M
A9wrdm0/84awFf5Ob423f32xn/XG74ZOP+sRF/sTLoSrEarXX5ejPuaSTg82uWjdWwgR7HolpfmS
PUAG4hns5n3fi51m6wzBYIvaO5X81Tv++Zb++SYArNxrDBfCvl9vwh9Tu/Fy0e4XCNMoaw4W4n69
T6gq9vwD21D78wu9Hme9epEw9clzieHbYgAslrduEbvO4bDQzChxr9b6BWjYEAz8nZWI/dKNscCw
zljZr4SGck+/TbwNvgsiVwoETLswp1vab6b1KlUS4osM2uFFpmwWyMjPiXnScFozFKAExtzZu22/
+bl+rzvL3q3MiPi8v0hw+elX9cePBMMMQl2xybsuhV8/kgb3xAwaWrufMblrST+wUj1UYuZk27B8
G2K4u7u0Oo/Z59EYgEVqENl7lwk/6r94zc9KMI3n8VGFfXD7+jIaeEksVbNvr53o8j5py6N1D8f5
bCt8mjf5uE4y+tery/yztYy9JrUzHmWW9ccsgsVnf7Jn9tpZgaH27UWt9t606y8aiPZYyUNjyTdj
8c6V87w46y0Q0EEfqGEn8xvENnaBQlWgGwx7RhcJ3XSrJDWnIY9IL26utWezzBGAzt8i5//7Q+JX
/6a/7dK+sPD4ZKfGifMPI2Cr03IAFIXIYrbeAGDPjuaGhYfM2ViIFZYQecg5jqfVPmRwAo1luiOd
KyZBYsN2BTPmavu5uXXjHHgUGX9xjPw0yfyn5UEDwUkiSAPzrk5Xv2sjrKpHPpaO7V7lLcXjFBk2
mzkjp6+ZalCBlBfLaNiD3dvGRquoGfuUA8Sg9J5z9vPNukV3/kkwCO5w1YbJb4yPc1nHtkmActM/
aHDWAaNfjNrel3oVc5gdBeDSKoY9iqWoseYIp+UHLBoDnOHw6Su/S+JAnez9Xy+hP92griGSyBc5
sck9/fWdYuGGK0FdtXunsB6u1Zipy4OZXJgQ7Wq9itZCHGS+3FxPlHU1D1s6PP3FLfzpKiZ50rYs
j7rB+4M5mtN1SJINbqHDJaTTvSO7aTiot2uVbeTZ2RirmFbknVTYyJqZtav21SmcHWaCH9cqW2Ax
8xe39M9tpK3TRjJGMrCjJyrg109lM5dGJhvr09Ev+JE/JoV97w5ih2X0vdvm71eZOODtrVu5cWn/
RW7An3wnXJ1vA29aboL4oV+vvsDi1qAFsPooPF3tSzt+choqSFeLdQBA+lTPHA4oSu5Fn561RfxF
5s3VyOsPZ+SvN/CH3bE3UwUOyIFxdXnd4C4Rmrfv6F34VmxT+1nNXM1cvJaKvhivEvV4ML9gGnuT
bethdlTUiLuN55lHZj8M36+7forZ4nVde3hz9ui4e3CldXRvk6GOW+olr6DVBbykCP57BPy/heY8
Q29t6/+8/sx3ROFDnmbTT7uRf/zpJv8+4Gf0Mf3xVb/8EOFOf7/w1SLtlz/A0sun9WH+MayPP/4f
dWeSZLmSXuet0DR3GuBwdAMNdPu40fcROYFFZkaih6OHw3ejtWhj+u5jFckiTTJxqBqUWdV7mdFc
wJvzn/OdASX57zyTy7/5//oP/+n7r7/lZW2///t/+4XFlKf/6TvNdfPvNRkwJ//umf5PsLZN3v/T
y9eSV//pz/zNIYSMQ18Ex6AImPLFIvR3HQfOCxsieXSIzZKurMsB/m8OoX8BvXCacVgwAJPKf4O5
SBBw0ued8VB4mDZSLfn3n/1vZ7L/WyfWf7xEcK5E1lM+p2psR7h1/sP+wOMGa9ZiXajiecCGzb+D
/cLimfyTtF7WQYpANg2BfhXlSF7UT5XBvGjnIgCNgEe1xMGJQ8Z/+uuX+F96kO7b7+Z57L+/x9uv
9v+HJ+Wi0f2fBb//0Yz/63/2Y/776x8elcsf+pvkF3Fo/ReNT+D++tenQQTOP/sEmcB0I+zFrrr8
kb+zfSL/n8H9cAUDd0mjx0Un/K88DzSy/aNrLLic02hrBUEaSPYplMd/XBTb1SHMUUQIV9kE/bFH
MylLF8KzW59Tr0+ka6IB6+9Cc+c8/mnx+o/OQwIWUDwGoivKsNvouq/7ZZt09KtKWlZTbxC3Xpa2
BDSqKJ6K7kylg1XJnZMbZRh8pUmGMXRY8dkc+2q2yjwPylcFSpzoJjOfQW00AIEY76048VXTUwzQ
E27OYHuQ4bvXo+Fc2zI1Jh0dUw3B+bZf+9/OMAIAW2sVr79GNbNUMuFe630x41TaQ77oJfthZWt9
bjCmID6OySCScoNPJHJOq6+YYGHASWLaNFtyzSheJvNGZzevtVsepti3N1U6d+VdC6QsPw95hU+B
zHLe6V8D/L3x3WqTPPHhkSVdqinM6HVcZEZVM3D093LA7e5GabpT2RJXtK2vkMiyEL8ZBjm/feUr
NF9x3LV3RnCD2uAVyJD1JEUkJz+BoTFgGwezgI6cHZN+nH/Tjt2N12udBQ+DTXxdY7fTsCyUFfkR
E0M0f4xx1V1hjHP3dgjUVzn2KRjGNcgAp3l/3TnJJB7xcTkE4Vz3bcbKuu7zUDkr/LySeAhp+Esv
lhm9dts41Ppsy7kXpJFmNZzHrNfvS51h4J9WUTKiqMNrE0/mUhod2uGw0Dmyw+HVHBI9JA4TKj9Z
T4U/jPbIhJoL1nNPJqJ8G8BLF38G8hfk/QAueUzg0jy8F1Vm0l0HQrvDwB1KznU54Vw+acK2130k
u/Knw8nlGI0uDjUCyMRCfViEUpE9MUH8DLGhIk6bUXGxybDr7bqgFPek83PGONzQGLMydl3hhGd0
ejzYFYMbUmlW/4jgsByMloXauinXEUDdKbZ54eNyMKWEneOZnqgYw6VDGa4eV/Opf5fE3BoqPFZS
5wl0yleQ2csDp3eAEX5r8xfbG+KfNLeN5g90yXbc+3iiZpRGIlFW6mW471aPj3Mv5AoCce81S5Lt
G9pPTsOaymg3etyfKtcb3Ru3r8U+s3UPQqWuEJjRIgLnuin5K67znkMW+AaRXog52RDDWIGUGI3t
vs6pNiH3Nuu3QNfN/FW7lXeAPmRPyUKe5AzMDlt1I5dEfvMGozc0JjkTIBvETYbleziplXkqz8SQ
/OW06t/qEM3wwWSl2eFw8fYgZYcDvSsWu2Sr5u8F1NB7bPP6JP1RfMzTVCbY36xO8Ijo6naUtnqO
iR1vE7Zx+jpidEcNlpGHcyIDcnEqDvfYaRSffNaoZSunhMtAOrWjAT0c4rRcFvxu+3haJgapyUX/
p9wNk1hz0aimyUYniwNgP5ucIW0yeWV0q1o3dR6haYEQGf0qTH8Fnte/V15RtQi4XWROeBOH8rCK
UKAaZ7mX7aAQ2NMiG+1uTSI44BuVV7fkf3MuUka/d3OqX8dVLu9ruca7EpCvQ4CRWh6vl8w8m1Rn
DO9XraJ632i/37s0rDOhNupogzJ9mKtQcg2ahoAUcZQiHYgWus9UiOgGf11xexEmyD8WcX8Lv3Rm
hq75D9UAI10jYUYvT+jVnuWBWGHDKMYTmz4JzAGzbHhLL13U7VQdNfo4S68jRbuGyXaeLiSpaOqj
bZNU6R0mC1pISq3kAdJ6I3/0ys4xBKLuQkHQrB3beRBkRWY7KjiUl9QrXjAU5JR6nI2PmI/wPxfh
7dLN/hvt4HxQsrHzsCu4/cDD7+RAgtVl7m9MYvxP2eviwbZpDJesDNyVuJNxGfVX45zciMTUzzpY
h5uiT8wzpVbloRqw0e+oQ3afMlA79w0Z0jcwOJ34g00+Knem0fh+VrjxQcN6S1gyk4BBL9TDRG6x
lJIKZifLzZTukINt8jZQ7UC8CRBk99Bxx4PhgxqtD8six+WRXjfucLJZiCPmuf/D6pDEP19jwRNC
LVl8COqiOzVUCe/o9eXj87A97SJ/xp9F+F948SaXc2/WDW98/hRQvXttvbYp8aIC2GPK3WONhHF9
CT4n+jHw2xVVzQMINztw7zTDRFyCk68eYwa2nPTbNf1kGL28ko6WhDgbcBjfw+D6HxnrUkfE0Vww
IlV1dC4vE4ymqD4MvJ6ADqIMOpk/8pBsinEo7lufUfY+MUV2m04K/5UI5iUmIhSO7Q7ERuOd4q6C
DTLocFw2Ud5jWeVPjvonI+zLlxjri/BQFulJlheX8DA7sBy0NyHXxvyz1t2Ixscn1ZGeZXsfqE+t
XNBqwLPiF+qHFSkcOD6bvg8VYqccIdmS6WAEwLfWJ/Vx8Rxtz2HoL/c4piM6qSrRtAeDyZvvaGKN
D5p2zIg4NzhhWfm8LNu52egdPMexB3zm8R5an4vFSHX1tA2dAkIvDZDzORoGI/ldCeCm6eSgcY9y
rLFqI2qV3Q6aMQcDrMHJemCPdx9MzQyMfZfE2j1nppXlr6iOix35baVVzpmnQBX5mutWRUf8OCt5
NBfSpt5g1nFPXtPnzXaOS343JRthw/TfiOo1JgJMNRDU+wHgQkI9ZSFbplh8ZHdiqSuM6O3aBfxQ
Td3jT8nL5srNCkwXHB+HhculXq6gHTMlcIVSNIIRtcWonGLQAZ0WaUwXGXJwFyTxeNX6ECooVDLq
V+PaPj2lAJwBPGFkmC86y1LdOk5cPoALJd/tyaY1p8bxtL/RWNAfsXm1/taf6EDauo0qLpjbER+l
Yqd9TcrVeXFay7c2FSp+dXDRRFt8b81TRhzvxzJX4rOAFdHeJjOQm/uMpeqCECQ90NYFeZ7Rgu3Z
Synnh26xNZsxTrQQC3EZ5u9lmqU/6zxRwTYZp6bfrmWSqptJSPKfkRXuuJn7ngQfTECigXEqvN/8
TTG4eJM3T5H2O3M0YcqpROJA+8De7kABLB0CO7uWuqlq7wPMMXDevPVqFI4PLmiwa7nFju0FG3zs
rQWdYQvGmOxyP9opJGHUk1QWh8URpoaaQZHBpafJLM80hyy/bQ6XaXUbVshmZi5CCK67MB7J2DMO
bOPgERITts8hc1vzSv9I0u4Hn7HAwSNbFh8SD4MS3Kw+vuEjHkHTiTI4MaX3H+nokF/gFQEfQrpy
nW056R4EZVTimffEVFY7n2pDwQQDqhsPfsgSnsMuDpglcH/lnFuE7bkHu9XsqUGN9XXvdJ7ojh7o
rYA8QLwk+ghYdiE4UATLyzqp8vcQDgPYHlOJ3TAMs9hWDQSsbaSw6e8BfEXPs8Sad26MouKrpItX
H+amICGIcOx4dGgkHE2qIeuYhwxRf6sr2sY4687JcIubX39NPYHufcqPj8rhyvQnifx0fPCbLEvO
I6jEI5bD5Knn6fGP2q/D9qvDF4ffu56iZg9jwumeEKRt90irjGWRBNWEq2eWUYfvHNHOf+2wGmOf
9PvsesBxHV38CWt99GKDewFZBYtzFkbLz6QRvns2sfTQLjsodZtJz/HrmMWxOMxuI298jlyEqAsi
AJvACl3s3WXOhh2D9AAq9LgADAnYki4Ner4q99jMISrNVWzOkHcWsGR+G8KlTuqyYYQw26fRgFDH
SESzddeQHt9wqAeJ5JMCoBVOseLzccz+TVIVrs9jIZfygMeo/ZNXpQjxUQX+i77sqJiJ2vSumCYv
/wwEJr+NVI00+8hvM/lQtjZUOFKXLjuHjYx+1mNFGBLXY3LGgVEorL8j1kN25SDfMrjIfnhNs4hr
tl1yImXah8NDhGHvu+eKyHQMBz7efO4JV2E3htO1Y0X6ZXSbXdu5Dx7rQoj8gOEJ6nMULfkt105C
EvztI4VA2KxIUEL9y6kCymN1I5eoca/Xom693TRowQw8m7xzNCHc/1RwcubfTprAtija3ruEk2Ei
v8dLUP/ER70es26urufey88Bnl8Oamn6Myz9rtuMuOTfPRONag+yJXsTocUpWLS6fsRiGr7xMzuw
hlrWgw3pJlg0bT3MoBHqMoT8lujxdXZGmdxW/hijYaZZPm1T0dferRsLn/RsbqrubfFoZ3uBUTJn
O+xAbvlknLXuz7UT5GSJ6QvyKIuyEaZYky6Oc0uBXj7tWzOkxJoToFcwcLzsA4PJkB5VoNYX1VjH
uTDpF1yifVTMd5JZyg9yO5pjLhGDkaH/ZNcU961ESBQ6LMz34oyt/2pAsw7H2hqXZj5/PuZrlz5N
NnTeUJXlaz0H01Xt5LZ9UxjbdoQwKc5kf4oei76x02ampZFnmmDaDkOj5UBNYXOxjUad9/CeIKFc
paHXiQ15fYXnVtX3JkjLU9g30ZE65BkLaxYS8y2TW9ckOZHk0n0TTo0nRFIM2OJaBHkHz3NGoZo5
wu38sAafHXB9ewhswNCgx8c4biLI+BbuR17afRkY7CFkhgm4ECaLbznrTp8cQ8E3THh6Tk63rjeU
DcYEFBrGlyl7lwzprdW5u+2iPgi3yTTCLmAT5I1uYl9X7xnPQnPb+i5XCjNw5YUrYDlcEAosXmpQ
wesBYpLkIowpGdSeKo5JM5grhrrlL82Zf5dgqnw2TpM4d4UJ6NDJY/qSFre7Ve7YcIEw9CSKenU8
EPlOnXxFiPi4hJp0uNfBwphzivLm7Gtl7hZXm+lTe2t69osIYEa1htl1FA3z9VQN9rf1qjBk3uPW
d1Wq5qOJ0xaOazFjCo0adJ+dDUv71Ehi1FhuczpMg9iMzyUGbVzcRYvJZ26sBveUZcNv62f9a+KF
c3AeIIaobVs6HaHrPIxfg0Smz5eg+iVWi/HcWkU/aCJ6smeTatYvX6zus1iU+5av9AqkvRV2X4Hg
OupIYoPEdL1wtKXQiU2+sHdwUPhEbTSu5GVKaiSLMQD8EIBK4xMJFszKnSnmo2iy5R4SWXSMQbPG
uzCnfJgvODAxyoy3x7mVmZtJTn6yzQGEMNoil4ZB2NTuNi96POIT1tqt0w4DZtUsESVzEMEH50Rt
H+3KnLP/o9txin3gUh0l30AT04908blzGp7Scxwo/VTIZFq4kndts+McODb32iU7AaGxiuVejo5z
tjV1s8R96/YXtbkq/BixJAQE4KNAgcWr2stVVd6W3FrNEzua/6PzCgcY4kzHnBrz+qOJdbSeCUfT
PIAj5DGSqm+2U9mXzzhgu2Bfrkbjcx/EEmLthf1MGwL9EOlCruUqCRv9YamT6cgx58lDSnF9uMmr
gRsPI0U2t4wd/2TjOXo1MS/XfljUWl2XWTjOVyThBdWdUsxfvvG9Wy8Q4ICh+N6pfJl/WaVahp5o
ShAp4vQY5nP6nraJUxMeXKAJeIBmQGO5Ps1wWltowqv/XC90qMH7NHjqp7wd7jgShwf2+9g96iC1
pL9CoA95UpNN7Hxl+kcHi2BHmUUvqMoEC0LIkqkwVtcVfgJ7cxf401UG3+s+m1ATpqD0sufcjcFi
84h5Xwww+usc9rjcMO4Kw7PbrNGzR7ptz9tSHIFNl1eU3yWPvoiiB0wrcFkM/o7ghB+/3I0Mjc+x
T9AK4UDqg1l1+Up8qT7V9dTS0kPDNkLhwlSbfTnsftRJVLlvYxAu8rqlTrxnsbh0vaXeMl5NLFU1
EK6LHEF6KwYxqvs4ObJXxs9ZYQWWgqLS4Oamyj7SRlD8EInPenuRG277pOLyHysQYQcxxgX/ciDm
k4CUw69ricQnRypAP8j3ze+WzYwm8wkP8Cx7butC9NC9Jc20mxUVkpNDrJMz2FfcXciJ7i2Ritnf
d75umRwrCoz713CkK+6+tMLYP5oI30PErrTeFXZFDQsa5Dk6W8nYJSKb3wlLQSBrs0XtVkJA3b73
q7wsdhZ+Xr8Hz1YNd1gixgqiKbJJO5Jhe/WyXBG288zU5BsWKUpewmpYo20LrxXNVwb9d9tAY2RU
ERHb6UlHHjI1uFgp4UDL+BF0IG2AIqHm6EG3aiQ2vybjIaVmEecPAcq3FU/cHV4nopS9PzvtJshF
Q8PROjQ3Qd3iMneXKdl6qJS/C1SWcocxdl4Oy2QdCCbU4d5wyG9PgSRXfMhRqe95ldfXmmjF05hQ
fseiuGSKOzlj55ygX3WgQEYd1yYC2gekFUB0ImBoFo2nPgzmp5syny6rYEB929ZdeUCwAGZldGpb
Ug3Q/yA9XMmcV42i5aX66FIJ2WQW0fjgyXWkYWKhtji2kSqvIm+l465TSf5COwqEZ9hdFMD0Fg7e
ru8xc93kWTNu2tlxflRDmcMkBbM+0Ua8zsvrSk/0j7mNamyghKTqzBvSjYIAycnCw1/lGB89qVum
12wdWTMnp3PWvddF0SkPFMlbndCGfWQ5bfRjUooYntqawZ9UVYz8BgCUxdvEXfRVZMgttOOOOWTA
sGrvZdkuxzpomx9wt9MbEdR0hoCs3sdAlMkUZjH6Eq3e9ME4q3/KMxd7z4oWfskLhuXvqYM8iZiW
HauiE8fIG8VNQ1D8NDeTfxX0rn8/69j5UfbLfMPP1d5f7ICnObP+daEbGR6bzBUTvD3hfzeRrsDq
w5g6TWvQHgnPpt/5EKnXsrNNdtsYbSAGLWvyXtRV85g2ojglWA65XMf9cIb1SGVNKgWATQeiIq14
w4LBpxE5goJXEVbYkAyPflEPo352pRiuSJWQNsGwSYvvmhcHr1zB8HTKNhgul3ksDm5g9Q+JGM9r
FGr3sU+gmhMQoOH9nHsRlqAS1obZx03uRrt6LIbTGM1ut6PMknIFmcXWO4yylRiA1awvTTNy8HYV
IQk2f61XzvauyuJrWn6D9yZIhNqCa12Q/uTF4V14XfiN0Mj4OiGVnlPJA1PpUJN2v2X/hZmW6SU+
0nrNFiFMe5d2lU9VC+er5dCtwYieIDzL6EAFkPVW0fHKTUH6OBfTKCkyprJgT7I0yLlGjBK5PZLV
g16n6SNZZfpCbDHIWbYyBhF+v0Tgj91VTg8qw08YzRz6zNa2eD7Z2LI8f5hBzD/6GfvFHSULhGB7
epGcP6x7yQchs+BSjllEt3PRyQcUdj4CrxanPtWq20nXozleJ0qe/bwt2s8wq6KvyQ+r26TS4d6n
a/QjbgGLkjiMOKFaMUcn16uXYtdz8KwPxL6QLQlDL9jvZkfcrCWdmBu3Ssh5D2NW3gfwGR8rk63N
WXRRrTZ50EZf1ElId1+B7GeXARWzy9ukPPgK1Z9BE/nfFoZ0uJ3zBisL/Y2B2ZSXwhgeLqWjrV6x
thCclJF5HsO0PNZYS880/wxf1mLF4i31KJOSF7tYnAnv5McinndRIPJrKP+6Juw1DT+yMdppmC+A
lNPDPIB42pXwla+AEVzoXEu/HtrIE9+TtyKnkF1C1cp7RBmu2RPsnHqs6beXav2JCyG6yZ0BWxho
AXOPlVv9SuWkT7YT0xPritktqqqTQzKL5MaXAsMmHo4uOw5Fh5nbNggFex/A4ras1rZ4svREhfvZ
g6Fz6HoHmcBWptiayKleexCOu3rw4j9OMTpPqfb1e5VaEJ/FHLfv+ejOaFa1qMs9wSX/cYgEdQGI
lM6fXgXrLdK5p8/eTMSY53EdDathpfSpi1NybFx0LP0JK8rbI9IILAYQ0elD2GZQYKo1Hsx1BtGN
miqhx3v6i2T00kjP68igtwSNUv6v4IFAR3xE7vCi45qHHVd77S/Xo/JJW6YRmJ5jBKBsWyhy7VCk
/cbf9YxdJq5V5NCOIyjBlEU4YdwVlHDtnHmKvM8sNl24J3FMXregZomiTldAugO2Vrg7FM9xAjrP
9ndNMW5NPg8oLK2jCJk4TdXa+up24Yz8K7FRl99V/bxoOKgh3HHuwxF2/YYHkSWvzN5j1Q0MYMQ8
PXttMVMNWIlgx4WSW1euBCReNhO1pQu9eM7KbAGcSOaVM28RzbvA6+c9d0J6UoDNd47dRbX20aSF
V/hygwmE2vadIbwUb0gZLhe6YIW6uw2ybjkuvP3P1onIUGZ8fQxec9NTzTqKlCcZcGbsUYlMFUYX
fvBnJ2DoXntlIrRXZkvTl5WjfHfiYX2JisuYSkFEAEVGFg2ccOtZxQnJGPD/QWert2qJF3EThU3W
PfoqZeoJPFkGl0iAfhFlGzwGvZ6bM6EDHOjWDuHNOneKi3+Y6PaxiSNB7yswBbro65Ya5iVvw+kz
GRKpf6h0sPW3hWq3shCFXP+VmxfNoSvbsnqkrjlatjaL3ZxdvxyX330Tt/PWJpOK9hQQ4DU0TPCY
ZgLiFfTAxckvdCrkMg4sy1c7ekTYNb/OjavC5TYhsZjdrUtAkRVbDarUlE3s8N7QuPsIVHb1GQxd
8CXHlctZbFwA3SLpf0KiH6ONKqZ2aGkMKEFb9cjk6RX3cO88FXLKt34gGXI0EmYTFIvwtgoaQ8Rt
nXwSbdGs75k3OAAkW1SRFzaasEflCSBO8k3mHFFQNaZXnAeJPTuzro8+yNLgDnZTzJiSChj3kuYc
2/lWypzCEReFcTjQE3PR1tE9XikH4ym16Tz9IT1v5Zmogs7OfKjqmmEDAdKu7gW+SzqWwYJWfu2+
mABu23nRXXfZlVf9mTCZRyf9S3C/fKcWE4Ck5sEsy7Q8N7qWezwb6wfYES5GMNCG7FyxWsxXpssX
l9COk10FnSBmUkToFIQSlvIn4rrYT3ErzS6GAaKOwaTLW+t7ueFyRL3JJYpw+RS4y/eItteiit2n
NagEkI2MtzoKfeyDVaf2k+OYq5xTp6awhitC0nbh8EK6eaWVqALvf9sLd6mu3ECYrW9md79UrnNJ
cbTv61iGvL2GftuVdo7OvXWX3n2iu9Gdd5rrA+fgdSX3QPxv2DkU+JVbh5rv19E4AosoE1pSIEyH
QHPAovgwuuyuOYozODPU54JpjNqgepXRar+cKbO8PzgW3tj3wEXGTCjq/MbAmrfuicONszjUnaBF
f6RVneWHuvIojrbcrrjZh4Mmtaj7KX/mpkq/G4nGWJ2SFE2n3pBXme2PYbCevxLIqdv8Jp1MPe05
RxQxHt0k4xZHpEVGS7FXfTuL4WCpHAniY4ElHZhPSIfwzgdAPKqfEHyERwocosztiNo5PzoZ+4Td
pdNQp3Qz6DwLUSvH1p5V7yqgeVBg/Ok6m6sx0nuduko2Vxlv5vJR+nkqH7Sew/wjyBNIzFsLSgIP
B28GyRW4P464k0AEaQMIunk8rmSt1k2dF6VztK7TIXgzp4k/YVfGtN5hdODKC2DBaZe9mOIBBwvN
B0BhE4Tpw6KmFgtOYfrhuWMAQ4qCVzMrXkgbp5BLQZOh2Z911orSbLXvq3GFdr9onNmzrXKR7WTP
ea87xojSl8ATRJcT9HhOeHcQ20L9s+Gp4ZS/GqspmBD5yKE4lGhJPC7KX26qhNMCAyaGZVwR0LC7
h9oAx36AeVHU3bbrqiSl+AZbTrgzylEzRLuhSotiY1pktpPg7qrxuUM1KI+ELVwOyQZx3t1G9TpO
pwzJGrAvjS/5dSl1l92zcoycpxntMg6sxxKE/xYanMboyK9x8OERup2WG7ksFRG+uBkXXZ6TyrRa
bPN8nMNvrYgEvkKF8dIbLrLk9ZYGsviOFqJQgY3vQ3vdJVN1KeVOIhfIb4W+/KZFUY/7aPCqZs+w
n8Wt8bGOXNGr7JZ3CGkeRR1jvwCozaIxOeoqieNv+nHAFoPY4TKtT+Q2tbdTq7/G/pZqrYsdSKcZ
1/o9w6slPAeGODgEg0WgCTImTmMOEhnMvZWrXFUU3onuhWy4xkA2yosgLbmJbvCP5L/7gtnY5bDe
DCDKLR0y0j9WBjbz8jSUberaZ3rOPP+IlYZZPCelUTlHUKErENsVi0lP0VDnXSIsFrfLVoeE6rZj
pMbpAgCkkQjKUZKFV0wviBWEMRheGoe04+17Gi2BPfZpiRylx2qNjuC8gz7B/s/tFHijw0u0G0TH
OLgqV7F8M4Kp+vTgRZNID/x8fn+VQWcaHpclN86fIsKy+6J4K9qfXSoYrPzxcyqFGAw2jWKIxWHZ
xnhg4WgVNTwAJ2Uncnx20Et7l+jFd2+6QQOe8GA7VvhL+oOA/b8gCSMFM5RD19u06VpNdx7FMQxn
ZZ+Z8xytgbgrYCTorbFuGT/EXtywjdIiIPx2O7RLoZ87KIQxxOgA/m3WU2B2U+U1J1Q/AerAxDjP
5FcRkM2C6YOa5RJJHYAeTqXfh3+GOlyhBeVOU+8l4vJAa7mVkvKUCsjR7axV8+JILsvbXrtx9bMw
VLgf1nHFxTls0N0rtCQaYsvU1VfW4ER4mbyxTkaa34RfgL/phDzMHYOC/US/CiB1rduYto9kSj90
xSHoSmXCiB+XGUFwNbBhh58sjy1op6VqyzeiZmt/N9ASL+jCG+iUpBmiTe11XJuBDJRsJIUtU85a
x24x0UVzuUxEEjJQmrd6n8gos4d4SB21q/pqFWyVNjNfUTCk8nNEDPVvEKI4PG9ihy3guVKBqGij
dCgEPbpuO1iALHagRpMVK2SQzFQwjpmiOvh9Krj+k9MGiPl1Dc1TNE5E40lowR90+4ljb3xGy9Hj
FcVavv1oFffacyeSSTh4qfou3rXz2porfDqyu50n5Ud/+O+Vi5ZD0m68iwjGd2DRaQ9szkZfUDZQ
nXgiufokEfTuAnL4IUcLSw6YE8vqCbh7uqXGj1sCa6IISNSyD8/cKrxqIV3fkN9J7xrGV/F70Ohu
pZkrmNeBBid83OcB60JylC5r9YMJ+B8nUhQASjeFM6wFUdtOR5yxYjJ30wN0Mq/bWtWnPaLOKvvk
KlhSXR+qxYVrDPK28Z5YPzBVEPfB8vhUlHVG9GDOR5ZzElv1epOKiNhZVM85dYgu2LbpTVWj0N9z
nTnpd9B2U/nEiqyZRLVqSHY9a4286cVIpgqhshzfuIJFKQEGFKavELxcCGNbok3d85Av3as1bQzc
hmYn+HMTba8g5t0Fpg5HTOZnK2X3brmBbLjWH2uumaKu4HNSe7awJvyDGmXp/lGhaeGyOGP0CFmT
9Y4Zy32YzhIUrix8vsn7Yq0TBffcuJ1prupwnswhGEeHAivkwG7+mlsXlga3eX9KeJ4I85YMTldY
odfIINnc4eAK/Ph+xWCPgmNxmuTZL+jndp7v50mb6hcEby6FyFC5Hon6QYvT3o0blb7h9IJqtc27
bgKiUzrFsnGnMBB7qsAmZlESJKoA0lCr8UlllW0l3TOc9J5lqaP2lE3spHhxADbSZt/EfVN8BrOF
H7yP8gW35gafxmzNoXSY85gtv94ONrjvTuqOWxQdBXhlMG48aHx9IBRLrFvlCfsJKN2aPTz9SKRc
F0qrx3pNGenPQ8BhdZ7DCKK2mviiMYa6x2KeSFGHIA6ZsQQ460zX1a8AAVaXnrvB+50tWf8554N6
rAlDLRsvE+PN1LWB2pH5GYjt904R3wn6dzDsgoaMJlwRkEqPSeRHdt9HtcdVm56uadwHTu9oqPfl
nD0l0uvdQ5yMZU0YGNnvHi+XXD7lBDmf/adLFTzIgT5vMKk2CeojlsmJh9aWrgvaYnXUegMXUd2B
IcoPfdJRYFDA9GHAUWKYc9yE2OdALwzKsKv6hwbC9QlcODP0fuyyk21sf2fwhRGncEcgk+B/dyMk
NUDGxWKfFJ2P9xnIPcsopis++xKid04DwNn3ghzQUtx7V64vxGcQKP44RDHWCZCKby0dCLs8yJwv
jpuKijjfvXb5NLbO3NKlB+kyPkyaoR/NjqQ2Hb/aCQutZYu/2Hto5nq+z/4qX67sRCOMKBNoIxwe
7lLTNzsJ5PKWehKHwTEa9JWO5voZkLLcBqYJnwjkgTW0lIhskWolpcfeisGPFeKt4Wa8p81x+gix
EUNQz5sj5Pl013akF5dkGc5EiWEPOWnfPnNporKDy0XGUDZukpva7QR9ibINtwiO1QdAfMbKYWP+
OP+bozPbblvHgugXcS1OIMhXzZIlD/GQ2C9ciXNDcCbAGV/fW/2avp3YEgecU1W7ZBatT0g7GSc0
Q5qeLjL1t+9naFCCa/z+tFT+dxVas26ho4Ibj1ZKXfnvMXdmiswcp+jHeAyKL9iVOFsAVYt3DLP4
MsI14nQwjcHZRE28rVOVXn2SfPSFZRhT/DkHT+wYAD48X8nrB+2IhQbkssE0CVJCdUW9H0Xln4r/
e3NZq8OuXJcK9gAX72OwMHZu5jKVz4o6Prlty9m8uWQtWZBYo25Bucz+Jsm5EDNT1TcoiMCYIY5j
dIF6ToV1KW1Hv6XjQ8czxlJBsa6PEXW3W7Q3+OFwIfceQXdmjpb1Tc4eNNgoava2GH1gSTSzjo7l
GmeobQS8eemxT0QVZtVdVOjyNO6VOZP6gh1eqCnEd8vS5GgiFX6yyioPQV8sxyC28QGVjGXhGMIp
WOYiPy94Mp5W2TSXNVGc1ospsuwncbEOV99ymzLc1a+Vg2jPxiC2Yie1qB6gaDPt6ibeKMXIuJ0R
d1lUqhqPV1SO8FJtiTirjF0wEsROYw+pz96IBInf71EKxb1SrAwotQ1RKcpVxzvH72hMYZinm40e
g3MegPee3BKYnGY5e0559pzHAeS5tOVwVpqtZNXU40POH/7CPNu85iPDaWxBEEwDW2Fmhlid8jqY
n/Rc0hwRq+RGj82M7QvO66M3zeyg3SiiDKpOsJQFAjwGvX/OJZVL+MdlwwPrNKHoJjyvflvcO4ca
+96mTgWhY2jf6S1ILv5i/H3Vewij3mqzE6dWVI10UgIa3xh/yGrmkEn5SZhRanDtWJ1cx7noW+Qb
z7vOAM5vOXaWX7HW0t+bugTVW0ext70HHOJTOCSQUBUQyAvxAe5Cb6zrJ1MNGIpiXjKQDQIBJs9T
V4OdJT8MldfvlimmGDHE8bLl4Jc3m9gsw2OJoverCTDzL1K0Jwbj5mDo3URATXxNueLQfHI9lw95
SsfPlqaVcG+cpLx1VSqdDfJB9DjwcsLbic7JWwJN6kTmkNstomrjjVW0hfqSomVTg35B1abOCjNp
tglatoMZ/KWtSqvpOeliCyjv3m/CmvYggjutjiPqNanssAttZYtt7nFwfu5pQjFECHTx2sp4JhhY
MIWkkLsOHs+c/1a8rN3et8xWGqvcb85fyXpqoN7vWuixPxqCHScS5Ay3mzqittbqJf9Z8J79zKs1
V7xvnI5zk4valshkZqiGTZcTkhuI4pNe/e5Mmr6qzpC9hkGBeNP3OvFPAapHtV27HoQHq5AQ2gTa
1jOD08w8IOr3Hq/wQ9AFydsY+4M49+yyjuO9KeLJYnPxNrQGLu9Z2riPGTEXBIouefHYIZ1dyGrn
FiGh27C5j73DmrpwY9g3/4cBU4jnZemHVzaQvXPIcj0mu5GzK5leL2N9adcizHYpyeSdocwGLJyd
zioSzoX3f2HeTFEHyW7KXd2eix6j7r6TAK4kPkx/01b3ltQlp+PisE4CbihyXvR4Z7IH+La8/s8U
Jt773RERE4yx6tymdAbmWdnUR1cnaj1mfuraX/XQyYKd5ML//8QHXwWUd9tw/JstykdWq3J0QJR9
3D7uQkOSU0gXLseKV3rvhEnVz+gdbchhUCV90TwNaTHNLCiTooQeg/Zwn/C9FDieGFfGSIgySfDA
624OeRpTz4eiuo5AZX0Hv0qPubvKd27YkXiDKwHEzN+2CfZ3TozLwM4sWEV+hVatsCKgE84IxvzX
PzGS15xWylGPD5zAEjqtxyh4Fks6ti9OUoXuwZGxic8tK66QAZJn4YW3IPVgYsQBkkpiBDudxbQR
LM683JurMzbbTiZM9aEcL1UY67DPH2hXWoCpDSOcaMn8hxcR7tdnmEsGxbgNxMGhB3T4OzEUbquk
0cOFZ5fz2+WooXerGPntnZbDT4/xk5tL8xDZlHoqR0yc2Uo3ZhFKdUqX2YJPrPOXrL4HRmzhDuFn
N2itf8Yqx9EA1wxykDJwCPrSiRFkeU9xBKaGXeYPVOCVxYao7t15uPip1g85vEv5pkI+hqPwbaL/
1dQAAMpp+Pw5q2oe+6dk6CkaZFc7H1hmYHqtpUwUr5KuKj/6lVqtYzKj0u6GrBGHDI+v/iZT0w28
rdfI+9EZloRXxJexYcuw9NLb1QtMnvM6KEJNe3ccSN9uBZFecWYLad4YSn1F6KNsLqAjSoU3HVgj
qKaGcqcNxBJAJJHm/f9BR6gMdt1KUuFbeIZ1ZSmpFkktCvrKBi0Lh25jfJrrOIM4HSeonifUzp3p
STRUR6VglByIVWlDvgIqYN/RgxjM6RPqqHMQgymhjwKiaHrXrX9ndmJmtbRRoVeUIjXkqJofcmoW
KpOKKqL+remTk/Ly9jCObrlcHZavKfpFWeXU1Oh+/k6EgCCdFmn90C1hIV9S7Df/YUCei3M01BSP
LhUv6Hs8jvBFm2XfdR/2/HK2ZI23uNGJVuPivwJ88wVxLYpOQ+KuV9y//7k9xcb2WMg8aD7tYsjQ
sf4S9XyI8KlCpgut5GcGB9rx4NPwNB+xWLVqq/gAs29tQ6DqdNT3pJBnOgkJvBG568FhqDSqtroV
Dv5zRrrEPY0hoyzVSrUhB1+HqYMNxp8W5mAiVFizyjip8mdK0GYfzIwd6l/O0K2ocNoktjxMi6RT
OnfdUG5Kju3gqGp/Iq0F+ZrrTrZUn8uEHKtfN+FC6m/GkMPu3GLYUfC9k4n6lF0EILpn2jOm+e5c
Ty0P+KIl+Y4kG4TzTtYj8WsOM/OU/O0QH+2tKwfsPmbO8bCsWMBKeFgKErFLx2vBytIOQA3ckC0M
kfo4jTiL9rRu2w7n/XLKDUDtgVS2aP5oO7DMu8wLnkwABJFf91R+1sm9J6lwWxg2qBxlWItXAInj
uj5E0jFsUTh2jdbf6ZTNN+YUkBjLo+pJa7VbBMJQSyw8QxgS4GEP3gAV93ADs+mENRDldv0Z9X3X
v5Lzp0Mrgu/DZczpJaLTpHEgv57Lcgi/LZ9UxT/lwnveCx075rMx2A42gj4dDtcBKua6MZJ63vOo
ZNCZQz93zbBXk0Nb0sapw7V58tpw5p8dfZoIbsPYLc6L26oiCt9ZVhVAW2OjkmMeslxnQgoHgzt6
Fa3R21gRKLtSeRUN6a4iQVr/G0rl+d8eYGbm50Zj+HVppNnRcmlegPJmwYXBl74dX7LYefH7Dj9q
6wfu/LDkfDyvhmX4sg9xvo70m5XhWZRYoDZue99P6XlxD55hQYo7foE7tVZde3bIXD3wTMq28YQ2
dcGnj4uwy6bvElVxV+JFCnY+ByYyTXNxkSqd3YNJmvAQaOldgUqTozPdwDNo3wdFag5CjbNHvWwY
9rxESaWJ++JjVfO565Rwtj4/X0kuwon+2qK99wcLU3xJZxiAqVoa3f2gloJVEYsMLtIVbb0yKron
VQHdAkONoaMW83joqoFaH1nxBexFOA43UxF75KHQNi9YYNOL34n2dcUamwIkNwv9OoH+NfRIA7vW
b8MNWB2SvAi13fwUOAaX7GoiD/sTDtjxjN/CPpRBQKgEL26lCIrxmmRFzIZg2kx10hZH7RrDH5V0
ABtArE9lQg99MCx+/sx2P2ofwjaduPLdOX8RIgENLKS73nyNJ4UhGtk0QBKdtiz/evepGRFS79In
jnWqVpwfHSRewq6VCcDpj0CWMtp0YYgQzIM2o1o/3tcEY/ShidDntzJV3a6jNutn4BV0BCVj7DHD
lChpFWZz5zGyVX+sRlxs+zBPW3cH2pdnhmbjus1h6EJQivusOzShp8ab7UOmOKJuvcWuUCJFESRa
+HU5uyWfi3K6N0mZTrYdSefwHNRpb891ICbvyMtk/g1NDmtxq3DpdFRavvvJ6rZbd3AaXGVkkMzD
hIOLIKhNqJaZKAvtqiU8s+wN1CHt4VYEjkJuK5DBPyJqpGPCxeP6nxIkdh+0TKYfQIhFf5bCTm/e
HEmWLM5YHEWXqvZwR1C2h1oO4anPC39hfAaV8tSzSXluaOK66HDW4lHLwVyKiqSgUJyqh9osZ9qF
k/M89KC0wNN/S4C47CcU6/EwLLtnpmO+LuC0Y232EcmObzlmxQnAqTxxq6g90woYvrZn6XbJV2a7
s0cshKBmaWxy6wwmwZOGlq8ObrByfquVg07q4GzFLpPOCOsA2MVRamX2bs45lZfmpP8bsoXRlhk+
YvNnaTrydN49FOzluZu7wflMFLLNq1fjddqlU8/Cg+LuG/kNhWzMe9pnaGiGYzfIfN7RMYDUO2Qd
p6ap9Iu9L7AQsC1IxnM7eqLcJRwHXg0tUB9doFP2X7UcOV52tebk7rsJvRi0TnUoSFgI8iB6WT2q
+rYLyBEA4RklZe3ojM+pUxQHWzr1ZZ1Ss5/DCd/RCAOjJvy4dUyGy7CZAAet0NUvA7edZuKsKIry
JsrCwcXf6/ACqQ+r8OsnzTW3DVhw7mLfzalxqih48/D1Ovj8HbybEUtzmsmWIXgfeTBR6zDI8Khi
B3tTnk90hSw6G9kABxWuIhY9rXs28VA4u8jRCbaCMe2OFvnr4mDN4ew9EgA+4IbB4Gxlwe2bw9Pd
1kQSiS4VPqZA5Q7oyf4YifWUYxAnbz2PMacMP0x2HgrCaXBn70BbOnsy5aXOX4Li6phUkfoSBk/u
xqZucPbHeytfQ02E3PhsE9mxBOlXSK7oA2Ty6GwNrqkLCbP2oMSo927YJMXnQH3wq/BFbnEIoFJ8
aMdbzr0OvQBEXEDKrs79hEos1J5uL3JV/XXGMXrWqXWqU00E2N02EE2PflfO33Qoq11I6PGlWbty
V+Nmhi/YL/gaOqfuthqF9qwRc58LKiuehyGo0h85quhTN6K/YGeImKVKDEcs8ptAbfypz8S+Yfxr
N7mHfbZ3WwbAGUDvdzQ3a/q7adr0iprAXdY0gQwYQrKIMDYrrtNQ4FqrNwO206exboeC0DtWCGdd
kAx5GhRvSrtNcRpTN9p7aEIcfkZ/h5i8sC7DHF1QtvwaCo8BeCCahRGsXvJ/s+kHl4oIdv20c2Q8
VAmvOLt4JGSodLC6Bx/fwOsKVr3YsFBzj6Y3ccZj8172ZghafMeOJQ7mUqerPd0/uYWXR/us5bGx
1YXTsAXhyHEjYdxRQY/Q8gjY23zMGjAKHE+h+IDSecAuzYbLbzhvmKESlKiW0w+GXhXf5DBk57o1
wTX2zVJcErIUyUG3aPebaOpIJ7mQ6/VPZBJ6tO8qnTkvgVmaA8GhGhsv8irFpthWMSuQCHBvKdeH
PuE8GH/jI4BMJldxz4PAxVc2EXLnp1M7URSTS/YERfiI16MCjRrSzHjOlranhbhofrcBNSUb1ubr
mf85eAzaBs8s36LjXyQLaO/WEVd7nBNPXZygr09Q0LtfzK7NcF11sqxUwU6CDXfHW5Q0iQxn0lpS
Z2zJ4TtchvuwCl+frFfbuxPNcguNK0CWyn953zBddIsw/0C7pOEGp4wm9EqPFe8nujD9S+pxrHib
5eByUAiTjEKLuktzcgElylY9abwQWCeLUxWb8tkJ2zA7UnxN2nL2ZmJUHsk6/d6r1ebuBqp1hLus
Xj3R/SU0pR8gfPQ0pUp827u+dyNYCFhWIUgFC6cR158GfSTB1skNyIGSw2A99if0u4RMDbCQHW/t
+YnDqzG/yIyQPMegFrTnmLNTfLLhlF3s6ixfUc+6eO3cGpdQQvnlSuLn5b5Enn9pGVFTQUcK3cVj
6pefxcr+YsP4at89HDVc0Wi8uBdT5rFHX9WUdJTEGTDJRQGcylr68SFsh+mBXxH6AhOC+UfdV/ru
W69nn6xx/BXUa4cIPR5MAkyYNEWGpT/Io0QTgX+JMy4jp4F1JiOGiL9ousPt2ZfaTx6OORoOUzn4
O5OSnkVwR/E8ZQuJ6WMiAPLvgmbCfBdbF9pEX4UBbGMKnNLkaP3c/PGjsaOEXlq7oe+cpSOXAso/
JbH1CxV40Y+m6uGbY8PdDc3qQRyfuj3PF1p8/Riv7oCTbHkTE3YMYYsB6GCT6B8xHSPqQUmlumPA
C6Bg61qu9jwLEB77jFbOeYe85F/7GpXKIRtzbgPlEniT7crSd0a9SVj/Bv2d6+cs41OK1e6SsRj/
dkDI/DIKEAEvrSklqBzjsqnJGh1c6pp5bCpYDgwcYYvikzuHqBd0akL+m/akpXjqzI5v6t26WuIk
IGDIx/RuPuL7HfnsWuISK38v973gl26RF3ZjNsY1nOZ4Aey68KKJHbLznJiO+DXW3zK9kxP1BFSA
4yx8m/Ceg6KOZv6PG7FRpPez4ZGx0g82YxxWP+6NTn9nbxFcTyxaYfRW09G203DD0YK4S70fNaRu
0T1RxeKcxepPR73YCmPu2LLgy3zEyz2fi/M6DILMtLK4VYsYxZ/VztDupyHic62YBPYu6YRfbsa9
+W91u979clYsk5T8YfT21pxTObnkejfJST8ROorPveeyRCopJWKKylyB0JWBjS8ru7CzaWZqldfw
1TDTnHoQy0wzqimOORthzPxixRTaGeM4p0p6nCu0IK9/oKEkGXZWsxMnXh3xzQqQ2ByfSstVxh+T
bulhF3ZVUj+aqelvtCGXV3xDBMyq1BNcd5SUbSk2IpymM6ImMh7qC+NmuCcSEv+lN4JEqulhVeLC
Mel+7l1UUoAbCSnAfsbASdLgTdQi6D6KToVISjFwzJLNCq3hsiOIW6q+4rkQE5RHLG4iAwYzoJCo
80IAAow1tAdJBIDqzTODiBFU+faQ4lEZTlMgKT/zZONRGjQEKjnVrJLbfQWeBeuLRFUnCztFifaw
c8+KfJAPSQWxWVTZsXO06z2TMx2n20ie5KlWJXNvPLPkf3Zlj4Mfk2SIqwFd7ehRRsmyj2/e2cTE
VzX8j4E686KwTxQq9fwVEUEeAtU/F8SyN86ZmBnDUEX1A7bmfL6641pi0JtHvzjW3RDT3RYLp7/m
Hr3xV2PdKEStvBeVpwPlK4LlzU/MqsXXkpRTh7cwxhzLu6h7Nw5zlMu7m/4Giy+vP86NoyAfeOJI
RpblI2W+E9nXbsGY6BcP5ZiWn/lcyb9BHEYvVQb382a9es4fmAcwMvJ2X+qdYpfA4pXd82MDa+Y7
Dqr8qefrfMHCPhDyllURo4n59DBtozH00jPoFz94kXiRg33gDwY+AztxGp0aQgzbaMbzgnhRIQu5
TGRgoTl6+3KD3DDhMMw4mi4mdTis0wad8hf+V9Ff3KKaOwko5iwfmQWMR5SxUEMSH1bQ/AGpFywm
H3LBrn6MUwwvewlG87yORXwMQtU9taPORz4a4CI7fpqBSBHmvHPfQB/fzqsdf9IN3P2LKORtd9Ua
EWVuIk5oG1mO9Au2mAq2CyW/NNjjgLrCQBTT45LZmU8naHGcytagKMdKsshOUyzsNxtn1YsjqQu/
OTbAySK4aOXRmVV/8a2z7tvViy5VEKffVG5N96dw1MsH0WJZu8G8qil2dV0td9h3q/aiqsF9qvLG
7JAs05eW1ua3Eksxtc8U5pgHyqCyGGKSheDMwou4ljXkpbZJ7VBOYcuavVnGTnv+Gkc+IJD+5ZRi
cRfarU+o8PNTRsXOSBKopuKWGqKTGBs6uRbfPUFdWv1fiPUxvuqSkwMFSiMp5YFKqh8OE324ZeqP
4/NaCHtC1QKVC1cpfF3DMU2eMEcw0XUtMd9bQv6CMu7aCXb1RB6B5g+0cN/DWXeZHRcAvuNjqto6
aexHn5W3BMWbafqGDgvVUPVGHCvxOR+3/L6o5R5NLdtAK++NNA8PBiwOvv/g0a38WKbTsuvzHnyv
YbfCjxu20SsW/2R8wZ0vGdIpquIHZYt3J4hzjnlJQmH1A3nRcqJH2iUcwLdiyn8uR7vwPag7h6od
RKQ52QyTGz/Mcwbfp1Utjgoi+dSTaBGnjIg5AIa/Xjj1BxlXrrg5esClQhaqF2QExtoiY23YEUFR
3UCS8rFbJYGbb7Qc1xs3it4L0cMogju+q/wE+3vujuPROmwUN7UOoQg1QVKmB9wa4lKsnMehGEfX
mmAHoYo1yF7I7Xb4CzwOCRFz561K/ej3HBe6CTkvkFN59h1CJSeAUSQGQB8QBG43I7b+ijAlDYbT
raTywId/vkxmN7FnB/ngrXN+HZkg1LEOBlbexcT6a9OWQT4dg9YhD1wMYOZL07rzFzEZEbxr8le/
teAHVYaadvCuPAQJQfcQ1vTs3V84Mtrjdh8hi694kc8h+6LN6g3VcIFKTdpxhkl3HYMMeyWgnRCd
o1lW8TUuc+SdskEycON1QuFQfcR7wy2acf27xmX3ahC4QKejaWAm3DZVyeJ+bcpS/quGpi1+IkC4
2QlnQ0EVAbohXhEdLfQleqIwh7gLmHZL0YXhrqcAKUZel/occqJAkfYp/7bw8rv7rR+SbInduU4e
GILtxO8a299wxCE5jbn5maJK5c8UDclHlkO23JnJxAYeD+oXhcQ6d/6rZ2M8/DnSXBAxeZKhDTrX
Stplj8WzIjAqcTh7xXAyfRntgAm1sD8wsBe4SNvQf3fGGu8XhcXyN4CC++A2U7lZfPaJtyBKrnjb
xmXhQB1xa1DehI4DX4ZHiO+TY/7AU4vzC0wXj+YD3Cdcopr1raSSYbbjabmXykwVi+WfQdmwVmGx
SLc4HuEUi1NtryWbH7BeGhfVjl++JYebJuxlxgLx2xhuPiIXP8qkyI/9lNX3roqZtUTnzU57nmie
WjZCZ1MCB4dI6tPYrP7w4ngyxSQZRTmu0Z7/JMq9u/Fl6F+4lZcXWEzepZjq6lnMs7Sb1k3FNxv+
+IZXfNhVC0hMUiicLEG3Ye++o7z66Jevx/tGJL/roMoSWbuwF84/gy6RYkOkPnjsKGgMWJ0s9E/8
QeDHJJWirVG7F5ZPQd1KQit+uHxBIUluWYl/kkrrcnFJabrrcQk5NRyX2klDIC2dFvtqLdyPHj89
C8UwhNiX4QMeTtxoEjhcp/IabxKmifpixdxfdVFNbybGPkyiJJurIwycmSL7oq7NBnJT88MyL2/F
rKpHg/C9bBKPfhOonxZcBN40iWnwOGDW2TuM+v9x+5OKcnqf05dHGhRg1Rin524Zl/hEawQqO8Ev
+97ZaV6OUU23yI/SQAwGXkJ/2zZKYLhscHNFrONjMAqfxMstN2yfRclLX7DF2jKYdz9jfvAF2IXL
E67mSHGJIpWSjVUOC9Bw6b1pO8W9/cRUP/xmSCihqg8rdLh0gSAlBSvEDLvawTIAvnqqtOwLEBbc
w0DArNjXyKh3shF28vQQeC7muMLDVIqwovCM8+IUh4EHVPfSZTLHeUad4KGh8+G2eLz+XogwTf4t
8arwEtZhTXmmRCs7Y3U3wQOtMPCW7pDXLyqxKOYhr910RBIcUXcHJXWsHit80sWvJGhhtAuMnxCs
Roi8VZZ7849p8Or3uOXMVyXZuEfXKbuHsmlpXJMRHJsVuFTo/pxVu/xJ69Y5LX17r2ud1/VH5Qg5
IDYD2xV32+12rozxnwkWBNWBQ6mDJ7CSEJ5Clat1n6VOd604y9wgJ6AZJEHYa/aEWCTPcT2me5my
sKoOzKAcuYZ4rqEKDwyTGPJtyLbWSdyXyrP3dO4aVB0+qnkJTx5Rz0uNy34Hv6zLGT4We55ScOqH
FEciNqmaax2PbjK256xZklPQJvmzEHiPwHJ5zVuLJfs7CdJ46+N9uuZdb/5bRBl4eG0nGBuZ6954
kU7Ilzr56RK1pFxMY0fi6grn24Rx/dKysdyCHOkJcLZsnJ/RakgIejOa3CVR7CffqF7LcTf5cE/q
r9U67iFdSERyRE9d/mkXpNJe+R3yBvMQhk4O7W13XTIXbmk+k+/R7Dj8fRzRJFuVY/23XGfn4jYu
AofWocBhZjiSJk4GUhc3e/KaI05cu7Yr3ykowEDMhw/lTHBDTFHqml0Ni0m+Fb2DCAr+PyCvKLAy
3vMXGAcGuhsa1Gj9onHL45OVpvoLG4G4hAoXlqGBK+8PyhV1DFpd98cmpn2x+Wr/qEmG707iONS3
QNl2bqxNcm4W1MCAtUcTzHvh4rF5n/Mw5uXEbuWORZuWB4R7SZFmyUuRQho5nTM2gNFhLbR1dhWJ
jCMvVpXxhC/GJ17FdCLbLKkPcVV766bsvOIox2osDgVNfVcxlbwfHM5BIB25ooBaL0nzhxUxxNGE
4AVGCJj+F2by/mRtwirRnaBHkLesztyYA76xQJ8Nbs9wUyVrSjVugyEJdJXhVQjfjKhMRnFQtOsh
bSh0maD4dt1Z7bHcy4cAHwDn6DDB22v8DD+cGaJdW2vCcVwM1LpmaUKoOwaUeumaRIKzAXbUELgl
VMPBDS0NmcgjKXUgLbJsmzBmezkv+fQKYV6RYutI57xUauBonq5rcXBHUu7R6I7+ExgG6x89U/fq
bD3CGXC0IvXWsY0GjeMZrWiZSrLbpAi1gCPlEMHjnvKfsEuShh7CxJon+Io4ryDi9fF1oUAVI+Na
6+DSoqpz7YJexMLlZHrdh8PU6gfqfOn8yzOnIdsWJATmU7SudZtFAUnqQQO+JU+Fs3CHd3gIAOVP
OCQTN/Obf9rGzWPE6+srKPr4x+KE0yl0Zp5LpcLI7Lk+DQjC0m68CTH2PxZtpbsDZpn4aRBe82FF
Uc77btLzK/tEqX5QYsYzlerM3J0+M+slLXCxOEF7iDzNZmMYiaxPIXuHf/QK1uFXyKjxb65WYqmm
WCQ9JX6+zTCQxETSDeXQYTUGL0EjjOC3nhf7xjmZVndHsbGpdlnUW3miTNp279GUtuZvNcVZ/ocJ
Iyfe0NusvMTWEDpHGOLNK9H7LEbZKg4PVZw14EJkHf/rZpF8iEwB0EDp5rWP24LrApW1n95YBnJn
7gdSEI/Cmbz0CcshRkRKd1ZE45V27J9RXIUvi+OV7WnS1XoOwgYDhL+2r2E+Yaxyw4T4Yj9Dj9J0
Ug8bNzfrpehE/NVpAFTfDUmMP43hMYqYGTXmexbU7Dym+CyCMyxD0eAsg/MPoIY3E2FbPObdF2Od
Xv8SoWrLHbFk/z/t+aJ+lnfKh4sWQF/uiSb25mhwCxERjxkoN4FM40vBk/cm6FWM4IBI//fkT9Ep
SAJMJrJr4j0FJFzl/dg1W1fK2cO5EZg9gAEGsHZJCM0AwbDnAlfU8kuPYaQ/4W34BeecNZu+el/P
M2/lPPqJ12Duf3CleOYDiKCGHbEklG1uF7aABLjb8plnBAAYMyusHz0re01LxL6XSfKgOYdTVph6
ALGIu43hqS6XWp1V4Wf/sLTLZseT2n/m4DpektbK+947Gf6Uuu5+dcVC6KLIMn0i4TH86AEFHLvY
dL8noE+PGt9ET4FlRt+94/jJLRr8RW/4KVzEZvyQwKo49RR/2MXPXnoYC4wqBGmDuOGvyVexRx2l
fadpsfzxrQW1mP+mNg+AFrfYBMddUoDX/uTJzT9pOTCl7H7S8FErJieqWYV/MSGiCuYn66K6zK6X
uzsBb/qjhPFRsnwrQFcQNpFyy8fofXLYk5BYVKUpdZREirmiF2dUOwlSeKa7E5/KL0IMBSZAiuSm
F7c2XP0bn2RNdx0JAXa7pl9h0ohB9cekkBMLsxbPEO10ZZ5D6+oJYoXx1HjPIp8qDuQDG8HWCMYG
m1exQ8a2NwJwa9/57dkNbCPwvnbL36HhOH4tVMwCeKJ39rqQg/idJ2jt2T5DusOj5vpoqAE40wX4
RAo4ra+semFOxwnVmxI1rF+WlzQAnj1vyTW5JxaoKCgNUYDfbWwy+5rTrgr3FV/HMdBIT2h4PHgg
uaXubvb1qqkEx3YrqCab6uGrKZvoVhBFaRAN21z8N+midnmh0mfqbjCVcs3coZA6fSGE1VbvdQ7F
cW84pRWH1S+zfeXDJz5kabcW+8bQ8gmCokzrb5fwnvcziKyHhSGEUPg+klsof8Z4EJBF8cym6gKz
0n9F9KO4ljAoLjFXUmfa8ujah2GKLuF1qj3S32C2HTN9fZXzQsQ6x+n6Qiux7LdydsQz2+8035ce
DNvvwVcjFwgk0Wg4crQhbwJxkaF38s8pBxt/h+yEYy9ejHJ2QTISU8BtRPBS5HLjkvI8NlXTnTlV
OvZk/dhx3poBjPeRwqssv2v2Xna1gQNiL6D8WD/0M/v928DVo49l3yecA0PWs7ssy4cr16/9ALRF
m0iedZiR9YDjpI3o/mM1mes/ajFjudEBFU3EOBR1FEkcBtPRFcCr9uvo0Z3N+YBwRcCkDrmoWc/t
4hYLnDKfsj+M3yzPCHWcaZ6CmC7jES2l9olQbiqPwj0TtNkVUaR4rUWHI6QIwvojqYCYMOG06jdq
VvYHqqcLhWSesGbj4eS7hUWyxRUZAJlyRFbXeNisqPqvsluj6VQsTPtlxO5zL8HtHDI0CzKwlYRu
kAjwfh93zFnB2Zm7eW846ySbIEAL5ZpqfbPHFjrtyHxBISNnAXeJBdNdjIcYCeSrpTnTm6gdf2IR
T8A/rxrW0THOL3xBws3Zoviksxp2BYLgJ2zNTVBaTcahn/5H0pktN4q0W/SJiIAEEriV0OxZLk83
hO3qYoZMhmR4+n/pnNuOjm5Zgsxv2HttJiqJXOx+twrmljxXpLwkcVisU/ipOJDAtipmGVeIglb+
InOGF1cWiVQEkQOe/UjVsWR/Vs7BdCfSDGMUTdOpZp8IfSYxBz9r2aWX3nJGig/4DcroccHzqzba
K1hqVI4JMM7c3mTbhlZ/4DLMfUI70R9oBu8dTBaEI/P0E/IdLncMYVeQbY6Dow21fdOzZR14Gq4r
j215GtAj4IIbcMuil5Xhn7DKp2/4KK56tzBUYGZo+BgpQ51zI4PgrmBC84/OMkGl2PUV+/ihcd+K
RCTukel2cZfRKtOflm6XPiFOESgllonldDql98yL2JcVKYtdHx/YhvG1x4DPeN7z0FigIn1nxm3k
MRcnabH0P1DMWC9tKVCGer0HaRfsyP08Qj7JwLmyI59U+92C6Lr0TdfvabtwK3l2LY4GfcNrloHG
vw/xN8egIywbOpmXe1s0LtVjpjtBKhYHKMtTZ2L1z+7L3bHlXdodf6C5LjS3rwjhpX2QWB75mqZS
MRafiVNM/KA8974OrH2rkuBRmiFgqbmkaBCRF4jhLYvq9ndymEDjMe5a5HlkKF7yYAGnwvpB/HFZ
pDenuV6n7kbx6fMjxIPkPu25/HDD3eZnmyHCRXR723rnow0gG35ThXrR44BktLvO6VgGlxBe5foa
Rl3ef3YgQ/eNIkD1LiJM2YvFSl31uDLxjUOnWz6EwNt5W379g3GIMMnWgGkbicQqGTv15dULdYZq
xt7f5qoo76Aky/HZnV0mJi3FDcgr30ZTafvdEWNtKk5dR6kxhj57c93yL24qYn6+lLXOH5aF8Ryk
lcaNNJgDUBFf8jTo5mQIFGWc5/MR2cItoX4IQoPeZtVVce+EUGheIGGIBCWYFEfujLVOEbyiYdkx
cJCfNkiLZ/yaJbCTNmKUtPaCfhGJdVxTL8DNsfLxAK6Avh7cc/lfFlkzK2UiVB6moannb12EiOxm
KZcA0s3YHzxnrMzeVCCBtyOifHdLvVt/ailgrCpyq+Kp8kN3w6zOe+SGCK4V3SvCEzfD89GE5Q+A
Wn0P0HvucW/37hMU4yKuc87pHZXEevWCqIyXLiDI18XNv2u8BFNp4iwlHhNILBxM9sGm2P6TTdjV
N6k03uew4P+mEeZnmunrY8ei36N3tPI3m2SCK84G9YQb5htN6vQDzT47ztBmGN6X1blCKnN0gQky
gvdUwfB48k9BEAD6yW8W5k1oD3ZHhvw6XZw+j9zdYJVkdps6tZ89L5TfveawRvmTdceqbgLgF6N4
FwwTGBKNWnA8DAnpwsJnse3dMD7IFPiUjIqzf2vula+4VJcfMJMWdAs/cdnxYV4RNnJqNJN59DhP
dnPt+difsGu7JypUSjEPXBCuNDt/rszkfxeFICjbCkx0H9lGLpfUzWRwwGiLbWW2ZnkgM2jAWeDC
yQpw5Tx4TkPzRaWw8zK09Ftbg9+FuYpy1CzrvUByT6UJ8ZlVOhIzE2UE99KUrbFnu0YSHFjk722m
s7eKrp9Dvo8eMlX1V6VysFnUM+X7GAwfeVf5fF0lgoa+d5t7Us69zxaQy5/MnXFABkORH+XMTn/1
lr+KNN5Dka7+c6W6ojyGvHg7l1tv2HS+CB510yG7kZju7kabRnw3DXLEuSX1adEu32qghg/qj2XX
4YzZizaN5h+/qwnrtWCu7FuYAcUm1TnrUWTfqGQtRHI9vxZBJpFJjtbcRCK2BvsaRt70YN+aLHQj
PL/ZBIYSgXF0EXWRvNhMEjZcUsR3svVit0GCyblXbn5iSr9bvHLa11lAnYXFvCtY9anwbIweQZp4
z2bOAMB5S3u2xjx9W4y8YrWy9gI+372N6vnYNE74FGAmPxB7vJiTQ4BVzFmk6BeQSjex47rinPP7
QDBie0CQpzt5bGJGhzLDq5q3hWP4DO6O35ZNU8aOp8vD95Y95nr0kGk8e1xWxyJL7HfkD0RXIHpm
qRqA/ZDdOpbx5HqhR/c4fCPN7F+jokUKVMniHSGmODU+DOJqFMZFhQ8aEol39sumKNvlJFttcjCZ
G9nzuZoZllUxOuimaari1nWhYJXBJAHwToyDiZcqHzE2kAKWhdFLxrKJlt7kKbIwS7KxJyo5I6cH
eheCito+osma/ppZzd9u4dSUs8MXesN5J6ppRqtaJ9GbFSao1VLreb39pYgg24UoDN6RGwEG20Ud
SBYLILgB9dLBjugBhs6Q6xzaW3B14oKcgkY0DObxtvMs7E01t/k5wGjDR12h5dY5Mg5bUOqAPd32
hom2B5h645Cg8cSCClg0c59ipmDqROlyHKYdiQi9OoE+6Ml5GYf+KUrXI991tFN6RQ4YWKz/sNR+
C6QBcecY6zzn0xlLNdNKJYfiX+hk/cYaBJdfz7e6Qlcur+sShWE8yoncE4gHPVYmvaX9rLjQAHJ9
pPS7t4Jt7LrbSojyEJXUEzka4afV+/eZr80FXEAqzlHqcKg6IKwf7BEZ/wD1aYs7HoIpqpp7iqXq
3p9v5nOJ1OInUQ7ft1/hQIrKUO5JCukc6Bs80ZZj/Vdo8GAiXwAt4jPYM3cxrByRgpGyGDRbAKJc
xGFQX0vy2eFclpU4hUybP8NAt5c5GLGgUw7/ULk3v3XdPlY3hyWvbnJL6SXsaGM7lvM1qeqx7XX6
EcIx3wxsRB+TUNZ7yOhOtplSsK7bwo+MjcGm5VLPvZ/GcqpnLqz57FNpqc0ElmczdmT7HLVL/Uxx
C0nOJTXeELtzu0Irbqw3skIB6DLL5RuMhiNTCpsBJB9z1cwu9JIvZ5Q9qK2zAvcCohAdZ1XA9IDa
dkNJH73rOcVKMLbBERkQAI6iwmJbVPq1r3qaTQKBesRH/g2Zuk75rpV+ziHz/29Ebaq/LKeiZuct
qfOgzZoKDA3MjIZ0gDavXdhcU978QFwZXCL3ipvglbS9P2WSiAdyXIoXj7V5XPVzCHmc+n/eatQh
wc7t16yIq3rMaFlTxXoWZsOGDX93qyyy3zkRw5Ve/1MlbnLoC7DHOOqpEFiREkFQ6y8W8VNO4af0
xfRF6G0zttiwARjQfS1QdrKt9FVjLnZPy6/H7i/T4STuQ3cCZjWP6iWXdgh1KspvwvMaBVBQ3NCi
I8h33OHi1XcnQnb8TlVfunCyw4r6flt0HoNt2GbtYYFk9pR2Rr3QpXCWSKPMXxI9zEaNK1IC09SM
WpTvZ1vOhYC4HQA/u36V2bC/yRW2dJXT1ljAgtpFJzEhx+g75hQroijpfdCyEupdSfssEma7HWat
GDFxv2tNrjE01FhV7cJ0WzmPJEIUbaiHXb4qStkWdRWJXCoeAVZynCxvwObQP7qTNWz7KcLaOr2r
LPXZ499AHaidYN+kH2bCVwpFL8Lki1I5m2cDz5w9u+Q4w1PhWK/iFqTouqa8swNXfDCjyT5NYKtT
NETSHJyqPECIvMmPSn4f7OEie0oahmH7QMBf7DTOnS1pY0hjko4cngkDdpHrE1g365SzeGwP1sB4
0DOBvFa4sq+B62dxhP+NXK4IBlrQi/dK9/aHBa7NIlfeLn5G4yG54daqf0u/n+5z1FgRcHdiuraC
ef/NL06xTwJHzckx5g/NIKuLNxHHrE3IqB/uA4YO4DvJQNok2NMR4b7pvZuOHVJpPqpjXoQYBXJW
XXWQeij95v/SGWEUbslzYWMsb6mOUVQVHwxe+J+N0XM9sDmNyvqMSSDaqHDq3wto9HhU5oXR+lqm
/R9TLq9pcqsRCt60w4SWGyGw58cLTKGdHMLqhPEsfdKsHD6LxL2lbtQBY+3brkHMGccnHidKLqDr
B5YMTDVCuyZfx1YPXQj5s1hK/TrBp9iWpXHJn4aAdtMpZq83rd8bloelPicMPaim0qwlEAjE690K
Rn1HEEr/gwE7Miyz0oYDLspRgvkB6cSANy13p4Z5/m11we5y5K/49aecJyuvk62lHED/Dl6dL2XK
6VIznXEPlEAheG424XjReMAR3Oa1xUQXXQlc7l/oE/M78xP7EFaRrwm66t3nMWy77FQ6rLP3/eqR
YM0geDUbB5vWP+F4XEUzYtJ4zOzhL4+v0xxqNvZ/RJFPzZdtTPO4dqt6CmA+PE3ITujtdOTg7A+n
8obpB2FzQs3mkSoV2cB6C1icU9xDY8fKI0Un6xcaR69j2qG4wRG5FuIYuM2NopfU08XM0xx9jfR5
AUKpHvcGqiXruiK7Xf7qnFdgDQJIs0ybkImMawbYkATJ5pIvITcvP2BR1M/BNBogHKsqz7kIMph5
bf6ziMzhVkVb7e8B0vjVEx4AMe0mcGLvpNFRaxkMcPtMNs2R7hCNdDE2waMzgd4LB6+gsa3W8Jql
pQ9QziD2u9qMfnOODXg2VBOjS9w8sodmlwyOFd2hgBFyO5BevssL395Nmr4bvSD8wjIn8m9P48pq
aXDLF8HLh8hsrU52X+sbOtOhd1xCj8ikAM+2uSh77rNnp4Woe7SIHdjDKel/cwSaj8xtSO+pI89D
IZy4qDFhOLByDLESmdh0hpmPDZ2AQQ7G/u3oMUbf+2GwfqKy8c0m8Fb5x/TV0sSp3Uj9OA3YRYml
69DfDptq8AEE+l1e3Fhwgt4uizG3avIJ+YDDvQsKr3lldWUt6HFuft8vm7a1/cg89ASIChTrE5wU
dPr860pgNPVnq6bIIrOp34qeOZRGu5v2y4nugI+JHaq4wi9hArVlu+Hw6diA4uvKvFJCjgKuusXh
0yTPblpmaREjp8pmTTHLyDk/chhYqcNM1E3dlwgVBSZhFJHZH8iJRfKW1KOJPids8cPZTAj4cay0
lkGabeDPtRP3D8mE4oAeYJiOGW9nUbPVyYwFjqNN7PxeJIlrg6OG5AS/LST1oTyVaR7MZFitqz2Q
qqS7uSYka8grijb+UYHOXDoY2Ckw0gTjF42Hyf+xf7Tlf1MF+WQCrZAXnkLBUclJv2RVohMUFXTE
JUHrxE+n3Z5hMuBvrpr1BSFIdHOskH35EhW21R91AiyI2BQukA1tl4PJTtlRXEtNDlKKsmGDNZZJ
WDanjIyRRfefZTrfNlGVMPf0tAkQdVgX1Fx4SrzN0Pm6PI71tA57E3n1J/EZdn2ySrIJHBxAYywK
uyyO9M+kJcplWosHyHZFcFh04IanGbJagoizocoEISPOxh3pSuDysGry6VevwHhgPW4sTw3DpR4S
Zjao8dsGqlaYzy84mdAKN0bSNAvu8vGhHObAP9ZdE0370MpXjaWuNZ9CjBB5N5RIs3dHvzIde/yQ
CPCrLuiu3Y3P0Tq3cEZUrg6t8k37S9RikmOLR8fQb3F2pMPegd711eYjchAPoDW3S+2LpyDzlxsl
a0DQ1EuyUk7IwcLl1ClXZntHTFV9x/9SakJENRJcDgBJiKk1vHXWEjwjeTLTK6lE/aMMjMcfRfAM
aBLX1Yemr10wdhEzGEdoWnwfQRklbGVPnOZZ+4fyoBl/Ryg/v0TS4X8SrMNDDGRY9u8RJXTvqsoU
MFvG68+NNQ7/Ig9HyBGXKyLWChHpA5NDt3j0tKDUccN5x2OXfeOnCPqTxTx1I1VaPBYcB9WBDPes
3DeE3f1ISTJOnOM6JNiCYWV6LCG5ZRg/cz4nxOH6AiJMEk5lidyL11KJ5R8T+PGlS3U7HqKlC39g
xNm4qMlMZLDoDlTNEpyGHWepbE+tV7R/e3AiTJJsizS6fp3si81e7QsH6fyyzMp647Ul7wl9EJlm
4ViMwan3E+dhok/x9o1jyks2QPulHlMc7vzyhbf3dMlOuGNEgEkDoz8rC11E9xXsNStOMWLQHHIC
OZepWts3PDmSMT+tETpqR+R4WObAoVMT0qUtIpOteyD7oAgIbVJIRSop9HdC7Mad78vkPPqYx7mi
pxLSjdNiIJQ9m8o4aCz5uqYYOfhv4PsgHDRtASqNTnBHggLuKGnBCrx5cjLD0K6SdYyezS/fakjo
07Eex/rHqmbkaCPTWJ7ZfHYwDIEk+vEKXKk4550keIVaXl75RRu2AF3Vnwn6CD4cn67tyNhPoDrq
DXLjvAnHfdco39qHdL3tYXUZq8d4Ueg3Xdvz5n2H6M3gbLWx9PW4vD/zdUrUpfLhAZ+RvWbp367L
6mJnDdOQ7qxJ6+qUgGPMYcMSu4a5YnauoM2hbUu2e7cET0qzEdvfc9CNmhGIkzjltqooAjcTXyZw
UAVY/FzSSTwXKLYuNozN/OD49CeEJtIls7GVL9QhIExNdfvEw2gzoWishgAcv6jwwU9jxL4itKkV
3KqYURPXDue2WZUIDjhbYDVzUuIn7jl5n/EO1B9O65Nyy9OLhSA1UJFissFgr3ElEgihOYhOJs3z
9LVbGDbvRoBZ45aBgfuUgwprY83f8JoaeFzx7HrpFlisc28NuY0bJV3Lu3ZoKLZ6xqz1Z+dbXfeH
AWpzZw3rlOLYmlR+ptHzdhpvxnBglsazxwKsmYF+Qob0EODfMYOzz07KqeFkifl26rDCOlOtTDsd
XHPsfxaIl7dnLm1Omg0hehkCzRxEk/h5i7iZRPcHRJhc/oqkJgJkUzsM7b4L1yBMoNh05ZES0MhN
39kOKmnoy9nLUDZ8G+XiTOQdeXKO4O9EzI7muY363TLh4d84cE6nbWXVZjnYk5UUB5OHoXsYLAZg
QvPsbNSkh5/QYaO9l5Wa7hxkOOpbMUEukTCk3XBiHm6ld4oIUXlwTSElNVMFNmZinPBSzW6Inqmj
yMZMWsDhk/iEiDJhzwbdhCmsw1ctTTrZRxYBQ/7FTnfU957EYX4Uwmv9l4Lxsr2xu1Gtx6rtSRVz
26nxj4vdFeGJ22JiBJ7fMKZDSgcMfUawIXVtIOpbW6ngtcEIScIUGKj0ezBjo84pt/8/olnYzPBj
d1erQ68Z93BB1gcvbex/aJHnxzGdwEirHJYLVgfHflo0/IJ4nuDEnLtWBP9QLrCXk56dB9sAoWN4
Jl9kDb40vNB4DBE9DXALqR7qKn8IOs/YO8NNbNEJYX9zEPJulyoLzmsYkX5MacXMregyMH5Q3uOa
QEkOA0KRnX1hs+G8uiDWThUQHMqHqfmdA2TQG9MNqEaMD8F556QNw4DBG0EiNpUeHjtIIVSUtaEI
znXuv/I3JdfZtwHBcWdHNmC5hPimIgzb8TlHHHgqVvb6N2ya/YDhPbtrtfNha5a78QCx8XGdZkgr
pN/pjQ+2Zadbe8WAb7nnEKxgykEt0bY3YeK840AdiudltH2QVEy+t4Jzl8WHJR4DeEI2XudaMvpq
rScH1fldwQS13NaM9vbKKoggvCU9dA0yrV3FYPyEQCKDLTLX0QGhGJt8Nyrqj7U2OFprl5Cow2Rm
q7zrFhdpknFghA064rswSbI6O/hoWrHZStaqRAu7YkBqC/FfqXFBZfXMjdS2za2aCj9vdJgHPoN+
AMrG9tRlt6oQN1Wl2ORTC72sqZcv6dYdqN0Vb4qNHeXsCfc1Zbi9S+rwxqkyzhmtFJyGto4+IMb8
hW7kAV410xMKQ97/Ylx5CZjU+o8zbdMLoOCZA48Z6h6ZY/o2WIN3KEMew3JaMpIt6tyBmp/RBvjK
re7hFqBuWqLhP+UP5blRtmTRWiLO3EV5Wd9FIimPfVXItzasuANZXeM06mADbyaNRxx9YJgVG+6E
YJf7CJFBDSXRRg+RAJOGZeiQjWRQo/3GKTesHcHf5dQG97mDqxmIBnI1gz2G3QlcEtdbd37icZOC
L3jIy0w+Zkjd7kKHcCHm0fCKAoakqCuV/hmpNsaYum15NasL+IhKPPK+WwaqLiUvf9h2dgXDqJbL
gtGYOlQ8AvYerXrS8u1p7o6l1zB3GlXO3W4QYz6fWODaSWyqegA1S2WB84V348prTcAiw+RS7U2Q
jXYceFqV3+Vi2Bz41syRW4DaAiFQE0r4mqOFQmGjDDQy1NAyA9dBxBvQAfRiJ7C8PmPp2QbFsHcc
Xr+Y5qNePnpbZc3WWfuwe5ytdJjumK5g5ZB49Dye/QgtwyZNMKEeUutGtuQkgFOlGJ2420pMaAAY
80QIJ20vOnjKVDdqLbk+XC+p/wCP4rY4G7L/ohQPGbQAtdwifzhByD1EJg/oQyTkj+xZmBNti0Ki
Bk0WkXxGlz1yJLuNbcjHY0xGfl1fo4oxiwz44x26z9vkGIHSNs9qvXAb1c7IwArGGZpyJNJxI9Lg
Cj+L3Rn/++JdNy3H2RJG6stNWOxtIR1F3CC4dtVLj7OWn3cmjHM3o9bF4YUBGSMqDllgIWHQj3sE
lt4V/ljEMg6tRoqyr1D5ISspeXac2SwliyGLQhi5CVr6gPuI15wEZjiemZmgL2bAgmKvEd5yxA00
mW3XzIN7wJUqooML1OjURiBdkHJkxjAs0bq4ww+h9WEo2arsnF6RPxHJXgFGCa3+0RtviRghefNv
taXQ7g0YRV60V0KTBSKIELgwYb5wkijbPhAcw+yQJ4mU2ZwMYvfSkaYoMG81XfYLnAPwchMuyZcN
uAyByaBzHRdRVbFvcpPu1SaG8HddepDZJDlx3yPRbWnwA8+5fTYTBm9rOuD2oeqs8NB1cG/Peulz
cgOJ3HP37bKSEEQr4tExCSo3XlcS6PagJYc1RgNLi4ggmTKQPF+zxpC6BUQ+t5jmowJl8U/ww341
DHrD+2YprPnCoYkhmhw4D4sdDdYzrzcO1mDuQrZUEQEvVARRbhFNI29EALQKzxHqZnhzCZscnie7
PE0aANbW9Ev0aSXCEtuguLmE0K42PjTTpRMsF3r1iaAUNBsVgr0faSmIvhHoDwiz7qJh76FqQuLp
hkuL5mLsQyZM9DO7ofUgNIkKONRmDCuoGUaLrLz0DEd8Rt2tnx/ZsVn2yRcSzZ5JVA3G0Jgw3M1q
4BGCQCLHLUut1mVTU/cvfoEo/uYXnWzweBx+nCkuMuKmaGhvHWr8MGaBxYlTOQ6xOSnORglxmgTc
Hd9DW8KiSZR3Qq7iplcvREz3yHK9J1LDb/3503fcVu/Be4rxUFahiLbIRaTPJhYBFnFbYf+dcZGQ
RVNOwW3ISrTeNkNpfJ3ziihIXHuDf0ilNfk7ivDO/ZMD5LdfHVouCyZ0kEfYFXg+Y6QnVXk3IvwD
gEQhfC6l1f3O7nCDl9dzc6AQTK9jgEVkp1oHJzksmjm8s6WThzUUalNBZvBNs+zk3EKYDVAAso4f
brpUKlL5D8ow6zsqBz88L7VI/s3+WJBCVbn575I56q4mrppRClwXfvfVqxISQxFQIgKKUP907FFZ
q0AW+0R41/YMbgWUI8ytCNSy1LJgYwT5NzMDY5jNKpRJiZbnOkWMhYVCLVf+WfAcIbVVu9VFO7fP
GD2LLTb6/ofV62zFlCraj0cr68dHBrVlxu58aMCuOpNPN9mjQ7oXaVj7H1aCbee0lAUDHq8zRLrD
fxzL7ZwU452Z8PTHC0KTZseISeltirfvBRUE3W/RweSzMt97qxZ/uXSo8nvAsSp4gs1MGA1pG3o4
LdSmHLQd6xXgWQgJ4UyO2ZF8gv6fPbbFj9Xn1MJTj3DyJLAUO0ef2/p1AVb5DzBRop8agTV2o0S9
PowUMY9dX/gPTapYQCQcpuBrptZ6ThfVWnd1r6vvjCz4/7whJfJLK+SwDAYUQQwkfnoxxH6JCM/0
REhGnQVHzdjuz00uyOtq5cWDZIX4F5KR84sqvXkK0wU5WoG974C+CU6tnbpkhrGigv3WkS6C2y+/
obSiQI4sztySes1zHIpZfJ/uO1EtQ7GldPaeKw3SfFc2Eo2asjyWmZ0C6nWFlilU3CEv/FE2fTnR
E7Z6c4gZC7bEYeT9vgt71jdFxxTopjKLXnBek8/lO0WKORyHKtyRHDUd9mBjB3GwZBmLVPwHg6qj
70TnHTMUSEqru1DSaT6hZjmzz5WUD9LqvT9QMV/KdnkFvfhU5cX8ZM0LcQ3d7NyhJoPu02XpIw7Z
5aHjkcqBWc/lqUJ6e5LCILJAn5ydetPLPbdMeUR+ra9k+iwv7O/XHR0ewZRzYH0hWbQvxPJyPsO7
2amelK4C1NTeCfvlPZXD69R4E0qFoti6mRtcZsxC97LpUTqXoXVuwtmO7d7/XHlQdok/XDWImrgB
tYcagSw7tDsN61gmj2xgNbaZKMjMB9aEd1b04W+FuenZGmATUN/nxwztJEnPVfSlJHCk1DGsyhTD
203SVhWn6tjvl8iTXz4YpXcra268qlHUT40T2PfulCVbBFxfSUgcDYDIQCFSVTAfGIXoOwxOrys3
/mbADwBPy+pi7BkFOYZz/tva8OSWZbTOZZSCCC9gMthVtzwhFyQPo7PIEArD7oLyur6U5Vj8KJWC
+yjq4tiRAvhomXF9l7yUMW1sgCfIX79o2ZcT9ydmhgzQ6Puc41Vkku//Fyh7uEBRuuEtu+S3oJKP
03DtLpEO9Z3Af4RFvm+OyLbGtxFRGKvcXj9GOqC77uBDWnYwvHaEwwHOwGMCTGfh72p+iiyItkNX
iz82Mslt6EtxgrrtHj0zuG9Jkcr/Rlxth06QB4TowHkSTl/+8f1Cf7h+SH8vWvzGgrW16qzqSjKY
PqzaxsKAL3pnAUGRShcHp1b/EbfS7ABHMMSrGElcjIEEnrRooX3jekx7EW0dEkgJGF68nkAeAo0O
S4UcllIFNZiL8Cw2ZencV9rkb1CAKuTRFI6oSMb96Mjh6MtmugfiCsV3lAwASB9ikBgxXcTPh16N
sckJ3sGC1KWYQpY6c7ihXI6euFlkDcl6CR4mL7yOeEnuywz3K6dyP52EbVXfKHBfcIyoT3fEeRNl
I8LYdj6RyJS8tWW0txiiffq0Q5elr8WhRQKBpZRpLY65/sgD9IQ/+CPvuZydyhr/YfzDpUrPWHlz
/8QZ9xk0a/5e+t4Ug6NlFCWgPjWEKsJl7pmuM+N6m3NY9VmD34fq3z8IT3MuwBTEn+r2gbtNyEt6
qQBHGdAZ9c5po+oILFg/kTaG97OegtOKG2hfOcMJe52NTkRFRUzON03b0Pt/FlQgn/wUExkL1lVh
xvu0SloG5BLNHVFw5NJ4qGjA9o3YhxrCnY9KZN7RB75GoDdsQtbKDWObdFp/aydbEPsPZr86GuPU
NL47lo1OnPxYyf41hYWQTCNzShoBrrcpX66SMHBCb630XXY62S6E9L2WJiMCdPV18AP3ZHosXfaO
m6ZbMSXggmMijzJU/KR978cSgpOz8dVQwPdPXfW1qvo5Uz4ggV7eafCiiGtqMjH4b5S4xLS9JZJ1
eC+yxlz5TeSG+zo4OPjcGTD75q/t2dFHMCF9zGb49lr7tbdbU+T7KdwwSL/IZOJmTZ1Xd9HYNnyB
rVM0BJ0Sff3iFC266wJq3Ip0Myj+0IOoQyjqOa7WChoe0nJ1kimI8kqhT/BaJrAS3YIGh/lY+TYL
0L5dP+2Z5I85QYLPelBcWMgOO28ih9ARSCwC+OonnUQfkw/Gf6B7esnTMP/H0BPFhMrp/+2yLfZB
LoMYTwHuDmrChJmrGn5EwNCaipdEGybzZPboALhf6yIu6ilUsQM4WENJFEL2oFaIvVqfwwylTSkj
ej8m39suifQxner/a0hxYdATveejbT4w9lG7s7Bqz5zG2VeVSnHpOvOfbdAjQET7yj3HvWhBGPZE
FMA+ATO3dQZhYHo06QMrLMyfLlvyGH0WTv7KXvb2MDQPuFMATpQdi5Q+wyHaFrLRmKNZzQHU099D
UXj3RWiSR8efC0SBVra1R/8N+Gv6xgCGpTMat0fLqvLPidHC8+x0eAdrqPAa+uQ9QQOP5BS4T5UJ
nEO3zPmTaznmXVTIb4fSGW4g0hvc1VLhRYdFd4giML0Ugi4OLyASD1hJ8PrK0WyZ8bSvrWejfy0n
vWujRGwhOZk98zb5lPNOUC1nBB8i0sYvtwb9vzIB+4WwZ3Jf2M4kWMeNc9QMBmNRDcnLWoXAGVLy
8FAmJvcmIFCYdpo8JKRd7jeuL4w089xTJnojpxV+zAtcFTg36DLmN+BpbRrLiI5z49us2obU9e6W
JVf3+BXZ3jupiFeG7g9Wqpw7uJL9ZZ5DfcY9od+DjgZSOoHeMQlevro0ewYLiXY2DZ8A4n7Znq9Q
njKs29QCU47MGvGSALrYD/7SX1yhuH24BvdSju7JWaqXmx14R3QVTPpSWOxOhumwRHwhU1CNequm
lM4s9PtoY9B8PeYYKM8GRcM18AfnzzB0Ek68DdRwl+DvHDaNpAG+yMKXx7Bv7BOlu3Ocl06TjEF7
f6Jnsik7WvEpVzc5lXj7z3ql9YlYM8RdIs1uRMLhIEzuuuelrYdjk8/zOx795hgODRg3vtgApiAL
0eus1XofdSzR7dnKLl3Uuq+FCPm0YV9EjJX4gW8IjfHR6kprW1rZ65xDNyQoABSohJDkbSebSAhj
oMrOWLQQuoYpa3yPUSQwVi/71n3Sxs6UJB/GHh4AhvnPIr+Ry+ogSS5uL7PHqh3rP/jUEL5W4Euj
kcRZVrZj+9UUDGnYNtq/pSBOpRnaMe4CXcGAbkm2sMbkhRAPNopwjn8I2va+YbgcJhpXfDsQNu4c
p14ODWQSGkVE0Q2zx9GN+4XgtnPRs6e6Qfbj/H8cnddy68YWRL8IVUiD8EoSYBQlUVkvKElHAgY5
DsLXe8Evvq665WOZIgZ7enevjqSV7NgfUdaIORPLolbNGK8j05ZsoYsl0PM+3kcTQijfnHRbpoY1
47TkrRI1zAXW4lQ/SaL6vZh697WflPzBEIyjAojXThAd/5tLAxsAZ0a76SkI3kvXeutH4qwbfxbj
uCNfnt+QSTII4ULXnkyyJx9DqRSeCKFFoVOJ6CpHJ8HZzTUhoM74NembnpIMx37A0QRrjBM8Y+Kb
SnoBbNIXKaUaBHHY0LxHVCc8cyXF/Wb18Q4/ohe2hdD2cWEYf346AvZYEeuw/xNm80g82xS6E/sx
mycMyy08wWgGYUEHtyymnv5fWnlYG+YDk+vY3ojHLI/g0zRu97OLspfn6ihhDTHRzS7tDbW3o0sw
wrMZD1/CKvSwsuryVknHl7xB9GQXGwaL39ij4KCKKsaDViZwmH3nSLG1f23Svv3qeRVdxtx1Xwhd
Dbs57lkKcPEWdDpZfBGadsn8DWJytY1Qr7+ymr54VlHTxUBMPkgSJbc0oRVxZ1l6+ZGyVv0hR5mE
VF6yZsv0/qGrAS+YWSJ/atPC96QNa11WZJ8x6KXXxZ+oqZw1+7XE7bqr+mIIY99wV8Nf7b1h6Ghf
WE1GR8sqote5Ga5VtfSnPgXbX1Jz8x1zcQ7IdnBszJ25ScBkrGgUA7iOR++zkWn9CTNk9+t2agj5
56JnzdO5DjeCorkBmv4JqrIITe765Lnc+eJExnQsY97bY8HaBgnS7K+SuaimLnblb6ni3ziXw7WE
2XcnBHkx7J1w1PWJUGFepD9s/DndZaKt5FzVfA0TtbEIeqcJPNYGyHP8i5KV3XMNqD/mSdFF0yij
fFmU+Up8DvWio21wW/cM237tDvc+fONszYKXiEO2eFMazjpi+O5IuYJwTu2Ctqki3rPlUMQ3s1bN
NW16BZJ+aooNjWvjI9BEFfKI6lQtaN4JZd3v9y5KE2aG/xNsjbl0t8mL1akHMtKd6EUcDjTKFHct
5M+NM3LN2oDC7eGO5aXGuSvjj0wMVCATPXM2eTzloRxjbphIwq+ia0sisyl7WristwxY556SMQ8W
lE7jKDGQCbsppCNFwIKUyMYENvd/2wTZDUvRfIuZlQQZkwOXcvxDRRJFB3yF/nSj4WRwLliIsh09
EtETXA2DSR9GUgV4f20ia7c5GOmwdayWIghvrWDxUhqgDbP7B3ZT3tOMJeSnmj2+bhP3BJ7/l86U
/Eit1b+zDsl2OR9WvrUXzwlSwWsxRmZ+80CZUgk6xdVm1BxG3R4jN7LSaNdoCoZ1mJyy3k++0X0n
vNT/3514n7gCbSrTwUVyhAzBQqylOC5a00rUWp+lFfsZCh+Zb+osaNk3PkZki36iFvpp1kQOFLzC
/ovF0CLIIIlfOHV8bSN4csiodM3RJVXvhO3kfgIqhS1fzRb1QkBkDhaFenyjEsY2dg3E4epZ1xZg
qrAlHfDHv+BSauMurYlLbEH+tOeFdpynsQcEQcIsOftyan6Ttu1ukV9mhHCb9kNyKp3Iz6pdTDXr
E4Uf6dEnxnthhdrvNYd5SBYC6+Vsa2Xgmb085HrbFoFv1+3N0JzlVSti5zxnmvCw4uEVxNxQ4MdD
SnH4lXR6CBk+2fWTkCfLLKxAm6b+hg9UP/oo0e9Zk5oB8bkMZbvsxDVPtR4rJ5OZ81BbWvMuWVRy
aCGh1JE9EyBZanmYMFt+dHE8fztmvjw0Xp/dz/UiOBNosvAa3bg3OodmaFWUbzYFqrs+sv9BtOpo
ogBi2hWd9qWN1N1MlpIHF3rYatMvP7rJRL9fWymiInGQrkTynWH8YBNQmmeHCsfNqCxJ+p6MGYSO
2AViBrDiIUpwTG0ARTrHWDkWAJ8yfVyRWxuVUCTljHyzU6MGqEGwqmPWNHPvgcR0/0xAub0ruePR
4JmF9Yhxd7AOgGCs/YLXAdHInu/onFRfS5dq0CIW1P7UV4QscJiWZccohcgYEy2fvPKo8zIj4e9H
iXU31FiidMR/jJu586q4NfkbAGpvxCDIT2vkSz6iqFZXEsrj45LE/bHk1VaSf6UmxHbIkVvQM/D0
AnJg6TJ6AY0MSzgUTr6XfjS+gE3pz9RcFzdjbRwBvmFjcmW5yyYRdBSaWmf4N03g7oDUDK8rJRdw
EwX5ZEpluHkTsFZpH1JyKj4ZpMYpLIeedkAcyMbZweFthKbGuh2iAaN0yyJvP9RwkXln2+9ItSmR
Z6lGIKDeTM2EbXqXeZxc0BmTFKjvnRx+QGYYJtYwJ+Fzx4sXtJXExeNPDpUXa2oktHFJvZUr3/4R
wdlwAoBw5gm/GTsgZOhCUPQnhO4HkhHpmV0jylNfuGz/ZEo92zcxxfERBTw2wqQam3o74j6ZzlbS
4eKlpC5OH3DemHQmcb/5sRxDt7ZFziLlDpd/V4EaTtIPlEg8T9SPJsuGgA8WZiObRLEtaj4MBDcn
f1CyJWQxp4VFTC0bISAijGO65znGiUypEM5kn8thv0zancpXoAy+WAxmLW82mpfc7Cnz7bUR25AF
u5lMpQktPAk+hsJv48cRN9INahIGiSTTCD9DZAlgBTL0u5ZVHmqsHUwoeel1+POMlvWeDxjpWGjG
Ssx0/eWXqAJJIW/px1OrFmM5Qa+sn0Evg4BrWVaDS6jWSSx1jch7AOvK5pfcFG9LO4EuBJYs0/ht
i5HEpM/tCu2rJL14Nom28jDIvqC0yIv7/KDAgAG8n8CAkfmsAb3BZNf3o9MRSUnL7H3EpMpYSEzO
2eBCpgVOVbV/XmTLb0Xq5gKWD9LvFvaeiXTG9h7PLFdgt/DZeSo7ge3RaNAsgmn29N+s0yg/IR2l
nyUQAO6aVQ2Okv9IsjWdnA2IeIUQp3EcXPdKNqfmua8NqpN1zdXOs6GKKDAdoyx2LTCU+lwYvnug
hE1vjmOWw71zJ2l8rTxTpl/VVn+WGN2wcCi/2KTsF55ZvXYL5TNwEsKG0rTxLA3d/tPVwNUlT7z6
DuyDfU8ri/sWc5hzhUUHfe4iLkmBgdmYIl/wZHtRVOBrfN6usDq1D/Cm+hEirUJoNYvKCzFdGl7g
FixUd8heODJoNtqPTT4+meitP1qfvVAMDLAl9tFSSa+TYbBhpaj5C5jwCdMtLuwoM2dstc30BFvF
O3OlYfCIuZq/YZensoFCVFQ1wPJRpgIf/OYmN603bo4IDKrQ9kza/qtsp7/ZSmVIWwqXPWdAW7cL
/9BgrGeUINiA+t0nj/guKFvFgZD8WgO+Dh4GUNXO98xx/QbG6SQIjm4myrUra3ygw2FbCjLh4OAe
iEXevDWg6DNEkrR9czqBd3EaW1rMIeEGBT6rnTE4BPWgHFKwGJshDipirU6dHsyuy7GEeMPepAYR
EKXTXEmxuA91jwS/jejhAlYwjyHJkncMjuMdurV+TuPaPerCM97tvo9OkPHotPI0v/pY6sa/y9Tq
lYrs53zAyj7ovvw3c7Hf66SqSdICF6kw2OQ+C2lbbczMu3iTOd0ZMAa3eaU7sELJrOFpSJ4bFmZi
Y/f4Q6Ee3pCXjVcEQe8Ova76iSNDPXjVOqREd4CGQFbi4PDObm7U90wAXruOUsuhX735GVPpZBre
YwLvFTAUpITCcLGutHVBkH6x4VPk4K3AQr8VXvvns1cPQdlEnzPgpN+I9m1uxsp+EGAMwyyqp43l
aQe2YcjehccLWyeOcxkcg5CZ0/HikWX1EmvicWDEPBrQVMKWZsgrGIeMdSpHFHuuQ5yRI+n8SAtL
M6k3KYJ1u5vAyN+VShRnLrNocN6NHaHEW9E4Z7jAEfHXRE+YC8cnY8lne+O1EIvzkerSkhMnQFFm
54BTb4/BhOsiuyv0jgFH4iw+WnIQm36wXj12SwFrnWJDYP3erf3oqk3mXUpMbjOQsg5BI/FRdXm/
mxdXhfPk1zuU4DJYNMihg+jqb6B9fYidtQ87235LZgKQ1LBvmeNBSQIsZoJlseDrrnfBW+qchMJ+
3BqUZrURfjvVknM2lf+cx1DiKA6GAeN8LwQewTiq0jq7GKmPZZI4b6zEz2LBKG60UtKJLNBUB+Nj
ntU/s8nuOqgHXaNMCwlVb85WVKR7y3WOuFXtneOJCk0nSg5Yk/MgbhNUxErMYdW35gOSv3cWcj6D
0UNrjsZnEDo2s9ASqMSez/gsPxNjcAnatOCwcSuHeJ6+wD6yYItpkMTGCSCCWq/VXhgTBV3MeHwY
dLSUnJJ3Tgn9RP8Grp6pdnftZBuk6qzZbjZuUjYfBp7jcGwqeMDNiGv4TDGn62yVy7uBJwMMq2Fs
Jg8LLwsesYeCZD42q7eB8ZVxds7toFOgJsaVjMfxhIu6rZxrg/cTP7qR7HQacJHVaCZnWt0Z5J5x
w5v9gXgY1rTRUJtE5b+Fxden9xbt1jIFnjy97Q7gW8Zt68nqEln9i8/u8SluLaSmFIujomm0i6x9
7VrTt6ELrhO2d3FRwLiDAQkCatGGUNbAaBHPO8A5yq4dnJh93WvfClzxhiKtHpMwWQvPcTq6MTiK
Dq5s3W8KBXGJZPlYUT5P0FVX7J9y31BXDGR3RJRpFhc6WxxvLqvAsufomLsat10mZ3lKygF5AyTA
fnR1gxUGIYYC7D+syLShsZZuAptkLWXZqUHBoeZ8kOPue4xpuYCg4RoDl3HsmBtoXj2RUUNeGxhD
ISipZtf4tXxJDO0bPPswnjypAcskD/2H3VgHIAOpeo/nv8I3Lan11spJhEtLXS3C6Tgdmat5D1bW
cIZfox1Sd6gfaF9JP7jQ448C4s9nid4m67l6oPzBvZiWCv35x66kjUbUkohdkWKgJxbShhXBRMcx
naPy0S1SfcgevNwSG98ztRuvG4wr41eD8SbdTwiEH7bVO//U4OGdMeJ53qo07swj61+u9fJj6Ozo
3uGtdEZXDDETeHekHC7CcmlXTUs7HnbsDN5KhRGfNyxAqp5rgqTlp5hybNjVQGiU7z5Lsn+yc3GU
+02242/8k54s9Xw2ljJ+kxpN1V5kulsEOo8mIOdrtubfZlTqsUkoLrfBjyAZ5N+6F+H7SJaLR2fB
fVPj9dLj4tIUTctW1MwwL2d6UFDQs11wfuQbIbw6nMfBe2EtTJojH7hSDnSW7FOz5a3UuP7FW5fs
g0R9pE8JDEcc68a5nlpegLUontmv0DLLYz3ZegWpI8leuF5xILFxI7zG8W9XyAGpYMcEaNQp3Ht2
+PfxOjYChMvvsmVoTlbZmyGm/OqJMu6IamuKmHamTl27ExOpLBjXPvFT0U8+9C+thimuKD2HNr8K
QlLtMkvpbJkbf+WLsH2+TYY66cP05jVx6PdYrErCNctkTZDWy5ottFn8i625rmnz0GCsuIyEqNh3
vUzd12yhqmWa03tdOLyymlacyjEK8zb77rQcqA1cfx94oDPzyyRXRrAp/tdpy3Am0QNpaeS8huSi
rrbvW8j0st3PSb/+DF1875jJ+vJzLHHRvLjbx4bsnnmVzoE+VqA/7KLP313HcX70yUh/8JfBUElk
FdBKV/1FbvQgJWGYYBj6985a7pWTIi5MbLG2PVUAyeJ0N8es90MPqcRtv2O8yFtWVSmBqUk/jKJU
F5Zja2X0inDJWNeMiQoEVsYtr5BvJrgTENLpWC0cNDZB7KPZzmRGpj6Wm66ldm1QdREgwZZ7Mehe
oHXDuu+oX9gCPTltFpEIibtzppfZS7ewhxlcRWUnKqlic1hlL5XFuepqMeFWWL+HwfP3ANh/0boX
4NVdkEMZO8sMf6UE533kMbHvKi3ZTzPpr9Eqo3TXIYLv2tKEYS2HUWMNzF5D1C8tXpwNe3NAKgZD
76QXYDkFTT2Zvban54u4kqkbda7NcKCj7sOv1QHwRsF2paiAy/gPWUocy41wYBDmoYnLneWRrrz0
zPgV7ydMExdVvmPlwYY9PGuUkznwRGpSR1gUUNEXaCb72K08Bu+yU3SzwRTVYOzthxG7YTlmB71r
jLBx7eJRkRAMKrlqhWlB51OXMwwXzn1spwdDkfYhR9J94d9v9patzSH9fgzfpgudbxjqO7UkNw8e
DSMJDOcCgnO9yuCmIapvUsnyp8u6Jx4gg57OfHoubQzvbFnFD9d0OhksgtS3rM7bO5P0Ib2iSMem
N3y2QhB22ShD3pLRxEXt+PGqbjJEZSA24Wkj1Diyvvi9usdD+FgbmJ5nego3UEq+fVVWZ8AzVdDP
CdOiWnvGMxbH51arm2PvSH83xRQSuyVzm4y/56Ll5WhPdohR4zkxyvu6bnmVIo1OYDdi9zAyDt0G
tpnkhCZcyOyh8lF6+0652lNCNAfxlj21iUF3ffaNV2sF0qU+Yw4WzfygieRxYb2DEyerdjHe6Uct
6h/yDK4uQ4UeoNXoQe016T8dHwHHDA9uL/xsPyFgBZwgLYwmLEoBxZaCznlteJTDoCj2IbWxwfSb
xjiJ1po+6cj3WpBZobRrrfFuzvHMKpPgf6j4OevadkMCJdz0YsC7XIDBbe9aaZeHNk1gNkVQZRzv
L+qSi42XGtYp+5nM++I64BwXeCN7c7TEncvRvtdSMr8T34sy4uUIs8QI8OxypUUs7cewjrzx2RNx
tZPCS59pOzg1bHPuLLexfsnVsKob0ujdIpy7wvWgvtWDF7BTe409fSBXy6XII3szT7h1qgVF3R/n
kfUXbuCdvg4dOy1iaiWKT3l27McnoMNXX7NHVHboL5lFOcJpIQl9l0PMP7kLsES+ubX76Rdud2s1
61rDL2DFhTR/xPGPPzHxe3lOPBj8JgPHBk97er9k7E2GgR6BlKfjJWoLuZ1qo3tfWNEhf1C5DYdG
nuQQx86xELhUK/QQZnk0MYDRoPmg9XDdNPPE2pOsync8a9UetEFLogWSn025HEBmF7MycycdSWBH
+VCmSbuHWscnI3LtnSkU/D3RsS02yevKiWQTaxanGk8k6ZKZV+PZdKfiyZ7i/kU1orlWWayHXbKM
zwb8f/Q75KJT56BTiGI+54oKncosmA1pBP4DW+0zTo5rpsqlymmHLRDkVRHLIQ9pVqqvTd1Z4dAZ
X5lfnoTXjz+KO9yZAKDB2Uv4ZWLbZXV/CR90vs8K28FX2DSQAGS6RP2ePoeR7WoUPWDfHs6xip30
liPW2OEoUIOOjtFx7NdcmQl4okJskrrrDFYzlfvakJ4IbAqiH1yJIK0tPU5vDI+lzTsg6x5d1/sx
BpmgVbXWPoegFUzOjCc5M30BidmZApurV7gwSOwrj+emGFyYSRMhopi2H/zrzbqv0yfwN6RuMazb
2fJP9bL5mgv331x2zj5XbRaw/04yfIQFzzJq22EBFvOYikL79OoqojRqTaxjHyZi6pk08MI3briY
5sMGnOw/aL3kK03eNitPbZvRubnn4tRvm576GH54+BfJeq/nLl+duiquSdMTJbdjWtmwUPfmdvHT
oyglZrmmVVhi5+bCkQl9ALc4Vmx9mN+6waxACpGi4rCk2DJ/HixWlSd3HFNsG23J1xSeFWbFPmEn
iMBAI4zkEwkx7DjuHlZAd8xLLEJbBwPZHuday1pTFu0rPTBEe6HI2OJUwDqoxquLPYudrzaoZJ3H
ME4oIq+VxIinD5cF+zKoFccVwVJEH0zby80mR61viKWbByQqdRwAKjwTWnbBiWAKfG1cBZkfK2Jx
09U47rPEx3LZ84/rehf/QZwcAp/yyxMh+E+SG+VhwcC+munogC3WJnZthh8awkxpysByK/vG9N6f
swnWGOYrBDxfGfF95LROIH2+l1jdMWjUI1qtmb7TDNOdEsUCnwtuC6jUZR1GrH446RBGWaajQ7L4
Z73ApjzBhkgBH/0YrLC/yZCRlbUSz9wAl6Igi7ZGjxQL4hqKyQbNIduzeLDSIDcwbmDmT4wXM1Ov
6VwiQ84zVBuC/hamPdH8dUkB2BMsKaq7GYzufJ/RrLsZEmxGPD+7qRy8K14b567FqQu2GCxjY7P4
nQUtSrwP/klrMMKomBM2YONrbFrAWyHLwY7hDndslmXAAlJnEaqccscTbfTLRi4qX/k+hnEe9MS9
6xiED0RDLNp4YJECqKc8pwH5hXltPE2GJKfFMijIqWJfrGpBRTjoDVuA0k+SQ+81pK0lTG877/xd
iw6DzZST95PpCjN71NsvUWK+8amuCjje3E2spZclcpe30oZYWHUjlrbWpEBzkeWDkekq8NSMnzpt
bjSPsrSPADmvHRfGX4z+Af1vXeeg7xkE42FP8C9ZFwyI5rypwHhCYXE5ffn2zO3Oa7Hw1HrFpJTS
UEbHm08fX1Oe6R0ZqKGMPBZLXRak6yQawSekDGPyUFqw2e9Ixm4qK2WK9Ed6omCD39ep+zcv3m9P
kJ9ADSySXqPlCodSjtuytzGBLhSyB71wTe5OAu8nRELomzKtQtMrV+fMUvIHLuKFDBrF7Y7ryA9e
JI+EPGlUMAixgydn4KfGa2GPQd90dJuhgJBYmPvpyvu3eZxIZs5HIucWUSr+Z8ZjMHNqoAH2lMTY
D6lpnHqcrwdE1eKQpj2lICa1fGzw/B37gYo1p4FV14zT84Q94+b50y6BJLx3dYv1d65/L7G2V01L
b2UOV7EZc/StxPQf55EmBXeiZiSf66NX0z6FCUx7j9PKAvLY6hFPk7PACmyMz7IbkjqkTxRQyAgb
tHREv2cIbU/FgtWLMsz63mtn89DKcaU4UA/nm4oYgeWz40nTM9sp/yH1tdtomdXOhnuLP1ZDw81H
c6Lyp8Hm3o4dwJieDk1vBazOnzVNa0D2qaw/9wV8lTUS4X1WlhJzMKXzUpx1KOdPLlJtdcIsgF6h
2u6oimoEX9p60VX1PLb3LHSrPJiqDNJDMhfDGApnIRa7Y+9XdsRuCvM8tevh3ajmacqmW2rqYmc2
6ptQ0VRvZ4XbEn2Iya9eaH4Ec04oto2h7OCRijGyCdADu4mb4aGQPr/ASRf/pt6vTxE6HbZGpL/W
y180jeRhPKOj69jBEmDpm5bAe0wkd2KjPU0x2mSOuSfTM+wWeg6NKCIOjFrTGvnZW2h0FXM+XjI7
h/NmuHGzzWuv4G2bjrq5xaxA/fY8mq8c69UvU8DyVnO5nIJ2cacntFb1ZC/wxlNi2AcDRfKUa/rr
ysQOKJToglg3/Wfszz1Rn2TEHG71HStKvT45euMdGSZAXmSTG2A3R7AzqWV5gKgw52SSm5Q8dBxd
BG+l7F6zlDGe2QHPJ1gqDtYtr+4P2CxGn1UHBqaUe+rBVWN0ZxgLHOnezd7nIne+auqDbvaSW690
ubIVaArlbUxg0DxFirKgLcuqmIxIRPN1gSTgAzgAL1nb7UvKH/zW5FUdDsoOUCvoR1wI6ob8iCZj
mRKEoDnFo+XkuJG8SfBrd6MHtgxNDHYWUMh0CuU8EVgpRpFtZ1d1/7yKrXznNshPnFSh53DJrvju
aoWckwDcBKj3hjzaAWhdw3eQKx5NtTiaKZJN5Q5cFFZo6c07nZjIQRa+e62W7AOeeBwsxImJxrnN
KXHaa9EtzxVwKlOxMgLDRCGNtrS/fYx66LsVXmxnhO/t2C77xSLXNo5TNCAhEjGs/67nqJT5T4EV
JPCbocGHJf2FEKuWhUMb2QcdojOezbx6W5x0b8viwUnkX+ZwCBDAJ43dp4QTWEPw/qrHZi3CEC6l
4FJLt3ECJSkdAO3GEECDskNAI+DXFa+qdzJ2ZQC30WE5YFu8TKHGtf+oKyu7WxRp+w71GeWGRVEd
+YcOC9kh45bgknCbnwb63R8oSq740syowEOjQun34ox8w9XZLYZ9RZr5EoMU+pUwBcAHg3lCTva5
fuRmde/Os39gK23iwCKEvkyNG3au9+tS8X2m9oeRA6b6niMHJqtI+RB4jEN3YkbA0bqQAnOq95pN
gkfx6ELhTK/EVrSDcag888Xwp7wi05I3HxP2HPK7sKOSMJeu+Yiz/JHaBuvUrbiEyPSuXq2JKx5B
tpkslmmmNTIw9Un0mLCl3FFlabo7nPQ93R+D5QfQH+eXZuiN79jBBGx65KOGtDLu68FgvmngOOuH
0m+dnWir4r7w02lnkWy6gTAUfjjzf5ebzrIUZGxMTmeWnPWrJdymDZVKxqdM5eZ1SSO+rpZMDyQj
8xOzIBsSxyQgDq5y3asz3LI6otF51PAkOE3eq9voivqrb2P7gzmmP2XxrO1rZaRnP+l7B71Ds/dg
tYwfRPzkV58NDO+I5PnclXfulN+NtrqvWCQRpfeJjI+5zG9LOWQhDR5ruwqhp60/Ohb0XY26auqp
jgU3Xv5il4Cm6Y5mq0AVR9X8SgkOyGw51hFieeERl2dLWCLnbJayBAs7Gre2mfhDeGbpa8/fjbRr
wpHbSrrVddrthe1G4TiVFIfR2QGbw6fLkM3nMWmgf6JeVcsMy4iF9KGcjDgi0tFb2lHjNCcDVjXj
rTMbbUKDMaJL05TmcEh7fhdPC+AiQJyZw83YBjFNRQ81mQrWxo62URwqkcvG3YYmsxfgIvdGF2Hb
XQTnQjNCLBPUkKGKK5Kh9AQ7xk/C1vIeQAL13jUfxV/iLvlxyEdXY7fDcVfqNIIEI0m4ew8X2Rk+
lR/yDcwf5kL8U6T+gsiAfpwIwIWkCtrNyNOWjoSnZ0fRoQ5+Iv/1BWEyMiOs4Xs0pL+0jhHEeyMf
953QDqYocuJ75aPF3QInPJEGBB0qGuI6wfMCHIyVgMESxHA0c2/VDR8Kyakn4OpkdmkJQh2tJ+BT
LDZDLHuANKYSh7ejnOluIa+LFtSICAEXyQ9TIoqp5fmwsUqnOsQV6wN805a/PIu+S5ygbd3uU9V6
kdPOUMxyF02YYLck4njoMEcM6hWYEmYbuxr0i0tv9slPM81/on/NCVyjAcBagk8JaIg2/wzCwI+O
HUdqM2Fd2imMBe9JB2VvkyW2dddEc0/XGqbvMPXlEu1xuJctGlCh1pZBtvTZ1KOfTGbXyycugJMV
AMJEzi4br9h12pS+i8TMQotbhPPJfXwcjpqqxzS09Y7yUXhaONQcTu2zOcvmsWrBU4HgitxPiPdu
8ZAgYNpPnbDZKwF5qJJHxcugCvzIr8t78NqCax/N0UN9UoQ/p1CJVBOriJZcOkl5Yz3K1Hpir0m0
xdJjr9tAQqF1cMs9JA5lRGAZmYbqaIQxk0roeskv5EQt6qtLzWPGn8SsRsQMKn3ZVCFgHAvbzVA8
cEVi760UFC1JC7NX24pIds4dbOPWy9SeZ8c08qcJdIu276U76tHGUE2FHoJLi2as5ast6KM728CL
voiommFeini5x3eZtkEbdfH8wqhGgB+dXZY/nt2JR4a+wt3nthcRbRwQkLpCdFct1zODbvdsdN7J
NVf1vVUbYtmzDsDdslkMtMHtnMBaqTeITQOswwzYZ6RFhMGkafPGq+j9qrfaZOcTj1+PVM11S2f2
wrDr02deWUeiiuLLtlOKzLGxiR2vCJpeo9QYrpJFYn6JAdTipMEYdlzStrCvRgWA9452hPLG5S8T
By5AI8duNpEbjgzAopsk4WffZB7cKsgxA7THkdfFjJzA29L3i5yn1TYpFhjcqjZ2nDrynfHQokRR
r4uXuc2G5g2knZvyG8QeD5ZA7dsoZfHeUDcbnWgN041jkfTxdGHRPgsafrlubcHpJ29V0VbubowG
IiyKD/5SSGGPJzxnZQc7zvIOWMA685V4Ly2mNmWhe4fZ+Celk+OVZUgjfuRky8soeiZUwQ41AN6S
nWDY9Pf5aJQHfQ2TVDr9UxutRmJH0HBWaz+QnFcUtYzqydKNo8+KiXV8dHAfc4bRJ20Vmk15S9WV
63W3GMgwOV0kx7+JwHO1K0XiNiEGnKn/zjXlx98pvebjSTdHM7vkvTsclYNiSndQm69Z9LHFk6zF
0anGcaTfsGZPNwKJ4P/aTtGI7RQLGHuqbxJuP1fMSyb2N8lxMVkS+9ci7EFeSjJw6VUvTBob49lM
TxaW8Ro6TWKzJeOurHIERFobDqWeYvQ1mjjDJWPFt1j5dBGIvCVvPxQ5vZB9Ol80TNw9C2ch37Sl
RGm3S/qQ7xsr0jDAWkC0HPq93bt0Wry3YcA7vNEmauIjJPjXpq7Frpwi/eZVdXkU0um/YtN3XPgm
pjAwV5ILO/sLXFkpIdpCvZtVOdDhiuKBXpxWco8oRiHfqGI92ZsWAQcOduIGnDh0ufRthGcbP3P1
aTnxYDEppIrQ38Su/ljH+vhDJdTwvmQomgmRt3yYAljh6KFtDPdmtV0YUX2MusbE0pV3C45wvdGr
UwqWA6RqFg+IbVS7FBNrFyjSIIOIyluLuXwbg+jHV/om4i5MpypdbR6JpLWjmaSX7ttRt+9aruLL
zTKwwWUQjtxyQ+5GkPuniYcyI1U3D8lM+wI+Mmr6Nsag0fVTlohAgWJXiwaLtt+fO60fbATN2PWu
Ohz+CLCEND8qLjOwFeHZGfuELq1Tg6Y94TE1tRegarAIqOcYPAivK0E52bYG62qucZ0JNvbkZZj0
GySklArtPI2xFehRtdZZGyUcPAtKMDYFXt1T3zbPWQNfQawG39d6aC3/TxEOHu7Jm1YQ5IUi7KKx
3MQKczXmTkfOrHQ3FyeP9tawinBNbtsBetVFjoOpaFGwyuRYe0wIh4E9f4BjsX+xWgkY7T/OzmNH
ciRb06/S6PUQQ5oZaeTF3Fm4dg+tMiJzQ6Sk1ppPPx/7bjI8AhGoAQpVjS5BJ2k0O+f8qgwKmteF
aHPUCscGGLsY/BBdpX9S/jdb0t4gFQXYad56AujyorSg7t23zsIwbKdC4ERaA23C7SP757qzUhfN
dYQCnHwswqVIDRgzIQvUd70HeznNq2NvLcRAc2HS7OLSC/+QiWG514wrnewauqWCBepZboUY2GLy
zigytjVirnjg6NGh2Vo7Ceapb6QXhCArwBUbOeOuuqFITabLseWAvTWLmqkXRKPqQmdD8QV9x0ip
lBvNc2qKaptEWWm9ULdlx4jqBOTZDhxMXyBrN08l0vIQ4EU6G7MGkdyLwMeFywndY5zV/i+NOT8z
9K68wBjbPxHTPFzqyMpwyuEXKDKMG1lD72yRfcTge3iD2tAJGhoxwC7+gimeDFP8AnQPPZ7WMdxB
pm/GjQptjAHhUCnoY1IBwKJWDLeBhVD4Is+8cMm4aLvZvXCUwINr6NCutKwFxG+F3aX7BvcBQKJc
m09uvlg1Y4LFaFHMUbZNQCmztVdNGOSjuKSPS9lV1nFf6ZR8ulquQ2rnL1GnvRtuE1wP5m630Eyn
8EYDbomV6GQb7im8G0jExGzYNzU83aPhAswiNB/hHGJyCtctqGwTyEJOX6SlnC8i7K27pEuAzYcl
g+DKrWXdXpmkm+RXLSMY/2cGwsfOITT7KX50RFkdaDGZODJrIpcp0FFqRBsPGWWQckywfg/GEEmO
HEgpj8GY6Uut28GIV8TVGOnVZNLz4E4VYgU/su+XqyYz9AuVqWXcmSYw6YuJo+geqlP6pUNQN/yE
lIvzGee5DF90S3myh8deDvd5PIUEvowaLo8zldOmLon/IOdWKzQ6uriTWNNOKKvpXTcOmTm8tgJ5
xcWcxT38r8Wl9bkz6nhLU1zesyb8/hKlnngkbYTMcZOm4RiBrmowbTt4QTbVThsYch6fFq/cv/Dx
kUTJWVZbbEA6opAGQ69lM+YKlEnYoXNt9zRIJ2wYM3teYacywYeqgmgxkJBo/58YbATQtSXz+Mn3
EMCaYfbLsVz+swIS5BY8a5BwviihD/4kvCNm9y0QP5/J1py6KriQI/30OoFnn93ElYP3A6Msat90
qBzsDlsBjCfMBJ+PQjuNAcPLtjWaOlegwdUNnFzcLz1nS3KDM37zsCe9NizentgwOR6+dHlryHxD
1lXzgjs2KeFVSSEi0VQ0F0Fb6RMDgjBew4RYhgWOYsGpWNUoEi08J92V5SoRHW3lWN4xjyOdrIXB
ibFiBgsdMdTOsEXeNV8yAp5fgsYy6303VQ6jl3oi/qebCa9CmzasIe+pyxzDPHz+7DCPNwlJoTMC
Xr8xvsD29I+urjWbIbZV8r4QeTXeReg9i3id4k6ETiypAtfeWa1V1ndZOA1AFzihIiKwoaCyCKoe
GxLZH5nH9pcQsgQhyRPeIoZtX2r8X7wNVGUbh4q4aKxvFWbyzqarqZrXMd4kE3QVK/JSLKh0Ppws
b8GoilDYZbUpcBfxaKP1YE/dJh5Yk6BfJE2n5G7zOdB/7RAFBptg7OwfMar7K5dVeiCKW7dE+c3F
eK8Mk3lwNfhYn7coULAQTmOFvL5mIO9Ib6w39oSvXFpXcGphVQ8/AInC8KdbkjB8hUo6RXgqyAPc
CQaZPizMuEnau1B1gOmydfN0j/ePZd8zI8evftAy34eVbzATqPwMaRyhdWWPWP7gmKhLt3ERFxcQ
CNJtX5n6EIzQTjdZwfypG208p3Qe6sVzMuAxz/UV0cPU0oE9NM0WYp3cMUof4FyBBFb44sRd9tiO
bpJcJqY7FBDcZ/OXF1bWLwY1OPoWhvQs/nXMB79VfDD2Zq4xsgnGFoPwVeRkQMttqp5QcqoNkokO
O7HcuDARPFPUMRssjE2ZulaOJ1ya4gTiY7kAj0fk/vd5bIZtj0tHp7AjC2acO9vcEKcqUOaiUwTf
7pCjPTmpUTrfzSasryCEz5gulcUeegJ5J8BIsYT3M3U7XMZGwP6iY26DW6AKeR6x6LZYDNZ0NWXT
7uwKijpTS3e4p4KLiye822AdcMr2Gu1gS1VT2hOnQNW7jrvOFdzNqRjhlePxH6wL8jLhMJfGlNwR
FT27+76jVDs2rfLtg1sEVvmYLsoiRu9YyHwf+2nEEzDHaSpemNNleZqxKEMOrk3R0RPMQXQHK7xW
dxhoDejBVO/SjHuhgVcNEdblMJzwVQxr8vhyyp5HvOPoozbCWYwwC8+wt7YTdWCtM6djQ1tTxuGt
2xI7uOp6uIQJFOukQDdnAkERDkIIZbMt9dD+VumCg8eMZ061dvG5oSUl6Eq01VMRBd4+si1Z7QJh
hS5ELls9ZmPjPbRd0j5atRf+HjFVML/ZmDMs5u6u9Qva4QDLPLH7W4r2EEuScISQkNjVwEEeYu9T
819pvILBqdEG4aPRTcZXhkTTvRfEyidawsXfFts+nL8uffzk7nya9d+V6TEsYi9wHrHDJv8oTYZu
ukmxQr8qvZabxzRBkrGq+izYqrJSgvTTCtfuzgmLeptZCEPXykqnCyMGXiR31Oofx7AOv3swsKwd
HPcwu3VLE0GJ76HK2jI7ZlczR+qIAPbxI/aUhn2alNuN1D0pxtz4WtlFjtV3QiQKyAdYndl53hVa
l7IkyrUiJihzGJVdZFBwU8JUCdZEdRIqa9uR1HEhSgBoDNxI1QbL49zbQgf0x1tEQd4LSpD0CUh6
6Lc16PVRZw6u/hgC3c8C6OVES+pkpwDk80do1v0X1+zdKxQNxsQIw51IvxaYhHqBNbTfyLGshvJi
rpgJFZCoOKuuox7kj3xgo+y/EmsDQQUSzwxkhs2gj+TSMyGPYXM7MyBjW8fh3IUQowqjuhjJyy3W
APNAQWHXDOCCRFMR4Gu7To3bMPy88bq3vP6mr1p9LaIie3DwMvRvjDEhkVb4/UhOcqlbz9rkVtlQ
9/mlV2wFrpch5vpVdIi60v4SKtLpjoD0unlsqF4QnacitDYeqTGaVrrEPXeFDnLAYsbAnN8iTPDg
1yr6YYdW9WSrGoObuDd/pnHqnaDBVH/ayGwv48hVF2UaBOleeD2RSB7iCMZ1Qxb9yqZmsW2Vc9AT
sWM419oH3LpuQj/06A0piS8m26zFJZznpjrInjuGsYWzkRfmiLSK0Y0q3JCFI7+pvjWOiOyb4Qua
NM9k7E5Diol7jer4d+Fy+N9kKmPWCyoxF94vWzUqvkqHLmbCJLD3IjqAIwWinS9HzheLs3+TExhs
rTyMxw59P0f9FW0HbGr08bQIYxxjYUh0aTkTFTxTaR4dJ4YTO0ylR7L51Af3NUKzbttNVoKV+BxK
eQPZxeigpFLyn0ZCMrjGFCOW8aU7XPccD3dCz9MNgcFOeUvCUPo1zwNGqoMXODg+RGWEAG15dxjU
wlTKUTJvGuQvxr0SGF7kBysgKgRr96n2yjtDedggG7GNcd6qZ88RxRIEHGM/b4celh7atwtYqXqg
S1gBnA4G7h2lPeLtxe89+TidEthgl13WPxsggqFc222JPIxxVDQGB2bN2EULOS/IryLW9NKs2H2g
MDKQY4w0hV8CTOVK1OXFXG/A1dGAM0oZ9ZMiBA1HcKgj8aXyGt1G+AViOlOuOLK8+tIGcnp2fOz/
v7V4RKRMSoqAJj+bCEaN8XTANmJUBRpnDODpLG07IR+kRY5pPWdZ3WLbMvVhYF7RRrZQ91LUmoDo
slAJGgmEI1DlXDUbTONRxoJbMRs6Uu+OPLymcA6ZlaPUCOrRIALPtY/S0UmDfQhVCW6wGJ84D4vs
uPyNVW62Dwa73MuKlvu3tpdF0hHJcdSeAJnsyyj7OcZSxDT31rzpCTfXG5K7WY1DVzFoDTsC137M
AwrWQ1rQflxHhi6LGyGMrtrVUMOCtdXnKj0azWg6yK9Vbl8lQQJhkvw9hCek9BxG1j+2mHJwzN8K
Sn66R8nGthnT2l84Q4CLbpSk1Q221RzlflKOVwWIgemt6jaonMcUwaV6QL2QpcEK8pOxhdoGjbDE
yQrCnzc8gwTixRB5JjR5JkYBXI7SEFcppfeTRQ2S3c1xHj04TGzp3Zgb/ySag9LOVUF9ZzV1XGzI
VnAvcr7rr8gdZzyT0e9uacgYFoFlWmOysmk9RpzUi8y5iIqAv4HLPd6CpC64GHU2Rl1eA69FeJ+G
s6ycL46lpwPWBAq1bE4sIcM8uep0jMNvnlTHRpaJcdPQA0HhsKQ93hTspyCiQArZvBkbHTiwXjz5
GGEFCCMq8vL0FIGdrz2IyV25GbJY1FewaaPsax7Cnv2mHKfviC2E9L52/KYd1klkGv5taCAQAllX
VAjoYQvhvBRYemhjFeA/Jp4RAQGSQerykiPko/JKjApTG7AG+7tHJpyPJImsY2J92I2cvTEzvMjo
chjeXxmWn/i/vYK5FV5lbMrY6n4reaPOgc+qbkkuyEyrupIN2cdfepsB+C7uRGkhwjS13gJHoZwL
2mHeokIgbViDQ2H30qpZX7oTzgfYU8z6KidVRQMDTYw+vG3KPAf8BmPLR+ZdIfw1cFCKEBdJPkoo
SRNVIILQSXeKXShDRza02bknwLsKMEcx/IaauQRHTAnqkzfpLPN16VtQGikYw9x9aphS0amXmR5/
MT6HxkrnOcFaYNxYJowhCcEa+9/S4w7XloqYUXhj1zwmaZirdcY06GViLwYONZwwowKbxseG4vo2
nXuDLyusnvHRUYeqtLr5srJ72tIIu9edg+1C8KQsc2SYMVuJ84seQyFeA94SD2lYuc8zERFBsBNi
xsRjZPfH9kNbCb5Yyo8f86II/JsOjf6OyAwM05tkfugs3PeWVOY+6J7UmFrh1usnvFMJKavy9o5j
J4bwnGV58SyqgM8TFUz4lS3GfWmmQTNwSWfCZ0keV7eWYXsmYoSq75mopTOEiUypu4n+wDy2RGN8
K9zOjZ4hGOFgNtp1Qma068v7vvAFOqEqoSUKB/UiiKY/oUNGU0u9agePLX5d7h1xpHRbfDne96kf
+70nLUTKY5ld1NZCuWdImj5TwE4Hxr+oKF3ptFvimbFKxNi/xQkM2sB0ldlT/YxQIhofEjcdpnpV
9IJ/cpmQMnSktP3ZgmUvzH2HnCs8anBO6kqEdXlW6+1Mx4zgJaAXXM+tJ6PfPoaTl+NENuPJir0C
rC5pnXIvupkCFFe+ch9GXQwoU1f4uwiKVmS0oF4k946OWudD414TCE3JjQIEZDcpMvcrkHN51ynR
47BhZ33Tb3n8hnmZe3qov1r4+xhPAyJxYz2j+FqXbNLqaGmrxv+r0EZPHoPsw1+a+jQ91j1+EYI8
DH3JMLuvDxKBcr/BZC6DG+U1SXnjeu6AGo5Oy7D/MH+yEXYbOC2U9ymc6WJraY0eEVtMHLKRFw/A
q7aRBrfSwN3NjEayHrbG3FTufRDXSEqpYfw1ECfGH1h3YVsVoZkztvw+XV6Vg1nAP3bZmclTwJ2w
8GnrN/5suz9nICXCmfkKngJsN+BZJPguo6cwiMqkKhTpupmzwdvQEwn5w8sR8K7xTgYlxvfHnCiG
4eaDNeFggLkQSkDGBUBkD7I1iKmoQEHxfXSAKQeRbW1sujowJU0fgBkXnBMRLh612myRojDZDXaD
RKTdY2Aq1xI07hGOvJnsYqqTBSE3J/d7juEstlahqPIdoLSPgJXw19M4FPlT1tY1gEfcTQHMysW2
k+4WRt8upEBF4dthqoKlXpB+69jBxhs38URyYcVd1DY7cyq18Vxiu6W/lp2HL2MbcO6ccN2CnVdZ
/G+GeIxPH3E4SCmMKZ5vxNiZybxSEhrXb9N0Yp4bG4uHITG+bDPJl1XrYsTCK34pMcCen1ELOAFO
OnEWdg8FOYEPYLdjQISCG/zBYLtL7qrKVdh7w1TYpwbPkKpYw3civtP2vpHwZJFBIKPp+9SSaBym
ASgrslC5cqcADrY2A1oIAIrFNykI4quyC4rfqe96DAAsmz8jN3B2jtsza1rg7+kEvduun+to9H8D
4bnF94GDgphIeN2UR4Zf14851gw4xzMDvPftitFAgkEQ54dw5++JEZaI4ijsEPaRQk5mTcmmY3fQ
Uq+c0RwO6WyWF3U4+O0jZJ9R3i8mAfW+FS2WBZuyqybSRDqffUSFKOYfiCvKwgcgJsE1zQTNqTRI
q9kTVuH8JpmIRjR22xBoKe52lefqm0r1yVHopNpWVmz+0Mj60NLDzIeORq5NdenMgmQqxmIQtGY+
yR06BdOERBXNe6vIaYI6vg13lAbjHeUzUmHghKGGac93tQHNaqMye3jJg2z09glRlRPeTb5HZoKM
mUassWTPCR9k88CeARd/X4zzSw4IBlHUyud4QgbB2b4Gk3IW80sqjFUvbLd8BKBz52OAADSh6Zlc
LNfYF6tDaPc10NFUXgFH5jWSHDuXP7vQKZ9co7MUxj3TYM8Qbwz+xTaf+lsnr7tLSDz6QGKOgXYn
ERAu8gErgsnT3jLyz7F49fJ+fpZtGWFiZY7Ds4ke2mbChDzU7DOWcMRzVQeKpYAYwtx7AGDiGWeG
GxtsZJ6NvDMn/BxNbhZbxUPglRkRe2xxUCW7gvraxxvlBAOV6WKAQ3a6pdya4WF4qpTrBBZuvi86
UNAADrLCHx1+4SFzRjvhu+9r+yvsyiJumTbEFXOBeYY4KQ8KuQFXiCczdO9gwEZXc5OlBcYGbm/c
9rM7EGFWeY55M1ZWa57YyxAR0oXV32qyb24T0yj9L7rsDHuxnBD1MfSF2FUIMU6E6k7XSk1gskbk
XE20Vs1L74DBrpnEiV9MWYroiTSG+akyNFUbvaBeFy6P9Y48xOipAcVZw4Mt7V9gD3N5Ii3Tu8g6
cnXWeJ564FAxQURIiUk2uMByP7nlXECaREsgjW2kKw/0Os7QNe6aTM9IWIaIT3Q8VVjmYQKsmPyS
dUcKKtnRlkO4A1ao3hCvrZTqQUB06VFQHpLWdHS8Cfg+KXUzu9MP8UBnuWm6eaC7l5NxW7qTgc44
WwbalzN08mA/xCh1iFHy7P6bhe1i8jg1YxJgQWc2jCXswUMmg9CKaXKA19S4M3rSNc21JM4gM1ad
KsFhKpcsEMzsS+FP/T1igGCu/miz7npki305IaNEFtWOzC0LeGv5tOmrMG/NB/xyYxK/fQNov3mM
JFZ5X1q36McriDpGGfzyKLZjfwd+xgcG53uELr93O/jGJKxlSHqv6fVmYjiUNr0gxcgCI4gDeSJI
H+yJ7vOamb47b7pCFN+i2ir6fayMCgDJqqTq9jEHWYdcb0QglK91BoVTHoCLwvBr2Ct2rMNEWuhU
7qwcfpzd/vn3v/73//0/P8f/Cn4Xt0U6EWX0L+yvbiGBtM1//9uy/v0vtvXl/z7++u9/04bgUmlr
HF2o2jybCRd//+f3+4iMN/7p/yWTIGtRX5Xffaetqg2dz7BPzdR6dgT9BGo/dNoI54nhbkxvonup
XZD7MQHXiqAnffxr9OsfIzRDbrIiPDSdjrcgqK9/DOjd5Ayc+18TC7rHxlKl92KhaWm3os+mbE+Q
CnLgKgkpKf7hlRHl27YwtXQkrv1Svb6yUGBARmgMz9SKyb7OJmJZHMhxWjvBJeLIn5aPwdXH17S8
17crMZyTrqWYmeMBp4lzf31RaFOMkjR8bwJAhubKlZ2DcWSr7GwFHgv0tBr4bNiay8a2bm2B7hQj
fNtLOZ2lZixUgqZuyHktzIPDmDZmiFV3FAVEai78RIOA62SMy/5hsDrfPQUZjc3lxzdx9sqk6Uks
hV3bU0LBtPLc1/cgeECzHfTm/aStHnpSOX7DPa/fNsLEqktS1LxMQgTHj6+6/Ff/WrXSEqZFwApT
TBaKballVf+1aou5SULbd4oHrB4JsShzN7vsE5SFyIjnds04WIMvkzF7DF3SOT5ZpvY7V5dKK1ar
4C+meH31Dq5s3TRm8eAXQ3ufZNJ+CJqFpos/4ieXWlb8+Y1K1xYSYp7jKbUsob9utBHSABBQxUPT
0lnmED/WiInqXZd4467Wpvv08YM9f52WUCxI+IauzboU5tnrtDHsqUbkD/ekTqJbCL0FZmGOgbFc
lB8Y+IMbOZTHH1/17QPlqjYDfGUJinDbfH2XzDi4UcC3+yKhRF/NhvMjbJhgg5oZ889/fC2WKZMx
17bwPT3fY1iblcmIzb8HOpdPFIr4liBHi5ZpFGq6jy/2zuNUUlnaFZYCaNVnK0UhAncYXS/BQIuc
H/e679OixsEKSKBfo1knVjKNrGn78XWtt+tGcWHX4S2yj3py+WF/rRvbgDwqvNS/h311Kg1Zp7ta
4sUbMGshVLvBoj4a5vp75ljPasnoWSdNS86Aj2NFzW7rIHwY6Oc8/F9usSx59LxeffIRv/MbHRpO
ptAOQ0fTPPuNVVgGQ4N5xf2kSCZZhZnDWA69tLrIG3Ifo7Sonj9+LOcbLqtbC/Yp1hmPhC3k9VMJ
6ZZnNzTUveDbhhiIfqBlKAA/2sHBWeIidVCOAXqP/KTdRUTirj/+Ae8sdPZLi9/BdMty5NlCT3oL
mUgX6HunG8UxVQ2TpDL1IeP23SeXOj/Z2SPVQglin4XQhl2GfH2zQTz6nZuVzj2Gdt6mRFe7g35P
Twicv8/j8qKk8luhf5Uby/Jx2SgKyAH1nB0+vue3e7XtWZ7NjzG5c9M+O+Vawlzg8Y/2vTF4Ar/b
0bWOZZq+oKan0i+wYu1Tc9qgkY0+ufLb182x5HJR1+VI5zG8fgLePNSeXSp1D+UDBNSwR70ZmT/t
3DmxLwGlblK4Rju/cxZyiFtefHzjb1+2zfHE0WhZlBSwLV5fnhPKRTPQWPcippK14qEYMX0K542M
mv7Hx9d6+y05WpsE1SnBZw/U9vpaREyTu9G4/r0JnXFnNt7S0IX2Hop0u87NMd5/fD1r+ThfHUwa
bqXUbDIokk2spF5fMINx0btmBsoXGFZ5QbhhLA89iCej4ci3653TDuYxI+YGE6kpIOZOz448ToTa
zbcNlpM/Csj2cgWxVX9tpTBKPv3Yx1G9DONrL7S9m49/8dkTchz47HwL2jH5s7S8s2XYN1OHYayV
X4g5nw/4hdWHwsisDWBceh+E5mff39vrSVM4vBJsez0mtmfXM6EcEYCeVKCTHgm1+YBwHRNRH59/
AAvcxd3dxzf4n93rr1fCHcJXMl2Nm5fL1++d7ac9fIkCAlN1AY7cPnnKyPZKiXzthOZ4jOQsX4xB
JeTAjdBByqxN9jPI9cakf9naQoyfHOrnG9D//B5NxcCCxNfQO/v8rBQ/lU5gpwRfJs9CMj1r+WuI
Sz/845dAcMc6HBePHzON9zmEGUyGcUZ9UAQUuSdJ2unTJw/orNf5zw+CguRKyXYIqnL2QQLVWdAl
W15JkKX9GkNoSAqKnCYWpx2bN8RHQiJmMIuZEUmNk9zZnWH+SUsRhZs+UyCNH/+id9aIpT3Ps11T
uMtyef0ReaYxUPSPLWQAJ915sTU94C017Zk7yN+mxcDo4+udbcXLA+A8sDzHgeksTHG2JpOO+JuO
McdFhWM0tsG4OA1XInEAtysJJ//gVrUzXtdMth9J1+zrT5aoWHaFsyVKHcupz/O3qMHO6vamS0mM
acLmIhzT6dgSUYcxqDl+8aL6mmJfYaMV3iy5tb+yBauh/ZWcSxXjcofg1ANRSZiLg+uMKw0HClNg
y/0T9BgsBc4Qr/zQiR4mqfUhkilMkIwJI5TZ7x8/xPOX5tIy88Iwg1QcL4xWX7+0RuFlSNeeHkt+
Omk3jo15jY5uOP702iKu4P7j650dI47rOsqzkUabAjDc+89O/FcpF4o61HiBG0fX9XoTkSfD5xGc
sQrQuq3SbOLw/mRdnm3uXJJulCNbcp+WaTlnX66DNoFZv9ueVGuWB83Em8iPCb+iVjVrx67GLV6L
xSeL4+y05qKutukDLEfYi5Pj2eIkLW/KoHuSR+BqF+QwQ51m3zgpcMmhMst62mH4ZRjHsbHKFsAe
XsM67kB+Prl5+faHeCaWI4Kz1HapGs5ecG5C7anRfJ1I9jGHS3C2sL3PoJNnnNxO17yoznKQ9XYM
/DYywKQnw2etHadH3Ud2c9kCuJpfmOzaDEhwETajr4Nc0nIg8+K4eR1D8kvuKxw5/I0Jrub9bBTG
m1sLyj4bT9jV5n2JaWtIB1tBlcPQAhN7aNFtSIVWThFB0dFQWuaxwRqIYJ9MjWCmU1wYSw8amdFp
6LKuJ78xgl2/RidlBI9ywJj5KYZbn95SWmNHOA7j2IkV+RHYcn+8Zt98I/Tmni0lVjW0c8JZHvFf
a1ZA1yMOAYqS0+SAo4k/OCvQRdxwxFz+YqbifvLSlsXx98bC2gdQM4XFHy5vbtl4/rpg0iDdJoos
O5nD2N7hlVs+kIkafHKVN0fa/1yGtlrwUXDSnt1XiXtLDN88O8HVIMaZoeGxVpKgFtVL0p5LcTQy
PBbJ/w6RPRFXkpZZs9bhlHxSW57v5PwQWkobeozF9MVTZ2f9mEj8LkkHOAWeGp5UlUa7nFjqU04Q
X4/B/GIBGRXliW63+uQhvPN5CKZSDpMCTV9x/qgtjPmKMrKIDEFZuHbyPLrJsDHaDssqHNF0HKH7
aHIiyR9Omcbcfry03nnT9DOSdUVFr+R/jpi/3nSYNWKeMoiUQW7BeIUOmv0yoiz65ytYwGkzOSah
8JrOWa3QD0WnCSLnTc8oE3E2HZ0r6fqTvQviIXiGyY/5/8d39s5HwxvV2CRSM+Ebc7a44iYcyzAL
w1OjSMRRfXOBeBBGfQexzBbEYXx8ufcWM/bLlgkBnD9Yzq+/mdpMphY0LDwNTsoxOiY1+5vP5jGO
yQ6XB1JS0hKLjSkuLwMfdGByW+vGrKufH/+QN1UBi5npOCMn7SwT4POypFcj5IE6yE44qAqi1Uc9
uid0OmPyosgqnVcVkVXy29hA2lvTPIlo4xQMi1ezaxvBr0SPZnnjdwK3VZxa6tkxViAbttzUlhcI
uSqoJeNTHM1DeT3DSOpvKkuj9PdMPI6adeZ3njwUuaoh4MCoxZvz4xt8c4JzmEqm7JSelMJSnXX9
mESSHy0YxLiQ1X8vZrH7tu9xd4U3RPbfxxc7H/1wjvI0+cOGQsxQ5bzxgNSQuxGHBKZ5qcx3IbZC
P5F44pKduJNzYFPTdKPkb847AW2gWoK5+seSNJ70kn81fxBwYfy1dpvoisBsq9yR4St+xtSw1idL
8J0VT0/GyF3zhTlMAM9W4FSYaHqb6IQV5izhaRNVqwLdPNmzcIurFlDjz8dP55190+Gp8FhoAaU4
X/OjEwtG7UZyGiav3xArZMOI1dEpZhvblVI0l40MiDksg/jp4yu/WQTkgUtsVNm2OaAAXV7fa5Na
hDJVEevQIWUWFY8IMoifXXSRwfK++vhi72ySFPg2zRcKP8lk9fXFpI0YwCorUvSkOx5b9JVra0r+
Pw4h9imQI62EQ2N1Vs0PBDz0EYLnUzMnTDMhOMMdNS2DDE88lTBS6AgcmuDB+Wm2/fgG33uPlGam
Y7JfLsPq1zc4w8vxWlXEJ8KEUsZ3oti3WA5vQpfLZw2iVeRRah2Iedh/fOW3tTGQw7JPs2A5H6yz
jxkOuxw6L0lOrasKfRMajH+2hKKEDyIQgLojSY1EWxSj/8+X7lJLLec9XT66nde3XJdKTrXhx6eS
eJdtMpTGaoLNfjmOsfN7JIKOJIygQNPCrLX85Mx/s3iXQTnDeROgkIGaXF7HX4cu1PEgcrtZnBxE
dOuCf+puFj5WgLGZfdJevXm+dDigkRYwIDfJJ/r6Ujacjpz5kDgR5yxQ4JHppKGcrwKnGbcT1ntA
vmb2TzciHupyVU4h+P3Ura8vWqfQ9SdT6lOKd8cFbRYuVmQCrfK5jfYt2Mcnz/Pt2cuRQKPjuMzP
TIej4fUFhc7IzkkymyMP6QDKSMLD4/hP5RBDQHrJtMqjjLsvc8zbQ5QeKB3FrhjxrPmHq3k5mizN
7AGQgGV1tqiUEyfKD3x1atrK2zctzE5sKfKNqrVcwdQ1H3P0aZ/c/ZuPd7ko59Ty/XBJ7+xpRz6W
mKPpy1PaxE4IebebIcsM1Osrj9L9hMEhbtTazvShhrr6Tys7rg5USaUhKH/Yi18/emVaNbt7bOO4
BBD/XGvCA3D/KIprOFkJHhlBg9bgnz9m8B+HPRIQj/nc62vOBhGOWdBTzJEahiClire+UXg3LmEn
+2CxeoMQm8WfrOp3vlpvqSRBupSweLtnV7UAOIagVafJzKSJG1XTYOwU+AxjrRAe7cf3uCyVVy3Y
8lyxg+QT4jDn+Hl9tSzVXWwYuTqpkp2hDXW+BrS3dlE4fZeYGZ4+vtx7N0cfQLlI4cGBfrZyO5Rs
EeZPEsOIKVu3IiInz4TPkuNO8EnL8d56XWarUlAuUymfFeaVVQ2zAmA5pR0pEabsvIOBW/cu17k8
tlDen9rIsjaMLwvzk4VjvXubLrsTPRcN5zmGUWN9gH9s6J0kxuuZC7t5Los1zjhjvaqQlfhbL4KG
tiVqwyRbl+xeRUpE4E0e869WOnj0+yj2V/y7MR6Z2OxN5m7O8Zx4gl3hi0/oAO8tAo2PArsbM1a2
8deLwG99P6gjxMCzCwmxh/yJU4bODnlMSzOFifHJ83lT6LDoFuYEC462ydNnPcwMCb+spgBz8axt
f5HnWO8RpGbX/3ytuY5puQ40RVbC2dJWrTtWplmrU1tU7QMBS9lF2+LuFDWz+mRvfPu+mV5YkiEl
JTwFztkNkUxgG7hSaArU3lz7YSu2XaXweo56+clGuCzb1x/sMigxUR27lvOW85IEdlOjBtRQ913o
VgE2yFpE7RcI4v3OpwLfwqT3N5Ms0ceYmLJ8/FDfHvRcXoONQzuClfyflf9XTSExW8JzIvdOU+jO
l2mprpISo1tGbD5J9NAORYiDwMfXfPslc02YRZo1SmXsnpWNmDGSBzgtfhWM6u7NecTGTA+SfEad
X9sFMcvN0CPALoyfH1/47TpdaidWzgJGLjyj199F4w5lVcEGOjlx5qirUjUYpGOXXCVfPr7Qe+tn
6eaXpooxwjmVojfsvpok+0WIP8SJ6O7yMnLCp9rk0X58pfeWD49RLVNbXuB5n5mErRlNInBPZVgb
MNicljTKqI4vrGHAMi7Jq/4uSXX2dejM+LfN2Xj38Q9475kuRQQDGkfQBJydAPSupWFkk3P6f5yd
R5OcSLeGfxEReLMtb9Q9kkZmpA0xFg9J4vn198n+Niqqooi+o8UsepEFZJ485jUoR82/hcgDYmRE
vf/+GEO9Rnroc1KY1izBRn3q2ZqHZsLFidO0R9m0rf1jRnvx3VGGdbg/gePRdGZIcrtHaN/O/iw8
jC2Bmf707Lm8QiWS1HD6P8/f3INjQLLruybAP/Wf2kS/HD3Pjm3w04FzGcWk7UPdKA70uMdt39eY
a4M9I8fGddlhVLryzR6tTOpHyHE9i4+n/v7Lysx5FDycmANlvPiBZFK6C8oWlgf3KZK1qVcckfXr
dmDK1oZPD04GvUnGXwwkAV8sT0aV9PBJ4867xEEJDUtjujW1ebbrBj85Pn+/97cg6VYAyZNgo9NQ
WdwXcar1b7zLC9xhxljhlAynwqapQp8YrRUNp8DnCz6IpTyWz4CIe5d/y9eqicETIiW8GBFayr1z
7pwAbZPEwkFxqOTOQ/bj+ZKPntEjyBhsVXaRY91+SeqGoUaXzboEPRrbEQDaq23CXdC9ykZjJgtW
ws2jzwfEgTalSw0KfOZ2PRSxZ32yauti2SboAn4RImQzhiSD//5YzVSWYteiI3Xf1kjaaayF3luX
uXKC70Yf9zvfGauV0/7oJCD14dAUIqR4yxmb2RiIAKK+chE16sl1UGjf8AIod1FfAW53GrPZosT4
M/HCd0I2CSz0ISzP98H52SD9Fjka8vUZBn0k6ga433IDDdb91lTBd9MAY22P8CKkKsvevV1M0kHk
MlWRYLkqmP968KvWi0Wf0QOlYXVsoyza2UEVfukQJdnVcDOTlczwwf40UUOkcx/wIcEd3S6IOgEE
7oEis28bG3/rpD+bpRmeMSZi1O40X58/3x36Qr1VhF4pKBECBu23OA96KicnCTrrgqhPu3WiFIkb
oIa7ZBigJYzkBps+sRDc6G2PUqGXL5Ui+QzMfpF2iJth5YU/uJ5NGgwMibi8OJ6LrzxitDhV7mBd
sLRtmJr7eLtvwKRAUXXxhTzJIRCHBh7DqQaJ9dl30/zw/JU8OLHUnAqJgm4OgDr1hX755HY4+2HS
SRMrnCE8JkzTL2Mtm31cV9HKwz6If5YBcJWRow/wxVxcncgHWgiUduYlLXz9CskERdSuc79V6Zz8
O3np9NJavb4S5R+8YUDjAACoCFTUXQTdNnC83hsd+1LqCPmiKB50M74QaLhs8hpH2U2PpOBr1CJ7
s0Wb3bt69hB3K0+uzs0iiec+BcfjMA/jLC8+M9KTKaJ9FEATbos/kmYIP819bM7vP03gZhzarWpM
j8jM7bes8gEFvsqwLkboMXfp0DOtRGPCzIeRZ5VMet+/dwKiL0gVviah6nY9HIoHzGOZfknNKP4Z
Ndu94B+vvVZQD1buzgfbVA36TVXdk0ouQaGo90WatHP7otO53SL2OmJc2aKfHJkx2uXPn+tBVCL5
AIKjShDA8+pz/nImgiyde0twaxYA1b8EPVXdBv4fLksWHg7YvAZ+uLLkg+djc1JjcQi505bbFEZM
ynXmmxe4W/oHWTmCZl+Dep+LvOnzp3twImhlOnSn/zd6WOySJsHULUxDbJ4MhdFxUN4YNhGu4DuY
c1C8rX78oVmDexjQNKDEnJzPz3/AgzgAR85n2MZpAH25CMJTkntlEgqolfEwa9DjLQV9Q/QG2Q1z
NNAnArmTbSFm+fXKCXnQ0iXaQnECdE1RREV7+2nhMNdNXcU5aZDjTdAEQ4TmdBf3pRnvbMy7NB99
viTOXgfTSLe9j5W3P8f+v3brufvn7+FBVGCUSokLypmN/cY8+WWbZaOmU1Xr2XXWMuNfdkaxFXnq
vD+Z/3WVZSe1R4moQx0/uzp6Gu7MYLSx/UAVuvWL6pvnBJ/nRMhLl5RrOO5Hn5mLxeMkMeGCBnL7
qu0SIGcAaf06QAmzr5NExuFLEDnG7wwt85/tqCMD6Bm5N64kbQ/Okhr+0C6hkEdra3HPpK1mughT
plckIOTJLxvzmKYGnhVRsnZ/vw2SFpHd998yXd+DHrRMYNqBv1k4XVw9mduYqYBqxbUnKQr8LTrR
teKMe18XHiJsIvH1HUtg3qe6hnA8Yx0No2jlOr8PXeAmmf6onr1JmFxc5yQ92RxORXFNyftrLELl
lGx1cr5Pk3CG37q2XGP53L9thdomWELUUFD2RTiBFRU5upZiSRuPxbHM9WRfO0Wz80x7LVe531GW
E9CeUTwsINTB4sNi0driMgStLXXr5s/YSEqUPDmiKPqULZzz2Cx2+hSgmvj8oD54RAUk5AYHzwNz
ZhE0eld0KT6y4WVEkE5yk8ripUvistqKLGNk/3y1+5qDTg3jYPauAbF2uZoFZxXbEdC1CNv6rzlS
aPtQdHjFYPKNeu7Ude3WFAqnTrs7/Pv54vf7h3GeIiPwvB7dhUVsrmB2eAP+kxcnKejw5d20kY7o
4di7wSaPknolhbiPgaq6YdJPi5Hb4I7ZaBXI12HKc2nDmiaqk5vHARTL/vlT3X9ArlaXxrDKAyEv
LU7F4JlI+OJhfplIqj9WjT+/anDIL3lbBmslzaO1uNZ02ja0usnsb8Oel3i5AO80XdAYUsCOAhlq
1L/hKWdrzdkHS1E4Kcg8hwms1yL/SnGybwf0xC9T5yV/4rWVfyxTLd9p85yubMrHS6GmxyQQ3Oky
zuHIIXTErnooGNX4EUWR8mRWdrlHVnwN//xgC0KRUJATklg19Lx9gX7T49UXFMOlR+3r6EvUs4tk
APNRIRA4D2238mhvLIjbGO4wNleAHI+hPaqPtwvCJNbjwQ37C36CBWabvpOcp3gMf6/s2vmB/YR+
lJWPVp8saJ24EffYThTmcDJzzGYI5QIrWkx3n+/Z+2DnEHCoXAAj0YNbdsIKiTecmeJ4hdYBqhrm
FO29LswuMVoyCHGMR7RB30n2oukAdxD0Mo1iFc6XCX1X2EOZI8x5sRDw/UMD0fxtrGOUM1GDOBgN
ZnXPn/HBrlKpAQACaF4uYWfx5oMRaZ0i6S4NOtGXEj3kMz3++eR5jXH8fywFFwbgArU2U7rbpRKj
G/s4N9oLOl055XYUni0tsg8xhdnKeO3RUxFmbNVGUb3FxX7CgbtD+CptL2OfNB99zQiOJLzGFxod
/soLfLBJPBrRNE6oiTxnOfRMENkQeu21F70eUZzXZHAaPBxVvTgdXmQ9oVU1V+8vqWm48bXIoUG5
UHHevsooaKTvFbq8VMMM3GSH3EkIFC3HtrHAnjpGbBkDtDE+MrpHC6sKrDz8B2EW0ayMfB9ECnIv
7mUDUCKdiUU+0HU5NseyAgOOwO/0qcXuID6XskaMjiJHQwO1s8N8++6N5FsEJgVqYt3l9ew1E42G
2W4unlWMxwnbrUOCCMzJ1hBOer7Uo+dTr5gyNCC7DBbXFq5cY4ZvFNm5EtwJ9eCfck7CPbi7CQkD
rT88X+4+8XCYenE7MpRigr5E05pdT9kYO/IScPJR44fhPuGXcRJl9Ql/oeTUKKsu5H2albP58DlJ
AyiAaSLcAS8QKywnDXPey9g4yReUPfI/BteJdqgvKFlFIffPH/RBFUiHWp0aMl8gAcsrJiXNEHUr
+osDCwsAWpphVJ7jJradhhaZmUbiUBJNiY+0ZDGPFExF9FcmteznaGTN+fmvuQ8XnCWoRarfClJt
GS7iCUFz5Ghm+m71EO0wYZtfgz6rp6PeGNXanrr/yOrkIuCgmLVqb90e3j6W6WTntX4x6gorszRD
B36HU531dUJD/EvgIrmN61Sa7WSXiRXE4324YizwNs0mLnLfLg4sUCNjQlpJvzAjqbdek4qfxiCT
f6tSQ1UmUFbBTpv6f777BQNFJ6GmtQKfaomzTNFqtZ0BV97IQFTOTlv/t7Iwm50fNcXKTn7wLWlw
AlyiVUUGuIQQ+Y1Tx7ZDc2qoMutn6Y3TGdEUxAd1xPeeP5V6V7dZC1R1xdGy6Z/rfMzbDxlxRypN
/ekSgZg+MFZ1kG4unVMO+u+E5y3AgEYDA5OKEZUJUa6coQdP6gF/53NyF1AtLC4BHzneQpFKL6RM
1bGhFNkM+JJsUJVbS9AeLAV6iGkIACloeMuhUqNrFrlnVl8EYPi9EUz57wX2SDigymQlBD7YoDSF
mAvSnKJkWM7LJO0fnKFHngplVOD9o9ZcwLwXuNejEv29EBzkq+S4VO++ypi3oqpgUF/Ca/fVO/il
FwQ+NpniGPNHC3sQ4EuRN3kk194871q08v4WgRzyd5JtwTqDl3Etm5ReEakWa7Z4Euo4YpeXIhhE
cZxrPSgOdZyh6li4HSYoFV3flWD36AWDz1JDVyXtsMRw0hcUPXzu4jJn2KWGtfNnglz0xu/gA5qu
+KfUcLh7flDubxceEyEJ4A/qJl1O0oxRuQ8FYXGRtdW8uHMjDu1oFpCw6uI4aM2afMByPeDGqqun
WFU09fxlVmJ0yOm6o2+fJyOvItTpLVws8beNo+41bfW8KzdqRKWv7KBlPFDLMlpQY3OlFbSscfWq
KmP40tYZn6umP4kJodptYUkXMewO2dgyMiDCFY6/ixng7wd/HPbPX/TdtcrmR+eRBhRYE0LCEhUs
a1x45yIyz3gHtTRz67EcvkgH/NIhmJNa/zji2OkeQi0Iw4NANgTrrFxk0csg6LHvY8Tpk5Vc/K5B
x2+iYWMp+CxcKOiStwcrjtwIEKuYzrmonU0VRfI6MlndOtBmgFLEGN3AcN36WErRw8uio8Bi7b0l
rfoRXLUqhYOpBEbl9kcY3PBaApvkPADT2Xs+C2ImPl48r/1bx8x4JUVd3vFqORrrlB6KT0+aertc
bE/4GxVmf47dYZQfsyLIYSfFE07gh4ZtknobxGszjJtxfUsmRp64IqxsR/VIv15P/AZgY7QmOOQ6
yL/F9YRifYKJht2fscgz/3PnKf+Wyzh/lU3crzyu+oSLpWhAsvNAOdDgXHJSZ5z+9GZwOkTySg+z
ibrZuxRgK1fD/bGm1cL8UOURBLBlzhgUTskkfujPfS+mF5lD60WqAleafNQ3Pup2m+en6cFHVLIr
XLKqFKfvefsRgxR+ZmnM3dni6w1f+qwiH+8KaxoL3A4LN79AcTNDHBIxLt5EeWvrK5ODZaxmJE+2
RCoDsRkwnL7YRq7IPFTHo+bMJkvxKEjtcsoP0Osgk2S1h/JVqSUdFpSFhYf3mqjSHeFMLc+jc0XR
niHRUS/olyuxK4Pew5R9PmPEFZnBqZcU9tnGx/8pPyCnLf2rz+xP/1raSOXRTvdbEQxbOeu9/6PD
acV4HWbft465aybaDw2BPXGweuTP95qOfMGxgWAWyW000i74Ow5lmn80utTDm6NSRKiffoAT8+cG
63J0NJMYFc73fmFQJVwTBvMZjskyhbKTIAHvGzH7SuovZdxhBd1iatNoOWyKvi+vnWe2B8tItJUs
9f7AWOBxFRyPCKGq+Ns3m1mYVo/uFJ51HSRpSu21jd2p+Pbux2MVJsM2RR27Z/H9JK7BlWl34RnP
OjPdRE2ntKLsfqBr2DnCP/ou4PC9N2amDZa0iH5/7/oASuBvkGaAm8X+5PYpY68qRyhWwXn2Qrih
RCq56XpmTnOchX9iDxjtsijvArS63HaNn34fLVC0oZyhdQeVkHTydnEU+QTKNnNwHnsDfyDdKT6k
tV987A0EH2ufVZ8/7IP1aMSgx6d4P7AX1N9/OSwBIrd9nI7euclqPI0ry+oxO5WQyxqhUQA0Ub2S
PT64WdHLIeGgDFGYhuWl5rohCXhdeudobhUVBLfzuaL80Cdm5F4dWqhX1nHFIAMwTZKQPE8JbNXB
iIuXrAnycuU4PXoFYMtpUHM6lazS7SuQOXoADOl5BVhQXLRo/IJaeL0Pez17KYSWrGQ7D5ZjQuJC
HAPYqigHt8sNZeq1uD8552hMi03cQgyposndG5Exbiad6cLzL3yf3wF0o2lB+W6q7uLiPhht3iWu
NNGlq7Ay2MzCxI4UBRHjT7cKyw9177h4fE12/xUFeFyJAuxKytPz33B/I3AbsD6ERVQu7gJH4TJI
Dq0GfNZoVKeuwa09S+IckwaaJGWEwmFOuHvnOJceKuNchB/5vyo3VTT7ZWsXDLloEgzRBTW9YFcw
Mz0GlVceIPavqVvcJy0spcoTVZ8wA1t8U0un74xnTHTBTFwzD4hQRtXe0eFp7vu8Cd4LduXJ6Fuq
Ah7FETXHuX0yQ2QCLyMTb2ZPa854XWqbsnCzH9garzUmHp1WQEG0l+h3sWOdxekQoYV/qNFh2eY4
88HKMPAsXazKhIF8uBwGe5uOKKMiJ4efOUwkHHiD+PB8+zx4vdw4lNUUCAoGu3jeMNciXfRBcG67
rjoMg/PJn+b0QwgC5f2xgIyB5IXAz9tdtnySPHBmBxmbc8/7OPpFqYuNtPBG2JZ9Lrd5VCTv1Jsk
6qDbw6VK95cinmrz9mMms402/6AhmzYa5guIBwdmvlGfYJS1K7oSDz6mauDRZmIGrg7jYp+a0VAY
ET4K51k09AnqutH/DUVt/OH2GdYoNbzpiz21Ix7PU6e/zLaWfscJ0F4JSfch8I1CxiYGmkV5o0LW
LydTVHNrQVuuz6PQfBq1LbpZMste/ErKs0GFf3y+f94EXm8zfShrpCwUUoyKqbJvF6xaTA6xMBHn
AOcaJEvcvNCqC5rknvtlxo6CB7bCAoFypU1zbAO71j6PGKLUH5xBz+r/wlqbnIubTJr7ecAcFe8a
2RTWn17auRHOPIMVJ1s77JLiPJqT6A6BMZQINCcSH6NNapr4eGI8iLHvZmScqyebKYoC63sceJj3
HA1ZN/HBsbMevD5cCvOHjmPc32hsYbHoIxPu7fMhjbKPflkV3SYJZantn7+i+wiNgjG7gqsCwgXp
5e0bKq3K5EXw+5NGhMdgnD8zMR1PDEaKQzOB59XHcFzJPe6PNam6ku+j56mmUIs1Nc3G6NrNkHHF
yHGXSOyb9dJxsbeiCfnexwMuRVoF8YJKj+H34vHSqShjrcjPYz2Z32zcK6Jdm/nNuA09sxuPoh/B
KM+SeLqy8n05xkwfwg6TSs42+NXblYsgKiRT4O7sogA0wlmPdNAnWoSBC82Q7ODbCb6RdY9360yM
W4mc95+VChCqAo0dGmd0QW9Xh/VVS66t8ez0hYUyN1xCOgnjvqez81Lm/vypVETs5y/7wXcNGEkw
WaP5CmN0cWV0QKWZueND7ZljXJ/6EtrgSTerGHHs5v13IRJrnoXwppp6M++6fcIkwv1hMpr+rNe6
s3cb/MJJcILNnFprfaq7l/kGCjPRBvAoCxh23S7lIdo8jVXcngVYS5w083qPz9/wOka6cSnTPMNN
NVvDlN69TIU9offDdAuUGGP9xaLUlfZQJc25DSNk72mHOa9ePQUC/TQRfX3+5dR2uImTKCyRkYNW
AlDK51s8YTKlWG5izHLumiHYj8y3XotBBJsIibL9BHNxN2Vkj35XKpPu2l65fe/vJ1V4KSSFatlj
HLC4n7IEWBR2R/W5siCso4gfHO1yyBGcnmX8G4LG+XZi7mTzCzAU3+FFXJvYirwb3E5yDv6Pbj7z
A3byUrMmCyoclH1DnovZQoWi7RycDzAC3+So2X55/s7vLkO1llIPsZgM03NbRMHOMZHXRIT37EwW
SNYS08x0U7aImB6IKM7BjuvQWDmhj9YEU06mw1AN3ellWLBR2JBuWJ/rxhHxSRRGPH51pYahdUVb
6LMHbf69gx/1Tm1GlUQiNSpeCqaGXj5qWefUNPa66l8XDtXWnSP369Sh8fH8ld43lFmL5IKNTG5F
5r14pyJNQtcpOnnW+MJpx3RWlHm0zWXb0LLVwsk4kRAExd4XIvhKoi6cfZwlZvNZw8A0TDeNVVft
Six+8NJJLIFcgXpXXdbFj0JVpG1xtS7OKb5u34Ek9j+p72NtA2yvP9KXipr3f2aa2BSaSpdInevb
2CHK2fG0yirOXV7UDdPp0Uh2MeZs88/QzuxvVotr5EqOaaozehtDYLvQfoQ0YbGll8WJng1W4tAm
O88AOwpvM3NwErF1MCycEDFRbTIzzsUUXywLq6JPrlumw6HGoM15nWoTMZvWmYbqbwOTHWsrHKON
3owWU8x9OpcuSJBEetDthzgI0JzDAmxwNrHAseyL7o2jPNWzK9rj8x314NspLVxyCN8FdLScUMSV
1XjlWOegcqvkVGqOeco0Oe5N4XwVfpyuTB9Uabp4h7SLKVmVzDcF5SIOiqKoDJGkzVlnvnfJxra5
lt601kd8k0RdLAO9D/AEVxo39bLXLuMAha25Hs64rvTemQq3RIpFx13kUPseQ+5QA8vv7kYNk4Qv
NXqpxiUiV0NJ2srL7Ec24zTyEZPoIfxGeyaIf0tt7N+mnROUlrnHSzDC6i8jU1aWraPAkw3fTPfs
DCMxHT6ojyj8VOfW3kmysD2Csk+0E5RROm6lLGuYgEAOzFMi7N7AB1p4ziab88n7hKytjkJOmAfz
z7bCpBYTTFy9/io1Q4/3RWja4jUOjCTZ5wh2DNukwRRol/v1PH7LbRvJl8Q0+/+wnyim17k02u6a
T7FmIVNrxbNBfh6XpXaRQY3c0MYwkdXINuA6nOAVycPQpx854UL0fJPdX/UMPsgVlewyhOkloAMs
C7+BIuDcIqY7nhphjph0R3GSb6HMNP8+X+0uMQUkDOSAXBh1OLbBIrGAQR5NAUPr8+jmXh3vkBO3
649Y1XvesZzGJPu3raO0M3Y+nmXePhnxVvn8/Cc8eGBg2RA+YSrTWVjGJ22QOXDkqaa3MJbfLSgV
3yWeM7ie4qzy/1hKnSQmPjA5ljdeUBbe5CalPLfIQhvfZwgTww8tI0P9b0Sny/70fLn7VJFXCzeR
luKbvuCihz10dSoAArhn3OCal0JiBgfD9ZwbsnvBczXfgB50ViLvgzVV45iynrgLmWsRNOwUjCqm
VLjCyqnsdmbXmnLranbxtY8abYs4Tfd7HOB68/xR7z6ioo6BfVCUHFxjlsU8aY3L4NhzAbKV9ouH
3/UlYVqNn2W7dq/fReG3pdARhFiruHmLLSvTOGwQ0HBPTazVf9pNMMs9NpvZRxMxlHNhzf3KiXy4
IEFfabzTjF/CJK0qbujTa+7Jtee/QtSuXwbcunaGP/9TmHry9fmbvE9/kRAk4MMI4RsCBVDXwi99
EYxpZuwlPftU6Vr2yegc/YfdkUzs06x0Y+STywqf5HRow7Opea2x0UNEo3ZYz5r75z/lrhCwGO/Q
agMeCgmHq/z2l+h+2ER+45mnocdo919tiqfG2xe+P6TtBzE6aaT0yHL9dU4BuWzdGtDfIc2sYvj+
/Ifc766AohlVDTXr8uD93P6QoGsYYCbYrQ5zE20iK9aPptOUxx4szfndS1E+KtMetrMOOvZ2Kaxv
sbEXOIFieOtXtG3i3HJ/N2Xkjt9J0/zgy/P17gIwKkpK+geEJvMX9tjteikz42nUte7opu6wbwo3
/mtqMZOi9SOPsS2ga/ttdLVtkeyer3w/IuUIYSUA1AIlEeNu5JGXsy+RuGmPsdfg24aoyOcEt9+r
ZoVizysSOziuKPwYXgvQ2fCQTKzmD02jJ2e3qzCSs9EPBZhQ7NCnQ8yrENU5R9mZwiyocTvtO+eT
I4borA+YHOahNF9tI/VWAt7d6VRPgbMVBHDY7oxCb19gAlwlsvE7PPKe3Gtc1/U5r/R0m+IAccDR
bE019g7wTwIEJgRRVWpxoAnLUEcy4JaDSAF12XYsDqi5x4zQrbDLkZuc59qMfh9RGu0u0guz6LcO
pH1OpgCc54OPQ4f+JRhjXzviq0mrbaMhpmSvVXZvmehNTsdvJHwgpUCZBdR4ESM1NIKdduzkscGe
4WI0k7mRMpabpk6qbTxoyV9uYVp7fR6sl7EKKTLRedi1dYq1rUjTo9Hp/s6wI8yo4jj9hAO3fWgc
p941c5WdUfPPPmA/iAsoWslfg1aYh0AmzjYnOJ5F3LgbB1/VA5AR7YRf8LSyc+/ikno6rm8fzBKC
a0sZMoT+EBCqNHksIq/cQa/KP7wZhldCmrsw69qXEc2ond527QeGYfF7Q4RannYT4jtqAL+8gDJp
IEs8xs2xqCYgp3XiH2NZz9vetdbqqPvoALiUqYBFykIpsCScGnD8RuFa6bku9ED2OyNLvfAwOHJM
D9ZchdWrb7qp9TOM4nL+c5a0//SVl32XUMBC4nRZzH5IZMBoLc6Xkw16Lkt+QpaP1ziqmi3Goc2L
MxT1pXE56Fo7z6fnsenhojwwpC4V8Jfi4gMCrtJ3o+wcSLPtk61sURpHWdytvJOOvcj8d2aaRZpt
y8yWzZrS+N11gxAQu0uNR0D9kivePvI0SGFWhh6etAEtsM7xwHf3Xranz5StvN37pegkMsOjieMS
UJYSITHFjJsUU3CqGjc/0UI0P6Gg4W1nnHhXbvO7QMklQ+ObQk/19+lF3z5VNGGArHthcBqzJDro
BSJxfm+6V/gA32RmZu8d77AcvWZmaCRHah56u1w2VvgsYcF7yiHK73XU1Lc5YmonLcYlSxMIFD/f
MtbiVTJDB1FAxvs2vqA+WWTb9DH10LYG7YMNTKQAHVrVw4cikUl2iLver2kfFh6CvLTTIrmRni7K
P7D7HfRjhkGke/UHW0ddFn8ShGZhLOoH8uhu/iEoSv+jpMSlNZ0dMMsz5Wu6t93MnY4O0IC52eE5
lX0Yh0x3D8YosngToPxfb8N2HCcMr+Zw1F4D2MsfUSWxu1M6wVfcIsTNxMMOQTacvFQ4424WdRgd
kzb0CkrwwpitNaTHIqDAsAXfoSwPFHJHlfu3X6V3cJ2n8xN90HMrPEopv/Wt436xwtHbenbn7tLe
A88z9Wt9r8WJZmEKTPI3aKlkGra9WNigin3rKyNVFiGkoRt/wrHR9nXWmmcjtoeTEvM4PN8SD9ZE
kJMYbamNj3jL7cPilZwIZ/brD2Pku6coQa+g7IR/lak9ITIeZTvgd2s047es+Je7FwlwhFZZUgE2
Ea9cFvBRz/XuSGe+0sCx9X3f+7OJLU+bV8zQjCn+p5Lh8EedaRZ+ylWT21sfPfLPEe7GCDik8Oy3
de02zWZCL/TVrutSHsIi9ryXSET+N2eWZvS9Sgstb4nEgPmQ985jC4fyIp5qnNx4FWITRDgrv6KT
1aa7fmo9/4teG365q/WqFZ8sX8zGNzlUffHBwzEso6USTlm1LXMw1AWiuEHHTlSC8RHygBLXCowd
BlCnn+nsodex1WtXANHxRDDWOyNqSrnr8Bu6Ng3ctQP3SPa9F8jUbZibD2dk6Gd9n3Bt/jZCpfsn
w9fu3wCCor9pcMN+X6TjCzCbeZNxY+RGqFtcWVUQD8GMpPW1CAyJzpjx5zSFyasNO+c0Jam1koHe
bTOWIykkGUCJiJJ0sZwEBxeOQBoRjHTSaxP2NsNZLMFD2laHuXP+KYPonVxL9YjAMThKYN4BDSyV
+QLmQc0I1/YqOjl9dsRc/dGanby6FvPaQIn1PT9Kd8EVDUBllABOHP8WqrHbo+QgPJpEpIavdexM
R4TV0g/zHFdHQM/z8Z1Lcd8TKPA1xBRHsWFul5qzsC4hB4cfaurt33U5Thvsi9of+TiuETbe9Il+
PavAWfhqqIm8CfwAtrtdKyv82qC0bK7EyooazLLb4uKYg/bT0lIbv7LMl/82UnZ/Aq8auq2GFk9w
lIU3fPVzM8og72GDcmp9GtkQoND8qKfO+N5OrbEGy15c3yqsKJElYreCQ5Kb3P7UOaroa9e9da0r
e/pRwsz5m7zC+jyZ5Z9aKsVKq0w9+a9vhvYRTBLyXAeOG63hRewss8YthtKer6Bx+uuAQ/HL0Lr1
eyM0CBumjABBaK1ABFJH65deR9UJHCozMVyNtKq/pdmA9a/Ii5MhnPZj1CXJwR5Gb2XR+zfJouQm
zInpH3El3S6aTj0Akdnsr/YwT4iICCPY8qGdI5q50aGUlbsm8XsfIXib8OaoxYgSoF1uVxyncq60
kvTZi2td3woLsfMktJJiOxbt9Jse4TvUT0G28qB3hxaTY5VDE5fUpHoZmDQDtXpYasa1ceZ+p2Wu
u6Gq+q+dgzVh6AcrMRFRp5UpPDy5xTlqYV5mZd61VydE/Wgz9fBwHJsycWO4sVwJEG9oicXeVAGQ
iSUfkan44nXqcKzcNo/aa5hq4a4zueK3mgSg9kdnea3cmDhctht/mOIffWv31aYNOjtAl9UMrY1K
FowvEbOw/lR3bV/v7M7J8O0wte9chUG1L1qnu8xBi3OZayQRmmpSGvYHD+N0plbMBNK9V/TdX3bp
6tkWFZ7qExqoZnbQ7WkSiCF3kqGJ14xrZ/L+LUPkpyzBlRFMPySf220EjW90DAQFrg72bccCLdFN
74X9K+OLYSWbvj8jBDSa5Ej4INuAJsztUrLpDWdiAHCtvP6/sqbeDwcuMcWvTzeO0Ku/3xn0qecB
iSBjpKRnCG+364Ug+wY3HpCVzE37vxH7oX3fmvV4mLxoWlN7XfQP1N7hDlOmoWAwCXSLqONNVpjI
KrCvDmLPO1HaCAdw7K9OFXnI8PdTesDZUwI3NvP5aIl4Tbfk/u3StWDo/Ca8wT2nPvQvYa9gMF1N
WPZe7cgfL7LrbLENMnP+x3el85tdyiRc+Z73W4e7g9kKeFHEC6FE3K4YZEWaY+7uXsO6m/cxfjjn
qBv8fTQm80rUuQ92WFahcGuSens64r23S0VO79uRQUFlhZmx15ENPXX2yM0oUL7Q8cP56WsY0j7f
P0uzUvI99F8UW4B8TyeDUK/8l1eayiqM/CAUV5LmPAXE6A3Ftkfqed5LS5vFB0TfvD8giYU6AOCw
no9Cj0x7i9p3Ue2SyRbZRs6Vb72m8eAdhA4hf0NHzzMPaV0m+jEPTdnvn//q5T5QPxp2GY6lwCEU
AvT2R5sFIgTuBKksIUVMP5Vd5hu7BgbZXyKOhfg4RIPzzvGJMnSlJwjFj7pcQdAXQWT2R6fv3am+
Jlmf/0Xa4xc7TbbiJUjTrjkEYT/9fO9TcgcpDAbtdAgdSzyRBw02n8awucq+rl7MZtZP9MHl9zTS
OzQcrTUFjWWNyxOC/CBmoZYLmH8pGs337M2qwHIzAuoeUYQbSbuLfKsIz5XEDGvjIhL61Z2Fth3M
bv7+7qcFY4gQAUKNdD2WejC+U9KgGoz6mg+ja+97Wzj+NuhEEL+MQ6Xv09zhh7x7TUVyAvnGtIZ2
yiKgKcvrIvQc3MSmvPqWjGaNLHfr6xvHaIpPia81n58vuAwn3JFqDKO6sOTEd5V1Y7tci6Y2XRUr
9pQzgD/IADRllzdr5cD9GaEWABFFJKFtcAftE2FgNsiFjNdBGNa+tu1qW02BfozK6O+ZxuRKMffo
yUhhWA2cnWL+3h5JBfEYLOjp1xLdy3grYcV3uyG225+OSN6ruYknuko3FBZbDdkw47xdrQ+mxPbB
Xh/zcR72nll8HyCX7XpU9T5kfWevTDLfjtqvmRPrQWsiwWF0qpg3i8zJJ10YQJ3Wx8oYYpjEqRUU
r23nB+0GAFYOk8pMxHEUmEpuorK0mH9pKPqcCrhAv+OoGcQoPooy29Si8CGqNObwyTcy/3utycbc
hKif/q43gVZuy0IbGTxDb/S3WEbn+yhF5xPAtNbtoxLiOJ0mWcbbKUJcbxt7ovj6fIsuL/m3R1Ut
c4WigAa4iHMkdpi39rU8Dp0mX6MmjcEx6/WBSVjJcAj/ndGlxWuUdn70gnBauXBvl0dWRglEIp1N
j41JDOH99suWRt6aPoOowzS62Sk0C/MyaUO6t2i6tLtBwwxbm5ISkIUjfkSZviYXvkC//e8HgB6B
tUHAhwe52MieUwdRBvDvYDX4qv4fZee5YzeS5flXKdR39tCbwUwDS16fVimpZL4QKUfvGUHzNvss
+2L7Y6p2SpeZyLtqoNUtSMpDBsOcOOdvSh3WcqrN6kMM9HeDH/J8M+quddfrhTy2WhdtG+Cem9RW
6gtH8/l2/PNBcOGhILZw6Xia85Eomlgo3uyq2IWHgAGoXKEhGaGgK5pOnEIY0/eNcKId9A5z//oc
WH70P9OdDWOpcpKELITbRUxtNQYzNtwgLmJ9nzl29C4L5/C6I4u/8KnPt4ynKHQEOeIo4FMFWpcZ
86SaVWHOxt41uZ7jWKk9aJPebrw0vFSwON8M/w5FJ57UnIYxF67zsQxBVFVObBr7xBH6XaL0HGGt
Nn4Ko9HdzXN4Ka169mqU7rluIHtFlw2xrdUAuorsvZZK1D4pJUwYFd4LRqTKbqB4ELz+rZ7EJc8+
FnKfHJkkCXwtqParFWNFnOU4Ber71ur7+1mIcKMprutDNdX2ap9+y4q4PnJLHt9jgDj7kRW7N6qb
ZO/sEsclcrxuzzwEIWFU7mYi6TpNNr7nupMmt0lcKA+znQFhGpBzbqEZ7mXkFtCgF5NJ9Ay2pS2a
N6+/06pXzPda3mmRyGAjWq7Gq3fSrG6i2Cz0fYNg6lvO6BStAGc+GJnRUoYGRa2apTzoslWCOJ+d
Q17aLc1Ypd26xoSogYu66uvP9GwK8UgLipHW1nITWA+zWseaIekz7V0js+5QYH7TT910aEukXatq
/vF6tPXiXwaALIGjjdIog7Ba/JU9j7RQDWMPLcd7l3kImTEHqFirnbqvZ1PzG9hjn9KarfG3I9OA
Ig1EkY5i8PqynMVkaRBLjH3N0jzFGqCZ1IhD33Hq6a1qJMpV3M36MVS6S52o5+8M6YFyCFxH9jva
HueL1LDClmLpFB1y6sUbrRdyZ6RY+VVmzvXSbattnhf49grjkjjz829Lhs3rLnLaFleL1WjL2ipb
EG7ZYfbgN9WVU20ry4hvMpcsDXGuS3yhVTxaaot/wpK9cJlg91vFy0cT1ZmohiFk1PDnd0OmkJkV
XO9cD+HjcUbulBKrPLz+aZ+HpawFg41znUkFG/B8gFsnQV3ZbrVDERoKLpA4dmGe/s1shnGXzNEl
/NfqKOctl5K3y0e1IK5SMzwPB9lBRCbS0gfsyNpN5zlim1XS+GCUSfzZUrz+kI2uvWGkVb/ga19I
7lfT6Sk8mnHuT8Ny/s95eBuTKDEh1nDIOc9PArSi3yfKsG/q9C4penWbJ9knaIzG7vVRPr/HU/Oh
VADIhfyUE4CdbBU3KtXE6yJTO+RNmHxwsYcMzGyI7tE+0/ezQXZH+7e4kKG+GJQCKeCrxe5nvTvp
CYp4rlfoh7G1jJ1S2C6SDGyYZhfDwuc6t2l67ZLT6AsfGOkZlgu3VNgQz8SwwPzac2Hqhxh42R57
wtBPNa3ZGym6FDaXq8ALRXcIq8rawNDRf7w+0M+nMyV2zeCCDDcMqarVITGg+aons2MdEIEet7mw
ikB3hnTvxlbqz2r8e56By4flIeEPkv5TQ3wGY58S3ciGJrMPqTu6gV257m0MmAO6Z4Pw5IVj/aWX
Q8WIUx3TwOU6fj570b8olVkK+5Axhw/4Ore3+rCgJwdz+Ktg4VxI+VbMg59vB8UPkgU7L2Xv1Wpt
qnlEEyVxDjPsAr9Jjfm6HobirV6FS2VYM/ZtbJd7PTdxeAM0uZ84A/2Um+teFv18nYa6fOhS3NW5
I1T3Rl0W970DV6TWtDgAE1QAR1FJiYYwGorfSyWXT8P9jIsZ/wtIYw10pMQqjSpMsXDWhuLeEoUV
GBrCvE0rLunePN9W2LYXFxMV0QOydP38w8wy1MrOkfahqdz04OkwYzTgKPdDZwNBgBobVHni7pIG
1cbX5/sqqXx6SchsHFFcGBer2vPIdscJGbsgeXBQsT7OHg/gN0aD+E6pae9ej/XC9DN/jbVaWzWq
rdiO987BiTQswx3o6pMj7JMNlyBoTekcXo+38ohh+i0UdTBhQMRYXxQszl8umWthh7TgDxxN4kGp
5X2piWyjd3H/bmi9+FvjpVe6qK2jRD3ER6Jt3JGoLERUpdm8/jDPBhrgOWBw8nZOS6QJVmvPkThD
q5CrD6Oj2AEKz9YJvuZN7HXG29+NRJK7SMiCx8aYbi3FCwTNdBSyW9JzdA6UdFa2Q+3oxyTT7d/c
UGifEQKOBYNLA2j9UsLt56opPe2o201xVfbxo+LW35J8LB60Qp22v/diS7OOFHZhI1IzfSaygNFP
40S5YUI+ss2g7bz02itxbcxlcclRbH30EYpLAkfeggajV7g6b2U7tdIZmRiJ2k1+PfX2MifmoOhD
bRtPxpe2MJ0LF5T18niKyU1ocRGEGaauZog1pfQlzc46xgjx7/Su0jaYi5ZBYrfJtp+ptb0+nOtN
Z4m3UJqoiYAEYrM8Xx1djtZ/ya3kCK682QitNgJ1BES4mSiWfpUKsvTqWHgzJD3JUn09+PLDf7lg
InqwBCc2oGeOgHWzWQ1LR8jRsgBTNuono67VjQhb7LFeD/PSd6TqwKUDlh//WW05VVFbwnMH64hj
m7Kzp+m9oUDhSR30qRFXiW6ayGkunHovfUe6HxR7kIN6zqGxkcCt+yyxj6nhRleoyMs3qe1lbOFT
FejFoH55/R3XO8sylL/EW9chzLLW7YxK0rEaq/dqO8hr5Aqn7zJx3Eu4h5dCcc3g5ZYdjGlzPmWo
KcG4awcILQ2VqryviluHg2qzsDIu7GIvjSKcdQBjwBYXKZfzUKk6lKELEODohjJL/dCO3KBJ8oy8
AZUrX9pleSHdfenlOOth3VGoWlTSziMWUWcauRrbR1wh2j0bjXIj9NA6ZgBUfzsUwk5L98Vlk9a4
FZ+HmiZDWGkbO0ctKb7luTHdqikeWnVYjxeG8flL0RlY8gracVyXngguv7TihBzcrnKEc6SHEN/B
lzfwLBkWhcbm94AV3HFh0NLhAVy4VDq5cZ+/VCbSagojwzkaujjZ+WKb7A49SDUX1JoDP9+I7fn9
63P/+SyhuwNXEj7MguZYG+9MYsad0J3DYx+1um/Daz2prbaoAHTmHhTn7+mtPb3jokZDAQ6WA85n
q3OhCOU4dmQIJ85SezOVbXTvmJlxoSz0JJ9zvjt6SweJ1JkeKiWbVRhDi3JrMscIy0Cv2Dt53gXd
nMuHRJkmf0gLeVs3NA6cNIwfGjNJA1LUIQ6QMU+2Kb/4XSf1A4wcQQdTl86FXfUJtPfs+cgd6Vou
oKE1ntiUIxJduaYcU1tGfgdM4Bs+UPK6FcNfeYUCkpLbxg52tbEx+toJrKL09pZVdpspjPWTHMb+
UI6ZedDTzlj0Ze6bcQYa2uQRKvuuEdChbD9a2BYGuOmxceeo6SmKHW1tK7W/Zelg36CalW1r0xxu
FHNwjuVYjAdZd97GakFTD6kTXTgvX1hKtOxBJC8VJZbtatFWdtGRqAvlCGR0POUxqolTWlqnnlvi
hQF+OdQCd6cpQANsdTRXWduZVjUpR4sD+hYiOrrTIHpOkSzbC6GenZD2gn2gVUlHAIS4t5pqOYpv
GWIoycmRXbxJUkU/enGn+k7cKUfDhc9nmghJvb5sn70fQYEm0XIj4OI5dL5VQBBkGzHG9IQEWbdP
hNXtDTeR+9JML53GL4Wi5LmIBtPao6R9HspRIL7EdpielL7CkWa0x5tBH/tg7IryAkf82WbEW/0a
anU6ilxakzW6KfJmrvDbWCu3U2zEG8b/SxTRxnx9EFeASTajJZ674K44RsgXVxPSm+DNOg3CgFJU
VlAqVbWJsrje6uOM149TRteDBdbDKh1nNymGAP2vzACI0VHQU6288xDdeTdFskYQhotJVefR76a0
PKGDBx7gE2YXH+F88EOnrLXUQIaF7b+4S4X1YdS16FNOzJ1n5tXvCRn+HBG6FQAlaa0ywYzzeDi9
RAOa+BlOK7LcpeXc3qalQKykdBQfIYNG8Qc9boKZ1K30R7NLr2ws4S4kgCvW6NNjwNIBqgVnBdTf
Guunu41alp2anTxjRsFRURHKHetxNm9nPUtwX8pb79HuZNJT8Snmr50e0mDxIOE3v7tnLWDDJ0Vw
qt9wTVZTElw9gq+1m52ECupwjtC5gsVf7CxW94VQ68IdsxHfA9IIuB3cPtdYi7avZFrhx3eqs1y/
jYrc8S3w59tYc4abMWzswMUW4T62Y/UqjDD8en01vLD4nlhZFmC8J6/r808/oixY9WiJnUpNjju3
U+NTlardtp6q6a1FU/NCvBc/MgUijgQg54uc/SrgMIdzXcj8JO3RYIJnAwiWuW/8wbPjnF9jK5gh
A0TBnAs9qEb0c1iUl3wQXxp2ANFLj4MUyFqn5GHdehJRwvzkjM74dgQKtouwTzuZufiLPxk+GIqX
B/bUJYHd49Bz4fh4YXtdskoQDFyYue8sn+WX/LKfm2gK6zk/mSIPKRp17m1n18kJCMUlh77nX5gp
zM2fSilYWuoo56FqCYNfjl5xUpp48qvBGSgPe8ojop3vdJFkl2Sbn5WPFiA6cGvQiSRjkDdXuxes
M7CzmtedxspxAzVFbbFDTRjuUlz5SlmipFJAB1SFl2+lYYh9ZzTuG9qP1gdHmpd6ss8mHKkH9Uim
HIuMk2w91E3Z2/mkjOMhc/Le8xuAIoecpnrAVKsRCZmL24RxOE61ND/R5m/2SaJ8/b1VRil0qVMi
DsFwQFzSz78B1llWNVQwx4ThjbcaDgC+5VTxFZoc49XoNJfK4+vshNI4hwcVAg4PrmXrRAFHY5Kt
0tJOnllaGxMc/MbQW+FjUKQjyqHnQRaV9oX9e0l5fslugags2o9AQcm+OEjWukhmE/bVZGXKtTtV
xqkcnfhe6VWJ1r+gLdtL6zBWuHUUZXmpQP9i5EUQYyEMI/m32q7HMaI8NEGb0zJLPVWR5+6xCuyO
skJDukUv0e9VLeZig4Xf6x92VY/hnVFmooBHFW/ZQdfF7hRhkVjSzbnpQEdtMqmFu3Rof7NHuURh
UYEG5DrKNXGt7251Ttd75VzcjKMmDrHaG37Uj/FN26lzkGmzcnz9rVa701M86hUG18MFBrtObgvw
PkNkTcVN7jrpxrba6NCOPX7gs36p3ftCKGTJqIlA6gOOt8YYQURPZJG7xQ23XL5TXYWO4xcDwqVe
k7qXLohL1no+Rb2zaKt1CEx6VroC80oaIYYTJC1kWDHYOW386i2JvHHPCd28q83Wu0FZzPCxdNYu
5J+r/XgZ3KWuwOHCxgSuabU9Dji3ZHnsFDdVaxbRpkC5KoCwabxtDfPKVAp0MV//musN+WfEBchB
bXYpZ6zuKlPPKzsTY2xF83SVWdMNhlPej1IozUlgpAf8jSy3Tr0PveeEahBZVDpQxC15uPoSiXKF
cmZnWt6fKzr3QYRPOCLO90IRd12H93F5k82WQue3ze1ANp0JETsD0NanfI1Cj/b64BSBEuZ95Gtw
TW8AFndbKzZRmTaoEka1a/8lKtQmHVQCjE1YTNr2wsC9NF006kysOhYDH+38UftBo22uqOWNlDhZ
ZjBqsQCI7MAJTfU6UchUevBxnxu3M993VWpsI1e68sLnW+3lT+O1XDGRZ19KXuoqYcqXbNlN7fJG
Va0ZRMRgSZrndr23Gpn5YdorvqNnv9lP/hkVOrezaGpxVVrN0lApHOkWfKUoM5xb4Ksfy1GvALlM
81aCJw0qM/5eNar7fm7lfGGdvrQpcFT+T/BVdjSEzYjMRFfe1DTybnuU/DZw9OxTotefXv/ELy1G
0i+dxQFVDO2S8y/s1koYV/VU3kxNWH4GlpxtnUwM1IA4qP2Cm9Du9YDPjyrUAEDa0dNC6+NZt6K1
01pQ+Clv2qSp79oYv7MwscV+mPp7BMsTVE3d8Z3kS1/Y01+aRmBd6OmpXK7o0Jy/qWoMU6emXnmj
4DGzT9Qm2VgDbFmtcOIr1UEyf45Ahbz+ti8GBYbsoNBIL3vNYkUKmR7IFFU3cSLmt6nt1NdGhCGh
0xbWLjSj9k1S25dEktew0ae5y/1i0UsEHMa5ef6qVa6GUTbWTJ84Nx8nBPkPnFzTtmvS7qHTrB/Y
q9q3bqd8aOCy3+Dg0VJEto1LNOqX3h6BD2gKJEZLD+78OcJRS9FzacqbIve0nTnZ4psae3Smhzz5
PHpWeD0JMVz4zk8fcnXGLSUpoJwUiZAkXn1oQAluNk2U+fUWHXeM1ZW3jbAg+Lvp+N6YVLUPokad
Hwszt3YAj+K9k3gTn6SqjmFY1TuavfE1H+5SneeF4UC0mvIvBz03kXUiXts0VoVdxDf0clBaEu60
cazW2Dot8oiT5ob7acqH/W/OwOWQIR1luYEUedb8DJU6KjKseG46GUc4XgGp9lVR4dZAMlDcykGg
I2O19oWv8OxdCUvazS8gj8j5Vx+hjkzFghke3+S9pv3IsZI+AlfJTnk5fEyWTc0Yp0u56ComMARY
wFRPmGy0VtCsOJ9u9dhlxpA35V2Nx0uyb0N3cHMfVG1lVQHtPKe/V8Ne5DtP7yf790pWBF9qu0iN
gHuCs7u2XU/nuKBg5Yi7qpmrK+5xf1HhgsM0dpqPyMl44VBc7dtAIblc0gQC97EwwoxVeVLU0rYq
0+of+O++FbAkBytD9x2nmwPYReP+9VnkMXS/rCnCAcUHiLmwcUj0vdVp2FaOWXrGYD6o+KYFo84N
pkhRA7CRaiNRnMbtoLZYr8d5eZ1Vg/L29fCrQ+Pv8EwpbvLLMbWaTWAIIHUbifnQGXO69eQoj0rR
qsAhJ2+Tjvo7a3DtYKTqvHk98PKDn7/3P4FX7210kdHHUW0+uGlWbTo0sN6kuu6+ez3KeuL+HF2Y
MSwUVBzX5ccItwezqTvzIfUy5WMrITQq3DR3k+tEh6rJvauiNeSFV3s+g/ikCCBRoUAFCZTt+Wpp
vS6L1Gg2H+a+Gnb4xtkbuwfRjBea5RdeeAnzsT6Vnj7ik8A3ghqs1HXzJ0+cpLRn23xoZC2CUrOb
ABs09OiNatpAGop2dtqmuxx1j3cV0raBHqvtmwYBlwsluFV2tTzIk0WDQUa5+CcsH/2X2lPWuZOW
Jan1ENtRubVEk5z0Djb3XFWXpFpeGGQctOCvwH0COr5WubKjvAENNlgPoxT3jSO1kxFZ1udcZiCl
nLG5RPl9YSbR+KGMyq0VxOsat1DqnRfOrbAeJrjVh7IQ3g8OAGUzoNCxDc3Jww/QvMSdeGF1GmjR
QIJczN7Y+87HE/c6I810YT/goweg1Ev7ozcKBLCr3ryZQ/gUWVU9mOo4XTJ2XJ/1y6ekWk8auRSV
FrTdeehwwANMlJr1UE8QYXO7oYVrIq4egpjcTaGKg2UWJVvLwXeIVrnYVWCA/BiN2ruwT+1tXNbq
oYvaS8D18+8AboSDntRrgaxzw+Nicv5cWprFMbUa+9tClPCuKHbm+lWYqG3jbULDAPAryz6VfxWi
iqzfU+1/Ck5YuNHgnqCZrOFr8WBQXcXG7NtYO8kuw47hxCDGm8x2LpGgz8+Fn6HoU0BBxVzRATN3
/p5mSsbiGqP7bQKmts8drd0Nej4dPFsgwKA48Pu9TFXfu1iB+SkGpr916lISJThwtaXYBrYEhtR5
fCvXRkF5O/1ejRBGDh4yi+p918TS/pA1sTaEvoJ2wHxh61wVFJawFBeRqKNqy6mPmvR5WD1pyqk3
G/373BUKDDkvtrMtilR2c3TytpbdBgCRKt4akA7de2Cgano7dUXc+aYeAnlHRiLc9iE36Atp1/l+
wxMtBsfIdVPupsOHUNT5g5FxAdmzE/U7KEnoNWaWabs0LHu5sbqi+eiWtbxExD/fTaljw4CHQko1
f8FdPwNLugoyftKx4h+UOzoss8fhPbaEo68VRfztd87Jv0MticjifUMyu9q4416w4LC0/wFZLzGu
U0+AdYPe5ObvND117icZ40XIWnOsC198Pa7MdED0kCQo0CHFsVYboLaN6ZQ3ppGfSUdcJW5p7Cfk
/Q0/cWzlgPBAeUny/dm4AutFFIi6Bx6Q7KyrTylDbKEKL8Y/VnFosytRbwV1xK4u1Cravz6w5zs4
A4sszbJ1U+ug68eiOp82CnuYo/RNG/mpZYeHqizo6+fV4E+1ltwNs2PeoZ2W+bEzF4fXQz8bWSC2
S1mOSbvoYaxDt7OkTohAJJbjpjvdVlwaA1y+agpNSCHpDZ3A1wM+G9cFo+/B5oJCBRxn3f3uEkWA
bClD3lWE6WfED2vbBzImrou587oLefrzaPbC04cdRc2PX1cbZKalVM7nbIjpGoM1BGqUFX6X5p7n
D5xUF6I9+45cgWjw4EHF/oTe5CqaOpvRHOm5HftqZKoD0dAO9VsrDk2aILmVLYheqAmeNVU3xmS6
H18f21WviYnEyP4UcaBkSGN3tUIHyre5IY0w9mmF6CrSwkY6beqhcPNTNXq4fLVVlGLhrbbut9hF
8t/Pek/92Pdd/3sOYDzL4vq7KP3TZ1x8kVfPEpMyz443OLEvHCPZCz3vr/qqlnxyp8SfaL6kyvBs
9GkxUtLCxg32FpvEahXpUkQj1UkYC+XQdw+0U8UOrSnFN/M8PMZZJd5EtjFsLDKRC6tonW+gdrzY
9LCEeW2KpMs5/UtKi8mJ07qFJPRopMWnqagfsGI23lelSgvZ0adjhvj8hV3jSRHon9sR7SYSL1I+
REWpkQLeWx2DMkw4iSpDjX2TRL57qzZDN27asZjKgN+b7ww7HqvDmI/6J7svkjdGoYvy0c41ed2h
zjj4VpVN7y21TDR/dIqpvk7S0vwIcs+60RDfuW9FDH89iaxB2XewLsfPbInDda/COw56Mrj23kHC
S/y8IfzH1/E/o+/V/c936P79X/z+K9XNNonifvXbf98kX9uqq370/7X8s//5a+f/6N938nvbi/b7
HzePdffHTpTfHvukKtf/5uxHEOnvJ9k89o9nv9mWfdJPb8R3BN++dyLvn8LxzMvf/P/9wz++P/2U
d1P9/b///FqJsl9+WsRj/fn3Hx2//fefzM7/+PWn//1Ht48F/+p/zd/bL4/J9H/+9/rffH/sev6x
+i/KAXgOkHmR8JN0/PnH8H35E9P8FyVWMnEa7agAcRn584+yavuYP9L+RamCViEmOahBcGP484+u
EssfGe6/aPEBiFgwGIipULT7f8929rX++Xp/lKK4r5Ky7/jBzPZ/5uVCqoYtzv6OAxI50LOsdI7h
W00iVrfOjMeH0oSL9y/Frl9G5O+ov0ZZNXKewgDiWEiF8MXYalbTH3diTYPypW0zUOnHyTHrrV3S
rbH1afgwGea3QR/ASLV6sa27crq306hGuFXLHu0x7/Ghl1G66cvEPkgrW+xVeunTt76Uo59vS0+P
yUnAc1AF5HRf35ESOnCdnpX61jLMbo/tVdn5xexFV6Ifv0dxHt4krpSbHrTYheNoRZ3+OzTAaMoz
Sx16nTaVqTYkk5vpWwx384ch7/oPPcXPbWKIdjcLB0RV1YePRRilfk5bF0nMuPtgihSnBbvdarmc
LiTIL0wN2MSgT6lLMt3WYMw0pnKocmPcTq0O/HJU1GyH8Ffx9fW58VIYPLNxp2D+LXP+fD9uOq0v
zK4ft1VctMcUgFFgWcOlXsqLUVgvVAA599EqPY9S2XXZmG4zbpN89gIMh5Wdq4ZfXn+V86Pl6Rsu
wopUcplC3HdWHaKwyQbXy5IJiir6gRC1ps0ky+pBp4qLZm6IgCmQvO3rQZfxOVvB7CAcpZQVUBRk
GS9v/st5puMwy6Ul1LdDPnyu8Q24n1099mnfRJ/1qoQBPmXYGRYGmluysv56PfqzcV2is4OAEV8a
j2sr5XlW4rFrPH1rQ9uzsJq9t0MpHl4P8rMeffaS3FqX5BftqCVpU1f7R1RrA6uxS7dNpUybwYqH
m9SOgIHORj4vvpLpp9Cbsq2pl+1NOxjRftYLkz1mzje56L574FE/1+qUZUGjRhj+LKWmz5HQrEMe
WsNVnA35SbgJSmjoRKHswhs54Tw2fuZOKFVplAn8cBb2p7CRA4LOmdrhlNpZnLipTLbSsiml4M0t
bV9Gqngv2inZtr2hX3Wtlb8ZjWYI0ri1P+HzPe/T1HMC9FLTH05jKu9A/Ew7KQa5mfjMU5CxKW/T
xpZAzJzyJm9TOzBgNOwsNMV8o8m/T1FXf4fgcIO0YngSKeoJlJXDassFIbwtxqrLfMC/zpU65N7J
aMgj/F4a87cZ0NoJHkZ9isMhfd+x/hsfzbKp48ZkJz5OJmOBbXytfRJ2OnDOlh+kQ4WxghnJ3yE1
v06LRVXf7gXZYiR3OIt1WONGeriLuq7euHPZ77x8kh+AckzgnQtvo8y5eavCgmo3eSfnx0hD5c5s
u25hOcMJCWozQblsENUDYGL5sTNyalRNUuP84VjWJrHHg2uLyC+qPMOQrm6OepcaB1yl06NjKtm+
rSwgCkCc08BOxo9xhXqZbbTm3qrH6FCzifuc0tqxVSpoQ6kN82tw5VGYot5zSjuUxdTPJJ7zPRc/
tEUMb1PZSn+PShhWgGiBbnu1kofKzNSNPgx+KMO3k1AeItFPR1Qudxm4Cb/BqndOuvJaoMJryjQO
QrVQfTuszUOrSD2g2yiu+9FMgpie/DbLrUM/ZeMpRdpxqzRV99kR/cGwcb+rBTOoDuksi+uYS1Mg
huQDZjqbLlOvRKJ/EYXW+5Fp3SdZ95Da6UxbNsHuFVDTvU2Oe6wUUz+WVX4VV9mtVqbWljuAPAB7
+QwHtkqrr72RXyNR9FcZoSMZTf0pVMuPFk2hoxsxYrmNhoJWWHKjR97gD3E4BRZJdeJn0HT9qLXE
NmmXNv/YjVtNb3xrrv2qH1PUH/S3FUWCg4Lux8ETHgbyJlVFG++3cOoxM7ZC34SMt8li405109tk
HvQNkv4F3LEyxSxocV3U27S7NUNN9zvNO3ZuYmxEqc8PnTLqx7iR4X3YZl/QIwDjPgl5o8ex3JZZ
NCJbLhQfLaR8I0tkUIpiupH1lPtpBJ/Rqjt5wK/zamqGQ2OOnzpVrRA8KD/Cdoz8arTu0rl8o8AN
eO9VlbzXkRP8JEUzH1M1vwMo6N2XhTUFCSLR6La06K608psF+nnCgtvXrfrejsZ9mSXfQjGHPjqA
7SYO624jFasN+jl6X+nmdWWN+VWYMWie9lkmtQSfMT3mGR4SSul+md36oHWalD7Ziuf6eqL3b/tx
UH2zgjYg3YGlZZrFVxBY+9xwrqKmVgOcHFF6n+sPSjJ+Q1IGfPQQz5s8Vw7m4My33ah8VWIjDPLS
A0ZrpMZ0N5H0gReZjIBZlfqTytTq+1DZjXb3BetAVp4d74FBfsYv7K6q2g9uEjc3NjhJZAs6Fuiy
CU7WUbdglCBak0I0R8yvwc0y00Lbr21la47TG23Oj1ozW7tKAVooUZtgOeX3o1q5gZ4aFvtBHbix
xwbeOfuu7U9Dk35J0+kkHGGcrAg+kl9Mj7JRYPCbSAbUfGIsvT60MTr3WTd9Ep5zK0RRbpvBSzZq
a4Vb0yhNPEDUjueAS5uo8fuySz+CA7x0s7VWzCKygCehVtLdhSNML2N1VuWwPrMmceqtpyjzRJMG
H8adbiXLorBCD4U+Y8xRAkRys7mNRBbah6Gl4Y8VnYSGWmdFM29kpTfhbuz7+CFJCuZFOEJZ2uRF
VX0ZOuE9hsjn4GPSqeV2kP3wToAZ/RGZqCUHmqIolOrzhh5G04np85R48ReE+9Uo6JAmJ8Eq8Xbb
RcJaZBD74hGEPTplY2lbX0tkUO8TRIkjfygUDZF+xy1+OLmSPQqztqk9VW5P4HSum42qphXC7ZED
gUgmY/GF6aff9Yra3uM6ULN700m3dghOJPdVJSrYvREq6jJUBX46BVChU9LJwQqmOa4733WhjGwU
EWa3kTm6D2rdz+hCdLqsjyOF0scYXXnfgNA+Pw4iHyMOICuZ38QqdjRbtWmhuFZATNyNZw6NA/V9
aBcEQzbgA1ksHA2IctXXsHAayBFS0en2tCUbmxn2xZ1rplA58qqw3lMBzlsfSUzcp83Q4HSxZMdg
KihI+FGue9dKFneUqPRxbH0YUijEd6GKzkPT0171gWbJBwP3Dhye89YEsK47CG5yB8NGsFDjsNgA
dyluEj1FrlexWzz4etg6/QmxT0xoW2Owx6BQkzTd1XVplP5QptkHeO06BCIhvWwD12YBReh00/0w
KvR0R3cHY0vPAb+9Q1MqPCACZmkBHC4HrpEwRzvI0sabQDSLHHyDvtR+aZzXU2A7YfTNckoZ41sU
NVYwyKmC5qVYyXeKYWz1oPDLjV6Pee27eV6SKMTQs/c6Ri3jtlWHuuAIl+bk92lUYD5Q2PKzmKDw
XSUFnIStAOis39qzUmTXIDncEMSUWXbaKXdlWSZBqY5tCM47rbKN7MYJ/eZIT46p1OX8l+dKZdh4
3E4/KF2VGEEYUyDd0iU1T6ndmO1mzDVjDEQKljAAhmsa274Yxfu2VNmeKycc3w4STMUm5mSo/cYa
UDt1mAdvGjqnOZyeqADAmcV9H9RWlhnBPHXatm5nPWIAI3UMKOy3bO60pzR/KtyoZnZl7Vu7SvqP
aC8pb2xtHj/yIyMRZHGafRVc3B6bKR8f9amx7pnybRNIJbHEYdKdsdqoUSrvJqMpdV/MBfKtmsB6
kQ3KdD5FDVVuH/H1NvPl4MAAZBNN1CDFeyblY9j9VSKGkc+VdcPXLrHY6JRQ9ByTRjxgBmlpLQbb
irQekshpbT9XKpKpRFK+3rGdO/bGqqP0g6K4cAqwbBcJ98tZYtk0pI9KJ7twM9o6x5mpjcnEGuqU
v1CKYSCoc49ym2uNdP2qiDFkU6IKMoRm9dmdo8HDGCNF/7/sncdy3ciWrt/lznEC3kyBbbk3vRGp
CUIsUfAmkQn79P2BdaKvyNKV4vSsI+6sokolbACJzLX+9Rucviizz3XhtRZn2xg3kRhVuoSVH0gV
alC7LrtAn51dS0wBGcOJ9L+OVo0tC9+KFKEijfe6SYqxC+EcFc5eqgqF95o3XxKvaQXPi+7l5clw
IRpf5Glvc9ovbkoWid/kZlj0+nSkSPG/OXY3PSLJMgkrMUroRNmI0+OObcJ5quZcH3YDIvZiP+Pj
wAbWqyo0FdP3sJaz973EX2o7aR0Ostg0a1fjrMdflqA03QtM1RmYGrywkQMfQsfFZOfBEi5T0tM4
ZHhBbmbW4XiojS7AS2fpRrWFSzRfT6MpJbkjRXwrPAXLDfI7bNWh5psJ8Z5bqmjuyk7faVgiLIyH
MzwfJjx7wralhdwoAzolWRKZfW+RPZVuZ8+SN8toLNk1uX6Y+RRMJ64GZ7L9CLJNpocIhXQ91Gtq
0dAqshplJyjHQ+Bk9kNJyEUWQabwicr1p6JFciDGa1fM3WswJhnWl4krylAn1+KWjiN/JoGpxdxw
cKxr245x/zMWI3l1WSLER+c0EsLPBUZCMIOZ5AWyqyO5blbEl/qGiAyz6568xvMSPsbVgYGQnqI7
CX3U81Av0/EVqqVWhWmn2c7Ga025Cdw6wZ5Im4K7ulksUnJdssfCBZD3PJatuPUDLf2rtbX2fphp
YqLYr+W32Nb0Y1X4dsF2inQmmmpnUFHHnb0QarWYkadyQaSHLNvH2cxUuh2MsszApfkZCD1GL6BC
6h1nb0gV/4VHt/0GSZ2Bj2Vpw43yG+2NRNm+pPtj6rdh8DXu/Sbh5Kxby/mqV0mjtoLgwC8VOz+D
IV0MzbbrVkvO2o+X5lwZnft16ZP2rh9V1oUlxtz0DLMv7NAllAzliRcsY4grD0eTV2cODn4GVWQ5
x+xjo4Vodo+UuXgsaSDGTZoRkn70AMquQVDz205PBeeA07hdROitLKK26I00HIy+tsMEwutyLOyh
/GYlctolo57xBSQ+BxNWGmNYeVn6qFAKU2a5+Oxu2UOakm/EMqojIrfB3RQQUdqoWHxVRksLlBSC
sixbMafjg5lpiRciaGnuRvYxFtba1zC6fDDjcbxTbm9hjupX1c2ogpF6g4PVC/FXUTIcXVqoTZaV
5Ws64PEWNYyH8SmXnXwqpOtfW3luW1HnQfsN/TodsjALxlUPhhHOrdkVngyLaVJ2GDgN48GSlBi2
0imdX9sB+w/ubSm+qEHR10ye4kTXtMFmjDgMpdiTcCHSB7cqbSr/PH0hRNUlpyjXhlPl9aVzGnVf
XBUAF3fdVDN9M80YVSpUjj6Nyt4u4x05Wk4bqalsRJQEsX/PcWF3UeEn0oq0NYBkl7mjmrhuT8Aw
eVUxwbtt/m2aRlkS31NK/wtNUiY3sT8ty6OMLbM+OplMLrzRiF+wfiYWDNe5ZIrIB43nLcilum9z
B8Oyvs+V+8X3e5uM82Kp8dz182EOsaQegSMYhMidMswYGThE5BOsvPEWpXXhw7N0aO/jSqlmYwo1
sKQp4vbWEAhtmxFf/GJ5QxbsZlgNwWU7ykXDPwqmTVhpyERoeD3zUkIldTbJkqKWr5ALljuLf7HH
esy2cGidxH2Xw/ANRTamb5jccRCORNgEYZOmixO61HN9FGtdn2wDaZdvaSHYQMxCJO5aveQXaVKp
9tomJrgPixryxub3uNO7B81H2Am6nIdKScedDWPFFfD7GVtzGRaZSaK2aMXrB9NOyArKyH6YQw8p
LwwZ23honco4k7DURkarum1ftb2IzHrgcykD6R8FHLwjvso4IjpmXYwhTwJn51ybjO955k9//+Z/
T0E+IPz/PWj5H85j2rf6XnVvb4qBzP+CKQwP/zdTmK56q7NvP09t+PN/T2Bs918QiJi8oe1zGaCv
c5Z/T2Csf8HCQNmNfhoSCP/p5wnMynxjWIE80UHlzdjm/05gaCIgA/o6Ix0IFMF/MoExsKD7COES
hYdXKNw3zC4wtGRQ9HGZda5UM8yFfOt3dQaI1qYbWsth2y6pF4G5JpEjLKYlmaceLQbEe7NyvzJU
2uRZcZkSdMLm9cSxe0zm9os1uxcyxRUHqmCBaaTqLHTn4jCOuNnO1mTvJjsOu6SungpNpqcib48F
MbMSImNkdXAbjSArv1oVcdR6IndeudzGbhtvTOLNL5jJXOpT8g1WIFOSjjMCWlGYOgA2iGNfE0jh
oU1BGGnr4Wyl1b3wh0OWY5C59PIJD2iCtdpxPAonN2/SzpAcFcudUs4+YcZzmdm1f+fmVX875kse
6UKV22mQBgaJgrKRSYeMtea6b+5ljBUPtACLE/7WLBJIdCJnz+qnIZximjqZVUdV5A2sHhqounOD
R6m31zi5O7ugKq7a3lKHeUjaHaat5ascsGx2jfwIa2UJ06qXkVHHlA1adhzz+UUwL4oMCxB0qabz
YHKA9obc5UYR7MpsVPvJj3NK0KQ/dUWA0Yz/KG18wTyyWQqZP0Lp6w6VNRi3puzdbWAREz8IGotZ
u5PxSzPMQ9hNHL1DnoUw4TwCPeejWrwvrSbfMHwZ8B8ITAgJGFqLtt6gzg0hp++d0XquK45WI12+
xl6bRFVZMt1uWwLlnf7ezGpqh1omTTg13aOnO3XoaGUQ+p7SnzXXUiEwwmPgg8KlVzMEKLeQz3XL
qeZS5BrxeOjc5Owq2Ua2tMEJOUXDHF6zmvUussdMhAuN+RPFdnBFXm6905f2K+Dk+Go3pjzUWvk4
dN6dpoJ0iZx8ualyaNANZI8VVUpDY8ppBzXzbNL5baCi8BxJvVdL7J1x5utCPAobbNS1GyPO3+qg
3BfzRBVTuRdWQ0ft0xaFoiuuYr2MzLGmnij611x/arr8qfOLGhS5H15TuAZhnBUqnLrRDW0xxteE
3JN2qVfartBGefCmdHgagNovoDfNW8GS3KFMuWtHX4uEj3eKVVfpmhroMEgonKh3x/gtK1kxhKI9
wruztlneWVcWwHzEJIOxXam5xMkv5iEZu3Tb2vF8h68eqLteUW2B9RkR1kt2aIJdnwIxCcI+veIS
ss/WXjIr7Ic8GuIjbK7gspRuxkdaPi5wOSL2r6hUNoHGibpdpr5FeOVPUWnr5aM3EMuYNgaL08jz
CO4hCwU+S20lFY19fzd0vkDlR+bt7Inq1jHn1wDD00vfbqoL8Nx6oxt5ttVaJdrIKRVAX+cupRvO
/Vhu9NoTl5kj5rCKTfnYZ3YaYdqaXkDxqb8U+Abe4A9A2Tkz9NiNMAvCXDr9X0BT1WFOUdxECJ1L
0niH5ZYdM99khsr6iFo0fzS02LguauENm+q9xK2W3lwXjEseX5pP16p2RwInvPrOe6+PUSxSKxeB
6Mhhpl+J+pgcpnDK+2U/LKazBQ0aH4N6NZSRKPK+UvpnF31LhQFLreZD6pMFvKPuCBUPrM76liV+
8qXz2tLaGbPdbCU+fFtjzunLIKweTK1g1dv+VB2lOwUDHZoebI1JpvBUuZnF94xw0HXtjKB8dolL
5tFneeZc5r4YbyZQjb+k5U24+U79cXEy9ZqLBli9VvG4m/s6OBoNH3GvieLV7j0jUl63XBmT1pPn
kUBUDdvFpYW2qnS3YMA2g1a5wxNU8eQsnY4nmSxxsfHsxcOTeLF3RtsY/MxxWTaW1RmnrgdqG7jf
oy7S6dZaJvduEnp3slNnfBMBmFQYeEAJcwfpSw/q+dHLWu04vvdWnmr4qvwczwdw2O+zTMVBZ3Jx
7iydqtcYzcgmPHynpbk4ER/sbQhLzK9MR/Ofkzgtt1qtRsRNdZKsKkUaOy2vsG4rq/gbbBzym5Ec
DV/zkRqfUC91EIUhb0Hexl3qDOU+ZouLTJEkETO8dofjRfkI/0bb9ovRH11sPi4Wgkx3Becq4N17
hzkbtAczaVdvVZAb5z4t6q/qvSetjCzbVKUjHjVq/ogBIFA7eB5/eRCmaT2HhKe6ZwU8eRlLDcy8
CmaHXbo2/eNcuUsUAMeHqdnLvZOqZZ/SIALDExHNpIf5D6hsuulBtLZYjstzUwCE4NXpnnSMw774
KRhm4ujFbRYn31ScGrtkHtrQKH0aNsK1d1Of2xvZasZ2Uo1HmGYqX2ctyx8SC5W81ZvmCfkgfzuw
ZxHCK213veu0x9ToE759jBsOQnfanWzb8kZLen8H1jNeOWJ8JI9XYYfqwJj0YiecXbsiLtPzNiof
x/3k2WrTVOx2ZTuIc9EzQCHmyNukMB0PEMNoxipfO/jpaopRNNbXeWlYe8kidpql/J2lxV+En8w/
oD1V596s2q3VBbfaVA2PxIACS0i5m6xxazTqJdY4tts5SHkZu3iopyNI8RFy2n2SWVugsnQXg9eE
rv/a1WoLCrMpYm9TGPVrM3kXE+KhMAMdsZU0wXSNTdt6TRRUudzY2KGElTDLUOvgu4OM7mE+PyeD
NYWNO8RoV5vId/pnOTeb2J76DfozZo6tWb4NcinuyNDJn9Q0N2FPN/Ycux4PTKuvq9nV1vxc6xLH
XzJ0PRvz6GkI7uZcOSG0MGfbuGMQ2Vm6crhy/YIa4s4GyipG6q3MwSt+qreGpw1gB951Zae7qvMj
Zs/6phgzk27I3ZWududWXRxOwr5LNftl1jX1jKHsC7kjxtlhVHqAmnJo+4MVmxvfkTtbJf2xxBiu
xWIqquex3KlqDn2Q9uMgkh+aqDYpjVYkaq8IES9bYZ3GalPJOnLt/GCrAdqAy6ypIZQ1coWTbf1K
PEB/aA8eyWihU8TbAv7aWLU42s7izee7hb9xN1X3vTce8FR8CbJ6y/DySh+YQE+4i3mMRCrh7Pvg
+9TMd12HHJk5DR0dm/5m0Mla6cYrggCueoquPvMrBtvDjeQkLfKh3CXgSZyteyXcLTKLaev2prfJ
0JWccPHdFfrc8+0Gj8BmYB7e/EOX4C+DW9JnDva0wfiX6T+61g1qgBfUzHt/cLc1VfQFQNoGt8Af
IlnT/MZ7rDfowT2zFVewjnd43f2Y3PmxR1u9gV+4UBuBJSfJHpxckrxexZtsaNuoHmR/MF23o4U1
MWXLoGNw9mnPOtFMezthetxLGAq4amCCsVmC2QrtpCArWl+cOz8j5VT2YyTt+LYxS3AYZen6XkGX
DHt7uIVK2Fwnjl9fOBgghXWbNSGBXifRgV5XKRu6n4ItjBsyUIxma4jyYdEaBgwxNj2zCXOqcXuK
tzQ5l56MRmDPfaBnP9RU0K2bg3tkqA7UXTKR88badsPJGDk63OVLEuCgTcfcX7bgMD3mLO5XTJpO
gZb7BxUk3skZ8OyANKE1X/C2YDw9VeMRvB92hT0sh5EZHqlUmD92Xa1FrN34UY+NJhrKwLvu01SR
VVM0Fx25g5vAnEAVMmj4rcD43mkbG89I1bCdptee3ugHl9SZGyPQhkuo09AP+17cxbWTPtscbztT
6cuJQdbC6N/1qzMuUZxp9TQ/xH4pMPEaEqYWgQgikPwFPNHDQ8qKbQrpaY3PHfwLORd2ZHcUo9KY
YR64Xj68jbXf7/MeFgm5ajdiEcwwQWWMqyZQQCdtm18wZzJOjRXHUSsQwKtRN78Q3FiczdLNb2pq
rI1RK3XVtk67VVquhy3mtLdek3uhaZXaM1uA/7UvCuc0zVT0gWf3J1/xeEbT6qN5Lr4xRSwit9Lq
g+0J7ZCIsQgd9b1KapgScR/1rfHkt/U+TxGKm/t5yb40mXvhLz9iKFarrbupZ2OoWmGEvdluvb46
d0yNzDy5jE024mICI2rivQ/7t9D8B+KF3qi25bExUiP07PGls0l86XJ1nRY3s7EcDJd6amjmPSE4
62c6F/mmi/Nh341DDR67+Mc4YLAmO87VYQTgd/uK8n8ZIlOJG0h9Cl+EYCm3bpeMh5W58YwrNyPg
CpMvvK/ghEzOTZdlKdcHhdH1lGI8bbSHIS7zmIPBTb7rWdFue6kWVDxD01CFFy0dTOVtrWwpb7M+
dYmSGR4cmBFW2GkkJIWdaYmX3rSBdSs1tVFcCvHKBEdug1qvIL9I8SwJe5hC/MrrfSunbF/Kvtvi
5zK+mZVG/1y3MetgHuUZPgohvq0TX2ptPu3yImmeWiyFzqZoHgs9V/eAWNNGGKD7YZ1M8syZyGGR
NP4FqUT0f4SM5G64xCQShLPtzcCO8JbAL239WyZ73WCvttReGK2/qXy92bli9H9Mvg2trcdfiNty
M1yMKokhFgNFpy1yVL5ld64zIKjJaft9SuDt0VNp80RQ0xwSSevdT22sgAeH4VAMatirgJSLnHTn
g6hL71WbVXIiKKG7Iz0Y4NnE8ASgNO0uBqcq9+5KxjFWWk6xEnTE6D5bA8ErOvMDOODSw0WA+SFU
CH+LLfj4PDRuAwDcLKBmKwnI6lZC0GhA3ChWltDyThgCxbWu0pVFBGtyZmcuhi+SnWJHBldLmTLE
u/idgoQh3QCcCnCpEYpHxZL554b6i459bLvIS8svvRsM6xdqvGj+SnRqVs4TVgrQn7q/qVArK6ri
iLuYV6ZU6lf6dy+GExHqqg8uzJVTVS0O9CqQZO1qWDlXEFHteQtJK76opvLSnb32zYSkZa9sraUj
2KF4Z3CtXK5sZXUxDcm30zvVi0i3YZOt/K/a7LQHZjv5j2xlh+lesuzx53VemEhzGGiqvCVy1jyZ
usy2/coxy9/pZv079SxdWWi8bghp8cpNC95pasHKWKveyWs+E+Rb8oGgtAWQ20COoLlVow/etHLf
ipUFh5TUOaBJgEf4TpJr3glzPCj1NTXbN4JBzBuxkuvQHYvLYCXcTSv1Ln9n4dVwuFgIUPPQ+82b
YJ6/mcnyMjjxDRMkNkutOakSf9Kq/7db6v8HPf/PKnD+f6Oe4bc6Kb99f5Ppz8Dn+v/8jXwG5r8g
ibtrHBh8ZgjmII9/I5++/y90nVRguAqt+hMHsdG/uecmcCnKaipTJPoswhX1/jfyaer/gq2ODAc3
TPQzyFf/A+r5RzkTqHoAuM6VbVLj+CHrb/sZXK8Sc4YMFmSHJW/sHchPvk9SnJbcpS73iVXYu58e
zS9I6CtY/xOYbyP0XC3HsAv3sDwgnePj9WrLYFOp6+TACHKKbEPGD/aQVsd5GfLL2U91DufyPwui
JUeGi4I643aAwQg6009kIFP6Yz80dnJQwtHOsixSDn7XCskI/VP89Sci8HopQGQY/agJVtL2Sm7/
aVhR46i/tK6ZHea+wrZ/sbUNNAkbgW9R7Dp8J8JMeZwH6z+lvj4+/v7xfrq8z036tNhwKHFl/yeI
7cDuG0vH7w6FojIcy8raqWbRbkxGhBAjm24JKWDsK2Ye4hVendz//vqfeVf8AMwsHMPmoWPhxrr+
eP/FyE7Tu4Y4xP36kovJfOylln0tBuLG0xl6IXt2ap9aU2wQm/d7UdUO9KDJBFMblDTuPbef9r7R
j8/jbJXJH6ZJn9b7++/DJxQ7SxNdHWOAj78vaxwELaUuDsJPITxU9bCRzuQe/HKYtmpFN//wQFa6
+U8Lfr0gnryrqQwfLMaVnxY8Kbc+FRVJPrBvddAquBlGyJ25/pZjiz6yEfld3hUb+MbxtvJNFUOb
8Obz1BSF+gNN/VMWJzbsSDSJzGLDQW5CwNSnX8Om33QrtevA4BVdfdslQRMOnikvBGbgVAhdmp+H
Fu5i1rffXeQsezm6y5YwXRs8OPbTOyj0+lcg5S6D3NwlgCMYXTwlqm+P3YophgmzZ2p4ZdA0jT4f
XMP+cq5qoR2r1B+BjICQQBaa+NIjPePr7x/4u0Lx5we+3iLkIoO3vH6Hn7/AVikDGU5WUbmOPjF7
tZDWRql2eiw7l3QCr52eGrzqdDBUI7jSy7bYCRoUTL2Rm3AEq2NTxfJ1MBztZmFqfF86vY79z+wy
qMjL+7ww2hc8WkCDZZ9/t0jdjJpFmd/6RYOuOwGq6ZEwB+vJBoen0K4XeTlWw7AVSVDe//5216nU
P+4WUf6aiYto5nNgljaMMX1eWh6WlZLp4g4Xydn5k+ft56+GZ0pCEAgwlpEIAD7LQ3xYDP3E7zrQ
oyXP2gqcxQq7xm5x3vyCgvz3N7XqQD7dFFNqrLHZyIDQP7tCeBMj/6XjclbVJJeoKS74YRM97/Qn
U5FPx9H6PXAwrCcsS8b1zPWX/LRdVzjDJJaU5QFWRHJZ0pc+5q5e3i+akBe9lZX3lZFmd7+/vc+b
9HrRVZmCfUrAFvQ5FQGFVqCXqq4OCnjoFYjPp2EtBF8iGgTDwpLctZ7mYGpfCrUiD52j/emF/uoJ
M0+lLoEou4rhP963Nq49tL62ZI2nUfrqDeumryGZmSAof0iB+MXq4U2iU2KsCkP63d/7p4c8WDmU
viLpDq3mlfd2NrLTZqO3b6g2wrRU6q/fP9/PjIH1reIraqIwYkTMA/50CDcIVjMRVM1BF2JZIptB
kdqmXgOZxca+uYoWrVhuDI+xS6rlMY5ujZ+dGQ2Cmgxp5ufHhtnJZR1n8rV3u/61MtuB83qMrd2Y
udo5ttWfjO1++UawF8amgSXJmPzjG2GYXLgmiNuB4axDq09lEntlfQqgEz/8/vn8atHThK+lo8F9
uJ8uVfuZIO/dbCmHuvjSMKVx2ctpvNBM4V/YVlGfUouMrt9f9Bf3h6JoFRDBu3WRmH+8v2W0RWHW
ACUTLPCdZ9XxJV26e6idWPuDP/0vvi8M85CzcbF3c6uPl2rSGROeuW0OsSJwele5eX7G98nfDraQ
t70y5qNpKcVAHz/580jK4B8W/K/ulatjubEa9xCk8fEH4EHujRqqmENlJz1YBndozG1w3WdN8AdR
57qUP22VmFmgacWsD2+kz6UtBbq7bpbVwebMuphqS2LLuXA2+/piPSXQ9/ONz7jjQhN/fKW/eM4w
Mgy8VLg4K/fTOhJ+US7O6LaHTOjD3gKHuksFAwKIEIg082Vm78pGcyrDuUPPDHBCtfX7VfWrpYxi
3vFwgnAIHfv0pS+S1JzBd9qDneoQnsF7j6OK9S1Y0W2VaDhDlWb5p5ruF6+XHdMhSgJhMG4qn4qo
VVmrC8nmmeR2cBWjKAKJg4QNSY4Aht3v73B9iJ9eMKpMvGooH12PLu3jWmrpkHwUjcyOqNWusqp7
HOQfq9RfXARxPGvVg09jooL+eJGKaauzkHR8UAm80tBotSCHUQzA8vub+cWTM3XOHXT/CP+Dz0+u
BNSCgoXIeIIw/lRkzJ3g0sJnHgqr/s8ywN9rXZOzlE7Kw+PgH4kYXQO2Ce2wO1Chm/sqDTJzE+hU
tAs49AmennYT982QAb67cJr+GwC4+fv1/Cy1/tXzxM8iIEQF0hI7wMfnqeWcUGqqu0NZuNqmG+xX
LefU+/1FfrH2MZkOWPzEiv3zDA80XXiT7lUHoTksw4WiYQHGvEjUmO1kIVBIZkHyp+LlF4c53zoS
Ye6Mo+pzA7XYKcTNMq4Omqrtp5rZ7g2hu+LBt5r8kLvVn77wFTf5/AFYdLJ4c3B6YBX+6QNIUC1X
5eI2h9yyEDWgSohFmGNF9IOPwXtkYwggnQfB+Li0fnwT1COmKGnWoNdKnFz8aG2jvB9zky6gq2dv
D5fCghI+pq+OnVH7F44arYiygOGMLwJra6Fow8XOlA8ULu2X37+0X3wB6Ndhta9nL8bgnzYsy9Wl
smtkbmYLyzVsyQ/aeAj+vzC9HP4QE/KLa60bIweDybui9/y4Cj3TbxkGFhS3rkbWozEuu6XTgCVX
LOI/vi0HPwT2J6bSVO6fTrwZilg9m3N5eEc8pA6pQo99bWPHaf6HQmJFvj4tCLBzE5hh1XdbVDEf
b6vKEm3Up5iPa0roqBUWJeAF+CsbXal/rZUJ39XunGa5VuXM4dPPvouPa1HeS22si6hknd3M/rCc
lddWj/YywfLjlaAGbbTm9fcPxlwPg4/7N66ua6Wt4++KD9enlyDsWeKwAiAC0J+c2tFqv5UIuc5M
L7DXGrMsee31tHtQjkgY9xgxGaidCRXBSwXyRzuJUkNXt12jYMF59CJN2Q8bhL/yAid2/3b062nP
DAkOQOxWp9HN/mhHvu7+H2+BBpMTnoKG1vof5YzRLhoFq18fIEyh++2boI1yW8ahU+o09mw/V1qd
gmAo8pL1xHidy3w5/v45omX/iKQAWlDPoa/HRHRlQhj/aELrZm6zxGgOnmKUSbSoSNJrRqMdoap5
C+NL6689dqdwUeOTlxfMC+Hg6BsHmtEPs2iepq7JRQQcp+77Scv4GHKF6qiBYTB35AeRiXeyVXlN
+BRaaZQ6EoKCNjqvY5qFcTqcAG82nRzuRJp8q+f00fXW5WVNx6QK9lmQ16HQCgRpcV1HVnHSa4j4
GCfqQb/JApw1RLq1U+xeje6cuPletvOjjkZiCL6ak77RSlh6RX47j8MJwcNybNDNLykTPkR+Q7Bc
z4AYuPvX7tHPYeczCQBKmY9LJ558ogLb0Y1axz+TdwzNvTsqpEpWbm6VErs8KY+DrN76WNvqVbcn
EejIiHbreMOLpWTkwwh1AC9IrgW/KSKVa1uNmVFYFtphGZHdONVBH2WyteE/yGCAmJYri/G487VH
5goRKniw9XhT1DdWwuSIdmkppwLehLzKlIG346KdZye9s8mpD+uyfqnzMoRSw/4bv1qeuJ1nOwLv
fgbS2LSmvvOcc6Hi7xmhwEuRPIh5OKa2edV6y84Q10linga/e5lmABYXEXxcjmE3FnstD7YzccmG
5m/jJIaLNJ86bSo2y4ACUDkXbd3uM3E3tiepO8+D+91e7CE0Pefah/fbzd9tgt1CaMxYHrfmhdvq
b37/YzEtpoIwN/CEZGi/Lzv0H6Q2eui53VqesgAhJKaCTwQVVHC25H4Zu0uzbDyay+LCEMYdwWYH
r8zEdmiSB1O4O1YxAlSbsRy2BTp+5qFOyklSDDzXebgue/cxYTmXXo6TAfZBVbtx4wJpz5rPYvyF
FmTnaIO/Mab4yusQ4kr3sS3kdzPtpjDHrKTUEnvvOWlouYy6Kvmi6WYYTBOTSXT2TtVcWVBvN3Gs
7e32SnanEVoi04AoIKBUy7UjsE+UWs55kRZMCY7Z2j0lyr20pgCy3ThFUHUvRFeacOvy3RA8QmaN
4ty+9yfNCbWyvgywLEJmSRAZETKIyLItxLcXu2j+YhaBFjw91cixVRnAqDOrE2rCS3yCuyipxu1k
YAbGNvlIZuS9Pla3ZNT8tSCrWqi5IhW/MZSM2s7YGopv+6/MKE62U2zaIX/K9ed6ZffwmWT5hAp6
eApkfdAC+QpvBRK3LSLm4z+kL49xY4SW1nxPB/dsxt2mwhgY7sFGH7otGhQboxL/1M/o//vhkLjx
kdi6LmJ20J0QxuxKS+EyYkJs9DZT4zyUzmCFQ+1ws+wggeDvMPc5zBeUSnc1p2JYYaGg2vHYIE0z
ifOubf+og8nqfXq38ABbUZywZg6xwoAfnItxMwxD+2LNKcnhZZNa6FwRIiPcLpA57Lq4vSxT58Ws
3dAr821toxSr27vMLmCGurm/QQAZVom1lW6roGSjG4p9ag/mFIwhCxzNXPe+9LIqEnNzVXXt64Bj
xZMvxZaOfif04Buq1DN0jjshm1vQTNdTWlQN9njIVdLy87x9DYcL4uS5npHNJYotSOuTa6QWCG8L
+zsq5gcGoVdOyg9uk8PiHHohBlYUPsULA3bq5TBr01u9+G40eeS3w7MMtIPsp9tZqV1bec8522rM
iD6em7+ahQKggV65MbwF610rdb44i2ccZ9OOW7Rfp7brymuYCvUuEMqLikoK2BAVOnS9lPIhGTqR
suEk5nWe0EBHs/TEEnX4Zox7VJLNq5OWubZpYjfbKHzZ+PQRJfVL7l3EQeE9GnCzVkUvvGu7CbCN
mA6xacjtJAw8ZpizlvdZmWjf/Ta2qFLycnjz5HK3FPUP3WjMDbrGZZtOBrShIughviToCrEp+IYI
l0DEXCcEp2i8q9LUlm0DFfEB6eL3IOYLsdoAabnUZYU/p2U/8olCCbZKMl3NQA6XwteWfl8aK9WD
bfY6SUUJW3ZGLEjarPYgmjl7nk3krXDXsXNKnUn7QQBluyVric1Qxz5HnZ2sDB4yYcXX/0XceS3J
jWNb9Is4QW9ek2lYWV7lJL0wVDL0BEiC9uvvYs+daSlHqbpTLzdiQjHdimZmkgAInLP32jUSLLYu
dg3axG8xmUmFfF/Jzll22oIqMu8lmvnYG9Q1glkWeLePhy9BYxX6fqAbTSrc+LkD6PA6L3z4RjnV
/KlFlnnR5Q2mdwpSxaGPrbTc+K3r7Oqxyz9QQClxP5TDJ7bR1VdjUtMF7RYLNXopn4NkIJfS6eFS
1QFwxMIsJM9oTOHkxw+dx4Svympkci2BvQd5DEc3xydx242Vt8mnMmg3y7z0xB0FHZbBMivFPtVx
pk5INbfmYtqhL3RxpzV1d5VxmHvJyDuBZBBnRx8Z14Vm1fq+rmz/eg4qPHzgg/1Prq21F3AZWXuI
8aRkOHz0pItmqdLSI2SFbzmJ6PtYkU9bIS9BJOg/2JP44ilVRTWHggc1FO2jk3tW1C3UI3sTVOxG
tNVwU/W6XaBYt9JdZ7i8ztrGfKV61d2nVtFs5sEujnR1zIukcVf9tqHtFoqaV3qcAj7PH0Eb59se
l8SR1h1eUFdDQ17n5rLBNj3uBOSwXdbFSxqKYsK5n7tBlu5bJID72GhcBGW5n+A5p7NJnNHQ9zul
TxIpg0fmS+jPuoqhKXdlyHnmYCjNf52arKDqZaP1rBE5FlOMwrVOwaosPu77pUyu+gWJpeelw3WK
RFFtlqwctsnKh0A7OIMPwGN7SQSiFtYZFmVjcPzPA9GwT3hUetydPRYRxrhxUbEJxN01WNozNrlr
fAvLS4tu6zBNmfE9Qwz1I06c5EnTXfG6NPcxzj+OfGyiD0bQJ3voMPnttMTyCnNnCsCjUpkXUvwS
oeM2/LM3IldEZnnws1HerATtV9lmU1SngE5G9sgf8MclbIc0czeUyHpmohCP9uB6m6B1OBGN0mDv
qAbzO4orbOQ04radPqm9U5svnW7RMNXqhr50O6kFbVaqE/6DxCvF+Cu5XQLABnuSxnuKR61/sQsq
fqSCOcMO5kddASnQh2hS5vzV9yb4rsvEwbYY9aZEbYP4Eq4/bx6E3dbtTB5YtXEqe7qv42B5gWRj
RA6JMdvJ6wd5l1n4RTZ9M2mvRj4js9LNFLnKUD3LlLfhpBd12LSMtS2CQky2FgCYED+j1YVDXahD
Wmf5LmaTHdmca49OEHePmgNsA6cxsFwGsSnvCH1NNbwJWGA3RRXb+0RXBW/zbll1rWMzZHuOxsEV
4ezVXu+ROWeJtB4dGbBV4jkXFzw8s9mLXg6HpKiqby51q4eB7sBrV/+YxoJuM6yl77SpSK1A0lmA
YmSB3Aa57dx3Fovv5MVemCLNDMtS9x4aowouler9jZe4NVq+cWAxT60m/uICn7hVMq+Poxiao8Lk
DNbL0fuP7lhN10al3NAZ0kvCt8qomnIdZLxV7K2WF/WMiD80mrY5MG37PQSJfrcsNr/VIaBrKgdt
b1SufdHMan2DcJz8PCIogZNFp+YBrVlQfCw1OBSFZ6rIsEcIfX0vq02j5u+OJvtr0t7tixkm0yeH
U8mB5nZ+b0qnhULpyYfSdMZd5Wnpt9mul2c55uWuaeqDMs3yvvfs565N2X1qZBku47o/TM1pZvUS
MbvgvgCLxI4hHj7ZpW1f976THCurd8MF1ZLcTMhEL5zZ0pGN087LQ22x1KW02+yxrmqj2LSdVlyt
u4XbZnZbceyV45goyXUHotE08BBSElkXO19dNbiyKk3wZoOgjgsd+MWjOXr6nsTt6bEVmn+IU3/Y
+Q56AlTBN/CyMatiuKLpWWfKf1g84c5b+luxtild2PypN1X3YPtkE0pTS7PDqAwKFZ1nfQfYn+zt
0ur0bT03GfgIB5pDhWVmI1eScTwH8sJx2KJw98srW9eimc7zK9k5wQXq+Zyitu0MBzceA8hCQ1te
DfPSfUvjJk0xYZPftS3tRtIOH6nUbRMPw97EPggES1n/KLXeuJFu6jwNQe0g2zaG5GooM6tkKwSY
B4v3QLJ170p3J2q3v8cnZ0aLT/CLiaIWJ1lmXs4EhUCNctMbORO6EGC3uWwrfiaUDiplk3QNTkgG
/i3b+tJREgp9NubhrHW4fn1LL7bkqXF2aZzqg85Gdmc7qUSaI5vlkgXre2oF9W5ht3LZ1UkDsGqo
vwxTwoD3kq0U2nChVBBgw2mGq4Q9J2dOCziT8pIdLcE59CeRb6VtvebD2L4AAuJssvQGqSpYFlTs
PRvSWEK/aMwNDQVyXlLdsy6yiTinWVQFZvkgj9xFpLtkGNUWZbEWZSM5GoZRW1fEjd1AAhM49qgi
svE05w06yHGj0cTHdNGkDygqqkOetOn1olCB8tdk5mJrsm4LqFcfrGJcbjR4/KxfgaIntDrJZdw9
tEgzVFiYWBlxvKOm0Wf/grEvXlKr1bZqbOPnKW+6e20UeRtmwhP7ar1FnVfM1ErwyHuZ20ZeOyY7
q/jI249VvDYT49E2ioUKELyhDb1AighGUmfXSeei3KyTo94tX/zUbDdWh3vDBDUWGbUYQjTD2JG0
Fu0nG5wfrlaJz8NScw5J25c+ntpPXhu8UlYYQlAUr53B+jsWDraa1vgMGUfcWawLuzqplg9eoZCc
xsQfmlp2n/YLuAWZJ/MhaSp8gGa9gEJxx22PHJlNCDXWNlDVte52wc52VbOLm6q99APIQqkog30S
j2HV5e2FzSHvmnoUKA9izjaxNRt4DZbkBdhCglGHEoBVPZZzyrmhU/LIuRLfvx3XV4FFlB5zgFiY
2H4l6XTd2024NE3+YLO5qyuZfSKUwz1ywrW3Rgv7O/cXsW0IN95pOQAkTIWUFdwqYDGYup1Z1etG
s72e8x4jZquegQJxULGc/ggsGEOcDi0jNIwM14rhZgF1hxgHga25T/lcLfVGak2O0NmQNtPNCGA3
JcGOJD73Oi9VGhqLGA5DpWkEWAJ3RHnv4S6bqtspd+RXWWMv8OrpoRfxX7gmfZ/2WfXSj8lwGCd7
2plifGyCyaTfL53nMsNL3CbJuOuKsbhOtCDY6phK7Ho+lrrUL8xy1G/aHlVwCsopMprE36gKYEij
ye64cMj7OmYksSg37+DFeGzOen96stckDe6/DD1pYw/E/IrbwvqccVjd4rtddqUaGeFG3FIdFlFL
WE6YOxAGS6OkBKG0rL4JRiV3RQttzhwb+9YXlndhpOVXo8vUs4obO2JFH45xq+gg4cjd2b2TvI4z
dDAytVIkMVbxTK2m/4IuWtwH0Mo+mgMUtcapD33lW5dqjLstosEWkkswHLXBqIMoqykrC3uSu1la
Hc+uXB2r6VD/wMqdofWGWYV5Iu3pOGZ6pJttekMycRPaCS9dXaPipaV9c2yJ2NqkQzzsPUPoWx5Z
GaZSa9mCg88JRv9gcU8pERk+aj2cvE2nQi0rnJ2T47QtfJPNJ85YbS7bPYGXeWh1gfwwFSDuZcZa
SFBku5MIpTAKsPa4nGG2Oaywaxf6xa7Qfc7MQVbUe0M1GLPQmiGeTiwAfGzss82YF8P1jIfoznMH
95JyfbufXWthnLrHFnNlvQ2sUdwamWPc1uwAI41d3QUgeKwIyor3HS6YDyVnpg0fMG6V7+N9yWrc
mACzolLraMzqklpH1+gbmCdXpche9Vl3b9bQl3us6zdDzQZ/0JZvdqPy0KuKa2h8wcYcTfOHSIc0
7AmSuId5Vu5NqqUfrWzWLkvsdCZ+tx4znu72T/Fg1le4Q+Zt6tQ3ahg+0x7GkN7pL3WB3UDrRbnt
U5OkcumqsNNxGZSgXzjLquJeDoL3Nv1QtN7QG0tpUdeL7f5oDGbGwbyJD7qZpcz2qdildhw8jwbU
jzLPvhbOuFw1Ha2rUOSLF3oZfXB7UPPBIe3q28Deaq8QuF0YwD3uRlK8t6bJmuvpbFY2lAuw7jRV
Y3+2h0LfjFWp7WAeVk9a18WXPqSTPZg4MEyzgW9ZxVicpmS+RT34Colq3vZLhh29Tb3XopEi5Nxk
REFq2489yvJNXblya1A7p9yyBpVmbunx+sgXWJM8LbAVCxjJDCJhEBCL21OU9kZxGLtJ3ZTQPJ8q
KKC8UES8HaRVHIkCzCjozJiPwCA94p47zGLsLgI7xdEUDO0X1cPM0NvpRpQ43LWawY1HVd67SeV8
1cvm2bTH+grjrQyzGVDJ4k/ZMahid5972AQKN8PoObldf9XGonuYCzWGfcX5MRzLidKlnLLi0orn
Aqdh+mPRabb3eDCgILt6uMxDddRjWmzUwuS0V1Zq7vFaL9u8gnpp1IAVfFoapmZB9uw7qmx5X0Sm
Yy8/JnakV1rsGTuyx6+1zFIPlltQaVso3lQg7bed4YlvVgzhwGq0jt0BMy9IfafaePTK73KUYog7
WR1fvGwaD44tj32RNjcqGSkbl9PnoGi/p1nu7b2WhsLotDN2+UA/gEqqjhOWCHtTSnf4TuPDqENQ
CsNTHszpS+nnLYDJH3nrcdZ0cD+ZMd0CSm9V6JlL9SkR5DSaltsf22G0jzhMhjuiDHmFjLC2dyZm
kijODZ9yp0rcg14ZdjitZ3mZJoJSnht/SEYWrzhZyijDy/HA2xU+gazjbQ4hLSSJdRLg92yxL4Vi
JhXwDbEONh0bRlHIz3E1TtTWVEwlqkh3qs9wSjsGDlUveG2xzB3bMYgPBeaaZ5qU3u1cA6vbpLl+
5VhBcjWKEnqrrYtg32a4qjihtymOX04YBlgdUDCbGhcY/r25LcC7NgK9hWPPdhkaSatDGNUaOW47
c6beVqLG6LZiXDD3OOMjJeN6L2haXnhFcZc6nrUTCVvwdKGhY88FXZ0C06ouluIC+SgIm8aXz0sl
8N6wmZ2SkAMeYDj8g/PeVS0xdY7RG/iuAWXv+iz7QM2K5jDOHyVntoOeVwCyDCZ3a7lYERNaMns+
ZryJ/S4+YK3vb6a41InuWuxdWXmhgSgXm2VxTYbJlwFr7ca28ebSe8r2eNx2zeI2GyOGYbs0QX85
WkEclaN9146ipUqDZY6zk3zSBxvWGuFz2If6TNuJMZ5e6JNnYeVwkha62/wY0Tx8wXuY3+faMFNz
zxM8TjI9YB+3rqHkmx9r1yMVJ2GnbW0q8ILfZZIYh9U7H0iJJzNYsXV4CC4MvSgvPM24TITzAmEL
T1GFLydr+idhUBcvbZCzAb6xrdPYy64ieOjTQOaRf5jJpIKHAGAQoartHEYMyA+UTYttafXNwZJl
fz2hTz5KDDr71LTTz9T6k2IDR4HKcjdIuhxxt/OCji6bn2U32tD4B05aICzY8R17RuklOwMBAMUL
os5OtLBVrn2sqkVnD6usJ0oKlJh9YV62qdtdO8Pk3QVBQu9+DBiFwmcf3lPS3rsdU5bjFDbncoK2
QBLr3TRbxWZJqegQaNSvezHnspsGm01bYfVfIAsASFEBDLbNxD180Anm04CoJe63DIEPNq8ua+8g
IfHCaGkyKfYNx7hPumte1jTv/Ni7bJQr6VphoY96onsvVgaIufEa6juN08UfFy8VF7k36BcrdOzZ
oMa0L5ZiCNhJpD1L67BwREb0+LmNEZvnGSnNhh4AQvcwSeFDGO2NqL38hYSQ9sFo7ZVJ2rLnLvNx
ScKJlUxsgkWDIRgkBb2SJIfDk4iZa7fuQCr1DHvqGnOyB+K8nL6qFPMoUTErpGNtSMViGW8XTWvv
RVyYl2Vcy8fcSAp2EzVp1hqdhF2TusNl4QJ/C5Nc9XALFuL4NkthGN9GCJpXQNWqV71ySZ1L3Sm/
G+aUijyYkcy9qhRwjY3fiPwKSgPCr6Lp/XTrTZn5YmdD86PrCzCg2P/rSzP3eTFj4vK1jYal+64e
s55XLyfuKx1kbHPderVmhsbouFHT6N63OcNMsbAu/khmkfiX7MPciNRc3quTZqRx2AfGChQu2vpS
uvBWtlmnNY9aktrPQVmpr3otJdVCuP3wEhVymZGl6nPf6cN2qQa+bp9r2VXSI/0tgMo+l0HR/IA7
pH/mIXtg+7Kg3Y2mZm/6NJcStKmfYMJ1FQzZztJQhKIz9/cdRzrq94UZxallPsiy7W5mwKgVb8Zs
rsG8Cfs67SpkC6OuOvZLeLisbdqvDpEgmZ7qxUc734gKy4b91/ey4sEJO5nr+Z4NZvOpmycn2GAc
40+pWPEgrfBLDC+4tVAaXjt9CnTbD9I4midvehIx1OTDWM3BMW+XpdmYbl8010nt4cNF9pl1Dzmd
4yiJdUzUXoViJhuGtHsYckkYl13l9r7K6e9Dw7XKB3qVSXGBoz3NQkUD1trqdMPgVla1BVYwsKls
mMz6uM8tINkd3VZeCCn6eeK+Mf6SoHPpQVV7AE2oDrKvJmenvJ4b0s0dt9RAeZqw/ZeGvWeU5sYe
7QQ7i6pDxVPQuuqBnFPdCGNvKR8oaSQfKcNzgg40ae97Y9Q/i87rjtTPcwBDefmsTzmx2wH4Cfqh
Qh1iotC+dmOvbox5mo+uk/fZZYDy54aCLJcHw4SnehWv+CpgnHKijyGkMDBDrFposoNefoJpH18H
OS5dD5vGHh59Hvmxi6Kn9ubk1dCS/AovMfK2AXsI4ewuhSfY8xyQdgVFyyGUyBDAj4J4ffAq+vph
BhW42oJfYTQmsYNkpfP5v60VZ2AyLOuZigDwvTaTLYtF2U1fROA0j/lYq6/YL02PEp2lfdFMFPqE
3DSPVDU1DnezcLeZX1geDPNhfGp1qyVGmYIFxAb/mTODe+NZybTQ6g+IuHfZHwCZd3nJ1xoNxY71
CgUN+/EY8PU2KGXS7/M0RzjckQSoTxr7SsVCesM8UGStUpwtwpy8enYpBoj8rSljmgc9ccvJASKB
/lGCwvRh5iAGp4LFyGqH3H72qdDXmLktHkSTOzQlWr3kYYLGuhwynBrW3HbxB8R2vHcpBle3GUaH
bTMQ2huUQXkXqDou90ZMXXUD2kJ9BfojKICuaa+I2eb0iK3OebaaikFAK/RTaSr3m2ul+VUKOJ8y
5DyyPOgKAbzSbK/alJzMaavPWT7TY9CZPKVYJYu5hGu+dUh6f0zhQKDLCRiBmmx4CHVP52jfgYuB
JJo7FtxQ8GbPyRAYVUSNanzSQAxFOlq3W4uGAVQNdBzlyMDltRBfp55bPswAGh+LwE+7Y+Z03jcO
O2O1FYNibmQKNwobgkXDr6ARhZoqlNUH9tFgkgQYUBEu1BE/lkRos88S0uwuyBlPP/AqaoAgtUWc
X7hzn0et7yUoUZgfVTjS4vickmX6qaB7dYMORR1m0o72IPZYdYs5+Uh3itvpGeZc345kkrLpSJNl
p9Mxyvd/aZh6tMg/cK0KICjxwHLvgr2AFJCv81tJDjo3/ur4qeeu2K+6RodDdk3Si1GMrPd8CBcN
CKMpLbJqNmNgtg8KMzetqDhX+3xdmWteAPtgmaYr3Ynx5NdCfqizeqJzZJBfwqaeN1Dh8tdUnPWD
mdfztav7LfcAC8gd4CHhfC7KtoSqlKcuRVTq6muFioc0VaU6CABFvFWryvXD2czd8jZV03BoVCMu
dE0K0P6aflQLYazrS066IQ+YIjccR7IhJv7cpkvB2g7CM74tHRg+22yxWOecWLCI6I1mPXOk1A9l
jrDHSbT0Q8v4vm2mIr4ecSruVOoMkZYYNMsm9tRhJRZuEmDUSl16g+hATtc1ldZa82PtOFd6OW+E
YMCZoGBteO64/U2Tnuu2Lho22zpV0kNKuwYFTr/4mxz0LLRnj+hTOqYlThfVN4+TNJiLK6LtdpAE
7HAf3ChuAi0srKpttmMrACE7nXMU9BPo2PsoTE1DOo82o/tQdFqVsC8TzpeSFwq7ZCzPkUzG67xC
NHVFK5RXlnLxm9Q2QnA2D3lERKEV9fnkoFByGCoDHdpQ+nQ+EHbxvtDTeXyydeWyb2x5SZEYhNTd
mssHNloaiHw/YfCqPKBHmUoiV8LRK3lhsjs0LznG97dzM2CSlymiiLTrcHTlk0FcgbrtDUC+fo2L
30UxEWrahBtGTtqx78fuSGmCX+MA6O9CSuMaoWANW8DKG1jjB5b/+57D0UCJeur0yzzg2d0ssYGB
Rhupse2myci0a5QHouTMIum05/D2/yn+/68c14+i4n+n5MhfEsD+b8lgh+9izdLqTi+1fpufIZf/
++3+P6PAVlvjv+XY6xf5JQvsev5SV1/aX8zY/Af/NGNjY/uH4WFSDXS8bMhVUY+OfwWBYdNGUequ
MkeUufw9QuN/mbH9fzhUjUj5wldir/Fh/zZjB/9w8dy6Ab5fvE2OQ6Lrf+HG/lU3riGLXx3ZfMdf
Ja3LUk+txVoCIaMUVzEbjysbMfJbSs5VGfu3kPPvy5/I++tcgt9f3V4UfsVFnE9XpH0V0TyOQF/Y
LgG4nHxaxpumrt/w4vwq1v3XRxIy+OsvSk3hDbLz5KoZJXWn5FDwcUoLNgKlKxrmfAOF9k6BJS7C
nx723T9/znnt/d+feCILBgoBW5ks+wgBW2yDaDHkJS+0+s0w3V91qH9/wPpTf7KxURHFuFzOIrK7
fugvTEkn5zC2IOrKxASFxzbYfnWEeQurv7kCau7fSW3QOIt1mv6G7edXafff3+FEDK+VtsYI7ZvI
tSdUcqNuJ/ouH8v+CVdV+V+Juv/+kBPJcjooh1qoJyIrgfpVj77xIy8b3w7dRKPu877HtU6Fn+7m
RCPdhRgnoyar8cKPVi/Y8cyErL/v+ieK9LWHPzl08CgO1pRAJ3e8d3iLXv756ueew6r6/unbU6ZR
gyLFKOIkaz+xcV9oMda+B9zVWwzz8OdP+f2yoAcny4KeBDDsCMuICJ8RO81QIGaorr4xls5d/WRV
IOyoNjIvlxGHBVrLQ8t+oYIK1u7+/O2NMzfp1AVjUPe1Z03ICN3UNN4mmTPrF7ly0e04LjqeEM4/
STmJLoYPBdLy7MKgFS2PHpDT5sqpOjvbjbGisKaywNWIhnAnoM9FbRhvfcUzc/rUPj1nYhQ4GmQU
L75GkUnoXbor7MSu0ILluf4pU8Xy3ZADuhTe/OkRvkcgttTMOUR0QNuG9z0M/2RxcWy2R36xNo+1
EXkVskJQrXUfvP75WZx51rylfhmvfQmIMR/zJkpEUn+g6U/fcG7RLb5vtvnrEPhpPpB4RZkIX0BU
OiUqw9ioqycPt//z+77+yWKhRpgQmHEwUehl/qSlbf51nJvqjfXu3M05WSp6tthof4oGefDc2YhY
Oo4ueep575vG/sliUS6tB/XUl5GvK9K0AiNpXkxkd+qNm39unp0sE7xglziNeSnMraLPC5J4sSnL
jX4HVSnRfvz5GaxD5T83EWC3f33EJuCTNagc1+PYTDd0LLvvqNAM/7Jj6JY3U9fH2RvvhnXQ/+aj
vJPNAyBV5cVKX6FqqJFCvH2FevCMafKoycbK2Pb8XmhfymzS8Y2l4Mwg8E62D4jtGsOSsYwC4HDB
3lNTE0AYTdL8jR915v55JzPcaqcR1ecooqSQ4MY2s2kJyNQa1R9Im5wcODG5an4Dh3Hu56zf4qcJ
OdDrN+OpaaK+k369I/PMjndLn9ZPfx4N565/MuEnSfkQCAg71sL0EQDLTnyzS8IF37hb566//vuf
vj8FD4kWMsNbHFCiR5nK+RN85BsP2/jV2vTvLY53MuU5tJlVS25WFOAnOVij8suvaWJk004nVMr8
RCQPxLDUS0FUw5ouyH904nEGgqh0740lf71VvxvlJ8sCQqDBNgwekSaHgNAiy/w26sTWhJXytfv3
PaaTpcHVNM9t2pltOHbYJMwXepJj7HlvrAnrhPzdTzhZE+qSRrlnVQ2hfXPRhTZ93GCXIDWIN4nI
0CpZXdbITUzcDNL5Yi4+ebFrff3zbzszoU79YFg0irmx2V7ArjQrJGZ4qpD/p0q7hZE8ag9eqoT4
8OcPOzMe/4Mqo8Eo9+qSI1SH6ycrXKL56K0v8Rtr+Lnrn6wOMEq1rJlUE+FZ1LYApemvK3yof/72
ZxZU92Q1qAKZ9mSJySh17RrpWtAP2EuSoT72jXTHkJaY92OYnLx85885WR5mp2qQmA9MX0B5cOSb
p7Ynnu3Pv+bcgz9ZG6wyzrumWfeV4yD6fRon0wMFwyo9LNoyXWrwO7d//qQz49u1fl2FTEo2IkNe
jEIAVNQThgr9wXSqFKxArWcfUTb4T0qrYm+PSCeuQtz1dKf//NnnRsTJ8oCoyxSoaWWEvcFG6dz7
JDEMFiDFP1//zPLjniwNgVTIPHSOMHJO1oAzgNIk0+C8o5vaTQSa/vljzv2MkyUiKS2JANOQIA1B
2QadizWSQffGjzhzdUJAfnlNCLxaMlinJcjY+AHxvvGg4Si4eNd3d072BLGrMmRbnFFl0o5HfOIP
Glq3/fsufjLjU0wtjWYqLr5icFpQanscrcY7r34y44dGmKRRtNz2zrIuPdpboSVAM7/vu59M7xRS
TFBpjM0MVc0X/FPwngfD7d5539en/dPLny5yR7oh9di8msWtcDRCIALzzZ3YuUFzMqvJPzQkWh2+
/Tz+sMB54dVp8937bs3JtJ3rAoiyqDkJtZWgxE9uzIKt4fC+q59M2hzfO3WTQERTnh3rAagyyXdP
77v2yUxVRFbFEy2zKIVzDAGYoFDlYvt919Xtk5lKIEyJPa4XkTY5CXIwdHcDobGv77v6yUxVyNDL
TOe+1NrqqodNsclE1Wzfd/WTqQrVOmstydYd9511j9LtMmFX9QY06MxotE9mau0mA3IGbnuCNy6F
wtVSEq0NvX8LvnLuA04mK/GTJdxs9DeG3yLd7TF+sX1/3wL8HwwgS/pe2pmChKPmzm7lDtDGO+/6
yTRNa6yIgQssJnAXwk8nxei/QkbZju8ckidT1XcalA9NK4BlorPdylhDBO6giXh537A5mazONDtG
i+wyQuY+sxCL7kM/6+kbFfZzj/VkukJrhGlaMihRHHbl9ejioNq6nSHf2iCc+QDrZMbOqFIWK11R
JYXRzKEiypiQ3t5w3PctldbJpHVa6MrGuiRUVm1FhPKRoZD74/uWSutk0sI+z9KSZMfI8l0bxorI
acAmzTu/+8msVbC8ic6hRMHgzNGhOFdG7ZRvAFzO3fmTGSvl5Okj9p3IpP15WHJVfsXIRJTQn8fl
en9/c2qz1o/96fUqbD0NynHizpixycRt2w2ng481zgBHBfcLLrSoaJTzxjRYv/XvPu5kHlfdYCG7
l7xXMpl74TzhKNyQkYQSApXqWwTac/fsZDIvSNiGPOGeTRrxCLpMbLw6tve+pWINr/v5lqkOvlhV
MJiY0B5GS0FQuIrfouic++4nUxlLMcKQmkVU+m57mHrRHj08JO/brJ3iJk1NOL1lsFDMdmZcuWAP
7mLuvnhjNJ358qewRZPoVsOagxJDOgiAxNCX3eTV3Vtf/tzlT6YxPX23swrYDcY8Vv6Wf2w+ahiQ
+t3QgHfE+TcN/XESsSdu8ipp72uj+6A5+SpYxV5cG0mKHcDOlmI7gwGF57+aWcJOiLWa0wX594Kc
0ntlkpFwTZWcQlPv1zHuvbrwMYz0Bfb1DgdCho2BnB5ihI2peMI0Vj7hIm/waHaWL7e+vdDFcNwg
AhrlaHt0GplOIgaCx8OUAJg/uJOacW/lduF8xbFuWRedp9wfg5w6/35aZgx9ttviE54zOCJpaha9
/sYz+gvn/Zs5eEpUhYWhLSPhnxF8PoHow0JltEcPIaCYLB4xqwmByE6oI36VV2YP5OWQ+8D1t8Cj
kZOb41+5TfSv6/aNjcP6FvndNzpZQMEfWYVZVTVnq0U9qtrMbihUfYlHENX1Yg05UWWF5W/wIQI3
I/6qfONenBtQJ4vrPKfQgbNERG5e6QcQkTsT08wbL5312//uV60f+tPS6tTjWI5FJqKlUw2CYvDq
WzbslbtBVn/Rt8v4+Oc1/NyvOFlUu1YnZQNUZ1T6OFQMA5DKEqAse+dNMn/9HVOHDGKxJYhaDBlb
rfbsrV4G1vvOd6e4wdIoHKAodhml9jCB91EdjSiv999iqp65OcbJzgXieUaAMLYx4sWLAyGiiqAd
9dbr89zVT7YtczyMowdXLcoBSn+KEx3pltF6x3c92L/oZz+NIKKyMzV2QNsw8yd7goLbg1MH7lvL
6e/H5ylMrwdT4DYGNPIi8Wosml1jfhvS2dLeuP6Zd/1freCfvr2GR6O0zKWL7ImIFdI/kGdu7Kzw
A3qrVfn8vnu0PpmfPsVwsrGwIUtFhaicS4yR84NfZssbV3fP3KOTqZWW9uSgn1YR9m1gDIPRLjHi
WGuNs8+9OhQyb/s3VsFzY+lkntVw18iHLrWD7vfFFQbWb1lAQNH7btPJpoUQvrxLxRQfcFBOB3Q3
LcTudHhjiTj3qE82LYVD8H1MXkqEgRm7fkD6tbND3r1KwKsYF82ff4SxftvfLKn66WQmPq4MED1H
HQaU4aJI+tk86KVZfMJAk8pLB8o6vrWBkJ9DaQZFvbWtrHeOk+MY9U2PmHN546v89mEhMz55c2As
qHp6MyKCKEdykIdT9oU3uGa/8fI4d/2TYY1XziNyFkSyP5Uvw8DvIbTuLUHWby8ewOv7dc5o7NJA
/XQpGVWN/Wg0Am9q8M4JqZ9s0mKRWZxUGi5e+1M0+1a2M0w1v+e+89XXifrTdHc6HqfXWklULEzO
0GIt/1QibK3ec9+5/slz9VXvmJxwg4Pf6jryfL3B+ko42J8H8Lkbf/JUDawXVaPs4IBZyf44TkZA
SLG2vPz56mcWK9369d5MBL96JF2xXRNwyZMJw+Hmfzg7s+04dWiLfhFjAEJIvEKVKTdxEqd1Xhh2
ToJoRCNEp6+/q869D4mO7RpXP0BRQlvN3mvP1ddopD2sfT8uVwQs30tg3df+ibVYJXBNgteAz/Ox
q+LDhvafU5mQ5ertf3KeKy/FubVaBQRFcFDRytOGttHqF6xzx+Em6IduzT207+gj8ntrd8N8L/j6
9i++NnbWCjbJsqlhDF/klQeP3G6iEU3JUI0RFHUBJN0ASizl8e3fenHssHZYq9iycQFGW+3la1FD
gS2SVcHymPhTcGE5fu0HrPgGEKFA4xE4BKpDE1kaMd00B7mN0jj+gBXj0KuEagAJJl/iovq+Aqzw
0Vfw23Ubn/M3+iPGRxr29bZLD6KqHrezZQ8ONQ8v1ftfGxwrSsyyVWsY7QAAwpnyPd3X5ApO6/9n
gAX9c/mr//C/c/Si8hTf1oqLRo5NDBYT+KgBTEEUzuLvYEJySaP22rtbcZGUraR+IcMcrXp0w4UF
Lf3HiIyRi5QRb29FARkhhsayLU+rWQHXgwHt+owTj+mzDTIup7WDAyL79/flLWD/yZmMVOx1dWIg
I6MroSrc/oMt4+sAygDLhDUA7qOVGZgefQdQRvgZFrjTb6cJagv0BrR4kgWL0ilaq+FGsxjGAkqX
T25Pt6Z/Ea5nLntcn9DNt8xXXbsBz4UjOpiAbj9g7XFSzXQcNvyAP7H5K7Ao/cNiApjQuz3+PHn/
CN+6Qo+79Iot79CTeQ94FNgrHTR1/z8a/v/pdTB9rADuw2KfYzHVsCmDwRVYc525Rbs/iJdvv/95
GP6z+eD5VggvmxniuC2q8/Ts0MwU+e3BA7pkz/o+vkSHf+1HrEhmqmRArRT4BkEvUAuPZmBCwhae
vhkpkZI5vP1fXlkwbKEelKOTH6Lr8URmNKL06xhm4RQ4VSB5YmvzmhiMu35T9anjOxpwaCGBF6vH
+LvTy9syvHBBJ83a4fGbCp9GgYRGOUYulTa8urWDteWqgZgGfmKdxPABPlb1CdCvSxH2ytdlVgiv
m4nMpJAgBG2TAZ7U7fOWdegW/Qyj89Epe4X/YMVxXUZmHAZwnWJfaFjCcg779c6Dk5vb7GFWJHvb
ykRNuQDZFcar4wyV57KFLid5vL0VxgMTHGzGWJyCctc5qHoKAL7dKdGNp1tBPDTLChEQqU7zEkOE
DD9AetuJGklit7lpx69Pw1aBYojmC+/zLhO4uih+CXT+StQyaxveIAjegrWsTmEfeMB94bqD8iH5
/Parvyx45Iktlis9FpTAvIkTM2PSHsuBC5jyNrjBLuOQ8KwSc/QMtpWsPqMh0nvaZeCP5/465KhP
b7/DK//QltDpBsYfS4wDvmnm8Ymuurnvypp9cXu6FdwBAVe1QfX/TOMI4cw2wm5+R0uT29Ot4I7R
8AcCOi9Pqi6TW7JSmsN49aLg+bWhsaK6bz3isxaf3Ivq5Jaiufegl6J3KSfi259/9Y/NeStGWoJI
VJ6CpPhNgRZPkTMRR7eRsUMaVY1IC1z9xxmpdL/A1X8DqOHCuJ8H4IV9ObZCWs67rrjvF+jaP/OL
YuCJ7sXoRWgx6OeJXPiV14bfCmwVRSG0KBNmJshGZV6fQSkAjrST2+kutmIbXYdxTUrj5QyUSpSX
gixSa31w+gC2BA7NMsgbAUiXGwHf5lZGoI7thVtU2Qq4ccFSWnM8HI2D6NPvh+a23yPqNndsTzCF
PuElqL0kF9VY3ZHN+NejB3Ct28BYMStRdTP9wJN81jKGncAeg7sMtrvb088z9o+gqmRMQX4Hspfo
/jfv2z7joCg7vroVsWG9oBXFmzDsXSLuYD0Ndk3fVfnbr/5KUFErZMmogm4uDPJdA0NDVQRihAZc
AD3iA9Dqq+MAWaGLIptZ0XqAG31MwtOyAILZA7vhdpajVsjONZpIk7pPclbXIA3rpATjJOwuFGFe
GyErYAMOALMuCiw7akw6UB1rvWUQUcKtW3TB6pT9hzGxdSkuTRguAi1BoAJ3DD3rIgduzXFRs52G
YNiJ7XyszltWA7alXkGBLoDZensOnWfiCwtzZG23VVcvQE6itgBgyPpdAbN1MoLoD25Pt0KXGfRj
VDUp8hXU+RSdxN+mXQeOr25Fbj9QwNwNHr55IgR8sfga1d6z24tbgXv2E8MB4UyENHDqIKQUd14P
hYTbRhVZkZvsvQYbOyzyyO9++vt43Q6o5ru9uhWvGmCQmFRVAgZe3dxNCl6NqV8F0Ca7Pd+K2JGU
wCWPu5ePzUa/FlWUPLVNc+kC/9p8tCK2i6I12USc5AZy/bsWmbKTmEPHPdaWwkm+r/u2YRsE+FRd
yybywLuEafLbI3Oe1S/Ekq2DCzuAGAOwX3KySXLYoQzBogy6ztXQyPXQiia+fvuHXhkkWxIXNqKD
5EKdtxU02xZgza6mqq7cHm7FbLVhuAFD9PJ2CLdcN+xBzhdvpa8NkRWz4cBrr4ZwG5PH149c78DL
hstONDjV6NG4o+MGCpjbH7FiuAZydFnnqsjbMSgzGI0uBwb9i+M3sEI4TpY9QhME/glT4ZbiBNH9
HANeuJ31iRXFIPqHyc4g3+lq4l8DblX9RFKidLvC2TK4vcP6FoGPlEc0hmm532fFsjmmiIkVwgyG
tU0iUcoCRXA8VnNQHeC8vbtNT1sFR4CNbutIeDl4sORQTwlIea0mLqV2ntgiOOAdR7JAWYb8Jxnf
F6CxpqrvS7f09r+u7n+cNSUcbgY+onhkgrJYgOzpWpCTTNChcwv+BbXb1AytCC7RcC9YgbkTLGGR
EVGu1xusfC/MzPPJ4IVVzrbaBrm3TwzadvNKV0bikihDfauBNJ2AhBXANXZT68E0QTZNfWHcXlnv
QiuSdeJR3VWrl4tw0SBKLusJWq/14e114rU/ZEUy0RUxEVq7cw+O0b97s9PPwxQHH30c5vxsCWBS
47ftdiEx+q9E56XxsyJ75AUWWIO9v/fHGDQvQYAChkioKz4M/ig/BLFEMkolEw3uBLjVoHavJkyu
wOk231p4aMCSSZoW7mhN5y8PJWxZ9KGNBRzyoKOIV7dt3lYaqmlHiq+MvFzqMvqhdAOFpM90//Xt
QX/tk1qLRBKArxn0G04pPpioO4zDTnBicWqX5YktHIuGFgfyCIhpqZffSVT/WsdmcBuYf03L/whi
woFZAzUCl114/p38VZXXIUwgHJ9uncdH6fOphAw3h2PZ+7j1PhZV55hztkVjE7hH686A+GrX4GfZ
xl9oMf52+py2XmyFYYckvMGJpJihkVza/XobB8eie2DFP9pDqw3GrrjoBtPPKqw/17G6cGZ7ZR7+
x/C0UagFosUeXLi+uoHP1QoINPHdbrf/ynj/mCv9wnhc+B322aqPvhHmJR+QgIlzt0G3TuKF3vXa
M5rkXalVKoNNpUIZp75GxJAVoduuFUU1PMmHWP2CR9gPWAy6DYstBcOC107dAAFKgEvWty7o4lNY
zo7bn62Q4gKuLehgOltX8epLJYrp21gVzO2EYEuk6mJCMSsEeLvlsX6HfF0PH+qWHJ0+qS2RSljZ
QXpc8NxXHf1ktOrfAwAyuE0YWyAVoml8BZAXl33dzwI8O9G+04PfOZaFfCtOJeyQGrlgFSjjeM/V
Nmz3cRv1F8bmX1nxCzunrZGqFlRE17KF7mrT8ieDFqF9Z+ae/BDePg2whtk/hP5whA5CPhVLslzF
ram6YyiK3QPPFEiBHF0+PytwgdQxjoCpB40e/rHQ6Xcyg2/TrA/GKPoZfuY8uvDWrywwvrXd10Bw
z8MmAegmFHnd3kvg8BlPW+d2lLeRc9vmzbKpGLY62KpdoRZNYQwJzxG3+WgtAi0ZS5CrF56XcDiG
G215X8zCLfcEycrfqdcGFF5D96DI2dnRsB8gcZLUDE4XBWgBrKcvAeC/sL7L9Q6/uTIoYBhZUScs
GUeR8u+nL5rV4HFTmDVs23AfD4J/EsTsDy7DjlLP309HobljxTDj3YM9TKsS1nNgXrqJMLitf2W8
JJXcsPyebcCf/KrUV+Egik9u724tAnPUr14MM/ccbKqvRTjCuk3v7cHt4dZZfYA1IqwWcBKofR+u
aXP8aS0iN2Ucbn9/j/oUe7Al23Gy89AWcMVA3Hm3mZl+cXt1a7cmiwhDv8bJLgGzMZfoLkqHobik
u6N4x/+ujdxWf21m8eCOMUMDWSz6GwHT7ik0s3c7Km90apjgmPR/j49X9Sae1oTnG7C71wOFn2ZP
qRMCAk+341UWe9d3lOfVHP+IgvaRSacmTzzZCtY1CugA0yMcfE3MbstWt9ew3/CdrtvcZrJxNBaM
cYND3iBX78psYXk2gPaJUw8P3v78yf84RK6AT2vmwZm8Q8fbAU4md2iXuCQ3fUVQwLkdrnCEBBi1
wdnaV+0R9kkbApZucGbsAhOveUu8aM6UJ5oZEOq27Y40pGwFYhQOVE6XHm6rwoBcwZ1Ywblp9RL/
iKJNB2Pryq2Awm1NmDfHKig8w3NkX9TTqndz8s2yO10gOLfCWm7BVjGOaRt57XWcDOQwwjEqc1oz
bAnYvnihjBrk8mEWPaGxPfwMsn3t9nBbAebBJgJgbuRHIwl365mhkXiLh+ICFevlcw+3BWCmj02g
igln/LHcUFyV4VHElVP2AGDHv0MC/Q9okw81y5dVTk0Gn/i2hpJATsptRtoisHJddmDHZ57D9AQM
2knIByEb/dnps9rir8FDG6kJ4a5CuRInSFxEPu9EOd1QwCr9e3CQidvKBkzwfBV9dQWz1/YI96lL
0KbXvqu1A8OuGy6mMb4rVarJ42lAEw/aIS8kF197ur0Fd2D/gsSLcWf8w5bAia+LfSekC3YBO1Qh
loFP6sjysZjqb5B3k4/rPAxOB3EYKfw97IoATTDUcQx9t6k+wgWneEwIfCqcpoyt+wr92V8HX2B3
hDNzD4jGtjzGssK52e351u7rTwSXq4jEOV+3uTxWuIOWGcCi5YPb862IJYUIWAQHjhxuz/SxjQL1
Ga7K5Ue3p1vnZV3qMdJhhWsKdqVPIWv5B7EMxi1cY2sD7lmUVDBYhWNt2I9pvU5TWi5w/nF7dytc
Y/hc0GATLO/BoT4mcvfu5FCoD25Pt8IVtsukqUXE8rOi/jCWHjkYrwnc5rwt61o6LL/TeX8aKDnI
GGSnkPq745S0whXuAFtbw9cZghBY4MG2NBQwB59gK+g2NFbALuXcGH84b6718HUfxsdEkue3H/3K
adzWcjXF2YGiMUWuVdV/A2XY1HnS+G2QJ0o4nmptTRdc5dvVq5ErWmFpDlsOWaZRDc7l23/hlZXY
1nQhM6cglIxZXvqkwVUr6fwJtpt1sbgdP6gVs8wr4AYFr/p8hC1WugiZT4nrVY5aIRttpFvnnfFc
R7xuDmBvxwSYag6zDbfhsaIWJli81Yrj2McW8PYHH+7jySwdB9+K2oZAHsJLrDgDKKbZzJvv4epd
wsK/9mXDvzeqiczwK9lw2t7XAHYqAxR7QKg6JYy4recaGw0qAAylcm08CaciLz6URl1sIj5vRy9c
c6kVs0C3xq2ESXdewT2tPE3wZdU3Uxhv7z0+NMUND+C7ALr/+LXcF9hz1/tUw4zIk/73ZEC1KZiJ
1l9A5Ay+lyuo5aci4sN1Df3cz62ADxME7XBde3uKvLII2CoNudaegd0ato21Xb5QWKLA4rMa4Yob
mM37/vaPvPIxbenZKGeySLPxvOvRInhAKWMXWamKgrhNdFt+BgMv3GhXnFW3bpm+hDvtniK9uKm9
uS0/4zBqkWUZIoxGcT/SbUIHjXlyGxprgZn23YuHqeN5OFNzRVnFvk0A9Ljd+yJrheEBdmsfWpZc
oIUPUMZubxjsCQeoTNxe31phkAUJ2wHQlNyAg/FIo5h+5x1Zvrg93Vph2hpwcbDkcO3fTPW81LK5
ngruJlDiZ5+VP1MWBXgpEMAL5LqKptRwOYQkOIUxAOVuC2RknQ32kKkt6bE7eRJt+xVRIfDOsLl2
GxxrlSlHljTFDD1n38A4HvXpASQMp0fbCrQEwIOZ+R3Ni3GQcK0db+DdELtNGVuARkS3lUvh0Rwt
yisKDsH4eaJmvDBlzmm+F9ZeYsVTOxm4j4mV5TCxpdcrrGd+hVpNfkZof9WhTwPelJ/EHBRg5EjH
XDWxwgx98WB6m5Hm3FsNXI0jvqXrtq5uJStuM9T2JoqNIjVFLrzB6YP7O32c20D6R7fvbcUZyO1Q
ZnAMmo/8SkYIHFCJN7hVr7mtEhujMdrCs9SK+H2cirX/qYLtEmzqla3FFom1ME3bpx4PjyJQ3NNt
brYolSOLvroNjRVlZlYwytjQNVAzPrwHMNCkdAjXH05Pt3ViHGXUaEGyNp96mPAK2AcFYhJXbg8/
H0/+SMlKg9vgWjMYdO97kIOv2OYabDHHp1t35Xiv2kHxKM7Bwh5gJk7+KZrkEq/rla9qi8MqTcae
6CDKZ9mOR9mW0LqR5YPbuFjROmx9tGvAcHK6z/cF8Yd0GsQlRdK/6KQXFiBbBtaNOHELWGvnyxC1
/QlFT32jYxhypKEZxgfwnLROqYiGIa3CxitSHldqPpwrILAB74ZmTOE63Q8pY5t5B6OGzkvN4BXv
Jezj1rRZeC3c8lihFfYtMgbSGw0SlDFka3UNICzug24Nkjy0tlcK/T+0X/CHH1d1hW3vaxNNji9u
bazoS00WQ5FZhWV7mCdinHPZ0Utp1X///0uf0Ir52O/GPTI4ky0E9kFHvjeyfATEbSozDnDomMJk
O/hQ+c1YoqOaluJmqTrcbqez2ViqaTn7xziY4QPuQU+9HRY2rp/CUPv62KwjXWEEWG7rUZl9e/YJ
ZwcvhLP0jGNfGnSefGKd9JWTKpHZ5WuYSCM9z/w4XxMBp3cZAFaYdkRFv94OpvO++t+xYnYBG/bb
nYABY5wbwBM92JELzrLImOSfmPXR5x01DaeVmNnF7GiuwWQUiuZL09VXMZyufyQ6gGfu23/k5SWH
2dVswBQZTjshcotePF9TYPaRp3NsZGd2NbvjwwTnzBA7+IqJmjU66O/57OP26fL23NYSKph1JlCG
4lDVM7i2bptI+5A65l1tNWHVYwIlNfzaezX/DBDUKVJSbn1J3GbQNeecbmlimsdlUabSlJ+SgP90
G5bzrP1jC2yZJn6ikGFZOJ1uO4D1EZI+dzuB23pC5IrDgCkVg6cm9PtQe/T3BheZR7d3P0/UP96d
VrCfN5Thky5R+Lw2eO9DCaHYpRaZ15Y5W1WINtRZIv8Qo+DM2jvSrMtj04aqOXaiEEkaQE77GRJw
fi+3do9ukcTo9DdJO4BXN/S+f2pN2N3XMR/UAbmL9YNUpfAPZm9g7yzKnXsZao4TCrX+vN7DcpKa
bCmWvj6QM7P+oBWwQRem/ysFYpZYgwV1cRXD9YpimasZxMhxaX6LPoyiFFqdnV2XpmxhdwxY2FdU
hswdZDA9+tSqQLppYnGz/vtzoburrKICrdqh78FBHNNYYy10nGnWhreVhYFILGR5Q5Rn0qCVc5AF
onLz/0B92NryerIkUPSisjLpKMph474ea66Y21nRllImzVLC48OnueFA+Engh29gYlk7VuZtLeUO
DCAOXecsh1+XP9dBIcWJ+ofvRqngtpqSlbPSy7pRHJEilmIHR7ZGitFxcKw1aoC2vNpjHeeFwKEX
3pRl9yiGonErcdtyyp3NKD5PGmMvy/GaCKozFuvO6XjBbTHlANsdf9MTFu92R1ERJbObfnRsnuS2
lhIOZS2OQjzCzVFD3gGeaAqHl/Lw9gJ7Pu//9+jCbdEjn+BbojtMm2jyVZRtogMxOUTnc3nT0Dn+
/favvHyu4P+RPu7ajNOKeu4cjsunbRGCgBAdiEv14lcSHr4VuaBEUtM22CaUYk+q31qQQ/3e3zOD
zsFsLwT9xfy+f24oMphoG8fxzOWPsYT8veC1vCY4S+40H+rpuS6SJyXdIIyQ4VmL6ewFLefDSnOo
YIv3gDZ3aI6efKeIQ8fG32+eRJHEmRXHGTMH4o5HZXCaBW2ckingcv79dDHJbem6gOR8Tpb7VdTq
U8KL+uvbo/7ypIVA4u+nkyiu966sCEQlQ7tnQlT9dkDfiH4cAfLenBKAzJa5AUY1i6Qv8R9wsEyL
sfoUmYG6TRxb6NZGJTV1uZC8qPviWNbVfgqGyG2vQevC3wNUtMUWzEEX5UVcB1dy8Xs0VPpuizUk
U38/fQChuvfaNsr1Mskx3YynTkvQOJaTmS10i5Et1l6J5w+Jp97t1IcaHE5zF45JL69FzJawgSY0
BaKso9xTSwxBUvRrOnuQvj0zX3u4FbN4c5BlFDaatTL1bdBUVUpUH18o2Z3TSv9drJmtYFt6eNx3
C1LS/tRLk6m+meIMHKMdbLCQD9HVFM7qu1hC/fz233klkcNsWVtRwAXNBJxAsh8gC1DtE53SHR0g
v8+pqXdzz2Vzvq/odr4KtiIeanAwkSA8kMInU2qQYwqOE+3CJTVd3/QPMx/lbVPUfpvitMjWG3TT
oRz+9uu+si7YOjlRC3N2OyT52gV6S2PIbr74kCQ8D2PpRAuHns1KKE4tM4n0V6wKcCc/jMEUZV7X
bRe241fmjy2XC+vI6w01JDdruJwUmeVHivZMtzXf1sq1KyRoWvhhDtbJeABnXt90o6qcjkHM1sqt
AynV2Ed4+tKalLRh9Y54jkJ7ZmvlyAzlUMw6koOlQq5Jk4QfuUku9ducF8YXIsvGpC016iUKbO28
GxKJ3E3XDN86o9omRWvM3B8iP56cvK0wg6w1YgI5ZZolCfLR9Jj6sAKXz3whu+MUsjb2uNRFvRUs
zLkAV+wYCQonukG30yUM+Wtz1NrbG9lj3T/PojVJ6hNMBYqDgLTC7fVt+Zyc/ZGVE/FRL+Q8E1HM
DvgYbkpaZhPRvEp1yGfCLn4VTB/3wqeHVo5uFXgWW+WAdtrKKUYRPqfY3jOUwIDklJFTGZvZjqKt
17LJwLI2J33TPdaw60tZQfovby+dr3xUWzm3c9FEsveDPFb18gVZ+/pds8lLzlAvn8+ZzUNbOo58
SD8FeTmM0Ktv49R9YWVU/AAdY/RSPXnFnHpT6X/2xbgseQmyqZPGltmGohUJ6V4vawC55IpqBwig
GYrG+tpt2KxYXmkko7XWQR7pvs7Hll6h7c3xnGX7he665LzdhiBv1Lx+jqqaXi0h1Ue3V7fCWPUs
TJjEq7clq/7x+2CX6O4GpMHp8bawztCo2+AAgt0AKf+vup5mtKeG4ZPb061dWMx8GXAC8XO4IbdX
EjkDFA0bJ4A8Z7aijmB7D7B2+PlUQYyZwsZ3gq+koY4rqC2oa3cOolUw+/naBsWBbWIFZSVxk3Qw
W1HHqConqJeCHDKA6nkQMUXdxjXRxOh5BfkjJQsbK9ovfREArbeNNys8k/IpqH2nTA2zSWmM1riF
dis+rDewL0qR9qdpqkVcmJWv7PPUilfmteVQSSxzlQS0MvW9pN3SxYOyKVX1VD8iQxtvbgFmC+xE
NHkliFHYyXayX4OHsd+X43JJM3We6S+cWGx9nanqAP5Rnp/jfL6tdySs2fvYRDuw+oQuZVbMrBuP
PppQwsP471nVKfJsGVuzyGYZus7PK1jl3fvElHd6FsrthGpr2AxjC/dLoNfBUivf9xOcB9p9X90m
l61hmytZghZWAezOZnUcqXiG8Z65MLXO8/+FD2K7itJxBPPZIC6KaFl+TruRn6luL3k1vPb085Xn
j6gbO06mUJZhrmTkpzAM7LMk7i7JqGAfdl72X3r98w//8QMeCusS9NYwF/DjVFADLP1OU3Cf6nZO
obJax+NWwo/l2t8j0Gvp1izbWWPitYfdhLH5NIPHDGktgGP/8NYQnVbRjuQDXZHZynbVyeVYjF1c
pHCiraDyoyau7kzSz1UKTT2jh0SPhZ9NDJ1OGbJ1c5LFI2czjOPGqs64bsI9K7faX/Oprnud1f3U
7zklC5lPSRkm9DivdOYphUHeDAzx3PVXO5EQq+y78dUNWlIXdavaaZizpkY154MqYcR9ohUyAkcx
G3ifNWFM47Ty6jC8nY0AzVaUixGoWI7N/KGCscg3H6c8/WOYYUyNB9NFZOG8elsma+M3P8kSmS2b
5FItqQRfsHpIqsmvUn8P4ihvcP1d0xVil0eoWcFxivXYkrTwG73fsN1ggsKuDu0pn4ouAIms0aYa
T5R5fnFLBs+EmUQRx7yj8FOrD7tv9uKp64azagJL/BamWwMjALgmNap5AhO++YUPx4tjQkIVPAdh
oYt7wtsYexqttyYdPe0FqfT9CPfzYhrbm1kjE5htADn7J+D3yXgdABna4xV9xbOAadnhmBMHTzBj
jPbMg8shy+rSCx5C6kXJBwnrqWsYQip62gFFL2EfSLbiqwkjf3mnwrBGURbZwIreEG+ai6zqSz86
wG6o+6ca1ro7lt5QJ2CMVYG+nxrIfzN/T5bmqHGWeF+uDby/Am3IfjLG8CVt1qLQR9DKlLnS5Rh+
DxoRjzflGgG1Fk6jvN+GQnzFG1bQc5XAhj4O0bZ/rYR+ojiUPjUe+EeHcdgRUcMeqs9dP+8PUrfR
13WfdH0M9whilZnUsk+HtvaAcg5AiUtbGYeHmcXeRzDD41OrcZtAkiMZVTbqcH8IoSUJT0WlkTGZ
aLzSUyu6LjwEiiIrBCJZNaWV2CvUkfc+Hk5xoMQ7mEG33ecIuObkmIxCf4NWUlaHfY9r/b0mQ1Fd
kZV1+9XIAx4+1IVcwqttqIv6qkEdE5N28tfugYclDa4JnK02uCe2ajpsHJWFbKTeVh0i9E57qZy2
qT4C/K/2U6/01l6TmGJKYu6WFTjUOiiSjGN9Rynda/YhbQVDlnKsJzhNbTqpx6yKhiCCEKRdw4OH
m/+9MPPEH9ZurG9GdCU3/+xqCdlVz6Rf30YChiM4DooJhS8V/66RSHwOx5i+DwYityMz+LonPsv5
XRntMb6n2erxqPZoWD4uJgrnR0oxNFmjIOFNw0DN+123h97jzBoDIATI8vF7ODpXMu2BtOpTuQ69
j7cH2eJeaDhmHuiKOL9K+Nyt71qlE/+Aj1nwYzAJ9k/Rd+38uIfIVB+gdOPsKkjUcMeSGblIKCO8
JzRABHEmyq1FVquqhuQQDkHSHH1PLHdwe0Lp15Pg/9/KXjXJ+7Ofr1SpGsjZPLMc0T2xR2r6RDGE
4hBxv/WyqYTK9Hafzd5mS7xtwEwFHnmeFUIcPTrjeTXpg1gczzTH8WoVGPmPhanW6ERgiTvdxtHw
VTTeUVbL/uSXI75LBzDoeuAlnAPqNKb9mbrZryzkx2j2ItgvdlssbwBgLht8Mo6OoBl4je2Oz0GA
6k8RLubdCD/sZ77xWd9WkJUv3+o57OZ3tazq7br1ArpO592BVUEa9Z1CGpgLCEp9U7Qy25heZBbr
Iv7GKZKWR8+X6h+/aNbD7CHzge9/lsboY9cWyWGrtM5ZOMC3XYNPH5v+x1lCkNYzGTOhmt/Ch0Iw
hc0CVP+cfi/A2LsiG3o+O/RjHaplwRWSD0nmy7nK9mZRKW5j9CPSFN6hWyFr3pJ4ft417cA7Wb8p
2JeFKUMw368BHzMQqLpDiaps1ooVx0Hu0SOmjCgxFJHANVuy8rYW3rJms4q993AphTx64gbDuvbo
+k4nPxIgB0FCkELCPp9UsGYlDHGxBajyyNRMDvBt+4IdTNxsqg8zH1TFMi3L5J3ZOl2msLwIDhTV
2gWUOe/TOounMAqKJ7gJhR/jNobD+uINae9juxFriBXdF1UWyWl/GCc9PcK0ab4d6tD/3g5ieiRs
KDJVVSbzI9Y/KCXxB1svOZFg+95t7GGG62gqmZJZFIv4ABJMmGJShjcttFGQ4W8MEOG6/gJ4A3sf
LP0PT1ZI2e4SDg71uj5sEg0AceJNB1GAxTIOBYpTOjk1C1KhtIXkgJDiY1+3H0nbbBkvI517vf46
VuYHVX543NAFmHfgS6Zeo6ebuPYwwwdZ/fJ0QdOmKz/WcfSkdPweRlS3SRLrK7V1743ZEp2axa9+
AoYTmiOdm+RLnUQlskTgyJhlOVI58lM7wWi5HlCvIePYZmY18hciOw4y06iffW/ASPO5vMHhRB1b
oe78nWOzgk3FYwTD2B/FPFyTcHvfSrVlQetH9/Ha5mNkPjaEkWtsFP4di4W5WmioUn/m68O87cuj
apo9rT3NM8TY/K4gGCeB00faVU1x1ce4yfhiZhkOG+JbIff9oUOZ+4Z5mL4VGNGHsejb1C9B/F4W
ted6CH+YMsagrSKlSTulPZFXew8SEAFcMScD2e8DLyFobSqmMoUcT2dlGIQ/gFSan8VMnsHMIhnE
KlPuD+wbtI71aQo8gFZgTH8ScE9NCYvMKd6HoUlZBGo0Ag3Do8NHUSUwHIHlAibdVL1nRb2zFACX
8rEpsaHpeNKpGDqVHDFHjrzs1UFIEd5rX9RP0Tj9D2dftmQ3jiX5K231jmpi4zLWVQ9c7hb7oghJ
LzQpJJEEQJDgBpJ/M98yPzZ+a2pmqjTdVmNpmZZmkRFx416SAM5x9+Pu7vaQsHxpg4OIKncvGIrJ
aTIXiUIto6HuiyBUAWK5WpRIbBHvI0ju02DrNTWuPaMzlrel9/dNTV51zcQJi6eglYyKzU9N2pZ0
T1cZsEy7+jJM5WtZ6SXjiGnPNF3H1CCjECyFai4eKXcZLsdnYedvHBY2WQ/ZoUk9XV0BzmD6hlnO
Nu9i0lTp7JvxFGnstGSLg3uYjUUPnNYCB8Xu33co3fOl7kZk4/AknZpq6LN9m73KNsbGnw10F00e
zGPXZN5EdY6gCZtOsALE3mLl10qscXVcwZgZKHMqLo5yJpPLBkrMiQ3xkm11uaacSpmuKAsyti9f
0UtOAhojGodph2F0A+kLiwektqw3Uo3C5q2e7Z4lS6QyNmBLpCutLjPymNZ7jAs3KUSJYR4gJDSf
r/pNWJIxDAvyS1PS+ui7cshq23yF55JO4XlSwcYwovkazfzVwbssazZEDOGPsGg/9bxkM2z1hTgk
g3Y3sp3vly351Ozm3rXtZUba0SlMmkm9YdY0uUU9KLonC38MHHKxnz4jgtlvWbDydsZq6SEMXfxT
X+lN5bR0OBwk7xNY8saKFi0gteZ22cfkYKeB3hllZZ0imyiMM+5X0aWC2ASdRsJRX7TYa9Jmgs3x
gEtxWyJR63M1rDRzqPyfZRKrlPuA3No9LuomukEB5O4Ib8c6FcvoizqIP8/VeOnMhFALgyJNo/Z7
gOe8KBzZjv3Ytg+wevgyceiWk75N0nHZI5ci9D7OlkCjebGNyIAqjXg05IgqKQguSRU5etpFS6LU
rUF3QXfCWkhp5fargdnMcS1b63I9bFWBmByXEmY3flg0b1C8Xi3R47jSh0aIPpu1uHeg0FJS1SaN
mNOHIXLRGwMpiDgrZI46mGqlphT4LXS6qdksrl3bT8G5bpoxL3GCzlkg9X4aGJ5TmFJyiQm81v40
vBlY1tCqey53BYREogdL+yVpk7xcYSRwHmSkH3e9zkUyr2VuLHzs3NZ0XzrRzre9j2eERekKaQ57
n1u6jIfBKBRBmCI4UIB2nyzrxxN2DVskY28LjfO6IPXaPGua0CeKmgKl4kZsRqIoOTdr135C1jiE
asjOReqp6ZvzLKbhET3acicoxbkY77GdEIJqeSb0gku8NLF4WYbJ/fQTPFud7tiJaW6CtLR9dG5Q
iN/CQJZnzeqC57H1+sg1xYDMjAefQosJm/LeuXRcJU0pvBiHtLF99yOgaGmTfXmVayJzNagemI41
F2g3FaZWbfVmSlh7Yrqvq4NijigJ01Bp9TFWvnsBDdneDn5BdRyN44VFtsMjVtVTmsSUnJOd17lX
K7nwclJnS7uoAEIb68fBu1kV2oJywI4drdABwT6t3ERV5/CmLd+8VF2cYllOX5KtRiCsiGl3B2lK
88mXU/BZ8grXrh6MfeN8pGikyUBQ/IcULCkz76G1Q74k1+p6bE24p5GdwnNQjeGNW6r+q6xA9KPP
Qd2ErjIuygT+XGMLD3oCd73bfrNyOpXjbFNmVTvdrRwOqSnspUg2xdOis3oiO04n1Zbod0IagQMo
0T/xNUH/4sflsm42vgcaQL9dI3FSBF86PMyV9ogVGqrLstJOpoMNhzccOnGfheEIiSV8MqsotbAH
PrZ+6o4rJkPP2OLiF1VH+p0a5hHmQO7KESL8dBA70uhXih2w7H2U6zHBjincag84in2fqWa+J9BN
5ijCk5+YunVdgadyVPd64Jibus4zZd4BMIBIPcKRy5J7PCffMdLpESWfPPbbjOd2U2shwznpUrX1
2OHqaFevCBO82VsEeFZT9z5zgAjpugSBhV+Y6nlBhWZPNOL98mUx0q4H5B8LjLNpinigbs+8b4LH
1bTYiUPmmjnXPpCYU/IT+9onw/bZk2rR6dZ1CcHGViJr0TcVOpOSVK+1bDbAIJxAh7/0FTnEPEz2
dNzleF+zsZ5zHwt0g8BDZJBGFYyJ0wUA0EFsBLnwkKD1b6XbxzxSJUJhJCQHNxszKGMYlz86FCJZ
b0pb1NhZ7vXCNO7PyJGyVtIqOsWi3C4lBgzfFrBLRc3FciOH+g0KpPimrwEYaewJKcbH9A5zOQA5
8LpxeQej7rOIvMYlalh1ajtdHXGOqLtlb6c8ZJvNR1GJgwraELNagajS0pO5mNrB3juQTBmKZP02
hKw/DPg6A/yico843uthOABlCFj7FTDp8hWCw+EYurbK+ejbYsOGmfF+qs7A2NDebcBRAb1AENxv
Vw85OTwpOEHkUR3ql6bsnU4hna/7rA76twVJCilflr1LYd0aHhDTtx+cxo680LHPZxryooVX73mZ
Z5ZO2FEeZDzXKZTDeMJH41UKN0Suc4pNNh9ZSc+lGOQvaEflCYVSctY9Gke84JPQeEvwsR9yVICy
oHPzhr6VHQY9R09hFD9Etq/eyW4/z0KBfzE6l204wjzKlK9IG1Nn+ESZKTUrQlJTBftilH2iyTCG
gWZHBDS+qSeuMhUh+axjHrugh3cpkDt7B/eXNmWRWrJphthx1c2GKfJZf18k7bIR2QA3hE3soIko
D6HCxIebyv5LNSoU1CvSWxpSyXyn9VzA3HF8su0oH3ucwZ8QMwjbL8f9yTEAFbsvT9FQN/dqqFvM
qMO4aTXL6y5okAoozbCHC3NpEGz/3rumsCg+r9WYTvdmDAtq0bFP4BKw++scbZNEs9U8mT4aMkQn
18Va0x9hWIXHyeIRaZg7qZUlKeMowehulgL2qr92mM9+i9FUXEKB9DShtUl7GdgCbMLwQIfoqLRc
syFqv2yOLFfttTtIynhmOtmkZN58YRRf8nLCxwoU345A5ulZJ9vjhpLrOIw1Nl3e3URCfGytn49d
Ez8EkccnqPrHuZH3kUCj6OUC2CgkX6pEBkeRKKCqsAi8X1zYAhgBxJ3qoTqWhGEIJ54xj4MZ1ldv
+T3l1wJKKprBvbktoFL6HJIGJWWsv/IlnjI6Rd8b1S05Q5j4vQi0xyoZx1SN+/zZwEqsiDZMYDWa
ZX7rZOYxgXTcrNVZ1cHVtl5jOIny3dyhPsE9xeGAIPo9aAvAAKi6OoleApaAuDkTgcF/UB3KbY2z
dsDcWQ/X6isuStOuHdi7IoG7BD5ucuQH2hT1wwbNivoyuApI06plMVrx0C8aZamyr3Tt35Mu6lAx
OJUtFTPQBFb2sAxmKKwuv5pAQ1QcimKB0+R9xRDVSBb6NCB25qkU4VzUy4IKrtYqtQYxbXyID6Ra
kxyB9PGpcYamNVVfVNnLQxT6lWcyKcl7iJsAqHqpX2EefJ5xu9OEQAKMRz48UFFiP+i7NhtZ4w5w
J3+OQXuPqmrTvV42izPcxJcZmWmPQaKTzNgAW5JcMAG11p07j8iPv3GJk0UtK7RH3QCjNT+CNiwp
GzOp3XyriJ77NIT7z2dUO19Rs+rLyNV23/OZZCHZthtMO9WP1LkR59+048MBKe6GlHjJ7wGy6ru5
4u+Dj83DxKtovWLFdv3soAfIPLMl3rjm9/B88+kCJUwKpcfydVUN5l8i5XCpJozyeA+wemyV55e2
THAuLxArE0BedfQoK2QMHFf4TWCKepqVAgpeLk+83sfusCo9sh9Vsw8Z6TA1e7HSzyxTJbC9tGSo
ddKwoUl33/rG17eCjCxF99fmuLMDliDOXP31mkJSnyceIWQYRuWWvixBor5vpV2id5Fcy4vUGxnf
d5Zu501F1YIyBQfg16k1C7sAR1+iDCNJ1wUM0eeBIE11x/DyHAnUsl3Q54IuaEevcNxb2M3RkOP8
ElDgSSJvaxoM6qWMImOfOYwi18NaVX35iAjh/jgThR6Zjxqt5twujt81uxwuZQzRNRaCfAyCOZjT
BFRR/bRiFNECqfPtnRNimI8bo9OQj27oqkvQ7FP/YoMZ56zR2zwcRy4CleqVreWXsRR0KACBgl8x
k/sEoQtDR3OtstJVUSStOVQC3VMwMokJR8zlPcDkCRadKTgdf4gigK0/xgm57zdrQ8Y9rzbkHqc1
2eflF9U7DmGskdAf4qYZPo1JUp3m0nTPmnd7dxNHo3qocCphYYSydueJDM3r3FVo/kWyide4bcOX
gfluP1bLtbqomgjWvliNwERd6DxycWEtL9DRrYl4bMOJPqir9fxhCMsO8Pu0dhv8+qCzP0e1UPoO
Z7fTJ9bDxfjcsoae8Hzh9LILlEiqaZcHA7zgo6OTusVYYg9Gy1AMLiChPY4R0bppBB+gX6rTObRM
IeHBKJW3nSztiWO3AEgKrfgJf1a+eHQy/DzD15UfSRh2j0yOsJLp5nLDoPvVuRg7VOl+wAl2elUY
D3se1patedXjDoHjH4Yfk5wDkqPtZuQRsevRqdU0AkbUCfkyiMqqX9528D9B6YgcnZInyZiWuPQm
KyPPEVy7goNwqq08KrW+/NzMna3vNDKARZ4MjcMyqclgbyzR6pI4p28NfCCDAikq/ZwiBawMH6Nw
XDITTD2/74kYpnyrbdJnPal/cJAeOuO0VH2BVPb6OZEhx7S009sJjSyj6SwZAJ95SOChb3C4peBq
9K+KMrAiddL7HLj27vPS6/XXvA3RC4Yg2XZQIOMuktaG/Gop8OOiTsYBQ9KNao4RBrEvGl2uuwqZ
4rfAgmu83Zpp81nPVzp9dFsTsiqNlfLDPZn3jpzDPQz4k5a7rAtv4ZZ3aNueXbBXR8ulr+BBlybU
Dzbb4FUpszXk0SNuhtTgWgKHQsTEmMSFiUY85K2Sz8idGTQ2upoCYaC7ALzGpu40h26xmUYtBmGS
82WjbiZRhsGPAJhyeOi2uYqvvpswWf2QID30DcgTx58IAQKU1xMz5tGaHRThirPnGNpw2q6foz7I
3Uaw+RMB9k41aG6zEGnmb5CUbu/wiW/v4sXHh7ndl08QJADAHnF432yRHLsMY3yNT4ktLaJ+xMK+
W5SMzz24std+mdvkbJp+QXtPgyh4HuQw3pFN9m2ONVv/xD3YP3sVy+gkQ0Lg9GhXmzGixcO8qu3J
rODZ6xbdZUpahVaCtZw3Z6JLYE3A9usWFSoAm7ylKnpL6Dg/oPjnj6CFSp3WjZoVvECXxL3zfm3i
bEh2W2YhINxrsVEt409K14UcOG0Qc5pMLHmq1bwfI3QGCN6uMa/UGq/vw0SCQKC7OwRebhy75hoD
2q8p7bNASUPOE41oA9rWjUwDYuk1ebfhwnDvOtihIpt3jstbsMnt/LgNNAJqv89h8NHIrvmKeGV2
O5VLRLIE5hfiprdshbofuLXKVkBIoBRVzN7Qx41DsRklXycSjucNHfB2jEKVvPHOo62Fd1J/3qq9
bX8q2HLC9tkOV7IXrMApWIMdPda2axTCsaxeG8eHtKQkqIs9vNog9wuY+XTx5fgCe639W4L/lule
yZmnHHPdPzZdB/Y4TXhqiwVl6nMPFAK9mm6GdCMac96bXB29VNjDsAVsMSCxHvu0KmB1bYLMqM3x
FKLBrjnZRW4v3lfJ91ZplO+W+ekFdWj9QkuDC1HOq8VAIojYjxaqkSbVOA5G8PFBnBRwAUR3JwUo
F1OV3bn0mOlPhdm6R3T0+80g9+jGGw6vOsSfaMly43i5Z11v6E/MQsnqwHxfayQ2bAbBfhCS/6hb
O32wrmfuSq/b+bwDTf3pbKnKgraApA8jRQcLpLnF2duNOsBRK1b6bKwDcE2jfuhz8OmdzmwSYrto
OcHRtIOxL4FUN8mSVqRM3gHMVdVNpbF/AI7qSHWCns5B99l4isbeVebXHCr3XXc7jgCwgeuPxYGy
zGTQ+yfWbD6+xeEJNoNOLdhA3lCOOnbyZ0JaeTf4rp4vw0CVyGrSImJnnDZwR1SF6lMPho7hiYby
8YgJFroXXWDGHxLI5wdpI97eJPB/LvNtrIEbk8ZiDwfAWtXHgMOYOEsMSO0Ma5aKvLKgw1BG7s2n
1oj222SXPrjsbanjQ2ni7geY+iVK9zkxGdcx+3FtP5IMEvx2yfqu9A/BNJU6GyUmQzMQ6djrg3J6
C1voLw7OxHN7LGeCY1nIsocn8h4CBCYgu1FtRZglzavAt7oYYATHi9UCACtQnbdfVtDMKXYXAVZ7
bPtDLLXHTqtWe49NmNwEnoDRjZf1O3DjpMuomHcAk0HZvyB2FE+MGwOCS+qXMDgOdMQ8tZckqgDG
mTF+bWA9IM/YZLlMaUgmqLFpoz5Ffg7eBkJm8xE5KDkwkLDvI2ALXdp8X0cMf89tH9/tY7X4nLpy
upd1snzfgR3s2dbYjR66waNDtKuZQBB7Cf/zHWE+GWbIKLld52BF+wsc6TDZebvxA371AdgVYHuM
ran4ZJXp7K3G29+wKyqsiDrqe7AZpofYw1k8GejL1xWRE54gvXJBnWnRZ8Om6KeKCZowN4q1Tcma
UHmwcWJ/zKUEHBDA40bkYm+XV5DHnh+CWi/L4eqtU+Vkj2YoZLjt32BlXO3HEiOrH9US2DnVYTKw
YplQvGUwqrTmydBmBC+hGyB/RAGUwGOtLTAZ4yDuxa24GzVtbnvRQuYe6LDc0pFizOw87v04gR5x
qNv3xXNXxLU1b1gfQfC6xBvrcJ3iIc5XtN8sk4x1EJSgzXiP7U6T0+QDmEg1MSqatMRY3vC8bruY
UI1q3/+ifbslB/yJ4TM2NyRj18qAs3KtE5BlRJWPCrjSd20Kl4AmgoJHKnGgYKDnDPhF9zFyz9Zi
xJOwpMBykY4ReDBZhaimsMtrEuKyTtFuULRH+/ZR0YrLO+PQtKH97Kf9Ck2F63wfAXa/SSxYsGzl
TE+FqUB4HIOt7B88ZrM/xWV99QKZJvFFoz0dDyNUIUvuTC+7fEYXErzDqW4an2i3+eimdl5gLBkg
rZAHMlUbem/rRPsJ9LjF/+nDuP1BoroL7sECxP6wEcyhdqhIMT+VAhfAwcRDbuP3RqOMgOIExqgX
s+F0yRHSJtDox9B7ZGGFg+a+BRFOwIc0ZMokZIDV3aYINk5uiHsRxoovHVvnrxCC+lOiuzrCx9s7
aAkYa5ezp60w2ba10ZWY22L2Uat24TjhJ1R0O6o9XKEjbzQd9nQK9rgt7K5ZnOOcvPIRxj0iF9O9
NrYG5U04c/cDafCmw66pa2DCy/zmSAW/QrcOb1vIeJMjzmTYz3HV9p/XKhJdVgVrvWe44dhKEcQe
rijRW+YzWJlAVBYsc4VyzwshniIaBf1DI228nDbs4ElBpqajGU6A/i62Ko7TEKOdP4DF+DKLUJID
AFCDG69ZQWLM2bz20+1sVfOg9kiS1A8Mza/Hdptji7L7Dc59PM8SzeKUqhCAMeR8ybOHOl1ncx8F
TdYYTDqk3boDvuo4atVLYlUAYHpbWndh44x2EK0ntt1471eTAkOCXWHX49FuKRGYTzSjuRPLZrZj
Bb9U+3lS4PLOYA9xqETQI20pkFhqizgul+CatLGYfBeG0vsF1wL23CVTSRrEblo+zTM8B2zaJPCq
wrGhwvoRUSIVtHjVNL3CaYo+9THXjzqu/TdcKpTFEmMD8zmet1qjUujDbxARcsgUQjltmIse+7AA
F5ogRmzj5U8zhFuQ+bWuZQbQIPpKk2oDPartimWnyX47isXdblKBPgnnpSk6ptnXgZntJYhaZd/o
ANruNCYlXhIYYzScfIAI8V/xrAwGjUvctmIMZhveVIGl60PcBMOvWQ7bR6y7pYTC6dqnE+wF1WHu
GFshtwu0yaeIs7wM2soWBGYzv2IqwHuHo+hJioM2+ALp4I732KoQ8eVzOVcZQhTFaVMl8rnCSB9j
Ln/Z1SNJZglJ0COOmeDQ4yP8SFIOmweea2g9+sdyGmN1x7C8w8IkrHpHJk3nXuO5BIJuEcoocx0I
foMKzAXPkMqgyk3LTda/fNl391XEEpHvQ4Vzzu7mPVgE77J6W1tS2KHeXiJoBxZ8iArdSVV1qi0E
ojCrnPFdRlkfNjt2BMfrDnF90g6ptyEgT4pzqk4p+FEJSDrsyvM0Ef0lAGm5pvPoNAV85WdYxEzK
rcVQByB1PFbjTRMEyVqoKeZ3Ye3M+9AzFPXBCJqeBVG5Q/C3gRXyO2dBJtGyvJRq3PhZkbEuwe64
sjxB6LKjaosoAw1dgZP8wHxFBxw5weOciWGX/KK766dAm2+e25WETy7RwBwlx/0JSpV3ijVg2Mcl
PvcKojG4Pk0OlwHoaoFA9dHjDOfRAJRr5fqkyazvUHJN/rDAqTvGm0zoBy9l89oPXQn8YiUDgL1g
JAecO409mEQYCBZ6DBAV4Knj93qpBtD0UeRQisHn04EQleYr6YP5zfRXSAmy79aebL3bGmEoPaBJ
NcbNcEjoMgyHeiZRk3NwCRV0K9zg4JvC4RXzB9CW1mocrtcdbf6riWv3ss0Is38qJceyjkOEZ6VK
YOourSEnsXmYuOYn6rYJ2Wvc4fJPska5Hoc1Wm0ghmwrsEcA1a9jrYAIj0R8ReUqQGOVjYTtXWzo
W4myqwF8SCcOhLVn5rBP0XpvEbiusnFh4zcPPeR7OXPaAt/gUy4QNCkytzgkRHSs1FOuG4saZVu7
GeQXWkjsRJ7yTxGZABpXup/vrhHZ6oheqRoR9w2++QBmbu8utR3mNQfHI0A+ml4EJ4raUeVyI1cX
+N24X/VcR89LiGYUUoQYLuit3fGyhA+4+DszdZLJUokzQTqAu0n0FmZJhZmpYnIdUDiPges2H+OK
/STarC/7WI/QMw202/MZ6tOfRixtl7lQIvWQyxoA2ryvJQJqEzKPEMHuI6AUapqHGkLi66UPzYcm
evxa9hEWUrBIiK9giXIDkZs1xRiH669mHMYFlVcPQ5ZxK7s7XRrOMjI7QvMEYUrLgbOoc0W1kA6F
GoqW8ACAax0PzZIYiyZ/j/qjD1a3gl7lQ4Jx/c5G92U8ls1t3UzYlZht5QraUPQVOGrdaoSW+v25
gw1Scz/HtmcgkgRbD4FWyYQT+lpqt3KuRDbB4KN7a6EeXf/FuOx/pSn/zbygnCXFJ0quwxD9igob
mvXvIrbjzz82KfDbrMVG9nVdA7AUE93bqx3TctuuHf8Xk1d/c+j5zwTrv805YmIegZpbExzDEgXr
mVRYpccpgRQgRbRZ7fKWC9SlaIG372im+w/qjBjypkUo6aFGi9UWON9tdF4lCf/YsNnfxPX/IKIH
i9h0EVS32EQgi25qs+VU/aucjv9iduV3Q1IU/0zHEoiJs6L9rFrvvq+AzPdUTK6HHw51gJv+0K37
3Z60ql2kbcL3I/VrdbMRg3UnBvbyx179tzFJGnAPi79hP7INQ5iSL8E5CLom/2Ovfr18/3APEtsE
FUNy9XFTfVAEE7UHBIDRPzbU87vLqRmSLogN3ntHkxaWj6GIGFJ4VP0vRvz/izX5u8spuUYsDpHf
jiDsvwdmSWdnn/7YhfltuaPP4B3yUPcjluIXlSQFkqS7P/jA/LbWezfPkMZeCUAdGuRyMlrgY3R/
zInjd3/TFaoK2QdqPyL9T910lRsObhd/LKIm+j0FW++9aVBgbEc3Ds2PsB/Mw8C7+u/hCP/+sf63
6mf3+L+2pPGv/4GvP7p+Gxrodn778q93zceAqZRf039cf+3//Ng//9JfX7sW//7+I//0G3jhv//h
/Nv07Z++AMENiPxp/jlszz/H2Ux/e3W8xetP/v9+899+/u1VXrf+51/+9IEaYLq+GnYv+6e/f+v8
4y9/uj6d//6PL//3791/a/FrIGX+x3//f37+57dx+sufEvZnykQokkDAP4TKax6F/3n9Thz/OZJx
wEKwpYGAEw8mnSzmD+q//InFf+aMIb+DBQFNUEDhl8Zu/tu3wj+HmGzBP2EM4C/A6/3v9/VPd+b/
3ql/s3P72DV2GvE5/tPI55jz3w0Qq9KWoFoku0Lk/tJJYDENT8B4N8S1J+SJDhfmgugHFKpA56Cc
jzUwM2Ropg1v6fSpAd73RgL5XgsgnejP+glH0LSO+hAhjhRKChnVTxOGoQzmw6Plqm4i9CkGaNfn
dWCSLyvSbr56zEc8xyTB7pIKQZMgoxzp7FDa9/HL7oHjQTcCnOy2HZS8jMtaPVd9RHtUJZjbSIGA
hxhxCqY4raBFjHLI5PuLXFj15mJWboD+IU9CZViXAuJULCcq+u05HOTWPEJ42KDs4c6AJB6ipC9g
4qBsNoYQ0OezGfUASWNsXzWIgCeMIOyPwnb+wiFOBnNlBmjOnUn5Htq7GkKPr0tYbRcpRHLLPGtO
QBZ8ZnpPIDcdkTdAm7D7Xs6jPSDZY8kcIoqOmtbdHaKc1hs0EXUBUAJeMAACqkjWdy5qgabTCeNw
UJnv81G6lZ2gj0pnOAXkiCB/G0RYpS4GGaAhSDxtUmK42YRN+MU0pDvpqhK3a7RiTsOhVp8i+eKc
R8RAWc2ZmIMd6aPbkA1xApW0kHc25OtHeWUYDNu2e6GhV4vMtIGHJeK1jyMI06VDMwDFwnLkIUny
Nl7c+2QCeXFQL0C86KfofIWgh7RHDXoGoLNiE1joA3xQ2acAtMwh2mfweJ3en3aeoCcMAYIWgqDg
w6iXGp97lPrQEC0wL3Vj0o1QQtTYE4lGyhBmXPD8BO7GqenUkqrKCKIu0GDFU94tWtzUgPffIwBM
+SKCd6iJl5uNanHnMe7zXi6zzYMdpvjw1oUdwtA7SAShmsmWGrlXAhcAVXUNP4Y2fFddE6aJr8Up
CoFD4KFMIgFRa7TUKfpmD0AKKlfgxxL1EHyT4tJDy4UPgyK9Ez+m2qL/89WGms13DcD4+Bq2ItDt
9BDX3EFjTm44NCQGgPY8QH+7De2YN84H7ITMB0ipKwVqByRM+Qwy3faHXdIS77cEwwuwwvGHeVvB
LkMdC8JiMizCUKBUwKDgFuUxGdjSuwqu+m+AgiKoAky79Ke5quitGWTw2iQhwSFpY1+EE+ihFEif
oM8DJI/RkmKIgE0H4hSdMoJei+A3XXUJtQ6hm65ld/HAfQ+2iq9iMirIE6ugF2AMxoUB/9uy8y64
A08wvVeJ6u8aNsYEH7KbXSYpwj5g5zQdObx02hPkf7agXqg7MvsaUhNvb8wSiCTvwDeAhsEtgpEu
IhkOMFv8n9Sdx5LkyJJlvwglMAO1LeBwGuHhwTLIBhIkE5xzfH0fr1ciXVXzukuezGZmVzQj3AEY
VK/ee9RFIVjinilErD3rwihv0eHaHmOd/mBaleRQaljPE5cmvZhRqulgW6N1MMJa/HIWFd6zerVo
N0vdyydCmj1JRQwlYhOLxXWCkOwYWlMYtnfA/wSZFcx9FnPnWmbs4RzmLwpwFuu5aFZe12v5JU5J
NQ4E50cvTSbyLnPXOQPOKqu6WyUr5CubcBjy29U+F0fkE6ahOtR2YVvekE5wYes0d3TGQOk8cQ5H
4r13r8nPRk3lkVjwetQNFxtIn8w8qSkexgs313IjG6fBB1GtdbrJbPQFD4eG2jS8XRjVkybfd2MS
nwxmvZeeSdltaDd4hvKyMoQXDqO8WcZMF1hXszQoa9eddqornEOoscPU68CQnq1QODc606LCzwth
HzpcDpsisqoA4xvdpYTqck/nzNheYYU5CG1Eg0hLNzm5UE1vCldrXxp2gy08j3gWvCRcHqpOPrP8
Inm0VTG/1a7dAIaZItKXlib3YzhP/2rN/qOa5N9XG38pT3Y/q+srvfv/oSShmfhfSpJ2KH8mfylh
+O//VZIQaf3NsBRRCB7Da0VC4fGvkkQI8zedosS2baWk+HNJYv2mm7zfyR8p4ThUNHShf5Qk/D86
YF0FqJfZ/7XM+U9Kkr+1uXThhs7taRiGiZnZIFnx17YG+rkem2IqDmsy254RPWtttgQULHCu1PJj
Ml288elNNh5qnRUhDpIsEdn6vKj0Hzj9f+0///hNKLUkoQDkgb9v9Bi6OMMgmBSHOpsOnLshoTcz
ebNU/Y+rTq8tyX/39v/6UXyH0jClY1IOckn+3Ms1XWrocTEUh14POb3YED7LGzBjxt5oY7GtQzya
JJHysyai1l+TaqHtyNPtKik0xND9087ev8IWfv99oHsrris1JjXq37AjjtKqhSkY7tRqUkFkqVem
oEnQ1uYhtjGUY1GON71uP//pJv2jPv1zPXr9mH/7Gv7yY69YnT+1tJqdGWJplvwwIY9hVGP6L7LO
8IXr/kNv+G+u7Z9/kvM3KMwgljjPWpEf4nj6ZIADnnCkB12d7zz5x0/1O/bzvz8XdzEvPVe3f/8y
ubx/R+KGrWr1jrnEQctDkhlO5mwmM8w3hB28urV+UGztCiV+teGBEGsQZcc6NmXAprBXydx8V6Dn
WozA3VoEAy4I/GKomLu8TxYc1iXhVuY1nknouo4agkVLtSH6Uz0IS4rLwCIUD3n1k+b9rsGB4FWp
eA25+FzBihNc7ON4fM4Q97ed3T2nmpv4TGLmAAD7uBGWO3kqCd84IMZ7woGepXB0pRhXNrN0z5Qx
MpiMsPrR9qTZvWEs32SnnZchrY6LET/pWPi2Vjq+aCNxjSVxAuLxjwJLF2mQKL7FyXirZnNH3mjw
QtpR3i4Toa7siNy6hSDj7tE1cKTPuN/biAcRH/+zncfXN18xBRXhuEf2cp6wl2V3ODOC1ujdLQ1C
5w1x45ktkxySBtsu6X9ShH43Yl4oLFmQQdiW52v1By1+c1eHVOWwrSaddz3+s9aYAzepn3EEvIoS
cqJtCi/Sd1X3ZcsJu7aWhHtK3uowVHWNc6Cr93On9t01gmMmr+PS3+Eh/pmBssdAaVc7l2qNnbAL
Uwr2v9PbUdgMw74uE5eXuvEciXnHjfKphbHmdQ1hiCF/dysCL1FDzdM3u7VbKbkHHI8FVaDX2uRs
EE1f9T7Ud2PH8wLHG3tSRx7adM3Hljkniczm3EX4Ml1EymDMetISXYi5b8VcY/IfVPYPR3BfqGUo
Aj0p3B/9gHleLum7rHTMHdRozHuxBamaMwfmxYYvnQzGyFBUMbI6zq5lk6F3f2jyKq3a6iVLp2dr
FTM9Gk3jUlj5JjU6vxxZsaAoA2pn3q8GJgubbicFYtjoc1A2h9RpvuY0WJTrDRlmLaGTmaKWc9jk
2MexsdHi/gjHRnh44E+MESNMdYDIyaXiBb+fY2zCQ+fcFZ1779IZ4ODRmLH2kqemCNY+eViZ3yxz
Mm30Od/jPvlhg+PC8XzkdCZRyZysGYI5ZcbfnjrxKFV5iObvKJY3uZx9Rp47vPL1AFBNgz1efurm
urHG9uCG7a0El77k7wT8MNj33qhr+0g8Rhzo1WQGxIA9jLT443Rvdl5ncT0BqkA24REcnL/kQ4CD
150lNtn6ZeZ4dXWmsjx+UXVh4EOISbfsI4jnncFgQrt1LTIrzK/N7Dzk5U1NYMmOz9Gwi9yHCD6F
0a6Bvm70nl51fqfwHHo+XTbcDM1dVo+YQ2YQK++Wu3yY8Uc9fGtL5w+EI7QU0/N3r+lBLi6ReF4B
bxTzZsZjqcsLexf5y9lXGjQHklzRd1rSRca/5tXB8Lqt+29mzhvSNmuhnXo5bt36OBcPJRujQyWC
afRGIrjMw328Dabdn8vWCgzN2cxtSk5a4mpvt9KwA029xsN7Pm9IDNCR4CfOXD954etV3fwwm1fE
GpL7dK4BvIe5GTC99WIMPBX8iTg/rMujRsBG6icTC12YEWRszGOiKzYD1MfUYMVKxC08FtsKz+hQ
xaSov6xiDRbD4TbaQSLZkLPcukV8J8fRp64N7Elt+nYIrt9lAdo+mewtWAlfMvsqCpaKmXj5eExV
U2Kx2xqFfLAaAi/RY+1UeNzcjV1fxydyMxvxtmnGbb2MfpdHXhm+FvinhjVYFUBDyBCYEY8LFlmR
SCKTts/Y7OTKj6Q9DQlx20TzBqXf9LHYNzqBsRADY2neyjh/axECMIkGln6zFO3O0ldPs1ui8Imv
0UmUhPbAiHWttgcj4TfaBUcdG90erqOESc+gvMhArsPWnBq8+h/s0bJJlHCm3JbkPGzzLpXvguFc
UQj+lFtZZQ9pEp8V68zLu6hkEUD0ZVXuVtntBq4IEBviawQNLD3ZYAf0nfAMS3UnC90ieG0Z104/
RBTh126sXO0ocLlgqaU2Rpvv4W4dJsiU20ok72V7Tb5i4cUaaHTbOu9wQkfuqx5Ftl/0YiHgsGxx
E9Hz47cfODTWRYjtXFzHStGvhtzeFMXrEZ7H42xG6hReB4xVnhWwc5AnRjaZuL8MOV5aga3b3mlm
5G4SrT1VusaiY5ZgspxkM2r5z3DlAEpb0pHWdGKq/V2NrdjjEb3HtX0D1etGQJsJej3a/e+lEjbv
vxRL16ICc7KpDNsh+6nE3wGSiegsYrdK2/eNtpnYHQQlZY8Br3y8oquCLF5P2dCnG8anzKWpUCyT
1Leun5Q9NTthJsVpmZup8np4A4BSBihHhzHvtqLDApRgw1Hpx0JfjBuEEPJ3uDamvXE5fYj5/ChG
x3hqNPuFgWkcKJ5bUX/XuYtlOKUuwAKWPs095htWGs3nELwAVkl5a6YHtWjJL3xOzsUe1uKDb8dp
3tb6rtXGIOkrv8LX4BUkFmHHYKsn2H2Dl0kk0UtkqNaP6Oljddaw4I9Cv5lMp/VS0QT1ql7WMgPr
EfE6Rf/BdfqDAalfjcPBdvrwsyKXvmBQexRi7k+gnZuLW/Bj+kXYl7hp09uF6bSvjy5nCOubABi0
y2e8pNVLslRbaC+3fdefpeFk973tatBqitfJCsn9T+R+mPagi2DKqlZ13acwexHxTX0asRmt1ad0
STjBmLqETv08GbEZWEsLCyVF7CCSnLBVFaGUE14ud1JhqiInRlR+itvAInKEt0OFJ6ctG89y2f7i
1Spb/aJqeO+Oub4FRfueMi8nzwh5EpVQs3xtmniVyO5YDvpyX/XipZLkmYZWP7a4SG61duV+daOz
g40DFUl9O5Ci0LMK4kENLFISFzbRTsqSokyqnZoW90jhZV7hDUSuWy1CCuBE5gjhbFKNPFTVSH7R
aO+6fKw3TUlSFQtsquoz5+DNvFrPyyqOpW4CnUiyYCmKd8PB5Bj3rwCRTL9bF/zjC0Zko+exzqRs
WPfbDBtB0XoLQyEHdoPUw1iifQ+lhTyjZsEVmDEzcCVX7T5X0/DVY615LA31YhYsKiJ9QKFtvkaK
wBuJxAsreW5mCyJVmY8fRJphu3R1epqrufWdMbxbcTOZBWUISWVPZoCoBxKNxIrHa2ScSkQyd9V6
9pp0zsuct1QYxvjqpnlTvuPdsBesHVUDMHrJ1JFxs3DIvEnoTq4GC2E0sVEFMYhLaijVqO4eNghc
BDq8r6wjnelJp5h+5hL/ylDGj2stNG6FRoLr4Y7RrY9UP6bZTjTxF2vYEhU4afQ09EP9Uergnub6
Dh+j18PaQPnKon0K/8prYHXxqQbzYHXv5cT54C+DsZC066tzK4b5xZnFsYdjdMnEQpi3EeumXuHb
DFiLtPyUNUFVVhGuquVQ4487luHNsLj7OadV0MxboVmvJiYg/EuJhU/cRBuV49RsXPNd9ml7S4NE
1TQsgYb+HORm7+fNrdmWpX99oa0KGB5VQbe6G8ljxIN96FCzw+rYqfr2OiKoeF/mpAoUXiSefWX9
EukW0BN+ptH8NIadRojWx5k/is8KNIWYIRsVo4fDXM5VUM7CsxqoUxNuUfFCvjIBJzJW9WOFDynL
44NKLs26YPgxTt3aXGRb3CJ/TfVLM57sZfEzqghTfrjTRce3n7vjVsH8Jrb7kaEiFpjJreFrmEqC
+Vm/WxvtqeGBLYfuJnLxvUvCrpH8TNbyiKM68SBtRNc3I2lyu7b3XSO8Jjb8dO4LIgBq3VeJ3gRd
Zm51VXguY16VZER46JHy12H6WXQno2e5RNLmftT0nsbJNerDKYJNkJV20NgTuiTkt5a1qteaijJ6
w9jJq7VDQxgVVkfKQrKiOPVJvjfNH4VwNmFibk0SflcJUGuuht88DexrEnldd/ny5HBEDOkdXuAT
sr9HQjWPk0/D/TnMN2mZLgBNzHxXj0lNujw9t/Mte7UftblxAkA6uQ8r4EIWe7PWq3s7d7xQGWMj
shY/iaoaV5Pr5KGon9tSnMw29n9/b/5HSuD/zXTyL3rh//gH/T84w7x6NP5nwdD/KD6r5ePPiuH1
f/hDMdSd31CobQvADCekfd0Q8YdiqMvfmB4iCxrG1XN4HW/+McRES7Rdm39nwhoxIP0hQP6hGAr9
N1NXOovRLMoW23Gc/0Qx/H3J4n+rK+S8CSYAWVOGQdyHtUV/E88k9ydm1bHfZ20aHULHLlMv7jrf
KVbr1NTjdCknKzo4IBb2PYGqkwND4h7knfs4hymN/DDlF3yDkmLZ6r60Jtf2jUMhCrApmrwkBxjQ
qNa6H6npNtFMJJvw8nZozfwfPD6S7+TPAtj1ozCa0g3lSt7i6u9A3mFkYXvSxN2+UWPybbQdqXpR
VQdjAosBwQjzdrJkJCwW62TwqV/J8dmY8W3n3jLWZDcvujgjurBvrjD2Jpz6fS27+o0JhQgS1vMR
XE6S/e9nLibN9m3q9OnLna1kV2EjPaDpz/f6UCX/4BP6u6r7+wdDbOIycQsZ0roWs39S9oa2aljX
hDe2ddKCcPhcfOjsDgtqcBf7ZV7I20i93RElTWjn2IqajjYqWCTso21PyW5Io6H+B+PM//llWyaz
b2QbwzKvI6m//k65DjKWUHzHeI+f0CqVbqKw7m4nNcntapMrxjsY/0Pd/m9+qGXZrmLtGXe/+LsU
2Mth6B2tZnbJhX5L+lrLvWSlIvUF3P9LtpTDnsgyLJo/Pc7/Rlr9dz+XDKBtITILl7jwXz8sqHwr
Kld+bsMY0CNXyPxOq57TueXu0KvuHXrgP2ismOiYCvzpfka8twTdhcIczApHl/nCX3+qXecmIZp8
2jvlfKyYJ7cg0iL9CA2y/6Y5Mb6cNhRvE7ANEiist2anR/3UtmZ8g4WXdqPoCZ4YTAaH3TR09rPm
EjaqEhKp3pomqt3V2L/p79hr7z4Trkp9IuTzY+KSq+d1/NXZ8cwglGkwhTRQiNVu90xwQ5JXQOhe
WNpDmGtsDnOLXT1J4/IpNN01MEBEvOeLU+0yO3I+yHYAN6SwyQoz6jyjw2DQO2WHuFiM1o1kdPak
903MiVG7FpKY43aetpKT6TR8wnGxXv/eiCpgV5W7JBv24AxoYda8qzjPmJRZ+QdPnQkaTkGZa9ux
P7BHdtH2+TJO75rMOmvj6mZLd1w4zQPQ1PJDgDJkc2wbziZINTRLryrn5E6NqGk4V/s7xS6JJ602
DLLlJZQKNaHwpkwvFqJiXljMMiDr4xxxjOcnHabl4hfMQmY/gUbwXTmNvsVK3u67GJRPUMurcSBs
XzK9fTUbG2N0hAZXemFSF/eNu8B5Q1t6ypnznqrWqAgPGVCn3Y4n14hbmzpIxvfjEE8djcvigC3h
W+gElB6os8RQWaLys2PF/K2Ja3tH1sTwVzoXzyk6AvNm2d91SRn2XgFohRq8SvvMX60qhMkhrGMU
p+E3XYv5xIJC66QKInrdPC/AS1oNw4id3aSOGU1BH6GODrHInqroGuZUnT36MnQVSf/SeBd9Imkr
EVycRAbKipxgbbULya1+3xPOvU3maEfi3rqUFlPPEhvzUZpwcdgZe8Sp8Llk9g3m4G/G6/FWRfmd
wXqQ3Zo6WTBqHRFjOLMPMG2KbWT1X121mnxqx90McnrE5NtE2xqx1uEV0DIuz8onlIDokQVc4A2M
roGE5o635VBDmK2TWPpq7d0NlzneOoVJhhyo2hAi85kQqbJwuTdTaSLTD/MFJ3cHoWXon0hRO27g
cDHI5BcVmYOo5hlcTXWVp9USHqLB7pFeV5cEVy1RvLI0IgLVmHuLRUiPzqobn3OK/MAwHI2w06a7
1jSQ8tkjsnFqmuEhqped0aaVvVOaSC8lpuStJPx2Z08tLLi4/A5HLcZhHYdBxglxBwFVY1UC4dkx
W0e0LGZ7ba1f5cZl+el0C6G+IXtPFFNvs7z0YX8wu0r3Gaq9NHpz1zXaDwmeYzOrcdiEtPNPgCmb
Y1o2/SPsIJSsuPxqaMr2esELad/mDiVzvaj455hHzd0wOOCcLCOWt4hVCG6s/Kz3xuAk8LQwYrup
65VdclzKsPWGOtvmdXlJoRkdhKsZJAKLdX60WY4bQOXh6elG1gIvq7WVMs1fm1Eli2/zbHZYQEjH
e6S7SuW1hUvwRka9thmNycg3LQ56qEm8mwJOvcovljLeA+iZH+KwpCEdXHJosLowSgw5jlUasTRx
VQL4SR3bgbnhjTDM9QUClO13ZvI5zq1+GS23sPdjZxCXH3rr2E/xiUnskvmicbG0JJEOKSlX51Gk
/X2X5Fhl3DC6KwcmKSx1PM6l9VzKaL4Qgr2RpBG2naktd5PezEfTKT/78dXUQtcfhHnKFuDSnmtW
ya8o0546MtY7agM27qbWGhAdI9TBy3YTNfVdPaHprE1lPZGoDgNzAPooy/XsOhVXwM3jrRxFsRO8
tb7gPhV3tgGAy1XkdccwzEoC1UO+NL7QrTJ94sZ1tiHF395trYgeXjT9OXPXCIBA1Gq7GmfkMTFM
I/JNqrDCEyxyzjZMqXpPV3b6gGV6ftbrsLrRMSntr9A9PxedJ93YOXGu2Z6O+kozWooWrYKBQdYy
FiNaEQdcyuoFvLd9H+KkCIyrlryyy7P3cLm1D2arY1Jj4eAhHnnohzBwWWR/nKqluxGjSRB6Lczz
WoXLrpNsV+zXl2IZnlQ/MgleyiMbu3kLrcVQM8JgzfaGMdzBiJjKpBZIoLRLdN8up57LobX4Y6rp
jXeJtrGbBewaugN2unK51YB0BkYrLzWNddilP5Ihvi96DZey2xbxmV3e0a4Q0toDF/cHABUPaac3
fqj1+XZpeG/BV+heys6B1DNoXKUZ+5nDcGPsAFuH4ivPAEklRtI9uOw9fqBgfUYjtzYadNAdaG/r
Xq4q2woHaMjYty7x64aJTDvWh0rW6iYFQ7LDFzd6jhuiYsc22XU+nGMYyXHO5I+oKA8TgaN0eVMp
MFt02G1tNL+SybU29hpGpSdMBGugqqTQfg1hcp8RdxsaRlamk5ueG7rQ3Q1t+Cywb/l9jhmJfRVX
5B/H0TJ8TnVILk+hSg7d0VQ9dL3c/ZTViN1pbKaDoSX2MbYb68RxO53qQQxBM+wb61dY2Palspvx
qeBtuklZhAR+MwoRAdCE1pLkeSMnxKDOuCeWZ79i+6k2WmrTn8SWDlG3T885XDh4fq43avyjbB4J
zC+wk5Yl0nalK8p9EsOnjzVgbK72WgFDAtMKu2lMT43JO3ykC2eLV8mU1XHvk3xothH0CAKDEqiY
qgRCgxNP7+RgZFDDidushvOcZO1TX/UbWbcfjhypSNb1u57aRziS0b0bYed0pHXbNFUXEOvyw0qg
87lVc1u0LYBdBHa/ETl/QLaiWcG02a+g0dQKn8UcGe0Q6cFgWuMSLMCpfeh52G9DHXpsqFzmYZP9
wxDZG1+uXzmp/SPXjQE11zq12Ouov3LpO82ScrRO/a0ZJh8R1ZVPJtvyo0R/yGzrWRazHoQi7+5s
SwONr88vvQ12CczOXSem3J9au90ldv1rjIAc1qwDxZZ71ML6pOspAjNpPJsiK3d5i8pDh9+tw9+Y
uskrGLv71mSdO9oFIzJnMj1QcsXWmNRbjwAjtNjlO2Ap0kpGN6mXz8WutrHtzFtHp+ac+hd3XG5N
6R6JPps71D3QnXlk7yUomE0CJcvp++xGZQYsQbtS72mnHjvVNa8z66fqynlrtfol7Ur4iG2n7glf
7pgCsyrVEj+gZ9fw4Sy/HRPzudJnCB1jv25XFU88QnF5jXoj3naY3yq5jAc1OPEpD207qNxohnyH
yFcjScFGflqBXK8MM7ixHcfLrxOSqVbfQ8yKu0lvgwohixiSftLwDZP9YaMCIc2D7oLtT3FWbLK8
Zs6O+h8dW5Syvb1kdxXt+GlcZvPeAnwTtn26gwz/qKjoPaJd5kPNxT8MmJB3sl8PdjFdkvDTyZjW
8gRssyoLAZnHDhbQEIqxSxtguSW32Jos91pbj0i9OFNg6xbISo6PSROCtIYAbvQHqZdbXqy3+dxd
gf7GcXAT0qb1l4nS+hSFFERTWqSXDKOaX3fVJZ4rJvAUxV2ZfDR8MZvI5ClsFvU40HAE5dgmexYM
JO+YtXl+23ZTt0Sy/LIV4a5Zfs0qPsH/6+kZIive5Ropar9zyfWO9nhe2e7j1zU7uMd6W071z7K8
iGm9RTJJtsyJ2+OQgiSp4j4FSTXbN5V9M1eZvZs0CjCpjYobUwwgG2Hoz3Pk6WYNDE3TYtgKOG59
KxbRtlL59GECzuW36g2fO1s7xzZzSm0RB3tego56xSunUj1SUUyojfZmECA+StUyE5rqrHorZVfs
ajzYnlwg3HsrXOlDKm24w4y3M2fx4sEgdt7M4gfqgz8Tt5ZTXwRWpyOHGkdnTvJX0RanRE32PrnC
ojtqmBLc4HerhoODt6B8Fi7UyPDTGpaN2ay6z5vX3OgCyFc0g5Eo8Bi0RouhYTEPMJH0QtulRDA5
0eqLsaABK7s+tuvJHrtn6OO7yaYf1MZnLJ8n/CbH0bJ5Rzrxk5ZiEKmLq6OalXc4XHahbsYsOl8n
LzXiKw2iQekFi6Nt4R9ggMHRjQ8KTIOfpi1wsLIp7sbfs+XxeO7Sh3Di2MM0MsYzGwLQvdUeDP9X
pcMxGmE+hcbjpJofJFOg1R1ZapYygiS21z/IFFTi/MEmMp5dicNAztEauOKxy2eqteVUCzAy15iG
YCITUnNakf6DsxMamThmIDiI5ex7VRxoZkl2P2Mbh4BqR5S+7iVMnsesrXmSzYM9tHC7OHmK9qCp
cSfSJx4ytuYUL2D/qkOyGB+RGZ9tk7XOMg/c+t2edbF3jbc6BdE8tgB+zAtQ373k7vzuIEW9jEVp
n8MoPJikvP1+zeC0pvUjEf1Hjj9GxYRNzYMTRi54SWXlvMXdhWajH3qPjQCF9FyZcTAoNKuVycsQ
Z/WvpGD6ni7hraM6Gp9W31qOMz/nXUFQvKo2upPi3pgU9lkXv4cmGwipMqb/Jpp5A7LOudc42tDC
gTL7S4MbgMxzfTMtUfztwoxgjgKHNg776Aaw3yZcWRNQsHaUNQU2do4YSXrjQF8NckntCwS+96vi
6tJx9HtdN6e70tTdO7hi2HUZjVqTJvzwurrVWMtplzpGuOmH527t7H1YSJqVVssQs3PnDXswSyfG
xQXmO4nxNc8NbS9CTT0W82vjmIpYdzw9gQrDKjQINCgIVve1MdbUxXG/1VM7w48NpjJLZ931ncw0
Dtg89dNUaoufDuGdEU8UiUJI5wGQpHUoqu6GgZIJKFNrNyAggD7qGgxvK+4PE1b924Zo0NZw4vcU
KMJjoab0wI6W9b5wr1aj2LLkhxUubsVtBC+P1mtaAqvV5FeCAGHZPZpZn7D+iUF0GBNwJSoyAYWV
dTkdCpbhPOr6YB+ltjBltLOFVwZT886Zov1CZhkvQHdbzEuE5Uq0F2e1F6hDmIVIznBiuHp6jhJT
ndjXkO2FPR+msBE3puVgZnfW+j7RrgQ4HPkJCAcbmJuTzONHrwsLc7tJd2OnFg1yU2aHhv57m3XN
O/YyMEqkJ0+hsUQ3hhXZQWLVw8/F7dSXrEfCucyKqfmYYUO9EaV50wCmJn4Ix8drtYURUCTS59mU
ie1LsVAKyEq4r0AISt6gmZVdUgMIEa1L/SKrVX9aiitKFbhnfjakVlzY4lF8qLLEoEOw1lsNzbwk
sNJhHVHsWYWDRyIrDc0AxFzAuwPH3jER0h7rMptOTqdY/t3intuHIBT0bdVYYbaBUkfhUS30TEMh
D0MYumx+TD6dtnc23I/jOTXki2OwP7ygz/eAJ5g/dZ1gLK63fDwjt7OcaNDG8kDVIcarBjrx3suv
9EMdJk+OsMReowmbRD94tQFx2tf5Ot5loUkFMkIQB1ppE4p6eiT0+2qB2xGspPBjo4RYAz1g8FeR
MeWs6vkFekp0a7BefKsN8imOYYFXzFlfQqM/5uiSAV//jwhqbVAwi3ZCU2HNH4dToYP3z2u6d+p1
6zAsTZgfirFvtg6LCndWPnZ7W6739txBcFRwIta0+zFIpc5UtMt9K1TKDFbLHkb6v+3ocFWulPtd
o2LnNo+WU1a2JmPFqTxc23FS36t5x026BLGdaPOVGBhdVJypM+g9Vts4i49p0/rkKlb+6GTvdODx
7zR2jKWzcLKz1kpjBy0iPRPQx4gnOR/Jy8SN3ERM/ZpxyW7jvu/2RjKUl3bMtQeNuMsL74HmcSpl
CIk0QaReOiOKduMkSXzbelrgz9DS+BvDbucSbiZCXyuV3dG7Zz5NjvlznvTp0WwN9tGYAjyN0ph2
MsL3zaRx95rGigddc8OHaQqdG5FlwHgsy6JRDsnvccqyaAG1b0si6rZYVwFKYaZeK4EhWhveNnmz
A+28HFITtOJqsriRviGj5Emn4j0JqfTHMhJHbY2zH9kY9c+/K/rwRPrnZp20wxSr9qWP4pqRcXcF
7FTD2Zr1Id6wX6faoAlYJ83Uta2+LONbCID3ZJrLuqVfuu3don4b1l6cCeEXiZ+PVujna2G9sAEJ
59GkaZdwBgOrR2P9xm4b95aGmriEaFV/I8hMt+DGsYt5ddGvX62ZocfD/AcRtM7uaSKIfGnYd+Gp
ISmDRtRoP30obpskKk8xET30JrZokIrIb8eYtU56Z5hXw145fRVZGm4FhiTMqlP9li2Rex+ykmif
iVrerHMJip+lTuNZsb8w9ta2QJpdZQhVuV+r/ln1WbHLCVHA10/1CQ8GZgZcdbH6qWm0EBRfOZVn
jPd9MKevBWoZ7NelBJ4wOA9xtDA20ez6QqjFJEutfc7Midm7VRkWe3sW49wsot1GRkW6Ra4Aq2EN
OjAwGeenop7KTZPq1QWDV3Zbw0/g5S6zTxZeMa7vCve+7oQ8TJ0tP0WjR2SchBUsply3s1WKs1Xy
El7UXL9pBX+rpzh8QXEN56V3AX0Vdf/cD0l401XW3ZW6/Pxf1J1Zd9y2lrZ/Ec4CAYIAb6tKpYE2
KduSHeeGK7YTzjPB6df3y/T5+pMQlaoP7vomF0nWLgjExrCH5+VlNX6oKKj44HlRaINoUapPZcoy
IJJ1fSsAbEsPCOQ190BAASES19U5a9GeBcpFi0AwnvrPGtw8YA86iPMcMu0mH2fuVsce1QlfqgHH
7S1Y0Bt6BVG6hXtHud2KjENUbQBHY8pn+XMER88/aDm239s13qsux3wUByJBRaNTLT/FkFR1EOav
2+9o7FI3AGqoP1BPz6ALhCfDbZzWqFwV1eSdAfQRYY2O02d3QYT8lAwAZRDU297rFBpchEH6JHWd
9c7zEB3BuY7rPEeJzcFLcvrfXdb/Udb7f9H/cjGf/Srr/X+oS2ZvpHgn6Z1m9euUN/73f6e8ufsv
iYcW2nApkwgG/k/KW/J/CfSUoXXGdamLbDgyaf9OeQv8JzTWOBQXWSgO/t278v9S3upfjkDrDJLn
aPT9D1p294zZ/092E5iVrpScGfk7MDUqtAT7ySOt5/nM60LeNTNQSi/+/jeyhJesG/0ejhRxv4wk
eYx9LM3ZRRFvn/fl2c76npt8kfwtEC+s4slREVgIxVHqHByZ2G3v7KwbadwEtAhPoGs2amP47kiy
j53u5X+XjWBdv90pfWlijNoC9OQMraSLiMTgP3Ohnj2OOiS7gRvJUZX3Xta5zI0qPNgXINHnwjnZ
mTYQCGDroQ8i525EKH0SMbJlBYSsrhh33pLQ3NeikcyfG8/P5UTcaEXZ9TdcgQCHpGP9O7iS0MAD
deqmbBp+ruqBgSmOelDE8XMLbsT+23vG+cVa6ovEczoh3Qj8ASD+cnG3Teyn3awZTUEgerdDvOCD
iGWOEt+foUOGV6SVccdwYArWXeuJmUcjrYtTtiGvUgI2bWfc8F9J2KrQTsAikJF+tt2GGwf/0860
4byj06N+J64ZaiLxJTcxf2xnxux2hr/xBC++JgBmuKXEELwcUU6G4m5QNJnK/13z9Z86r2M4L/V0
mbhjziIUdNw5c/Ip7ZXlhBu+264NJGZaVeF6hDf1EqNHABhC/9Zuzg33hXoUks0cncXrXProOhTN
8KghwZpYjp69diLBO2BUpz59zNcRsq4ZxM740D6/P3ij5ud/jirHcFECcLuQuGkiP44IU9H5aJGo
gGkDDw1BLFJP5xnP8D89H1m/Kce70gcl7GbNq+UL2p4RwyItE5Z/qeHSEo+wcoHmWBQ7+S1Q9uoO
xRrV/ft/6f6x3ziTzVoePa1g1cu0i8Yy/hJPePch8WR5aFLDpRMGjGU+tioSnQ+oYdf+QD44sBu4
4dOAoIA/1iqgJpmkzy6kvLKliK98/0uzYpzHesscQSrUINeZhziUu0H5Mgfv07f7pNTwasiluCBn
V20kC509gJCQHqE2yJ/spsZwbFDrvBZyX00ErSX08fju/FEsfP3tfev7GN9aMYZj83mZNuWjPQ1w
acAiEg5AhK7Fg0DW9fT+T1yafsO3edxN6a43giILcQNZTwQ/uO2nNTwbJO0YxAzXizSEKG6R99lh
zTU52o3c8FW8SFkH3U4WdZJ9RC/Thy4prrR0vz0pCPK83vBqDzT0jeZNxPIOiFCCFMO3Pm47q/2a
+YavQlOh7PrO2bUT43tF0Pgib96fk7cXDPMNT41d8LLBupFRBq7hTVz4CDhMJVpFMu08v/8TbHfM
fy5KvGheT45HILSAUlMVVVJth9J3hgeIa35BinY8ckCvvdNCkvpr1szHaev+2vKE33aL2J5XFMIh
8tU6t2PS+uSQT7X34CAgjgMR4b00XYpPyTD8oIKCF9o2n1Hidq/AsDg6rTve913F/IclY1/f/0Mu
fGRlrB+3aCEiiLAvqMZ4Iom89M5Zg7CGlXV//0IvripUAq4JaZE6GtmGlGCBJHpNUXhjZ33/m15Y
Bx9maju2sSjT+U+wZcA3YJ/sTBt7zoSCojQhnR9JMn/j3vK4bfUvO9PGXlPWdVWvW+NHmjI0rYBd
jPiI3ZuU+cZmg5onN82hcxclQgZeAJTzldNv98q31ruxTmKtmBphNIKSDQ0F+gdvEgp9VXxf9NzP
TfcHYmriqIjjRu/P0wUvVsb2w0eUdQM1KiMXfIMPiFQXDyjaQ8XCXhLz/k9cWvzmFuQ6k0BFmx81
cCs0h5Uf5VRavbmYMjYhNL+LIgURMPIQNH9CY1P3m4776Ww3cmP7QXoMV3SOM1EV3UPHmt9B673y
pS/Nu+GzoPwiRZtUKkI9Qhai2AekL2R3g1jp6cqh9fdj4o3VpAzPLdIWONONq2gqkN4rVggFtB56
zlIIkD6NtWg+SdWjKa7SkF9PnRbMTBTi38zQaIKsbus8VusIhmcjvRvo29c/7SbVcHpBOXrkWyoi
9BijB95Fs5jXfrOzbXh9kXkAqPEcNwy/uFMU2a42h1qHnXHD62uOkv1YDrhiFD07uw2kCdLJv3L9
uuAk0vDDDcmWdaZgkY2QnAF5g/rf0P4Y22200nBBjkQfYXHGIr1DKBDuRx1Rg75rq4mRhhNCKZrJ
yYm9KCnK8R5ojufShzCanXHDB9Fc4RY9WkkiHk+fvQpaRFkv7JbLzjl8ebRRSKpAcwqxCSADAnSC
nuq8u3t/2H/3EbzhfNJwvmkCyR6YTC/K3blEidic/HCR+P8C7ZkeuXAk4qGn4Y+f3TJG5rHJ5Jdm
kz+RnamewAuEFKC3AJvdrZ1n+ZUMv1OFXhYO2EXEKGtRgMAZSu8m14a7CwyTNFyPJquPau2yApnM
u8Wh+wNtKtdgRJecw/A8B7WGju96Jbr3ZX6ehx5JdYr6/fc/1SXr5qHrg2lClCyjjEjvo1I9mizd
we6AMptboCw6eAle+hFSZF986d2mSXWyGrdJQkL+TEDtDKZxEUYv/8FDp4GdZcOhC7RQQE3ZKSOf
lj9QbXEenMLOnT3DnaHQUw2jXLeIEPqj7oFO7keUV9iN2/BnCIrltIcobgT8BmoCczbczgp9onbW
9/Xz4iI8gCtacq7iKF7aGDV1TXcsV2e1HLvhnlJ7zupk2RY5rfTRuIwikCRX1zIR+5d7YzfamyFf
jh3KyxQsFxQGxS79c6urES17Tf0ZVT0Negggb4e6ic0q9sR2HtvL35pblIsvUqoIAl5J0OyU74WX
g6V1w1t91ZCyFFUR1UARHEg8PoHLeWXT3r/kG7MkjENYJxSp3AEBCp1DoRzSEelZg6lptxUI4xBO
J10UENItIhKXw20F9gzKdOiVabnwgc32zA0pZC9vUWKF3r4crFwQez4KPaOavBlnWh14uxeUei1Y
RVbeYLYoUrHNmsconCUeHoUHzZzxlK4tG4929g1f9lE107ouy6NRE1BDQQBDdbkNQhyHlTBcmTiq
mF0ATqMVfWIHMabrcRqh+vj+0C9koZgwfBmUQFDzGoKgC1TCbzKUBxxRnFLcVgONz1U6jA/ot0G1
Dvigh6b33T/HxsGt7/1fv7SIDVfvY9SixVDIiirUmyld3AFNEtqZNjy76NDJBPnPIgKy66RTlO/E
g91VTBhuXRE0l83OsEVu2QEdBPyx1pXlzu0afp1uZHGdCvqoqIqJDwKi5seZXXG8C9PtGl7N8OkY
GHNxyKj7i5R4vaHazfLJ4RoHMfjIU4uzbInkPA2oykxCb6mUnYe5xlGMDb9GwWyeI/edVv0ByX3x
fVzFbGPeA1nt9TFAmwWa82u1BcMQd8elnNHzId3c5kUD68b24M0oV/Ih1hmAeotXM4goaC5k2uYC
BOvG/kCrUam2EhDi1fV27/Ac5VvZZnXUw7qxPeR+7KAIupABEdOTLBFpTyFlbTnthvtLimoj0G+9
IENb5l50BUxOImabzQVDN3aAsYJCVOdBjw9p/A438bQ4Q2jpSkzkTVeCcWMP6AXJywF5sWAW8juo
6WeQb0a7gZvv65zqNq1FwdH+259X/7mOm7PFpgjUi7EBOIA+e16tWMD9wd87esHurrMr4bkLU2I+
rScOyeTNX1lAco1mrg4a5NKhlnNieGhee3GNnkEWZG28ngZfgkTPtd3HNN/WSkm/SSEPG2yd0x+X
BmXhKJy1ehFi0g0HVbWTbg5ozEHjpuVvFVOoP043mtJbq49q3peJF2d7fpYHMv2AVpzsUFG0adnZ
NnwolQ1wUpA7DZDPA0V2Rk9GWrqWAzd8yAVxC3WWCGfQeVrQmzHIEyqbLPd0aexcy8TmBfEdFhRO
AuRAUj6USny2mhYzgJDMPaRByz0E2mQtmntAGqHTs51tY8r9aXXRIMNZACk391wTivS+nzl2W640
5lzNqDSHVDtCSOPKAGIaQSkfcjvjZgChzjZv06gkCzy8NnmLEszediEaO1eluRRIgbMgWdw7OomP
fFfDsprxHbHz8hGI67tE0NzzglL7T/MYn5fJ0Za2jX1rqlpZoIoZ0mEpf+y97YtYpd3BbwJ7Wg6o
RF77SwCAXJkce+jkocBarKAF2s2LsXHtj3yULbnwIN58HFvxLdflNyvT5uuVlnXiZTEOIsh5o2d+
RDd4SdBWZmfdWCzQuqwgT94sgWDoAQRSGP2Py6Lv7KwbyyVvgV2vG9zkGgK5Cdmq85JLu43FfKkm
EMZWZNAs0MsUOON8t4IWZjds4xbabcJb/XViwYCZORNX+1Gn9ue2nXljsfgQrVmIgzlHkbs4NjHP
n5REU5addWMz7zafo6OyXgIog/KzwpX3BqWYpZ0nmVglsDSqwam6NQAC1gXoGbiqGtqhljNjbOgj
aG7oMcmWoPLmPEg91t8h45v8YTczxoY+uqj6n9OGo+k6DcFEefgbJ21l23yLAreO/mYoGwViov6D
n65oP3YW97uddcNLwVFsPdQIzUGORhMwGdLyWbq9VSbXc83nKGLwLZizOceBAVQw4Afgt9jEhWHa
2NOHWWYuejfWIG+97kDQBHJMVTLabV6miAFeLV4HRAsPfCTS7321VjcxKBp2jmTqQvBO+HniYtKp
KLJ7J9N9EFfgkLz/Sfe95B9BScyM4aZymlNe4gWHTSAZzw6V/Ffpe9UXDizIlT9gn+S3foK9PqwB
4S6JbIQT9LJG7ygktk6l1yPrC4kUnCG8tnvNuIbXgsIK+NAsnUA26XdXdo9xzJ/fn6ULDyXXcNmS
gF8EUUYnQGUPjbhCZA3ioJ5N4MtzTd3Hibl41mW79Vl+oj5kcUCq/WE1clPosUdvp9+P8xIAoFQ8
Q2trRpUQj6+9lHbPf+PbcuNklaumcqjmOahIu35pnSGBoBbt0D9cMAKuRtU/Zn2CBkaU+ldf3/+T
dttv/KbJVgOcIIZ6cKKDpkSnK/jNQZwRNMm1jvOtA7n4cbQUypT4NsbOsY68WYvexYYqps8kJ+h5
yuzOMFNpsvPSWUACAZi2GeigZviRtAA1vz9HFxasqTKZ+7PbuRufEDZA0dzUTo+Zrya7/Y4be4ZA
9RDwYiDDogFF37MEpBi8NTu7Oyw3tgt0HyHRoNUUjD3SjjEySYdBWTqyKTTJS4kwAa3moBQN1Jsd
/AP8D7s5NzYJweJ2IegcDkZnJqelBNWql1VvNy1mH1QOqqiqKVZ9BeXZaCYQbaHz8slq6Mw42Ptl
XqBi1+gAD9j8LpMkPqCxWF1JTV04AP6Gf75IbS5D2QIpUM7BBGLe08hyEJOgmQe2+ZiqYEGPp1U7
iOf+Xen54pfISNZYAJ4SQFn9+yiATpoSy+sy20/QF7aHlYKxXHvAuGSDOIwDGExAFf1m9wGMu3jb
iFKSbJ5wBADgtLj+x0UvduciM9x1gi9VxdzpAJia8qZ2e6CBfPnLbuCGt1YaRRl00nMAbYLhdmgX
hZQ7GmLtrBtHOsowZk/ybg66XeKAohfwQJXoLa0bDtvEUz6Oo56CLev0AQBy4Pf9xju/P/Z9Xbx1
TBlpIT1ovylZvgQI4O4c69n9kLgNtCq9uLA7QRzDbfW2pfOUJEMwEx7WnP2FNK1VVguoWONkr0F7
97oCy521OTScdxylEF5it5uZ/U+QOgfDED3g6G9fmxC8jOmuGIW8e3/qL5x+Zv+T76dItZfbHKx9
C+lM5n/JM/HFzrbhTfuB7aFwcwpml97n1e9Tstr56S5++3KDUW7BPICo56CZ0Yu6ouscaAxtI+CM
i4zZnESBPasAWZoDDtHpG7qO2ckV3LMLVfydq36xOTqo2kalNTZeCvGkoNbpEGQ9kAtWc272G6EU
ALy8CewPCtLKOdtA0+3UYPccN/uN/MIvFgIQSdAp53mukhCET7t1SA0fwhKHmEuOOW+gQ3+T1zEU
hMh6ZX+5sMjpftq+mHK3zqo5p3wMsmzRx4T2NSRHrti+sHeZrUaV0AUBGEsH3egvxwqK2bcgeKF7
c84tY3LUOPGE66ZZAqHrIOeKnsGxk7cZmA+WK8bwUuTg6dJtagxUGW8fCNm+AV/TXEnKX5odw1G3
ieNJi+boABHRogAILSk/FbTL74eEgSVut+aNo0/qpm7hxmPAoPdbO+63FbrSdqaNc0+vKA5Hfe4Y
NE4PblqP6vACOinvG9/Pnn8ee8Dgv16WWTZlVLAU+yO0MD4s/eTfzIuW58Wt1BdnZPWRtQk9djE0
Kd7/xbcdAQj51784uoy12zpNQd/2KOzwaAnoyZad7KwbPsxmsTo5EO1BDlHXRahHntff3zf99jr6
hxZ5BvIZo1CIDbyaueCIgCKlNWTCu2zqr9wQLv3E/u9fbBJUodiglEjYqZQtfzYU8lqzhtcdelDu
bt7/M/aZeOuLG56s/FE3DAq9gd/lEAHJU0hsDRyI1gygvcQb+J1Yafnb+z924WOb5X9E4xuXW1IE
aL/5hYJqKHRQPLQsjEPs1ZgtlUAyYAWcAOW06W3rA9cEELqdaWOS8LIvukS5WUTluisLcqjBQt2M
WJo39ju5TWW5VgnaqBbceLYRoMYFEpd2Yzf2O6fPizTZ6BK1hfg6emVxrHclSTvjxj7XAieFtpBk
ibZB7dKLM+iIYGRYflFjq0tBmpohMuBEpczdX4ss+kNXTuqr1djNwB2E6Fe3G+gWlWn/J1A4kb9e
K4Z703ElM+N2zK0dKDJOY5SuQ/YY9zOQYyIrn3s5D092ozd2Nr/0tEKYdIykV+SfSIcXVlpV7jc7
68b1pF9w51mFHKIU7Qd3QDypj2hVUFdOx93KP/YcTI/hqWkyDQTE8iGSEDv/w0OU65QDv3gLFpS+
hQb61XKKfTLe+iHDbyGQIeKxbyCJDsTeoWiBj5NV034FbD35PLpdC/EB8JZsLoz4sww3htQLdGzX
QYWsE+fMJ0ewye08wQyr8dzzthSXoojqNTtAt2Y5dmJidl5sxtXyAkJwSeWosGi6D43zBejOKyfY
PtFvfQDDg73GBcCicxUgdRqiCfNyuwFNZzdsM6iW1ZBk3dIaw+ag/66FhOzWGvd2m7IZVQOdvhQQ
oSAhEemxgTAPWt/svqYZUoPA20KgpEnCXAJKupHHmW5HK8c1Y2iQGEmWBm10oVehxMdxwHTLLSfE
8FqimJx1v8G0BhoTQPHDVOkbu2EbjgqMGFRQUgrGL5RHoKMqyWGESqDlQjEcE5zkzOsLQcKsgSBZ
XhAHmLXlSg7uwhI3sUJC+6hBGzQJgceD7FLT3cYu9Avs5sU4XydUIiXN6pKwIfMz3rnHpEhsivAk
Y4ZrsiSPJ5DZSQgM+g11BcIh167GF6bEhAZ5enBQ9YhRDzVg+ePXgVqVyEgoM2GfeXEjRp2QLyao
foZgf36Ytv7cgkZoNdVmyGxCZHLdYngOG91PE6DwSkImwM62cZw6VBd6GjDsJen22PBN2Xp/2Zk2
vDJhfFwbfyToCFfJEW//72Jw7HZvM1cn/G6tphq2oUSpDtu8PLpMP9uN2/TJZSUlRBNJCE7TZ11B
YzqZoDdhZ5y9Xiae4Enh0QULsAOSWdA7QKLtPNKMxHlx3xcsB491mVYGWQO8NbQ7bWe7gRtOWVS8
63Q2Y6E0yx10AE5olLQbuBmGGwpkqcEjhYCxrG964E+AirFJgUtmBuFwgrFB+Bh1OtUh7g8QeLpy
U7ywk5gxuLmYE91Dbidc80Yc9lPYBXjbbpWYMbhqGrBtD9IP3W59dnp3A/UHEiVWX9IMwnWJC5Z0
lXfRxjQ5OJo/OwSq4+8b3537jWuVGX7zx6ROE2fro2Jrvmagh55XuX2GpiGxO4+p4Z1DP0K8dKnw
A222HDImOrDZcb96f/iXvqrhnqJ1cDNxPYCc0hQ61DXY+OgcsjRuHJkim51tymQb5UrzY51ANnxF
9tJu5KZ/qp2qxCH7nAld3oAArO7Rq3Cta/ftdxEU6F5vWyVlfN4qkLmcfNG/Cx+qIc3W6jug5qFY
2khKryzOt9ePYwbdIMixoIEOGkaSF8jKgcbf3oxQxHjyPA8+9v5cXfqR/VH24qyOoe280mlto2FQ
xaO7SRmoLP+BqmVx5Ua6n/r/dAPHRABVbUHQiyzAb3Hd4bAy1HGftsTNw7zdnM8dKpdOnS9QL1rT
zSo2LR0TqAMZgAk8erKfifwp9uPsWJP+5/sz9rZfoGTu9YxlMu9mBfB8BH0rdqehdXseAcq3Os0d
3/BpmQvCty3GqwOCOsD6b/ddvtr1bju+4dItgkt4aic7HjJNP7ZuTD9vTr5dqUG4NDGGTzMviUns
bxOCHfmTO83fZy2qK8v0km3DpRMACyvO8gEcqeKxyxNI5kFZxOqDmgSdud6rI6p+iATtwOouWggh
bL/b2TauwmPPUCWUV0OEspKfMWWPTllamjY8V2vEMSYGJaJBN8kHl3UQwybOtdzRhX3BbP5rhskX
KVFTVCsQ1g+Acjc3GZ2gNTahuMdy5vcff7H5NK0DRvreHQmVKTRG1G7gDPqz3cwbbuo4hI1s7daI
OhL6S/K79vQvO9OGjxKcKAIKNCqEwrR3GLTzARF4erIzbvio6LrUc6YsBbphzSGHUXwGN9ZyyRge
OoKJNk1zPANpoh+LLf5djqy1/JaGhy6dlkm+ED/skdA8OGz4BPUku1gMUNevF8qYbTrTbeWHaYaF
Ai3PHnpWJbcbutkAiMtCPow9JEA3T32gav0Q5/2T1dc02//qZIK+AydNJCF7c3BXSDwh0mm3KUrj
wdpNMfE6qEdHqfC/J7voYIM4ntUjB5Tu11POIbPioHOpBrane8wQK83Ta6554QZl9v41+JqFk+ME
pbP3Z4symCNkJb9DCdK7a6RlvBQ6ma//AOEvwotXgl+RyHzko3eWkDKwO6bNXrfa8WaATuM88mqI
g/tOdpyqqr5yY9q3qDduTNJw0xz6IoDxtOjrlh6/zQhkf6tU2DEyHLPZrRp4ms/Qk4hYKoHUBkDh
+Hec0GrBm91uVdOotG7GDNQH/wm65+lBUTsuiWPyclohlKMYzaIFcuSbiH9uBNK4duM2TlMwX8t+
m1QWsTr9lIn8L7E2VnVe0jGROayAQksvpywaYi0/+tlYf3dTuy4gWDcc1a+yilAXs+Ll5DPqbn+N
NVRh7GZlX6EvDmg5ZAXhWZPt4noEJx0dD0OZWbW6YuSGhw68BZqW0zQqFf2mhPtVlxCktRs5ez1y
CAxLSBp0SVSsYBZC3ObO7WKr0joM3HBQOkBJYRp2zDrJ4qNaEojlNP5Xu5EbBymAUCyvBUZOMwij
KOh9HPIFwlxW1s0ew3Ib02FSUxz6esqOva/8m6VY7eIpELd7PeuyIs1KqgFxt9z/nSn90DnVo93A
DQclCeSDm7xBHCjzbjveg7sAtSA728ZBOk3eOrVDpkKSC3qTL2NyavraqgFYOsJwUNfNqsJZG4nw
mP8NMbhTO3nPdgM3/LPVQ9rFLJFhUc0NNHtWcsgK2xk33BM1A74L2bo4bGoy3Pm+AxW20i4N65jd
ha1bgwiE7sXQlYv6fclX76/FQ5TZ8osaHtq0FCpDae6Ga9upc69d50YX/l92s256aDrkZB4XHiIn
+yzXNtjaye6GbjYXsg0kaW/2WJj0fntojiz3LC/oJudGDzQnIAvNIXS/6pvJgSibTquz1ZSYjYXb
VsQUOq9z6M4KBcf7QcStonmIOL7eUzo/r12I6c4hSpz8qN847c5lMko7lBSEm1/bRw+GgvSrO4bZ
VhTIzWTzsRyHr3bzYjgo0Ly03Do+hpwM9YHz7U9/pXbL0Owr7Ip4BNCOjSFpoAmfQmFdFpActxu4
cX52+cQnyp0xnKvxbtPkMxqGPtuZNnxToAymXRBLDlvF04Oz8eSAEqUnO+OGb6ZcuUvvl2OY1PXZ
q/zf/JTYJR8dsxYpG6ZxAYR6CL0cyl/MK8/QBrC8apnVSL7D9VYkcghH7j4XuniUU2W3qZgdhMXc
923VxEMochdy4Y7Szv06CnFnNeVm/16eaUi5Nmo3n/6qKIKt3uxbHp5mFdIGpNg8ZWIIAf5YjkKV
8thtwxe7kRve6aipyBFQbEL0L7Cj0qk4st6umwnUI+P8dMWwwf/zJoz96bDq8uS4VnQbmDa8M1fp
2Asna1ArwU6t/oPhdWs3JYZzar+qxDjC8uAtyblKlvaUAC5gZ9xwTiibud2YL3W4+HH1AR1TLD/q
okyrGyv7Zq2R9nWqp43VIfPWuDvlzB3WW2gIbHaFO45ZftCVyeRTlHWH9VY+iE3zU+rPlrNjNuys
lIxzyZw2pFsMkfe8+EQS/9f7M7MfZm+EFMx2HTLna4+nM2wLrh7ikfOf+xWsOfC5sTxIzVqsTQ10
5R2vw3FIg0kPYa2oTd+OhLrw6zMauZwBAtuiDkueD9AfRvmqPEAKprHbCMyCLMhi85KIrgqnFsna
I++X+q+9Ud/uxDP7Gp1Nx8DOzk0I6djmK2lj7zCRitldkJixi/GqG/zUSarQr4anQnS/tNt9e3/Z
7CbeWDZmX+PWobB9bXMNOc/fa+itgyhhdyaZBVnbIGJSFrA8zhCT3zYIr1tR0bBYjC0MeUTt9nOm
wwmouwPUtI950ls+LMyCrNyTyczqeAxjLeqfCBhtz3glPVlNt1mSBVxGIhjFMs8UNC8Svn7xNmFV
pOGYRVneqJJMxW4dtmvn31RQgL9D0uIavfbCQjGLkFoQeorMnfvQ6b02Q0/w3GxR1gzimrrRpR8w
DtO4Au586Lc+VAkR7QFdHVCEJS7/ZTfzxoG6cpRRz8nchpuXROXU1qelyu3q4VAK/3r3aqDJqmS+
DWGedR/ZQqIszq3qGh2zKVBVotIgxeDuNeVP/tTfCtHbbStmKZIoQbiDLDO28Ryazng4PlUe+WE1
3WYtUpqPU1ezrAsnl6C2ZOP3y9BZpnPMciTA1raU8KQLi44vn1TMtuOat8nt+0Pfj5w3tkSzHgnA
tRESL6QNx5r6zclvJvV7k6VLeqhGqY+i1+Uxrzyo/r7/excWvlmitA1LF2dd1YVkcdxjXCJZdaNQ
GNuf3rd/QaLJMcuU+nxS1I2HPmwLqeUfGxSXp49qjOvfkLtW+rnyukkVgLEnsr6FqCJUhCBnQ9uv
M5Wsf3Blw6tj5pChfUCUO68PCM5B43psixy3C4dvx9EHFvRWFRN5ijswB0OwV56Woffn+zleZRVk
ZOT6dqrT9ZBkycIOHeHSqisXbE1j59BMNmu7sDZMZXuLmu7f+uXa6/4CJ9qhxrahYjXxlLRdWHd6
8x4Wv6HquyBQUj+qZux3cbp1eG7AN5nvW1135bmPBz0f5mbgVndeagJdh6RY+IC67LCI+zOClj/A
Jrc6o9HI9nrfSppUTQMkUcOtGE7Kb85OOl95M164j1JjS8xVPce92rpQZr32b0alF3oatyzv8Jwh
wHW+v7gvOY/xF9Cmcdqh4F2oNvfkO7U8FR40I22MU7MQrCOs0qpgXbjSVn92StndpDoZ7L6rWf0F
Kj8kLouxC9Ht1z3VVcXPGdGF1cWOmtpvnpy3Ehp7Q8hXKLtTjNqDHoLVlkXNiq9ZoQlv1Fg34Got
Bx6rB5A37NakWdm1TWTd2Lhi0ssY7TX+VB4gTWAnjEnN2i7qCZ129dIhwiOGA0vEvSTNlSl/e8lT
s7JLx2M1xVPchfFWiiNFWOpeZhJSh9USX1mRf1/m/nk4UbPAi5WlSyFGiMOi8qs/inr4a6ri+g5b
PEjyW7J8h45vHBASN6dlAW5iKCp9p306nJ1Op58qPqWnsWyR+QS9cbhPY6YeUsg0gHKL/3RlIt52
SqqMTbP2W+4MLfwmSYu/+rKcjlm8LLd2TmlsLJ4cq4JyWYQTzz5tvEtPYkJ5uZ1xYzuppE/yWcIn
QXn5M03W+7azk4+iZhEa51O1pWvZh67wb7RXBFD3+GU1amUm5QhEusXQdCFrVPcBC8+/00M1Xllz
l76mfH1IeJvTILaInXzI549UPsaCWD36qVmCVixeEzfa70K/c56kTr2IyHz9Yjcpu5e+yGyj2XNB
HW+CCBpf8F5ZVQ3CffFkZ3yfqxfGY50Cy18giObXTXFUqSoPWsGJ3re+z+wbTm7S51OxgCeQJH1I
NQK5pBLTx3yl9cMgRPlQubz5ipuVvtI1cGHXMiuvkgTiXY3o8TAqSXxsNPjCK2lQx4tSYbvjwiy/
AmfYkf3StqHrkAe8S2/7frN6HlGz/IqnVd36FJejTE7ia4GYw6fFa0e7vcasv3JFk6ZFic8MAWhy
bDJEvqfGLpZJzfqrsi+yZSbw2mwizbmcoaMtE/Xj/SV0wWnNCiyESd0sjasGz3X5y03m/LC0lRVo
WCJK9nr1z00Sr7TA+8vryXKKVwg1d5Owew/hifHaOrp6SMcK3YSUZMGGzna0feK5bjcvxumx0arU
84CEQLOlv7W4TA/lZLebmWVXMe5EoOBMZeh1ZHwYGv+I9Hpvt87NqqukjZcZ/XtNqLh7gnb8t6Iu
rTKY1Cy62tIGWSMF0x7KxU5ZmfxsNtCprebbhIx389jFumjxeKHQvF285PdhY5b3c7PsijcUqrQZ
tq4GXJ075pJHFTezVSoDF8PXy3Do59ivOK3DScvmZkX91SnLlOXnNM6PJHfaVhR7HJCMP2SaBHVn
xe2S1Ky5qkQ+lSBLtqGfpvx21gk/MNVa0ddh3XDOjMxQRFyQgHEKnBFZQu7rrr1yEl3Ys8yiq7Ur
Zp4ncx2S9lS6rkCDPY8t16FxsQMzTg3KwzlBp/pnmQ73GeBddrbNiqsh7aHl5CO0mPP1AHGnY59Y
3kfNcqs0mzaPCGzjepBfBVhmQ/yblWOaamQFKiAnp56wTDzmH7qjdD3fcj7+i7MrWZLbVoJfxAgQ
BLFcye5ZpGFL1mJL78KwbAtcQHBfv/5l+yTB0+oI3CfQHABVqCUrk/9sOXkH+sWuLM1FSqzZTblJ
V3YnO7wRrbhQKznRmmrLcUe0QqQiqnn7PsxVn6zTsX7y2xrHONUmwHw3CAMg2mTOgazebfHan/0W
d95O1NHVqhQzF4uKWcDy5zlf//Bb2rHNoTjsTgneNug6vIl29pCL/u9fL31r251nc5g0hh27vb10
yDafJ2b7tEJZ55mJw/PjHQOtWjJv/ZojYFlHegbwkGVV1/nRtBAXddXuA2lQJ24vg5wfWDMUQI6Y
8k6p64bfcnFX4R6EqKPp7mJ1/Fjzky385m6JC7qah6DWQV0WF8CASGLs+HGqSz9v66KuZsvjBRMz
3SXo9zmRvXg3hvcI0W/tiPN2ltNSsXCAR0QN5wuIibJyGPyiFZfJfaypEPFuuos08+/zLj/EQ/nt
15f81lc7phktMpraob22iCZIiqgOle74zoN/TcVfSemYY5tRV6910zXdpQ9Jl/KoiD6gkl09Sj6p
k4zz9bTlJEh73d9rY/yLiXjtJx2bjZejKUch24vpp/3LPq6Y7S2avDrPSpRvmzLEry/hkHTBBMrs
oVH1B3UQhK+t6P6oBrl94HaaU1QT5nd1mDePtan2T6Rh00mX4kNUDSZt6+5IR6Xqlwnz7Eldd/Np
GDv5WHZD9Tisq3yo9vx/7dgEj2TfiPZ7Ylxq7oXkcbhPe3OJOf/NKPVXmIdeQ47A1f/8esl41iwg
trtEZGoSzCDN4HkbPGMFF2GmulIPJccdm0Ykk+QQR1INflw5xEWYLQrwaaLr7sK1hj7tWKZ7XNcn
L+twMWamsprmoraXfQ/PYqdVkivhh7cnLsKsbRehaLmZS9hA/jQAQ6CKyn/8PtxxRqIKV8xPxs1F
h/0XHqunnXZ+it3ERYDJfmhqKWE0otJ/6aD5Rld59vtsx2PsmPdU+YwtqcJ4eqjFeUPpwS+3cZmm
SjGF+TIKDaYp2j5T0pqXcFHjHeO84esix4K4CJbVmLa5VDQ0j/u6m6cDYIHuEEVaCxacAmahe7jE
fsR9xEWFBa2tiwX9jsuw0KU4zzMG5eImhC/yOgoX9zQXoulIZy1cAn2MBGZkgq71g4USF/m074JP
eYNUcCnLzwFbx1NfHMqvgOXCnva8sxRy29WFEbCULhUpkjL2m+4hLujpONBqILSoLz1KzkleUwPN
d/Gb355fH+kfKqxQkRgm06Aq0Qb9l3JjNFGT9axKuKgnKGkHEfDU7aWolhxp/QsUObc7l0W8/tK7
uKcRYA1KC20Bjst3diLjXKaYJujTfuD0mTXz+LbV1jMccqFQpahnKJ+FDWD55ceieWac+AXkLg6q
Rrsb8M2pueyrrZPI8jUhe/Ph16d7TQVfiU1cHFTYBXZvBAWibVcPhVKnuJKPRJmv4XEPFfAv8vG1
37i6px9ukC3jMpoOhn9gkmQ7r7z828a2fB8YDF4GSxF+OlaIsOpQTiypF1K/RGB5AH39HPXvWS7w
JV24lnsa5sX21zKG5h70/uanXe/OD58G6oQQwhOoopThMfbJ0uE1NTrvXkoLzpG0iZqWPAyMlk8d
8pTHQgzRCxMB/WL3Mnoj+np/ClZTZK0Q/ATgl5dsiCChk7krqstm6YPmcog9PhliMGw0epZeXYTq
RA7OKoZ3eAbh8UO8UpPuCljMX9+oq1947bQdfwGWTw49vbEFj9pSYI5ptacctG2eqzupQT9QHs22
Q9khxJT3dEChZxs98w6Xs56hzDUBWY/Ul6wC6pE9B79qdMcd3doXJwuweTHvXJDmEh1r2hryPafB
ceehv7W289CHqkJRoEFVAJrAuCqWVQlY2+5kTNfw7JUDddFpZOmGgLcWvRddFekB6uXU7hGkTkzj
CX9xQWrGgnqPtby+XMWkT8PUvFn28t6VufX9jo2Di6vkaAc0mNyT6zP0K4607sMIxtwLv1TFRaqV
ZYQQvK2aS8/j8bNZy/dRMFm/RNuFpdWgbGoIiIov6EaGgL6p3/UEJImXtbqQtBWd8M3aFV9+nZwQ
7YuRwXu/pR1TLTa2DDJvggxVcAhrkypPhBy//XrxVx93rlxNc3rYlY6hrS9m2ixLdVeTBw7x8d/b
HiQhs+D7yzZHxicF4MrthOXNKAq60PqS73OT9mT4NBrhs01Y2/ELe1tUssJU32XeizbFw6dSaP14
eQas7nqGtrF8r1ZYFiPRx1WhohDS1dy596+eAui26M/Pp2lQA7IDTAv85efcDG/laJ/aSJ5LzMpR
7kXxj59xt6gbVExyWECt8y9KqxdlJz/EMCHOBjXQ9F2PSF7XXv5hpHjSKv706zv6amzFlYtaWxa0
rGMgEVHY61HaL6LOPhNAgB5tPas/NJP1x1//0JWb5T8eGj/kBljgjoaAgzIXpWM5JIa3PVqeu32c
DrI+273fgM3f2iGROamBARqXe4Mo/z6Nr/y02w5VsbUFnvsGVfRuybZ1Jx/ExEBgtGj7ME3BnAD+
odLSluCBjXWQUluVn7gV5QtkH71ahNgA18UTeJeV4xBtSL+Upv5f3XnRRGJpJxLb7AyuzBptAiaa
h7rBLK8d2J+/PrdXn22sfX2xfog+oVXft+2BtY9g/62Kpijp1rby8exY/PqjPyzeh8dWFmUJvyLa
t7mOq5Ms+fTg9+WOb0fJul3Qt0MIOTckrefpT7R/vWo5+HLHq0iw5A3NIKtLWVAgJvkyJVHZ3Ylm
bu2540vmsCrqVusaDd/9rzUcpvRYa98vd5wJ0Ns0CCf4w2qiD8sUfJvKxYvdGy+eQ8wUF0W/8g3n
qYhkYPBqv4w69mlBYG3HgSxLu3am3+uL3kj0kOc8TsHmWj56XRbpWqeiYSQq+Ih9HIKPUCx404bL
ccf33ThPF7rWbeEOBRg8cGw/iqdWSfOMEv+9bvWrsSM2xjEio9qiRwpQXQrCynPMwbAMWhh93uvW
q1aMn3BMKRJCH4uY60vUg+NyMx8wX+LnX1z4ZxfbeZTbUqLX0X3ahvrbPvvp+CoXC2+qZqX9OtSX
cRPFeRnbOcUUj/aLt1w4/GrLNuCosl4gtsOTkqk3hmAWwus6uji73TIFdRGkv5S1UBEkUBTdYy8C
IsRbjiURVHNpB1XzS1wCJaBIlZAZb7/flzuGRPTeLj2kh64ghPhFUqMS0gb3YHA3whUXY9eHdY+M
KK7B5BwmwRL/MeXjiQzN50pVq+d/4Lx4e8EMiv6svhyYih1KUObX5Ve/zXFMFQM1dOo7BTuq7Gfw
Ftt0MeTe6M4NL+MC7eIYWHilJ4TRfdUlwCVvCfT+vMraXLnAr9CwYBtnIKmbkJ2GOPq8Uz+Rc+XC
vhbWUjpKuEd+LF/G/qFZhZ9zcTFfa4iCcwMiwku19c9mrT7VZr03V3ojoHUhX8Mmx2mhQwXu+WZo
3vadEJ91ZItTay2ISUlVgAuKR1AuFbag37Z5zu9kNDcOmju3SEbBRsdqa8CUzgAlHkH0fPD5u9cV
dRFhPYtAS6YiXFFOxSPqHexxapfZz7ZcRFjTKwONmq2+BAF9WobcJovyjWxcSBifgAlhM0HYVC/R
p5q27ETHZbkTIdx4ZrkTN3E9xJDjLJCE9Zt64sWu30M4PP4+Gjil1GvzXXCYZONG5nbBfzCYMbGz
QYXPbn5778LD7BizgQ2Ih7u4+KfJ5WUF8aLnhztef1nRqC6HsUa/F+3NrXusau5FDs5V7GQ3SysP
PpRzcxl00J0ppw+hYJ6vuAsRW5ejo2WDGGGQEOULqH7f2+PJ7zQdOxXzYtZVw5TWeACrDcgQqj/7
GVAHv+WdoKxlezmwCqk7xaRmCi1d1SYVFdr3vtCfk7OY7+HYsK65lJx9JOVqkLQrLwZnHKqT4gi8
smVfojamu7BOGQ1sEuv+XlP5hq3Gjq1WRs79fI38KHgznotjOp6CuqFpXNPAL7t0QWLRRONqN5O5
EFb0EKdOW3JXffXG57sYMU0B8kUnsEaNfzA2GeN6OPf1Zn8ri2558+vbc7XMV4oiLlqsILkBDH9A
qZ8c3Vke9ZrONpwRrOECrUJ8mXXvpUnClYsei3eImFYRwO5KE/FuL2TzLEvmmZy4jF0DWGmNaZCK
L6Z7bKs/+bCdf71HNx5aFz62HHVQ8DWuQMIUz+eFhfFj0Oef/RZ3zDca1hhqKkjb8km0KadanrZw
85nWx447totRgrVvoDB/ySltUiImewqi+Yvflzu2a5vdKJkf1WVj/K+m21ewdikvXTN8uWO6pJ+m
uuETCisYJH8yLJ/eMGP9CisuoGoAPJrZajWXbszXZJnUtyIa/c7TxVMB6CRXKkh1meWknjdoHJx2
Umx+7sYFVFVmEGKAxPaFxtuHnq7VGcpVXu1QrlxAlRjIMUiCtATkS/pNwYfm/Vio0fPTr17uhyLf
DsWqbiRonK1j+7ek29tW3pNHuIYArzgxF9k3ry0nVVThmvf0mNBqVeiEHyGU2QTaOE+2DfmdmPvf
KOm1n3LMtTy2gwQcCKvdGJPwUudJLYh8WsZpfo4HkJxPevsn6tTYpMwELGmIGBNMa49PDeSBXgZB
+QOkpOhjPlQyDWNSvI/4zE77TObfFEiSQEuRh0+g8ecP7USqhxwir3iyRlCRn+h+rGed59HDqjpz
tmrJSVL2E3sS84rx5wks2md27J+LwDYPQ7W17CHc2m5L0T7P+2TeVrACasjffqpL2sh0m4JmOQHh
GWQ0P8DpB0GFMyHX2akSZH+PzVR1wMkXh5CJLGLzXPIutNBO6nn+hc1h8xG6O2hwhKh//i7puL/H
NCx9FhKBDiGiew/KV3vnqbrhhl16s+Lg7d7UeGpB3nCh9DjZwd4J0a538LVTdVzZCp4XHoQD2h9L
OT5wDO1Bas6Icxws+tnLW7oANxqNw1aXuKNUHpj46MkfbTfdww/d2Jr/gNkEqwROCnG3ECo9tqg9
12vT+QypceVC2ZoehBY9Us1LAzbc5DNh1GtUBSu7+YI8wJmyo6A41nv01LQ7pMRwO/2yERfIVuyd
bKGBigrOMtpUggDyvMqxPXsdqItk08NSdVHXASZHW5tGc/xuxIS5X5LmsnfFgRAViqwI/QL9xJUt
UtRbPCN6F8kWUoPaXNNiGn4fH6JqeQGAxwtkjRN1Ig6yALMeA0B82fUOYc+A6M9q0ezTr/c8vLrZ
VwzVha4BXR2jNYnudsm0eBshLv4HbejotAGLlxx7Tn6vm3FPp460jxGc4YNdSVSkfbjz58quW4m/
xF95XTDp9q1iE1QYjWxKwN/b6oXl9Ns41Msdh3HjUXOxdDzMo4VhevjSBIGGeLvcKbhR0XE69dO1
dUp7CKD5XTcXWiejZuVIL6qLLPKXNi7ey434qcQrl2JMRWalV1GEy6qPGsFWg/S0tbGfFbrcixZ1
HoIErMIczbglGNhjwBRtfr0mF9pWdNscayFKEPlEBHTxGi9fw/ziIRfaVhbrCoV4eKdWtWGaW4FX
dFvv5Vq3LMXlXhPQi1Jm6FEiZ/v4say2+HEHlOgMJPIokwHFvJcd2kxZszWQIGiMeW/lMCaYRc6H
tIvN/G4b1ujOXb7xvv77kT/EfitrpD7ma26m5P/GAvSkurMBSqTbeOeNumEtLh5uQZMnUEVcgnCi
2VOCGVyAGLTFSI6Mlzot2s4LHMeVy9umtzDfjlih4MuPlwX/WlKa6M5/ceMdd4jbfu0jb6zhYuBE
1/IB0pawZb6ilLVWiNzq2a/Y5KLf4hlNYjUDGw7BIH5WfbyfRR18/vWXv06cxZXL0VYdfN0Ayawu
4RiuKeJP8GQUywIaIujkADFuxqdB9aZKDsH2BDqNQxbUYC799c/f2rjr1frhklJIHzRzV8KVxPTP
StePcFx30oZbS1/t4oelbbTLiXMk+YbNv4kd4oYQ7/OSSMauXX/0h8VN3yNW7XEmdtxArjZNn7f2
bjH93yfglRfXJUor1mXf8wBhTrsTA1HGPucfxw3TYEklD3skq43bv4yoxzzNV5STT2VU5V1aH2R6
CruDPcZTHvyulxp2Mpj8RPOIvtkBYwLuf5IJhPL6b0NOiVfFQ7p8SiQOVwFCj/ICNrwHObUG/Bj6
vc8FkS7YQxwQDur2Q4NFKBKJYrtMgsOrmCKVk4FEwDEcRcQLbPOcmr39zObAc2mnlNIB/DqZMiwu
IEE6TtPUVy+oOHlRB3DpYj3kuPaBMMgfC2Wj99MWT99MLWpPf+OEkyvt6BDMe3Xhy/xJVhYsvJth
XuGbcrF6jY7iApEvMAdlWm6Yaoxjeq/0fMvinU0Xu2Jrhez5Mq90P2+ULiCB1Hcc5euLSxetJ8Oh
q3uGqd64af7e0fPLMc7oFQpKF6CHqHObJcgKLyzowoRL/W4i5Dc/A3LSvXllAHq1CGn3qnnO8Uih
UeFrnI73jqkajmoz5SUXnU7VFKaiX1evmyJd9JuA7MGmZ1VeFj3+OdJqSSIdLWevXXERTYAHxyOO
E+DjmH/Usnnfqv6D39LOhte1pZazDUsb26UqauVpjKSfX3HhTBKz/ChX8yBTVdOlW/PYbePkt+Eu
ZjrqYlqBMTTIFkyap2GQlwnrut3vjrtQqUKQekOMhC83U/gSw4o+VfMyeT320kVJges1yuNlK1Do
rM9Fd1KjF4cSfK3jDesjwmtZDMWFyf6xb9enna3f/G6K8/6wpo/0QtcCHPa7ODE+7Zgwl5tXXIvh
1p9DlLbpj4aE+PD6QI7BQuQ6Q8m8qMK4dFFS7BhQ0DQ4zrlYycvKKpJKynOvsFC6MKlqwPR9tVRB
NjRl/ggh2P00Azrste0uFZkWUkxQrcmzWnfvAzu/XXruectdkFRxYFoRfD6wodribTOYUgm6we+S
u0Rk23xQjuHi4hJw+hSHrX7qNlXcKcfeeN9cIjLZabz0ZVdexH6Yc0VKmcZ2v8eHeWv16OfLqKIG
qnIrVh/Xd7v6c8q/+52lY51Q2S2LIUQ4EentifM568t78743MiPpTl50i2ggOBcgPKxH9lsMluyk
pkqf+raWb9eFf9e1tVmfF8slmOclnZfer68q3bGMCS9dAZRLcdlafoAT8VjOerPVyWvTXFD+zm24
7SPXlxibNhZ7ndSz9vM6LlYtCHHKPZNgQiFll0bB8WaLiPb8cOdp5VabVQdMX+RQnjo2p8xPp5xj
ysu5oPMqUAgKsXTOq6Syx9eo6L1an9KFq5Ee3JlBjbXrgb+osv/eWlA++J3l1eB+SETnlRc1uMH1
hfa6TCzZqqcVUZlXKgDI3M+rV2sTbDUbsPq0LgkU5c82n3fPT3dst6650XS2+tJUI0mKKuDpPEGm
1G9jnMcVotPQtNywMcfQ/A5Rsc9qKryYD3FZnKdVt6oB/M8gxANS/Ynl9nPBhPFzxP8BooV2WBuy
4LbQCC3G4M0K3JjXnrgwtBYBEu2IxLO6ofmQk4Mmq5z9Wj/SZSqLte05dDP0RQR7nHZrhCCyGOI7
tn8t2/y3JiJdKBoUOWrwd6ggq4IwT9AyHJJemu10gL7Ic+edihFIDNRahzTIJsh0AXqswRG/euZ4
sWOoMmgVn4zRl3aJbXpE5ccx7L/5natjpnQO0b82VGUFApm9Wp5kqPyM1FWHrCPdVS3a75kA5R/m
p9T8NImV+VWOXChaU8plrYtdZcHWmbQZQnHq890vY3eRaGIqWY9GJ7rscjzn5fZ2EPbOrlxfhVcu
o4tAa2gNorJuDTKgCuwDG9v1ucqj6XnhU/wFlarqwetg3fY7iOCbXC+DAoGAPgXbvoONxRPcKV2o
216uQh5I8zJoi81vKsjSPWG8zC/BdjFuUivZBB2C7HxvyHnqQaK32CC6s///tsFfOwDnuZ4PoUsz
w1RR4K1OGNts39R7xdO1Xv7c1gHuh9AtA3dnmaz5/F6w4Z2xJD/t6qrNrvSHYuX8cdubJUVbFniO
9vjYRrFJ+z4mj7Mp/jCz0R/jsn8Kp+HdWIFGhsRAecZiKV7CsKmA7JK/e52yi6Jbt12jj3LkWYF/
iG49pJ15/8lvbcftcEqplGEgs72k/anIi/cA0tzjv74u8topOH7nqIwtt3lHJsWaF7mBI8viet45
41uLO+FBa3uolZBIZXknXiYmr+hgP8/AnNhgskERNLxSmRmidUzMRoIu7djY+M0QSRdJp9RaDQUN
VQaK1yldZ/U/tPv9nL0LpIvCeQhnsciMaaL5aVrKtUxDG4g7Efz1tXvlUF0wXTgwNAtX+OS61kOa
g5zlaY3n6hxO+vBzDi6ijhYbLYeJq2zgJDO9Bc5WNp5Jgouo2+Py2BeDiQ8QxvAmwQA96Fk21Wnm
V5xwhTAr1YHvIt9Udky8B/GcsQ82sPJO2/bGtXdxdYLms2Hg8sv0vH0YAvJlZ7Hnhzvmuh4LfOTR
waLofmrsmXSF5zvlGNRxgLIz6loYFGMPMRoWGHQI7zVob7TVpQvjApjB1ktV4USXuTpt5SwfRnqM
aZNv3RvaFvUJb6T5E60iQhMz8Px5FV1w7oUyj5XBe7lAS/jO1X1d2INLF/aV81DMvIvyTHRkfNPJ
2r5RK4ptSXkQfW6kYT1yGT38PqxD3qSAkUdLEq9AQ51oyMs36NeVpzoS/Zxg2Hh/0+hjeri2YMuE
FGX9GNbggP+1779hyS6aBUlyOBdDLzM7Rfac0yl6OezGP0EoSXz69U/cuK0uiKVhYN3naySzUrO/
NO3+7HvupWfBpQtiyasGLJdDg6eraFlK2iFOlo37xfouhmXcDuAJxlpmuqWfYwxlpjPpvvptihOc
YGR9ArWmFBnAHfxcmOMR4z/jyWtxFxi4gRUr0rNUGWHBWzXOj2FsPvgt7ZRXELIFgglEm/1BP9th
girNMvjNp6MWjOfmh0JF0cASDjOqLJrZh7pbnxsYq993X+//D0svPKIDaye4zFy+zxv656Konzd2
MYG8omM0hlh6pPubKpffg0p4Lu14420qYvBIwXSi2NZpLCawFYIWy29L6M9bUpT92C5GykzxtT7l
M3DSW1/f8YE3jN4FBLIob7YWZfRsk0Bnkbo5QLAj/C6hC9FS0H6MCFCkWXjk82MOcjuMvLKPv96W
62V7JbZxAVpsoduGFrREvsmXx7WpSMJEfpzMesDDVKG6k9deLea133HOFiyUGKtls0Q0P6OUsEJq
rwBLftidOCf1E1EL0KsFlCd+/W/dOBAXiLUFqj/2uhNZ35H/KVu942HoVwF0kVcS/D20CAaRWTQc
k5jP7464fu/32U4ZDWQHwJZCciYb4u1jN+o/IZvrF+q4gCwuionriuJdGtv868yL8jOEbr10Lbl0
EVmcMnVsNT5c7vlyAuncH30s/LCb0gVkHdVCuzzH4nV/yORFMYDJfr3f8vVb6dKQrREraAHd3Kyv
IvY2qlj1pqyq5TGC5Gdior58qMM5eLBEd3fs7XU7EC7xTp1PxSbXXmSljVHH7MukbPR3sUWZQOfm
RM3y6df/2g0LcEnQTKkk8tBZZHtXx5cuGMPUBMIPpQYRzp+9aXTlmi74IrJDCOCe+yuL6hb4vQMu
2Ouo+xkQroqjwmbMSc9mPI/LPf7OW/vivANVWwwDFx3PAKR4MVv9aIf8b78td2L+uCyWGoS7PItk
qU5Hpd63V/Vov8Ud11DPY3+wmceoLMBbI0MsPgJ/o+80ZG609oQL5olBukGnusV1wRRcm9giHv8o
VBxd1DZ+bcN+P7f1MZ1hLHPSb8v0FsGWF6MYFy7YZ5Zk3EApFmcYVdKnyUb1A6OGeb3NwuWjmpeW
6v0QcRbueYRHn7B3B2mjeynF6w+ocEE5hhYDJGoFz9RQgGJk59UJHNXIWPKBbL8daBX5xYvCxflj
SPagsSRxxkM2foj5uKVbbLo7D/TrdiFcyGKpQ9JUFeNZXCh5HsCbuBG/ZBh86D97C4ALwn05pjhb
7PBGd9Hfer43i3Hrsx2bM6TEZDDGnzMy7vM5pnv0PMZrd/IxOqFco8OVnwHsv275Nqcta9gphjKw
1+IuZnEJIt7XDcOurGudoLIXPEeNODxXvz55P6QAerDdsIS4LSJsIe1bb+EjCtB/+X26kxeVS4kh
+UrBGQXQTW5phq6f3+yOcAFdszqMrgs4upHXJOmO+WFoCj8vKlxE19BPGFpvjzjTY0BOuckxAwAF
ab/r4iK64n5r95Jv2PO1/C4WvqadxqSM3547EXSbY8TE8AZ30dhqTMkElCjPWew3fSNcWJdBcRbO
0WDfl/0DQf0umRjziw+hmvjzbdztMrRhbeOsJEH+PA3d3wd4j/08vIvr0keMzhPg8pma9vE5X2T7
APqPe1OZNzyMi+sStC4nisl15NLh/wgLX7Z+/PrrI72m4/9NisR/QF3jhDlWedCM1TX9zW7EPndD
Pjzpra783LoL7UKIsPaQh2boy3UBGMdEAvl57pVlgbH751NlmHoK4yZgWRSC9kfH7UNcRfeoxm/t
+3XTfnBg0XDIhqw9Fi/XKQH14xtuD688S7jQroCi7hLExfWuE6gWrKi3Q+vXr0SCAPjnLwf+Kg/B
ih1nhQRpUWNSIFI9P9x5Sec4xpXhbZxBcuefoaq+1jT++OvLeGu/HRPNCx1Gg8FXR7V8d2zV4xLe
06K/tbTzjE5HXtiuKGkWmTY+bWvfJX0b+OEIhAveMnmxiop1NINe29ewDE4jYd+99sTFbtHNxnFf
QqBnVlDnAI2qTVrNjpPf6s4ruiz0AAK4ZdkU2j9UbHDLAXLzyheEC9/qZgzALkhvM7QDtqSutE5K
yTwt3wVwxXLqwBiysAwM2F0C+d1vx9Z88duW6y36wfCPXuhhVCvL2kZ8pwP5Lvv4s9/SjmUOZStV
ufAw6wYokibgqDS/WyYXrxqj+A9+gAztoklPs1G3ccJa8rZWk595umRlA5V8QFxE8YKSE7c1SU1R
+GHmhEtW1k5rSXJtoyzOzd8MLRdjPC3IMX0NosuQQVQ9Iwd7D/LYtypUnpGiiwujy1rlul/DbGIg
pBCLQV1Xy9yrHyJcaJjtVal2NoRZbUzKdrA6Vn5UBsLFhbUAHNRR2GNpFv+jdPGhAUOG1w13QWGW
otEHcD7NOAQBQIgR/NPNfpVP4dKTyWFYymjdaRZWEzk3rXxYVOG7uGP1QaN01dc6ygprP0dHA6bL
avrDb1Mcs+8icO0sE+Yo23EzyTbw9x3K0Knf4s6TvLcbOB2koZlouf0W1aT4qMPiH7/FnUf56I3Y
q3am2RDs21O01r+10+bXtRAuHCzPISGnlzDM9j7YH6KxD05y9Zs/ES4gjEV71Fegcc+mzn5aRA+Z
n8lLc42jA/fzC1F0ZYMayxRmi66HVENpMjlCQDO89twlCNNH3lRTh6TW1O33Ta+woNaP7Va4wCaQ
PDX8qCjJyqqJH0XQTGkkMeHm9+WODelRl7oIO5I1hz1Nhr4ErPrmt7RjQgW4aTpqDYE3PLIilr8v
zeo1xCFcerB1oH2/xfmR1Rs0cVNMyrLP07zln3795TeSLBfa1EwM+uYrIdm8TkVzEtXQooSZR8H/
dNHbO9WWG7T+wsU3ASi7GHtokkVNGecpizrzwZAGwpJHa1IJet1kYxbsZHhoQgpdAWhRbgHc6BHo
/a+4K4rzr//d61m/klO6tCqkqTvVs+bIJMRGH2XAv/az9KMdFS7SCtT7RTSrfM+6qt/6dBzAwZuE
NpSQ4Mil9eMXEy7gqtsiLkaijszudgNhxMrTxjvsdrFWtsunbhxx35p9/a6AQElZXdx5aa6Z7yu7
70Kt7KLULrbwyIQCjJ9V1HwtZk3PO2niN/PQVrGfqbuQK4L90CUVB6pk8f5VlPGQhqCNv9cOuL4v
r/0fjifpjqUvZVUemYrUcsYAS/VP2Uv+VwAU3zMXa4FjJ/1wbpcjPPEYEixMhAH0wI4q8otkIsfj
aDoUI0gUSXawvwVccTKQ0rO24KKIdbhNLZonJAMtWZw20IGPynq48+H/oole2zzn0V6DUHQY1j2y
fSQaZGYgwPg/Z2eyJKeuRdEvIgIhJGBKZlaX4Oa5ubYnirpuQCDRif7r3847csmVzghNPPBARao9
Olpn7xXq5tlYbu1RVLG8Zx0KA5dVNwcR7iRVSdUcatLCpEsmdcqNaPHEH5gyjQePniBji7fUcoYP
U1hu233V+VQfRTPoo9ueYYUwy6zbwKh6zVdqppNJ8K69+5tjmG7DEZ3s+KUKHa03RZniZX6+w9Vp
cfx264Lhe4MW/qrWC0WDes5NpWVcOB7XNsylAmDIZo+XfKnxMtUoiEvCUMLty22ID8RtUpsN+5BH
YEIsqocW/7htDzaTl2z7WMqk3fM53L71SirwpMwtB2XzVk3I46UgzZ7DVet5frfX1Xe3aWiFdSOK
TYZ4N9iYG93DC4AjHZ1O8Lt063AbuFL+rlDRXe55CNHBc7x03SEcpluu1eHrW6atxDaJuek60e05
D8cg3XjUnLagvUUqXGv98v+/JUXqsQ/avkfrMDMVKS97P51Z7RaB2VyhhzqArVR8y/uxYB8rQ7Z3
3BjPbS7aYGHL4lAHXrzlTdmqk9pQj5qEo1vNXGSrY3mVCtuG9HM+hOTfgAzVsZXETYs0stGroq6A
0fUr6ib0XB3MosQ9uMXixkHxOn0S2ewVIhoaNOW45oTX0d0qFFXHRPpRpmpWPbMoGJ7WqABJkIyj
6y+yTlUR06WDoNuUryU2m35Arbe/uWVMbOgKyQzZh6aYcrAK06OghNwxFAq7BbY2d0XDRXEBldE8
GAhsJmUU3RO8UTu2bh0jS0c24Bvc5HUTPqjxA/B4J/AqssErQ5Ng3NvQ5KYWP3z5S8IWz21l2dRV
qNdoFriZ5Q3b7+CdNqTj4v9y2oxt6Mqbd1SbBKMBVXuO6rVLAV/JG9992dBfCZBs7GprhoqhRM/k
STcMd6zbxhOAD/pAYe791MwieI6K+VbV+pWd8w8Qaia4FJf4IXSPScp0Mr9fjam+uXWTtS+rZOzW
faQDanKm/RF8+5zCzsoNVopsEmrjbYE6LD3kcAn/uQg/Z6iXdvvw4OWBQpuamDYK+xzVMp+Zt36T
ied4WNmSRmM9JzNpMOUbY9q8Cnh3vGw7bkvVt5ZqyzwqPG8e8qRFrRrz/TRZpZtcBcD0l93SVOU0
rCh8yrGXVedoB0qivM7J1JwD53zZOjW1txbjAsG4aq+gyD2hEGId37uMKKyUXjYOWK7dE/im5109
3nm+VinMK91qz2C5YzWOqz43M+/ztYq8B1Ml+n5Txm2NwoHhZevUI4Xggezzpgk+oAjhoNf1+e+9
ciUzAxH3l22vKHPCUPZ9TgPDH8QaPfTLjKOjPQjavvMIOw1J9JUXS/mkxqI6hw3gp23Vt94RXj/l
IWj+8u9v5YqUz7L2eUzU1qGkRYX3po+D701ZrhlcWQuSLoouz7IvK8epYC1umFPD3C1OurwhxmRt
O3SnpgmHj3/v0td3VIhPvvxFE/qtjhHq5j4o7uPsjf90yu0OAB3Bl237y1QRo8YuN83nFQmOtDXN
cuPYufLdNnAVtSzokyZsc5h/HgcyojLiVt7nWtPWwt7WdYOeRY0uWeIPdwT/OHW17QQ4dFG8VWpB
uyj4gcN8nYZe6FasCtWGl33dUePB4Gbtcmxz/V0EtdITJaE4uH26taZr1or/gvN8igRJu0KnA2pM
HRu/jMPv1yForE3KI22+HOrGj1KzNW6HF7eFs8AqjIhPaJsPpd9kvB/mLGjd6mxRLPfyu3XQmzKW
TOdGksd9Hj/p9ZZS87UpaK1KyGnrSkR7k1c8/oYytCLtF/k/t7G0VmXNtQANsrV5GAcfZ2/NKoYY
3Kltm69qQbX6Eu9yuRfySqW6q4oMQgLSbSu0GatknUJfBVzl8Tr1B6mq7bD6m+OxaONVZdxuogmS
Jg8T8exJsafTaNzWvk1XBVVQyjKmCnPFkNNOPXOsiXzn1uvW6mzFGKLo8dLrg/+AK8rnoaT3f2/6
0sSf0T2e517OcUlDWRG2qRyVDvxLG3vsyHa8ExjYpN6oyL4y123CCvo+GxWixU4eeh9hZgHB2cRz
uq/xyFqiXkSDauW7ysN1jo9eNBRARBs3SUFuS2j5mk+kIEWTx828HSLdP+0wZb+xlK71vLVM2Vjy
tfHaLoeUg3k/hsFyjETcn5UAte80uDZsdXFeR02hbPNgx3LazVgdeN+WJ7n6uxOyyG3oqivmfYnH
CmuKtzlMkx+mnd/IuFyZN7a5Y9n6O27Itc7XQMsc5qDiVK10vdE311q3ztOqHtdOrKbLNcSI604k
qceWz279bq3XWFJoCHmtzktf74/FwuKs61ZxhO/zrUeR12/l3HZyXCAC4s9M6Jx4nf/BWxYlU1ov
5iyrGLyxV/HTVgb8xi5xpbPsl3BTdWboISiXb832lst/ze6GX3LbKAuqDLwo1k7nw84+J177nta3
FOSvfLSt/uUPRQA2LW5zExl1Gods7wM3RXduA16egsku8tKIO9o2SnU1PxEiHC9YNuA1Sn/uk4Xq
fGxLKEB4c50WveeUSkC95ssNH2J9MWkgBZMz8muLQRvOkrslj7nNeNXD3JlgkV1ebwLprSSoH800
sxtfflmZrxxVNuM1BhE10utVPgKBiZ/CgJXVAdTkAouFiBU/FevcNDK4zXwNANXmrWsURHD9+2ic
P3Szm3kbt5mvxcRBTdulyWtdPyOb9qXzIAHktO/YzFe7AJDuWgQhZVKq/qB4tX2sTYHyyAqqmG7R
vK0EpidVC0IQo61mmQ+x2uFxJ24pI11Zs4y+nJ2IRFAGswUqJzRMDoRP+tTFA7/RP1c2TVsNLJQe
S/RocJ4nfX9eFtHAYreFpxVe46v5QIKou9+0Ijc4kysnvC0PxkzrL3s/N3h7Iy1MD5YAmByKGImS
P/8+4Ne6y1rMYcGIQo0qjkivTuMA3hUBK9x0CbgNhbVGGDgPo/GlDcNMk+m+59UtnZgrfWPTt81i
knX0OywDqLmckrL/ocNRPtVBoG4M9pW+sbkznUSwqDFE5ypYDkbAfSBc9UenfrepszFZNulpo/KZ
Fz9Lr/tkvP5GQHVljobWCphg0bMX26Lzni3j/zgwy396VHsWaV2zIW1l38A3NHZjibmNc816FgMe
zjEMTJJ7vvbymIiwdNsqbJprjpudI+GOraIyP2VgHghUot3iN5vhmvladfvWKWSsy+a4lvQtr8fm
5DS+Njq1NgpVc/CNy1UUxMeEd9GphtrKjYPsysy0ialJwpAkSCaVs7V6Q3FnSZNhfHb78su0+i3X
MpUhKQGxqLxd+WNreJkWcHZ3G08bmJLN7ket6Op8CePz6i9Pepzcbv42IjVtU4XQhFR505eQNOvb
NSVmdLtJ2KJUXpCEUx0tVQ5LH30A7eMdCrK7XUFt9AnpuHWcdiLzoRGfa9wTdzXeaPrKXmCTT94o
ZGdQnpjDoNxHNlp24jHshvFp8VvyrvA8AjduVd8ocLs2La2cVIJq7EZsk8zbeEoe4BtZHJDPFDfW
65UN3wZoSlMozupd5tMo2m/LNg53RUC2pxG+kze2zis/wOZomKi2Qq6jzBspUJ5jqv2gehIenVaW
TdKMQsVQti3QOtse53YtT2vPzb1b49ay3cyydkbzAjUd89uOTQ/C7G5mP9wmaQhfRxEqWuQViMeD
KjhNPXgou+0JNklTo3K2maOtyJdk+lKXsBCNyg9unXIZ59/2smhSUxSA/APbzT4JM7zRtPni1jR9
2bQIi26MpULTS/wwqfafQHnf3ZoOXjYNU2kxm6IvcjkZ6POEO65w3A3P43/geXTtO9F6XhYpc1y0
eZxJ94/bd1uxZOAtPnJoaFqQ4FOw8y6tPFiiOTVus3k9zuqZV7LIPaTsTiuAZEguSDesiP+BRHnz
1Mog8TLmN+9kuOZiit0iAZuHKhpUhxVr4GWx7KK349ZGb4tJuB16Ng4VTEuhx64s8qml89u4DJdT
n8ShW97V5qE2L1rI1rICPBS5VJ9L6MT65EacceVosnGoUmL9aIpPl5P0yjTxwv4tg45zA7n/YLyf
8KJ9JIl362Z75V3WdgMEejnHZFq8rO49yQ6r18pjW/DxV6xGfodkW3O3db132ENWum3JNiBFPNjW
yUh62bZP7S8v9sYjLhTCqfoQglYvdwmyzqRYzYQfRLpnUxbvIoicua01ayGXomUa0sE4S/gvyOu3
Rxmw4MYheGUcbD4qpAahSOMVeRNDiEnzrrvbyVg/KYXXIEWTKdUo63/CW61jgtnGpriYkmYcjZc1
K2ZxXMGys+7cinq5zU2VYTJj9iK3RtbuBInOd91Q3IjdrgQjNjYlkpFW4BCTbJq3T3qp3uzV5hbn
2JBUOS/Sa1CykIdii9Ju2f4ZBXObPLZWlL9skJZrcOaG/vZEI/5LJ4MbzshtQCoIViM51KeyqTGP
ahM6DQjx3U4Y3zp2pxBayKxYRFbX+lGZ8OuG+lWnBWUTUqaM6DgX1MvATP4g3dLdB2R0UwrhNiAF
OzndD/uaZKOvf5UEvPCAfJpTcMZsQCpUmNuBGHAEdJBliNX8LfInt7dg9gcflXS9HJYmybZq+wqj
mfdztziFZ8ymo8JxlGL1mcjkDpnQnc7P28CKG1vvf+m+PxPJzMajVM9CXuAgySC20+Qbica7eYyn
N0U1+dOTxCXivkfJfAqDXXEfFcx7hy2uedxgTQlvyGFavpBkLN4FBCZGKQSNwsO4jkmcdnM9/ghR
BvMxamn9veJ7WKRBWfP3U9VERdpojjxOkdDplwQf+IX6Idgmr68VSMclOKkiVocx9qfnMu72Ozww
oCh40fptWRJvStdqXGDMikA47bxknNISUyZvebjDNDsIDryIG+gpKX9Jw7LE4/wyRGeAF9XXNfZK
yHPGM7sLlr3OCu2pew9iuo98WTp80pK4QXPMhsO6sIQvBKWwhK6NTPfK4CnfzdmR2XDYxgw4/SER
GYOJS7vwNp0CbCJ/X+Svvy4wm/zqoqasp8uHd6h5/zXgsvcIW9KfMtLFmyJox4e//5nXjwVmq2uZ
tRtYH3KRkd6/F7H6sCCkv/ETrrVtxRSSK8jfzEOcCR/vOp7aTizs3UxjmM16KR3zHciEyPhEMynY
J+gTOgWqzEa9xIz8jEpMnCkSi5R6HzxCbpXevZ52gHb3yzgrbqPWx+JJMlGjBH6kW3GvzUQOjdnd
DI6ZjX1xPZtJ93BBH7lpUh5ueQX/W7cxtbGvZQecW3s8zpCUeSR7RQ7tTCq348EW2ApmcNBRvcfZ
yObteLG+OvR12ztdnVA48rLri1aOXgm99qw34odsyXc4vf7v76vo9dsHs7Evto8QqPJHkZVzqI+y
COYT6l+rN1UM656k8fbHHeL5N/7YlWVlY2AKaZkVaukiW7sqQBKuecd05JQKRjXxyz5CcXk4lBK7
zjYm5tAn66lYIjdkEGqDLxufWWjihhl8uPDVXed3bwoj3NT2mE2CoTQlgBEzRndu4hBSBHF1YlzH
x78P8JU+t0EwplcO1QBERcZwcfBIX6XJHnRui8oGwUwXwfYxYkkWdnj2gwfInO5h9cnt0y8HzG9Z
q6Ii8mJ/nWS8mWDD4v+QoXDbKG0Hxalch3rT6BWoGT/E/UMb9U63FWZjYF0B9zhvJ0kGo6ccJbYQ
9GDDe7cOsXJtkTc0U7hcvpqjwNoX9SGKPbcSAJRZveztuCZ701d7krXwnSk7b01DeBo4zhNrdWLa
FVQ0YZKtbfKm0dNwLP1KOk5xa3XKjRpoChRRtsrmvqnofKji0nHp2+SXiatS1bLgmVzlmWrxGK+O
Yb9NfK2l5C1nJc/oUgxpQ5b7YEi+OU0VG/nqSEngbFDxrDafx7B5W7ez2yZuK2xp6Gj7USV5piRW
exLwRz9s3rl99SX2+G3Fa+xMJN46mCOOXubN32i9f3Br+bI9/tbyKohufHLpa4/7GfEq72EdkG5z
a91amErDu2zYNM+Qy2MQBljWQx2TG4Huf6ndV25ZNiI1abXC6gHoG8SKsdy3ZvIPa8WLR9i4IHxn
yY/Ei8p0i1d29pnmz1jL+mEz2HtK0VOZFrW/nDgdGZ4ZPRQXFDjQ3q5dUBK8UStx2KqeuG2sNhhC
o5jyJVEsW0l6mdTG6eGR2QQIL6aWVQrt+pwv0DFp/bSpblxjrxyRNiUmAoMLXkAjrMP6jFpLmgZR
5OZezmxKbOmahJVk4xnSHd+5r79OWI1Os86GxBpYlXMSJCzbGn85Sn9Y7ijbbyUor/SKDYnVZdUa
UhQs6+fwA6u7KgX045QHYjYVtiYEZj08YJnUyQHx5fdk3d0SHjYV5k2w0GZeyLIEl2fI0MzI1tSx
4yFpc2FJUiAyMxC1gJzezzmGpltI3bx+mY2D7aqG3vgMyE+GnQfBnL6FasRNyuNKQRizgTAV0KFV
M2bLBUJK54sRRcRhW5QSnG+Hpojpu0IEw0dfwDD1IMZkkCl8rZL7ZhuXAxn7zXHaWse1MP3se4kI
LkZxb7y9y1BZ5VTRz2zQSkqkF4ZtCjNT0kx3bUZE4di0ff2V28SbLqaZP4N182D4TMfqFk53Za2F
l9vZb6cT9jTpTw0Nsk5OR8rVPdlnt5vpH4BVxzoDODLI8JB6kqw8lyu70fSVjMAfLHMo8aCQoKd5
2zWwSd1+UcP6414Hyu3iazPNfSAbNYZekCGQftyJeXJebTYd1lZL5UMkK8hGjT7h/vtOJY5TxYqk
CQKBZJ03ktFYTGnkyTPZC7ftzQbBfCa7riNkw/bWV8eknKIUCjaN00sds1Ewj3YBypFKP+vW4Mc2
9HgXkTc+/MpksUGwYIrCLZr2PZNlsp07fZnk41ylcxI6RmE2DcbUupdTF+xZy3udJkJ87ark1j36
SlbTls8ahqGRRdzveD3r5o9NWFTv1dKXX9kqi4ewrwbHW4GNhu1IPoYJ21Y8BiQfUF8JVnR0C3Rs
NEwEGjzkwpYsntX24BVte4imyK0OhNlsmJ/gEYO0aD2h0XGMTX+npB+6zUybDRujba+hqopemfSS
emPytkc670b4fm1uWgt2V1M97LhEZhKbzUGTRj0YGRf3c1kHN/bKKzs8tS/AFK+vcYPK56IFywJh
r8PQBrdu19e+3zpRPd9TQbf5SxZtEVy3SaczqKrIt7MIO7f42ybCRFn3SIuZJaNl3z8YDzLWFTLZ
R6dI1ibCIC7TQiIbvUOBI6QqCL7SaHKLNQPrbO1VW8HqS60oWqkgapBE6QDbphsz58qw2kRYFUz9
ANueNfNZO99ROODc+xp1y27dchnv38IC7Sck7up4znjcHAc5vF0ac2M7vvbhl///rem5p4no9DRn
jbe9i1UZH4JiMm6T3RZjRLrOjGHnD5kavePUfIcvjNOjOguslRqEjM9qX00WJgRun017Wuba7QGZ
2UjY3IfjGmzekIVeWxzCIn7vVaWb1S2zPTj7KNRx5bcmK5NPta8nXHtqx/62mTAvmX0UMKDtKWy/
ysL8D9WtbivTBsJU3dW9KisDrsOTKeQ8ezoqt8VjE2Glpkh/scLghgk6ogz8g8f72O3AsImwbW10
McyXDy/n/dC14omPNDg5LUwbCFvrFrogcPXJYDKW1370vCXVB7emrYW595BLXVFulwnIu6QVHd/J
xPH8t9mvqZ9wjMZ6yCbt/xQz/+irxQl5ZjbjhczxUC8jmhZGvRHbvT8at+uizXdNTJRdApvorCRT
cVSdJAd4Ntx6rL6yD/5nDPbbPqhgqtx3sFLNDF7BctoQfndJ4btthDbkhSRdq1jhddmWrB+DhuRl
V390mic2zRX6FSw22qLL+Mb3O6X9H94euRWzMJvm2veurytUAWZjsf4bAEyZxpvB1pUet3GuSCRJ
s2+yzdZoyfnQHbZldUt62zhXxcoauvtrk02wODwnPJkffaLdBCCZDXR14D2mEMxShtBWHlB9eAxX
GPW5DSd9eR5TJSUJkKjPGigjn7qwnU5R3BO3vLqNdIlFwaFhDfps25JHxjI68xshyiWKeiU3bRNd
zRwGFd4wmiwRtTee+rkF2WP8qf0ewdj2PZnL+CFa1N45rigr1I3qBJaeZEQ/hdw/iWhKDrUZnl0G
IbQhr4Bp6PjySGXR4H3vm0incS+005kR2pCXQN0o2b1EZ8XQfiIwKJYJcQrmQhvy4oW/93JsdeZF
E32YDDsqsSdOkX9oM15sk0kgxlFnhoFJHj0UCcc+MoZuXW6FuNgf466dKp0x7XfHdh5QfQl5fsfW
L3vQb7v7vHalhqZ2k+1F9KzbLRMT1AL//uX/RbN/Tv3Q5pzAH8UJilCbDL0zPXDRlU3aN8N2nEKt
30DZS96xnuzvhiWa8rEy20mTljyyxquw90Uj/MCk0sfLZpikS6iEOUCKsT+LaprJiQ2gvoJeb+ht
qFEfVIhwoK2KOYfjrBvuH9oMlT/BsKmXWL10i37MIbnvp80p14Bw/GXXl0FUbQTubZnpRdp2MNdk
U+iWhg9thEqH+9qTCnkkFQg4cPVvRe3oTx7aDJWk8Uyxl23nudUPCj64v8qlLX/8fdK8fviFNkSV
7PUyT6Taz56cf2iTHJcgcWMxQpuemkLRx3Kr93PpU8hOEQNNK1QnuVlOhrYIRLvW8RpLwc+AEN6A
o1zSqq0+u3QLtZdS4qNcJh66+axp/E/RLTIdCjw/uDVu3RlLBByevzJz7in7iSe+J+R3frk1bU3y
tgrnpRzlfO7R9W1Km1n925uOuOlXUHue11zC1yKJlnOgAvW2ECUEGufWKTFC7YneVJ1kkzDmHK/p
sjfyx6CE/92pY+x5HkE2YdZTMpy11/6jA/l+aGM3M0tqz3OKqm4dxFt7nuRmUlOwx74Obuxa8avh
DLUhwXK8vAv0rD3D9RAeJeU58BuZzl1N0potbyU84u+YuqUq9PpuAPfol3ukaLjPanC+Z2xo8kBJ
yVIeK/ngNgbW4Zf4iUa53zadJ1q03yINxauZoHjRrXX68tvplswtaTAKBoLNb8VWi3syr+Xx763z
K+NgrVm4FU+zl5DpPIYbbdN2iekhgthHkZIlaA46CtyUVqjNDYbMxADDfXOGU1KcthABSgOxNTcC
kMtI/hkjUBsc5FxDc6bdh7PPN/FBwnTtrLqG3I0xaI0bfyN5/W/Y/KDXes20x8VyTlZFDnCmKw5b
0Hj5EkzVsU7K4q5dIprGCwlA4heFcdtXbbIQGt3+WHNDntgqutMOeeOTt7oBtdQGCwe4BPbrPpMn
ryhpKnaG0NPx0o/am5dzd1FhCfgAjatSNSlIbIi1u50INljIB8ph+4amEw5EJR4bnY5wu//7qriy
X9hsYbPt89xGwXxO9kWOKUVN3bmvo/UGQntlstrycpuUvIhCRKBqLieR9qYts6KJ6FmvMX3v9hOs
hV17Qeevms7nlctfYQRpwhEgwt/b/i8l9Mpqs1XmSj1AfrkwwxnRSZmg4xFwbkC9nksIQ56Q0O0e
BKyzHpet0oex6PSdP2txoq3WP//+CddG6I/rqdLTglE6M42Cljh+5qJ3upxSG0Ssg3Udm83MZ4+s
kN35XxW5FdhRm0Os+h36duGIKEbX78Bk0Nnt7QVXZ2uhMTyaNnA+OTPmvd+S6Dks3HTD6B8YYlMK
pL8GrAWIy/MIz0Ymrv91GkXb5hNS7JDf3fb+IoT9bNb3gTc6LmFbbU6ppZnGuCRPOtEI6NYT1YnT
2wi1A3RB6KqarcDWoyNUV3XLIVyaf9x6xF62sIMpQ4G2i0muF3Fi3FW5ckKmqY3I4W5eUdLK+jw1
zVeq2VlS/9bT7pUFaTNydPK9TsDh/qmctg9J6H2KpvpGrHglRrEBOdlyGCiPnv9U0H568HZEDmHX
xW/05LMj4LP9o1Pf27AcHf2m3SPhP6HAIRW1eINCxE9uTVsHoakNryAcSJ5E0vysjDxOUAG9sRtf
6/nLKfNb7qXy1o3xJfafkK746UfRl20Qtx68r7V9+f/f2vZEx4umQJcUTfem1wE7Qr6Un9w6xYps
sTwxDwN8eK+7dzLuoXiYGDfSi9p87AD51qoXzH+C6c/bgk4P0+ZWMEhtRBYkb6LjGk3HqzzElD0X
3L+V7LrW4da51g7hDHeAEJ9NTSqS9ruHa5LbRLGhvZp2cSFj6j/xuP7YqO5z3DY3Iporn21ro8kl
AKw34LPpTh5nmdwPhrndf2xkb4D0UQTfF/RI+dwO21PccLft0Cb24J4YzIqgP4K2PsXjYdXyzmlm
28AeFZXXI/K97CT1Z7/e061zS/dRm9QLNhR3DBLdMVTF20bVqaTK7R5rk3rFNpUMWk36bPy5S2O9
7se9NLf0MK5NEetk28OIL1NdBRDMKz6W3gbUdd8cL5c2rVeWwUL9QQZPySS+VnPyNa5XtxPZRvWm
uF9WOl9WTS/eNIs88MZ3m9o2qqfbMjHzgmkiJtznxkIC7hTR0WkO2pCeSop6K/A+dB5kJx9QaE2P
U0Vv3YWvjKZN6aliDX1PEyz4ZPo6q+G0dpMb30ZtMC+Od1m19V6fk4HGKdXhv92yusVuNplXyYAL
r9DkaZs9OOlM9/uiHZu+dNVvZ2VTrULGs1edA0jXhFW6mq9uI2mdk1HQ6kSsaHjpDDbY9qCn2C0u
seXaGEoCIOA97U8zm2la8WFFUhugiNuHW1nb1QtqwUhSneepgqm3+t7zvr+RjLk2Aa2DEpbsdSRF
1ZyxgFSb+vBCpSlIztFtNG0OD5IE81L7Rp3nutwfeAFHTD67pnRsDm8tapMwU7dnmL5/G2j3fYgW
t/pranN4yhNa6bXZn6AawdMtmP00kG4uaYj1Xk7yvW/noIr0/qRpdwy1+ERpeSutcGVIbV22Ptb+
sHFo63m0/ip2vFAazRyvsYG1On0Tx20Lp/OnaVxXdWBDFaEyuprdZICpjeKJWWKzIoM6C49984BG
VH7lGOHbMN6qPH8gRdScKyqA53dmvaMy2Y5/X6WXe8IryRybxluMb8CcJu1567r2ealD/3+wsJYf
ijm5ZdlwbWStxRqjnCOMd9qc92X7piqdB9J3opaojeTB3NsXZJ2ac9JCcj/sIv+xZv1044ryXxe/
0jk2lheNrFrXRTVnFGHC3HvV/R1tw+2uUBs5BCycD0Xf+iIlchw/7Tze7xfM4efFW8YveBYovgQ4
38UREtTivp5L/rwOSHFwMpTNPcoJxgPETog4BT4bjoU0/G43rLkxsFd63cb+aDkB30a/P+Hx6Qht
tTod1jpwu0z8gf1RubFwQZlLPO1ppbv7eiQ3tvb/Tp/XOv0yU387SSu4S42oXGvP0sMWfJACnDsg
+il6qAh84g8jhDzYwa96gLoQaHqI4LbeHTxPrIc5KcKTqUNkBdlYecdAxaRK4fZuPlJF/LMoZnlf
FrN/rEGg3EeoVP0y9XH0htAKBZwySYajIBsGhlyimoaG5PMyifKOBWzIhyCpThpuMo8Xx+iz6Ptb
7xfXxso644WRddUbdCfXP4YlOfuTm9YHDJZedmYEOYup6UyLsCT03/fzuKbBmERub5s2jijHeR6T
At8NnY83fPlSx9QtNLFxxAQSE7gfLNVZ8OI4k+krjF7cgFhqw4htDd0/wbz63K/Dh6QUkEASN3aM
KwNpk4h15AVKxEF57qqlTsd4qO4htNK6XSxtGFEHa9R0qlPn3etpvkbtCtbFUSCD2jQiXtVYIspE
nnkVvYHu12GC/MHfD5lr3WLFDbDQplqBmzzrZPxXeMOnnYRuU9CGEbsZSp2elPKMrn8XechoRnp1
Uy+FvNXL1aMr2YaQnJHnAneSdNN4HuuKyi0BYavLlSG2M08v3lNYed/qERmfsBwcN2gbRSxG7W3F
PnpPdJP/BEV7DtXkliiwWUSpSth/tbjKj4OpYLsuH3tN+Tu3mWLFCsbbFC/juTwvnnnjNzA8rUzn
9pQa2OAhvAFYGIVdcW6Ccj1OXYPq9mJ3uu4E/+fsSpYkxbXsF2EmJJBgC/gYc0ROkRssKgdJgCQk
Zr6+T7xVd3TVK7PcVqV7uDsa7j33DB+Jh8zKRMJqCtPOWNcHMXZbaYz9I6yAfqQeWgbzsAho7I3p
ovXgaJ0VdO9e/uQ3px+ph/vYZ/uKXXQFajVe0mzfKxPon42YoZP/v3toc9nSTSrOruOOPFiDwcyZ
mPzPTEngu/V/392oDaJAOEJdAwK1StekrJjUHP3RgUs/EqasC3G7gMt/HeK8LYd4r1av4j+qoehH
VuAmxRALvmXXyCHIvUnE97Qf/8z5nn7kBQ4BYUowbM2uOmLqvo7Y94iP/g9X44dNmo1x5zOyiStX
zUvt2HLo0v3fAnjf18X/L//oR75UproAlWDNr5FwyVEgSO4KBpWvYIU//9lj/Uib8n0ctasi/Dqu
U1zFnm6f8jXkX/77dvpPU/l33+DDOJbtu2cIYhXXIAYqviexEC9Ll5NC7TqGf3zjSs7A75193T4i
EBZOOkO8vWwqmZ9GeIL+HKHd745JCiFG3XXsmDbD8ixoTR4SFKtH+DORz7HJ29PM97ycIOa75IiT
BH8DNqL//Uv8/Y1NP/J1UjXHyezb9Joy09+DV8ruBsezP5vP0o8EMEgpQZ2peXpNlvqbj9wL4qL/
qCCgH9lecYQl817LXKMObv175tdS8vzfKvV/Wp0fzhub5eAU+zW9epCOeGE830vKQ/wc69n+UWFA
P5rFjTSFCdI6pQAr5PaaTdl2EJ36N1jufRX+3er8gMQ7Ahs6Cwugq8ZM/Ln1cr00ODxl6ad8YCVB
XEMHBJP+m5Tgvcb7u7/34bDA8HOa3e7T65JneeXwUE6KRW0FQ2l9tChTfvzLin1/w7/5Qx8JWiTe
27FZMB+i3RTPLy7JmlD2wcZV1gVTOghGi42l7kUaqE4qmPvRtuhiN+EJDgHC8nyX7Q0NaXLhbZN8
1ekqP7Xtlj+B+jW4IvEzw340BMyNfcH4D2bh70XtU0Y69dCMkTw13bB86tJNXCYbEAtCpOU3gA0+
700iD0659mRmuYWuyNgcn3Kk0508i+znjrno1nV8XIpUsKZwnR6+Sgr3xH/5cf7ht3knYv6vntrC
DrbTvt6vdrIgvcd2PQj9b7l1//CEP5LIWJgDsIuWXxvs6lOih+aYmsQdTBv650Fvzb8Unv8R0P3d
E37/AP/rW6htaLzNe1wNkJKRS28WD28G8CWKBW4xB3Cc7FfuB/+DrD49tFT9immbFLHZukJjEHIa
1Jb9Cy3hHw7I/8fmSXzcSvCGr4Pbfw5xEEVt8NP+0eP6SOiJvNs2kwR6TSb+fTVFN4z/cq7/w7P6
yOdhkWwb3qF4J5FFlJ7VoSRkQarYnmRlIPmfua/Sj9weeFpzHdee4lG1rIzq8WTFH/K16f9j/yGt
AioxEV+xl8RvpFjXxwBh4V///cd/3xN/t8o+HPHTtMVST3FyTbs8/yLIuF5Zw81t0gh3GKR0x6XP
tqtIsuX03//iP6ylj4zAQOaNz61Prg3g12uCpVrB/q5+/LN3/3Dgx8pvah9NcvV5Eq7a2rgIOs7/
rHn4SAbcHGdkSxm72n21tggOFYlcMvr5v394lv/n4v675/HhAgHg3XcakPHVEa5kUqoGUp5QOsKi
hBa5yiR53peZDz81cOzcFs3erHtX0GaJiCl0RlOEO+6I9W36Ai5ktuGPEsPFuSvDEE+zgoU1srSH
YnfDFrclAj+65Mv4ny1YjCvGqL/l5HO5FhgjTPt9w9tU/pD93gKaWiU0/ggg301j76leukPYcnqS
ELxGh4E4XBbrPOmzWbjIDopBjDbWPpwwxr+l7dbANc7Ce3fubUrKxKi0WlLRoYdUuIDzET78Z2RH
prddw6anWJM6qciu1VJMdauO0Lb9ljraf9YzuGjdNDaFJ/n4tRZrfe8QYPRqEFH94JUlRyUgYF32
2jS/t2ELruhW3tUPAVFe30yWkeikXNp1D2IasDyKAdWfwSLXTVS0LPYPuW5DNRjSFAb6ulJuLQKM
w5Qa9LrM3+pYK5jm+r5oeffSt3tym+M7QNunxrXshriueNQ2ZdtM5kmEFU56NHhx7PE4H4kmfL7P
u3p1ZZ3a9AFy3vohQgbeuZtMHBUTZJtlu0O8dd7blfYvoGPDTluZ/FvUBF9kQnKKuAv6OZGa/KgT
+ptvrbv2jQ5f4AQvXaGTjugS/LG2AoM7rUw/DFVIxunYZHIABURHNcBk4QCUz0P/pR86CruGTsGQ
MqicTudFIUz8IY9WkPCRaeCXcxPqlX32rvfiEDmL109bur7j0Ilty1lwc/aaxxc8AIdPaRuQ6y/9
IrMIKQhAf8ZCw0Wt+VLLbKE3YmjzTR1wbLpmLCPbZfY2zvDSgmk3l3uQ5FEbSRIEZVp6rKUzsD2d
lmSKqnFYnLyMbafVg12ncNRY77fdBrO6ifUD3MhELyo7aFakaEpsZTsT+ifRZh05poMX5Ghzyvix
Sdc81FVvdmACBUB01z9YEU3ZXeprr75Y7zl5cFm8j7yoUTmS0irb+hafxHfRCeAh3W2pLUZJV57Y
qTtSpEWFI41gTvo2j7PeH6PawsJDg7bff6Pz1i4wcXKMLr6gmFjMCMyYZ3tLKenY7YrBlP6hdxnr
21gP+KcGv0n6BMMREhUbHkZ6VDq1/MiGkGfnxdYhKy2pQTAregLDk3Ietjy7gzt+Ll8FuLHhCKY7
sw+Zwwuq3bhI2mJZk7F+glxfsCPI3nw5Kt8n+lfL7YBZHpqzWT70DAvxlE3zzK/O9Q0MuXqjgTf0
csKUe4QX6PzYZpM8NCGqMdT10s+iGPJl4V87xlj/6je4/D1liUlRsRDkxj8kU9yz824Tsf5GOGA0
P8FIUntob9dIXpgZsGRj1TTqMnLVj79YHhp2lxFEQr+2IV+zM2Opjj5Lk/QoIN0g1gyMjIYlZSaW
vv6CV9npsfcp4vCKhUWZvdeCDNOpGTc+HRIzEPupE8k63YkY6/pGTCYSB0/51n/lmK+l6DQ7hXUM
R4P81LdT7u92Jkd1zpvG+G9kzyiylpN+kHE5B08mWcBPifGLaMbR/gx1864ncVCVnJq4S925W80m
b3pQLuMzVzkqd/C4126/rLmZF1m2aYrEnJGsyfvpOiHc5iuyGd147Cffs1uK02hLD067urm2GpKq
r3PCefvZcJtzWli7IDKroN0O2k6Hs8JcVnyn5ilAe+QOdV4P6aWxddq9IkJuEFcFR8CjDirtTt2C
fw+96O7qA99s5p9qCjehrmjilrozyhikXVapnUl3JnmjV3vc8wzq163Dg7mPeIJpIMxAJ8NPuIig
G4hzrcfL4qbF/hIwZORn6nqKdKPZtLIYAg+h6oe2i3/uYY6mk0Fcw9oUIYh5K7hKo0oOMfI7S2Kc
n94cFSt5tJ1tLVymExhmRehjiJeAqThgpKHLG7IXe+xwQeWp0fVfkuslehY+jqer9Vytp8R0IruN
23jOfjQOuSafx5YilaiBgWn9jcVhoXdGJH58Thos0t8zjWZxURjfeoI4BxonfyWEjuHMkHhBbgY7
r7ZIwfj3v8Q8z5sq2AwvxK+C6iE+Og3a9F07Er7eLp6hOSq6WWbt2zROdX6fxd2gXldshFkViViG
+nO26To6NvVC+ZGKbZW3GgKCqPRsi1NVGZqwG/jeLNGpDZNPbxZMsfUbsCPaeaiX4Dk/VDUytoCz
EFwm5AdMy4iu8IdM21bvm2PYyjrBKGgpqKWBiAPlcdreagqHZl3uUvL552780L41Nm3Gt3HXkUB7
hvSQz5nLWvWJObBEfk2dZpurQhbxKT1yzYAnHcaxj7PbVuGUfaLIJRvU2RCisqV0dBz9eVJ+ZfLc
57XefhnQ1XE9aJh91Ydtd7nRyD7hfboWfDc65ZVQmqRJMdI+mm9p5nVdWOSeCty2dT30oeBhDGl8
AC+AZ0OlmE1dchLTPE6vgybLmp6Q7Kv1XGwJmHLfmyn141byacaw3Gw1hGBFtlk584LbGMEbkAHp
9YQIQTe0pxq6ABlXmudZZK+A5yf2RGeDLI6SrTn3b42xU98jzz1W+urUyNxWJjruzF502SJaaJfm
fudVNo9WqDLHTJKcGhvB9qaIDGvSyw6H7fYsIhvPv1PSc3FaqI76kwL0lFXpzgMycYVpUDCtelCp
PsZO1LLDUAZ5fgfezPt26vjS0teoVnY4rFOW/G52YeNfwsysPfcrvDVGmtCyG2GJT6M1JQVv4yY5
wfBWZje5pGSF51aards53WN2zaA133BfL6Y91iGayWfLWrkfeB7VaXOSdG2RtjVEc/wjM5SckyRO
mlMGS9HmIK0e0rnMZxiq3WlFYoqE020duhIoHQWbyC/1ozTSZi+xmWcPAQTbLtEULBz1J152/UTy
66zleMpRRoXvGOOCuIavzIbsEtp88Xmh7JqLQ8YyMJ+KHQp2e1lQWeLU0I2einyFqiIDB8v6AlXV
ktjT1o6UPseIuZXRkQni16vhTjdPUTyk8U0CLyiUa9i6SGKDFNDm6i8ZMR/OmRbXOEvcRVGkuOCE
zd3r0ufRdOOHvdVVIzaaXdJ4CBn+32CjAfkt8FH8C9Hq0F/ss4rUFZU1Z9/GgJvrASQ/Q5/rfift
BWk2WIAc/AQMNsYmHc0JttEenyRrk3064/mt7dPOU1hTDkb/xNAJl2FT72cJJ7zfQgxqGopltnP/
yHhtp1vRq615YJAlpQ/bCnD3ZWOg4Z7BUzRaFXOnUnYjOrZtR6jnB/crj+MoPXZyJNlrMolpeUkn
EL1famlC/aPBZ0W90wqxq+/1KOBuDcLwrvjDbvLGQTrZdSPBNyPcFop0GuKKIdmwf8Mwr3EJxFZv
hSOJkJcM+PaxWR0YT0U99/pE21kMOCvWtnmo+SQjVJSIcfcctAadG1BGDnOWwTMWtsew4yuJNiF6
mZzX/XLAYKJO+/N7ntkpFxmu6lHUWa7KgFgJhuJsT8XP2kLZ6UuOwCNyz+cl1Re67qkr6DKvp90k
zYtojIQfbivQxx1d4xKdFQtBLN5dkgXbq6JtMuPvad12Li4mDp9W3M9RoAMeXCSb/c4MsZpc2fTb
VuC/RyBXdamangZcEDj+QKStw1rIQduKbWHtf6b1Fj0hcwjduyFiuLEo08cdJxoNO/C6JJKfsGrj
pBBNz5cLsiFcKCAl28g9fHIzDGPrPM3lLYdvW4KSYUbkyAFv3J3bFZv4kxJ9vqx3Po97/7g4ZI9V
3dR15AmFgiaQUrbbKI+RIVw8T4g/40cb+JQ9hbxXy2mYRH2bZCNkw3kqTyi5ZAvpCWlzcwIFm8UP
O8pAxL1TrCt3CNAYD/4ypy7tPSrqd3xPxXOEvMHGz7+HpRnFX0vc0C8Lp9kvNKc4zI75ZhwvZlqv
U9UnIf25wU2n1BglHseB0K0uQ1bLxJY4fNi8HZoFAh5/SiYgGf4i4b3rD2jw8zarkglpf58U0hmX
scJEdvSyipI9Y/qYTIFOj2k+LPQRvqPRq/ZLBrqMRGeQlWyzus2+oDPOxpup7WH3BrMg2IiKsokC
R5CTAbSapJVK7GgLJEeNd2pl5G1gCEfr4ZEeNbSu6NxHsShMAyXAN6TYRksVsdVOLdyhl3q+8+vS
wFtjrFHJThh3kY4ehlXW/XckVWbLocWOSJ8zfInpmnuxpF2Jkc9YNb7fpgLJIA4JURF/dxmzo4op
2t2+m98cFBrxacvezVNKsUYh+oJD1vCA3jVqt8Ou4GCxILCarklaeOTlTSfeqlTdbWtg7LzAMHKC
x7SVVhWjNBi3DDsmE+kLjFjacGtsAvPvC2z7cJPWhCFPCyb/xQiM4Mq7d4PJhPTxIVumtLJMMlqF
lqyvesmik6A0ebDTFkVVhEirE7B39stDVd0fx8Y3d1gr/AbxDzmGUOMWlePcs4th2/ypWbl7mUTa
Ih4iANOoLIDMsYgxLdoKwmLh8k88SVaMIWz/izUDWwCtg3Liw7oXq8z5UzajxUJJ0pdxjLbwpHHS
goq2J5DwLe3jwAJO+LXe2VU7E26wuwZk9cD1BEB3vl/ajJiSj/uI6nuZzykZUaCsAZ7MW2ZKsKjD
qelnWcXpPpwHlr4Hj9XLtdE4oLJ4dmVvXHoXxwBsYtU3KNhAjMuSOtwgAYMcxBDiwndNW2aULSXs
6dxpnpP+dZgHHFquo1VTi/jAaxy7kbGiYNnyNYx5i7YsQeE0ouXeu4EcVIMzY6JiL9sRnvWZg+vk
xgB4wDf6C1PziCUH4jsOivoQAT+h+A2i+ji2JKBjcuNli9Yf8FHkqBolGjYj8Hm0a9cyXocavz9S
n4fStKO/gRE5RReQTL+95/HnvsPxkehofu3csJQ+CfwRTlvN54Y19QW+ePW1ybzFeeIHpER5Xpom
lodNsx2FKDfyANY4yiaV++gMpfFUbb5BSce5Hb9PW4OAthr06QY8kU9QjWHaxJk8ZvCXPbc9ikAQ
79Y9KdPI1DfoqlHbgXt0AseL31CRu75IcTScpJs5rFAZGxEAXSeZubFTuv6V+IACGM1t8ogIJY32
X6z9L5AnyXlIou05gfDz5KSYW0ge4HaPIOm0ko0nh475/oedl+xm4nx4kUg4wMqnGsMUDiRZYTEc
fSpXcKD65Jw20hz2nGGhB2PPnQ4b4t/ycTkaBMmpgvha/ZKd0Q9NzuQ3t7S8oHNkzIGp2H3pbL1u
x9Y0A79q4tqjNiOfqjjp7EsqZf/UJ136Vse9/g3rrQguQByFWZ5ln3ekDrM7yHDVw4yk88tCVR4V
K5wnKgjTUQNs7eROGkOgtxHnoD/zHTBX1ShZn5q0hjld0ndElQgR2851Hkt1cCSKlkKQtomr3iG1
tMiGeQuAjprJVi2urwMCx7b4dTAr7uVCdxu5iROxj19oOi7iJk/nSB869DHDAd06DOKHPVf3bBfy
jsW8neCzKTqASGb7QchmXjn4Bnc8Et2OZ4cWEW3lDDwB92R0GEUWXsadOlaEiQ3d71o3bV8S1FBI
BqQrB6V0hOszArOGRxmjxBz3ZrpuE4U5k40zL+8xDevb+x3lrzy0YyIfEprbvNol7Fbx6VFflBmu
+jfOV3EBz88dKY/C73okYQfmudRXcHuVKBCVkaclVkcjy47AaKqkIJ0/MLFgGy3zu+eUiFOYAHQh
WpDpt6YiFEHkeVZOg+gNdJwN85dO4PY7GMM8rMJpr1FBmvRJUT/wuyiM2U8itFUlhwsRejz4zb6S
PhFYxZgAkAMIMShTBJ6qO3TZNn5HjTd8hUNX/cv5wNIiziKJ1MElQWmsJjuDDb6iyyy3OZ8nbJaB
fNNume5xKMRvwavlV8BY7nHJIB4sCGmxJqNlH++WJefXRUn1g3dj+hdKNvHVEiPQk0k7Rzfbotxv
RILwqKB9sjWVRJ10P++D2stkZflNLAeKw3wc6HOLJNS+IFj/qtjnTt5QVCCq9I2lw7Feh90e5ZDM
7sJjZ64+fodABP5YXuAt7Ii60wDU6LzqSgYlhPgKQ+Wkq2Q6gWhMITJIy2mBXdz9mJIWdkXIBWv3
x2EVONmyBOff475PdfRtRVV3TcM6HtpJQYa5kxWIa5aPbX4AwWN8oX0DR3uSrFla1KyW+dOOWesZ
iAd6MxyKpAYwlHXu1o+E+FLYLQIz1+O8UM5z+lXJPn/Y6eo+uVijA9/FWIcyEQrYx+iRHj/hOlgH
/9IhH/LHODbTeSXZkByizdhnBsfo75Ez4uRCNuqbyTOUfwgmbIfztmj9BVl/bK4I+tmnxUv5q9nb
rj2DYrdPZVgB7R25gWwTgojOvHagQz9AfGXvewHVzqFOnQoHYBZ8Li16EHmVQOWnM16RXykoRvbE
RMybKuHB4TkR7WW5ZiT0B87BMS4VEQo9BzgfYzWGhD3ly4YHivdWvhDK7g/EgLtcOFwW9XFlK64s
l7jM3iyyWd50Ogyh8FuHeQb3SXYiSRgBoGwbivBkWMBCnnW7CICzUlUK5rn7QbNVuqveO+zUFlQN
esHvJvkhRV7CReeY8C12jMmF4qd7i6YF0HuHwuQuZ1AmHGvSD9tFtK1LLjZPxLcwubl9FFzDLXtq
d4sNgZuN+wvAA9UeggBAdt6jdeZlMpnsplbrBmWJF7iGLJ/n+AG11zaiS5hHVWbzSjRauGZeKkTj
vN+/tHZ5fpajbL8mmqj+KR9jFT2JLaZbiQLdracIUTrjsd1E/DjNtnlrxx2NdKo3wJmwdGkxW4mT
+EenBCoQ2PwM8hCPPUjYJAQ2IQA4SUf0tDNZK+21eOibaP4rjJNm57R1+QEdHoAVSHv6rsAD697S
uWGV2KcGYaTZNqvKclQGAY2ZO2b5ok4BcktRtDqNfuyzEHdAJDJ+2pjfLu8eg80P1gfyPAdp0AuF
2tz2BMmKj0IxcgEE+ai6hT3E8A28xmi7beE2B21loLUA2GiNYic7rKCsWj3J1z7vtqYgMZsvyF1t
kpLqVZ52uii0zLtJD8QPAQW+W277pEnQpS+r9VW6ppKcIhH3X30/0LxC1RscuOtu6k9IOmlxJU9o
zIq+pdnBAajMC+PiRjzPiervkATVjMWAytIgZMWMz8rC8AGny2JOLu72n4pNmAp3Kl+S+57OYTzk
OeS+19Tj6AfKm6G6SDVi51E/RSjWCPUwHCnGVCeqWvnu5gOMwPPm3HKS8RLoKDNH2DGZpbKE67xc
JIT8fFg4Zh4b31zBkWE6FzFZcKKyxOb3aRatZZRk+sfK2nZGj6HJfGxIcAIGfitqHrLJI4eDaoMs
F8aANPe9JIVUzoyX3fabr6zbVFZ0HezmKuNBYTu8my5f4OTIH4Bbp1XTMXmf1QnWCdXiCx8p8KoM
bW4B64vafJHROKRFu+YdSr0mj0O5uqRpqxTjxvevAhJIseST9MUSs/HErN1JYQbWHdY0Na/1pEaE
2U5o+tVgMGeZ8/A8Bbd9T8mUQllvMEAol4CS+zBpjZMA1KaMPCq58k/dvrfw4Kr79jlq5y2591m3
bmjWFxh9OIwmkJxaRyvQUVCU+5ODIy4rsfGELYa+1lGBUdr27KTfpgqYPu4BOgH/K0ZkLI4XIjvx
JnPV2t8765emQHsJtID0Dj+ShaXpTR1YQ0trEws+bq2i/dFzWben4KLZo0Ie81tw9cfHeoJ52oFb
nWWVBmltrFaRt3sZai+fVyg75nKDx8InTNbCrz4WW3ZALdWc0y5uTrjncTNJb64GuBhETuga3ycL
s3rQC9YUzOq2Lr1RflHDddNI1cFADTjDeZK5WQ9ds3VvHmD3QTrEaSwJn1+ZibefGxqbKwB4rDq2
rZ/g3gStYAexTnZsa588TGhtLthaeqk2lviutAGCJXQ3nWCwLmLR8Cl2ychP3Liuv7xT5LcSw4Hl
3ibgBdxggGXz79u6x5jGBVTfODCC+dX3YfsRdkXlcSFz/KmRmI5J7eMLmAv8ZlriGl6QfTqc1r3W
qNAxjPk18oBVILM1Bn2G9QKDYe7R99Yw1Uw5gL8ZWpFP2bI80DpNKpMm7XxGgeCKhm6ITI79+DN3
6zDfwRjT0oPlcr9pE04vmWfhdlxMelIkg08sYDmVAvMVaIjgvrpeHB40AFIXowUVAy44VHN6KMya
BMAOgEvLTkMocQK9nv5U8PuPijnCcGbUzfwbQdKxxlE/t4WTuv6ydX4VWF6DcJWMwoyDZ/HjXRqt
+rdJchTBaUNEWmCYiSmLkHq560fr3dmNWfuyRgpDTojGPq+42nAZD7sGgLkmGAT7zF5rk8fPW8Tc
T6sicph76g4xwayswRmDg46hMmSZEgdGibzu/WSPC8Ofj8mojoN2wPzyFpeMwZCnsCJTR8DCiHFb
xKx9NQFZe27bHJ2Y3JFB1QVS3/XaoeSd23V8m5vWV3VIU9wqUWeKPqP7sdZw+MPMStbIu83peRF2
/iLWaUJANkzMCyhOxN1iRH9mGxIaMdvR/AEdGObdGJqVtksDQIBasteh0/NxNFI+gTmQVSMXS7X2
6fJ1ioatohg5P3sRdQ8mhTssYE53VqKOvmC3gy5KMnDagYbFp6kO5LAMABBwF8pTx6YWO0jXaEsy
KWhpjMa+NLtFCbdB78EX9RbHHvLLNHNo3fR0Hwz4nlmNureMMdo60wEYAAlS303M0gKQ6IqWc4RZ
4hqSUCA/T1dJnrBqM/55BiukogxSqnQV6dm4ej0nyC3BKbJtt2g2tuOKHfE4p5E+g5KUXrruPfA4
MvsJriPd7dil+QGG5z8spGwlXgpRVh9quOO7Fq6Ym9Nb5fI1f2yblHxZtKMVBpPkAaBud99rE//A
YmfVnihXMjbXdbU6gimHpLJwTBGkpe/1oW7n5o1JYIbMEIk8klhVQu4DTvEoegPdrAagqd+QLGdO
fKmz45yBj4V1kfwUkB5O6rAzwINVAz/jJyX0eAQijbFova4VC2I6iXETUaHr+S9Y7QGaaab94l3y
EwX3Ly8X/gyZLrxsYStwvzaYWS3A6T8RScQJY19a6WjNL1keovth8W+8d/2h9QrTFVnnx2TAaA8t
SIPbshHJJyALwwmgVXtFFL06gnTocZFvzS+ajO4MHJI/dWH8NIhOf+kIT7pyQg0AhdJQw56tbW9G
PWbPcadFtQfgEceI56ZoVcj/h6PzWq4bV6LoF7EKDGB4JU9SOMqWZL2wbI/NHABG4Ovv0n2bKs94
pHNIoLv32ru9dBhMl5o5Eoe8d//gK5v4PFd5sInu4FdKE0bHHteuziBZ+jTZ5LplJfREyWWPdeGg
GrAmtbOHnhUHP72aFLFf5db7O0mhkejD4FhEg5MtpWVjwXmbFy7CJnTQY56UqUVx3y2T5zsnE2Kt
Yio1z4WVvACdXD9Wm+z9hbLN7K+MUusBscroIPlRTmvwRzZmKB9ZMR6p48DiS/2PXaZ2btJ9a+R4
KKdSeVeb2Hj+FVdKDLd83NjVpQdJgMytx/LRU03o31vdNYegWDvvw/iuVbceGyCRG/15K9VLgqVM
c+2tLrekaJW7/UgWXaq/sbOFyqQ9mfoanJc/oNog8HJLZ+icMluCumCma9zka5lbauggiosH5M/G
Peq1z//vRqyPXjTPb+W2VF26TbF2jvmqapMx1I0oLYMZdJwbce74e+U4eOUvo5oAzStn11T7UBW5
eqehHKmRWo6bLqtaa97Fjrv4OanirTwRbOWKLGnVeGWo4oEzNHkz/luh9/q3sZamf3G9etdZUnHx
7wdc65p1hbys9f0wjarLEpeETfpOZKwg5Vru+8d+ni2fdGGZ1qaNYWCdtZurkRp89n/0t0niB6zZ
IsO4+JydwcSPVFuiejebtGNqF6Lg36te8TB5HtKTe/TN5v1EeI3dp4YhS/GvJP7v3xJBYhMxB6he
HVYpYrrZgQnDDSskXJ8t4aV1nih95uI4xaXzlmw8JeTfBk2pBGBCFTU5CcdSknPsLFV/iue5Ym7M
ovE96LK4jJf9dS4RZw7VBPXE5kB2DhhY2mHeO2RfkYvln7uNEHxH9LyB1Yh7WxZLyj5o0Afu/Vkf
k5zV7p+NdPrtb8JIKfYIztM7ocreQpbrnimudWbKXE8V4t+0j8WHXzso4uSD+LFz043lFHeHegQ3
u209kKMGMT6Z82tiZOde4H20uZm0M3XDIZq6uH2Ydr0n56is41HdbJFbUBYVcWi/gnXpimwTPm7Z
ol9Qmg5dRwruj5LRlv+8L8KM6rBP0RLmhGWQlE1uqmvlg1NR5yJaexAaIuATWlOZAwyMqeMU+/3k
+pHf3dGT0u2mvUdY2n/SSCmnk7+GlQX/KQdGFncYe4tBn/ZqZQa2iCJsrwo9rP2DgNXbj4kDS/6r
3VkgTIZVu1XiIrCBBh21QgQrh7bV8LsfZq+rYvdo3bDv6Z3K2ZlJMLWuw7Th3PFlFu0N5wkN3KXv
B89+imKNxoM/zXHVvCAWmG14iIUXdeJA+oiyv0O3CPdfLVu3GxRuE7a/dyYCizpVvl+UpzGudjVm
kyetuhYWATvVNMHisDMe6M722zv/Mlqf0hTeaVYZemhBZ0ScpMAUWuNPSElO9P4x72+iI29fG6+H
eDb6CpXe9ldX0poNJ+7SKG7TfJH0J8bnnOCT7trxNy9zHVzF7FUqVZu/BSe3nkve/kb5Zba6U0z+
yJz8K0pR/Vqpf/YZnauU8ZQ1PnhBcR6DwrYveThxXVvR6ScOk7C+Qdzq5GsTV0v+uIl2na/OCJ16
S1DFfHLzSXcHmHV5JBRcUpusKv6vTOomSXe/VryiBWUFJaOanfeOM3s48vu3y7ECjW7xz8f+0Q2F
XR7ygIHOL1nYcPyC+PL+U/5uY0YLCKiMtbc4uJeI1PQcSBv+OQ81wJU7JO1LPFaJ06V7yDbHw9oK
TxMnELSfJZDN8pjQXpgMYTRS13Ko4upkfN7f45ggAqf+stvRyxSp6fJ9G+bNPyau2KeU/sE+mmHY
7JCuGDxsVtfMX58cqBd5QmJeu7T2jTQUJLu6U55a9ixnp295ITOOJdiiNE6T8vLg5hy8/UUVzhZ8
iC0U+y/Rx557MAsNOcPR1bzvnrtqimNiG3+ubjKc5w1izS/C6CbxZ8Z+ErY085pWslTVE7xKDDJq
XvQqYoKdAFtnCfeYPQwDFEAqbRnNl54HwHvLG8mUaGydNlN53T5NQazCx4lql6KlnJcdtbDubpum
iuwNO570Dfh6+EcmuyiPABvi0wuj9bXgmyV6cFOGzNYuhAaNhH7RMALRfyGz+d95zttyIZV/6w/k
IDAZjASl4E2E+h7cAiWsz0EVGIb8XR/n6SLF+rA1Tt3c1U05UG343fIrGBN/fxB7Mn6h5e3/dXnU
NVky5mWQDksQoOoV+EQc6NVsS/I1zuq1LjsuDhldGDPyjwuVMFITX1aRVtZpr2Mbh8e+6NazjKO9
PqhqYwwhvl/kwUtQQ8yov8ptZvHnhJzOXbGORcQo1GvevWkd/rYIhf+RgDzYV8vSmi/jYDt4rttG
5XdaNw4Zw8ZZk1OOQq6PgJN2PCT91FGYbH7ZP7DIYeOxrRiinPB81c5LCN+B2cs2+jeS3Ddn/D2u
n9J9HxYm+ns5Itk1hdA5SkxR+9lWLRBw0vjJkMZu7DdcqFLkjwxw8Xql8K7N9M+dWc9zLEFZKLZE
siTNoZemc8/OqB3vUwz5oN55q6Lt2//AgGtTomkfE8bYOuWL66K/UzI2vyt3UC7PkF3KEzmcY3gH
Q8ZVXU34vsKkUVFmHde7ACjVE95KBgvzNIzPa+gphpsaVKF6KrwhKF4YVIUvjGCb4r9woqcQS71+
DmQ3PmMx3fvMDTkfsEwtE2e/s7TOS8HZ9RzkexFlUbTK+BjuZQN2GiknqO62dvTbjyYYe47LonTk
hS1ke3RJYkZGpyhkPHKC8GKXayE2EJXOxHh3ZKFgfKK2FuZV8ae7TjczBJxLUdDHZjpWqyZuwy8K
5b11O8Pd/dx6nfUPDca9p2IeRHIMoJJ4rmy3dVlpEsN4lhUCgCspwfDR8Fiapsy/WtnWbEButzWP
s3DM4yBliGTV0VdhJK9xQWn82DWbvumGyg8QobXiXFrqZLqdY7O9jZNVZepIbyrTRHWoDgMS57kz
S3ETdZz0l9Us05YyNg0rBA7OobvRTNa7Ax8VzevArQTU3geGX68YGVR+SrsMwXFLxoAfY91Wfdhs
xW8RViSghkvevyb7Fr0J1vZ8eIonOZvdTTj/DEs8+GfZ53+92ddfsVij4bSjYK2sNx/34thaRseZ
Q1kW/vE4+1jrvrAZ1XmJt1Da49qVk3oPcPY7p5Zsk/w/lh2H0Ycd5fqsC6+9cyh1XqYxVjAojeb7
anNp0BgWtqsKJ6gnBseRmXjql7ZX5VOg+lY8ri4c6n2bs6p+7CBauDl78zA6lFXQ2XXTPKi5RFOB
/MRw1ZVte5SRU5ID0M5Wopa7hf/Ww83dDO4cFk99p8tso0tIR5rpNd1kmFx0D9+59o769EU7JWlb
eOXj6BK98yQ5FcuDrefhJ51JAQCgAqqugSFOf226VrfHfthwGM11U5eZiIOdQ6z3EmJh/N3jjIpL
+zM07pCBLU8sHGJB2lM7TaJ47tZaD69xNJT1jS5b9V3786qk1viMl8zqy5c9nCvYaw/A71xS/Xdz
GrHkBvaFWeUrHUkyHJX21ofA6+W1GHN1k1AvAFokjue/QLTswYFma5rebeuBV0Zb2LVv1ZiL/lgV
O8SOiwbDRHDLp+JBsB3hsXFFL1EYmqk5FVvexZd+XGV1D8RXMyBe1Zz/Q1Ko558qacfhLfctqhCF
1Mw3YLvpmjOQDU4w8HPM6HFd+MNpHtRZA8qXXERoTJdkmNftpoXsfakXr/FOozfm7QFp2BRPrs2R
uksHGPOhQwwjYKZz6c1Tf/DE9mKdhcd+bIp5xiXBzSevCNz8En3lASrWvFU45eUUpn1uZ3X1iczv
LkFjS4vAMsNyMiO352lwulML43OjNo6KtMZvsWYUqvPD5EzLrY6J5OmHoXhOomm4nVcvVGnihNBA
joGe0mgt8ihL7V8L9K9sWJxgu1M69/1PKgoTZpETDP5NYKX9V4+8RW+bbatru3vqa8JyUrDcY1uL
jHZ9M9d5TkL4Cq6OOUOIhfxj26hb3y2oQ9uxU850s5FyyI+phuhJ5t9RuM7iLw+GdW2/dRKOZ7ZB
CfxJs7+LCwi/1KdksxHpgpYiOeu/pzy3zDLZ5iLy0p4DdyrWv3HC6vgsWDe3z5Zq7m/AEPSLGpyg
pN40gUkOcuDqysDAtvJpXSwUAm/iTKsWiX+gE13WzYPXHPmfqwC5QYX+na+cMbmZOqXbA3awIszy
hh78D0/18lVYMx/hvLAjBGE+6OPodvT2Qdt568krppGC0NkfpVrjU13UbOJZl4VIsNnlsDoMSsxn
ZafhPyqs5rjKZruXgdudcEwuh53y7n4pmGsOeA6+tmSoeSDHhiAkOw6HYJq7J7dmLee5ZY/LI9JI
dyndvXtUTuUfOcs8NMfdrCdNLZTWiU0ucqzNE5/yvBwpCdsRmiQUc0aHC13qj8VpKdALnkcuG80X
6CbBq9jL9S5IxuUAUkGY614swKqBTiC6hybSjAXtxn0xTQGayKCvgbTFTzkGu/ej1u7sBucNF5H3
qXVdsXSg3tp7bxLy1SvD+COHfGN3puTlSmMHkTjCvDqluqu9vywEc20qknW7lnLYLq3fAMF0FoG2
199jg6bt7ghQjws+e+3/8YcmHE6Iq3gHkLfbLlt7oulvCgs/0bleMV5ELhOfksAjsUoUwT3fGGXA
rnPAqsZV5BqL4CGPK0ak4Rg480niznncSzNf+Us+wbYINiGIwL7iPcTU2sS6cbO8XMTFSmijY9E2
zpBpeDlLKhN3RWyn4qbYnD0dab8u4OPT69BoP2emFK7mJYp7Bg2WZL4hbXTkmAeAWbhwij7nR7j6
yOGbXr/vejucXU/G8xmhy+zHnitR/BVi+d7SAOnUZAwmYAw332/tYabPNY/MhYHVOFiUHI+OdbuN
tGmXu8Ji7BnOu+gD56BQR8sXxKVqul+chMYiRdxTFJa1SJzkNq/LXAP7tHRHCcSRvIvmBYXUcEFf
OAYBs+Z+zGkwt2F9op8PfiXjFGI5CtZyT1snKN5D4LZbETnqSZLmFRwDqwf3gXJzyQ/uACL/IarG
YSwonPgYbTvVMg9tfFE8E9RtFNhlJmkfkcXcXdkDpq7FpF0UDvrJ9luZM8zbXcXkeypyiA7Y2lcq
lXXhv60KLBnt0L8RUxo5t9tIx3ecElf9CIJhP3CgFG/sj6C0JVivovyubBJmqkeSKlM4bQ4Cxomc
4gIR4IF0PIouVPn1yHfs/hI0JsdyCaQ8cVXCKhRgQ2heDZV0qrcG8mQzELbXlYI1zLhN2UZLGL2q
Ty4QiHlyFzW5iCasvzl9n8PsvUGWFHEqWyiGDC+JWx4LW4fh07bjDU/HcNzDx6STkX0E5Cu3G7iI
780FgrfqWvOqdrdrJKfgYoqxovcT+xackyF3y78elgPyAtkmRTGE4Lqlosnjn8kQB+FT7A5TwEvt
lB5Oo6EtDmEp9iVb9rwJs5lDoc/0OGMzSRXsm3o2M3cvR3/RAmFlpDWKPpu4QBAjlnyG5syMD2x7
nyxKSyBahtnOD/7dNbjZsR2ni/Dj+04PQ351td/mx63fi3d/6ctf2MMYdwel3KKD1kYyvk2CIF7e
UWOD/q7bIkQfxpRgm+CsCi7bV9NpFHTQ6YplymOuCgNwaKDjGRZN0w8P08546qaoEuc+jta/RTkm
pzK003iZffqFtMBJcYqgPgvUmWV5UMO8dCe7mli/9HZpHKCXqmBRBBtGdXlck7754yDiTw99WcTT
MQgScw4jZzPpNrSlk9bfLgPq5a44mbyqMI9gVs7CPYz/gzMLXlQ+VvflEKGAxqVHZxtvFbCJtbM5
aUqJPcMlI8Y3dFs+eqeIBFN44p7rtGhZOnZZhrHLH3zHim+359z7AOUCWuwaEFDY/xy2qXrs+z4y
6WJC+SbHzfHp0UVc33sS1+R1mxAn/hZNhM/L9mX0qr8xLgQ6NOTbgIl2d/JqaZGjnN1eeZBcKulm
s5dpkvlTa0ErXzsa9qeASxeGAF/dIZfTbu+9umqiU4zM/UWxRaae13OKVimcs/0Qs0w0XkANeR0b
f2XUv1RB2nhW8uAM6ueUKBZYo/z8ZVehoVQhz+7irFv5UW5T/8bbjHApc++yoPL+UZW0r/suw3uv
n+xvU9XtiUyk+j4SUchGDZgG1AcAw0rXfwi6GPus9aTBdC33ewcwb8oWrXZUv0J/dhgaaE3HJXro
cIZyQ3B3uk7f4UxsGJFH3jz+TKrQQU5r7TsQ4/5oUR9vWifCO9jlSXWsibK/c/ahenDblc7Y5g7T
r0gRjUMr5kUQ5sVyUq63nkFH5i+4MudxKysUdkjMO4ylKjliaOv/A40SGY4ZpvXT5rzF5aZfBjPu
v0jl3u9dzCpPe7TfNjxIZ2ol9SpWxd0lIr2cgc+L23jV+mZwPOhqp6HGJP5LHF25/mEugRtnKut7
qDBcYN7usrwlkT8Bh0dSfPbk+2LsgHLyfB5ubCHFxdt6c404hQFOuuFjKIBqHb6RP+VaDf/6lg2G
7j47bzvU0At5Btt9s+7LTQAEcu/7tf6vMb5zw7Bvu+GvorOhrC6vLLZO7ov1m+ibcpdtoNbF5qmp
i9t11AdOspjBo9sXiGHCHNFMUSEBsiXjsR3mJqnRJnHR44IplnB8IZNpX0HAYkeltJ7ds+cBOMrN
6Y/eXG2f3doxcmW4VSYHs+ryMpX7TFtMZn2ma5q+1Q+qwxh1HleqADpNd+oVjksm3FnRJuAR86gX
GMBIFdfJUaAIOh/aTDTur6mJnBsWVOS3ebxHP3cn8BnKxfKKBjL/NrWzAG2I+n1zI1SXZfPuEVi2
G2e1yx1GmP6QJzo+FgQ03o6LUx2cutjfkUUJYo3Fns5Uvt/uQ/fs07ySRbqfMEj9iuBrL7NN1gvN
rP8rVuN8N1k5PDM0ZPrqT9TaJNdlzhitLXKLCDjyKucMG9tgTRDJaceESaBnbv9YF6dZjRn8I5x7
/bvAQfOMNI7heUOoZPfxemZJ28wNyWMEfayXAwMsb8pMH9l3nl+gFTXEP3L0rebgraL4Z5reOSIE
0LOiWT+4vHOIt0suZqpS0V8n00g3k37gvhaOVDvSvOhuTdGMNNL17l3pwsTtiODJZUMcMxAzqg1L
F9wJrqCS76XRc9aopahSVoxhkY43KgjPTofGW4CAmKqY19lZxvgUNKb9iMOAKSwjuCP9EKxctE71
E0wYUx0GBc6NGZPuMvhogKzpwzjEGd2nVP7NAc/d8ifsw+oTf8aE6BFtBI0FzXUsyu4lmUw4PHcB
LoKyHLvPqd9wNieGtJa0nIOYBgdfNI66FqLIm5uHsfFBuADLzq2s69ulyxl75/68owHu5rYaA3GH
Q1ufHbSX7kjt27ztFIXwf7jcMGM4LQoji8ikN/of3dB89XGo8B3PCxfhEtZsBSAkBWEy9L3M3YCr
L7XRQLrl4qFA49o+UFWsh5CZAvjQ0p2D2shfHlDew4SX5ODFPTctX2vILbLRApVoEyxeH5qMp2x/
F0BmS4o0hv8uZCvQjRQ7MLma6NBLp69OGzQEvnb0hugWP6T/PGyhfi6sNRflds2KulwuUE3K/dfU
trvFoi7g+TsH7jAJaMCAslTyVzFZLVLzbf3LXL+a77xgaa4k4MzRHeJuLbHm0xpeQNQNdBNsUZ1S
7PR5umFKu1AKxldV6vzIMBicRI9+1rEk4De+NoRkSLD5KCY1/8jxYLofRBkkz7trADUKVS1tnYb+
hgcQM8pyirrZvek0qA6Wz+Vk1gLPV6m6fMlWMUe3qi1I5RuSod9vXbIJKM1mtz/P0+6SjitG+yRD
ivYmGdf1EIWt/cjDMs+6klzWc0Mcz1cxhNNfigp5MbRUJytbccQ+M7x5NnbfrL+6f8cB94pc4px7
ySL5bX5bfJV69UrwHi+4L7t+PpIGC2bMPEc2qY9zjwHcRhxsUjnuLcTFxhxydr7mBDMeA+ao+aG2
Lrjp5sr5xYgh6C8GB/Qd5jJCYpuuutmE0lcWlPdAnsmg7htn5dlgh9BDafjdEkltyxvFSIqU2hIP
07QlKdOv/V8QVtMRx4HkZxLybSN5v0qRvNHloHdfyQDLrwJ45aHwx/7MuG3Ej6TMaWZ8EKROsY7l
kfi94XUdFM1a3TKKKWt/eDBVP/zuK6d/cpLQuchI2TcF/YX/k2GUzeZkGWu8LjWTyjBMTt7StM/W
bv7J3axk+DAkf0P8SQQYWPENYzfNZSbF6LigOz35Oq7um9xs799IzIOHsv8jioL1sy2pPvBT2f+0
OwGLzyu9Q0oD294yQjOZr5fp1oH/f/42GWJ7cXgoMpWI9bpPHWaa2bN/SuH7LxGo9U3ux91T7dnl
t6/9zce8ETYDpz1SA6QvU1Zi1hpEAJq6CQuEy0EYREt+CvZ8fYDkI+SQWLW+zoKpZpgNHBFCRhXx
8CNe8cweuWnMYzEvdX+c2Cf4GgquiQZ/6+99CUCL9gQh+kHgxap/VbmLzuQaKPGE2ck/AWl4DPTS
2r8VUWSnaQ6W+DFeXbii2WmXe13gu7hlc5J4nybGVMdSCgUCOI9RfVMWMCYDQ+Fibg75VMPgVDXR
eGec13H3StRK4h4nUw5XSGHnhzcyhD4lfaDK0xChYGcNvGNxwkwk/xvLPBzORuGUScuY+5swJK8T
740bhu5Zs5vNy0zLl0CgxrpaHUL99biy98XJbyez7onKRq4BcuuMdHOT0fBt6h7KzrAuMNHYqRgn
1avE81Muhh4Uk/QpWBy/Zh4AZrOf9DzLGycyyvvqEOSzuc3d9YVLMJrfti0uyhs7eFvwTLSa3dNG
Oby5NHP+XWT+j5dPuXkE/Yrb+y53WtLcKKTr6UFOqt5n5nCuPZHUARK+6yqID86oVmc4+TJUByB0
jyU6OhLjyL9aDGYRB1NGYvsJnP8tF9LpOliOxiEm1oSQmPuW/D3/nRXxbfKGNtsMnIxtYz7Gkgls
dR3DyYdp6NXmHkVHlKA5T9bQ7yLLNvJKWoq3ZUx3FGxkApS/vuxzQxvUhMAvXS6Ccc9qGUz6iowW
x7hNOqkLOLII+i6VRa/t3bgkfv9iNeTdowgF8HeG3dDqJz+mb4dyljJ5E73Qc7qvwbLfM20zv+SQ
AIOk+GSW01CicyapzsHZKKgjGa4pO5Gj4RKE7nbwJgfBvrOT+5rgmr+Ge4w/gwHh7mORGKIfDCPj
D9PZ8IxYqG59modnvfvPpbfXl6hncrboKMhUJIPfCvH7q8DBcruoIDiaIGIsMEJVIbUb9yd1nsPd
QWpNhfXyye1cCkkJbShjDY6yzWF3lF1D/ezV+QJGlLRXU47xG1dEcg7GmVuqariIvXg6V1gFPkmf
4fRQkrIn7SQTpYgwjtvA2/d/oA1uVutvTGbKew/5O2yf+jUun+zoRCx0GPpT2MK3T1PdSoapeRsc
wJK8J2Mdc2US2IDofvsN02qrp586j0CFylGWv/xpxA7eV/vJ7rM5FF04vu9KwP8H6/4BIaN/hJ6D
ltPK3v1KlL9dEn+Dx6HwWd5IPJzwyFd6z5BTdp6NYdsevlfsfg4+zsKMhjI5+U1s7iq1tO9BO25f
DXFFOit5K3w0dv5XliyDextpEES3695n3riDZEncCGC1RM+4VN0/TsXyHtyWwZv1qu7aiKgu0m7c
l4/OwH1j1hnOki77PqZvvUwKWDo1eHw+R/aSvajNaOh/+uZTwHFAV4dBnL28ZfkmnKH46svNpWqf
luDQuKyibRPffR3FtDrHPSa3UhcOBpzeV49N1XDYGNINfgZ7jfemCm3xquJJ3QKG28Pa7+F/niOY
HDA6izPuD3BtNfm3G8LadXI979MP2v2pjyCUBbahe+1Jz4Vfn3OgFfwZz4XGoIofsj4uoa6JXfGK
p4Qf8WGK7PQP7yWOS58cDG0wtGI7jeEY5qK4C0ci41K/dPZPRg36YWbUxRi4Xw7kXdTvM4aJH8Xq
hgfSC80pLIoOgzmkrUh1LLU+to4XdgesoNMDm92b8AE/AvtlGLQxln/xttn7qjchB2gDsKED1nkt
TsYZbOY2u/vWNeiBG8/JfhKRP64/UVBD9+IBJI0nwiXmT8Z7nxjvYD59bIcqZQ0eVi0ZlfGh6Ydw
PQpaw/pBzKMsruV3i5LltVKHydS9zdZ8ZATUl9146n0I8/Ni9XYmEJop9EI+4jckkSRfYVw45clJ
Nkwbg2fWb903GOzFFesE7kf6ycNIXOEl6Mv4NAhQxdvcmbE+g1m9EMODhcf4IwVAElWrvZ2H3j8l
E03eWjkaeYwZFw3GvHBEL9RVS0zyUTd3zUVv3xzld/zGSXdtyOQrCZol41xbDiv6w2WctvV3ZfCb
7HKGk0KR810e6oRRmyJag7UMK7s/nUHBm/r19huihdgqj3kQBQW00Xekbq0yl9oMyDxqDEbWvNRE
nujaZQrbQz921ETOqolhJSjIXtS4QhPTKt3yc8GBrubbZCGwMDMlHY95lLc3ITjxLdFJ251f4ovd
S2jLSezcBx4NAk/YOJTiCAcE45wnu/wDELhNeFBn9WNlvPlfy3X0u2SDx7Hz/O5R20R9aNrf4242
kzFm7s+9iHBzNvXo9AfTFs5rLZPxr+m87ghqjwK5OnrIvIghfGTj7zUSDIYCnLC5Qm50+v86clF+
2DxCDZdzqChLLOBzLkHJm9LVxzJegb1yz4F3Cj8nFnEixsbuA5mGDTh6Lc8TAsmJ+yh/miJjfiRD
0KPX1PUPxrHx29LhLAMdqbrutE58fgAiSGsVZMDLSLYabzqurb8bzcvJmQIIPpy6f6xsLIRaPIxZ
BDBJZ+gyRwYqR5nqdVFna706twLh+aA3QQkMi+GyItxj1TKL6vUh9mBuz8IH4rpBlsT84u2+UzFH
H1C3UBu0OKwRKNvN6uruQhJs++xXTI/I9qozOgF8KckIerg7BdXtQojVr8V60FMJ6EjFDt5LPXtk
01jUkEcuZ/PBngv94igiHPAb0rz17oitLPHr/UxuZ+KeaItscdPUvSx5srV7ZSL7TYeg2txL7r13
sitmfRqXqZzRPMPuU2yx/a41LYmLttDe8AzwEt/LpJrr92KcfXJy/DrT7eBftB+M0c9gmGzHuYOR
LquqYbzYENc6bSiJBptkcUVjh2V/qYGZo0PZCc8efCv0dJE9WCRUnhszpi3FHKBatNNba5a6O83f
IT7nWVmy8kixi4pzKPrV0oOEbfeDDQNrnU1Vob9Bt6Qu/rRbXvEk90qjT0YkYeWvqyE6RWTGjBWN
gd939NAm2buAZCZGrn/Wqlbdv7mLQGVQyJr2xnz/7bcqNsK5ML5wugM2iZ3JaBxrrFEzoTD6PkxC
1/siAiCKePWiXo4vSS/KoMwC5hDrbRtsW3Rmz3DSsXyVTyQr/8fZmTXHbWzZ+q+c8PPFaSSmBDra
56HmgcWZFKkXBCVSmOchAfz6+0H0bZvVp60bjLAdkkkWqzAkdu691rd4zDrLsBVyDsdRst7B8Mhv
GU96t3Up+vtWlYOxruWIgo0id8hOWpt16kgjMr7JSYn8MvXOmC4JhlfRxnQy5W9S6E+7orTKY5Qn
DDXopTHFhOsiDgO35jJMKvcxamtsXBa7wO8Rieb+wSwo2Z9jKFsOdiNYvohfx/FlZBhSETykmhcc
FHAJ+45929GuPV9umeLY/rpC/30KEhG9DDj87kxttL60bChQnaAhw5lgh5F16CCVjIsaPAxcMbaP
7h0jOVXdxX6xRGFFDzdjMSpd7+gD7Fi7cYdl1MXrNKwBF2KRQbPV3hbMRDZGO+mXI6SPE9N5G3kV
0qF2iyPRCxYp/csHVEExj4Ek8KlLQvWjZOi8pedhR8uss7t97Au7WygFKA9iQ/TaOfQ7mZK56oXR
TnwHpkFdebT9k1Vl033jw1rlajQKe+cLM8kXzMrLxw6637aXoXPMfHgsKaGaP7qSKc42EEqxTGvM
tDNe79JrXWls06ltLgVq+WE9OEjPYs9o4nXos0Vjbh5jDPfwUeReZm5ctOT2AYkX38tqVOgraKGy
RGeC+GPhTlqM6o0G9dZsc3vVVRgjgDxRvHJrmyB1yowlyqsGzC4tA7dv4YQBbQGeYNjWldSZOk/j
fkgY6TErCOhesnVfwO3uXypZKlAVSeupfeeNclOzfdvYdZxfoScEZIVMLD0UMVlRTMjVZZol1cHx
/fAyL2IfQVprPshME8khTjPYCB0zvku3rbytGXsAwTT7XujFuLd8y2a87SfeIaEyAcU0qp2Mh8a5
zivfa04M+ylk4ITE0ihW1TjAZvO0UJJfNGFYqkr/GqfddBobbsy2c4tN04gM1B7CH1BG2QHft8X+
LsehEUJpOkVMU5mAt474Cnif2tiPwuzND2f/WzjUXwOrTZfeTIRa5lUqn9kHiDVjoGkFiaO5ops0
okATvh4shdZ2Yh2YMS1NosSSC4UUd1sY4Bj1ym6eBggR+j7mYUot2ZWrrhT2zlJdXWLPSFt3VchE
g2aUOmvsT19SGze3I6ovmVGKSwE5DfbPpLa5N9n3XaQ334lYr69rB04S90ZxZ02TeReGoPV4bOq0
6sh1ktGiolm6lUYS8z5TZC0MKt3aRoCefYcJMh7NZlBrW7DVWXAzCVbV0TTor+k+yL0Rys0lathe
LhFhu4esrwamGLBFKf3cob73jCHbUA7RaigT1XwrYHtdjM4McmrVeGcLONDLpuSJ1su23zbJVO6b
wfLuJi13rqDG2Hds6LULZorWUWD7oZHOic4Pekt7t6IRlGxBjkgdwmeSHnNcKGI55FJGF1aali9V
XYudhXCMLWcwMEWC57XFuMqTf6xxfhOp3C2mqFW7MGj9o5v7auWy6H23CRS4d518oCWSg/8wmReu
CJVtl2HW80RWI/blOPZ2Buln2Af9FMcUtPvnxq6wuFS47RY2wvstQwbuPl+X5bi26O0EO7dIqntZ
G8mDDslggetT2xhaiee1AdawqhGVlYu+6aN90WCrn3K9uYUpal+44qeiSBkVPneNlRJhg8G+ttXz
y9g1WxSaNi0zf8JzEcY9UCqCaBBhW357HGLkJ3lpeocUdtFDTZe9XhiMr6+C0hEXQyfVU1Ppr+Nk
Rk/CEeGtbMPkynHCahUY7P30pEt3yHicE2KDZkPGnANX3PXLXclAZMsIjboVYOG8bjHXRCkcfPVD
qHnrln01eNcYFxIy1Hluyk2JTuNZF6P9RTWdttEGKz7RXoAqILp0LU10ykHh9lANwYm98uCV3x0N
183IlXpFU0Pgh7I7dRlq9fjSaUNw7KY2XkNVERjFCpoa1Q62cUKVmUXgha19asBrGzceeSIxRJKI
IIFvcVwY5UXMwyrEuqfsqiHYCT9KuoCwlyljUWvS9i/1MCnoH6RkSXW3KJIjK17CDsoYErDtYTnk
dvbcDGE0aD3uLuRz2TW7qMkGeuSHLS5Tds9Tc8mMKElZCQx2BVc8X0EBLAonRZB8QotClO5mgscT
UP1CZ9+4E9LQWw09ZvH294Dh/4W97HgfmeJtoFCsSbK5Dd+49NAfV8AfPvfSZyBpoCeZVGNpHDg4
z1UzHPJa33/upc2P75pNmpBpmosDfmL8k9smbT8XYWU4Z7hoTSDlSpLaPtDiuGmsyVk0uio/CTY/
ywQNNJ9GYZ0Yh6DprtjrfuE59ws6/P92Is8w0aOPihANq3Fg7wPZILjTEtwRnzrc5/H2jtIRVhl4
iorM/2a141fJpf7J1z5D8zOSQxRmyo6WCIQrsxD7SPtkUMv/yLQ38TAbjIgOIQaUlRkZJrwmt/7c
ybTPcPx4TdzY1uGGUCriCEw2KAU/F4Fh2x+v76wqoZhEdsnWGrbekxmPvzja8wv8G5i4fXZP1qLQ
Qz2W5cFBqKTRcSLwmjKw3UTQlj8ZSmSf3Z2WpC+JpI9fIpIfZpldYZxffe5KPLs7h6Rz40bk5SH1
3K9JXVwjiPzxuZc+vzcrs00y+iQHnqlXOlu4ov9cNJZ9dmsOVVczfY3Gg05qgztc22PyuRSG81D7
DlIqWIFgPAQEgK4sMUcReYH63AV+nmsvS6FX9MkHbnvXvEJaVO2RJ3efO5XWWUxQ2CDEb9xOHRzV
HxsRbPUivvnUqbTO7kzO5FTVKEAPObUGWWfPjWw/ecTP7kzXhJbZiqY/+E1SrVGl2WtZjcYnj/jZ
7Rn1AjQESreDGGP/sh7YupLxEH3uqWmd3ZcJpJPKNhF2NzNUoeycN9+3P/nOz27MmK5HrWrwynaI
TMbTCvYGmZX8YtmaP/+/Wbass3uz1rKSYnJqQbDKFvcC7Vo/FJ88pWe3p+s1YQLiNyMsSeJsCS5q
q3j51IV4nnGvBY2b9EFdHdAc4UdJE7moBPS7z7362aPTCgYbXjuYfxZwiCpa8BAPsfrcI8g8uz2J
nZ0MO+nKgy/E7N2UFLMJ3LHPvfWzO9QV6K4mWRSHIJ9cqDL9JQOrYvm5Fz+7R3OAYbFgv3zAOZUs
wOhsBI7wT7742S3apU2UdT0Pt0hP70EhsYvMu19lXdvmfNH9myvdPLtH8Tvq5hjbHBgM5feGFm8L
q3tk5A5esCSUVAitmNX9cl/K6TAUDCCafLqwXS+bNsBXgkfcv8k+thmbSb/x2OvMvXI2Omgamld7
QA6G3rGb4xnqJbqQG79W4RKgCdIrDSN2PSLg7ZDk2qNhH6qRLATVf5cDvQSsvgv2/u61yr3kKtWR
+iLzHC6xLkUHCXltEYbaPu2su6j2rmLi3DrVfxnGkEbVlCBCZas35fzaUuaaunfzPNm0jh6s0aB5
m6T25rZweZPgxVqnQScQz4f9XqCmtdHzEDQwHodBBpuJfV7zQFrGzkxrVSzwQGqv8LIlESZ2j1wI
dHVvoUcXytyWCFIusG0XdJxiqMthdOVVvn8FPHatB03/HI8GduDWWY0kKa8xvxyFWz9NaBv2Vpde
aXnfbGjXa+zPi+Fl8KgMHP2Y0WWodL+UO6FBr8KATH/IjWYsthQ9FJShR62sNQOiwxy1Fsb2HDeb
tchC/yIKOtTNxVGU6Z6Na343uL6/tTVI8Q6ej0s4f/hAR/SwPfhMy7jubfO6d221YROY4bCWA9bH
1huWOeOoNeOfbunEXvoljtAgRq22FeiprhNocAALL0sP5nBWxA9TmrlLqrN83DAM3gH3uS+1UdEd
wW9MvbnyUjcZV8DIry0sa0sU1JDB6mHcAdkg9yEJ3QsQpgpJznihYUzGKGovReD7S5ezX2mmLZnD
OsPWB8O7c0yBIyeXG8SKzSMtRbQ7PRNRAjI6gcGPPvc94OYIsy+kuiUUIH3jKAaLS2zoGDcdoz66
ZiMHJtlWBY6cmXZrklxQVmN74XvtZcHFOJOc164H03Lr1lRZQKeUvcz6cUeP6UIF+YNqx61I3C5f
F8xaHMtz0tsGWcvFaOunGGzrugGtvQylh79PwJntgTIfsQK2y7bSHwTyqY0OMp4LLablbrtZcmDw
5G4lJhTHxRZvBVvSJbbMbmcRhMsBLbsfHqPsVSaBF0h6UPsO/+CqYsq5CBw3I/5lAqLd6W+TNd20
LRlt114gG5j/TQ2ISwwXzHtH4Oc5tzDjVQPJ2UKMw2kkORBw0FhNmIkZlTFsbHvzEAyp/WR1HZbh
2tXvYLg4F7YqmHcCes6+KNBIHARLLZl+euMdpKeTTV/DePCLjlSQYp+Yjn4RwT+m6dPom87wrist
Ztii4gv4dyuYX3vHRATjDf2mmYUZeEHFurLrRWclMadgHLduFACTAu4BXIRrejn74DCMDTcJ2KxN
pqJDm5hHWuzfZNC7lyI2QJ21NXf2OJXT0xSlKQyRKLK35GQYy0KRLt9X4SHTTecHUSAjPBZ40ESy
eLgtHFtG06bqI/PCNhjyr4xu0DfAzU925BnuClA/Ks6pl2skSL62ysdyrqy+hiEJMCCB0qXNcP9N
+LkWAzeqHqNIT3aiyRkRYo6+6Cf/MY2c2Uw59dmVRetnY2TFAcEK9wakaq+b+1iFhcQWh8kCyBTL
jG/tsOS84CYWj57GJg5/B/HJDMmrlQbdD8EsWnP+3utXNlSY9aBGDdFKOSsBZa1paxfr2EOItXDt
NrVcuUkNWEoGNecixIk6Rnp+0YzpFSo0/0TGyZXGEl7mNAFNU8PJgOCM4B0Fj4/lQMDbfxZOucuT
escFpl0F+Ns2vgwhhPvMAgZEjUWdIaWxK5BzuGK5nf1qei1zVIRJYyZ3qB0NpLcqeKI/BT7MGSJt
WeeddtILdMJL1bVM01Ov6L5rSEdqGFR5de/X3RsyT+0IKRJl8ci5ZD7SHQINgOPIKV1VrZxuqSqm
DUKOclohmEfhyCjse2/VbKh7h/RCDbuWnuGXG630qxjbkQDgPsFqWhprb0IJEnp1Tr5Bfd0qbKtJ
SzClabUBqqx64NRYheMB0ve+0lcMdnpbRV9S3WyLQ69Z/bhs0atexKr35NL02ue6QTVtgt0/9JlC
fJo07sicxmlfOnA9y9xrJ0RMln2PeR89VYtdl8FytgIGhP8SojdeKYBNQriwaYCg7TykHdspKYKL
PlX73hb1Add8CImgsq4TqWcr06F9rHn6viExam3aoNeXYxZc03gkzmuyOoVeKTbDjUNCTl94jjxq
MParr5Icn2Uy1MHWLiXwO6++78NUfNE5p6hgM7yJwFsKq7TLB0hnU7dymV6aKzc25FPae4zQKl13
L6ts2kEvH3eWjVJuICxlW8XMBgCoJy9BEqL0gIqaMxo1fwChcW+LmrFom0avps4MDg2qKJ66MdeP
Ze8FT33dZusKN/wqZUWGylKEMl5Q1KTLMOpaTFIRlJg4Ff2V1qEZ6PwMlptsXZNZknGPn1HsA7S1
P0Zish5kVY5XWpwxq83tDP28NYi1Z2DZNLOWmRJozKu47adrS5/YeTDvYkULAIymiE42ZZPKmMwX
1E4MbY2hWmZ6WvPMKkycC57AUZKVeXMMwgG4GzFm3Y3CInxf0Cy/wO+TP2At7NatbQaPiLhLKoSu
VO2GDK1xh7poKA6JIDNLF2Zok83WMI/rwpxFKE6LhSrZPWuThd3JCjUkB9468iuSJ5zRXKnCOimw
0ozbMfEkKn2wGl8R7OHfMFDRBFa/Ot0aPEop7CA7mR2/AR0SAreoevCpxJYoL/PrMYg5c5nU3hNk
/+P78J/BW3H9Xm02//ov/v69QMaCCak9++u/7ouMf/5r/pn//p6PP/Gv7Vtx+ZK9Neff9OFneN0/
fu/qpX358Jd1zuh3vOne6vH2renS9ufr8w7n7/z//eI/3n6+yv1Yvv3+Gy6UvJ1fLYiK/Lc/vrR/
/f03Idg4/sdfX/+PL84f4Pff9vlrkb81EZu795f77595e2laftwS/9SFZ5qoEm3AgIJmuXqbv+LZ
/zR0y0CRKS3dMC2TrRhpDG34+2/2Px1XN0E5g5EVlony5rd/NEU3f0kT+j89cmt0zxXkX0uDRsX/
e3MfTs+fp+sfeZddF1HeNr//Zsp5G/znpsFxsKQIkxdypemSiHHe78xMgXG9ip2TBa2lofjXvJpw
tAqfg8ZUAa8B6Vg8kaBiWmThdFFnAteqlGEtZWY5zZrRtEaArN8DfIlaIgBXyeCC9ISwgDbKaRxz
Wmpu0AGGsrjdNkFo+QyFmybEMtEE35AvFh5uysZuFkmBEAIZPWYguXdNVcbNRKWfaNrXziv08pvs
TXqx0kbmtlBRSH6SO87z1IHYivAuhcvcLgk2MDN+sxuhxpg//4QXFqrg/fw59IXmJG1DnYrox70L
XJ8oud6MxTfEX0RrnfoW8MsxGAosV6FKG5REXqI72wyr903nYUmP13QrDb7HRmUG2RmeDogFTLJg
ZwzmsoTsYcHJHVh+JeLqk0C+q93ZZmdI4gBQP630Sp9/JImcMTvWaHNxO2PKEM4WU41lPCtJaMUN
b5P/Q9sltuBRkoG2shLGfafa4MefVOuW7hGca2Dd0dvwnrtGwxmbOGUfMZLzJNlHvuxgx5AOkqju
DWbVWJyAn7C5WJolg6I9Vg0TvxK1lL7WNeBDaytBandjZo5VfQsrcr+uzBF53clXqSA7O5p88aWr
7eBLZWE/vg71hmFEGyoTR2Q8gKvydZ7WbzUWEgAQ/OVYwWGIj44MRrWPVM9RzciWpfwg9y1+Q8+p
WydsWHmzVaDDh21Cq9Z5rgBmaXcEkjnVt9wGyXZlx2nubVXBmTwye8e5rZDbZ8i1E4WqBh3XYxiA
ktrjV0SuVSSlRu5BkhggH6OCsLsnU3T4HPEElPalrcN1fYPWzrnOA91JeCrVjXmBvdaKXzjO4XTT
hE7788Q2uofnFK2x9di5zawrllWWInO1cIEBO8xHLrQksaKZL+voZcHEGfPdlZE6XrjLDR/Brj96
0oNl2mK/sEN/4gKFWMUVw+6JIw7ApwFLa6AIuA4Yn4cIPYs8XNkp98KiHaR3NcIdyI9JANVnIXDZ
XES6wexQ7y1G8TDoU2/XERWU4xRCQbFQbqy1e6eyg24PaYlP27sxv6/nbLe3pWuTtZw3dS9WGvks
XzI/KbptboHpIVkPr5xeqIKJ/oC7aIc3thcXKgl5oAoIIc0sg+G/UQQw4TG289Z6HfWgvARqaSen
9zeNQZLLt3NMLEsyHPhzip9af3Q7A/y9QhxOsEqplTe+0DkLujMN2mrwhwhRm9MOHLge7NUbcWsc
nwBbQX5EnudXz0WdxMPNSDqzv8ZalGi7nJmhc3DiUWlfmySMXhGbsGecfffxLSgzrE7wlLCiUIXm
Y24fA+BQww2/yrAhN2DsWte6hrwuLE0AlxDGAF+BXB8wtxsj/i4fDdbWJb2YEiRRBcgJFWvkEhVU
5dPj+ydNBisbbtjWmNW30gzm698RLRGsYwveLogb/StAiMm4EJqt1BbiP4cKfDSfHcoDZyYmoSBa
jbnlm1usKBwwd7RISBravnmoAw9woa07ZP4QyJEcZZSSviKLnJXIxRLW7ekQmMmJFJtiOCABaL37
IqjzcC0NvEJ7kiT7Gx3mKgEKjJEBT9hEpdwIMUmOTjMGFrGXiYeWJULK4WynjgV5o/mT4A6MyGrc
d2SP+dz4PelmhDsgcu60qbuOVPeKk78IbyNCvKZD1+sIO7AHVc3Os2PKxbSroFMaP2PjUm7Ik/Am
rbodUZ+GiAnNUGybkVgbfqchXoIIYwY5XSQWDDfs9PnNOWKidq8N7AvuLEUAEHjfjPd9yCM2lwdy
D8KcSDpVUJnleUB2y8LORsD/bH4rLXwcSOh0NklI9tdlL/0YT0uvSbKT5kI5CK5h2nQ9/TDmImwl
cI3yi01Qssc8zpo8gwsGkAqRc6LZFwHOUmeLUYvz02vOUANgMuxhTfojenN2pQ4bepWYrALo+fgv
xFZkNOSrjEa1bUh7RNcfsDKsrRCveAbzS4NEWeab92+vyBFq0FvP99dYj1wdQvlpehcN0xxS8vP/
k4uBp036IgqQcA6pd5NDiQmw69jt9BAzgLFX5YzeuBwHonVuYANhA0xMgLdQJyNejxWkHbBGMoYk
jndFt4e7NHArr9JWnQ5E98brvKB7pmaS2RXCX76MCDMrrgTeWxdzMc5Vf4eI32X7ByWU8/N+8/dJ
2fPoK36+YjWVXJjvf27astfuRp7qPFITE1Eybh0k6VHhJOWFYEoUnt6XK/i482rhucn0+H6bBL3P
I3hwGluNmxHCLJcs0V8osaGByFksXQS9yn41ZppLvb8UR9JlSadoA2hneZQUoGT4+veXW/CH1FLi
/wDG0QzQrOk26UAtL42JKIIibJR+lQN6pjJyldsc2ORyeN9PnAfk6zqzvd6/hYA9Ze/19Yfy+q/1
mjG30P8s1+Z3RAKcLrn7GeqYzvmcVMJEH1UXVtuxRum59mKXk5lYzUT9D7JtwR4cDB1xfcEFgR6W
vS1+3rtYAvp0a8H6RKfoA0Tc0NYbYQO1rUZ2S92wXEHdmkFlcTSbEpCF7iFSlfsCkCwYg1JUEU6f
wQSSYw0wfUTSSrLPiNestw0JVXgYUoL4/lJL/1Gu/vXjnp0A17F18p6EaQhDUvDa8qy13eGhqvsh
JmHABJF+i0cpBmsPBrR5QHhuV5s+Nnz1YLg0cW9xqCFBTei2t/dxU9bVFea0cfj69+/JmMdSf54C
3pPgTbm2Cy4RMhUPp48XRU/UI1ASMnNAUQ3+ptQsaL5ZhjlojRimvkE3lMulPg3Dm0ODDI7cgLk2
AaA9QZkLkAEHP7yGlsMJUjvHPSBxJDmNsgFj0EVYSZb4gUH2d9WM1SJnl1VdYPSt18ri4iD7TPPm
hervP5aYr+UPH4uDLR2dFzBs22BX8vFjtTX1j6brxdbLO54p0CVIlrID7sTKLbn9SdoqmwPqwch4
wpVAyRMbKM82A7FU2bFLK7bULh3oA5kgttyOQ4wDg9E7K8Mv3ilbpvN3ahhsfYRk82R75xdFHXIV
+iCQtlkxYR1sQ2QrSwwgsfus4cEMsf05TbsqxFQg84kw2Ky1rNebG5+4bGYvqLuOTWYSU9G5GDBR
AhF/KxPgrJs2pu66og6j8o27oUrWRmIb1bdffILzY43klm6DPU+sJN1bcXasRd/IUlM5KF829dsS
XW8Kf7qM7xtdsKeXFkWHpQoFKtsD2rOjgsH5as0zmAWpMlH+x7WOTDs2btnfqSvL62zrF7og8+P6
5zoeWiasqiR2sB5LmIgfrwkz0HvD1Pzm8F7ikDHH2QzYjNA5iunuLCt0TiSkibgZD7jprHJpOcCt
jnbfhRoooWQA5p4VZFwl8FmjlTlkwoRzW7JghnMj64iZVbT4ufs22kQoyylJup5nvoWcbovIb4QA
XM853BnhvIxxLG3Y2p3hppveT7hOlax4FRT05TNoVJ+SV1PcVH9/wri6PlxzjmtY9rzczh5B0j/1
8yOR4yEDnCfTI+DvyCQQQJXJQxrg0bq1AH1OIMJsh0DFEn8xTC7ue9BztAznTk1iPUZ6XZurAPs+
WVZZ07MNFQXssMTsW1pLzD+4n3pqDQkxSRZwj8vYm3FpSoSnafQ7kqlqq+2+lQbsFwLcwa6xAWqL
ReaVaXSgjJjurIJyNu7la1lYNXliEKxNL1uP+Kcx9iS3QzQ92T31R0vJzaQPbytzkGXe2peiKL4A
K6RMQSrq2+jcE1yxWXRNSbUcZGIsGoC7NKvby7TSbkCP3pjIXlSDcLRtR2YngXejD7F7MgGXrjPP
gBXogLkg2wtYue1t1NQNs/+CPsUu1kUzrHVTv/V9mW8xNFsHnyp3ibfLX+YQO9IFQ/CbvrX2U9aT
C+N8dUr12BTZABZsGNduIG6F1Z8g75MvzJSfbb0TLxqQ8gQutQDVBL52bsBOwASzI2el8Jxcp37e
t991WSCMD50Qtu/73hWstNveZWV1WTNfdEDY7PIhPQ1SXsvc2gUmoJscjSss5WVELN22LMdvwNWO
Ds79ReS5b1BMXpoc3EDVIHS3a5rojNgshO1MKAOTqFXCVTHIhyhARd8+6JUaVqmB+cZMrsO+vtOm
6DoNi1dzdAlRqCT+p9S8r8Me+gWdGCh0R8LeDq6qrjWkywcn7Q4GcXvLoY+/h2a1HQAjtWmcb8g6
Jw+uqS7ZoVxGkLBxI8jrYBi/OppzN0xRcyxlj2Y8AB9MV8J8TLrmDY7FYXIsdz3iEl8bqf2IyOEH
WuKGPMjuNQjqBwPd9LIzkRUPg/ph+NONQ8r0gsTjGxOcQtJ56zAt/LsyojOgjU+S5OJFWXY9EKfp
AJycgMKKrL215hlRukWanOZLVQnMRQ7uBIL4kJkdG1t/5anZk+UOOsqNSfVJW3UKuglDQ3wC8gya
A/P3SoKhIc7DdreNlC+xJd5IM7upEvPOTvynUXGUGJj4UGgiIdfKyPsN2PGlrmGDWCp0yOFKWVX0
DY21EXGRQ4dadNiUm20F4ZctnuWwu/fTqPUviopQAUbn9iiv0trHveXjTrkglqPJL6lebPKTED3s
TGJaR542SfxatoY2m6dtSDDs9XOFo4ly6yv8rfiUBUxlmZi0cML/fqk6UwG4jusYwmGNotfo2NDj
z8qT2pMgbZlX7rvAZB2dMIepL1DrjA2lWtlRPQR2TryyX8D/mdLYPYSVHNSph4iL7YucbKaNScqA
tCvs+5L7mU404+9E25DyUBVXFqhq8CvMKNBvkzbbbHStTB86FuL8azJmBFeFEz5uRTJtceSGpyGk
GwLPD4tVIs3vZYoB8i1wdQCj1KU0OP7+EBiziOWvpYxnGQ7QTYOcQMvi37NDYCq8yAMDl4MZ9zzC
G0u12beR6JwQzkkz1FsvJpLnGDtxHd2wcP/cHGFG3Zg/m3DvDb9yKtmI6QNmNWZiRXsd61ieb0PN
bIJj0Y4MwgN3Agu3GIqsA9DhjN2mL/KmxLmLxP6hyOKpf+ol+PAVzwstuGCzKdM1s4KgxpAIzHj7
9x/8vKzgc9NFcqWu86y2pXdWVoxRTQkNV/DgjbHXI703qNsmI/PUg2UMvyxjziphNiMUwhJjGUNf
KaRwz8oD1lJRdm07bJKol9YuFp7rHAq4H+qUW+VIgLEeULevQNVQvXo6cKhvEw/pYKupyCDxRXXz
hiqZbGvZOEMobzUr756a0W+JDSYqx985xHa12/ciuJ+IR3tA2S/iRemRb3wJcnp0f1Fenl0986eS
uklbmIKHTjEP/Y9FD1nvdcuUW22qfKJPgrXTVSsSrWOdtJk0rp4VXGWaX2M0hLd9nMZyaQel8F/i
dIKhtOiTVMOtbzjCcwAsR0ihJgf72rGVivMR/mzvSdmYb6OX6hh/Ze/21QVnj524G4dsBsJSz73b
XiWi2olpmsAeaJ0IvpRNUzRXdFh6tbUt7del9UcJEZ9dCEOn+PfY2JgWy8THz95ObiFEr+HWt3La
j0mie/IA4k1XzPlaFICAj9hj+RJs9E7IhI6aanojcwmXkZb7ixv5433Mu3FcNrk6F5Y1X87emcpO
dtDZgrJGRYJXo3g0iSkzEVRY4EgAlfE+wrSNwz1Rpxps8ogtwa8EW8b5SmJQAc+Fr2u5HubCs5Vk
IEqOs2JEB2UFKW1aQWDJMctUCFRNmwL3BheHcWNkMrUvKe6AxVdsG4cnPbNlfBKOBGk8zA3ddhWV
OJAXRmXQRKXnhQF8Indzunl/ZQTETnYKVEUDruu8ucy2YfEwFzD0lsTpegA9/zj1FPwQyApWNUyI
c3LdWEJV6G3juTRQXSzNlDbIhnjkNlmmuV3LvaX35knv0kCcDE8DAbvE6ldpd0RNDIrPMscXBoHG
Pq/xeCDtoVboAkjuYP9idRIfL655N4HL15Qe51N3df3cN4KxFO4jbfaD7mG4WWtVJNjNEk3UGlfv
S0TcBUJfQY9T/hKZ3ETKx3srFdoiS8vfr5ZnzYX58uLxyMxLxxqr21T1Zxe7JB2WZis9klEGztOo
eVQGi5qCpF64OqQ5sp6r8pm4WHyprmVn7en9bYKV0bUDGmpR/HIb/nHLxZuS7GxZgsB4SpfH9Nnq
E2fMlKSoo+37GACKF9dCnLk8i/CFsTa8P3JFmbXBdz8fVbaoJrTLPxhBNqi/mCNx1fziSM1tlj8f
qPObYoYpxdys8BgZyrMHS6tBOiQSO9rWiRe23zuwavVrFaq5K5x5abANavqTSyKtDf3aN3sZ73xr
MnOiwFPd2uLMy9XeszqWTaLA2WH/4v19vLJ+HjSbwseymW+68ArO2kSiFzrsjiDZkvJqNfetzKeG
QVABpogi2C69hes5RnNPQIAN8SCABihvKsfTx6Mka4td9d+/oXmZ/PN4zVc6sxuLW9PUHcvioH28
shRZ6XVIxP0hYKY1XSbozeK98up5Y1KJVy+AILUM5oYbXEmTpRQPu9vf/uJN/I93weDYpENi8U5s
njbz8vqX7mXFrLllpamO0EmyVzo58XAXGcwT0fdM1RNNYTYvrls51db5uWPNCXkAbclOCXbUzxY2
mHtLEGgGrWmvgyphH8WcJ1lnSHqcLR3OecHgszIEcQue7qaRsECS0E0YHcz52t+3EWyDPRMe1KIa
P7utR90YLxkXcwBi/QnWvSKhodQY3e591cYtcCEQu0uXvHhsjJAytTt8jVbZLAzBmYuW7+PXhowW
D63fgFXTMMcANz0KI3jXODTpzAKCzw8WaW37yA8qd0uiVep0UClUqFa2H/EhmplUeAzGmAo09H26
Bm1r2dU30qtzDzIIT/mTC1f+LfMz2BMmuFimIyk18BrhJI9HS7m8jO4nNLnfZziKDxquitphOS1K
hz+DuqZLUTNIy59jr27Yk7x3ZPWYI0htNs9a7CmfgMjVrupISmE8A9ujD6ddoUfhl//L2Xksx61s
2/aLEAEgkTDd8oZFT4pUByELn/D26+9A4UTcQypCevd1dkNbIqtgMleuNeeYDrombwUGJgL2MeoJ
QL847sbvdoSihmlNZYdfWl60t671+3yHOnJ+zVwt1NY0G/XybEPA0IKV28d6srUaYisel8+J/Tun
wBEQpvcD9td0W3RjPRwwiJRMPoElelJtjJbUjTu7Gs16+/cn9NOOML+3guVOzoFVmHWtz+tKRMyZ
CYEh2eeCY80tFFUYw03fpvkdfVDYHZbONvBtmT+U/BWu2PLMsaX+/yxzvC4QgVBkCGdeTT6+MGh1
AeOR87qPXMGNHQNe4l3RK3GhK1R1a51BaA0GuE19hw4Yq2X53Z4k/dnSN3h8lxPXMqyYXIvZ///p
erHAcZFciebDpCdHxf1pHfaJj267bBqBCZe2daAoNec8XL+KHluWJAPmEwPIi2OHHafmGGDcubPT
CN13hFXr/7jIzV1Bk1w1JLk24pHPrkfbR9UU2N6wi3oIFFsuQ2fWGwGkf2fWwrjFNkzzYFS9GA8R
1bB6ZMjYtuY/Pob50eAxzwh0wZPhADlnuWX9/3jX2oJTWBaUctdnCoac7wwaClMsZCaRNKBbR60F
ltxCaLxD4tdXiNlDjmkM6xBkTefm2uP29ZobuJwF4Srz4jpDwcwJKvc8oK0ncdvaxdheQEhBUUPl
3KqnzDEFLB3wnnK89Yj+Kr4zsVXFP7Y38+O5bn5NXJqIM8HDhEfIFvfxG8Zm3Q89A/o9+s8MuuC1
TstMutw7GtVDfgQBkg2YkhVVAkMLKlXM4awCHcO9CvZ/myOXKWoasBkx1+0W2/0A3dWc+cpDaecg
Hka+rJeRonZUxIIEOw3nPCt/wuBlH6C5jNUqNHWW0yJh4PEzZyzR/asgE/Ot+rhvMqLUYSxblD5U
/Z/2TVuaAwjbtIeJNuY3vSdc676YSpS3I6xrMsPMLgVsFISjag8UaE37ZoAQEubOY4BvPkHSLczD
Ih5BzwR8juBj752Ywb57tczQsl8ESJdh19m+ftdC2YrWcOun+iA8hAaIVTDdPEyBwQIEoCiv3ym4
q/ZmcGyPnEk8DAh+mL7Na8+YdyxHVl/6ZOVVfuqdWzrAb40zoBKoNTMZd0QfxfqaDaaEgpwqG1qF
q830d3c+3WWOV27or89tEaBSO2ZYCM/9vIhafjgwoBWmdTX+JHEYDksP6EODvlqAy1wHVaqJo3Ir
bhpCGsaMzuzS2i0nzHoQPAfoT+eanhzc38yLvJigRmdEkHHdvxMM59qTLYHvby0w89FpsCJyBnVF
qsMG0Jgz7kPG1HxPUJgK2KFi2ztoFrHV2yQAKI2+EG/JMRhiIjo9U0tOCEhHbYc0loKVharzzhGx
YJjvF72BFg4ZWfRa5mPEUjLhRxMi2nQnUcNefTXF1IO9pAkfraVhgyhy0YxAMNChoJ1JXYNUiM8+
tbamAImydkk2DtdaDlpg29WAJW4iWWUGE39iLFFEaOmhiwEGHhqvmECeOnAw0YRxWj+WpFih2iGQ
ZwdEqgyPLukDvANX0QbqTjVtJuQVD7Bes2YfTbbIQQKTILKCLTo+jGWlgG1NjYLcO9ZhcEOpECeo
fhtP7HWXfeuM/J8sKNfwI+uQ6lH8MvYgN0Cw9pzfetlOyF6qHkQSCTK9uoCIVunXaJJt9BQXMoOx
kOW5ewdxu/vXYvLxUD3XpnNJKHTeHSnmt+3jYtK0BkGVs9HR5xV2T2lelw9SD5xn7SrdotLqI2LK
mlR7b1yIukDziBXgnhTIZGxoIwLoDaIGJPea0aIvnlALjU3Aw6mYghYbhQw7u9eHMb8nGM3tjozR
KTMKkyC3tVv4cuPHyn6wenLi2CxyQtP5dTMOl1MtxCYezL9vm3/sEAQzceq26SGYnkdD+NNXjhV5
mVYu01mxy9qYhrjULouUgtxc8iwQ6BlRuqLt4th75Reo3zqvMNpfy+E8nzyO7pYt1Y8eXqqxX2ae
qrOoHIlxRgOEe2xWFS4voG4m1AQWURLu1iPu3j+3Uc7hPAtDXlUTO8q/KoM/birnRc49LJ1or13O
ah9vaogKzKaG6s6NgvOOkAyMV9ihUdhHOkDlt0CFEEycrBXWUVnM6A5/v8TXE9aHldthZsyZlSM+
gj7n8yXmIE+/dbSGc15aNGac0NfInx58RuPLgLyOwR9tizYkZ2/gFcKgE0rvrsCvlTy4Dqe7Ez00
xEFtAXrrXzvLH0chZ+4fUWRQ1+kc9j9Vdr5fEaUiDO0EPp4bsYwOl80Nhk2Qg+wuAtjoPrn0tT3i
0SEsLL5dpkOhNDokT5NFzLoCwHgDJBU9+ThGk3FwdRVPtxXCWv00Xhszy73++/X9o6vvOXOTwnAN
jvHCcT63BYZxcHE5teFZBDJNN7WpBRToV5llljI03lVz9vpt0XesvgwHxqZbWVZPzqILxuRnhhwo
mSNjOtIQZOqfsiSv5L3mMsYEM0Zk/Z2mIf55arHOhdjBYPA++1nDGCrS3KbaW03MdSMclxOTlgt5
rkVEzgFQlii+Q66rzdqF+dJOKAntEwRq5/vfL8H8CH94wjzddj2m8hItjkND4uMjPgeWthZMoTP+
H95PXRWp2hpmCIZ7tSg/2k7LrIegGIx6//ff/cfj4xnsPJ7NlZ93oM+PT8uUsZwq1PJxnlv97yaq
0uYO17xOv0jwYNdrUsN5qaIgAlsQkvpOsNrESE/+AwdwrfD/9ypQCro0Fua2NCsaj5T3yUpKxEzA
WKWKD40vmD33GpOwG7hSMNNwd7TduShsDyY8RNDmK17OqAfyPhbp7Sh6O30eKrKtv5VVm7nbGEGp
w/TCcnhJQ1IJX7WAsnDfZog5/vUCfmxrUaSjc6CVSkmHlgpBwqcFinQE+EuePuG3Cy00t3bKYh+V
4OmPrkPV9ZVDPUWLskeX7HEpLOexsXJt2sGwKwPyxZvk29/vqf3HucGZG/ySY5E1j0w+93arErpx
WMdIVfp4fuavpxg9b5zg3tcKO3nJ04x8ulXXI9/ZkjsbShgsACT9KAWd2lipOJQDrNMA8QlesZVP
D8ffddf1S3YlDR2KhPmY5qVzJ7MM2mh4WRrXA/EzSHhc2iVg/gZNWIdposRbdVDAfFIPCVOiIdCm
/JHDEcrHPCKZoVjjPB5YflEQzsqgpo34FRW3GtFzNvB3nKGkN2EHVJWnJmNpPfV07ucYgLHx1gjC
dR/W/iyYQlo10oHtGakOL/L6Dxw0DoiP6xbosPSB6N8gnWzjx9yMwQEzwsagpwr4txdS2VjiFwmT
5ht8CDl0dHKXdzHUsnB4IZRxHqHIEBzRuWqhtN0UDHP9nU0kNbRAkjv+tdRfb9v/viE8aa7F6WEe
+1nMwdg3Pq4TfmAhlIgqbV+Maaeec6JCxZOVACt9tfWRK6aNJULdZUXEnkdpYpewRUlsxWM1bJuy
5y9NKWLxBwC9VXjGoOSl6/6qc8oqhFgk0wRWt0m6wdW3lH5J9byIWSrf+Kfk7/PWTo+ErgQ9czRP
7PHep62LGS/Q0zSkmWWouT8tr0IfI66If4FOE2VrEaZqvGsqkNJIFyUNgL+/KZ/mfExhHCwqji5J
TmUY4n2ep1axoVcYptWxjSvHfdG1UTXo/aeRO3x9atM6Y96orKTjA5ZFyUMdId6wDuFUGObPKArE
ax3HPIopOkKX6JugRysU96C18rPsqTBXpRdN+h66W1Vf6nR0CHW9rkzltSwvef1Ga/33LzY/Cv/9
qHCuZrYjcNJYLEx/lMIKLbJN7B/iaEtwz2XUdM4JjmVln+oKHdGL33k80X//pdbHZjUFuEehRptJ
x39LLfJ53YkLQyHwYRysTTh4SXRyVHBTkjCQ7FAVYXj0M+l2X6VFqfFAeu+A3FmPolj7WaoSu32q
AWpfhXaVyAeSimb3wPWo511Hh+DqiM9iBB9H49ocBm88KB1Z3ypX7O42OeXvPjkOK92UpJHa5HzQ
IsH5jt81tSCwZeQfmKduMjxEtY7mwAVwXS/ewTge39BD6rQGwHKbm75q7zujJpWkkZquNhqOcMJJ
5njTJwlQmQjhq7zx71fP+KNFwPlFnzcRV3LDKAg+vt6Fa9eTjfn/bJfQ3y5WlLbZDdamKjmSgBGh
lm+9xxqFhIH/sfSfywZf1lpx9sxvumwOmnAMqtXVPz7WxxbN9aZSljDfFrZ9HWR9/FjJKOmGCcc/
C80p4t81S1MOID/HLDWmWWRw2+K2+Y6bIA0eFNsL4vy4EM/ka7P3WIFDeAySrMRpCKeQmbVr+4li
2C1lwx799w9rz9fov597DkHIVqVAd+XpuEo/nYc6UouSakzKmznTNX6FDt85SMI7RRBa0DuJfUMV
wcdajByJmKUR06ywo7dM/WdfTSVLpeiKjCFQQvphvF6kxnMCI6OB65lvGStowojHPRZsp9qLMUzS
W5xKVbXu+sEnWiyM8KpipSqntQUwF7elxaRkH0i6CusccuzSsgjLvO2Okk9X3NRC5OFOn+ews06y
G3+RF5L0K8czxS9FL63dTKY7vfI2Vf6NsOsYx6+W8rkgADT9kXxSjSxKxRt/HJPJHvewG3TCEacK
+WigWz3BH6oHQmlqDjnYfpTV6c7WJOl0AlQ6NSisLeDLvIQrKwg1/WJWMXPwlamXdYuJ3oSUNRGE
wExhUFybKJY00v5+H5Edfi6KGY+jgKXtSdPDcHX307SwboaxaVuN3EeCmgkDKTMj74yzM+hpQtjl
rCd8tBuDXRa9a8+T5AOk9Hd97MwlxXWKz2PIra5FWpt3vSnYtRdNNVbt1rzTAojpv4upopjIZFZ9
T5whorPhFe6TJYyypANUivcEJRRZ9DB/k0syiS45ohttccpdN6vE1w3/aYgx+d4u4978egb1Oqv4
GqGPtbd02hNCqa+fJbS9uSrKaXJ/XxrdkwRMfUAPrck3Os7Wba1PgUN5NX+siNkewRhmkxUbAChW
tHVDnDabSXocf/oe3/aDhtqp3rJYsUShxba6R/9aT2H/ZYF3HInJ0/Ftof3GwzxKUiOnMXoi9Q6z
1/JxksQe/RfiKOa6Jcko9HwPs3U1Yz/5tEvdNrYhF8DXxFTtE8sZDlNglR6pmSNY+1cb7VHy6GgD
zhJdNUydt9LG4/h7EecskgunNJ1+W0184V0NntR401vXUr+TUHCblls2VdY8GpNZZtDrr1AvB8nQ
eCcvZq546jrN75+zcvBflq04k7TKNgoPj3nH+JFCEbDqMBpMogbbeUWG606XtNOj9KveZHr5vbKm
ObgkiH4VASzpe+j/trWTuvaGQ8jzjksNW1oFD8syy5/FQc1Zglvvd+La31hK26U8kGHBQ1fj4NYu
tHl8k1yzCPbg3bKG9No0i9uzhuNtSPP1Z5PoXbb3RN+Jg60w00HVpaOKmRxj92wp79wjota6/N6Y
zEEesQCyzWUidDCxNCBSaVxfi+ZMhWN2mJJG715JVEU30vFijLs+H1SNgckJSOyMqcXlzolaN3oK
KkLGd6GOJ+VSWmTSpBj/wth+M+Oeare+ql+gCXcjHk86jUdCtmcHXd/x2WzzS4pU4GgQML61J9N8
Sl0LvkI7WVhkCnMd+JazAyezSRk0rhPTv016lLhV5olfgamFmP9FuO0LTdsIF3f+xGx4qxItPMOx
KW7MiRk7GaLcGhLeL36B35BUxQZhcZMM96in3Yh8AFJg7WEkfNyr/FsZOb8mRIi7zK2abWcMj0nX
W9/zWBtvIKy4T1MwtEQLeMOplLZ/DgMoohpcnjXaJHID4irYIu6cbumfhLuydtqHogb/ouvjSIGg
5Xm7JljRuXACrTZEKh5w7bbbgR92SlXUbUhF0nFCTa2x8oI0/FrH2XQCbk6cPLSOrSLf92KEU2jT
XyusN7OL9O9WPPR47h1vTbqP2ClNCy9FX1qHumzEeRSDBeqDV5nmcK9eW2scj7IsnxPEyow5q5Bs
u6IkBJp6/5xrUiAVr0GjcWDYj8rPmGiCWwdob+6qOWNjFent156D1LrWR/cBs338Zk1hd2QjM4KV
KMp27Y9uf24FOTilkY93daUBta693t/PsLsE0v02nNJwa0eq35QV6sTZsqIf9Mrw2TvHVGxo7Jgb
nV7kDxZhaRAzMzYEN8XtjgN6/aA1Znj0BAdwPR0IbO7ML2WWB3duWDDeEIzvWG5vci26z6a2OHO2
GbZ+PCIBdyJreho7Io31EYfSJsztBksfyY/bqvVRv0aCDAIX6HzoAGo3tOD71CfpWusNZJv58Ev3
0wG5Mv2L2FXfwGDp4wYEVuM+gQAgonX05ZfEgTksjZDwYNJIwVi4VW1tCvJmVwC876fYQOeMDRUK
ujI3XhC7pDMNYtq3Y97Y23bObd+MQ0YYK/iudF1Zlf9skB+GwimZvF0eFOLY8r/otEXeOpQMtNom
xcgasb5BpkF6IBjFdVNYHZCoOV9hH+kbaWQeGQHaLwzVwamOJZnZwPUu5NJ3bN6W9jVPrPgFnQK+
TlLYb/Imjr/EWusUpKyY6mz5ZrDWhvZbRqrpmmxkd684qWzQfLvlqmlanOwOK6/KRZutCjMiKGrK
fX3juJXzACbE6jfh0LaPcTsQr9N7XPnU9LaB4xoBR2VP/TKAoPzsI+shTgz/ZxY74BwLhll5awxv
mB2UthZ2722BxPfFl1ZPzC/+5NE67r0WlCx65Wf4UN5NLnrzbDXaox/73HtkFxtg6S0DKedOc0yV
H8zW8jMaQZq+1qqChnOlMRcN8DSDt7bzo5tqya0oELBj3preQBDINTU24RudM73INk7PcIRB8Oh2
RaE8WNuKCMWbwvZxkQOYOTj21PsQvOaWF+E9IDpUmvI/naYpf2eBE9w1HmmfhlFWJ1IMX62oFPeE
yJ3TnKxH8nRrmpBVv3bbZFqnjj8C3x6fEBX675zoB24286IxMUiurtP63sdVj3uZdPtw1O+tkphE
kliqY9wXzTEDqohhW82XKED/RwZSt07JC9l3bk6s5tg9UW2HD6Kxf7ndOLAedd5R+nI8iHHwDn6b
EPzHLuaskzgdviaO2lEKkwgaRdbazAfjG7Epk7lqQJKtVUIuC1Ot4BnYN6u9zKto1fSZ+QrFybgN
Sr17UV5cvXjs1I+ZCFJy2smpvg3B7a0s+Gk/KjLCiD3oaIzzGiBBdxK8Px5iWRtrgCtzsZZRN34Z
EknGytDa6XpOkH42QzvY+b4frCeWE6qsIP5K1P30ZSoY1M4z7XTrlQaR1bnnRW+QU2nlEQW8cpvQ
WeUkcxwtPIs7VxX9U2u7FzcS41Gourz3mLzccf6O9+Qa+BsebnEnB45+QxcWe4SPBOnS+OygW0vv
lWDNmt5Ubb7SCKD+pqb90QKBPXZ5nv9s69ZlDlnlBAibQ7WrHKXWhd5Gt9C0SWzXRndHbUL0ioY6
XERhR1pAnzbrwMq+ZZWe3cRlDNXI9T3tRhsrYno7umr0FuK9GfbZXp8pUsNQAP7DKYOXJPQuKgiD
L1ZTzbmiXJHWifX3BJk6AXjhtOdtGL8mcZd0qJESZ5vgV9JXvMk4F7PU+dGn5m3U+updjbo4ZkVP
tKBdkXdIyghBXVnbEo9uSQ8YPa0NgG2Z8U0GAXWdrxH51pvMPqn0K7QEblvrKwBUgjADR5tdJ2F7
R+Zm81aOZf6Qpo43bg1AQgGNqaTZJUPgPjlEE23zoj0oP7f2sOFL0snrrcSrvU3HzFkT+UN71yg8
UlQkBlTFws42WTywO9YHPN7jxgY+fZNQi64gV/krWAnZjk0n3eUi3XmZTQJIiER5kBM9xsawDnjI
4z3X6VZDL/BsJAU+IB+Nwa1G6i2Lc9sx/NdLcnnok+2ztnmXdUsakmPVRzx53lZ5oaBNgicpCQuC
Z0u51/tx2kSSvJK13cj6ZGTDV4R19oWa4nbsWRfGoNd2SGaORWj0q6x0KJ0pP9dDGdSHpuuzb5xk
0OmN8a1PcTYfBXOs6zqsdXDnu55W24YSwNmQTFW/l7mf3uJT0gF82OmFSCntlueyovJpyIRsbEYy
Q2A07HFmNA+O+/o31AzyHknHAzMS+LMjrRveRgGkP4j1L3amvdpm8rXNW0R5AyYNssyq4oVETkh5
TteFMPyk+gbQRx2oXd0HK8ntZxRSEe6OpNoR3BCsAmfgRBDm/R0zCrkqBzf64ReB3Hu+0W78SOJs
j0fMa66h/CMbo7rlJD6g5AkwewEnusnD9hbvkb4agYecEdXUtynWubObBvGj13Tg/pw2NeFfVt5T
59XVeIi7LrqQCAYailM9poeaPLrIftdgJkD787FCYsk+AXmsZseeaieaiAPl5WAYx8rqjP0YgUSP
Wyt6NCK7vMX4UGzHsnyPLIcVusSE1Egi5QtSJe9Ne9Qf6tyuVlpZEcaUGIzwyXXhFWEZETSlX1hs
pkuMuWVVd8G70bn6aqhltLHc/KsN639VN5xOMTqlPNEkIIDZP9alTwR417XrQHbWioMX4g0XKceu
IRngmtXcHaO4oPYkuP6JQUz2w7Ar7V1lOl9AZYS3MG5/Fl4JvyqkRlrHBicE1fn9oQUi8eYXY7Rv
Zae+ehg7Lz3UxJspItAJ17DaObU17suUPJ4V3U1rWFtZr289pdl039yg2vcZbqUi8i9FVlD7cVJ+
KZEQXLKBMQG3g7gkzc0IWEwkciM/Jq406k+dhZ1JK3OeUye66+VYfB0UIpI0INZImaGk2KZuSMoe
GxhZQXvanXejAwiMzl2CRKkzzzbBfqdpatjBmvQiOUu9QveoT7omQNLplvO91FwS9FJf3hIeAZBF
i+pvaErSd80KTZ/XodJWKtQ9rFzBuJokH7gcBGJJAJnYs1LdeRwxnN/WVF3MvzX3aPeue1O1EUws
YWKqzghYJEoQSluUOqR+i+pspsAPEGTgd4oNGwumIuW6Vj+I9BCPtrJ07EFm629kQCCb1+cBnn60
Ai8GCp9TrGvGxq8mOecTdNtAKxKm1uDd+il5qyInRM1UF2eQW0QsBoVqNg0pxm9oi72XzOygLkQ4
JzRev+ZkJLGxZWI49qtp0Iv7Cdfxc2I62hP2eA4y5Dy6yFhCazfE7XjXyby70cPK2rt+UrTvE+C2
jY8ulojmON1mYOXQgujNyQrzMnxM2kzC0OwIsMjqVzh67t6OHPqfTfizIGv0JR2y+Bu6PG9TB+Qt
odU213SpoqPTZ9qWuTJxraNPeFbnkDtiOQWOSuJXxu1Ei/lEjtXICDZJ1bNMCo+O+tUsUwudvc+M
bMTBWcdTS+KzA4qj7ZAo3uVWanlnwCV2cwuwCPdF0LVmDkBxnmTJKIn8feUlnrpdeuh6gEf7vk+m
Ut8VXedmUAxcvd8gZQo6YoCg6m77KRbeIcH24XHkSY1o01gRnL6WM1L63NLJwXVx7ehO9O20czTr
zVewWGJ3BxtpfuBrsnn1Z43W34tBvhAMJq3S1Es5yLFbDREyn60adLd4zfpRu6k7iyN1CfKSSRSp
sJj8GRMNLzRPaAeISOblXm8n7ziB0Qn2kWhC+w65jidOfkLP5ejEcfrT5Bptq5qpG7JbGennQAxc
M0+VfN6AJ8Xcm3jM1O0yCovcxCaruyhBe8wMAzpH8B0YXjUxCs5TLhQ0uz6MAvXUDHjH77S65dMs
0ze1zNeCweaAERJ6d9fWTcocbxCBwvWK6Jj1vFQk+gUGGe5bdu/m3Zvcyj+T7jbfymsTJnXrDuAn
no+Ci6zS4a3Cmhf/Hq7to+lqbRlSQDn/aZAMBEk6K61iFHfTsataBzsbeQxaRDbi5LllZ9+JLqe3
5SUBbTzy8pDoo3m6ujGb2NbOdg/I46mYdKciAKaArutjwZI7HWORepFlEU00+n0Rb2onYkxZXac1
zfUWLXe9sR2u0KrQQfvNXBg6Tamhzd/Ji2nORbE+fps9bfFtHCRqOBO61k6M5uuWv2l2Nr0iLRrr
8lcW0jci1VMS4TzMw4yDCDwJm1EbULYyxeCn5ZE+O8PgTUkUfu08DE0V8ozdPzqonwf76Crpu87c
A0H3HnvKx7Z9ZRQ5We1ldlymTMigEuMSABTt9vgb+2ANIQneZelOmXvTWfQbLmzp9Y/IKcvpkMRR
5tBVlALk9SJpo2TWmdd4tB2ZpKeMVu+A6Pn6oWIRCvc9SKv6X1/ijyawi/BHQEPAzkIX2PrUBCYL
KrQkR0KOz5opv6Gr8ot3EqGR0TADCBUVX64dsza38+0YTrq7qxuqzKyve3nsQpJB6WSM8T4Ey0KV
3ZrdpuS4259zIVLrovnK+JdL9Y/rzvRmFmNx7XFtMQj7eN0dgsPRnCQB7J4RKsyCnIhtj2h31wn1
cAeVLtuUacPrSzZbeB/R9q//Mf4Dt/dpEIKyFjMLQwHXZOjzx5VLHJYkMRj6UcZ0aM+GHXjehlDE
poZ7wmHvscrZqN9qpXR6ikZJpxmh5KyXWCb7S9c8pi/H9Ca8cjyKqMNuuUzol6dYi0Bu2jgPHHA+
/2lM5kqV0UUqN/Rwvs+ygfi6YHD0QlOOY9Yud5ABKbZ1zWdsujRK0fvzvpH/y2/gPGrrR5TyCoqF
Nwp0PmVT3AtPs80nfHWOto9DM8l/lLnq77kIrXlPG3qOpb9+TmQy/NbAbVhxDWTC9GdFNgRPIJtk
vRai0L8Mlt0OkDbLIj9nZmS1L+NA02W79FZZaFgnUBKr+Dcdddoqq8q2MnkSzOd7fOJ64hOfF9Ty
vrIGLf2W9nSWZtJlHV60Gj3x0k0NGKqglLChP+Nlty3/HtiQsS8i+kvjGkmhk+/0pJuSS421XlvL
lFEHIVBgFPJ9Y0s2vGXLNPOENbFosW9t486nBe9BvjSgovmDfs9jZVYQ7Oa2c2VHfOsgiCawUX2V
M2hbhHvGoHnybRFWIIfqiGGyeG5uvA7vzJ4JajfClOL0zJeNZMS/W6bxY92zKGsq0OS2t7PEfmOI
TKdLmDbjhaXN3OAwlG/LvrTMDCg/2AC164zZbQO2mUaXhEvRudPT9TKpUf3Ia8ziwc9Z/u0i3ViW
e9z7LPfo3bh9aSN5UJZbKWyD4fuixEBDyuPiufTY3zzCrvVdxjHU1rfCDxoQzsSKFwdaUVy1pUVu
uBF7UU/onbZP3Ck0t0ZtZ/HvJij0mGeTb79ZyoGyRI1Urwn4G9KCM6BVPuphmkZbxwqD6BIGqfJB
NZixt5+8zHL2EfyF5My2qtoT9ry2fjIy6rZnd7DV8N4XU0Js9dWWlJVWtFJ67IsnP60HEPFwI4+0
LLwHWrbo71bLjQ4G8Fg7Cm/NOQif529uT8JXuakqpy4vInYq8SoS0mLdLTesDS+hVwsmlg2iDhBt
BcG5v21M7/IN6bPZHxNCLdUl1G1wnBxpZjXMpGLe+1ld5dwFYeQnW3b4DDewU3hkhSiZmgeegKE6
+KXTlnuQe1ocrSLljXsKc4WqdRii6kDTLOielq0eZSwX3NbqeYSUh3Cev8sU/sJBv76Ly2aXhPXM
+wkxL3aPE58pg7fslczY/6McIltdsXhD7Wu+oAbnVRCWGzf/iha46u7/e2DMcjELTIFO2RgAxdWg
8F9OMrbnwo16SxzhBXjf0eER8+fGTnNgvu0wr8V6u4JIzH9rJPT6UeFuf4uFqlIoH6prd36g98Ye
GmV0T5ufhkMe8Hi9KDSlw2YgLNJbzQy/7DQK3ptHpTV+8gjbPikZgtRDuie1eOzuxCxN20CG43Tn
dIb3wypV4+xF1dThO2cblA8cAXAurPIevO8qLUk639jKtsaNTgqov9aSFMQInv6BeADwy7V+G4bg
ureFX7rJY6pm3C9c9EIdiyIbGJIM5mCfitEfCtIMJaO2KojKNcSKzqB3mtu3aRUX/xrtyj9UP57h
SS60mAmxSH8+qR1dcyI1ESTZcbm4vIGluSJZ4QcRex3ocPiW38skjQiy1ZDkMMINHn1Bi4MeFOIN
Rk1AvbYFvV5G7nVvrPMuZ1/P5z9oojC37vNucoAUK1qGyEBSm8DCPlSrCoRHfCOGUCBrGzMRnWoL
d3O0bhGFgm3uuz6/BGEX9o8xLOxHO3dI/XQ6vaigHNjNU8D5glqYZvK4djBcIuax2ofOL71vTVLr
0dHsRrkbKiYhMO8hFOA15g7TSwIovo51klrI3ayyZ1uFNB6AD0zVqhrbrN8MoSwvROq66kQ6q79G
2Yf4wJpwwq39afDbDZMuK6cuTbrvbuq1R6cqqq9/rxn/qLY8Q5ouTDgbmbz1B1wiC4DxUBrIYz5o
w3ukT0mPo9rA2llQPk8oH6i/OLkNTf0PxeKfyiHsrUgosaeZmHFd+9NDUZm9aJ3EN069BpzvODVJ
ke9hMnkTkMU8+TK4+DrkSqdDgAWDFFz61Lg5L1XRExhLJxiDIWuazUEBY0Z7k3XQf1ehUEm7q0ct
OJHW7U7bQrouF5fO1lfPn6fOVLFIJ7qrNJhpMxVKDYkMFJ90xx5QOf6L/yDBVIcL/uJh9EJCpzeR
dWcz+Hk20Q3nYIfGIgd/0wBg3HIGqGn9ol74qqXh6P/EPuFMYFv6pr6rkyzX/lHtfZKoU+WhmgWQ
KXUKkFk6O9/Y/17EqhIFSmbCkr+qDHiRavvBCwK0UctUfCkOlqLNM7KkwCliyEeInOKduj6anekM
t9f/Lxo7mHafa1GPetiweaTmwo5y/uPHg4QRaEGThqc4gmZ+0Wdh85r9REd2KbIRuuMQmHINsp/E
dct2mvKW17jJDpzD02E9WqW4K9IA6XoeGhMGF+KDZrBWPFOYjMyXB9MrpLHhlvY5E9/pzpr31FPM
ghbvkXaA1FXloOdfACp7t3RJfG3VU/fS0qJ49lfMtvQODJVRfaGJZqNBs1kxkn1KROrLWLM7nUwF
f+1GmN0LqpDgXUK5KFcwvdLpC+wPViF4p05/09jheLa6jP3CY85qrCm06oZZU+p0B5Jnh34FdDh+
anrX82hllpW7gcPI1wl1zLN7GfIB46aCMY+TrGnJavb4gGBLTQXoB5HCurQALPicaum0aWG/C4Tv
CJg0Vm3LV2DUk0/jxE/ZxOPyfyg7r+W4uWtbv4rrv4c3cqiyfQF0ZqYidYNSoJCxkBbSa+1H2C92
PjR4zhZbLuq4yuX6JZGN7sbCCnOO8Y1JOcYawv5blGduGUhJHPguEsxJYZbM3RbguqJdNWh9Jdnl
KpYYvWDWPYrE6/xpFiLd5MR8gHLvYiZgqdQdOc66yiM6DH0MbXRSaPDkdQ/BnfiR+LurF+ltOYVT
ft8gDtbxueY8xDNQp6OdhPmDRgI0d98gVspHUupSGM8150dmN4uSY6LxfFD423mjqt2CTKO7Cyqa
KGnQvNXsJsBWUtjDgJCc5lgYYx7dQMpAnl/W9lxf24bVQClb0Dur+H+yc4zPOD4lIn+d/pYaetVP
3NyRsiX8o2+PXZOS/mJmdnfXOkUblI60h50gZQVOvVISqwygYrhXkAv1QdJjV6bF4vbDLuxKORzC
iTn1RuDQRtow2gWn/Xr60JVKxIqly2n6w9P+u8aNmRKlpUvIB0p575JrLunBF8VYGCcaALRoJ2+A
3UUdCX3OWV0dRBJ450ESIxkH2Hs7TL6hXn1dlW/M3sgY16/V6IhGXvjfZv3RpKrj7lS1VIilWHAG
owh5xYLCrkf8UgRaW6I9ruGxo3mFYbOA7uj8qOMVwkht+oS8iPZnhssBhGmVpXb/TneV5H2Igsfw
8zheZu4+55VTggQyFBuUZvbAuqPiOlMRxmDIOFPy0MnSDU9ok3BTnQYVKMKsRbIMYYnyKxFOP+IW
oi2N4FIlkgga4ju+Z++ptqXWbVrK4qcJLP2t5pWl+KmZtCkwlMzj996FbLIt6pmZPz4Tu21ovhPG
T6gGe6jLzTUhXxM7wAn03gG4nzd9cSFafX57oYWyejElUs+gLsNcrToWZ/TLwkZn1FWLIg92GACA
9skpCswtFE15YyubJ2sWcGmXNXP5nSNuRaaSpHRBZBM50nerEpG2VVkcLah6PxWC1SyQdF44b2GF
iuk+SUPKj6yYFVCzSs/bT3lajBbEYWJrdmaCpOQaX0rpbNNqCdZQCqvt/VaaYOtWn7dQUotwo4HP
4dN1M8M7r6Ic+I6yl4ozMAKhH3isuXrAob4Vh34UpevHZ4M53W2wQC/OB6Vrqm9zzVRPfHg0H1Qj
ZIcUsq7j5CG/vd821pyat2puqjZs1lRbMMhnadfKIUj6Wkvg5aG5et+VQzJ/lGVswN0A63tHhZfM
KjfrPOrsLkdhf50tiCtx46BA4PiD4UUDzjoTqeFnjHSkLAWzaRibzJwKpmmz9ZtG2tvVgEzVff7K
aErRr0KdBU/v2k2BoxUpyDcHgZl8TsBfAKk9byKiduC/IwVo6os7uW3C+mdqDLBz7H60j06oZNEm
x6f84DSmLPf5SpmwaEvEvLFoFj5472H0rblmQ+KAmw4BQKrtECj9SLNLLRrYhfjeN5qeq7C3ojqk
F+Tp2KKBMhyVudHTvRtbMUuoFk3xdXg2A7w9cC/08stOA3mxSXKER4MSt9BFVdGajcozzV4/uWe/
Z5WQ0nTM0hjxqJ101bamcm8daBRQC2SF5AmOoWIhQ9enBFqiayWP1lS3JHTUI/ylQlE662hzNWiz
mFkxZsUju2HL6JrDkM999gBrtcre5TkNtjIKk+hP9p3fNr0WomseUIYWyszfdKayVmISpaaelqXI
4oMqG/dxtMeqvaLarY8ohWVGqE2mFkctLsZnEnrhEjcdWxCcumoOEJre5CaTjjWjb6+6FLmeHOQO
p3EucHcbilD+IHO+4PugyTac5W3j2OIEhWvh4jZgU+BxUpD0Z41LcQWbPr6xAhFNdhPbgiO9ZYwI
Skf0ffxNb0fiQ8TBXfvm5Fh/f67V/reHBs6NiznN9VwD34HKWZrNKLbE19u8FthlP5YJzV/6W8A3
NC0tr2uRp+m1HLOifSJPraBLvCLPVnx+Y2G2+IimbgGjG3SlmdsMxOU346Sr8mNN6RnPTqQntCLs
1GUVKB0m5NrnaDROt7IACZgDzjLoKiFhmheb3hktbjltZR/zIdLM25V9157xPGu5USlsWN1eBIx6
j68LaQxFL8dNTN/o86h/JiZPSx6JpzDkk+hN2Z+KvqjTrTrDyPb78yq22qFFOxj1tyiMBki99nka
t9BFQxM3ZmXiw1p0sl9m9rwqlncrUeCa9xoAx/p7Y8aqvFHB3xJJEhLgh9xiQRLbYWayMbampGu/
ZJQ8gRPaIimuKrbZSHybxiTxdxTLZmemEIxbfwG2rJyEKSrgJ1TlYC+BHaXkWZQJ+9OrFaBS9zpz
s2MtfMPYcUEBRN5ilnSJ8JDPiiuU6r3l2R0JPQwCXL00kJQjuQ+xEcx5yOwLlpgKEzMAOugV2jSF
NPE3WdtO6WmIF4ic0qPt3pfxwFquEuLGaXYlm6xT7AoUWd815Rbuu8h0PiJL78gECNLC1G/1Cirv
1ss7Fsf1ZhkE/vBFr7YQTsRtdWx58vJgnnp9PFDBBtbor7b8zE5ZWgHs58Xkg5tnA4dVZOTzZgk4
zn06oA2lSnrmZY4pTaD7hL6Pu9POvcAXWv+6sWpbeDsf0Up48ejjflSSZ6MKwT+W86SFReAaOuqx
3JnzcvRVa5gxqpRNCuadf9cyBpQcWgCgoIr2Ky2KKDy+yYzMMW6bkdJf9aWK2uiuM53YuzPiwQPD
cY7QsBsavSeVgBaxrTgF2ntSUbL2SSaWXFbKEjIaJofSprfrS+Qo/GmiLcDYPm+EpybFu7Vu+arz
zV+qRPzQi9kbLb0ZNPnQuscoKigpU10COIBUyIq7ctcJeOuZT8nOG/24VbI29imAorzRz5kHMH4W
po5C+wzYd2eL4slFi6g/rB7ceE09UJjI+alc1NwAKSude91VI9+QzmqlnkZO7NbN6qE0c8dlE6nK
CdnzqIdMEXR1l9+YMFu6PUcb3ZyDBkRJejJrieQsVipUZIWtK/WuqEj02msS3fxhjDpX8TvFqfOb
dfivHELbA1JB9gnsuuiHXkhzfuSB6fK93XaTQ0paUnnbNlGm9mGAjoJMKqU8fBRalwM6Uijpi28i
Kpp0r4imR9Si61Jw6MA7zLudsmrm+6WcZzbvPNwcj5kRJcVNzHmCjvbyeHaIb8Vd1krtY6YqifMt
JHV0fBgKbGWPFD8dirQRSGi5B9MzKv6UVKVxVWc8n8FkKLNBuc6Z+i1lzS4CWF4n80FSCwfG2E3C
3XCalgmovWUrP4TAf67qOJvkA2mptDPEqKLDoI82b4ul5r9z4I7qu/VZaGEjLYKRjPnBsFEySQfb
jV8a5DVumA2WSXbxzNjndIDVaAgSjXeP51PWgddQI7hd/96kc0FNhg0Vjy1dRY39oyt7GCcpqUuV
n1aWXgQlzZ35ngAkghs4JI/EXNAEqj5jiUy196v9a309cT4QkEERuk+NMfXxVaWQPPGAPF2b9+u2
c2XdrAyDIu/pLC5DpRuP617EcKMKsEwKaTrIwlwnHG5GjfVEC5JUFq+Tc/gBslfU4RuKopu6cLuN
jUuNbCHNIxB0TbepbAMxT5ujLEUaZNoKxfQlS2L5oPNHj9VbHEo6hdpJTUK8ylTy9O6a4Cjuh8gb
toMEshCEyOah/8QU4XrHl2f2bNxc/xsIMZNhnLVQSdxOH4sP3Js63Ok6aTLbqBo85bROtHmXzT9H
ej3VhrRpd9iyq1HkFZZDlBkvJqYMWfoV6eW66/fnileuYpXyoRg1dMPWPrGrslGCCFHSMY/9dFhg
KnmvYzF1I6dnphNnH/6K+5iFvqTvRNTQaL33YX9lVa2xPKbnQI3eEXyhTurw26k5syhCclpM/OQG
QYFU59RzmLZQ+55SReWwabsDh5uJL7+4MlROm+/ckgSjmxX4QvANL7E+xJ0YFPem0Z3OPkzVzLrp
5cyMp76qjZFGic6emPxcut3hJ1QbLNEriBwp8cyHkGrR1lvcLCGtSmG58r47Z8aEM97nGxsTp9Ft
rTNuqHATm2/Cyie+iapiI7hPK2WsK3+d3lxr8HjUa7ftWLbChb62fjkDEDySBBwC9qhM6swNw5SR
39CH4NH99OzZensLpl2eKqkZAapwYNd6gFCsS5BAJ1A3aqnI6TWw+aDpFTJBmEVWkNlpag3zOycv
Xd6xSR/lT7YhCEnqsYzZXFlVwXmTXWwvgFi4LQIGzpG0Uc+ak7ffp3P5PjE5qhRGKQWCyrRA+77e
KaqNwJ1qG81pDeQZ0czJIyJDQ+6Z8Sv7lALueRCRAdYJjrqkO4NrFuMRkKyDK9O5IZt32RTkrVwm
UaquzYbucBHtnMyb081yFIu3yjl8iAZVPOw7MiKnXTTrnX4QTdPSwVQ7o9zjJgyBI9tqtifIaKIi
LCLVPQkotR5PNOehPQAUSh3EHItw8KNWinqntmVGB1farB35mKLpyYBQfUgJZmdI17mZeqQ9lv2+
rQjafUwjds741EzKgonWYsXO+8xjVE0JUoFtowq32grFCb2TtCkpflwpbUtFr92Za6bWuq2d6MoS
NXOeRaouXCbV9aA8FpJ9wZopU2quYm6kBiJhS3jV3G4I9qnrva62LLe4KRijo7ME27zA3Rym+f0K
uajP+wuXnR/QN7NkD5FTksPlZ3L4D/B7ymnz9mjQX7uGF42CYzAHWxrwA2Bnl5QzmmOzxkZXA0Gw
xINl56mgUIeiucE+RnQboMk6OSFs71q/aqR0fTskzvJYdc1AK/W8xZx10OS37NlooJdaY11VmLGs
wJ6bBvF4HkUewCUAPOIngUsZ6r7MXKoMb3+UJdjwtf1Us4Dr4ZOld84xyFsG/i+FeNJGeauV6Z5U
XbIcltmCKpvPW7GVKxmesSRDV5TUJ8mrTwMzGz3zi+hKUXyTpfWtcfOldnkmIEwhhYdAhgvtPg6n
6xQnQRigR0iMzTj12XWStNm7VGJ1DqhXa+NmgJXDrSxt/HBUp7WtW7ApCDSvarDNQMQNcA4z5Fqn
5SpFO3ODa81Sj1DJqum2Ch3ri2bB/7jO+0iLT5R3Seg1get6f7jtv39VjmPw8AP11gATXsIMCj5U
SCaicqK5xVF1tTFSRSXTuQ6H9LaxO8QoU5VKFAnYRWjNvH2zLoIvOERryzxEFQO9KHjVS/CM3lQT
kXZtflXDsRyPE9Cyz23k4hQ2Jnqyd2mUD0aguQbecYym0N9pbWT9YUWvy/WhOTPHcidR431bOCNG
lRd7sKmFEIMqXdt0WkPt+QVIk8+avNEn1AV+18gsOlDvMXW/yK3ho+LpWr7Pz0CbFdn19ie+6BPx
iU0TSRJ5HxoEbIB7F/MuA6tr2Tp4BBoYAIzIrm577z4HVvYgXJoGZL9hkqbaK77GOn3IgMVWB6fV
VYP1begr3iAF3qpP9oQzkh/59tvTLwsILF64x5aKBnJYuNgXVY2h0/Ihc13vZBSJsWXbpZZX7qA7
pD0rHMB207ki3ekO4juUDsNtQ8Cg4+e23SH/akLLu47MyNOvi6SuxiP05TA+tqWjqZGPF8Kwtziz
YJJ5ZVXwomsNzqGcOF/PujGYu4i+ifN+ykK8ZW9/tt9GO705DigURZZSE8HvrycGwy5ApTkIz1Zh
4er9HYFBu0xR0lXuKNEgkcjncrS2YhoU+Qe8jnH55eKltrDEY2NYCAPkrL5+BxWN3YIQJ8j1Ghu5
x0GziXhm4YmMbWJAZPPtSCXtxo+Imuh8NVJKfb/qqdLKNfpHRFh4rVN6ixGRREnjkPJ5Fklarbbo
UfEmYtGw6qUaAkMWuIsFfuqalF6t2oRd1FY+cyKPdGNDc92ZHWA13yWaAlvtYOThdi1KNWWuKEcn
a6Psdq3VuIaatlu56I3eRYB6rT9MRHj6L2ZtG/s5A063SLMAG0Du7KtZe24dxUTnH+6nroL3q1e5
Ee61Siqf1sJFfZ6S68GMzYNeJWl0u+7n1EmyktrnrrMcMBoQqYKE9L6sDZS4RL10N/iyqqReFGxR
EZhjTNJMsnTZA2V05/xFm2nRt7QOMhzh5rd61H7rZ2kaW2GF7sMaDSjOiQ3raT6hXUML+uzAH83J
mh7ZtbYTAB3k6FurUsXTAtel3nIuCWUypGqmjxpvVSgeVQxq4Sz9K/uAHDRuGE0Q/oY+STF+01t1
4GCzKF0X40aSSXP3UjE603fW/tE0SNYuQgG67ElDbllDhB95jWposdOirOsxW9eq6wA+Oq/Pa9k+
dGlNXRVq2Lq3dP2WjK0zVnglToL8ZuO/Qn5osLN0rp29FO8UCvh1BY2FQ0DpirBcz9DreXotfa3Q
hrUBUIJki0mxPVf5PJrO2XbtrYCZWgpdbP1I9xJW3T6Fere0NCsKvA/pOQBx7VfR0vawdOMuLcqr
9cpzRXVB2cTmNAJRqM/RsGtK5TpcpUIE/A65ATaGAkdInQWTYiYq7Meo07V93zms0Gu201qwJGKP
t6YZfUzRLkumbpePS+CmR5y1QKBbDvGDi2jZQRvlDS2PGUeLjInD7GAo5lFXVw+9XgKCKDuWgG01
TA5zOQ2KZTDrFXbnjYVcFj8trbhZ/1loVT59yKnXOJvYiaR9tNdzy3wG/lout1PNsMW0m5HIN+dT
ZYV0zEUsECHFitIDm6jgYizmbGlfG4phY2MxYJq0W0h9ud77TlRo9bcV1ZqddxxE67LXcAEPUP45
nz778/YyjLOZA1nRLyGvBBc/JYphdN9i2FmfTdmmEmsIGwiKbvPaR2D3Up4LzCvU39aS5aS6btW9
QisZ4EMbU9F1R8ibj7XtNK2NY6UYtmyLqN3T2vBQDhcyAj+vdC2psyiwOA9iR2VTBCRvaTnihXmK
xqE6QE5DqLCOFujdjnsrkQR9V9kLN3ddDfNpn+pT2L9bynDtk6m4S2mtOPNEdAwj3dVMCQsB0FrA
6DmiKT/KdCC9XG+y5CMUcBXSfYXh2/cU0t8OQ2inURAO9H+OGrCJ8uT0sGE2FPYaQIMuS9a+pDmS
Bi8zJKjV5dRptTmkRxFT9qr0yNHfj1SRGVPnPNaxbDKehraOOdKo59nDCZvlAVnHMCHKy75zWKg7
cYqqrSWmL03Mj4WGapZztHYPCh9fhEMBbXo/lIylh4gzG1U0yzUmm2ZllH+wKcRGDxrqABsfPFWN
4ZujUqoPGCWW+XON1ws7EBW+W04nAbrNJZoRxgImxYXkt+5/SerOLb7XBXBzZsG+VJM4ykVBEkfa
yNxQE6xK545EEg/eG4NgLJwYOvQcK4ewr5PpxsksjkvNVBnhLSXP0XkYRmJsr2LbhHY2hqyW2FoM
T4xfZst0hPRbGP7Np+I8ZzmNhRcM0VnRDzQnbAqXNrap+dbgdY2btEKQ8HHdqGXnvOVESs29IWBV
fJ9qWxc3qmoSQWY4Lg65UBv7AwzuZbQOeiN1vzIxqcoAm1kdH2weB2upnRum5Vda1tKS1KinJ+AK
lqMuYFyroC7eSPXayRqYJGMv63HPTGG3CCSSqbyqDKcQB2/q5pyJw4lrC62MiAl+0Hv8pY5pNJt1
zskRpjEFWsb5BLKU6NBih+qNhSKl2uItmMTeYin4QitwIiozl978I6FNrUG3JMd3PEjX6VTfZY7N
yQKYi/rQQCrCDtdhL9tnPSXaPbQDjurCVYUZEFnoNRuoHJMBuHapUyZYh5Xez6qy6K9N6gXJnq02
rYnJClnh1tqXpqepPOomoXybKanTHNVIiiIPgek4qXuVZIvYpFylMImERmOUn/qWtZFzr2ieCgyD
MfU6rLmHdDATxPfd3EO8VJCWBFTKLUZ82lc99WzKqz6U46XfkU6YBPuaHZ3LbmWZDWAfsEwyjs/L
JP/n0iMVW2j6hf4NjfryGC1z/PhAhp0hPgGQteR+VtDSEpnrSEun+4v6wHmgYmGG5S0BpCSFq0U8
i3t6QrXziGZyuRfhTG3YyzTkZz769micdkAokIH7RLFk7k9HHYY5D4wur6d361ku1gB3B7EjCw68
iJpmi3WJkWAg4eh52F9OJOdtyrqFWMtUa/70oMKSxjIKUuI2nKeuf4gwEKe7orYy87Fn2TT3tds0
fyCvaZeiMDb6nP9oFrLRX7J5LjZdSwMAgUtYn1Y1+JKGVFx3FTRkxKD26O6EUofdDot0h75vpFru
Uwfv4h1izrLbCxcv82bFxby9VTeWnfAvkmBSXKBHcTgFQQm3372sTrVJXKKIVvQr69w9SYW001ME
JFjemW4f2RtHwYcWsMlgsES4P2Eoe0P+ZQaeQ6oma5AbqClm2hdsFInkaX5rJ61VPUDwbN6tWifi
iil5OpkK4sVPvRZQHErr6pshMUOc1sNJcRYdGm0SEWbP2WCETWepX9e+3BpLbw9ROd/NxUhZqqHS
rL/rcju0rwpD7ac/AN7OH/31V0OqAaoQImUsZNPnQ8Yv9Q3sbl2nZLFzRfdZKfbs+Yz9PLUuTTEa
IoZ20AjG1O7W3WYxhJpz2zpxH21SsjG03dqCBcdB6iXZIhX1HAO+ZIufFy/ANXJPKiejgeM1QMkY
m1h9TAz1Uz/WfPelO2ubJme29Msex8+mCDVaIuwR++h6cmr9pGpqB0ciKgaFL9NiigrOY+O/XqUU
t//6B3/+Tr0D/1LcXfzxX+9Fwf/+sfzO//uZ17/xr5vkeyNa8bN786f2z+L2a/HcXv7Qq1fm6i/v
bvO1+/rqD9uyS7rpQT430+NzK/Pu/C6iZ7H85P/vP/7t+fwq76fq+Z9/fReS2GteLUpE+dfLPx1/
EAi9CEH+69fXf/nH5QP886/T1+p//vv3X3j+2nb8rmX8nZApFAt//W14Pv+Nrv+dXAw0xgurDbXA
X39jUe3if/5lWn9HDqVq0GANA22Uiw64FfgR/vmXrv6dIbFMGcjpaB0DPf2/7+d+HaLrjeLzv/z5
1/hl7CivnnL6hwaVJ0oN1KA5DtuXolSUhr2khFbeL4fmK1cRoZ9mIVygRB13EDLmwBk7HEjd8IFN
zC2uh3DaN0+w5De5ZR+TQVxL9SuwVyzD8pl6+uB7MWZu+5QVyW435/MtI/kLfjQ/TB48nW3d5Awb
XQVPg5C/2FRtMW4i1QppQrK1Dwv2f46VfjUxNfrOrCSoM5sCsgiZVRTnraCFSxq4EAoCLDRRkn+e
sbxtylT/EU0Tq5/bkOUU3bVRd5Wk4jssXQwxk5L7s+FENIveLQS3ALMwnvfGMzAu659cMX03oQ4f
vMyJb5Er59tW9PknTEzFjcHJ/pACrMvu03sIxqzb0fVcUGRpNm6mHr35qs+iRwXv894Z6sov0blu
VAzj2zmKPteqNi8tXtcvvnvsQpzhZOR7Rz9Ophd4xi6NsUAsXATzu8zKalfElumrzIHb0ZhKElNL
Qty3UQRyH2yU4mDDHZLFCWyT+6BgO/+eAn3tA473RunPI9yZZESrU7dCO5TwKiTwFuMn4WTNXUSR
ZUO/x/yMb5f501y4+Zm5NYklJuF1TmFyFT/StsXnEYX6tuP05E/mHFE0h2Vvhn0TlBTAduEsvvdy
dDdzJLxtnXDKa6c6Z2NT135jWsMGjiOt61JN0E62w3YQcJM9rdGDkDPGezJx0zvpts5+HjGIZEof
Xyc9KmAND3hUDy2rS/6NhnLhg24htrknVEDvQSnNYZ9/JkdF49HXilvwgfoVBs8veT+FfjmVZB/V
3XRtDKNDiJH4tsi42OM4T2VOXSCK6BtbtadvMa+MgdPJeKfn1jtuXhKUbRSdOpP9h1Pb44H4xYfJ
IgOZUmS4rclWD3prEu9gOEb7MfM+UMcnChg6B1FCOqFTsjQ37jC0p3lIwnu1C/FhwjS9Ks0heqK2
4WDGmEeUjRqigsZaxL2FTL7SPnG2U78McpmZV06Nu0VF6eUb2KO2MiJlKqV8dyTpAZxC39qBUrsG
R5giCuQwmaQTEM8XjhDX0SRXflJJbt+QVdC7ZITOCPt9kqIhQttX9z9DL+lvCtugZ9DNjr4lZk9g
AFMHylC7RNvtek4tOKdnIML6GN8p3MhtksEichVChrIEOWE2I4kmbM7ZtYrD86qxS88d6jktyrWd
iU2aRGvCZztyrn2tyerPeQw+ytNmj6Zj1+51J2+uyAhmA5u6bNSSSeob5sYhEKLJdnwP9C/sOd/2
8dgF6RLg6QICPca63qIs5gA+yjDadpEwjiOBDsgDKw1BQBFCtTMWsEy6MKUh9oxVhVrZ+IjF5Xkq
CQMvVOMrHqrEb0b7U7bUIkahOUHiJD8dM2o3oEpkMKCpwbYy3ZVNpXBkjRBcN4V5Gzs8zPB5hk0U
DXlAPyDdohLU/CSx3f0kFHfTN6K+yUVuHPFxThsL1AjdrrHY6hwet5R9JVlUJDqXouRRASFAhGw0
b6diyDhq8gjTLulRR6B7QuT7dVAsz88yh6gxPjFmoIatMKCTA2f4Hs/v/ESyYRmkphdtVNhZG2Vs
Mm5qE22IiRDbpmqdA51re1en1HB+Wd/+zfrxup67rh5YGnCNsYAhW7yopCu00IApN+W94xlXhSc3
Fg+DWrkbTyk+hMRSBRz0jm9f83WZkmtaIBFghSNEg+hLefZ1mVLqZtdwOpD3PWi0ANWDeytUgiEN
0pRu377Ua1Ekl0JYvsCRbUQfKj2m5eP/ss+bFMfj/jvGPRCEL3U57Tg2nUBZbbAAb8bO2L99ud/W
4ovLXXyb2iwjmAOuca8k8OnS6bMSA9fIxlPFpf/jS2Fl1jR8RtTZ2Ea8/mSG6DJ8crXHl3jbcoZv
b1PzQShXb1/lt1uFkPTXq1zcKvaloagdrpLKT2OJg/5Bjf+wF/83t4g2CUOQY4qu0Vt4/UGEMGWM
ftm9HxsXi8zJTGeA9w+qiQrk6T/+NJhNbBfrDbUaEqleX8q2FQh0iebdI1zWRZBom3j+gwz39Zlr
GXD0RYDWm4w3z0Rs9PoSeojgDJStQp0NTtOGjcDbH+HfvL5HB4QNJRdZHp7Xrw+fmzZL1KcPTZI+
sL34VDrt49uX+P2e42v830tcfkvWKBOlQzP+oKXaJ5l6Ry+ZnmZQLm9f5vK+MwPQqODYjHTIwuS/
vI1fHk3cPrMYGuw1cYWg7Q4HKnC5KQxa5Q8n9MvPw4WYazx8eY5NFNpZCv7LhSYLk+rkRsm9kxco
/b4qybvM/MOU9ltMHhfxbJTkDCyXYaxdfJrebKKQURHdlyleBUk8lHqfeg9Jfl2qiG4dEJwWIprw
49tf4uVwMB17OV8w7TCeKS1dXDYuB5SHlBzua7rrzyW48Ldf/6K6sYSa2QQRMaRx5MGCcC8emdTo
k1gzmvy+FPDbPCSzUbTztAfSqjbSRQOsHwd2z9593BgbdfgTOON8EP/fg/p6fY41RFjrJAQR0/56
lCRuOk1znKb3YzThqe17cdMYGWROaK2BroZyW2D+89Fsq1BZocL1VGO+AFmEMKaIz7o6GARNWiLQ
69R6KKjQHSfVfgYnm9wnwisCx8OdXKLn2Gq9VQWuworfxrPGIaoeaOwlbGnnhSFdZa6xRbUW3rm9
1vm92c47EnWsg9Ct4Q/L1u9Dlv0v4wjrp0mZ1LloIGdLjlhVO8m9UA9effLErZbdv31n/83IWSQL
tg1Xg1KIdWFUzSliUgmOOA89eEjtxs1/+vIs1qDmdbwIKG3Ui4FJtQuV21DL+0HMvvve+aN14Pf3
//oCFxMtASxKri0XQOXbTH7V/eEDMOctY+v12GP+Vgl0wNuNKf+cWfXLxJHiL6J9XDt3dEkl0IOS
FFMnSw4dgpSDwFmxgayVfdapzQYdq8F+aIlhILoQPKfjDQ76nQgrG+zfvu63sLVDf+69ZFcl8XcL
eeG9F3ryFOdpSNrGoD+paoqHe0SosanhWx4bgEvUkpqGQ/qg39J4H4NWFlOARxjUVWu5V1GN5tyX
shX60VJzOkN8Kbe96Ir3sZdU5KbgKwwwiv/EwV/sUUylw8khdQ+nUs9hOXXHXTNINRhJ1NiASfxA
gHsPH7Voo9Lv2RLbgSfm4ZTNZr4z2qJiExwjI3Wrp2r0rH1foXqtVI9XIBjwFvlIscnorwRixEHq
q0y+fjZ04ScjppmUelO9xzsd4zivKVGAyLhzoRM+Uj0UIBta94udyRZXehXG17Y71x/w19TIjQv7
5NhRs5UtCLOsHPJdQlbgt4Q544RyX24Q8Wd7K3edH6REgilpHXWDrlTdjhQfANlpyK9sVz26Lvt6
JTKIY3Kn70VCekxb9k8O1qmNmclFpa/bAZnO9b6BNw07Mn5U9WohjmS+0Y72Lq3ILIbuNlIzjZRN
V/eZtdENwJeiJheR2kt1o7ZKuYVcBYXA7duAU47tAy3DXpmb822d9KjRrTr1ZdHwNpupPpCiXiFd
czpOemblUzKRB9Fn8VarjAE0Jn1dH8ICxZlOdQBfZzTdgeNuPDd3H9BKcIF01NPDXHYftU5tAhDJ
GcAYmvY6qEg/qhHCUV/3rrRcmtdaM6jXjT1QMM+t+ZRAPkH0GSc7LKIVdR3V5ZTrKelOQflnPqfS
wpNZAqYrVDhPaiYeqYebDBlpPjsc/cxt7DbyuS3mz1Duw+PoNpgXYSdcz2GbBHnvzY8C8N8VMbjD
T4yd3/pCawI1a+xd6zEPGwDId3zRyh2y7/khG6wMW5IdHzTS37YuhfM7l0gv7qlj3FGosI+p0xqE
a9otkPCao1ZEzmeJ+jXwiuijB6NjN7V2H4hujHcInoqf2H7oVVmIAAsJwD0mSelq5HE7zlqTnzKV
lltU0CQqRcwNTsHK2p1JAB727GPJ8H0cSYJIgthsjYem723sgu4coB0pAjvsQVYUUbXNZ6vbwYBX
/DxrHb+dLBlokf61IRtmWxpkI3dm1R6kOjX8PSEdfMkF1tUyenZ6FLaGoK1muTg9qi5yoAsK71ha
KhjjudxYglZvHElxq4x9fczMuAfeMlmHDETwkYPcdN2ghNvVlWYcNTJC+WEbAzVCAVoMNhSJBdSF
52jKNyWdFegY5nDl1U6Dr0RCT40a2KtN7g+iogpQCWgPdqFRZZmSU92impfhdAoVinVfC/sDdYdb
pUto8YaJuLbZZF0TSU3BB7wt3KKIMl7aEuP43h2sDZxTYpTS5Yg8JNveyH6wZXrXGfhzmC2F+UWP
xmbjtP2HwQbhU5ahdgTvl+/wyKZ3M7rBQ1I0kl7i1J6szFG29pDGx4bq56EQYbXPp7q7kYioA+Ru
YjPkLhJKBRmKr3R5/9BU8vtUwMyDXuHeU0eh1EMO0aaCj7JJWtu4meibH41OqL5pyHTp4nvbIUc8
QmAt8N+y6TdosyG7jMlIbxFkahQ0HROXhij3q0Lb+mp2R5AezKr7Ju6glGBpD+gy81hiuDkKuy62
eV5UOxS+IJMoTdF4zMS9NlDPQiuWH0rAFTd9b827uK5/zGmFuTVVlJORqJzLEy/zhSa8kxThZ2l5
X6b8/5B2ZruRG9kW/SICZHB+5ZCjlBpLpaoXQkMV5zE4f/1dtBtoS25YMG432jD6QcxkkhEnztl7
bfXHVK2wKxGMehqwkZ05AkSv5upNjCoc7M1fMvUOa2Ne5K/zUsrDTHLlndZO469VTfLE1wcD6yt4
xMdxY7KzCrboqw0T0vxgnQe4AT4pvQYGoyzdLy4E0sFuQsTqM8x1kmQmDSRAHNu7ejDTI60W1Zdb
43NIoAol6zCHmM/T3YA/47J2KcgCEjt8DIvuD4a9ZGJlcXlcCOc9GNYc/9BQ/4dWnZPJIIbsdrIU
J0xhv6BmnDVvBd0DrnYs/RnfBZlEIiFEu8mYpSiN/Tg1mHlh6smDFNvWF7HG+aYz0ZxWyh5QXW4C
k3eUiSWePcFb+vkNx2e6K9TOwjSp5w9unVHYopNPaaZF6mmFuHDpi9uaLk5GL9Se3lBIqo8g0aGZ
ZIwVaZnet2q97nRQaTstMVZPS6ZfG6CNWV/lnrqsRI3O0fEaCx4ZGlBafQe+EBLY5FfjZjza1up4
ZlSpByUBzl4qJVnWJiT52dZf61Sizx4njPkykjeOndWvGePRzEtIYQ1AOTcXOwNdT4uw2Jc6LIAl
EZqvaFN2nh11CzjY5sR19jagyNGBMaJhDtDF5HeJYy3cOwSTzLqXFGpt3LUBPuN0T3xxfLu4MPW8
ijSPHXwawkEoD0K70gtf9tDXW7ez94WsM6JekjfaYItnzEywAM98B9ulXZPj8qryJQLQSvSCF3rB
mAaQkQxQoNCzEJJXPxgGzeE2Ldi3q4aMWzOyegySAxP/3lQvWtoXZ0eNkxDb6+J4ci1dTzWIofTs
sjdOCuKfgDhD5baOLAJeRlXezUDIvThqm4us2MsdJ5donYhGkoO6wdOiMrTrMX2GOZAdy60RWncJ
f9oUP1UUfWfMI47f0rAPU3wOcKWXBb8kwfTtOJAlIrPfmRF1L6gCf03b/yYTgQBE/ROYDHfw0TW4
12Y8vWSYi3ga7MEjFrk4zF1b/GI0hGxfMpVHEPRmZMlLPenKy8iJeTcYzrAJ/sXjYiGqHMyKEIeC
EIELqc5MSTAzBIWrx4fRABFr93DcUjdR/SmFRpE6i+LLVtShVMciwIZEiSHH5XYo1JcYCsaEQKB7
xdL5yzAr5Qigq+tRRSNrgauYnmfyIEJwMJ0/WeOrXth8Z5hhRFoQFucLIidPNPqniwXExBMdqPiK
8xI2hQYmPwS2myleLjpTmF6FS288dfGzE7vEG2DgV1gvPRR58w0JeVYQDc1vpVx/dTinaYzK2FM1
3fIFw6TzOCrVbktc5iRNssBST0MgCRzxG4u0SyzsI+ibvg0l8MY9cbWlN9JvDqbOhnWAo+G6Zvm5
MJGqPMJ3at8wC7IeYORhZeSHoCuvUlKZWrcfunjaj26UBhwE4qDMomU3uCI+wqnRfBKQf1ZaXhyW
bMihRpAOred4O5SmdE9tb0GAxqHuM+gT+OVgpxcgvPfGGuXeXCTjLi2sNz3rB19XyYZwMlZTrBfm
XjPb5JviVqPX6BTuOeqzY44miWl70nrW6rpXiWJfNu6IX1er8hQXixEODEKeUq1gUlcxEWzZZmk9
Z1WWnAbH0mn4kx2tNPN82jRrftsazv2Cf90TujLTYoFhDIzmrRpldDUReHJNmtiLpVF2pZsaximB
NHkplOsDoioiC+ypBr5mwD8dbHwW1WAeMPz1r8tcRZdZOO1VsjSTLzD63XfoWjyN9X+DEByzub7j
qTMCFWnbTeaM+W1B1IVnzfW3OelMnv2OtPMMQGzV6d8bpzfISijnsIuq94UiKbSwfHiJyyKErEHD
TIwQLqhLYwGcajHdwYLrqXAcQ/r6oMpK1GuLD5S83dmtiuGQCUlHJ6kmLUXkDPU1fZC7XCdpfRq7
6NYqxuka0ER8zUK3HMa2QGhlZniQ2xEDase8SiPjm+e3SAdW/ai/llNbeE1WU3UtrWD56aDTewlS
1XspdfOtrPIsLBsDdQ85HI9G1ug3cd2Oe4Mk5m95Y6ehaGHF8DA2qLPAzZ04DI2+wjGJuHjV3EvJ
a9hqBrRk1XmvRGwh82RcWscCTX6bkNaWzfEOAh6JM1AePUwVum8YKUznVRygKRZ+mtZGSAu/gezX
FUHJ6YBhWZvu5nZ5zemkeFnWLIe4jn8x25iuZbblEK2G4iWpmVyAR+Yeh5PSszvqRt0YlV1SVjRk
cyI4RCNFwFAoiTcY/fowp2l7E0XwTzwkhNU+ldI9MMtFfYZasNm3a8L0s4myQ7Fo4yvSo/Ua81GM
Z0UdiIqqllvcsctTVqXi1K7jEhjKmpFBs7QQTRXz2C1GeyYkwn0urDb7pigawQx2D1gB8Wa+Fxyw
9gypycVz9XszWeqY8SVOaJC0+b0OM7GjDG/oFpmc8z2OWvWeei05IfMrnzKV/AHOfhEMCiPesV5W
e1OXU1ARqekT5kJ/aZNf4KUkZAT81a5R1weOXHBCu8WE75agaSN+MDksEXO9NdWml0pWBKnosbzB
JdgTB7NkxxTcQqBq8Vvcug/MQhVvBkLuRVNuHQo9M69Hu83AwTQG8tU23huS/YqCNLtggJgvLYK+
nabPP0rBdL1xEX8lg1j2roXAbV05849aAh9kYi7K4bn0erMgTzQdZJBaVKMqjrPrrtd+4yIvQY41
094i1jCYUo0UApbHgAP5HX7W6Zg4CRm1xdSdLXXOd6PU0Agko7iyGZ77nHaTS11Z3V0lCv2kVZUZ
LhbqIFFbWlDIojoAggFbniGd43kC7ldZgOxXGlm5h2ruR5Okv5QaJVndmOahVJyIaZj7sy95DwrN
+G4x5D+0S6V5au7KM8mZCQdM94kjFdPwkcppxDAeComu211b6OQjwuI10kmcX6nOLQPmG6LmxjcE
6SeFo/Pmp9yXyqDXX8NsQ1egqUGSWAzy10clFdRhJlsCwr/pmswoGoDSdE9jaVrfjHQa9+Q8mPsU
X61P1BSMpMEiEzOX7n52ReZFq8JBANvPt7kvRVCla+xPk/bOgD73G0yOV2VWvJLN0x3HfBl9nLIz
Utt43iOW+jXYg3tZGqUlrcXd1sN6PsZlpZP0y8KeKFkF3td2D6XopjBeKJHkYrPhkS3z0DMxOY0E
PjxPi24HM6DoH8IdHLLyovKeGxdzy+f8rZ2V7bEofxqjPrM+6RfeE+uqJoRlpyoqbEwMox5Kz8YD
PqwH0HQ7QtbROQ6VKIOhlv0OqXsaGgpbkF4NmOkLWH6xLVsPrnnkx+MAuGKAAygmjsxzrzBuxdmC
KhVuvTX2vyKogQEYdyuQKk/GCo4kAKeZHKJpiA+uBjl+iJGm1fGUo4rLYNWA8ak1eVTbSmBTMn3I
lkdm6+aNnuflo+KsJB30zVNOflZoEJsG2G+10K2k2a4VFd9FK2jDm/UU4rgxjk2mPcM7BV1fRlPY
2lL1CL2lQVBFSwgFaHgm7FAJ1awEiK/q054Wv9jRPKahbtdi3tPzcvHSV/hPV47Fx0nNSY2MlGqv
AzJEXIPUYhQsd1qxlaYJyMQMFXVgwzz0NIh/l1T2rNi14MojdCGElLhD6uE3SWzSw7ecowizyb+D
C+flTklwx2jk9zVgWs9uZbVPpqU9KtMi95KcHkCldXyw2pG8FqIYQ7Jd+2u+QhW2M8ZfA9kvvte5
f8ky7QeDdRAvc5+FplEtm/pa3WUG/vYWjvc+I7OPwUS8HP7wpLC+MO1eYVm5Mmm2CMz6RtW037XG
aUlrkflaI/KgfkL+4RpZdeBzun6ZC6oS+qQhzKYO3gXjIuLe5S2I4Pw8GcOrzX9Y32iTFCLNbzi4
4DsdHQyBy5pT/fB4Hds8r4kSm2DcN7I+xz1t96lHeJRAk/cL2WYnG/Xosxur4qVf9SVkGx1IniIC
R6IUPTQZb2aWNKAzenyhsJ1gKTSzSeuMldkzmvGbg54XxFo2BrLDQhvLpTxCqddumBTwIjhZt1ez
VrtregdhySpVisko3U9WVodo560dcEl3N/aO9Bia8G1ao9ln6zAcrLgYd0Tn/mgN0e8rml+37ZLO
oZu2KFgFjyzEsuQmI0BoX0eztkf8zV7FYY5ku07D1AJDDgy1AbXCeh67Dg8echWv5LDil9WS3GEA
qY86co5rBCkyiPSpPaLJ37igI3kl/YzKJ0EiAFQvP0ZFTu8B1Ewgs7nyen18nZO89GEqW4cY14dX
l0MT8nCyPvaltiPIaN1VTtO9k/CZPCh2VwUWTyzOdhrXUbq1jDkoAnLq9N2a0OGY9tAqArY1Ytkk
G8lQ6t6ELhjmbCGuiAZqfUxrHP8byMmIJKrqXJobuG/QnvOkpa2QRQQjtARkpRPkqDpXiDlPBjrW
OBs8C5HElVDFfMKiWCJ2XruwsWtS9pyekCMg0/tatrlnglshDZqwhN62cr+1cu02QSZ0mGJ2+FWp
fq1IgY8sucOurmjPreWwnDIMqzxiERUFTEfsLE50GOPtlGhKN2hWU3nWkToHpa1QioKPOCEMqk8p
KYePLa5W/nCMeMhJ1N1Uylda5SoNmBXqnE2A0VI24PVWkZGeQTfMHxSA2YORZ34/2ShXRNHQBu6e
1AK907K0erjMGXxEJnHHmCDR+wl6m9SMCTBhM3k5tZSnGc3igxRcfA6QPV09Du4F5+Hv5Srmq0ZX
Hi00qlhiI9Vv4kllp0CTE6t2ScUh6Uut7ZtR0DUYFWmHk9pqXpWt3e3W0fdd6bBhC5ucVjkyQRvF
8DC7csFwiLkzh+obtEarfI84JlwJaG5BmoOFoq5WPQKajV1Hc+4+y2/xOuaZobw65Qw31pBuiPeK
W6s11oXOZUIDi9/W0JXlOtHyHL6Ok+2lO9hHXA/Do5lEKPpSdTjPqWrspR73Owr70c+7tuOLF9uk
oV/Q26ZN4Oqi9Udp83BYQ3qeSEMORoK9vMywuuc0R7qFzrZ7gDjnkEYFbM9viny4rk2cTyLPdV9R
avHEzGX0UsAorGEY3JglVCb90TINoxLVjgvcoi+K21mR37txa/lPpFcBwx35gafuCv4KliVn6t5J
BxlvIniVN6JOpjMo02nvrOkTELT+jAAObk8B3Yb1DJWzx9HFDmy6tmElqHmMAboV+WvitxGpTs+D
4sYeMR5omRz6bb1Zq8QOuS+LtuJ1ziaNjlRBfah2MjBBHZy1aV3BmtgtfpNs3MGNI/9Wx8oglSXf
cbIzMHJxnptrN6byNXVoQmQLoC1bi3j2LDdubrqhin8AClMug0m91ZPM7pPQS8ZMZUa3gOfmXRGX
4sEkLMlF/ESnjPZBHIAbrn3HmM1zn1rTBa2R3CEtXr9LHt2bXm3AwymCwBp9ar63Y4W2SeuaR4PR
naENBDBphHKW7Dq6mRYvTqaKoxYl041F6eXpEW7lKFmVwJSp9tNxS/U3h8MfsDOnC9M2lbigNXvK
LHzxmONT+X0snPiI60zfK5P6iCMjxknAQaGxoSK5Ur/w0D3psnamQJuG8lEdmsYzkqbYS6hWJQXq
Wu5xM1hQ0ZaicULccuSJgtn0yqymh93ZJsb0/J21cLiJ9FTz0fTfMyxMDgW7AW1dSgfMbAafh56Y
pfe6t5iZFbh9R7IZzn2WWiO7A330qk5pQdosBwt8EONNR8orOy1pNAmIxI3tR5ZBO72iqbLCBM7e
ftC1sfEIgFGuFgYMgYM4NZA8ILcZrDleCHPk3Mx5XzNI1gIXpV+V6jK+oE+q6BrE5uvmkVlono3z
TUqMOhTqRJw03aaZUSgISRUa1ZJGaOeXDPZ32uKqv1f4mn7iiuJe5EX2kLZJ+w2IQH+t5+W6p6gA
ZyTd/kfPnJwkpbD4qWjzelCynoBAtdVLb5pn+GQZZmbkc8MrNmkD5l463Raqw8PoTDoBuZIja253
yXc3zZuTvg79eWJ79NtsrYMscZTremHqK7X+IKw1DRxmWiGHMfQHmPwzj5zgxa8boZ+bsZH7Bti6
3xDVQ/2f23t4BbjNYrHMkDem5Rs+p0wwHKMh29lJc0RojdbX6bV9nVKmkTSGOaPunF/KMvYQCqNt
i+bMJbZ/VGmt7N205vvqzMaavPkZ6T3mAZG9K0mq3dmKSjt6ACU5MANUVFSZcB0fncF9qCEX9Xue
zGK/wU78ae7l7KtSNZ5aRTPes400GPSxcK4i4gqpGOhP1SnBLrB/4ytZ1PrdUqwlc6vWhmIIqma4
Th0B5L9ZyfDVe4jTc4ZQWZRYNyGQJ3s9R1As12jiHMQzgsYhiyGDr/m87Ht+lr0VxeOPJNOzq4Vc
4ksuGb9UGirHtLSKABNQdqm1eG1C8iDiKnSYLga5W5fM4lzle20pkOYtaRAAwdZPCm63SxkN70at
Yj6YqGtAyGcSOkqSnCOUeScVNckhieiSAMNoOcXYuV9PmgIKLOcpZPBxt6W8Hpp24fACAOaeQxiy
0NbABeZa08HUKJzJB3XDDA/MruyjeFeXIxbDkVd+KNYmMFSHmdtSr4dy1CPkvYJCPzYKf4ydnBQo
XfeGPLKCcdLX3aw70rffo/IuU36MbbOwZyf01nRsW37pdr9TSN7AnmIsX0BxYU91W4mmVzGksmJ9
MdpOfaeRrfb8vaV7GLvKCYchnv28LvpdkvdkABLg7M1q0l3j0me4hFk4AKqw5ZvZJq5hm2AzPOKU
fHTCCTh653xNlhW0+TDfyjHpll2QEtyw15nD+GrDeEntlxdHSzhal+tMfcFanjpejrDTp8H1Omli
44KqFs2d+IEtzniKNqk9Pdb8O3dde3NbggvKDiSTlevpGXBFzqCSJhOL+Fth2fmtzjgpJEnNgpyg
FffL4JrPeV/OT4o0+zYYZzybxAcLuLWy8cpmlF7b0yYGrPpsylr37IoTs2vFSYCLT5zXinAzclAz
xjM2g0bOQNhte5vCPCPl0FcZ2rwoC/le5DGTnRr0al4Fcz7/nCJeao/8a2B6EhoARWmu45mccdrr
hJPm1AjwKugQala3E87UHwhDgoBfDeOhjKf4hPictMvKFs9LoZmEQiZQ62rXnm6GtjEDnTi3M64o
9adSGNRGpozqnVnNwueZg1iiC7D1HFkebVz8fhKXznkZTJQEjlZ/dzue5MxcFjJPDFTiEaGdnBtw
oQJ3PpVqIxgqIk4HWjT5vaLbu97QtVCZ6n7Pp5mJgR2cnaVG6veuammBqxEE8MVoHgqIpo9xSehe
lA09A2/mj+nUv0azpKNoVVDAGrWh6TeM56SRFYE1fYn+PE1Oymrwe0CTUwKbiXRNVdeZfWA3S/Go
LEX2zgjQeU0iI2O3n8ffTZPWO47s076ctfwhWyL3oKlt+jrnOZ36jiMMTTZy/qKyD1fQf492uQz3
TBMZl44KUnvPrTUBbG9UbwZBh35SR/Tq+poud+x+jGFViXN0iIhHaOgD8GB22EMGm+CqcXH2ptm0
O3fQ1RDQfTaEmqIvZ9qBazAmJCSngwHaXi9AYlbjzaw0JlYQ/b20K5WikP70pFf9WV/L7LjSvWXU
VG+iGsV8U4HMwBG2VVqB5usCpCe0k4n8gqZUfyVU+NCtlNjXRW3vMKF6q1p5yTj5I9GZ3liKhAPq
TCOuV2j4EFIJRpwH5z4H8vxONw7+uNms6S2DQ4TsvC7EWYoVxBbi7oJHHIuvJhav1rvkUjC4o82+
qkf4Xvp3rS7cA3db3lVwCkrPGcRtquoMIRvrZqTAuTM5orUoawqcn2S0A+RBAEK9q4ZwSNpjnRcg
VLuDUMxzjLkQ4c3Ci5KUDRGkuirDtehLGqK21mLsYCZxlVaCFbtNypNOLvg7wEZk+ZBezxYktB/J
CJt6iQtgRcVWp1GY7Gj0M5SzYzVkCOyeeq0H0LQ4L6BCCAwzhqWFacly0oAparM4gS0V/UpjXnWD
lMIbZg/iB4Bm1wy6lTpdzvRMmGMgCyDAwuh8yGnLU4Oh7iA0gz6DBXRuXybQTD1yji85wdccUpIu
xO9uMqXCiVJDPoh2kb70e7Pri98joOxnsMTrHXwh68kFjUcNFFN1EdETWoV9P+Hckz5FpvxKLvkJ
AYVcEp28BpRE1wwGE5+Fey0Rn2pvxu0t8YPXNpPfAbwdcMuz2S43hl596+Pop4rCoG7G8N8q7jbR
sbZRZ1ykkp8pQKPbqmvK4nabQI7dQ5//t38ezJCGnQ1tK5M445NekGqGeb05Rjcay89A4/dfCqc3
AIVgsAEWhwwAeIgfhZ7FXKkToanRjToX17lLKr0y7v7lV8CeqxIhR64EqnYu9fESHWVqO9TTeks7
q8+JUpi++PnFdhP+qhjcVLi4DTTU2fyDB+DjFXIg+WZsde1FaLFGr0qxts5kDy2n67G+WED5EdKt
YSzpiA+Yxq8jVc1BXHL0VjJZ/BpGZ+X4O8IRHePBDOkyV8eiJ4BVkFVwW6Nz+UnFwWjBrimRvvj8
m3j8bx/ftdF6AWbW4UF8/PiFULtmtsv2whzSG6sbOe1TG76T86SyEtSC9zWRX+gsP+s4t1sGyUno
lmlBoPqDEP0XkSX5DugFCLK9RDT75ubBqL6Qf/951z9+rU2cTdMEkJlqQ2f4+LVUJY5NutL9JbZk
h4fJpsuba1SECEHW6ZVHhmRWw2j8KkMxIrJk+wmQxXmUTfQKV84dK7Gfj3TJzEPKQGGrAKanCL+K
j/0bK6LYet5kzD4kNHt2bZRXBzAOnHgMp6iPyB/MnZaK9WpJ19E3eypQJrhDsJYaUzGwygVH+qAS
iuszH3+i9VIFOD0bDFqagkaksw+1stBqLWnZKDEDiqqrvkX8WapMVSOpKRGGDxiRqW0esYTj/9tb
g9OHzpiJA7mq/dlO+3oH+CC/9LziD8swdBd74j2z2+WxRlF5STVVnisdKZhz1BrSqXtsbZgSRbtv
mlkJYIi8UQ+5aL5b+WRPCqq4eO6DDoFJkKm5cxROd6LM5+SRpPV0UoziFy+Dc5eMDioDa1yvYV63
R5tA9eeUKQqN89Gyd8uiNTzunGEXgxOHN2YYyPAO/V4KgMgYR5RgEiRly4quV2tKkudTvK1zP2aX
Aj3KXdPEOXlFZb4el46TcYV3K9Rn0k5ccm7Isey09BETpBkagzL71LBvwmotUks55i64dU84sK3e
mysbJyf4IrKCC+s6KRZ2CM5hlDHpbHJvi+KoKEt2LwnODCZbG0H6NWgoSxn9cqwiCafuRmsNCNSl
p8fJeUkF46K0xFapTgAS6Ib+EhZZPj64ID5YbtG5jlaksFJa9hFB0XIVC9HuSFirPDBldLwU1/Ap
OegXORwzzq41vKe0hO/czIYZbcPP1TUlu4ClKI6rLuyg7N1yT5uBemrJJTbDSFX8iQSau0zWS6jK
lqG90y4oeEYAFbsFuM8WkF0O554eawBtDO9eCy8XeT8U6z1JIW+jwv9H8rKWe8mUM8WxRWPsBsCp
FBhN2jDQSIZnFOXs//aa7/t8qc9m1f8kZCH9FtcjTakcKRZukPjS9uocZFmXXrfQu8NWGdVgnXqC
QJK6IdIg0wFyFGp91yg/Fvm991MikvYIXXH6QXr5RjLDrdLVVyTF+mMZldfpOiBcTIoAnWH9VCVS
/9kBfnqIW9mSaxcnxwa402nQhuQCIty5ovqhE+loKP4zM9kk5LVtEQAL+d9gav+9RjH5jWyHpVzl
odOmjpllVmlhiguBwZY936k2Q8i4in50y/wWSb15JXYkItB6G4HSVnUuCtIXBK6mzqwy1oKWCTd8
YLU40teeTqqdLIzbBpoVkrjvPRJ6Z9+RiKt5QgaZCAty7rNRfHdGVK9q7yCfnleNqXTnpkzkXQVM
/0puw45ZlICNv8Sn2FLeG2D7e9ymv2JkUIEskN/wEaLfyH2a3azEI+q7bvDFggcb1sBvcONuaCU2
zfh4U8sSNH0omsYNRlNMJ8EWxk9Nfq9SaeLREbQSJmt+sag/37UuFqc4t1NswZVxrSRud1aspQpX
3Wivonoaw0ZO7lUtC9oTbgtBxMQiuQglZ2KBY7M0GnrbPfStLyBx207+lxUfKb+wiLdSAfCZOiap
T+YA8luiLrZ67VaQyjuHKMDWG1Iw04cYYsNr71jyW+egpaxQ0qdfbKIfvRvs/Oz7lilsgxkhjJTP
myhhoCQyzmjhWxQRU6iyjuZflHrbx//v19suAWhSbOYYSHya+MM085c9sxpYrgCcuBdc5/N7RzQ2
XLmvqqWvLvJp1wT7XRtblveFiE8S/Rig66C/si+2/6+u8sknQjenyPJyci8cRNbpEglfIEEcvrAx
fiwyuGGuAwza4I7p3C7xmSec6SiejTFJ2TjSYQcNq71k4J32/1xffv4urqNB9scphWmSUuPzLy9z
TTaq2q63THnjYFiXfJ+jiyHAWUejCGP+iyft4/Vs7H/49IgxMf8Af+Jn/FjX5P2aaMtSCQa/SYj+
qlcDNQ14vf6EhXxghfyVMfHx7v39Op/q5glLJQfzWlwb6+jcpKuzhEqdR1+E9n31bT45GzGT1SiH
+TYNvISENtebgnx7WP7dTeN0ZOsaZmf+uz0If5h+/vLuYA6BW0Vw+wNDYXqatPUWm+bnF2/oJ3Mj
Z0Bd4913LAsFJ/fn02MtWnxdDHna+4itMtUBRyanbj5k/Ntk2l98pU+/z3YxcKibTRfLGEhU8fE5
0NuhMJxmqO/FT6az3bd/fqr/x1/nacbXSFmm2sZno5gy6b27Rmp5X6pH6lb18G//PLZJFaoKFgws
jM52+b/8HqY5EzGPmu1+hB6U3iH7/+LubLf6v4vldhy3Be+IZeBVstDRfXpL2nSCnB9p5v1uyZ/U
REe7UX1hYf7bJdhutiUZ9rPJ1uN+MkmCE+TlnPvuzh4X5BHhiB2K2vCfb9Sn94NRJm5A/LLb2Vh3
OCx9vFFzSwKUKqbmjlSOsE/DdlSRej+VCJ7/+ULa9rx8uGOAeolmY56k4g80P8Ofq6YS8LVz/c4q
pE7tpZ06E5eZ2SMOrIfyZtN80d89S4nZap3ZhaYnrCj/riHA9wURQGISezi4WWcj6Pz1wcgbg+jX
dh7v40Ok7Cvl3z532593BM5gmgK0bT5ZLDWlTdCwmOO9UNcXszGfgbj8833824tDsp0FJ1dotBu4
lZ+eimxQkT0jhrtfyECkwox3/7+//+kGkVnjtDq4gfuWYw9zINS7/3yB7Yn68Bz88UqyzdA3AXL/
mWc+TzPiVFaWh6JpA2DjZ8YmAY4RHyjJEQQWSWEMWf75mp9v2sYUZrl0NpA1DaHPC6cma3OospzS
H8WfHVJR///+/vaW/WW5MURTSwaL9V1R3LkMV5svaoDP92yrPGn+wJtgKaDa+PSjpG4ko4wm2q1J
7lmfEIRpAP4c7U0gQ3JvEaHgn7+4Zx/bNo6Gb82mi+wSo8hV6d18/E7aFJsOeoPyrk6+4/tap2dX
MhG8FfI5SiuMF1+6wj+2Of92xc+PNiJekipFVYKD6nDsG9lV51rg7pL3fJJoABuGSUjITkotz2Uz
3P3zb/g5New/XxhbuMNSKOzP5uJFJ+fYmWKGdG13Ypd9Hgib1hG8jGmaBuMYWTQW8JAtjXUCZPCo
MPf54iP8r3vOdkipz87l4tb+eM/TvNO1nhnTnVD0CzTF67HIUGuI9bdTr8/US77lJi/z3BGoaQYm
tAaP6Si6lOwlU6wDedToRjV/LmHai+6MRveL7eJ/fkCNdhcBkVuW2adtbxhj7JoI+e+KkoV8nRFA
uK7XG0ibKnxEVr0EndW/ZXb+Ra39CYXw58PB/ExjSySOnK3q462RDZngRlaUdzkOKkniUFdxTKEP
XprfWGf18acjr5T5i+3i067198t+erMXRi9J1/BQRAaRVcqhRe82/VziOzNxg3R+jiKMq/IGzQz2
z+SLZcX9+N7//eqfbrdap6SvTGV5p+SMOnGlngu7NZm9YGayyteRQGeG+RVH4ATrAnKBN2avv4rR
ejALm9Qtddeu9lWDj4q96GiozHBnrcGy0L5NSaegIVBvTVpPO22oACNzDVClt2wAJQ1mhkwuCalC
OLtlHH7XJV4ls4r9TdwNtDPQKtw5ihVmFcZvVHSXZIYYtq7PeE7OTo72x5ka7JQyKOtkt/RVoOs8
MDFL/UQY2RA1tEH14hsRp0R+q7cRRH0M4rNHTB46IpKEmurktFpoLO3DZLk7OLSSbpqzelNp5WEz
JiCcGJ0ZuHf9yCzpTGlZ0NZi31ni19gaL9itcJ1OfdiVut/RO0pRiqJFQQcdx49tKgc/k+K7JuOz
7fzKmcHTiXyyDHqI2jDum5XXfUIK6ceThvJpvFpq43FWpitw0nDoaY+OWKsbGd9/sRB8LMv+88Mz
buFQQcHPXv/xaWcdoPFGq+xOtZxbJrwwuYiUQlVEIEQMeX5pQ7PEXmSte6LHz9ocfUtIUdJQDTAL
e6kGBfhw+tUKKbjqf7fu7VMhPmUY9EfVCzzj0/Kk18yLU6Nu7vL23WQn4HcykJco2rc227moHZTl
pR8f9YF2TPfFFqj9/V1AicTsy+S4bW3/9vGWgNjJRmizVKr4uM4rqqydroguTHtjRTE6q7871Emv
q9vjxyD+/aYv1le0D8lpBXAfEoJonYbJ7W+6dsE3lsb9yaCxvlNJ9Xr/559P//tOxmc1OHbAheFw
8zmvnUykGamkWd917jEd31OitVeYDS5ZK+6tgZAkG65j9SciUq9uASCrrx34PhCmV918EwEIwf9C
XPJLRYDNWP2eGYIWSse7i4O5YPQH0SHWr2ao6bOa37rZvwKF/Pk7MzB2zO23phv0aa0F4d8wkFqa
u9Xoz9GS3+ZpmwIPUPIvFrj/sapTLWtUgUwBYWJ8LscBFmr/R9mZLLetpN32iRCBJgEkpiAIduqo
XpogbElG3yfap/8X6w5uWT5xHDWsqGPTJIDE1+y9dmci3juTBmBeNhHJJ8KaYq8093Ou5vI29cR8
DTNjIdttQO+fzuIvBe8/3FeSM4xGly3rpa7+/b5yXNDn0dA357R9Xib7vipXRDKtj/DbKz7I5/7L
S/7PVyhfmfcnkxybrZH89hBpelzrds6PG1ee8yEuuGLu4GIbE2m3t+vZfCoJxkP9amA9UCgP/v3e
/Meva9H9sK5k0fQdkKTpA0K+tmrOKG8wU7MZ9OO6uk9Vid9x0Q8iroLBc/7y9P5egP/njpKm8Gxq
WJ4I6w9osJ6AyF8vP3ICnbMv4FXO/3uFwA/7/z/jPw/lfxXhKVmR2jqq5izMnYfSQS1i09jPCIrx
tM3B6G0rYpKXofrLDXR5Gr6dioxNLWZzgsQeZgG/30CNRXSYEUl+UcN7HKWBGGx8WpHI/fuFM/78
HHomuEn0MCRx/DECblN0ziaJ3+fesG/7qHrS6hHVcrGPE3ZXSKTgHT2CuTgo0YUspKmguy3Ss9H3
yuZ+yo2/3EmXA/f37/37v+dyp/3X741LlsRpKTsqslu753TizkH47Gtk0Uz5479/+z9fiJcPgzfN
aJLi+DuSagYGtIKIxiWWpge9Rmg+qANBpHuE739pfP7howy4Oja7Xdoe/fscPF04/xaEZqhoswfH
rr1zbjReGGfmrzha3L/8iv9wVfk0l8h6luMXWu3vvyLQ28HIRnX5NIqtpg91t9qW5l8OnT+fegYS
DCcZWesIIf7QWXg491Qy9+fG7rZ9Ofxw8fDbluQUyLeZ6q8wjfzlsfjzkb98pGQoykPP8Pr7Obd0
bjEbfGS+TuYBq6B20lttevn3++IfPwXEH02TfpmHfHv4LA9WMI7d/mw11ZlMywfLSv7y2/1DY0j0
jTAtdCRgs3Du/X6JkHgLjFlrf5blL5JCN+20oO39nCUtYMMSfw5EdV4xcWXE/v7vX++/P/rbM2bh
mYmlvFy3vtm3hkIMOOLn+fcP+Ydb8DIP4+0HOcdkLvP796sanE0Izu07AnxbuEeWc41ZvDytKZTm
f/+oP58tKjewcobLvej8cbm0jLjnxcnS82C7KzceSuvEAla0sKMNCINZ/3JofjujEKiRTy0ttEu6
af55bOSEqhhDPS7n0QCGqlVls1sHHbhtsTRbD/ELTUVv/WVP+MeHIv5lj+bZFhZ97v1vd35UmAXm
o8E9y6gfwohU1M2ULPlptCc3nPl9j/mk5X+7S7/VFYBIdWY1l5k0VB42zd+fhJbRSTHr2tlEin3Q
OyMPlYLGMNQG7nJCYG81N51eaCjBFVEqH2XcY9zqxjx/Xd0cf6SZrNnGI7X2nEIJOpVFb96tJD+c
47lOjiTI/uXifHt2TQRtjAEpk2Ggw3Xyvv1Oc5Z6XWyX/P3QfZxkN5oP/9Pd9u0DqPJ/v7EFfmA5
OtQ6hOUSEIFaMGU4JzoAWX8jaH57hv7fRyHOYvTLfJNr8PtH8apFjtIa9ble8RR8ZETczH+bnH57
eL5/hvvtOR37HEIKYuAz7hkhXiAhIAohQucvxwHk0r98m+81qqvPzhKVVn0mA6pGDu3JmyIrh2Bu
Waf0uHsOE7fbTY5X/ZSNaELBS+HTcJGz2G2XBQ2sK6ZS/AmwdfLQtQYS4LK/KHYLrUj3wiLdTDQA
AjCQCng5cSV/pUR07+vJfUs49YK0Wb9yjUiQDO1bkKHlsoMhcdkNpJatQH6Y3r4qC1CAXZwzMy6j
sLZKcnrz9SKaTwzfmA2XFMlJ+R1OLcx/TwUShQWcXoAJttkhJP6Qqkuwchr1Jm7Td2QnnxPa/202
twpyUg9+qheYuNbJ+ULgxfc0SSae2XHsyhygnE1PAz0nS87rvByrtdxPvdI3EmiAhkUAP7/Tm3JT
E9e+aSZTPkwI7QYseutV3LpQ48LF7ChSXc26hhuQApXqUMTgI4GVkArlpyb+aDN3PN8z2ipwbdAJ
nOIenBbwMbk5R3vHzpo7sy4+rDIWW3T77puLcXRngYDaVW0y3GIRQb5rokJiY4WVTVdT0MvS3PYp
Z5Ge52BLUifbao6y73tr7E96g78SV3Z/BcKmOeSw3X0zbcXeMKL6zSWubmdPQ7t1TUyNXo3WXSaW
e6xwbwVrUWjbDsNo4CIGDKJufO9F7GwqezB+AexeNsnAOb/ok4C45pC2bC/zAOMKwNMiOl6o60UN
3jURlhdJclM6DmmwtrEBwHeZWh+xlb2LW7BDnlepp1o5IsjLKgJvB0LrqpgS88qMy1/tJdiQOYo8
jMNY++iknbBb4XoMFc5zXCcmiEcOhimV8zvk5kvYTVtsdRk526VKrX1D5BDRYE13nZK7eCynTu1t
b2GPzKqXi+wYsKzan9wxbliYi/UWrw4mFhP+0DjE7qFFLOrHaim25Ht8mtNpAtQ9Vstj60YwnhLm
aYTLjDdR1EQ7O4sy4gtWez8Pyyfibw2Xq+SiyKolX5s01iApYJ81yPh2rmFkW9lX6tA7iIumBgFt
ejXmx7T1IZ5j/xhK18exau4QQMf7qp/EPqoHaFsgKNDGFxZuqUnkGysffnWT9t4uNt1g50a7yO3M
m16UDAT7JuHIXNxXKC+LQ5p3iXc3ZZGez92664vORfDdwzuGnhWMaaLdVVMtT2xDVKjsbPYrE+fB
MKTzaQI9EzoN2DqVtPF174ovzdMRqktlb4wWN9VY4JQWufs+Gxnja8rgTYVuOyy0SPcjZcwHIy1n
3qRWek1W13joIyO6j+I1PfRNDdR+JuvYW7C7ekSNG1gLQSRWkNI1Ey+8EPBRcjyF27JIDTywlrxJ
VQIVHz/MTib2hwPLEjMd4q+8lT+hGQK8w/6zkbmJ+6SMaD3qpjvhDed9qMfXE0CKQxVJRrHYNZmO
JHdSH+cgqWX1HJeOS+TbOIeWGOxgBiUXjtnqYvOqVyaXkFGBpOCA0iYzbOoFu0pTNUE76DDviciB
Q3nxFc4Ye8riQpcrmVmhLo2vHP7nJiWg1k+GOgWE1jUfsYZdFiwXwEPhaswthnbZKNv9Shyn8uP+
AtaXMiEZIb5kI0l821k+I9x3AD9KSRYAIeVBonQH14zqT+TdCR/t27iZ4nZ4iJmdhepijx2atT4m
EiX4WIFmcIjzxSK/MvQnxc7nv4jujBXGjp40b9mQWpt8icE99Kngn9zRGlqgriBLKBBvKL6TBOhL
5hFjARvf29Yp2rUV/ldYagSvM5MWP8to1jctzqdN2rrvHUbNjUjzz6nqv4hjvIics8/R1l6sZoCI
OFsfVcSbAFYKTiz2yz7X58O2Gee4ZtRsjGEAomplWbAO7HRKAi0faDhzP3JhwFRKe+xy8tG11inQ
3CXI60p9RaYJWCtWJc9N2WG4lJW1cyA9+FNLTZHECVG2UTKTZrmg/oI50D/xH/IkFumMATftaBk4
MZ5St8f1Y7fFM0lhTw4qxZdh0MrThNnuuKx1fIpRA7RYV4E+DRd9p3uBImAo0z5ELL2grDAcYgxE
8OjF6Bo9DSMSk4DASDznWMXul5Dotlactle968EFI2/Spz7WGY/3Mz5wur+4G1m/O022MychtmNW
wrTgOQnBGjj32WBMO8RI/TVoMuhgjciOXcnZe6l1ryii8yCfkwn/qf2LQ6gJRuS8HHcktoyOan1k
alnYjN6yA8Qyhwk7JG7taWCuhMcLyxfmS2EtG97C69EchylY+958aLLEGZHoDgOMa2CSuxRBsj/p
XvYsop73vVnb1UedzUTNrW6FB1yf4nM2Xxi55ojNzmP15dXyh5dVygdUCaLDW8UNVrgc9hAZFL6J
ARJOp8gJU3Nf3d5+s4fhebHBt3RWkd4Dm8wxIFAZ2iOYQcdZPB8YTncqBi2+I/ktBw6QAS3rLRr1
OcewMkVz4VeQYPEPpYaw9sRa8vtfgtOOVUPoIyNWG9dWHN+aXDA2EF5CBHtFhAuFb6gK/ELVBbNT
FTz3dF+RX7Br2rjuAKAkqQq/IBnkOLtiDs3Oyg49hrqbMRcsIGMBHjYSX2XLDqzHSXjUlVLbySjk
a2SMZFCkhN0VNjsStPcWMWktziwiG157KGcYtZGcYZRZ7cd1IW7OH0SG6SU2xvsSkBC3u15dk6Rq
IOwsfjUrZ2OSoWrsdacDfqqlt2uNyri0x3zPvmS9bdBw8H9bfXwlnAkBLL7NEwFw6wYhfhzwsose
elWIXWz3Yqd0uFwFBnIsREPzXLWMsYayldiGLCPU0MPtVIXtcUMceQcpefRusYpzCy+t9yE77AOy
04wAeJp3B9RWboU+oRGeFQ9qQfEEQTnBndo8k6GnfjhYBjFU5QsxYdFa2vgkV855Mx8gDIhJPxtt
Gz1GQwwTZGjnXV4ZURB71bJ1YlZtXrVyIEeSjBJbKwmuU0v8qMMbuRcJbz/kvXAE5DwGTTxGW/rL
5lFcLJWgveVWaZw7wJNYE85WFiK+lbtU6lmQtSP+XI+BdzbIB6fqIUNF1JTJJKeahKP2y8L1Axmz
mNAU4IgvDOdLF+zEiGklSQlOHucs95ZfjHn9E2KqHbLa0n20oiJMs5UMpWXtbnU1orbNPL4rWua6
PGWpoR5bb/nh9HpP4TN8LjPMsmW2uuuxM/Ug143P2b5ctJmBm9OY2N0mSWoL8AlQG0uyn2dWP2yo
8A1ITvSmTYybhA2Nr1Wco1Kla9h0NisDfK2hWIz5IZqXZqMlPIxJUTxNKL4Dxty/pJkRYcka9wgy
9nYojcBE31qGH42ePOqIa8EP07jjxFh2U0vEzQQuwtfnadihQU73c7bk7HccI2y7eN4Kay2Qx0fF
1hXcp04fA5CR1MCEJhr0FFmhjmlatPd2W2b7dnasDeCo6RqetPrBD7/szDHHijaBh99m7n9a6Lbn
J5iJQQfNhEM5jx6xguNMx164q+hvYRxKgLFUHwZa+qQjINEYXlQtYa+iCQm8ppLXqLjj0F6pmqzG
UXcQrWgQdFDw731GMxLm3TKdGxgTHXXq2L4Rg3M1z/Y72qwGj6lMKqxRdqtSK4ga1j+XEg7QMe7Y
y/2YjwAEeosMm8oet62jRt/WR6/0UxUZxtbkKV144iEXXTsTb+XREa5f4sM/2Aq3pwlzBMAUG+R0
dfAUV8LZerKp9/maOr5taG9Fr7DSdW19kI3TvuStQWsjywRscSdWlhVIVEvaHIrrqABuvymUlR+Y
IizbscySO6MhdweyUec+JKkHbbcTD+OEfSNO2Ilx1Ms7J8V3ErkAPNuuxdEEyttVbygt0WqyBZHH
hsLvYI1aGrbAHw5ZwUJeo6IOCj6d5JXpE2AICY8JIaxen0PfEpBBGXcBpykpeXQn97CmNtYha9wX
D3VYqMsuBnHWYYzlRPOrJHorIlVtRC5MSK5mFuTT5SzECOo3DhGbwDVtn1YvuW77hb8Yelb1WIKR
ygIPOhxFvdT4lxoFJQxQEY5MO1uuobQQZWRk9notjeYub4u3AYbvfnIwUfqDhT1SK7wO2AGAHHfW
O2KHExg6lihDImx4PYDBxcnIrYn/NXmmCmCkBDX000ni+cPVo/GOCOhsz18wX9I7kxugiYgG49U2
oDG7Y8TJYNSvigBY36ykdXCz2d2ba2L5WgSai4pjPJjp4N7mUcfTXl1IiETUckZS4wRdv8DIkZF3
y0QL0Jndv8Wu+6UVjCJNGpDjTAbZi2dKbdctWv3DWyKIDOy3AoRZzSZRYCq0MlF4FyONhaiF45OT
YWNrrbbHeMZUjDWgr0OHD9oo7q6cCUeAbkmL+DNeU2LRqA4my6aTahZtJ6aJxCkH/tqd3s/SB6tj
bo0I9I8dk/NS5qAJyRBjAGa564Zhj4mTyPryYlgfTQ3L26hi4VdCxAE52jBKksiguCIaqfdwaemL
gCGoW3NY0lc03RBqbXsiQnV+UCYjjjZV476z2a4Iu4mvut7GNF/aElhfOtzmpT0Ql2YO7wDM5cmZ
M+0GVxIs1YnI7hL8/mvCUXMCL5AHGQm3BGyxib2jtIWYUSew6rx6eIDO9jVOUPoTNXo+K7P1ykwe
hiIkyC7b0ABxRczceKOEHTljKH8azVabaehZIqvG3SYo0wMzNm3fUA2NH0bXPEiTJOf7Se9V1A7W
chs2ws81cn/gKZqeYrOqD8rWgPTr5VKnB3YeEIXs1oAiLxPl/Epyez7k3cwxNGfFttBZQTdNhKDC
wKFKakZf3/TK/HQsSzuCxpt9gphNZGr42Xi8UlgDI4//SrACfAjnvXJctbeKmgGKKwwKwA6DeG2x
gqwyRiY4i589fXlxseJQYi0A+vqGQk8rtJ1LUuwmL2cQdxU1K0It4EV5XW86EgRCB3+373aKoPl1
PTPFGNEZoiVhF+3cWiN+s9RlE5i1sPzTUk/2qYjivWyr7j4xpfvAl7J8x+XuTCWyon56hyKGW01g
s9appXyGvMA91Dhsp7wUL0PapNtFFda7SkzzxstyM/VbQqh+raogPIyj9DQKRDmF6qH86NEL1ink
E4lGjpwJMEaJETpQ0Zn73iMRFLvsz7XLxy2QGtzY0uL4RBEbZp4b4Qdrfs6gvJ4YPUGeIRIMQGkH
YE1wiZdlEfeVmzyt2USCoqaDU7JkjascxShDSR4nZ/iaSFrbkKPc7JOhE5w/XD09IXelXuz+3h4r
7dTZtXuCdZzcuKJYwzKX+XaFUMxAt+FrGJe+X3vzaqu+zd2ZglVVHUM/wfAijng67Q9eLl9Em8Cp
QiWxEQumd6XN2K0m2wuci5YoTlOXF+iF+O7I4TbFgXjlVrzxKvgf/PuchFwLs93GuveDzXIbEvfN
Y6nZ/Y91ZDyJqJgyq59CU9TlDcXhSKAUjCurixKftrGGP2h3u6gc8gtehN5gbZz8bcVEHlbVSLmx
2OWWhoYwAX3Bkt6oIturGhh67Jq/QHUgv2vWddO0Nuw5IX81jd7CRi7yI0eufY24qAqEmlBMxbHV
3bflMNPBFwr/GnmHvoUVJZS4bkkkiwgbx9PnW1lJ6reb8Nh2n8kMIQZEgWEdnYq7f1iNj4st30/0
hjEdsGeqanIZvvKIvJm6t41bkuraLZhrZnJitIJBXQCgmbxyV6C9FlLaoyc5FJhrDaQT5RK+BGAK
1uOjb2mJ9lzAXj+PlpGcu96qrr1cuq+YBJlP0Zf6/LgNgZCACkC+2Hvh9kuAY9TaEgVfboUDg1E3
MxVo8WCCsKr78k0pJzoBEOz2CXF++8jokzuwin1QEey3m7ksmyGbzJM1cmliJzZ9oFj2tp5gYJVR
tu7qzDNPJviCbTcbOCstMO2eZ9S7/2R8dHEfrtX6Q0sGl4FsMzsHNYkkRJwKJ4qqLTR6CAt9o017
1nQgsGTC5SgmEkVS4RwINd/LJn1sMQsjouuHbSEUfZmeZER3m+2NB7L8aDK6Pa3ASnmzdIb4NRZu
8+ZI9Ro1RXIiSrfc5T0UoznNPuN+nvjnMxAW6yWaL1IDTtG0j2DAOHPAVpRBVUtbINxcvwUOz/Nt
QytYYk/flrWl9jycVkgIicACZzZHrZurBzPK3Nd5lT9pcLlfdM4bPJQqrF3QTbNWyYOw25qzpK0e
e032AclN4Egq8omMXEvfRtNVV0RuAudNtXGbDHO70VaSJbOmwI1Xas3TmiriEJhLAHh3VBQ9cDEM
mr+i8Yi5hK7gGg3AZAdtoNE79tuy2uPR5sAAMzib8Jo7fXriVScuw13zgBpDv00aRhOmG437ZXQv
5MUcIEyJpTMTEFzKhj7AZhb/iVUp8cCTteVHEkNPqYai/MXcFcGY7DiQl2F2riXhR/cJ+TNnvRQA
DgVa+gwKSWBXfUkNgn0fKxzcBsGNfdvNWhHE7lwzvFDdRkbLTEmqRvt6cBjFrSbsQZJAXzGFohqY
2y+chtOe+B0gKfOkkE/oaJ9D9hbQe6amCi3DSq7Nrp7ga7orii1o6B22mxdnEa8s13TKtebdzpMe
okBL9w+CRh1EixBUI5nVjKLh0yo9I2aUu9CGZKpRR+nBkqrwkuClUt2rWZqAbbqyD0aMyGb1emHv
Tf2DWQveDKqyf0nO/Cu3nN5QdDZHInb8qs99BoDaW1oiSp5jUncYHqjN3I00liS4bMEYc/xS/b5l
LnArs8TaOyg3exiNumNJAGca9KIbRlmV7KfGMCnX0YqQm1Iee4cFLE+cnSCOHC5h6ubgnRrPaN7s
teki4Oi9GS4ifRq8hA7Fmt6S5gLpFvx+G14A4kEyLwB7PBRpgGljHXdlWQoVWqUV+XoW3TfJNF0n
hHNmW4bRbf+UorQewkx16skyxbDR+9QDiNQTUNAmln6EOioPM8zWl6jT+4Cnlg2l00eHeGFibHrJ
c8Que1PJmJwSouB2EXb5Pe1NdMBJYgR2FhNNXBPasw7kTWpxX+yyYWJ85431hVRrB61sfpZ69TOv
S2MDNBQ3uu0yXjuN9JLdtoiGu0KCjRwkmGriVTJ6psTctlCbmO3mPweDU3FsyuISQ8w6RR/c6KXV
l5pSevbaPQkUWy97Z3hWR1dVNbjWNdjpS4jqqNJ017EivlmxtiKIEukOyR35xVBzCPrsIKmUBoR+
R3M+1xxub4VhCut7/REV8WUk+dy9lNnJaUPj4fIFUEQHdR06zklAPAPPDyRLzOVh5SXiZ6v90LYA
IuqIhBbDao2dYwCxVayTIEh5E7VvE3EockoszaCOLlL3NR41f8nyJ1wc7OrwfYdZIe170qR+LqZx
WvL8ceV53+mIHUkjYSBfQH8n/OxaTItBYhAlb6+nX7CVMfa4J3e8KzEr2pAomXSapUPhXhbR60ox
dm2WLHk27qIlvxoxDY+ZI/t3A4Zc4C2QBbA+Gyuvd5mJbVaq8ezq1nqUZvourf45bnQw7gW8BWWM
zMFcDUD7XHdc4CrdeKLhhKlBL/gCxNzt0OjTSdSA1pgLT36daoRpakyjq5TpxFDVMaNf1ZG/TGsK
SYkdiQV00xrB1UNEmPyiIuanMBjrMzEqWG9wCC/8WhsxgYgaG3MkuWBIQ/haaJj7ktyUpUoArjKw
IRyEl5pwh8d+ZpnSpoTFE8PwxnFu7lz2HRuLeIBbu5RZECGe2VRolB0efJzRvo48A10gMyBfWDzP
GrxP5kC8e/yiHPuv0qVXsnJZb+ueWg34ABlRU/w1u3OyJSlrrbYsOV5bDqAN6xWIVNH8AzdR5ltM
iljF6JQkwJxDUxN0hmkz65+G1venRoGDyEjH8WNmOX43EmzLIGqiLm3qs7XU6j5LE+TgI4yXe9cs
K0rjtWk3SzW9W5xTQQElfAPb6AdJ4uxjTaddGNcOAlh2Jn6YsTSu2drU1zZnCf8Q+2dNR3zKYmeB
CWtDd7aZZjBsSzC6GGxsyyinQS/e9Dhu99ihvCOD558qGSb+2ozpYFa1F9t8Hy1BoUb10Ho6E9so
7+CUwZ1MC0KSbTdOCKeJh9uq7H6UcjW3ovXQJma8qqnjCj+HPzuC2nW7hRXM8CJK7FBwM8trbejK
5lSaeXmts0dykZ6rGTLvmIX5yAXS8Opvq1gvb6y5MG8bJvnA+CpqRX1QTxOOpMDKtBnGfHNJeTCf
a6AemNhxtw+2nR1X18uPjn4ptzuuBTtVWmgzbsM2zpOg85QKu9Ht9qxrSLlqqySk5oAjUXsmR1+l
+x7D9SDK7FejKp4JzZM81X2yXdPI3JO+Ze+92aR+i9QsQxaVy/1oIQFT7mQdwEfM26nvy6t67gB1
9nLFaoY/F0I7v4kVe4SYOdyKwpmvtdWTJzfmTxAD/F73sBLn3GAboJukqvcdES5kk2/oezk0GTKd
E6NLukCPnA7Sp57H1x1YdDYzrumzZh/Doo/uOE0E6VWRcXSMIt+PSqT7C62X5oYMRSPzaBBIC9nm
M9BpxPLNZloYZAGDQudpI0BAyt+xfSS5A5CexroDIf/MMDdUMaNxHbPYu0kpxFYjzjez0fanGdPL
SbdT80dONpUPWJ2BTAeHDGpqvZdiLM4GFdkuzoZzTlTqLnNa8ihEYVyr7KLjFtYYJE6xnlBUi6Pj
2M1BaJgfahkRLdal3XuSps02JkxnI6g9CXcvTd4oHP2EU+RE1ujjgzWyiAGg0p/IIuhA7ap+a1cr
x0dioPQ2bALZGAh2vrcQ6+Tl67r3vNjZjqNIdlMxsVpeX9Z27PYkh9RbdxTDPefzwpoI62iGp3dv
GVF61ZhdcwKQAgHSGtszI0XJNmsZKOtWtrBtnN323fQgKDX32mwxDVOaIOjvspUW+g/b6/rrReC2
qFzlHPrFXB6acWDMRE2xcaljKjhm2AjL2y5x5Fbzps8UUMdrPFXEvy8XnIOTcxI0U/xZjosT5jKN
6JennGW2zh8YL/jCahJnWoj4h7KtakfUHFlIF8SSiNtsk2fueIOcGAS/3uq8wqIWWVfsHUmb8o68
hc1DnGcN6ooSLk2TE1nAm3jt82XHULULqOpbApyb6boyynzvSjlcKkNtQ34PxfGgLXtDayr0DA4V
8VKDvZ6YojqZ/VQ0g7djv9MdG6e/ZLy1Ov3uiC/DUdA9Iw+CSh1ttHSab5o5rqFzX/DgllcTIOT9
ImLyo6MLYS/9YSO3ODhSK14mS+TncVmmjd7FwxYToLgl9lVs85GVrmnH1THzcvsIIi7dZWX+lAm3
oPU09FNvmzM/gIK9UuVAVFjXsGtC5uZMqOxYXS0H047ilzxePivVvuGySTYGL/1NWfdpyOpUD12d
8kloxKhcggXQuLj6bRyhYvbcvA9rezV9AmrMIOXsua6KPvHzZWEx7sxPY130O81LCiDMLAImJyoh
ZRvaM8zcA+LMm6U20pBdwA05lzJcR/t9NFUS2AsvV2lwiwOpS648ruqOzsy48WAPnpGz5hsxM49z
Pdjo0VDIT2o0AxKpW7MsykEGabI7LD10GWux3zvquT2SU2QkXgQBepgtv6IbDhNySnkUrHeZsd1D
AdsCnL10Y63+uoopvfKqaDjSxmByYAme8qLVJkRpzANSZPgbQ1TcLk1mnQlvy6+NBvTnmuAZWpOk
3QJPIb2x7oxb87Iw8Cr6QYFgzrcdMg9xiZdnJ3YkvIbpZWJGGnKTJQGTLuBFRm/v18hj7e5o4leE
cfryIPDn6TI2kZeBA3e1T9vRXUiYzZs3g3RJpmG4zjms95nG14ktZj5NL54RECQXn9K6X8mz3Thr
eZbTql4c/mkB8yiuuG5GJ408xiBXyRv6HUjNwn40x9QNjDiZHmXtunwLGMN2zjgJ+pI6NMpdwx5W
j1Tjcx2xScwmUpuMbkj9EeFlwLYj2shuLLdeYqiDORTqbtAjtevztHoEOmYFhN6YGyO2CUCE9Fdt
onZy3m1T7/ejXKzXGOzIk9bIGDpnTbohyxKJRaxgioc8aNPTTm1lwnhwaamCIAsDjm+c4dxZ1Xo/
jiOeI8ZPxCMMfoLs8dpy2v4HoWXVFZMowW7fjR6BJPHsthOky7hiFJtCxCGrRNFwdvpH3ku6HNxU
P1cVta+FIdf9nGRuaCUWA0X2jrUmNjV+axP+CjX6l6qnl0SLH0kGI0rjIsyZCyaAwHoksjRnepYx
nwBTsd62PetDWqIhuADLbu1s6n7qqh2fDZ1uJ6PDhdy9DFuak5xZLS/WXmr6DQ1iDMx/cDdDPsGz
hWcSeO5gbGMP1cEcVTGELsd8NAbrS7e9DMk/mcOzaWUbw2ijs4cTyu/t2jhn1GO+clhdkPZA1o5J
oYMeFQozi4q9YTVs8bUxu7WiadwQDgglo+yywR/hsb+ifzLDdHSfZO+Y95ZozD3dFrIcJ2854Rte
LdKOrqKsXcNlKjOiXaKHFNDoiW1h+aRs9BTVIosrwzkih+oAqWrZC+Ed7qapXZJGazoeIZGSsZrQ
7638HfUsE5xzpG6pADYdT6vOvDkFR5Sz8p+eszI00BGxQrxuq4/RyG6idYFffEcsNrQE3TwxmSGe
mVIl/gQVz7uSaW8Be+6y0ZfXw/KEuDG0nW4vnEeSd7X0MevY7dkPjXGybQaQt3FylPMtqXY8X7dt
GmGr/WoF0oCW8u6KuIuI3BGvrGh8BDFFr4KUJkvjR96vxd4pPz33TMPlpzo9Q3/FBNJYaYL0k2Lm
WQ3btOPdAtqIa/ajcs+1/mTRTVW3SbrrXcZ69mGpyfIpvsppXzB96rWN2bOgqq8WxknpwZjvLkvn
gfViMapNhuIr5w3XqV+wsygVvnotgO3dDVdz+TngjjSjmzX+MMqOzCrSb7z8rkq6MK4fY/GqtVdG
kx1sNtaOOLutF/Lyu6qji7im3jb8/qCdA5JCT/oQzv3nwuTCztE30lHp0/PCSKqPt9OIxICWyKLu
YqRdTHsjO4rlJBMWraIgs36vF+eqeax4gDpa7GupmPBD9hxVETQWieZyI5UM6vHz/0g6j+VIkS0M
PxER2AS2RXkjlbzZEGoZbGISEvf096u5u4mJDnW1CjLP+e3tuxPpH+sllaB4nhfaMjZecF+rN5Nj
M2mKY2HvRutEhc9BlmScsj5zPmjzO08pgkSeahG4PBN8Nz7FCaYmTbLv9MM5tJIkKGpAOLc5qpHr
h4j8grwBs3qtxUGAQdBtucricdU6xxShEc8N18maT12k29a6GhTcuh9JfS2tQ5/+3DLgsR1Fo8cv
8GLYtEBdQnljvz5AV0b/ISRCp/Poav92red5esUctYLf6NxLHOwaaCyE7wZanH6XI5+R3qa3fkp4
VMnlSip5thjUjl3q+C5zKbxCqlVcAq5zQeGU25nttmbRJSIf6ZesDQVvO7gv6eBVB2DdL7uwizvC
MTf+wlpVXEYKnAOa85jBejWhhHKvgWdE0qFOuaRTl6OH6HNxju32lJIeaZX70q9WI41pxLHRtkD1
DrlDqHZhlWSx9qeLQzeUy8EXvgwt528Ir1aCoMYrd3ghYnwNMxy1DIV5sctgk0f8ZihZ93OSYXB8
miDa5EVQgzOx2nvde07gN6E28LuBcykIUwoLosz6e296McPHNt7l6C+X5g9gcmeoV3N5tMOXRO2W
8m+kJQLmqm6tmyF9bw45YrTdrX7E9oiYnz+y9iWjgnEw93EyHcRoRgX5UG2NlzYkTB+0npkB6uAw
o7xxUb+F1Auo6qmzXjuHKdPYM+IeavvWeUG/R/brUlZQwqrUfCYQhlUzVCsp/k2Cry8/L3xbOjs0
CWDOHEdeVYIkGVeERWtyHieP/I7whxY9LuGrL37Q/kUJ6tibSdsCaV/snSYkK+fQnWHiDzcRpEtb
XXoJZ4vBhGORZ4BtaW2U1SbrjNcB9Rn5u6sgfii8K7Us+8L5tJG7zxX5wcgakuazHhLkWc8kCt4u
xOm2+7vOujRQAjSrkNKYvGQwlRYalWfaY01WRJomqvniUvroYJqY4jcvRJaRxseYVGQ/XvXZj2/Q
eeJsjPzU0vUVeJjvhqtFMN+gYMJhiphcOf3bNb3tJ0Xt1UxnYeqtE+e1qmko5zcysfcgCKgFsUlb
2E6+sGeRdOAdd6QLu5h6k+Czt28q1OmumPu1NOJ/3dCsAZVplbqI+WDINz1+e+Z+ljuL2akg0TL8
qr0rFuEoIwy4cIgdFUfFglh5u4oyp5FqrcLCF/zA7ZoRMOhF5WhEk/+9cOaO7bcqnn3vzJax8pqP
RH8gJ9t4qAZQMKC4vFtyxO370bgE0x7PeR/wPlw1RVry3ag/wKvWjcty638Z3VNya1HLtlLu7Py1
G779qtnNKGwRGyBvI6KUBQh5YWXoI6nfHNkke8gvN7n6HSGi9QFiBp//U9e8zcFJ0sPwn4+ZJh62
QH4wIsbhX+Ndb/WGobH3xGM5/cF61N0P8to9YeMsznJl2j9ypssx3M3tOW+5QjnFe7KsfVSKTr5b
5LMOkMUu98K7crttGasjUg/ivxas5I8kYlqBf3uyc5LXfHgw53eJNsTqTwajVuKHPf1bboE8I+NE
EkQo5yiYNrRT9ceSlqUd335PqGhNMbsj0lPrlNcR3xRffLplionE+DCMCAc16KC8s0KwxxyX2ms2
0tbpffvTb4fsJCcQ3JvIcF4o5OAr4WGI5vzXgHAIKGHqkVaPqbtGQDp7xg5YkSqRN2RlGxEvd9QD
7ZZJ3MfUZkNob6wC9zpyp1Loj9lytl1ykME7TAEbdbmV3lsa/4q7nmAXU+67r+DQ9vei4X+cWJlX
g9z1UHHLkBzG9CDoP2hIYk6X803MM8wvDqdqITkzbgeE+yO5p6gIJ7rr6ktcY3TD1Y8BHRtNwZf8
wSEWUg9ILl5VlGtBwTJnS2Dhy1k+Eu+p0+c8/KUfoRyOyXSmZ3Al+svtTYOK5iU6hMzd9l3WPMY2
TLznb2hJ46f91uVmZtYDJBm7fyFQGPQJV4+K1C3COvvKi0uD6IBAhEVsdPBmeHe2fT9bB9Wx0Zp7
d/K3A9eGExwtAyai27r5nYAdGZcHtKnI0u9m9TiPX77FE/NRZp9GSgt8gJ6eUp/GuOh2De2/IUAz
MoeP0T8t9ZVgyRpGsEnPY0Yr5hegj1FNeyJHZftsOigvv0z/JNzHeHyhZahODou3VelJEhu27Egr
iFx5FwLJ1uN9mV9dhLZZ/1lmPQ/ByQteBm83cYtlCRaWF89+TvKrHs5mQoU8Mqn+PRdHwiL0EjCv
bDKsqzyhpKc+hjZNpGQFbcXg8T6+L9Z9qDfsc2uv/+Y+guQmtlBwy/1Ootg61TmgvtgraUgwy40i
J5V13+0f0oJsT5vY39xdWeZWtJhn0EXFXM7mrTzsIunLSuqD9h9zczwP9mei411ph4DUNIypO/aa
SPiK7adaDXAXk7nDbkitYrNhWGdsBrVmDzCESVEyy0l6RxHJyucCDqpHvNAIUF/ox+a0y48TKfdl
950hmpYVCezVQVq/6eCvWvst5wCwzRxnaB6BRkvG+AkaMRl/9ZyujWzG3Dvf550kHwT41uKa459v
da9E3HXNeNDhFT8FI0GyXehUm5k4Jn/jEwDbiCdblNts7B51Qtr/4nLKJGsVf0wemv3xJW4uZexF
RktRF4jV4v0NnVwvKVaZrzgluwRZZ855UINdKmOdmfdd6F2XsDj3TbIdXW6sRK5iA500v/SRluDQ
RqAoOPG0/dKWPM11SRB98u06cFX5bztUsBAo9tHRcCNSDq+PA3Y3OG3OXDL6QZorfmSFqCWmoNcH
Q8rV0zC8U8km+nsS7VFdcGLHW1X9ODDrRKfCdf7VwUZod2fFMSHKOft4e6CgeTtYP22rVnFIgeAt
wUdLdWjAPk28OSuklV1ovBv5dKgrfUBjckP4kz8V0y29t1C3GUG2micusvR5tonRrdUG/O/cY0ze
+YuHmv6vCejdVK+9cF7tov1aTLEqaaN2nZ9W/qWef/KouEgI5ZDl+6gy9nT0bvB/kMzLQN3ftTG4
eNPXLHxJbWujFbre5d+EICR+rua/sKUpDLON9aFJiNV84nTvLodbzfbMrliKz4QGVrXOF3M/+MNZ
i+ex3YqMWYVgmtxYWXDBbDym+qF7UrdfnvPQ1jfPGCzNqa23pXWvffKAD55v0UmxxoSxQTYR9cyI
osp2mgLNEVWfbT706qTdk4IPF+mPdLxoAjvujYMNR9qA5+bWi+9fBsPaofpcmexSZE+Qlcw3j1kF
SUCU3TYy8Bv9Ojm0XWjqVMuHKfihFuzfQjGGK10SZO9q5xnF6iqrJ+CfX854N75TxsnyDzLf6YKC
Tz4bfLm3PIben6aNGfi/VFuZvo1+TOgopxEupKPBUwRVQF/JGebZ8X6rpEEm+gxPkqFzQ19GhEte
/pnTxWyfPYSq1dnKeThxECbmnWjQe+3VrfUkODUdu493HuSfI8Q6oZ1EAVtlz0LDM1EM0bTXWLwU
oxcN813fxvD8jGVvFpKvmcQQH4SdpY8HoIsvPuHKdfUkh1ejfQrU4zjvBvVAh2QECAx4fvRK/kBz
Vd2HzQbjhqcuMw81mEYxMwHhQJTlK22691N21xgnvIL0pz+W/kmK95xY92XuI1/Q1UrbVkouMZV3
iwUjjy/PAWOViCdT5joz/xsQnzZ6nzSXnJLLrGbN5fauqp+QfgzazXeZtaMC0bHpcieQOpnXbU4R
Y9LsdfY61PRnmQra+jsbv8KefyFyA8N5r+x/rRp2qTOvHfNA1QNiLp7jJdAP2qAmmMBWUaPUIF27
V9UmRVew0AEkWuwXLu1WxfjPRdE3mwXZS/qMqesI6BCv8Pi90hUSLZzUiKqLYxwC8RvBHU7CaCmq
c1nPMOXYH0F9aHHJ5o09dMeOUC9+H75i6SlubVnq6hADoy3jL3bbjYzx/LduVCTmX6DQItnThmjs
jzDBOwQkW9H9Pshqh6Li6PfzvqdYxrwJmigCQx/fE8xe2CYK6eXbiu17RcoRceCsYOHO6Xqa0m8V
IMO6rdx9O/Oy+/N4COrkXU/1u+sa+3AZNoEwz3VNVWqzRIBiKzGXV2DNjTNMR6D+D48BUYTDcXTy
B0oO1+M4b7OGZnHbr4l8EqTqmYc+MM6ySE6pY2wreP8VpMavMsRWy+kxmU0ofJiq0Y4Wrzt0vDVZ
GHCJOx9IXpglqKjhNlarrDAicnyeUsdZW8q8VE77ORWB2Ng1WQJhGR4tLlzE3pGpnVVrOJuFRPOI
HGjcfX+zfOi7J+EOjMiIk+3wts2V7/BC1zErttaEXcCfj8uS7JHBXcsQgsgJd5WyoCjpvLG6SyXh
9Sroea32Uxxf7WwgjYUsNr10d3qRJ1oW1gV0XmxSogTGTMfxKeCAXiVLfEVKeJmI+KkS781u+tXA
pdkXNkY/BDl2csKdRL1J/mIRmDXZy0u3dJuQP2Mii9RzEoVTTjOuXLVULi7zgjKHgp0kRFmx7AzP
One13Dsd7ylayjEVkQr8DZzlR2sE+6IeL8qaotobXzoq7KAz6Vueb2GaprUXanoElHwbB310i3hN
ERoNkLT6kpzC2nPba8ea2a4DnafPJ5hrJLzuval/dOyRqmLsM+6T1PQ2HlwzpXVgReYWOfuD4XEF
C97efl5Oacn0XmCB64V1dcxhI/4rYCLMz+3WyMqiNFX7tuspnOp32pwoHEJoC7VHH+3Bt+u1wP3n
FLf3h8/OxYye+TeksW60/GNnLWsynO5EzcQ22OPTAIjU+802McDkTJCfyZvWJVg80NSvOYePGVlG
kTfQdc4M96tqvu8AMZHHFYW2trVRmzmMkNQuU8DtUt5LfCyyGlQfY58firFch6o8mGaFuTPftVP1
AZ1cUlqeJvxrjK1SMDI3saFdkbRP2c7aHycyAuMtfLG70fjx0zwh6b6m7izmNhDspbbITkUw0iSU
7OJhoqY8NJATtZtyak51wlkeLC8uktehZyBuSe2nlA4WbLhVEoeggaapTiiLDsVMgC5OvjhMWUjo
oq+XA5ohzVpHZ65wnqi9Qz413dPxVK5yPAhSJW8tDy8VCWTi6IfK8Qnwc2WzNaz8yelfi4Etr8Ms
bwmMgfw6OTLa5snri498FogAqZT3qv0kE6oimKx0w1iHHxTlY4XaTK4nuKXYKs8KUqzpOZKZfng8
cu6PVjf3M3LJLuWlsKooQP+AchU3NxLwhVM+zmgp401oWgYMFhxPpccq7ld53KyrGlIbewOVcmgh
Sa2vuYgIPUNvDUTfbFIV7G0AVoIcN/kwbYreX9mFs6MhYm171R1j5hGTL5sWQ3FvRAmJWoGNqV0J
/EIYLX08kFkFHuZSBApNgMogryOvxJTVt8cwH1b1bWdLqS2WVrd3mXqVln/UR1Av5yzv1gjrNsyX
gc1wAZZtfOTOAfm9SIyDnvzuihNT4B+qdAGyZ2PyI03+YocBAtsWdKU+dSyEXV1GljFuORkODnq6
uVNrG1FeOJavjc6PesrNCKHs/ZLGlLG58rH20Ccin2AzxL2Wu9V7hyONfQ26xUEMm1vmpR2AzAM+
KJ0s/JEelpaR7NaDne6wZm3GHAJ44VsEGMWjtI7jKSKUbOvE/kqLABkBJYqlwEZGP++IJtwHmC8a
B8wEOyrf54y4KRvzcYXEiy/n1ru+xJuG4K5yGWUkDA9cI5dr6j92jTK5dnEPpcEarVaUTLd9vY2c
qjqbASZji5Ol7ipkSjYd3OLHwVoSzYUbpS7MvxkgmeYqNan0KwUu/q77rRnEGz6vsYx8oc1pEmoT
L+bGAd5rLOdiQQC0eDZWyUCeaKLsU+Uuz07u7JF17+hceSLp8wFy+NLwyxkmsdPGZgprMNF83Kd0
SSe92OGYWuMl28DPPZg9oyp0ZIA7kHiOB18aH82IODSAALTMhYUDG4ZIIZDDNW25kcsMl2rjMXRY
38bq0DOxU15JcaQ3EelK3XyncDrb/i6c/t2sNUPDPw33Q4c4l6bvQa57gdmB/2uRu5D1jMJusiB6
d79n4rtQ2n/x7HHAYh12kR33fv9eonF0yvx+BKDrpxRuuMLklZwy1e7w8kP09JGYinvXrQ+WxhJX
Dztb5I9Yv8FDIWnh7w+msA+WG/61IqObt8B8k1ZPNamjN6bdMUMwGV6KKewPGtZcxu61tvo17nk+
ZSdpF0Vn6HAgef77bADE951/x+zxMSIijGKjfSj1NEEO8QMrG3opfCua+LxoLGpjj54yTZ7Darr0
pcY9iOrfa4i+1fPNfTTUOyBmaI0MqyAds1kOxcDl4GJORHF9I1QMYgRwOU5jTeXr/GHn1FgHA2oe
sheYtk1MClmpGaF780jTB1RA3JDG4CHkVvCsm7SfKANDshazpNrhsr+JNme/u9ApvSPW6OTrWe8h
2n6Cydl6WX6eQBlxnmyaRLyZybDVsXLvxrEGPgxIt6hDdppg7UMtx4LKn4GsTL8N1sltdZQzuzy+
VJN1Qqjuri1jNnDr7DTZX+0Ev2GwXBTZnw11dq7bMRdWx1EVGypBSQRLj15S7m8yGGbe9RwgRbuB
QGBKAiDGshWYybSsHC+hYRQAvja4sQOAXADK5HYZGraNLx6VmZpRHdGK3RYpoxx9erkgQkO2yQZt
w3ayqehuaIyEvd8OJfRrh5e8mlR9cFM3sglTaCePodsFXiEtYXHAxPth55cV6kqN1jyvXLnRZMM8
GjPW/Bwr3V3dCHJGCWtmTTIfQl7QppSKwtrgRhMN9oMV1E2wpaS038ksxdJJLe933gX/TGWGd6bX
wkFYhJO9Lg40lu2duy731UuN/OONFJ1yN2LdWo+eRhMtkAk55J3uY58amlVbF3TbO+V9LdB/ISAi
h3YXp0l1djUhgVgYDLYd710PbnuiNOZ7KTq9w1+Y4RevBB1JqqCUMI3vCb/G45ksKc+0k9oo8QDy
bIIqzOC1aZT9bs1JcLXdWRaRnpS9c8G0IyOgLtWqQByKIc6Pg+0dm5AwDFfhpV7s0fqv2nKPwUVe
WrJAdt0CRWnjv9zDx/abtvCRLnWo9SaBrbjHD4mGqMIG7xXdRdq/pPGjr82ph3EC3/6iLxS51oAY
Pml6uL48iY9dxlIvCz3hRw1tqCeM1I9I0tIDjb/Iluw4a0Fj2/y5lsB0Ak94us5CoGO6C4h1sbHo
POQEcASklyTjdWwy/1tIj5CSWYN4BlTMFgNFx5bnxpQQdQYC7HF+gvvfJgk9mf7sE+7Q0VLUU1IC
IDWM8juwlmVLNrlcmyXBHTiSvvRkjAnqqA5cZyBmAPvkOi89RO9MUx0n55w++Etf/xVLz3qb1RUL
qGuLEPW1T8QIdmF7fi5QS2xGbT7JafxpTJUfK8+6SK+Md24wwJGTOfJGxA1XbR/gMfbIVrmGWePv
PKsPt4sarXf45/AZWfL0SvILkfbUWPA+zMNJdWrYJnQancxQ6Je+s2GBQ7kcWCHx8iDMeuAxca8V
+QOb2rTbHxOR5K5dpmFfwZqSlSgyXpM8htlRicN0PjrGjy+q8mAVGHF1xkqBleC/J74iiYITrchb
PMutyd/XjN+FSQpKOBFd7MzOUxa09s4bkZAwtjSFcUSuYoJLd2DVXiI5nyzwYKDA8hXv7E3wuVTe
NsxkdkYYY69p7tHHBjMqo1jVT4fBlug+hNYvwzTgxggD4D8zrF9oI2QyHQyO5wI7i7kqc1ft3BzP
O+rFzkUT4vW7+sbwNGPo/wszVW5upi9SAIYWM2JBIKromMjKxpvAMBKG6SwNIouyVLBaTp6KKKsn
/gpOJhvyuzalvrO1mXB2TjcaWiQ468AUdt2Q/ZJInaFpHkGEqiLEoNBCfaWt5L+WhgLIsubTWE4X
EApL22kpZ27bjoyHOUVpG4CE5rme7w3qzTKw86POxvvMolzOzQjhzn2GCj9s9k1dfDvx8iyLCe/K
ZcjENUhJhsONSRBHOM1o/dDW7BNVc4rbzVPOCEVZUcopSov6eO/FXvVQTE7AXURlAsuoGx+oOr2l
SVjeizFpAE0KSLdezG+6iEP8IJ2Yr70v6e2qhwChLujCerJpGg7ZXjWj73sxWzUeS3s4jC+EB6TD
lo+uDlm3tLz5QK8Mg7peS8q/qJUtkx8nTD4ZTZaLNVX1ewkm5M4vSdmAdcerlDiNmDgD3OVJhNuU
s03G8Z8y2/LR1EH828/CSuDD4+zgx8F9zPX3NI6uOrkGwkJp0CFG6lvIUXI7L8rF2kxeFnXxbnaY
Zt0A82mpuuHguRakfkK1+JqBJ/ciMx1DixBmLfSmUyUxBvhcm72DiSgiIBd0dU5myJG8NRXmW1DW
fLJRO4JZ0biXpFu+1uRgUDJOVRR3spNbPICLYXmnkTQHdE8sCedSvUv1vsU0sh7jCq+vi37YZjRb
ghhudiCN2RC0exW9wbws2uXdWGC63dFweCa8z3niaentbDOQoIQaln2FBGc0JKmBkl2BbjVO9zne
AkmkqLuoVW686wzlgvvk7VbPHbEhbRAzbYyWZOpGeNVnFpYVWTLVYZxgPsfTR+S4SY5VGgtsuEh+
ePPNYosulndISxxE0NwrZWfcQzTiooam8JnkeQSat6ylxPC/FuwO69LUdIAX1HAwwIUAVDE+EN2X
VdRkM+lEN2FgHBKvgtqujbpUJegWxEOCXSSJ0ga5hFZ9vALXymuKqeJYrYeluTRj/2uS1zs8CgYy
FAhxflWjUx465cIR4VByAdFpTsu6iRh5I4xfEsMe/yRXOTFgjv2PNsMfYKxw04yS9Yppv4jCGOYv
TIbj4P9DxYu+QLZ2Q+aBbSCyJaCYG12+Va1nP+Bu0O+EAOG8vUnmx8D+7Ps6dzZZOVoMfj1pZAlJ
ZwdIg/4QLChuXKJbr+1N/5jbgFQ+u83G7wu5LRNuYVxZmJTdLry2pY2WsbNOZTF193gEGlSWWQto
IwwcNk35Hizld2IEzRebq0adlBQN7z+TyaAokY0gB/DwB3laXAgqULCyTYCXvivum0X8xTq7zbbe
9I3M96eZkUFNrX8fCmO6xGmMm5c+0jbyzXboN6TcuQnZDKLjAcFjBUwFsD9N4saYh4a5d+rc+oqn
mDZEkRArPYfyioHSO0tNeMNqDMcUDhRj86tEDrvB7w92QIOxcbFTJJDBSG127/lQxHglotwkr+Bc
C5GHD1kSwle7lB/OiQDkN+BJBLksyRR+tD3KTYIqxNbzsvsEZLvVVpTY73HPKgHQEtcp9ABVpL+U
Yj4qb3xsXQ1A2AxXZzTOlSra1zj2cmQPLaCAHpxnB/E1LEg3/Ei7M+GN3Zexp7i68uUr3QPpxU0T
/eKxg7DHT4C1DgZ1SqYf5qZ+xFj1XAa4p1wMk9zjHKerpW3f+nwSdzJn+nOFQZJRRqhO4dbjR+sg
UP3GjPO84A+U92ZTvrbJzSQ2+1Ba1WhYVIkwGN1SkmTU6gVyIODKCEAnVnLo/8pK/ppuXgFIIRES
HjR0SwYVL0ye6CFqHIMcBpPHNN5ZGfW3lMC6qPnpeFqNPd7pgZk0aluj2olMf9qDJNm8K4LL3Ce3
ooUQAYObE9ymUsDDmQ0pIqiL1LTOsffaqdHuZ0NYW+spl44Fz+paBOrn3R/14HJTFkw35YL2ulz8
7ww0blvV2UfTVNhJZpafpjSWVU5GS6RnvwVAWOA7AiIvNtWcyu9GmvKLiLSbnrsAmdy4CtbMT3w0
+MJtOLjtGQbS0X7zaNm5xWZvpu1Cvlr+DKTB1sk1hiSho802q9Oh3Rtj6M1brQqX5s9gsg6UI468
/bGF3lDNMYE6CVrxV/YPcVBNQ7hEb6EeFGMRbD0SxgEnTJOER8pwr1Yy6u+SV7vYGIHxNs7inyxg
e8mNq7ZkbZMW5Q/e7+CUuo4qe7wfh2545acggBYdGqksvSUJkL/Kitg9Q+E+mxgk12Vs+NiR7H7b
llD5jN0pDgfz1UkpKtkjHnHp/gx+h4BbgmXH3wyS7Xnbksd0cLwF+28ZzPK+m8HfWj/s+EMe25MD
N065S35Ji+5hUZj7GOZsJrOidR8k+YFQrrMJV8rwtCoqjfsfNwYUFN8JLY1ynXW9D4bSvsxiDB4M
ykm2QzrIUyy0vWGyacE6CZYPPCL0V76bhhTKhuq3uOWyIT1hYhx846qJlPohG2s69647nBy7U4dk
CuI10A8wZdj7e+Eu7tqQZs8uYuozr1gdlS7PGrFY414gTLoMoWgPWZAFh1JRuhq4OdbVsa+BzSwX
omOq7tXI0SIHADagSucGGmM4UkSSAOcZyDxvB0c8JMM7iTYiKnzt3dWV3X4UZtcdWxUWD92Uxxfb
GfI306e71h4NHY1FNm+HuYB3ItLq6MNnMB1qN8V/ouaj65nflDUj3HGClVmTrS7z0DgMmM33bmLr
jQc6FuW+0+yBSBAs2CbHecBHi1PHPo5VJr602VrR7GXj2iboYG0a+Uvxf2kXEkFMDFj36MPQmykz
wNhCK95ag/W76P5dzFjuzdycPwOgm5Mz4d2Gia+P5N8XT4uJps4sp+mMoFv0Ec4UeOdOPi9eRgCM
AKN0DWRkhsj/Na5iTGLyWnVh7/75vcc7ySwd0Wg+P2LhsqMJomqFz8xaQeaDscpjFs63DCGjiaYi
uynWh5LDfxnTTYf+n6wf5rM+xjnUJY21DaaQflATalV3c0M6AhiWh65Fev2Gt5+0j7jxT8q37L/R
xt7cTZrlqM+MZZsxhP8UBDJd59BEsZa27ABk95z1ZF0pZv4lrKxbqbSHoWLQDZkcCkHU2lDF28lP
XGiI1nhq/MJbF2LCLRM7FXVkyBmei1DF70I36SsTR/je1e4CbDssvHN4mrfebPkpv5jBf1XSzXc1
BhuMfziLAYba+i1t+w7mriiijujSrR4s8SfMq4fMccFb+tiWBEhuZQJb2IQJmZukUR3rBijX8NWI
B5MJnIS18t0dW2IjarwU4I1z9kahz8xSgjeStmdNR/0CrOMRF3sSRgW4kiJ3YgZn9wZAOVZG9UHg
XrGmPve57Iw3K6R+BY31cCa8Sr0gie7uYKYd3IgJUJZVxKcQcx8ewjb5Bsuhot7EshI0saLHpUku
UprBc1t2yNzKEaxlUd6ZJ60h38L5LVvlYSbQcp9Kd7FPnp3U/c/kGyLb1HnQnbWfWCDudnZSiLiO
RIKMOzmIEV1TTrxNj6XUL2moVfkM5mTO9sDwi6MpjkJ2bmdfkbKL21sWKDpAWoZyqyTn7cZzp+Au
6fIRcNpyTq2LAXKW8bxf0MY/ubCmSPC7cstMSqULBoSzVSwQm7mo13ZoWLQhhKSfllm6KZfGWC++
P/pgTCbydzU3zsoPBDFNhekhuZ2Dtz4DjS9sJynWlbO8OosDiUSIlANkGidoP2ckSU3cFPvesr6K
lItqbmbYh66dF8jPvFHvS5FphPV2jXxATinFoY0mw8m3nGtgqQHg3XbvUqqEH2KTMKZpQCYzafg4
0r2WjUw7tcvH5PY3hC9+X/b/bAvMreswCNjoztaQBjLqtRtu5FKUP1TtqnPR5DE5cnE5iqhz4AKV
L6z7xW0CrN3K2zZ9HmxK9rijbNIe9g9SqhMVk0JqeXf06YQPrelpZvueTHwDzG5EsDdn5KBOS7m8
EMlb75d6tK6WY4goDPL+ilO72jb2QoZRZ1EhyVYaNcKN/5UD0wdYJbPD4pg7nLAIODpO+yzPiN+q
0MzFhBnuyqC2SEIHXcdBjmaLqj0qfTwGuG78GvOuuc8r6X2TIkCImwecL8l5XPjIsH3L1Bq7tONd
FYwPa1z8w1pMlrwszYx4wSl4nIg0pMl6IF+mINR+W81WhpU9ide9L5IXJ4eR4/4wnFdTGRIbe2+c
aWtlzOeW2AHb1bupM+U2myrryltwY6BANmUKKkoKGm0FgwxJD9Kfuo2DlYEJbQekW24sM0vfJn82
j9LU6llqnhBUFxKJpaBh2zDgSUvXNFBwpg0ZqGQhB2ScEDQLKVZU6tNKs/ZnnAkLAo/XNLtTcdcm
srmrhunbFCK5Y6qQPFeomkNFRf0olmofima8Lk0lTviCCc6DhlyL3iNnxkkqjIR45YaAE75RcB71
0FL/nMDPhRngV9ZTBF3WHT6dliBgZH3LiCaZIGVCiilCrvD5kOuwTTpeNgvY/sapM2IWye0B5gyb
Z0CNHrvN8l4k2n3pUga3McWiUQ29IPAxCLel58q9CYK1yrP5jUw3MHE2ZII5hAmAQYPK2nft5mWa
Ci4pxhYIIWJgsNNPO5fwxL8UKdmqrMd4b0pspJ5EhzcQ8gERwH5jZYTqu6IYAcDDbAs75uw0Z9st
G6m+v51bKx/75ari5t1UlCngQq6Jq9LqczZR52ZefBcLTO3xXOVrRdgU6pX0L2N0XQlrep8HBMZK
xc7/SDuz3riNrV3/lYN9fQiQrCJZvPhuetasVtuS5RtCtmXO88xffx7mA/aR2o1uJAmCYGM7YXXN
q9Z6h13QJ1+Jmpql0rVDIgjgFmkvy5fWToD9GL1x28bVu8SHA8UEyPZ3jglbVo1aem8K+KANvqIP
Djr238oiIVMtBUC5wqDcFYTv6aQoEmMk91zAiVyZmGRcISelXfmerKEtB1SCdImKnuOk14j3ASQJ
Jt+crzjuKmtQ+g+esqSVhAZaZWiEudZYH8vAJoArpWFvVc6DuBdG9+xHmXev6ra6zcOsW/NAAtnX
p+GB4gY88gqEcIhucbCY4Ectpir84aZhftPlVXIDNIOfjo5Sj2wNUOm8bYzbJC7It6gGGSnho2VI
dCCTAypkYtdOmbGnGgTGu85ApHWQFUDtzPPgGxGByNRYNXnXUny3ej27Z80hvBAE7yhpAF4LRf7g
eAJ4RJhjZheGjVjVghwqmQ/U9pqU27LQzIWSGZE6mtKeSsV6gI297Uocpvyyotbq5CTYzaxcMruY
ibW1QJ/RNG8mHZSNCMAfg+EEDtbk0C6AKC0GlLS25tQ8JeRUSJGkh6GVj0nrF2s99/stYp/6mzOD
yvOZYsjuIYSUVgVI19Lv7E77YSR9tQlrOZSLThbVOoqM7tqNnR6d/OgNtrW35O4FzWsqCL1+qW9c
txxvgkmSZugQLkJvrtuUranz+kId12mDNyRu0o0PxALBs3i4zbOch0bjAmrSeAqsAlkQ1+ugKVzb
TLfhVDtrf0yqZgM0jQL15A5LYWs8Ik0wXKoaKGcOzY0LWXa8VWOGqpcn3WA++uPHgLz/D9+avpK5
gghW96Z9U+S5iY1e0qBxTgkVgD+Vt3pnNk31btRNsA9tpR69ADRxhd3SA55psz6VV3FOJnFEujwa
8xzoOrhdGEgwa4IZXN6A9/hF5di697IheDAU3MCMxDKSJuhxmUXyrgdUWcliQ+6jtk2Z3IdvmU7y
ucT6bRegX7KFIwvF3/Z11Eewu+0LJFFtf47vCNK3mgkjqDbI4YKftVdS+G89b/ad7Ip+H6CVtIoq
uBFaW4bLnlN5GQ+ufdNleEY5Q/biYzy78V0Yv/GY97CFArVujFF8qXIsz5ueuMrQmmRjjv0Mx2Ra
U5m/Rr4CGKw01nPHlhJG/YvXLYXVyYRXE00wTdErOZhd47K39ZmYABaf/YFoUV938DgIeyxJFjnx
ED1NG9Eg7GHV7pVFch3kaOog7ORTIPkiIMh363oKx29wO+qlW8N4DjO3W3j2LFxujDxnKgWuQhQE
OX0SEzY2fXTtimFcyqw9ZCUJqDbRtYXTa1SDEY3amU6nbnsJL2Ah85J6XJnXLJrINweK3JVujzdp
aCId2w3RF69If3EAI2ie2XNpKI+e2tEbDlba5pxKEURO5YAStwPz24j62q0cxpgYH7yPS+DekS8P
v2ZlhFj/BJ7Dc4ZgE+hk9aXt6eA8JpFvwSMQ5Cv33XfSt4bXJoNihNsJ+4SbYiixNOwd4ryiGlkf
SOBx9YUABEg86l99VCmArwHz1dHOhm0z+SsxUIRaRBQbVn45hSSXNdGQVS1TY6kLhqyZHPMAxdN4
EmkE+EPwnSj8Tu7A5VWddquk94gIBhhAZIq83QStANwvKLqhIIOneRQ+oo6yru5xYCehtkvbKvie
aDblA7JlO1Mbqms3cfIVmAuw1BnCjtdJajRcq1ozMDWEtFgWxLeYeoJS6WprwyAFm9Fy37HDBQxe
+u5NIire3OwZRMSLiSd4qJHJdRMsAioPeXDfg7JKSrsbb5KuRFI/zP2twRtsM44d6cvBnwVB0Jug
pByVyHP79VqKOt9GKrIOvbCTwxj6KCs4RTQLVoiFVUO59HtKPi0RimM69SaozNcO37yHEW1ZlLQN
uMee5N4SctPLK898Rym0W+ldayO9Z/vGwR+C+tlQMahMSD0k0euGFFJNr2oNGITetNV1JbXoi1TE
yGYjbDImbbuuMiBmeZg0rwOykk954yPfyf39pkKoq3HHKxHBcARJexACsaxNtHVH5K0VUL+ss8WW
ogCBcYWSJBI/A0XAaNijHm1ca7bVvHmlZc36YkP12BkIg2gqrpdGUvwiyyDeu9bgOKcMt7bNiOez
QsNh0mIgHPAHYMNIe+GVvJONNkjf7CQW67Yfmm9Zy6MCNRJi7F79NAQ3Rht4YkMIAcpFWRW5+npo
90HphDd5S9bUAK42iG6mtYg+4NQx4ldFUZ+3O3iFZiy1xzJQ6UOi7HJvktAio0pGWBgSlo89gcQc
RhuAfBxiwoB4PlSQ3sk2SoQdEnZNi6tF76wC3ZzuXYtQAsYg+R7qKsCa1gOiM+syKsJVi9FEEg3v
IMyzndIaZwOteNyiQljtuhI7AR2E1lti9v0E+FrWu5wTYyWnmvNUDvHtCDsZOKyBMW+ENL1X4sGV
JOQyBQiPO3MkHA97WDjoU3H65cY7oQ9BmpXM13BVXdcaAcWE1dwazUjcNGvMGp88Bf4WnbXg0YBw
jiw/mm1XrYjUtnX6FCK7XW69cmpQ4nDGtwpjiA10ec4LRAE5/qGzUi1onjGVQEhLpjbVgJlfQniw
M6g3fRka4ON6r093Q9lgFoo76hbhVzSBda7f3jC1e1PJbsPTy9z1VRP8yApDuxJeFC+nfPjRWZjw
NXka/s4Q3QPzONQbI+qLTY8Z7cYi2YWalS82xgRgl0oxb0a8ADYSTw6QqeDSgtyo5TYZSTdGobkd
UOZejAKedudbVH8ir1lPonbAmGKakTed/a0qelJ182E7wuu76oTmQUUmB74Ih+p7rEn1XY4VJcXc
LvIrBICrlW1azAciAr7/mragD0HOZWvKEN7OieDdeHinrDPclRGKcLRdHPjROvRbjcPVz9ZiBJpc
mup3Q+JkGc9CYCR60O4JYgRNDMR0mqkkZ4jwBv+T1AIlz1p78vVc3sxewE8D6lVILiBKAvkErEJr
GVdeTCGvt021F02H346yX4kszFusALQbG11BghQUppYCZeUVZOF3ynQzhMp2nGWoOygv1TnGHXHc
IgAZu9FVYoHgTlBQs12UmMkAILWefHMyDR3G3Cuw/oJ9E7iTcaPFRfFitWjO2JDO1i3L6UEQAl1H
qAEsKxtUShJF/p1DWeq2Z+lzSTU92AcYAVk8rdIuRzcwsH5QHxKP0M9/AvgjNYfZ8bbr7WZV+sLe
ujz/rjGgMG6UOdYb7t9im0wcflGVuXA+0x6xKBluwrh2XynJDQvekfqiTIH+ujaeFdkY1cuwImXC
AlyiXUa+JAVPWSAdsqAEE/0g+YogEkSAO0JE1qPQYZ7hfb0c8hzcpdaR2FeZnCM55wsSAbAjEA1C
eA75Q4gtwUxMH4NtYPc4O0ZZvoxs7SeXfCgRF+Ng6qNJbiLP8W9BuoIFnEiTarjJriojlxtTT1/I
dfnrkpzicuxMjYBTC29I4gXrUXMImNJC/z0F7tcK2stXO9HYUl5muXunHfQ7+MXVxk1CYirobhDq
BR69CBejaAGmDysytaomgDVBOlg73wRe4iOpUCHy4VCIvacKqV4MH+1oXiXdjamzOqZ8KlZBNKHp
FcAYzHT/CUmS3YSHHqytknodjqHEYGNC8gsOo6llyTZOYVcTGpDDqzV9XScoAgeO3i9zPdOvyPUi
T5GExY3ucA4t3dlvR/Sj86DpoIIaMkLIgEHiiXNnmxbF9FBPtvdkJLV+i/b2tAwN0gOuHeY7l0rG
DqgtCgcG4cwmNRELGMLsuc6ol3PgBlcCDUUHkP9I0FygarkYVOOsetxp1iIrwxeZjXiAkCcEs0kq
/1pplngB4mRt6jmq6Lqu2DYm+WcyYfJmgkq+ixDj2qQDONow7BDe6AEPI1uQP8ehkz1pFpxbnswj
mC3y33FSfHHHwdxwSiAERwFm18S6s08CLd8A53CeAXWi6JEoClIgFKh45gbUVeo0Q9KiLJ+37UaP
kfRYDJRLV2ouDtmTKyaEXGPgy5lRAvWoXdLOquFuAEw6mxrq2lcZp6hWJEH1VUsH5LEoFd6jFc0Q
N0W6R8YddQ6JhGQ9FfXKs/oCLXCdDHxcJbdeUkxfcgKwW0ypH3tUK1ZR1r5zqPBEdv2WeBB5eA9P
E5RFiHIt4D4Lm0ARrwwSzQiwkZPAM6NJuqsCmcBbLyVrU5XkJBlMQMeDMEASN/oWde1vgeJaWGRt
gNgxGDAv6Qp95Vjxb0Q/c5YrEgUQRUsQSgB40ecw9oPfv0Es+V6jc3HVT8H43JAuX1GW7Tajj3pd
mDUuEUFg31FYy7e11/E0gSmNqAJOOT7+R3+BsmBII8rmkrNYoi7jLuKY2mJa2PlS1HaJzjBXUIW3
+0+8tdPbUoWUEDviWV2fgjvedCWvE3BvT4WK063qXLnyRtJDMyYHsm+HzVaSJg/A/fplz9lGxAz0
p8vVgD4nucw6C4GE555zO5gFhNn4dir3tY74CVL++qtVtNaP0JyFtBy4QTbqK8sIzdM7w+udpd3G
4yabPHujdLd6ifqafILD8xjLZp3sTDDcgjg3fnICQDqNEgf7mRgbDt4Gd0g4cpmafg1Vh1J0krnp
LfjRlMgqJ/ooC+1nNSOH8xIZnQyQ3xb3bueGYl+8NgdR//SCNvil5WhRRrEXbowy7DBonCUv4w5E
NOA3ZK0F6ayuaJ9DMF4vOkEbOFzIpk5HxmrhengRRUUbfKUu7BGWJ/FTj7PI3kWSHqT92CBd1WMx
ZpWUDCTQG/4RPfeOkDsLhMRV2ZKvXMYka0DCJwlw2BC9/NsyzkpSJmV6xWk1fTVFoV2blPC3Sdly
xBCsGC2RE+AYXoeRA+/O098QrHmpdX/fIuWOpD/5pcT9WvRfc4e8nkES56EcHHXjgzcHpwGgjgJs
wHLJ85+RMSTr2I9zPJOdmUCOA+CTO+X6lZm2+CiQq90KMw6/mDMjTHeM4JZ8WfyeCurROkCyez0H
a1oZ7bB2myG54a2RP05DKjcaLmgbVFrwJrDj51ATZb6sd1GOrQt6cS5pWkV2HWOUleWjoLxL1VqA
d5RXQXoHfRVdktajIFI0JhSPiDyEQvZnVkhpnsNuVtlQaJxWfQq6BKgnVQDgfIMIp6XpVPma0yRc
NzhF0ARGFz3v1tWI/SbrQVRA7XNv+unliWQFzNiOLCyv/dqPQLpqKLTr/H8oJMu9NU2C+uyQr1zZ
uFslmC67QpBA9xD4QuznmfSy/oankbWzo/xJL+tyQ7r3fzF0cLXxHV8Yg4vFUTy8ql4Vd9Ccgp/c
bsMdqBCAO6iCQh61YFS1GAUg9NSmj+SEx5cu5zygEJvv+sT5WpZDtagcPtIZ3k8xGWaJ3w3PO3Sn
wRHI8WXkGb4Q6RRu0exTs3gbHDphzjWehiXDZruJWsYCbXicVyCjtDxKJIqGs9UKqajixgdTvwht
4iy3CdYt8sQZ/NnenN1hGhR/XTfol43z2MVB+TWXCPPMbkb+jTvE8hpUX7Gyx5EKqC7GuzJKFRd4
o+6NjFwZ5n7J1m9dVk3nuECDqMNTFsR4Y3Sr25LM8yNFjRBx2OwH2B5/jXC0/2gHpbEbOqTkIgqJ
4IvM9Fr5Phzc1My3nUBozmsr/2Eo7Z/I02fXRt5B8BW9QmXfmxYjT7d7HKY4n8GUc2bwYjeG3Huy
bbCSvlOQWclQdoypaJILqage8e55HBw4BqFB/kH0yBE1UaHuq67mHnXlHKfB/YgGPSZzyNSNOiSm
OMZOgRWvrfGPDHehAmLF882c9Z6zXcueROyWA6tvXBxMQ9go6GfUT9aoMJ/i1rzTfOyXADVq0HGQ
zOThGnKlquKHP0fQWVl278rs2p+p3fqbBMcvdOZQZAk0r9uSwMwOejf6WMPIhgIXyrNRBFTHEfpI
yhoVQg+wyU3jwLvGXhRvCROBATnSSbNqbmoHvoDlyvG5dkqTBKMnr4HlwA+3jVeFpkQUkXJC+7Cx
UHLDdRxJTXdrAZ24R8wrhJgFpgN7u36Fj1cLCqMgnZaAJ9ZgVBseJDOVFJgrZN6AAhRKPo2b6Hgm
GvK6AJW/sUXnXpXpVGw1AzBNO2nVjt1HVF2TbG8iJ1z5ZqpuEpCxK8I7jqSm/VYAL9zVAGieSjXV
rC2MFFFSiDbko/srBD/Zs05N3D7q6qtn6E9OYvWrKB/l7eRY38zOQk4+4XptMooUIC/VUwup7jZu
uPTyhvVRWiC0E60NdlRXIoQbcMsYXcyyqxI4FsVVNglZU4IvTSBgS93p7i9wcx8LGDgIbvO2gZVd
j/XIoV/nN4YLW0C0cEbZoS0V6izboa6lg/5uI8qiVvlG4Eq4AyoVTZg4aTkHpd5cobbFwkUjSAO6
xBs2/SFlpaMcGJQ7K9LCO9aVuMKjbUJManIgEwY19nx59otYCJas0xSvmCLBHu601lkYvFCBLprQ
TSqgIOT1eKU7wuDABHI0xBWcpBjyjAYG/UmwuTgHDbmyJ5grnaygWoVe/VJVVb3Xa7wd/VLFW38c
sDIPpLUCqfsGCICyIKKbtzmXz9pufFTXCwrOEpb2EnyPs0sixARE63Lij+b3dnDK25oqPkQjSkC1
AYQ5Adq96HAuWvVG/zZ0sb6Fca82KpXtO65F9rXhRlSPXP0ncn3ppkJ39cnt3bfAUYDbKjIIFNB+
AfQ11lRveKiGCYbZGmpvquiBhcgWK63OJven51tLEqoZcMERq7G8jTPCCpQ4eK2kr8Gdd3Hlygcz
Z8cXIt21mvAfTatJnyTvRtDjzUDinhT1NYvqZ9lQpyjSnAeECriNvE5f96YOtLQ29IXjaNlqgMiL
U0mGVCFx3HKYIGaCDMzXrc/113hUnDDoC6DIhcN20AITIhAJGbI5Y4NlFnqIruU01xGeFyumgqd4
oI9rlWS/TRwUV+g8JT+akUS35bTaW4nRF8kG0cBClE8lEeY9BTZ0qHRv+E7Y9wrazCbpCi0GG9Rh
VbUkjvoOmEIU5b/oHFs6H6B6zIYjeUQ1ShVBfT0kUi7qqqz2AcfOLijQywT3R4WCuqqZQWMHjYOz
CoUME0pcbEX3FjbRKyOFRCtDXlDO4LZQ9b3RuzJxNyHIckbgxVxs+oT8TIvtB6ApkE21U03Xrtuh
dhyo+KXxyFwrk6JDHXM1WHrPGJIJWza5ppF7qyqU8qsaiE7/it0kqeU4cRAY0dHxh0kyDPmOMo22
jGMokJ0hxjWYam5NHTKF3uM5NGWwJ10sn1ZN14itGdcw1KsRdwRqjTfwTx6iOFZfQQRFyzIrnS0w
F+SdUPZYku4P4A+03P8A7iHN6ACPHa2+tRq7pOgA1oYygeSh0Y6Fv1ad89t3286nQjoM83NfQ8oK
xhQsGmuV96Mk+esBWUYTt6Oeao/ttQ1g3ScKjPwYCH8ZV/jM4ohBWNfUxgvIo5fyFufIlqI/Rj41
4uDAFlyro9RqocaozRm/0K3j174Fo2XaGmrnSBmCXfOt67rwyagA2Phl90P727fRL5QI/WpJ8a5I
zG6B4WCMPapx/nXp79pI5aoTFPMDk92NUASagrOEqc4BvAwVEt5pgO6P/qVEQ3ORV1QoVSL7VWnr
8bYClnsliawwSCR0W9Rct/DenHhXYfeEuikiZ6GCt9K6JurAsV3dUsSanm2MEQ78uzgXNIG2TttQ
W8s2GKHygUUCkaj/0lqQmCTkyl+xLUJeCrHJG7VkaMSsfyA7mPy2UNzzmbBuHBsIXw2H5YpXaQfP
IKqvwHCgYwVx5dqkZIdmiHAQCImsa9OIQxxBh40ooSIXVEcRrO86zXymhA01UpokJW3HvpYeESU3
BLwmQ/jrIh2rO+TDrXU1pSUCEfgDOFUIrY1jLh0EykAWH/EqAskin/U/SFCDQAvDpaxapGtsCyin
b2lbZXThFvQMRQSo7hR7RPdaS9l+MZHpQluVzNK+FODL8Dm2llPhIbksWH5ViJYLLpPPikL4xvEe
XAgNhHWzJYk+gXItNRA0Fu/PW5KDKBDDDgP4OVdKs1Z+9wkPvpUZBbGpS/TbPsisxyAlGauBu3/S
iwKS2uC6MOxBtYKHrMjHW9R0qXtDvQL47ViGcWP3MCZRKX+d2hkxaaJKq4ewyXk/tuumCV8lN+Ei
6UhUkFaXW9Y7yTjZS4RogKuF6IBv0bMDIKEjyTars2oaYUeku5RaDWhHhG/unYUFCXCYoXrmBWxs
O6jhkKGV512XhsFWiToCYSMadiZ3FmBYbbh3yGzru6EEhozTWOwU+3yAxeuBoOIIIj9mmpVaqCRh
vxWKaUsx7gldCwV8K0tfgJQ/O43NKdOlOBqHGAnbLvgAJHsBO/HordGStePVlI4oimFDvHBLiLFj
wAGuDciUNfzQZVRq1tMEJgpIXli9YA1jblWR9Ic4sGwuEpZdbVJDpXg2UUZGSUaFprwxTQDtXNcG
QBXRUk0liyWlU6L2luXbqREKS8wGg01FacD3AEud908/adAulJLwTaXDX//5P8XPt6eQyPZ//mP8
X5BumCaHqBYjjoZMof3ydz9vCVO4piUo/FimfuRn3kpf8tAe8z0s6C/+VCxzY/x+vok/LNP56bpy
pVQmqWNgU597UOiJSWko1xDaeovHFdbeVIPi8ebftWJ+bkWW1hTPFKt976oDOyY/2AH5ViBt2i1R
tdicb+7UtDAhyAmbyhVSis/NxTpvbxE65Z47gNt09C4YwF/6/vznH6YdIn9qlLpb7svvFE0w2vl3
P382n//w+YLUITRpfr4c106yzb3V+e8bc/9ztC/z7OrX//xHmbrFdH8Yn3lRfGgAsq8DC8wrkcB9
VM+usfc7BMaA88EoXaIxhmpFDZr2ZdKezrd8aeCO9ksD4JETXpZ7zUKidVW0F3p26fvqc8eKIu0D
W7eYGGCP8L6Dfznx7ufvj2iNaPrEzGQT1Ownkh7/anws/fP3HZfYJG/4vk/h15BQabfnG5iXzp8z
72Ceha6FQabxcwM1VeCiteGSK3UoQQCixlX/PN/EPIdnmjCO+kD2G2Oo3EcrSQ5r4BCLtiW6US8a
2MOMx8T51i50yDg6vxQoIaDxbEV4K4DU+/qqkhcW1aUmzM9jlovEFeO828E2ZLC2wb9NF5o4vW7/
Oy1/bdgPGxI9K98As1fuATDm3YJCwflRuvT9+c8/fN9DWjwDZVTue2JMCOWH85+/NELzn3/4vKHx
eoknphy9obClQAhi7V/24OjIwkIwscNElfuKaI/T6cIEzP/5H4tWSctxCbyUJY8+X3AJU3msq/2Q
otRPkBxFy45nhDfuzw/VyZn40NDRCahqLQVOV1V7lwoa3vNILJ1v4ORcKFzDQc9L4v6juy91qJsa
dYTM9yw/TCxvlw+pc/fvGjlaT1hHDraNr/feDlHLnSxYxg51uez6fDMnjxJXKgV63BS2dbS523Tq
8EQUnFZb0IOAvx/FiMLl4/lWTs69q2jBQKJDN46mxOpqTWEsxHWLuJ53IzCkXNnfzrdxatqFaQpH
ujx+LfeoDQzNmsYTXbXXEN9TmwIW4r9r4Ojmsyl/VpNNA269bMvvYVldaODUKEndkLopTIMuHPcA
TV9GcCr26VuNtd+wJWlb5Lfne3Fq8UpDWco0YL6o42HyksZDJrYp9nZ7qyXfhuq+MS6EovNAHO90
aVoSarRQhi2OzirlJsrv0hhAxICzg1vearq6t9Cajn3/GibFhAnWkF0YvFPT/7HRo+OFJHFXklMr
SE39XJjuj/OjdnJqPnTpaGpG6lx92iXFnvy27V95IYmyVdM+/INWJGEDxRyqds7RwZL5KiIy9cs9
iaPwQQU/ZfxtMi/cJCcHyqZG42IMLmx1tONNnUR3AVZ8b8fXcOntC5N/cn19+Lz5+aKaVN2NcBGZ
fIrikbnnskJD6fw4nVxgtm3Pq5g3uzwKsaa0yCNTDsXep9w3THgUGQghzjXkmJzazhL/aMj+295x
zAgK1E7GmPYSwpJ0OozAH8736K+Q7Y894zLrji3nM/JozzhNiiZ16+X7ygHxsQ1A5qoNAmtUkeFZ
pj+QMTrf4sl5+tDg0X4Jgzy104oG0avEdyPQl2m+O9/EyU3jUqt0Le4XcfzwtawK4+yMJrCsNAZU
WstfpeUsnKvzzZxcDR+aOVpxbHtrclKaQScBf7YtSvwIjIwiWnUUrXwaPt/evNePp8rSDV1aFvPk
mEerr0QvAbJlUOzr7DH2fqXeOnZuSwTsuwvjd2qnfmhIHIX5VNCgxygaUr/D/FbI+/P9OLUCLJ20
hGGRCNXdeVw/hJQ6UC8DK0A+LzBuA06Mz8iFHvy5AsiuWC6VSWHaFm18bgJ4kdNGZZfvjel2VM+o
A9kx6myIPp3vyp9TQv7GILIk1SJ0IY6O5zCoJmtM3WxfRA8gNWThr7hv8CZ5LRFXOt/W/Js/T//n
to6GrULXJYTQl+3H4TXzf7sY5rhg/Q3AhkkKy+4GPtz5Fk+NohKOYZiu4B9iXicfJkq2JO5LSGR7
iMsNCIT8nlog1JLzrcy/+6hfUic9RYjmunC2jy6f1gDrboVatpfi2qKYgUTvt9HdJeau7H+db+pE
doTF8KGtox75jZWQ66OtvEdrEtmDdtqjIQZz8x1u9LLVwNiB7Ox/ue5hiMGW1Rc6++fW4gcoxxWu
bhq8R45OP8y+UxfGJFnFa4cqWvb31/2nzx+tRxf8fCXGeDYHvw1LcCRbzb8u7AtR9Z8b+HMnjlai
cpWhVE8rZXrtB6tJXrXy7fxMnVh6lmmw+CSxHEDjow2cDGCKoGtk+x9J/r3zQQ241IhW5xsxzD+X
HqI2JiHP/KTCKObzAo9An8ka2Z19/OYs3qnghs6jSq45vVvtWrb3EEsC9/l8oyeOjI9tHt/pkFlE
itR0tncwuoO4Gxfu2gfYkuQHz/3bMZH1qa2jkCvyXHMSWNDuFXCwHkUriVqsMX77Bz0CKyphvEkX
/8jPo5hNDpgwi01lus+zfH2/0jpsSSzYMtOP8039FY4cHRYWp5FrW6wNl7P9c1twsp1eb+gRhT7c
Y/cYEGzs3xYmq8svpfxiCW/dtV8D62qA+BmirYPKcJg8uPkdNY7QA3bxkCDmP1yV4eb8T/tjZzum
7ugsI96a1vz35182JGWjaYFrPvHo/FaZX+Ht//53LRwdXs1/WxD5PnMf/+XXj0YWTJmLIB6/vzKg
Q8UrjbLX+d9vMwKf5u5ohOY//3CdVJ4Nsk6nBQd4ZI4ZOkywm/jSnj7ZCgQ7056PVwqen1vpDARS
sIEXTwBBIGah1Gt6aDB3UPXb/qdmQnX06705JN8NsM2DVR4Agj36UbK1FTiELqW+TX16e77vf64O
G4UpxDgUF51rHr9+49wbDF0vgkPrvtj21+hCNuXS5486LTGeiHuAq4cKl5d00/7dW8thMOfrSugm
YZV5dI6UcVjARbKAmk27dthGw4WVceLn831yAtJ1dDb10bUVZqBbPM3wngD9ZQtb/YOfb9q2w4WC
yyD1kc9LAtasUTh67TxV9V2F99KFU/bUr5eGlCgUmaRQ9KOdE0uB+us4eJh8XI+bavj7c0u0z5lH
6lJy8h1dUkaRW0WkJf7BxmfAZOP87Y3Pa0KZClKV4PASR98XgYQ1pznaU4gZAa54pXYho3hqfD40
II+eE6j2GWNWKWgzgGH8bZZfCFPn8f18rtiA91DvNAzHtv9I8kH8I8fY5P7BbXl9obKxGK1/sEDh
Rtk6sQInvJq7+OHoKvQiwhsS5k/t/3LvTJT7zh8Pfx5aPISEzdok3Db142qwpTWNNgLuPXACjf4G
NqHA3Nj8+wv1UytH+8DQxqqphAgPIcLSqJj/7VQYOYSPvTi6AqlSIsTQ8f2mumrCKzBq50fpxEL6
9P2jWeCXE9qGMjyMzw5OCuWFM/rEJHBduIr0pHQJo48O0dDCcRo6RHLIs5WJjcwNLywtvJBw+SP8
Y4kKFzCvLcm20tDnlVSXVQIvgUb0tll4gDmzW1hhFan26MJondgW7AjJznB0A8L40bGUhnhfQoGr
D6m6550IYUO6F/KG84892nmfmphH9MO2KPMg4lQv60MM3XYzZMCSFRqUuMJP+qMbt4e6trBoQYoa
UFwKuu78ejjVPO8DHfyEYUt1HAyCVg9QBDErYMGISVQTFli25lv3hek0D1FhtVt9CiPISbp1VRN1
X8hon1iOgCv+f/NHvc8CfdKlZlSHTTl8i7Vv5zs3r7bjsZX8xfPb1Um/H20mC/XoEbpwdRiM52o6
lDhLGZCKuytXtWvNvzrf2qnFIrH5RvDWJGtyXFpSMLdgfKjq0OKfZYIYL613UVyq6J5Y/JR8LO74
OQyyjxd/0mRI5eRWdUD4x+vC1ZC+9325wF8MgNz5Dp2aHMuCdkHxhyzQMXwHDkRZqn6oDuioPFW2
f91b4sK9dmrMLJtsObcC2+x4zKosHCYVVdUBbmX3hAOF+RgbDT4WEQ7G53tzajE4pkl3oKWQATwK
wHyAnHok8uYAJTYHCv8NWv6utxF6bqBNJo7xgCfy+nybxqkhBEtgEvf9dSAeHVVo77TQYmk0hfUA
gtDeBICUk9/4VGx82u/a7qWP2scenYbORZY/3KWu3JSN83T+l5wa6A8/5Bh20JR9FYDZaw4N0vl2
tx+po+fly/lGTh0mHxs5GmKcOWq0qKrm0DarSXuIx2vLAcOP/J1+iAIo3Bf298nRFfN+c3mrGHLu
9IezM4wRnS1GOqXD/6mafeR5F66aSy0cnU9O5nWGRBzqUJUAZCcLkdvBu7DN/qwfOPasBwBZiFS7
y2XzuRuu4+q9tMb6UGuPkHJy6ESh8eiWr4bIdtLboai+MCBP/4PJ+tDqvF8+DJ7n1GmWjVN9SAao
1t1VJp89jLYm/GoACbfJooSfcr7Jv+AmxweyYwmHwEBYFBePDmQP0jXOM0FzyBJ8fIyrtH8NvMfC
2+IIkAZXXQiJTnuHun2hryen8UO7859/6Ksf4lRT+CHtBvIB5PaLl11KLZ/cYICnlO4olqQ62ulB
3tS9Vnj1QfB+se9SHFHMzYXhm4fnj+GbB085lH+Rw//cDU9BVw85UbCH7UBVY5nh7u360WxvDddZ
GvXv3Plh+A9a9zUo7tO/jbtjmQKcgL4KcALw9tFu89EhnUrBXsBsREe/pvwHk/Tx+0d7TUVjj7gI
34dzColGthcegacugI/fP9pm0F3iJEZs6tCOZK6RaMhXpfQxbXCMZpnOLM4gGYODNgE0Pj9xp5bf
x5aPtpoMcDtIFD3LcdqdrG6R5hdij3lsjlcGE8O7h6y4omr3eWUYI6I6aVqwMmyk4J5VTYiDzeev
v9sPR9d5wTnSIvp2jvNCgKWBekWyPhgbTaB6g27n+Qb+3ERzA65l6P97SR8tsQn1TnjrHQ0MEDq2
JirsxL3/oI05qQW5j3BNHp0Fsk+G2Az8+tBjhhWvk9kI/sKt8f9IO7MduY2lWz8RAc7DbY09qSU1
uyVLN4Rl2ZznmU9/PurHtqqyeIqotoENbKNhRkVmZGRkDGtd7gZq8Egh6CTr44j3kuMPXgdUfe3m
dBw0O9nnNtzH8UrsdGlV51KE85Iyuly1ulS5qf5HpH100v31hbq8zfm+A4+H/H8rJWxGO2iEz4XB
BVH+QZWO6OXIuBOT/E9pfTeWz7ayFi4tbf8cmVl0nuBrRB9KOYRKumrX7sj8vqRB60GPfbeyOStC
HCGVonTaUI+JVbtB8RESeAfGJOXl+spdehqeixiAQkpLtsk8nZ9GL4pKRi4476D8Sg2EPduOzv0I
oj+Ie1a82rI6v2UJvkUe7ACQ5JQIpTlaKoWkQ2SvnMr55547l3N1BOcSRfIwAXvC7QnFTATPe2tR
SDLUjdqA0FOtPUkXooQzeaawQwPAdz6oZ40b+C8e3jKUHuTC39TKrrHvLCxRSh7L4WFQVg7U0rE9
2Tax5yHyyoF/CCc15amLP6r+TneOzVoT9poU9dw4OqOtmDdFCtHeEH3zo6egeuEuum6CK2ZhCqFC
AX1E64DT6wZwtMykDFv75p7TOSny28pNwZEOZgk6yIhZ2KC9QNmmrqgw//dXzE5MTVTt0ExeXaLC
8HXwQKlYKcEufn9uPFDp2dEuWlzyXM9lAN4bF9rTbZA/T/XP63uwKEDVLRJhFCZksWAhReD69aVG
9ij6Ghyi4ss7Pq/hKbkwLV4PwhZXgxy1Xa/ULkj/WrlVV5zY4q8/+fz895OYWafsaU8Dn5dVyM/u
pTY9XP/9iweBqWIq3dyWFw9yRp61EeyCyrXAMM+mLxW5J7IN+xb0suuSFh3YnKF3SACoF+/E1pZL
CbAgwoqeaS7TPygmMLeVCulz0zIqn0x31wUuPOk4Gw5qMbymEpEJLjNuAM+OTB3a78S4H/V+G40d
/HJHzXqIrQ99OtPJgbEorchdXFLKG+Re56fIRSca06VQtZDN62P4mAA11LvnLP1mG/fX9VvyLnNp
kCSsQS1LtGwfOpoRAGmSljEvfd3bh7F6Hw/6ipglE1QtWjd58lAZF2tmkm20DLhrjWuCWgpzVn9M
wsl5h3GcChH8cQFqWSMlM0UPScEWKEQwBuryW94dimol9LjsncFlnsoSj6xVAk8RWcjKPgXeK0CI
jKAfRhnCaNmVrSfSPw3/nsiQW3i7MF254JbX06HRas7oXdQIQT9l0o/atGswEDnV7QcQk75dt4wl
EUA6MjRn0J1GMf/cawAWqcRanbYuab3NJ5iAVnZrycJPvz///cQrBX0IELLO9y0t2CbmBLzPs9Xu
M+14XY8lC6cXjUcCAbB9kcxNSstmQj1vXVp+76DYBZeQV2nbH66LWVTH4BEyFz0dHnDn6shjDQGM
BPAq74iNbx4ghVTVTU2O7rqchYgUP0RdBv5ZmsfFxEvXD5rvA53u5nqxNYGrm5T7vry3wme12pVr
MemCETCRwPuQRLVKGC94Pyka+qhIm9E1/Z/Ntsr+vK7MwqIptMqohsnFQRpJPEUMvHdGYA04buiD
D1N630xAtK0s2a+0mxB/IIakhwoaGl3dgmMAvt1K4IZgzWD41Pw3+rvBQnuR4s+69az6ByMPZiKP
TRFZ2xyia5CltjpTwHAv6DuNoeB3aK3rc7aciMUSS8C5Ludm2YSj26ZHJvljCJu9h+j7dSGLO3ci
RLTHWO+UXo5GHFS6ecundzy+FSZO/1VCWFOgoKPY8LPRZZS+B40+3WjJysldtI4TEYJ1AKDQGIB/
oEL0F1AM9pMEQTHgZf9toeaFPPFD0SCNE0y2oxvUdwP52vrz9e+vaSH4Ub0ZFL+hc92N2gdGp73u
w+Q8Odb+v0mZf8WJFmCraVYUxqMbGo9mIG2NDjQZ50Ffq70smxWnlZDBYNxe0CZXO2+Ug3wERHmn
WFv19sYx2hP0398X9KCnQQntHrNSpsOg3UXJylNh4TY4+/4cYJ6sE8TRKU0H1ej6095TgHUB4eFw
fSsWRRj0jzAbQTXAEpZIs/00CVqQsmGv1Yo988amsr8uYnEXTkQIqwT2A+N7qT+6afVsAkdevvy3
7wurFFRabAQ9Kjjt1up2nLvr319aIvpYNWZsFI0rWfi+PFAr7Bp1cg3zJZL/GosOWKuV/o75G6LT
NzAmmhi4JWmkOt/pEZCfbAgL2aWpFR5j12cuIYruLOsh7IaVLV/aD2MGRtAJ2dFI8FRKXQRp3jcy
z5LHWpa2TN+seKmldwgPRIu2J4qQlibOO1SgzuY+bxTX10Hc55RnsSJvjAakQwtOo2gCE7/+AQrc
wxStNdQtxRzoxQgBgLvGRfNEYxiNX9Ld4Dr13KVtRw8qI2T6wQEB52bIAcvikMtEhgx2zPMK59uW
wv4xkXFV3VaXdy29itC0XDe+eeNFwziVIBhGPTUdjFVI6KEYeY4Owz9++g77pqZPgQzLw84Fe+jH
LAUeUFdcOd1Z3jaL76K18dclk7N5kFKCo0h1OarkefoAyvDk5mCUplDBQPp2fZ0WJWDLlLuZIryY
sJEiqQimNJ/cBpqPoIk2P69/f8kJUH0ySBwQBqHF+U4DNq01QKCNrtFEeyh/vEjaSzdP72BOp0Jm
JU/8fQg8nK40xehO0L9pG1V9hyc+/b5grk0yTlHpoITmH4GpG4zd9UVaMtbT7wvGmowqxJcwxboO
zyOlYLhO/dwY6b7QVtzl0m5TIiBXz6PCJs91vlCa6nllH3ejG0dASqg1J/t2VUjO0TeoKJS1LjIp
xFiDBXJiTxoqPii5/EGDwjYZjD2tKSvP46XnORM6AKIwRzPPJwrbkqaBBk542bvwCWQ72QGNM88B
1dIzG5oqNQ238MfXW0uCTKXUC+dzWw/lq2pCjj2QDwflWh66FRe+sJVnv0nYytGQ6YVp+E1lFm6b
9GcnvZTqsy2vvKmWboozOcLlGg5SWspK1bsaGERD/FmO4MoIN0PxqbQ/d9K+b950WPSu2+nl9Ihl
MfVN1wP9oISGYmBoKORegSrr3BgKcsuhpFhBBbQDoqgYjpafbKYIxK/sFULOSitWpC/c9SplQDKQ
YL7wIwRXIjlJ70i21bqK82cE/SxddyC+ZfmjZ6wUaRY3kckOSrPEFYQX58ekBj+aaYescyf1nwQc
yLknpgDLMCpu7qezaIiU5x5SLiue/OeCoqSegM9vocuuDlK6CaYVxzWfAOEWpMGW68mmY/AyLWJp
pWTnw9C7bQUBqqYfJ6XaVtpaOXtJjIE1ED2QfrkIHWRtTPNSLwc3THdpCDDfi7I2F7wmQjhXVRXG
TA8hYnAAEd5KyoO1lkFYEyEcKS0C2X+YEKFJhzF8ZBBOWTPhBf9LGgSvOCd8NWoM5/sN+1EOdnk9
uKASyeCp336Zn37+l9M4uQcD1coKWePz/Rdbf27i259VZ58Xbg/dbNLBw4dyl+8j6TEDQKa/PSN+
JkI9XyBoujoGPtkDH8rPXyDS7SZbG5hZ2QXxeE9Tkznwmg9uCxp/BKFV9Pd1P7kmYP77yT6ESlB3
1nwe9OG79ANIz3d8fm6aJ2VHf4/4+4Om0O0aNE8XDpukZZQTpL7/JkFQQNVLX64zJITFVr3X4v17
Pj+/M3jizEnH8/VJR1XPYBHr3WIqt3KYbtdqVUtXBZ2w/xNgCeestJPO1j1uR9t6BgkYPp6dP6U7
adjk9kpD+K/VFn3sDDbHmBBAVPRlnysDvOAE7vDYuknlKsbe7+616M0pjp36BCjjvlGPflgyI73v
Gb6NrC/Xl3Lh1TYHQDhfsF5o0hM0LXwtyyvIVFwVckKnA1Q8abezmwwAsIVFa1rbu4WlJaOJB4NQ
jayx2P1ogsHIH5zCVVKwPr07PfggVXAGQKAKSOeKHc6/XljbM2Gz9icHqbQ1DzgQu3B13vV59tC1
B6n+7Cc/4+DNiqGIGbQVF7q0nqfqCeuZEOK0AHwXrpclf9QNKPaBemjq8UHTTZA1x4069e71LVzw
FuSP5m5+QOx4SAoGFNZO6QyyUriZuhl/5itfX4hlzr4unDUNSNOstfh69zEZvozWvRIfneztugpL
PSBnUrTzjap7B+xeDSnjeNdDd6KHX2sfFirnn4oeamgjpeHo1Q81nO7XJa8tnuCpjGqwU7hkC3eG
WiXV944r9UyxOWg4sUCphsxhYpjOpemgAWF1rdIz//eihdvMxdAESOQEKtT5970g7Rqq6rlr2N/C
8km1H6r4x+1LxBQgkbM8T8aI2BYJrPShFiSFmzxBmWcMKydmaQdOPy+Yr2xFDCmNaeGCt991f3Tw
gb3j9xuMNFDUYfrEFEK/tgfHSZK03B31Z6f+5FXmioAllwayJsikvGnA5xI0yMZa6wyeMm6Y549D
CAR9VG9mdmu/tvdq0a88wpdO5NxrAI6KTsOG6EHJTWdNEzCn0dkvUg6FWp6A2+NaK2+LBcsyaAUE
ooveBiZcBMuCtrDwizor3fAfwATqvxjtur4vC66SqW8uAlOna4LL4Nx0ybBNUjMlpZuApL2pJP0h
72MwEttDD4BzBQB6LN0MJkGHxqlM4bjHtuE4kMWWbpn+7UnSbuYcvq7VgjmfSRCWLVXgUVF7tCoA
WrXTQ2yvzQwumNuZBMGe0x5O36hEhxhWwCA8tMDcV0cGBizz63VdlkyA7Oo8EcR1DQzV+Q7VtmQN
veeXrjG4dvOhBNLfOF4XsZSIAHjmXxkiuANc3mUf6VyYVX3f1NA/SW8J8OuO+Un3PqYdZNyfDHXt
ll7cJB7OpANA1brIMsl5Z8aQfBIX2HAHH4HFv67VyvfFptMQ0pq0qPh+Yn/QoUoa/r7+/QUXALLN
v7/fETxO0IWVYvp64QbNXKBS7V0cP7FY/02Ker79ftDlvR9qSEm3NRjt8IQ2W89cSZasrZXgBmJV
KpPWRpeua/4otfzJK6K764qsiZj/fnIJU70t/2+5imBfUx5uVq6wte0QznwombWeayzUVFM32kuQ
CUmbae00rmkhnHvP8xq5lJFi+ccUAsti999WafY7J6vU5tBOZ/4cCvH0ZMLQb58GbrIv16Useq8T
0xVC8qouAGZM0SIut538pDJELx+i6FO01tKjLHqvE0mC98rpJ9G0lEPoUB0K/ejYTxDJ28CzqVqo
72PbKyAVU4+eHN/bUgsSYf01CeU7SBMheoQatQusb9eVv24odImeLzE8p+BkZCxxnu6DbNvUT/E3
xh+vC1nKsp54B0XM0k9lGspJzInyWkXZEfwkG6/w211ch/0mKJIJDknjJWaz9yA8Vhs7BI+vdeA5
9ZlFXnHwy1ZL2VMH8YvZCMGqlMB0yr7kvedVhzg/SGv91UvvZ7T9LUAwKAeAxIkYvnAjrXqxwC0L
dcgRgMUoa2Wvq/Ay6c6hG4yHHi3VwDmQwzxWpfz5+qovb+3vnyFY2yTHE9Vk7rG8fbI6mF0LWA8b
4PnBELouafkE/StJ7JfPAq03jQpJUKFPwWMuf8qCu9x/XJ3QWj5AvwUJt4xjeVXbdqxsp+7AVwDi
kENxXZfl6//37pnCHRN7cZ95GS/0MoeEUXkz8+cyfQ7lD3oBD9ux93+Mwbi/LnRNL+E68FW7KUjw
cPs7T1r9nNo8zt91df5euvknnPhSqylNtZpFSNAqKVX72QCKdMzrQ9Vbh+va/H+O+29Zs2WeyJr8
kVaJ0uCaDp4b9Weqv1nWl5mhXG7Auyv+6tQ3Z/yeGEegZFZMccXoTeFwQ+/SJZ2GhdTKsW4OsvOW
AbHYrmi4uF8G/ZIAwJGVE5s0pEQrpqyZ2C8LDtzPvBC2K1fffDiFVzRV+N8SBD1sz1Cj1OeqMKp7
p73T861RvMbSoQz2vvI41iuVx0WfeCJOcFkgHztww/TcgRCFQcp1+wDi3FTwWx3BF4Gn7BehyYKV
8fFrs+bRVxZLzAfQfBHLo8JiBcqOpFb1KfT/9sKNlT/52/d0epyqogk+KIFCRdFmVQw1YBbN3wQr
fnvFuDTBAZWJotcmPEyulBxan1bpj0N3f/2Ermy32MMQJ90QAP3P1QD15EsXDSuncFkFnQwi0CHm
xZxwoabRADFd4WrVndeBQmsffahf3qPEbyGC0zSG3NGSZo5xq7sx+tQb74nRjd/fFzxmp6R1m+V8
fzQORngPC87137/oqk6+L3jJmmlD7mgWSak/x9KDFXxT/aOVTivLtLYXgiexHGoFdjwvk7+PoPgx
ialWRCze/4aFI6RpiN5a9dzfw3vXAAFCyt4e9lL/T5wdjYh5IOs7VHsropYX7bco4W3WUZkNe4ME
gB/djfrXpvujZVi/tlaegMuL9luMYFsZvLI9sMBcI/4f0BdL5mMcr9wha4smmJfaQlubmYShfQMV
8p7WfvhQHrza3prOuzzKb20ESxvLDMitX1kT+ODgYU63q7BOi/ti6uD0KvxzMZCT9oU08LzBwZfx
ztee7OxDXn4w2xUMlSXHxcADwMZ0GCgXAzmDlcJPEw04X+hgh6O8tu+L0d+pAMGULWdyksjjImyr
pzj90ebHxGoB0n5prM9G/ZfVJbu8W1Fqae1OZQo2XeqaOoQwYLmmcYC40YsPqrVPq6/X3c2SvZ1K
EUyaKk8QKy2aqdLXcoS/lp7uQwht6xpKxJo6gmGnjRlVdVLzanc8N22gtSyrQ6IE+ibOxpWodo5L
xDDpVCnBsi2rNdK8QSnoYAPY0+OHaYBSe9fLn2z17foCruk1L/BJVKsMPs0UHXop6m4MaWC+m4YP
8fCOJPepRkIklrVyrY0JFs5ollXstJEk6jsuHp1hHDp0Zr4IcTZQKeXBiW1uhNY0n4yieFHs/hgS
WYIt9Y7uMeNElph3zFvPH5Q5Wqru/TuZjuZos0ZetuwT/lVHTD1KYMjADU4Kw06PSvNs6++IA05V
EFxC64fJBGcLwRIgP3L5Zw3x33XLWtNAcADT0EBQGSDBcrVpo3z7b18XDn5LlxSdD8STaX406332
niv5dH2E896mfuyb/mxO8p3UfjHjT1XxIwxWuhLmr1ye9N+7LJx0IzBbONflwvXzT2n8RQ5fpG7/
3xZKOODhaFm0rHL0hvHga9u1qvhi+u90oYSjbche3Dke29zG8a6MIJGOvwS0OGbFo5R+0of0QNvx
xrZ+6MNDp34InL817ZBCevDf1BTeYnkN/IUFW6Hb0lHR+Ae5cq8LWHaU/9sqmsLOHaVfFK3mzw8Y
Vfk86HdhehiCj0r05bqU64eGfvVzKR7h2ZSnSNF46Wl32rgSAq59Xzj2ihn2SVXwRlJLBiPuk7VO
yUWD1ugspo/Rsk2xSYJJJRMW8opnXtrR7Kpt7KH64RVrhBOLapyIEdTIQ0UdTY1bq64+VeFXD3T+
d+zDiQDBeYWjGpUggBDHwjlrNX+b+R//TYDgvya76ZtuQIN02CkTqO4r3nfRXIE+g2mE0rUsNl13
SkQzFIAv9P9sowpu56Mi7ZN+JQZfkzL//SR6UGFfD/t6vggZSxiUfW98ywn5E2utkrgmSPBiTpeF
XeCxXL4/bGr/Vc9eO1A7x/7LO7aF8AEmE9ySJs7Yjn0TW1OE258k+oh17Jf2qesiFo/IvyJoljhf
szyWk9Cb8PmyQ2pnM3lfq7Vk/eLxOBEheJHU6jyQFznlxl8TYAx/X1dg7evC4fMsyR6GkSd+47/Q
KhevONq1zwtHr5IqvVQztkCyjpkGRvrK+i+a0sniCCfPazS1Ci1sNjOP9iH/9llbqwyt7fD895NT
4RddWppzWdpItmP0TDU3X7uNlhcJxE0LYOaZGu1chDw2tBAZKEFlOu638WrBYFEHDgAsvbSl48vP
BZQEoGkSl+SJ0mgD1crG7B9D87kPlIMSOhst7HZK/mI1PybjIfaeCub6IueJ3seV3Vr7HcK9rvVN
mdRdwe/wPo3NwYSBZc0gltbSBkh0RsBX1Ytpmyzymszo+pRGH+XOSbKdXv99/cQsKXEqQTgxuTel
A8zzqTtp//j5s17ea4BT3CjDJqkHqodqwWAE/o5wbIzEU/turPO3uJDCuyD3zUeyPdZ9MZrOyt2i
zJt/Frb+kmU45MXo3r1ohRxiIM6SfMrf0lrdRhFDPcMW3JJdm9619VObaJsciux6hDu6iV+gtQiT
4k4Jsyc9LjaepW7rMKY7XV5ZgotkAD/LJOqgu0ibASaEJajgIhuloivf/NraaGazl6LXnMZeJfq7
sVdetBdeRJAleJGkq+zSSofyzba/Bk68SbR8G0TqZmZXv31jT7WajevEm4yyGZcltd030/f2YxBt
MNV9vzo0tLh4NhOAvIfpQBRnHnDpqdHmZfkW6T+lotymysfQ9zdwD++yfI3f5uLIsXqMY2OmJv/v
ohm7tLwoBKeoeAOe+4vRhI9dHKwY6ZoI4cwBWWzqEsWfN6/Jf8SSfdd63kqeZkEEoC9QhfE/ZmR/
PY1OdkYfu9KQ0qx4a2J5W3y1s3pFhwUjOxMw//1EAAUHVZGivHhTI28T9w94jcPQO3tj7c69LG4C
lnKqihBf+RQdmNyJ2ZDpo6EEIJ82G/BGNklV76b8HhqJQ9Q0Oy0Jjq0TbeLq1lIdoCY2HDXQ4s0I
heKEVWnkVpcHff6mTdl9gLKtvPLyWbDvueHdBjyQ/tELJkkrLRRjrILibRi8Yxepw8brp00HM84m
rQ1vk9fxisQF85iH3RWdnBSdHiLQty3ZfhB5SMwklRv6x7AWfS8JgPhBA7V2Hj4Wx/ysTjP0yDDy
t7b5PgblvnPWEKkWDNAB8gpYFJuUmil61Cbumpzh5vzN4Lkrf97slPDLde8239/CVYIEhzFzyM8u
4coSAwj+IZfztxB2Or3sN2b4V2bUj00ybBXIdxV7P6zRQi1r9Vum4BriodESBr+4KgeGP/WXRn4N
lWxrDMfrui3KmZEnsDiLUGr++8nxTbuiBVmhxahpfeph5dz7Ea1xfWF12xQwy9svCofp2rlbmblP
5lzOxQV1myQgB8ZvU19Sbkn2PR1JpXwzQCGgYcScnFVQCmUKoedipDbOJMdzopnLatzla0OKS0Z9
+nlhc1Q/mFpA+qO3Iqmyj5WhFw+WuZreu4jIwKun6RpqmbmZ/wIhqhpTVaLbP3hr+uAgBdkeBpR9
payhol4GSoyLmszh6uD8g1wnbEmlDTnkP0PzxvzXLtLuxvi7FTwYxqPsHLLkx3Vzu1w5nIFBs+0M
fQEsheDDazNtJ9MnAhxHf9vSc30zQ4gNVRQg/+RFbLrJxVb1zsrbtp+kgj4X/WD0X/LkKdLBGpq+
W/2t6V1BlHB0hj4smqqwirfU3Djpplyb51hYK4W+RKj16LkGuksIFX0tAU+Nbti3KPX6jS2Zyaau
spuvb6wGSBVcs02AIMKDYVbR2MhN+wZ3jlwczIp59q29Bn+3oApjCnPUy2QvUY3wQqppLVTCfgre
PK9Xn6shS/eGHRYrmepLKRapJJqhCXYADBC74QweYVPlld6rXzXGDk6FqtZ3t9rvuQjBsdhyIPUK
YD2vRvCSDm59998+LzgWT4rHsgHH8bX4ZbVJfPOME+9HxkWcuYI7V4yFw65nRtoNTWm/el25H5/9
Wt/frMGZAOFQmBrIpJVf2a+TjbnaUAjeWrMVNBA8SAXfpc5rw34d8npHt87mLyclTppuhtEl1lPn
twYMMorJSPr5FRLGvTxmhZ2+ZePjmAXxRhvJd6u32+y5GMGgxqHPR/CO0jf1WAbDTpfXAEEuDwVd
coztkGDlwUmm5FwPbVTlqeqd+I3h341918n9zVf6LGDORHLCCfTEHTc8L9ZaKX4zko8MbUXK97B1
rxvV/InzAIz7AkhtkCvnIQ3xOs9qJU9ju4vZi4bx122ub5tgXzjxijNcWKszOcLxixQvGWGjid88
w9kUf4bRGuLomgBhM+zYqot6REAx8E4e9K0SrkyEXUgASlIn5zEzV2mEw8JuxH6pjUpn9q8gifFU
3tnTGpbYRViCBEOeZ8XnC+OChii1nXywk3541dtd4+98a99XK0HpkhInIsSzx0sryswIEQqFuY/O
GvjAhTmda2AIZy5qPMu3ez7vKQ/tP17EJEDxkN88QzFLwcMSiYJxfEGslxhxakJsMbyGD5IMgSzT
9TeeCgTMz1Aqm3iqi6m8QZ7qOtSm7nX83Jn3nffmjV/bNXrGy3FcbgpcFHOl88jnxXxUhnjPtHsV
AAJujN54TLtyC2Xtp6mFFxx8Y0nyDvqo/5MzqiVLaxfuZe32l3yDfBm4IzOu1Ln/ysrJj+wyVUHr
SDaFoew07S4Zxy0lvG2vPxTBh258ChsfZt6jBybnEN6ZzUu75qcvbWZeBlbb+MWMID5ckjLgARh1
qmvl/rYB0rkOkp3FvF023BoDzAorPDhh6mW5xRbRkpkEOShH1TW+yt2dbNyaxRA+P5+9kwff1Cvw
YBR8XuuHPW31QbPGBLhsMtgL6FAy6V4RI9oopdq2SwMNeh54fb7JGeP2wr3uMJuwp1W4MA9Zb22K
1XmIS9/E2p1Int86J8p5Ux9ryaSrbi0/VNOH3n+0w8/XT92lb0IE72TUU2foPsEeGbYs2zxQVTes
N521jafd9e8vGJoqc6S57QAh5B17rgKgJZ5fELJT1Ng35V3yWJcwH6xcdAvrBE4zuU1UmEHzBCV0
T9KCUMt0V6r6+1DqnkJt+FCW0+G6LheJkxlhnzlrm7cF3Ehi2B9XgdwocqXTJPat1e8N7Z+GcRjP
+Virh6SkIUleGyRe2B36qxTmlDmmTBkJipXNlGVOphluHgbbSv08lCv51IXtIZel4gp4Z1LBECxs
qqxqKL3AdOvgc99Nm/x7RUtnYbxeX7kFPfC3M9KxDoqiogt6GNpkWXkiGW7nHFRpq61osfZ5QYtY
dUqStny+lj8bZF/iaaX0sCQAivG5Xx8c6AtK1qp0wkr2PMM1q3zz04rXeh8WDHjO+Mkwps/FFHGf
Y8frqqxNTDce3qrQA69B2TnWzbEUxAEKJgzvMRP9F2Q+6USdKh9MV6aT3sm3if/z5l22iA4wKBnu
Y7A6z8/6qGahMvSl5erKoQ12+hog8sIukANh9WVnpgYQ6yWZKvdaQCrPTZnFoay4j/a3KgDSN7NC
OBGEsBvnCpitUyYDCKCu5u3qbFsmN19WZ9+/CAQ9LqqEdIIrK4/N30m+4p8uDzOcWTSfzOcYPllN
WP/M6WurMRXP7dNwUzrTszPUz1b33Vojtrk013NB899P7iW9soMOdHbPjfx9/iAN+zW62iVNZnB3
FbBX7RJxdVCtoPPLhKYTJ9sq0TdTf/O7jVLLKxfHpUWRikIGTwzALS4gexqGp5VIL/zXSd9m3mOg
uzcbFN+n4qbCygKupLBQSTGoZd02/iuJwbi7i9ZAwZZ+P1EVSRzyIBxswWDtnkXKtdB/lfrsxWiG
hxhgyZW4fEWGaLQZGDl+DaHd68g8bS8fHGvNbi8l0JnOe962DE41YfG5OTlp5EiZo9hus6P3ulmz
1tn7nz23yRKcfn42thNr1dQwC0iK2O4Y73t12GqpvNXa50aztp6mbP3bn3vIIxqBQ5149wJ8s/HD
ouzU0AFy2T6YjXNY8eOXp+/8+4I+pjMldVZ46DNBl7Pz2g/y7ffduQjxvh6TVFNiRKjmQWo2hXp/
/VzM/724JTMs9QxEppkX96k3DbU/WbHkqtMA5QBxZ35n+3e99+x4/s0RLnmiE1lCFmQI46QaRmTZ
9QtZYSdb6xZYMF86WFTK+DweKTsK72/P6iynkAzPtb9EwPPLwc3YiDOz9Pxao5VzAd5T9nX4TqzG
c+uHXHf2k9bvr2/Hwgk5EzBreHJCKpoq6sqrPVeJ4qPfWg9wxhjprlJ3ptrceZp9uC5vwYLP5AkH
3pSGJDFjFEoM+WcQt3dhkN6NSfL3dTFLG6PTc6DMxNzgzwkHpR3KrApT1IqSz6BvmCup28XPw0PC
uwZLvgCIjlI9pFeg8GBO+JYxfJ/dXPZj32kuAnkJslKiKsGw+lCpS9POPLfqaJQ6lOrNUS2M4hBt
UscAduci9RXq7diatWO4WrXrlG2S7K6v/9I281KaE85g3V/kObucvgO/MHU38bPnWE+eVK09+qVz
a9F/fpKdiBEPeFDlfcvzEJydnfyXvDaUOFuJ4KvOPi8kOQ1AxkE4dHQ3A5KxDOPtZEVb3+CiWgMQ
XFwvEAPwVjYFUrHY14AWFeVRZDCTOP2QY+dDzWBQE0XH69uyZLfU+nh085KlK0Nw7l3RtBZY16ar
dM22zg99Yr1n4x0yXHNhZm6kOvcn4FaEBfBKGNY0QcpTgiW6H9ecyKIaJ0IENXQ5TfS+Qwh4zJRm
PqfhrfW32a5OBAivyiLK7Nj3EdCOKdMU0eYdgcKZACF6k+uc4Y15mUAS2zkfLOf298yMPwYu9Vyd
Jmsr+Fk5TyI98CzN1fLpvg+l/VSsvLwXTPZMgrDTqt613kyg5HrS17HeV8nd7aaEc9XwUsD0KbQR
CaaUJ4UqN6Hp+t5wL0EmkA/lRu0ONx8J2BZ0hijoYwRhQLAltQ5nTG/PdIvgSf8I19ztnycDCqUD
iFxUG4TiW2rW3tCpmen20Rf7o6R9fcfnaSEkjzM3D4v3RJAreda32BHpYu17OP64/vkFB2gptHY6
c7uQc9Hj6WtOmkyFJLnmd9Potkpibgtj3ObOWln9cmiWJjFV4bqeIfjp3xLWKVesZJqMVnLlcNrL
/T7LHuXyORyOoRJvLW0nkxC385XrY8GEf6Gmk6R2IBCxBKGTWslSGU+O2/tfS9PY60Vxl/g3PwRp
GCN2+58Q4Sr3NRnqtVlIZnzMD8nNrbFgBbNwdETOmOwX9jtqshRMoO26VgwXXlt9iAN5X3fpBwBd
V57M81EQrkN6H2jlocXGYkxbOCpxX8VT2HqOOzEvbzk/TPPFS+61L5Gy1hC/sDGzOYOspBhU58RS
iWyGTcXlQuDejceKd5RSMcZWq8fr5n15j4BObM4goCBcMrEmOElAwYNK98bmNTDrzUsvr3F2Ln1f
V2DPpvOFzkQxazVIhjHlXdq8ZtrP9GgUf93+82fuUdw7NN2gXp87yBZWnGHI7PrVGT7ZwVbJ/+P3
BQfsFVOuVTXf9+2t9XYz9atjQhQzrzu/n7eTcH/0zjRMg+f4b6N8XxmH+uYrHMx9lp7n/9yIKq69
k3p0NFlh9drdWWa6d6o1wKXLzf0VnhOl6wpZVbGUL6mjR7o7LV/psHeCvezdnDE8/74Q2zayb3q6
kZRA9sQf0k2YlSsCLg8ZKw+gAuk6stuqWJ6zY8Wf7KwpXnOn+LNpx63TzbMC+vfrVnp5h+DQZwdF
jZcSitjVGjBFIGddUr/W/bdY17YjPcAeDQNpuVZwutyRX1eHaYEO59ABNv/95C3rVFXQG0XDce6O
pbMp1xAR174vuIuw7qRQa/i+5u8GaxP+vL5Qa58XDsRg2JA19nXzKlEDNr7D4rW5WQANizqvPYNU
/QVXl9nXRenZcvOaAhxe3Ssw098ugMubwZ5fJ0Kcp82zTg+nsU5eo/SPZp/dzMtKBMJpoxTLDMNM
23u+v5Npj2ZaFNFra+9q2BZWboOF83D2eWH9Q19Cfs7nd4nxvbzP2m83r87Z94XrM0lrzZN6vq8C
BPNnYQeH699f+v2GQ6BhzqRYJJ/Pl2ccFXWapDh6TYK9Ph4Vbz+oK/nHy2wRPWsKvY9zdy3vSOFG
aJ3U9ic5imhZe7XDfNtUwbaJwDm2LZqAsk2/Nli7cCboG6XNGi8FI4z4Lta7PKkmO4he5V7eZMF9
1b1eX7RLAQ5gM1SOeapQnBS7RvvaYzpVMhhwjT97G725+ZF0/vlZ/IlLGsM4ItHD56doOBjDuMmV
BqoWc2Xr17QQTgYnvs5JLGSv5SaPdpAPXV+k2fLPA79zLYSTMYFnyEOGzyf6uDH0L9J+bP+g1/dm
90EWlQo7byWicWqh54tF7x8QFmEyvFZ5sbGScFOtXEULyzTX+BjhJCN42WeUJ7AMturQvppbvf2c
qDdH+v+PtO9ajlsHtv0iVjGHV4YJkix5KHnL9gvLkSQABjCTX38XdG6dPYNhDWv28YP9MGU0kRod
Vq8WHWyQAkVnW3gUss/dKug2PxTq+KblT1XhBVla3r/PwpkAYkMVDRFluxjZjGaeW29+y/OHdJ95
d0cFhTPx7/CSQZmRKc3SAcPr9ntfvNnR7WN0raBgh4FgAzUaaKoHi/hyf5t65oplV+obyOuVh0rV
Ch+hLhcopK7Z5PmU9xpJXPQ8hkdpW1CGV12FTAa/q+DG8sa142emHW5PRb4RH6PDvEODcETtYN1c
TsXW5nEhNV/e3GJ2X0BcX8eawtq9zVU0cWY04cFtgdfTwVRc8KyI/DpgO9La9a6zoE4jH+Psa+VG
Kd/whK/nczm89HZkQM4T0mB4Y0Yrqe6rbqLgeJdtJX+2ZiEtG1WzRkstiBnMoHb9xds4YVvji9/P
1C0cjtRrc4xfekiDz48t2/Aq5CMMyxLQXdw9oJBRPSdnXbUE3vUwjUOs8TfNC10Vl/x0906fi5Aj
IamRKbRBeDPWdL/hQbZh5awskegagXIbT1xDuRaDeEbPqVEMca/u3fLJ20q5ro0PHAOSFgIoAFTn
5Rb0SqNVXZ4NMSKcYIoj/v3LA4TGR42fgdugSSaIDiol10CTgFgUFeaoBS5+3V5/YYadP3bYYqR1
4Kzj4TcBwJLOaJcPbW4BPhFb9VFJUAXqJ+4Rbx1V3m4LWlkpVBEKHjpYs6Jf0eVKARjMcKOTLs5t
P0lDbcP02Bpe/H52F6jjoqtajeFH9q6M3817SRE+1uns88VVOR9/zodyHDG+qn7TmpjEt1dnRSMB
3oCYLCLgonpZspYV22rdmZZ9DOKW77xud86o+Erv7NCDYMPuWLnUF6KkZ68wCgPJhKKPc77Tht+M
RVWfbsjYmo50bCtrqGx7wnS0LExIqLDI476Sb1xu2T7/2JN/F03WHejSkTcolO/jqRn9vFJ8sPb4
i9UGJP+r8WOXb01r7bLA0BMbhaqGq8q+2a7RrDFtSFynTvJdcyc0hMxqah4zlsyPE+HzA9NGtkW/
cIWlxkQFXQZAef/DQCctp1IT4C9qh8RNQ80XdDW3E7wmpQPijBF9XRzv79hl/S5hNn+qsfSZXyrd
3PqTa487penRRy8hS4lGJm2xaywn3XgnrrcbZxbgZ0eUPKJkRfx+fjkGI887jnXx+KGdom74ZFsk
bKqtLj3XGw45iPqiZEVoEdl9abrFtWhLSGx3T2TKjqVShyOoM3PwMBQxsL8bx/gDjihpR9jhKoL0
MHWB1ZfsEI/xgpGsoDHvar53UAOLJu+dZj/U5WhEsw7u2c41QdbIp/7AXZQZM01Ld2gg8w0YUfXP
wBa02lJq5VOJUIRPmEeBPi34n9vaY+VKX3ymfrn+GsqdEo5Sm7ids+feLP8oaPShD87xtpgVHYve
UXiNwL2Fvm+uJIaQbvJmHdpPPzladHefLZxyB31qROkvQDmebDAveWfZU6M3cbdTkjevju//emSD
gZFCPcR10jnTtYKbLW9iNgQWC60xuH98ZIJhKcEYgD8nqfBiHByVD7SNzfyRHPriPyz++fCS2k5I
a1VGi+Fn680q3vlGrGNlbwWLjMh3AIBxVek5F7nS5Yraxo0RuiRKnY3w68b4cvKJt0qZZwnGH2lo
Jv64YSet3IDzz3eki1p2eV2NoKiJzbY9sh49GL0umBfncHuPrxWdBitYdeBPI9Zuf+T1zhQd4c3c
VarVxKV1WHLLX5o4t5rAIz9vy/mIXkmKB0UYtgkSExuVkXKetjQSm6daV8b4GiNwO9cItNKmgVcx
fZcpuRfUoJmKGDTXY+aVTWizaYBuAhfvb6D3m1cnm74ZyVz8XeacvKCHxvhW8Szfa0PqvnDiTLuW
4KVU06nQ/akxnK1Ha2VHkKURlfzCf0dm/FInjUphqqlbsnjox6OJ/uYHzvIlbBLj6+21WhOEWk9k
nAEcMq4eBbOoCsfLWxa3dTl8Rh2B+uiA3f60aPVWXcTK9mPXgd80gXS9JpQw3InlRa2UMZ0OPT2m
9dOQn+Z6wztduSoCTIIwoCjyQFvRy5VDlgJdOwunjOv8SXN3dKtYeW3BzseXNAlHO0jbrTA+4Sfd
+8TJs0s3ruPWFCSDxeD9hKpbiFC1/fxiN+HtLb+2w1AFA3cIFBEwxSwZduMVvZ51tjHFuenr5jdk
TFU9SrOfy+/bcq6nIaptVNGi1jBE1PRyJ7olLxwLVDVxRQ55RJsNbbIyPLBiomc2wKFITkkb0eo8
d1uzXeKp/5sdmnurFNBrQ5gseEiB/cZZks7RNFgDVVNviFv0XDDey7vxoP8jAPxEgLYi7nRlDwyg
SbQtNsZj+1t3frO7H1Qg+xFdhOMLWwmhusvVb+YF+UZlRhAoTQK6B4/+hoDriwABwpQHEA25CkM6
paNDU0Ba+RRb1PLTJnbV16S4t3QYi2SCLg/oJEDX8a5KqAuGujDi8NyKO/T1hP7rNqK81zoJTf1A
coOwH+hZkOi6XKWlZxnqjQo7tp5a9R+3ZhH1qsjS3m9fhSvIipgHHFPcBiyZsHAkOYmZdBnPnbjJ
Yu0XmKMVc9f8HebfYB86pNWGR7FyNSBNUBshUnCNJRjLDMHZGdL6DBypcVX+h23BZJCPR4IQj6wc
WFlSz63Uqexiptn+J4/fyxmM5cL4yOYIT0WAiS6Xa0CvkybLui4GljrQIzRi2ji8QjlcWggiOYhD
5eqorAcq91IAeI2cHOXQXWxnI9CaL13+0laP7hfln5ou0e3NX9mNC1nSGSsLJfP6BLKUCkG6PFD4
vdhTsVzgtQCswxOurtxB25wU057bpYst9blvjYNLB39yNBCnbHUiWpsLgvJg5gEyW5RRSuvWsAIu
TIOI3Y/O3qfO/v6lgnsExeWhdgsJgMvhUzjiSkqoiHz4vRPZ7d12OsBIZ+NLW1FpGXBjCenjcnlU
SMCcDQTf2rGCeYtKIXgC1wHTujbQ7mqgQ0zMP9X8rc1+181Ppn4vpr+WttXk6IrsUWw7EP3AI8Eg
AfuP0NBn9rQ1KOMCvsU+9ibPL81IJYf2NIO/slPfbRZ47Fiyh/on50E9B2MSkuIV5cHw31Alenvf
roqf5U+RzkVVeV6vK0Yfz06NLt/Pg/J9zr8T5Zky0WPC6uIle9Hzt9tiV54gXGCwYwC5CrNSpkIF
CbzRFDSDGvrafgfKAliI2wLW9hM0iMjb4NCIRNrlCk+1aigm6PVix+kinh8arzkOSxPo5qHw8l3l
frstb3VCloDCgwhClL1cylNdnrNW89o4sayXRknCqZ6/DHczfojdgnuBaASYGoQWvBQzTqTkeg33
C+QFSr1XtgDF4v/L2hWlo7DMYGEi2CGZBuYCRgQlTZpYbZ7azA7H+XPvPtn1S8e73f0rBvCfZ4sc
oUA1Xk6lrM2kT3Udjn3GjWgxK93P5pGjr6WzRa4qNluaFYgQRR00Qi0wOCVRVmJVdj6NfTyCo+pr
Sac20rL3KhmNUOfpFg35yhoKsJuOBB7wDDAaLidmA/zhFCAOixUOmGYOHvIHVz9kC0jq7vaYsHY4
Dh/FKXgOJUM6I05mDosIBKcR67pgcC3/9iatvBruRxod6VV4HjKNRKsleZHNThcnVYKHKcyareIq
caLkvQGuDucAB/q6A7lHGJkqpRzjLi12YNrzHTI9qwM5DLP3Qp3qk21w7qupunH81mYGXCKCqh8c
ifLMGEpv0kF3+5g60+GbYm/RYqwoBLjK4MODkwOEvirdVF1NZ7TrWIZ4Sgzf6b+iHXGQztr9+yN8
HIQmgT0XdUqXZ62ZumQwasQO83+0n8uPezcfEWeU50JNo/btCnYuqjndGjnWeBjoI4yuRwTKNp7d
61W6FCGZDX3VukkLhQy+yDFYKveAvt2f0FppA/KgC/V7ecogB94IbiX82SsYZ88nczZYm8csaSv0
A5sGkMQnZuAs/bPjVUdT+5ryNmz1NHIbO33iCZ1/pDkpf7rovLDzqD36E6hI9o1tpoLWZfCrqjTD
vnTTncfMLZTX9fMFnlFsp0BiIzcmGwipzkZzXtI8zkmxT80mcLV9uczHwZ2ONsxqoCtv7/VKrgUS
oYUFI50I9EknqR8480DiSWLKVC0wNepX+pMfdrUXErUeI4elo68rnhES1wbCKTV+NdycYCPQIRq7
vN94wFcME3yQIM9yAAREebX0FC0tR04VpVgxIV9mhoSTGnH6WCUP7vgp6wyfaWrUNT89eytReK2/
UaEMZfTBLmlf1Vxniz4u3KE0tkBhu9TTO8g5Oz8b3cannXEqjTbcWPuV3UZoDcE19CtbMQd1va4L
9FYmMdrv+XP7uNQ0yLzDkFmhOb337s5UPqGnVGjoDwwk1aX21fNAR2qFSMHlc6AXX29/0LVuFGh8
tD2G/4YKLzkKSwtQWSzJQNGTeNemh3TLCV259RfjS+8WB4ejp9Kexh0/0bb02577dJO7dWsW0gGq
qeVRFLbTOM2tqOY/tE1y9I15mJLRNxWznVpzS+PZDZrqOOl7ZwuUtzoJsMkJkxJGhVz6kxrwBotm
pvHwm7g7T9twq1ZncDa8pH9bGLMeAwtRDJ9zALITNHJbFDdXPNjg6hSJY2RJcaSg1aR9GC2bpbZi
0jifH0av9jtrVwxP+NsxD2VBQ1oGTn8yl69TskWQt3KVQSgiqi2h9OE/SkqttPTJatyaxrr3ZNFd
vhSBA1NMfUFFwoY9sSpKPMHC3UCsXBJl6gOSDSbHRtVhmoQ99ZPkQBO/Hu7OKBngTvtXkDB2z3zH
Xrd4adYQZGont/7UHu+/+zYedgR/Ebxz5ITVNDYD1zv2cfd7uhs3DtzqMtkGtgPlOHAwxO9nX9+M
HWpKrYbGihGgr7PybPxAp7dyq3Pd2rmGb4kgqoYQKuLll2Ls3OQ1M/F4zFPoeMgJ+6h4v71QqzP5
V8RVTqzSCn2wbRKnZYTdrvSTmwdDErFNE1nsqGS8gCf8fyfz8VKerRlJ5mREL3rADDS/Izs27GY0
tby3Y6a4pudSJFXQ1C13y8ElcZf74+hXW4mx1VnADYPDAmCa50hbQlV3VFQ7o3GyBAYiXJNfFker
im/vyurGA0qEMA6gxSiDuNx4cBNXyF9a2BX0KrbTf5zpCMqw2zLWdDL4zgQpOCASEHUpA7ZRb8xW
XcZoyaTlu2EL37i2UufjS3MoGxSyLVpbxov3xQKDaI6gYApUOfW2uup8ONnS0QIZIwJRiHsByCIv
V10USe64aRUTlrW+M5rfWOai/4YeqDVw5n11sIEvoka2L+vO77jptwaJWufeMigcPpTPoSswVA5i
NnK4JmcmdW2CxJmeRI2zc8mGNblyLDxYNDBoYNnCLZOWlNKp59wqilhn9XOdJL+o1x2LKd9wZ1ZO
hqi6ceApi4ys7PrrRQvsK2khJvv1w9rKjm+NLn4/0wP50jSopWuKONM/UyfeAm5vDS8da2MCFKJB
WC72lncvstmX27dmbQvOwVLS14/oD5XOXUtiq4ep8aZYb/fWGopDdC5BmsCCYhu95UKCGRVmNL7f
nsCKlY5EkAWKFkDSUG8oPV3tAN78ychJzIvMB4Pog0Pf9emzYkdJfdTHLY9sbTtwI9B9CJ0iEO2T
wkhkpoU1LRnAb2SX+Ej03p7N2nYg+yc6xSDhfqUoU00dimlgeCGLOizdx7Y8LfrrbRkrigwZRmTN
QEKCR1iGkbVtbTYZOAri2umCGt1Qk+ENkM+AUiW8Lel6NoJcDxk6UWUqkFSXV2MwGw/mPtS+Tpu9
Xn7pdQ1k/X9vC7nekUsh0gGY7aZDe1S8+MB4Bsx4M6utcM7WNCTHKJkSpTUnSGDDiEZ8L54X2FV9
ty68nIb0ENttW9plCtvIaA5ZfVyqR3WLS3h1HkiNo+z6g1BRSppqc7qA+wLb4Si7ZdH8EXX9nn63
l4p5nAmRDJYp9WpEeyFkJO959rtJNoJG65OA/yCuoHHFnrMQ0+LqhHVSdBo0BQczAdKA3ZZdtBLo
EPP4XzkynBf2fA/Oc5h33VfS+yYNS76fup27G52gfUfbV30Lz7uS1L4UKe2PpQ9LjqpqEudl65M5
A4T/OBRPCvECZAYrbcfAgku7u9XBpVRpw4xpXLpxgtRBkJqF9XxwmG/en+gEQAZli2CaQ9e2qxZB
c9M5aVcpWM4RbP7Js5b9ul8NoEWgBydMAAflxIViNlWf5QqDC5P5WvI5yTaU2ZqeQTgXjwzytMBD
SbuzJCNaLhFexEr9kHhK6Jb9/vYUhKa6NPtM6EiYKhp4P6CdJQmTM+sLGiWzuO9CZrLAJU9197CQ
PPDy+ycjYseuCC3C0JRxIEUBXLhdj2mcalVkZI/OYm9MZmW5LiRIk/HSZWadAgnVc2NEtbO7vVYr
wyOLIxqbmHhhrlIgCuFkrgc1i8v2WAU1vduZQBICJJgopsGZAi7n8uUqzSXX1IzVMR9/MHDx/bz9
9StK7GJ46WFEZ846a2sMT/MgwfUm9hja9/ZUA34BJJ6gUoLTJQjypIcRAewhcduhelXNsCrrEP0n
QoscOv1u8/pSjvQ8mhOtC6WHHKd5HWs8kL9vL9b1ViNQhPSgh2QBMEVydtWzCwaIHc1fu1+2/QhU
xu3hxVpf3jpEPQXuBpdBcGFIB7UnzqgOqDoCrM79ZqvzjnxWsmaPBNe324KuNx2C4JeClRQnFv21
L89Uyqk750WfxK3yuex36bKztxyqlaVCjyf4VIC/Qd/Kc9Erw5tqQD5e0ymqf1ZblYpbw0tPhVma
vNI9DK/wd/dn3W3ArK71H5JXAFghxy0a/MiQ+7JpS73RW/aKlluG8ZoVXz32audhcr/yACcMPE4B
d8TdMKV5WECvO6PVFa+1UviWrfiOE93e65WVAuMUalDwYCBfYkkXfDCN3O5Nt3x9Af+2P6FN1f9t
fOlu195gKqxOyldziczxUI4bW7H1/dKdBrp/RGoE369PBzrt3I3lWbkKQDLg2TFQrI3uqpKxyzWu
4iWt2Ctxf3Cl8S0CMHm+1fVhZRLnUuSgaVtOZVNoNXtVPL/6Zb/fvQUXo0t6g5qtWxV2yV7BiLFM
UWve/QSBVgxUT4LLD8ExGXg98BH76+XsFX1WOQnnLcaW1T04G1/aYkNLOsqsjL066Ac3wCEIiq1A
/5YIaZunRUEKEliCV93ceVmYu3ttq1PbivY+XyUZ4UMGNlUOQKev1HWG3zMamccmR2MPq62TCCbW
cri962JVpNcC9JkgcEG9HXpryGbmBMIKZUHh1Ks1TegNTcJ02lfWn9aifml8bZZ7SWgB+UETAuAD
IQxms/xoUD0pCLrBs9dG+ZG34zZLxvUluRQgfj8LX/V9xgy95jhmzcnmRz7ubi/Y1vjijJyNb1lT
Ws0TrnqyHNDxdBPieH3GLr9f0rRVSvjSe1igtAhrIxy8Z3Zvk3nsAXS4sBEsA7a5LinbMrFGY0Z1
SYwAOcB3VXG3Msf4iL8DVYDSEdibl0vkZGlVpEVqx3rzXB/srbr562f1YnjZ1l/qujFLqlhx1dTP
rqn88RzyAEqqECGNvTuQ8PaGX99I+GDg+QCLPPx86PfL2TDO+knrkzlmYfazznZDGczehoyVQ4VK
JFHPgxws3D3pAS9ALu211qDGtP48TZGxBU3bGl8y1XiTOzpTMH5mxHX3WTc2dlyswaUW8eAIC/oK
1P7BThPyzy8FES4Zs4e4rE6GmjbHKW+eQQn8B9WCf/nUPPRmlz142eudW4OqJHBJAgOHowaWF2lr
Mm1Q5iXT+1jtiF+ZvtVkvur8kw6//4Mc4CARnRH9GuXpNUY/Ka6KguschdbtEBY8rM3aP92WcnXz
MQvQQOvC2AXZquyjJVPv8IJUwIqVe6R3Myc06nuVF0SI+nfBTiRgL9IbiSrNPtPA0h2jrfYS5H04
Z968cRauzpqQgTQL+GvQEAFx7MuzQAaXoTOWCdBtsi+6wz+3F2lldFSXoo+pAItds2W7LTi7lLmY
YxSDD7uUR/+n4Q3p45VhGFq2YPjRfdL2PbnXDEUV7tnXy2UepEwMuxkwfKfs0sgy799eDI/0KpjE
Re2T9PWM1agjsPU5Hp606jCkx9uLs3JAL4aXLESm28mQOBgeHRBc95NJPuX3cnQBpQ7XHrRBgGqi
JkzudGErOQoqK67GeZv4xcPsbSHRV+YAAcCg4TbjIsj5jq6a9HqcMxU1pomfKoY/FTwYxq1Yxcox
RZtMPBaAZpqCUvXyElgeAgi4z2pc2GE9he5WAczaNM7HF/LPFO40qF6dTRi/VV+K/HNZ7ZZ8wzL8
YFe5UOrYC+TqxT4gzXhVBwgKcRdFxcYS07Rfjopa1zu91VmYtEOaQde2p6x196bbf8XbMv7m+kJg
TIwqpz6luhbnSl4Gpkk1MwK7aIYqf5f6XtuSI8lSFgBPWj5nbZb/htfqTT411VHZ6eDyDHtntB/c
xRl2Q6aXe8T20G5jrth3FLCzl7wc6wko7qV7diav9TXFSQPqjlZMDb3tHgqrDj2Hh50xcyuw1dEt
Qqec213SqnNE5lQ5wVc2dj3Tsj2asLOwVscs8w3AhHbovZz+1KdsPCWT9V1ph8m3AEr0iTr0S1S3
DgDWehqo2sQOi9csxDd0oj2hplTxu2bp6qBRTOc9qzIWmVmePTaUdEGTsfZUV/PyOzWN4bHKUKdN
i6UP3FzLAldp1V0DjtEA+FT+WrgkDRpWtb5baMMODQJav0NZzS91dEBZUtlmPBn1MvqgP0qCea7s
FzTz0H5R151IULOZn6D71RSQFGuwfCVJvM8jmciOO+nPzkzcLXD19WHEo4+bi6gcDjycicvD2CzM
7OohN2PDBDcG+h7mUWL/uq17ri/UpQz5wI89bxoAbmItD73njN+tOTG8CDIhyAH6WLme2jVqo6om
x4jtSXlogwoY0P/w/cCniYJz9GKTFZtiVk3Zpdi6FIaDq8c92ZiBjUW+vK2YwZkA8fuZRhhQ5JVq
k2XGi/UHrEZ+Q1KfU9T6bIWCVgUhdolSbbiLV2i3wQSmnSXcjKn7Ok57I0HX8q+uvtW7ae1QocMw
4DVCjV6BHOyB6eMI/xfVia2fNQ8EYFzSfLm9K1euhKCZEf1WUAgJs0tG7nGKriFNMxnxMhnh4hR+
NT1z86j1Xwj9c1vU2gEGvBLAW2BdkXGX3ua2UsdO7UctNvjbpHwe9reH/0imyPuPLkGw7BDfh8Mi
OXVMn3JNSwYt7tnke/Nfysc9ckhBRh8897fePhD+NKppoLROVNePU/cFZSo+t5toKWOtfB6755L/
MhY0XN4wetZ28t8vA3/95clc2t41Ug8zz8lnvvgz0JHDhum8triimBUFunhuwYR1KYLZEynI2Oio
iD+o8+Py+fbifvh48uLCXMAFs23UhMqgDFXtVR1PGs68oQZO5fqlzoIJtG3kwFgb6DMLufLJccFy
l4bDuGO1u9PyPwmYJNLqe1Ue9OagbJlj15NG7TPYusHRKnq7y6EUx15cu4UzdlJJE/h0sz399UW/
HF9SubU25KQlGH/mf0fDiUy9i2Z2dLvhbo/hUpC8ezwxzHqEIANPE3ijab74tzdwdSpYJ0D1AN+4
AtVkIr+folbyZJrVZxBJvXZ1fRx5972ZtnAPa6JEqSG0I8iUrohHezhfSd5XNpiIxme7S/dtgwRu
67FA19Mvt6d1fbN0QZH8v7KksEGVUMshDLKy7quB24zOrvWWj712yhCxBaQRvXEES+Xl1aLeOJpJ
nlgn7qDdY9f5W43h1iYBKm9k0XGBkHmTrIcyI+gLgffmlJmTr0LL18kY4fLcXqrVaQAVKnogwaiV
oXmKMs0LBXvuyQPNsOoraPZyW8DqNMQzgg5F6M0hR6VsYraJ1S2YRs/QM0ENKWnfemXauCvXOA50
3EH863/lSE6Yow8uoJuqdcrdJCgE1LzQIoO/9qg+ZdEw9MGsVn5bfDXcf27PcGUJRe0yjhtiB6gE
kzbK00iGiiRbPfEUnpPvabvb46+s4MX4kr7J0m6y+YTxlT4wvNCkQf5+W8LK3byQIL7gzEZycurl
aQcJY7PT3G85AK+/yFaxw9oyGWDExGuBLq8IslwKGRKw0rr9qJ4c54VlL1sVhWurZICaAAlX1DXD
Wr0cXkltnvXGoJ48A32khogkrk+28llXWQEEhc+FSIG1ZKyVTk0wh3wp4UD8ZHMVOPZnje9Ifmj5
xrZcT+mD/U3U80PolXZGYVLKVZoswIRH+XhMDZ8XG+UMqyKQ6MATAE5lV865Z1aZmRpfFkCR9nDf
BnrI+w0FcH24kNJA5Z/o0IOYpGxLpiBFqA1qLcCF2oHW7KjybOmncrq3nZsIkZzLEd9xdogbnK+F
UnuJNfBS/V7ajWlcH1/RzMsA4x1I6IAPl45vXhHQDSoNWEF4sLAQhWC37+DW+Prl5/PJ7RC6aJ2Y
FpFlgR2LmVsqcmUnYKchXy34UAU08FLE1GV6Rm2SxJO2pD9amiSnwnV+MBAQvBcDeoNSo9JBfAIU
p1/0yrIT5c2+R/THJCuPg64GA1f+NBb6Ss7u2+3pXx/Ei5slPxNN4wyaWk1QQTl/cUr7hzvyB7fJ
ottihE19abBeipF2cW6Akx1nXOBleDSSfd7Gav5J9zKgC7dCXauigIRDIToQWOBDv1ztRVe01Oio
erLp37l4X/QiHKdhn6dxWbONmNT1zmJaNrCSwPuijlt+xVGq2IKEsVRP4GQIS/VHIkxwWFfaj9vL
ty4HljUwFajQ9CQl6xRgCVPtTj2xdK85eVCRKDNfDfL7tpjVwyAM+P8vRlKzsznrvd616qlPs6BQ
8tYvLcUftXRjOmtyBBTPFrTfQICJO3mmMvBKETvluXZy3EOqh/Xie//hWJ9LEF9wLgFVzhpiedqp
c4DBLQ9tAuDlxizEV8pn+lyGpPjQwn4piwUyqOk7c1hskb+srhK0q4Dfiy5xkoeezoioagnTTov5
A10mYbF7w8b5XZ0CSCyFakWcSc6/FOlYeUNWaqeaDf5wcBHZu32itgRIJ0ovVWoVXaudRuu933Xt
Bh3WdYW7qJz5dwIfv5/ts8nshus9xz635SNH/rjr8ZwazvjV4cPBdlEvvJT7ZOrei94JiYJGuaYT
qSCUqW0aURNVX7RENwMyhRmaDndtHjJab0CqVxcB4QBBlII1lvPPoNPPG6v2tNOQRW4aoo7iPyzy
v+PLOjxFB885obZ2yrU9yY98S6Oufj8wMij/QOj9qiMsshIsHRId329/cbu3L7e/fk23mS7eR/yB
wSW/jvbisbkpU10YkMdl8oLZ3vdjFo3jEN6WtGZFotz8g6kJ9fXyhdL71jLSVoW2nsnR8YpIK63j
bLrBqCm9P08olna3KONXZ3cmU3qNrMJt85lCJhJkvuIdl/JRN7jvNH9uz21VWZzJkcwYktjFzPii
nubyH/BVWNb3NP0PUQsQg/27fpLDNWhth4MGGYg+ferH+VOvISlWI+eSbOGnPxJSV8r1TJY4k2cX
u6C9k8zDrJ7UKQ9Fd0H65PAot9GXYK6jBU1UUhBNls3XavqnVuEDvN5ez7V9Q0dL2A8IwyB6Kb24
nVouBhh6sJ4WbLIXcPGjA++w1ZZp7USiIQyMFSTx8Y8kxaxaC1kpzHLMPlHy0nSflOGtzd5ADhOp
7YZbc81vDWV5Lk1SxoQbyTSNkIYKzwcLDSpykM1MJg9gw0SaWh+5NRyqvA7dpglUd/k+TSzseHpQ
DS3si+Vb2rhBx/mGeryuy7j8LlmJz3XaZYbYa4dWvuf9MZIjdRDl632VHTLq+apGomSrJnt1h/9d
e9lOzFw9zxOOm6mbc1hn5j/2qIR13kYp2WouuSVKupwdALE2o7g43bwrx8/1GFb8YGyVta4+hmf7
KxOYjuW8cHTpUU8JuuoRbdolNvPronrSmsSfU1Qfp6hCy+fYKtmuY+XndrIfZg62C1LsSNocGpRC
kIyGRsp8QqYm4EV6uH2v1uJF6FkOrxfs3CBIkNlcx7z2WuKJI88eqgr9C5WdZh775mluUBFfJE8Z
h+1Zcn9CCvS27LV37Fy08BzOdIpL+9zG8VdPTRvRB6JEt4dfvcwgKvuIygM1I6l6G/laBe4AVBb7
68FIL4rezwky+t13Y/qRZVvYkBV5op0UKGvhFACbIE7d2XQoHbxW8QiCIklEq536t572s7GztLd0
C2QoNIOkjeFMCb5GA6Ry4C67FJUxqnp2VmDl7Plv4y4+Af9M6eaxm6io1BqKEFDN3aTMu9tLuvKq
QS6mBw2BPK7chxIVNFmTFJl6GtK9TUIrC4yt7uQrh+JChHQ3ETgdrN7E1JSxDDT+DmTd/cfuQoL0
bObq0Di0wD45YBACAww4lIb/owjptWSlMo76DBEJfW3bh/xulCz6W4q+QDjVuECOjBPS0zRlBWHw
qYkeDksETEx4/06D1Q0AUFFIfpWP7gYr66lnLKeSm9/pyEKgA/+Umwi9tQPlanDXkaVA+xs5Zkya
jHQFdZaT4j149p4rub+g6O/2XFbUPZiY/xUi7YZSQgsjKbqcXKf2lQrtONDBWnui+YbC2ZqM+P1M
AbByLIlHTUzGjLI28ArUMG6IWAmmiBYoyHkDIS3y3pciJiRgqs70llOqHefpASbX8M9o3R0MBXM1
4JrIUwjAxlUwtOnszBnU5TRr+6bZN+Ue0J7bW7JmT4IaGzXfDqCMYISV1oqoRovnaJ5PRNcPiZr6
Oe1feqB1BuJEQwW8uabvi7b/2xnto0PMYGiKoDO2tmxF2+AzgFNAXApM1DI0RfUGxTW5MZ/sgDAa
mEsV3J7oytm7ECCdvUwzB0COnflkAoPMotr82TLVL5p7ORhxvIEdRGkJCjYBvZCWM2nTekAmDrz7
4F/0PbqhDdasBDB1w+cERQfYdeXqYCSSOxAAKjNMmQG0t+TAjSKonEdqKDuUuvqz9mwnzG+sz6rz
6/4VRI0rUDEAYOBdlY58n+gUQQvVOLX2rnN/OXWG8P/O2Ejhr1wsZM2QXwRJAFKmMiPQAOTiwqlm
nAh7KrombOYc5DB/y8oLkDX9DzMSlGbojWYjyiPZ/To4kI25N8yTO74syQ+7f2Ea0GFkCyKzdvaA
8gTuB6iSlThBo5sZYxPkkDYyrYe28o3eRzHHxhlfu0RncmRQbDvrzBlQQHUa3Wcn535/d0MDnO5z
AZIlh2QT8FEGBKj0ARW2bAvCf00OJgSAIEKghk1giSRLNB8zkO1VqnmqdKb+P9K+rElOXen2FxGB
EGJ4paipp2o8tO1+Ibw9AAKEmIdf/y3a55xdpeIW0b5xzvaLw2RJSkmpzJVr7WvWVp4kbeKh4p0/
0Ah5onCqy31pFd+Nuiceno5yUwNL4Llxt1YomveqEtxhGxNs41mLDCnZyzM+ZyEtYq1nQdE8lBDu
EA+kWXniLZvAnTsX7dHarZxKbdNEQB1IFli1/J6Z0YPjFiAnZtvbjr7oGMDS/teMcir1aRRPjQ4z
iQmuW6f3h7/IZ2Ku/rUwb4GzKzdPnCaxrIIFGXSCt4Px8fYAFkJ60CHOvG0obF8/jhIyxYmQxAys
xmfhvZkgSNnx9B5ajKtwmsU1ObOl+OBYD7gqcEkFojW8zNg4EjjXtZTR4oqcGVF8q22rkddvRprN
L/396GxsI3R6MDDPIThVAweLo7jdJTEOHKw1LbQHwx6Pt1dk8Uw7M6EMwO4NXWhlgp0aF849emvr
jaWBhrqGGpknTTHs3m/PRsrfAsQZt5+u3D7Aa9VWqwvYa0wfAm4eNdsNpAL9+v3Yf0wYgYbbXLiH
aIVyyNmjHDRXSjPQyoPkh8PtcSwtPK423AR4+4AdXNmKKbWyPCcRjtDM077na/QhS857/nllH4qi
tcZkXpbO3LIUWt0PjrkCE1x48yJY/HcEyv5wojyEeBtGEIk98PKFQIXgILQtGrMLb1gTu1sbkOJn
0PTII3AFAXMmHWTAn3pCAOzb316U+SPqSQ/tGWrP5cqZ0eny9AJFmNkIys0gST92GuRF0RocsX8M
+iKd5xTHwG1zS3sHpXsgZvGCnwU+Ls2h379yQahmAnliAIL/YnWan/QcQoXb24bmD12P619DyuSF
4HbPSgOGRvTi3dV8OLUxWOPSOHvJkc3wnZKuxTqL/g0KALCIkvl/yj4t3LqX6ZCawTA8O/E2aVdi
tuXvm3ijIvmBJi9ldxbpMJNYTWbA4r3MPLdfmbIlfwMtIU4AY/ZxdX+ieF46mZRGQPtdK3YoSaTZ
yrNuafnPTSh7NIv7PkMLkBHEkHCY/MG4K2L0Raw42dJEgfGBgNMAgrwosl06WTtFoK42DCNIm7Ly
EkKnjduUa6BAxQo6IEHWD5j0mwj6NV7HspqWo9XWPSHFpZvPoxPc9uC3COjMhd8MYLKAx0d0gdNf
8SddEtkYce2eRL6pyKYHRZB5LMdNan40qV9+04udpF6TbECJNq0RQyyN7tz4/PdnUY3TjGMlaeOe
eDGV/7hlk+1K7qwJZCunz9UQlZXKTaegUKFzTyw2vXayPdI+u9NBZE+EWwhsV2Iptazwxx5CKSCH
kKYASvpyVD2AXWVZ9c7JCg1gh0ygTQD5AkMaA19xlVbEc7K6vkcZv94To3SOuZ5Wn26vq3IyXf0G
dQ8kVu0kXeucGFDKBp/wljTdDbqI0AthBBkr/dv2lG39H3sAS4HtEz13an6rg04QBEgz52SW9Vbw
0kvC0K+itZTm8tyiNxjbArSAV4nZBqkBowthZ4jEE9igQdVXFfeNC9BvR+PntrC/o3/ltQnZxqzz
lUmd3fFqr5wZNy4XVm9QRi7cxDnRyXnkFT+6PF/Jb6gvtLeJBKQHXoOq93XiKy1NTaSVbZ2Y/uyK
wp/Cu34IjOmUFpPX51uj7beh4W6IFe0bskY/ohydf6xbeAXMAHHQMCmnv+sAhFMOsJ531Y5O+W/b
rXYTC/08K1cSEYtLicfo/2wps5laYCUvOtc6VXhyekgD7pvI/GSI6VPTAMsUDcVRynZnD/p+QnLs
fcf3n5FCzBNZg3msKidNHIdhY3DNOsXDff2Zrj08l1zFPfu8Mjg9zNASF+Pz4Kj2dgx/vHe/4fbE
8YJnCJYJrEOXrlji63049PapkD9F02+G/MC0X7dtXI9hvqEBcgGMG/3YarKgGlkz2nZnnVKPsyOk
fG5//trXLj+vBE/WaBRR6uLzNNa+CaN5isriQTPq+9KSK4+pxZFAUAULMnejqvRJnE4GlGdG6zS5
DeSRYy/9eXss18ctxgLWG6QybAuFCiXi1MB7z4TZogER+hGoH5aoYePa7OQ9ddaO2sXBnNlS5q0s
poR3QG+fDBHtirz22Roj8vWFeTkaxbniumqG2MJoOFpbbV9A66Z2H1sQF1rtL2eNGnVpPKCrRyIe
QchMv3LpylNmN7E9cOvUoX+0DN391H+6vTp/Gr4vT25QooIqGNfDH+2WSxuRNjpDY47RMzDppQ2F
cioOuSFbv8FtXW8G1jLArZ1pmxt99am3u9jnQxkdZU0HrwPn3fOgleyol1n+LATILyInNb/whA8f
C9GMe5xg/ZfWAReHgObRoQN87iCpBdmTyQ03pV5DpzxJY+mFqEVsU52U29Ruxo+1qLGGYWwCKhaH
D2VTdnvQ3nSHDI1VvmNBbo/WsbMVtc13tEt7b9LT+C7NUnRv2EOLarLdfUND6G8b1u9rkunPjVWl
u9xI3S3J3G9TqTf7KuMdxIQAMNNac9qB+d+8b8EY2nlh2SG664rxlA1WdGJ5nW4mkBNtSihc71jM
/xmguODZRUw2kaStb5ah9uSOon9AD0G6rdAFdU9kCtGWHnR0U9IXvoXqAjCiJrrqMr3YFEMbekYS
x1s35HQ32ob8ELZxvom71H4JNavYhSiOHaIWiICyrPt7WXKUKabBOJa2+VWyId6gkdf0xmKKAlsP
u40WGc2G1EnmORXJ77VS/yfqSeyLWvuIROX0y12rRC7t8LnVAAUUtPfi2L30ILtBz60JROpz2DFI
0KT3zKJeapifnbHeC9K9L3GJ62mmDwEkFuhz0Duo9a/GrgnrCYue7Tje5ZpAz3Z0n9nDX1wjbwU2
CwpnaNhR9l7UgCJen6zo2QS1C1IN8QMW/9S31u72Dlza42htmuPhWddTHQ4PeVSPDPsPwjJDiLTy
WtfR0mUCOraZ0xH9iXjzXy4PWApDcIHX0TMPG6/QJw806xtpg1aV7W8PRS0RvS0NOo+Qy0D1EE0O
ypy5RTiMA22iZ/S7H1w+7LFz7yWymHjDeRrX/TrvgVcwv6dN/hhm+kp66DrSxlF2Zl6JLNqobZMh
GXCUjc63iRkvLG72fbeWQ1laMWiDgyLzTTBOPZU7HufULsLwVDjFDxM8AV5DwpVgd8kGkqiwAkwO
TmdlT1WNkesohWonY9Q8A6mSKlvJZiwEmcablOx/TLz9/dkLk7S5iTim1U6dJS0vAr8eaJ7SQ9S4
n42yDazK9tt6PFoDjjeNrVhfckrku+Z4ALVsFF8vnTLlk8MSW4anwc52PPsum3Sbjd/5tDKPi3aQ
8EL2FtpNVw1pSTPQVs+n8FQKyBbUn0FB5LX2B1N8ve36i+tlg5uVzsR1SOBcjkeOmawttJGcwmxL
08d0jcd64fu4uufWCcg9zESOl9/Hvk7QVe+Gpzb/gNbi/MPtn7+0c/F94CoB9MDpquY6Em1yHREm
2gmHuQGP6OhGaDS6mwADfmxp2vl6nTseBHXrAxAIxBf94BxQU19DmS4OFAQReMdiLq/oPPsJveDC
SOGVtW8/srXeyDdYlBLuAOiGSj+ybKjKq45XmFVPB0rD09jEcmsk1rQpmItsmABPB89I9nXshfAN
UTp7NDqCq6ML+V4mOsMdG8Y/GwQZuyGN5MauS1BpkDbbg2njm1NFjp+SEJFBmo5eXmhQQpTt78Rl
90nHfrVpaz5OtdH6HU/QkcnG/v0XFkbG5hwDeuWu1LrNkoiE60540kBmHSZ0G2V2oIvicNtVFhcI
lwlOQHSLQC3s0hMRpRqT3cBTqBN6oNTflCsGVMzkfIvMWMT/WlCBBn0ksz7TYu0Uhr0vUsAOTQOx
ErWf84ltnEbct7XmVYbw04nsTbt97phzP/buIbLE0WLtZiazdYb+EaWhbZonB5KvcTAuXDUgM0FY
MKuuOPjzchYIK0seEQduKh8txy8ImDTGlUBnIa6aO010F5wpeI2rjG9ZxfpR6kQ7je2HUP8sssw3
9NKbXMhWjSsHwMK7Bm0tFPRlQI/gZasECVZq9kwkWfScSKxq+UNzLD9O922yHzVjYzXH9zsR7DnY
4Uj5AWtxOX28FWUNrlTtNIxPHEiSn7c/v+hCeJzPyAo8bYF/uPw+EnxF3Rm9duoHRu610NI3MaP1
hkvwD/EJrXx54xrBVFT8IbSdZm9OduZHTfgVr9jIn1oabnO0y38EoiX8MWQ22cjc7Lze1hok5jv7
3qzKaCU7uuRTZGbfdyATPOOiLn90idjS6DNMSuN8jiy0zBhA04RrkNiFGxFc6/+zojLEslFLU5kw
7aQTONaGv7b9PecrGaxFI2DPAhn3nD9X17dxWGkNQuCQqJnr44mZ+00C+WhoxpCtU1ZrcJqlrYKH
OQ515HxmVNzl1E2QhMQrqNBOmsU9iZRu7/7O0qemhAa4vrJVlm0hA0ln9WO8QC5tURrnbl1gbNr8
UGsjj+StX0wW7gKwKndrZY6lnQn0zv/MzX9/FqZlkCOWLMPQJs68iOzdsfFs96UxgqQyvEpsbm+d
RXOAkwK0PiOT1CIX7YnLazkHngI0LzhBIfbk7U0G1sQ1fOnCROKkhybtnK2b03WXI2NtF1clQWzW
xj2oT5LXLqT7Xku2VZ2gwDatHKcLF9e5OdXxqz7Ji9gZcPNPHnjB2ndqVc7X1sX3FR/M7Dq3Rwvf
nwrESV6+Vt5UGWb+GADHuQstHgdqCWoM2MyASdFiALX507D9qPCmPesQnGxxTMepl/S4+nprq+fu
R4OXr3reeYxkCDbsl6HvH0opgbNMVvb6gsdg4GggwDmLwo49z/uZg1rjYOhJgYhqCncd9Emz8k4D
ICqN48MQ5QDJrNXlF/3mzKAyD2TkXUodPTw5WvfIUvdOCIzbRWQ1jv6kkZUd8RYSKiEjyDaRCAdZ
A6Tp1LcY0CahSKce894xtISL9pFOYqfXr1b2sfBK0M71oLjqDnIy96mBdY/kmiLW4hyDGgp6juAf
u0qijloTg8V2fsYkoWdqT+0A+s+d1UCX50smVu6hed9djXfWPsM7HhydaohcSYBk0/ltBtCLb2Zs
65CHaPhZmIkX4hzInU1orTzT3oQZrmzOzfiQsQO49K1P6syJSOfoY1tU4Sm2PhRD6kmL+AmIXiYT
SLsmsIevzrjXwB2Hf7vtWtfroNYqx2RTk2KjiXqT5pFXxHjjTY+prfsuNIIrYj5BInhfDIcG3VP5
RDf1zCYQHrTe2HDz3i7vE33EXRF7WgPW+tzTw73Dnjje3FH/lCTfWXhgKXSOv2vul5Edp/IYD71/
+8R96yhTxw73wpGLegsmQPHnOu7x2OiS8BQNr3W3zccTWnQ9O548Mv2wRuG15GBY3bPGngSgGkUa
I48ybg0QIspe9yydg8HNOdz+VW8Mz1e/Cj8JdXwQAeDhebmtQzMbLZIT92RFj4PR+EP7xUXEnxK0
IJV0O04aEL87Od0X8pUauJNGSAaV3zR92jAGhn7+T1SXGzORm2kIusbxTWhr1uNubH6H/MEtTD8s
1zIzb9qm1z8aMSy8FsSyaljehKXdcs6g145fI7hESz4qDtFv0U++Qe60/kWYDR58Xxr5WOT2NqXb
DvkbI95TfZebHOlLCmKcV2YJqKbeEy3bZ9XTZH+S3b4zT3UR1O5Lbx6m4bVrsqMlfublgNSuc5Dx
Soi8UO408NZHL/6M2wVThXI9Os4kmrgOTdSpIYkbP2n1XZ7ej1XA4PJcvjTlLzM5otDxbsHi+aYx
caQDg4YWE0izKabrauyrLgJ8ywqfW/kog9u+tRDogoENoTkIOJCaUR3erNMubmXJTmAOe3QHMGxa
yNNN72RB+TMKOg9gTkheNZbYNZKFsqzYCcyDfhM+NKRceXIvhBQYyL8WlKtvAOlpV9ctOwE2HDEI
WNEvt2dqyQAomNHhAyuAoahHg2mJYWgYO6Gfy/PsOvuLATjofMFC4E1wlR6jAjwyNbLTpxz8oYf8
x1/8+rOvK9NTVbVL2wZfl+UnYTw59VpNfuFaRGYbCbe5cwNOq0yP2460i0RpnWRnPppDe+KD85kP
8hM3Qn+0o8PA6jXm+iXnReqDQacC3QJXCSSgT3vScThvx2tcijUUgIpuiLYCAigrq3NlCht/Vg/D
jY+bH/WOyyOYW0iCJGWbBTq9qwSwerupXQGErZkwLk0YEFXtOkghBLEYu2NroJevgjzCqTCcNVjB
VdiG0SB9OecXwEqFmvClqSkqBI9imNL7yC/7Zq9zbnuuVcToe6A/W2A6b7vf1SN0NggaJKi2oE8O
ujeXBklfMhq6Mg3S5Ets3ZH4e4UNlKzlq5bGBQAnyKhx5VzLvEHFwMjb1k0DoDaqXRPnO+nU947s
f+DZdmCN/fv2sJaWjII2HVlzJJ+uMFTlRPsodK00qEcLVHtx+qmOzJM01sC2i3agNYa3GToE0GN4
OX2ZkeO1PU1pgG4Rr6oRcP4om5Xz7WoDY4nomQ3F/XgEpDgP9TTAC/GnaUZfJmrdAfmA2nrzw4iK
J1DlspVdtWzThKAdfAIUK6ofou4xFoOZ4h5Ff0/80eoleKBfUQgxu3uQx6+YW57G/5lTmUC0bOzQ
ZUFTkD2CZwRvQ70roW34F04BxjcE7DibsGSzk57Fz0AOR2mbVVmQQSJSDHbARjeY+rW059KWAqQG
vYe4jujVHu6dMSSUSxmkNdi6zWhiX3gZ77v2UxLiyL3t6IvGbKhbA0KKlgIVODcyEWVIDxTBWFV+
YaI0VSRHt8+9UVvDri+ZmruxgLOATjuqOJfTl5mSJm1ey6CtcRr1LyMENuvpB54Kt4e05Htzx/ZM
/Qf0qpo7ylnRppRqRVBmEdlp6Uy2OzGoTJOflsE/Imp90BuzWZnIqygCuwxy07gngVxGW5FyEMYa
r3Wbw2pjPBDtwV1JAKx9fp7cM9+TadKKpIxkUHo99wHkvD1nSxvo/Ncrrm3xotaMAr/eeS1KvNu6
YWOtFI7XRjAv29kIOKuy1ppHMCVbrV5tLFz7vHLi9Nys8gq9BCBpOWhPaGq9PUHzP7949GB50SUG
RDqUBABTViZIB7qjsy1TBo027Yv8buh3Mv/Kiw9iODBjX45rBhd2Cy48vE6Av0b07s7jPZuuFmzY
ouWVCIReAqzbRNqDnVZopC8MzY9G9KPfHuCivbkxD5cRSuJq5DBUUxGW7QB77o5/RPnzl1hrV3h7
cyiTiHsIsQkkqNF6o04iG0liaeDdCnILXfUeaPK1TY89tQFICT3jz1WsbXnRb7TM/dzk2rZiySlL
R9AfAATUl88GQ9VQJoR7OKbbT8U0DfetE6cRqBgi+RFLSMBr7WT0CDuDZ0k0LMku1x8kZYkvS0vf
SpFUnoV/cgyF2XtW3Sb3UczDzVD16XNdWpHXRDS0j23Y8S+iirHMxcaKTD9DwtSapq1A6qTz0O8J
YQEeuYdY16cHvOS0IyB3oY/14SewBgiyoz1F4hrYEw91iJB7Rpm/9k5LTnpJXp0i/CYTDXIIPG8A
PkxSfdtrNtR/bYhrghDRNoVHufOb0C58oZpueO4QWWSLF/8nS9bph0yaPNBJ7GY+tyAcHE5xdeSE
jl5MInKHRs/wu5saRue1EbRAtTQxNpkp2F2e2bMsKKk8AsmHp3wYqd8Xaf9U5bmNeemrFd9a2JvA
JaLmMucwUW1Tt77dDRnFwwoXZvvwK6/JStZ5wXfRTQogEQr34OlwlSiKNQ4kI5iZB5FZeMn0StLH
pL/rMIG398jCKYkMJTY/quaIANSnEO+ntgqbRATZCG739EFWDuAbK6iNhcnC5Y+nCO5IvLaoEq7F
hILwVVZ5kMfH8KM9rmUBrw8y9HgDKD/T3uE5qtzCxcimmpRaFtjR5z4NPSgubG/P0tIAwM+Cdmjk
A64TG+it0xMtFiJIyg1rX6y1MurK99XStcyTMQ87fN90t+4Wucf/r5/PFGeK3DRk+ojP2/dAfTdr
PdDzRaGcgaAAQisaRHWQ+VHPwHrMoipOZRZMVrupZXuk9ITYHEfdUV9lqV6aqnNjysZz+ozlqVtk
YJi4d3CcGCtZ7KWNN8PpkB8A/w+SHJeXlJnmg+UAShA00bZIa6/lhZcTv9jdXpKFfQdieHQJIfjW
QZSiLEkXNxRlnxxbYop8SsTJrNghHIzXvzEDcA66z8AwpC4NAsRSY2aSBzFtAxQZvL43DpKtkfss
hBIzcwRe6HCCa2xlhL6bfBZnC0at9wy33Vo935rkMZ5OFgdpStd74VpP2oIjzEuEGB/5WrCuKdER
NwV8jhRVED9rudhWRfH+TT8LpM+cKSCCgnrLpSfkNq8cuyjKgEok6jy2Vi9Z2DaMIm0/szFh06hM
PEnh0jRtDBkww88/fBheqsFfUzle8GYGaBmoqdFGBNyeMobSbEnGs1AGYGb82MktJLCARdUcb3on
+RLuEKQBZ+ZHeDX+VJ9CtiBmyaGAFQy53LT4L7jtyUvLPVMBzz37ULBTS/VjjSUSkKMIxjjbjP4w
rk3VogEI/kEhDBExEnWXy61rOOGBi64CFIJKP8N/7x8A7nM8FHF84V5XdnxGCtfu8woTZBuHtol3
lBxvW1ha7HMLyjXb2CWpnKjDcwSkb5Ft+Aiatlr3D0RFbhtamir0tLsuXvPI8qjY4ziZxmoE22AQ
fS/jg7vG8LP4ecTtqMUAkoGw5HIlbK2L9NGyyqAuXsZyY9hrrT5rBpSl5n0q25jCgJnvib4P36fy
Pm8F1FuRJ0KLD2R51ASE2Za5aZWaDOqk+k1rRPWGeH/Ig8gfmjFzGQTnh+JM6PedAFPqZUBbYLKB
dFtZ4QVXuvi+4ko10du4yfD9Pq6PqdZ/RvJmZ4XJAem9lZtwYTEuTCnRGx1qJIdimBorT4fy2Ofb
vrpw0V58fjZ/9ugs2skoKg2bwoZOjuOFKEutNWAvjgA93DrYSpDhV9dbS6o8biK3CEyrQJkdkB7N
Hd8p/jI7FXKewJ+iddnBu0O57nK71QorLLAiZrmd6vq1Ns1d2+TbUK4pGiyOZ8aPw7NQRlSzTWSw
Y6B5HRnw9GE6tOnK02ZxRc4+r+w+Sy9jo7UsfL5Oj7a+rcm2r9KVs3BtDMp0ESvvBiTBZSDynZPt
+sNtr1r5vKqljddAX2bcloElNmA61daAG0v7D7kSivY3G5kLNS9rhI1M4wIuVYoueRpq45eWhMlz
k0b60aT9tHK5zlOuRPCIP3TgxWa2mqsTq6jHbqB4aYLJU5DHqbHjjZF2rpePrb0huKz8ME2c14wm
xhpOTYmCUIEDX/kcO86M1NeIfj2RFEdAYgSoZ2+TyTq6mevTUQNlW4yGWbvcvGvl/thDyQUJIQIk
slqj7sMI7VEEHNUMKLwv3RrdmbJw//n8DO8FGT46WZS7y6gqdxoJGsLtMQpf7HygiEyrPPHYaGob
l/XsfZ74x+D8ggfjogNs4bzbzs63ftIKYtIaoFTzwZZPbA0+puzW/3wfNxoSXDNca94JZ9+voAYq
mlxHhzvJ/TJ+DuNfc4//7UVZnDVUpoAcRMLjSm+ssltDE72FWZPMQ/eUT0N9Z6aAga6cPUuG8FjA
cxVHG2IwZTR1Z7mjk2D12w4At5Sln43eqD2DQOqGpqRZcbYl5z43pywOKvAWz9vZHPsWO5+zfBdm
O9F9pu7X2xO4tEqoQ+A5AWEwkDQp8QABJ1dKXQ287u1Xu38Np12VrEQ1y1P3rwklJCgNyKlMHUzY
1TFxt3I6mvWRJPvbA5nP5bOT6M3dzgeiRANE1A7PC8wY9O2mYRfdo8Ozt/eAr9Hf4D/4C2NwajRe
gqweEdulb0upGQ3VsFnzshmPupWxj1yvbfB15eQIihBQF5dlb/mgGeU6gD2DvfIDFucU2WAc9QDq
XkG4SsdJw9jJjYBE7WNZpf8MdYi+BZBoel245oyLPnJmbP4xZzs5KlGcG7UMJ1+1rX4KfijWkonz
7rlaPLzQQMQDTlYI+15ayFk2Fe58tnbsQ5I8WcXKpb48gn+/r4wgQwKjyHVuBABcerXxsxKH8S/k
RtCT+q8NxSfykU+128FGHU4D2pinL/B8w0uK7stt51sbzHwnny1Hh7ZDTizsJ4DF92BNBT6z8xNt
xcPWlkSJg8p4AK7FhBWc7wnK8fYhFM7fHKoAMoAdDH+gMeNyJHk3UtlBnhSO5UePmr6pHod2ZRyL
s3VmQ5ktGxLGmoamAQhXvMbDriGHtvv9FwvCZqle4IKMq87dzBVRSgpMlZHdifDbjFvV+3Dlplsc
x5kR5RQFM1BGGhpiHEB/Va7Hh62ZWCvXzuKinxlRDlHelklOGYwY2rMN8tj3k/Whho/3DtJjKK1d
ZZUgdt3xoWcUD3S0mnzvgSS9vRTXA6AIRqGDgoQ+6CzVSuGkG2DZ1wgNhvsJTaaieWeyB9cMjlwo
lYCGA3Ga4yrbIiTjUGmorwSM61tnSDfIVN4ewvXRjrINXv/6nOADP75+uSnKYZjA+QCAH5Vj9IBW
+s/InEEKJSs+uFWyEgTOO+zy4MXjE0lKNDEjnkYL5KWxKOxTKwVAJSgbf0q/VRMOko0evVK6sg2X
FgY7GTaAgbkGEQHhGbtJ1ZhB+AjBgVCsHPDLn0czInLiwPeoL+mhMeqOcVCl6ek9kItJ/fH2oix+
H8lJwBOhNQliiMt5qkQXMi2BHGw9brJuj2aY29+/3t2YF6BcZig6NMvVJGVsZ4PD3ZgFpQ1S6ENi
QZLo/VsDDXfQ5UXiBxVn9f3CCmjclSA3C0g+kE8ycftXbYjXmGTU5oV5gyA6BhHOLJ6KwETZIK5A
pa1pRhJogwslJqRmdPp9GGzEJS8lM1HozvdVclcPaIsB8br8mbUrG2hhrYCqgVYknsAMxMrKLyCd
JiNmanqwC019XyTvRCO8jfDs+2rNbQLzRasb0PwaybiL6no7iNgzKm0LAPdtr1gaCagzTehbgX4C
iaJLr2NyqrRC4O4y63H71JbD9t3fNwC0w/WLvDIaI5U7hZiCF0mf0kBzvnVBu6afs/DzASRFLyka
LyFvaSgL0dp6TkygGAMHUlv9i/n+iAtdAv9+/4oDOsqEbVUORa7x91g8QDAHsID9+6cIFwpaJPFK
BmONsgQVmlRjRnoKTKflJcidrb1gr3c+wB9gg0cyA+cKtv/lGusgDGgaybtAy3Y5dCESL4n8944B
JkCPOyfmDHRNKWFWFIdZJ824B2Hx5zDmm7pZCYCurywYwAyBjw2oOVS8Lsdgt2DzG5B9D2hW7HBJ
bcrCr7Vd5qzshzU789+fRb4SMnIkHWAnQhhfaT6lcheyQ75aK15cFGgSgk8ACIqrOkVDjDwbCqOD
pqPwq0b/0bW2R634x+2FWTMzb6Cz8RggDx0ZJ10gGnNHkcrMZPGPQ7Pvt80sTRs0bFGUhoagflUy
JgJv/0m2bcB5YNME2iM5WMRGv67er6424zSBmwJMC7kSlfoFWtON1di0CZi1F+y5cw9W1HhO+qmP
vo/83amL2Rhwmuj5BXedSlFRsyZFclBrgnI6xHYAridar1wlSwuEPY8quIti7hUjJzKeRgYqpDaI
uelJ/cPMme/I7e3lWTaCjggkbOeeP+UUBuqqSHXTbAIklszBRwMac1ZOgCUTM1cIQm88UZHBunQ0
PQbSTDPhz5n81AAIJvSTucYlveRlDioNeACxua9fscErVIxRiuhxGqd3tjSf3ILtZFf5kjnH2zN2
HbUigkQXDAjEkC+4ypUmaBZEaiYbAmdqPTs/9smWuYZP+0+ovK+ETUtTd25LeT+Gldv0kD0aArP/
7DgvVQHiheTT7fEsT93sZEj8QsVp/g1n5wAwMMaATrI+QEMeSXYDv5PTxllLmK9Zmf/+zAojkSC8
gRVTG/YkAgsZ1C5t40mv34fPRYCE5YGfodqOJms8Yy4N9VHrxhWthwAkvN6EvFQ2rtzKi4tyZkFZ
FDZIN+VuNQQV/TEUdyGHbN1a+8hCJGsCog28P/YNtqWlzJcIm8rJRgEjw5d4fMmNuym1tqabQUeN
e2jnbvKv6DHZaMZdZTxUbbkySJUj520eAVNBxwUaWEBQooQGTuTEvLONPqgt+bWz6R0X5GMqy9Pk
0C1FtXAs6T2bM4wWhN4mq/p22y3/Hz8AyDsdBPHOVXJYMmjV9AY8xqk+COM36Tq/yneldtTbLw7f
tvLQkAeTvjsrhHmH2O1/rSrnoRibsc4tWB2Z9EoERqU/Jv9EbOUQWdoO52aUyK7kWcv4aPVB6Xy1
xDcJcmUofdi723M4X+GXD+zLwahX/FiwGJiEPnBt7sUy8eIVoNbSWQihEgs3IbBAV6noCh0eER97
OEnF5UYfaj+asr3mOttEj75pdvTl9oDmrXU1IDzu5nsEJWv1rKI4p8Y4nPogBJGqUR5JXnjtcCS9
4YPn0MveCab6swlmajcLBEoovSje4ObA/dIoGgL5lYefTWslBJtvpavhnH1e8YIMbSROV+DzunwW
beyDjCUGUz1KSl4D4LELHiptpQXu2vFmMVE8uOZj8vrVRas4Qfo2QtW/+Oz2hmfybRLRjUxebq/U
tevN6RBwniFPNUN1FdfT2k604PASQeFZY7Rx8d9tA9euh4+jFgboEyILgHQvz/kpNsTAp1EE8c4l
W+u3O6Iets1WjsHrs362gtQO0lz4vxpXQHg4npIOVsCz6XkUDCvvBATCxS4sqA/6Iu0y5swWiLPL
IoTGK/O0sBB42QEhNhM3IT+lLERc07qVEApHFPkh39Ao+ItlwD1rzg1mIG5SlyFnUx/THp+3wQOW
EC/tvmmaT1wf+BX/tq2lxaBozp/F2qB6oO7+oc/A5BKnAkqJH228JsQWshi3TVwfMCBRRhkFwmIo
S0OU/NKrqo7Zadz1RaAnqU/au3r6ymyJR0S7TcROAwn+bXtLXnxmT80icKsd5JCh075EdwBoWr2C
JR/N3CWeLsGEKtCpfNvg0hxC3h7JuPkUMNSUQmNxFwTFugi4nnwxBo4wiW/GzF0Z15LXzRmwWdAJ
4HZTOThNLpy8TWxs/0l4xzFeyycuDgPvibkbHRh69U2hdWPu5L0mAsCOoE1h/yICXFdD2K8Szc9n
8OUZjWwiALWgRQWIE7N26RF0MHAExBxcCFXmNfKolUcxjZ5uDVuqHSzrCHb5qSX4EYVnDKdMbG8v
2JKHnNtXo00zaVuw9RWBlcrvlUkecpDkegCb7qJKPJvCXcHoLc0sKssQn0NVngD1eTleAxStTj1G
IHzONgLos4aMh5L/hXucG1EmdQI/YA3q0ho9Vb5WeuGH23O24H3wCQAZkUPBiaeeefVIWxSi8ypg
XoJK1do5tPh5fNyYk1qAz81TePaWQZ9PNYVilJAWiry6+z/Kvmw5Uh1a9ouIEDO8AjXYLg9V5fmF
cLvdIEAgCYnp62+yb5wTNq5wHT/s/eJoqdCwtIZcmU/NGdf35PgzLx1KCYAYhYvLI420GAqJ8VP+
yNA4/vDz6pzY4ZliD/w6YIlAD93i56ep6WeaFUBX63ztEbkqQbl9zrCd+oaZShgBzPxIL2WkAMJs
BZJlgMtlb6qjkRrOODLnJpj//mkTSNe6Hbwnvre8J+H8C83jz6s0n/PFvZ9ftP/9gMUqFW2X966a
AZ4sjTp3M6CjzL0i/PnnaU5cbyBugVICCBP51yUouelZ16jJbfaMSIi0SkdEVp2jW9t+Srvg2cjU
mbtxcvfRIAIYGcjq4Eh/XTd0IzWVCsxm74LsGylrlHpE5l8ZofwlXnn2bKD1BHwcSpagQljK+o0N
6LvrwRJ7qpPxvj7HAHrqADg2jhZB8xQ6jBcbFKZlxQIPtySDdM3lMLLh0Oj8lw0C/33E51kW5rDO
xy6FgArfN8S4LHvnmutz+JATHwLWAZRC4MVCeGcJHHc8AIm7zFJ78jq0l0P964QIagefhl88IJOA
gckphtcgubybyObnA3zy18+UHYC8z9nqxT0Euy7SOgLDZ6+OfrGNPPp5/BPnFW84XDGQwgBptzSG
BQ8MkY+V3hNohRHU7Ksm8c/ht059BMRW0T4Bk4gK+KLs7VNidKJnes9cHperlLZnvPAT1gT127lB
C/HKzPb69dY1DWW5dlO1H72rgV/S4WqEaJyT/H6tgLuZ+W2go4DqwddZQtWKrDCwViM4P7P6AwBc
CyprP09yaq0+TRLMDtMnw9sB0NJ4HdaqdZ9FrOszj9+J/YYcIEJuiFzN93pxngZIgUpNzHZvpJvC
iuU50PC58Rdmw+QkYI2L8bm6NML73o4nfsbEnrDpCOo9kD3OWvXftsECZaY5BKXat9hhaY6JYz23
9WGoD5l++vVmhGBGCYA+hXb1t2wnaaWJVnEu989miGbYM8Hd960G2AC9MsDKABfwLQWn29BVFiXO
HpDmdpuqM67mieHhnuEJAoIbDarOwraak+XyvB5sWPAskrKIzuHRT06Ap8EDHzqirGV3lyYG9ETc
EQCT7OOyy//+du3/v0YmICyoMn+jVqk6oUyz6Nz9eF21Nyk/44Cc+PEzTgkNSwh1EUMtDqpjozkc
BG8WmuCstV1Pj6Z/jvTmu1UC5Tii3f8Q+99h30XtttSpTaAGZZS7sQxBWbt1f8m6BFuE+G9maQE+
ETCTZTfnSHNFmO7NfYDm1MpbFT5Z117wawuLWfCAYqkIzNOSPEw4YghSQ1gAsfRR418Y44qPe+Kc
yXieWjJwxcGIg88Enu3C+jWZ54+QgbH2jVlviYtIEG1rN8ixQuM8+L1YOzKr6BQFFB4GHS14X01t
EGR5ZaStsfejWj7l6ePPB/i7KQR1IEgt5lwAiPD/y8B/suQQgQ6EKXiwp5160GhBr6Udhabx8PM0
Jw7yl2msr19BK9cZmS+CPbMakDxG3XBmT05M4KFKghzgzLX1rfinPQWhGhMX0ZHv1r1Vnvn98yp/
jQRwQwDq+y+LhlhmcRFTu7C8urHcPaveM7Xmz6TZDdaaTGs6/Pv1UmG/gUK2CKrH36rKYHBvaSls
ILFWJLssftn/M99EGELUYmfFYmTsF27O5Nr51BHD29dWVKB+ci5bemojPo+/SAYGlBQjMam/N48y
LaMgO6cUfuL2wa1B8goYspk4fLEVXdiGtd9k5r5G+1LfKPDuFpHgDEQl21/vBMBb8GmhD4E8+X+c
65/uRlEarB25IPv2suju0nNs9ydW6svwi5XqLFFQo2zJHtSnaVTIM8bw3PCLKwd+J0nYgOGpmxR5
TM9RY8zrvLgSYK4FaACsEgDfLIusotDuVGTFtGf6oL07p3wdit8bJ7QjIasMz39O8i+2ejR4J4xG
AnJcBFGLhioQcDjDmWrfye9ATAFvE5zcCIe/mqbcIeXkVYUJrqgsKof90NogNb//+SidnAS9tXj/
ABZBUeTrJNwOtFHIlOw5u53cDzBmgI3j11gRNG+hcAmnGQVjgOq+zqGLFilCF7BAz7rMShW5021v
naMYPXH75jwF+LxQCsHFWHzIwERapGVBoLPxr7F2KWhRDCCuHn5erhNn98ss86/4dPPI6DuyETnZ
2+5HQ+7KdP3z+CfMOZgyZprRmfoDSf6v4+dVAXB4VROAqA9O8Wi0FyG7sEGTrlwR1ef6j059jQPH
B1BHhJXfyug9lA19cNWRPeTCVn4PYmV97hCfqJRD3XruBYK2BCrlyyJV2qG8K5gke4uMf2RvrTQD
c/WU8m2FInbuim0wOCuv8VYWutMkXrMzIeGJE44mBuD7ABuHP7msxYl+LIjhhNNeGg/ueG3nF1V3
8fOunVpHVBOQ7kej2Lx3X3dN0ZQbdWZNe6/wd3anbtKwOxNLnTreAEHP+SR4kt9g1mYKKVVZzVOI
PxazIx7WUT+6KJGeuawnJ0L+GDil2fNeWh2FXXC56GH8CbRcee07ERmHxKM2jTkfHn9euVObg9I8
Yum5R8RfSrsFFBwXARi30PZAY7dDAoUeU5onP8/yPeaFQ/FplsWLEzTUcCX0Q/fMcK9ZoyMFmnq3
ezOo2njkjIn4/kn/ud5AfYLNAc0D82H5ZCLAb55JOuTTvtAclXIzNh0I4hrPP3/SyVlmCpXZ2QfZ
3OJxSHMPRazKH/dmamSQh57upr6GsluTnXmFluJkc7YG8rP/O9O3GjChI0e3HmYyrYixY+o/heyf
S+/bFiztGv18+f8hTfH9GKLNAzRwMBn4/7fzrkuDOFVvjWifjnS5EhpMWhE0h36/inPvwmxqEWMs
g/zU8gb0vg24VeB7q8YRgf5dWLz/PMl364BP+TTJwjq4WrQg6hqnvaEJVLz6nWu3Zw74qdPw3+OK
hA7A6svTQPtCT17rjns/3LAJMuy3utv8+itm9o1Z7AKAadTrvx7rqUSXVVu0zeE2kE6EQOSMmT6x
Sj4CC2SlgPeGIV2sEgT2gDcO8+bgpnUUmFDzPbPXpyaYpVSQ6ET+0V+2X1jSLRii4Pqgq2Ss1/mZ
a39m+GWWtkwFrKmP4XPrIZvWXn7/+/WHohhQvTPb6zeoMh0kGA0Dkx0mBT4o1HSbMxDyUx+ACOy/
/i2k0/yFRbEyVskxY+xQRm363DS/joMB8AD5DDTt0LmFdPzi/JCa+8FAxMGqnRj94aQ+18/43XfC
DD7y8UgZIdZevsK1M5jKbExxgOxYTqImvCrMiLBdXQAGe+aV/L5YmAu4v7m0AzaP5btld7TnDVES
uOcdH6/EJH99HdA1AGo81MIcwLuWjqCVA+qXT6445GOZgAgzys8huL8/ivMMwFs5sO5z8uvrhmhl
1BP0GMUhacObMEy0jr3IPKfdemqhkESFUwTQ63fiE0Z82mZ9yA8OI0k6hTEejd9eDHzHpxnmY/Hp
vR2CClWeATNUuo57SpL+HNz0+1uEGVAu/E/9AToc8zd+miFkvls2IeEHUV6yBpC0basv1S8pb/DO
IkU0pwiRb0ZKjSwMbDYCyzrhmh9axdcQe6rdc8HFib3AJJAHAvBlBtotTKyfF/kQZoE42PShbu7a
X3vB0JCA3EcIEiUkzpcW3EibyawoZYcxvRuKuP69gcL4qEHOMnxIOX4PVZXywyqtDioXSepCEdrY
/nyUTmw0NMuQVwGkbt6JRfRluiBLGZVXHbSz5sa1Jy/DMqnO0aWcmGXGrri4dzNOLJwf80/HKfXM
qgr6rj4YUSk/Psrw/ZzxODkDqLqRngBlAKzh1xk8zRtB+ICdsC958JbTe/T4o+XwzHKdMLhz/mPG
IAbAHy2RLCWy0IMLotOD4Za7oncTo3cSocL1QNCEHYn2+eftOXF+v8y3WLgqF2knC8zX5ePKc9SK
nGsE+O5HAcGHi47M2qxUsGRm6UgxDeXg14dUrIMUEkdBJJxfO1IoGAM9M9OpA4D2n9jMp+3PGhOs
p6nZHPT4alkf0Dr9eZVOfQOQOSHMFTTjkHP5uvlm5fu6Cqz64B9tFYXyilZnKm8nZwCPOTKdcGnA
NPR1hgoMt0PrCLg66P0JKI1DF/pnxbla7qlTDNz2/0yzpLgVJbqppItpGrZy6jujOKIB6Jyk2Kkz
hdo9quuo4yPxbH39FvDA8YCpsj6I8IMd9blOrJPDozyGGA13Hq/U1+Fl1fnAOBAcqBAeSV+tQB15
Zr9PBGg4UOi3x9Gdw/Zl5otYwgjawqwPATEiU2/dIE0y/lEUxYoZoHlG9afnJOLDOf60U+dg7pGF
DTjFkxRUeS3byWUHPn3Y4YMpHq3x38+H+YSTAnsPZw6wAaAcl93rTk51xnp4vR4LY7OxX/2s3Exu
/TcQYLrOfs/nArlj3EvoL0PtBY721+1yFAKctk3ZoUM3q83BQibMlR2eiUROrdvcDjani5BCXjqP
TZF31Sgwi+h2gb/phsQ61x996u6ABBWN3kDp4VwsnLshq4zCF3hjNLsCsmNFBYva/qbtz4FTTmwQ
8kSI0aGOhUffWaxYbzk10I5jflBseO5qM4ErGJHMiDzVrYbef/r1eUAaEcBPuBiI2pdK6aFQNkje
6+oQsj3BeSseuGVHI/4j6f3PU524usAgQwgPtmEWopj//slOlwODg9y5cAb8Jy/qrN8/ZmgVAQcY
unngBSwPQTpOqVTYlkN1T3UM7dKff/2JvCsyhThcwO2B5s1dektZM2FnJNziwvuT+TEbik2gWFx2
a0U2WbhO22LV1Depdc7jP3H0vkw8//3TuknPbyffTvlhMPpr5fWJP9i7hqUXoGg5c5GWwmyzz4y5
II84N3DDtV04bKTJK1AwwTO3wTOWFTeBde101wV/YTpcecGbF97blCepp2J97oqd8H6QiiU4G7Dr
kDZaXDF0dGam9AJ+4M5fJa9Ce4c2jJU/blKxzfrp3KeeOI7wF2aLgdDc/SbRKkU48Gzo+SFr7sah
jXkwIDHL46xkceV+eNkWJJYt+hws0HtxcRfaqyZ8OXOoTtx25FFh8OdkOmQnFr4F5cIvHauXB5eo
Cyl0G6FClaQ5XVuZfW8za61b+xmlMfSfQtjZJqsOIh4ZAgI2QtxPQZjBpGDuk3bz9vNP+/bLECLP
Hc/zbqAreSmRlLGgy6eUiGM/3AIZE0EQUcqVk29I9utMFSbAmxTOND0zimphGOyB91pKzY82Y/GG
Z+WZrT71KYhx5jIW8rowQV8vkDcao5UHCuObUWOBl7mWSfveire8+fPzon07U/NSEcRr3vyM46O+
zlSVhbKH2pFHL56GFcvXPw//7YYgXHOQr5pBYKgALnMYbm2N5iS97uja/8r6SIcNkVAVPqQu+Iec
My/DiW8BQaSLdkzQRXyXTbe00Uvba+SxBiktuTTvfv6WU8MjcAYXP7I9ADEubnvLyrRzqlwepf0v
W9n1v98Pj9IRMFWoU0F2dWE059x9UHqWPKJZ+12dczhO/fjPo88n7pNJ5pp52qe2PAr2Fnv2mcze
N3cG+YTPoy98XKdQWecE+O2vxXgwXnv9+Pu1Qf4IBscB48u3yq7R9lWHQpU4VvWLgr6sNp1fH9S5
jRlRABKr6Dxa1rwa0MkYJsXm5uH1MMBt9na989f2r8Zpa7S/jmvgJeFRBh4MUSbSJItHy3DwMAZN
IY99joQbUzGr167/kJ7rpvy+65gHGgIAQjhImyx9Z2BdwqbLtDyadNXQVf/bfPH8GZ+Gn6f/dKgG
Qqq2rjC8bneUP1S/JuCax/fQKw/ajBD3YnlonbDIsxTjEyjWDk12KwSLTZPFJABBsB3c/3zKvp9i
gHbgQSA9jUm/SZxVYav8bBr6I3CNkdl/ZP6j15/h+zyxIzMpJlx/SMOBDW/xSf2UlXAri+HYQ1rH
bWRi/doIokQMZxxLhvG/9U9kaVuBZ1r3OMjQ07vOjd+Pj7IwyCjnsAVkGYsPwNKJMSCle1TrNuTA
y/0aQwU1Rbzh822H1PG3jpOJldVo+bl7DMtXtzhStoYa8LmehhNbjbuHi46YHB1SS88NUPcR/g11
ju0BRMmJatkq/zVfID7k8xyLvEKnfIXThjkotRLaPwr7XN77++uKGQAoRFVuzukuQzyn0RotrZiB
5wmzb/CwrKv6g4wXhrMqyTmIw4k1Q7SFhqNZAnVOjn297UR3DWAptnUMJrItCYSWIdSdbX6+g/Mr
9wW5hWgVxCUzncwMLV1axiznrLbKgBxN82OAemI/QHGro0hj6DM+1omZ8KTMscMcG33jSekpQCfI
pYxHNVqhEYledldW6luvZU/DBO5X+mv/Ab1ywIbAd0fEh57zr+sXTOmIB045x7xdQVlcnWud/S8b
tlg7+IoWfFuUB+e783UCafvp0DS1fTRD5a4yw61iRqsAUYFsrydI4gwo3nMQTgc5zxJjMPsLp3f8
SE2muJrMoLzgNaMHUwoFxXVJN4hP/ZsUlBM7m43E2Iyep29Nosobe3gFqRhwud62NF21rkjWr2qJ
RCAl3Idct1u0t2Tys9XgEuNPW5XmoSi8cwRkJ/YQNSXk1kAKjpho2ekYgm2BeJO0jwH4FsLqfrSg
KD9tRnXGan+PMufiFaYCzAL+LM7N16UdSqRbNXXsY+fSyO7vNBAXTvBnbAPwO2RRNuy03ljswhMJ
A4Tl5zuBAObEszHjMecWI5A4fmNRFVJPaZ969hFokEeLh/y6zki1HSiU5YDQtA5po8St9iwW4wzb
G2mN4Anu0eAYhRMbWBwOZIRcY+iJzeCyaieU+tMG/h9SAt/J3SpUK5Nl/ttk5vRhghCxhOY9ysGx
Y6cpjon97jlo/QLGzr4QZe3TKAyHIimkwVe9ro1NKL3hkA96OBhj6L05SKqISFe+sVYmN9EZlf3j
Il9rvwCJG8UaCWGUGB0K9l3mI3kcDuYFTYs/hVFCS095MgqdsoKeSy4+ysHUuwE0mVd1oJCQlxZ9
zWs04kT5OFqw3Qo+QpU560mi4T8WufsqmXJRMvXpM46zV0bglDiaQf9Y9W2TTP5UPrHQbxJNzW6N
z7ch31cPcWem05ZWJYkgv1eueGrA/VPlAwh1sl07GmRla+PPNDqBjDo1WXnkZwH7Z4xDHmkPdsop
uXfDR/MB2mzlgwQZ9tbk0ooDV/tVnFWTZyY5Gt3slY4KUzzpUoXPPaq77SpgBdmYXL+Vonsyw3qI
zGa0roIQix7VIdRJpeLDS8EbH5vTuBMakxl7GHmDPIBlhOnFaNttzKzCufNpD4W7QNasSuraDvaO
tnpUy3IWp4IBsVOaMrvz7WZ8p6T74DJr14K3r/WEHHGU20ZmRg7JUWGruuCx59Xj0AZP1jSNeYRW
RrJXfskjIFNB926MWUKmOuAR6zLwWnrh0MhYG0b91wuAT6uyNIu7Nq0PFPnKrRPKe/RcvLrmsM/q
IreSvh1WtCUfyuxllDbecBu2U6+SNtBuc90ajd70sv5XwValazS1gOqi7dx7j3ZCxykHI0JiKhuk
wlkXtEEcDCM9Ajf0XHuqho9leAPSg/2hlPTVFP5+LBRvI6Oon3uTvw+5gPEvcyeuSzDQ9G7Wx6lD
/YjyPFi33JMXoaE9qChQXq8qXuQsIei5vFJTTkXEbQHelczmEaFpt/K8gm6aYsqizlU8MdEU/4+X
A78oS/YAMcAsIk3pQBoye9KtYT96tdVcjGP7V3iq7SKPZ/Ulr0Yj1sp91Zk9+Ynh222wZXQy/8L4
pFEjJTRXqVYrC/zWcg9zDE5BAeIy1usepKFlA1+f0qTKkJhBLfORmWgI2YIXOMtBdVBq5zYlQNdM
rZwi4aomGVK7xCsbeolf0X9eIerEbwvM0ARuBUYvUVdroGomHCXXiqye7IrRJnXkjI4QF+3InAg0
h2bsFb2I60yAPa9qIJxggnaOoHkqRnpVJWQs91YOQ62c4Q+olMXGq1gW96njxqElbGvd56j5xu0Y
/LUno2W7vpTXJXQeruu+LiwcDflgMbYbC2Nf+Q03NlOHFytuHdKBQZXep0P1YgYFDE9PXWdKXNo/
czCU9ZcyoMXO7STMmq7LzowMEzztrCjyNCr9TFxzm6DVrgzL/qEmLOsvlGtk297l2XEEdYiBPjnN
EYO4dVQamb3Ba55dCMVquioMX6cbHNXbUpKNSqGwqa3y2Scge4B/KBMPvyBufd7EeWloHWWZRa+t
YMjv5JCWSd91nViNbn/VE4HbV1NOeFIPQ/BuwYNcD3lK3lO51tW6Q9vCiqQ9LgDoCW6HwrFSANag
RVorEtxIajGalI0rnwJpj/eokv8BHTq5Yqq7qyvshmE65BmIvQCSQLTN4xCqXFnEHTTB53lbR1Nf
DXEFUNwucyHwUrlkeNNKphu7C9gDdAcfprp4QVcZvwgs4e6syrN3gWiqNa6zEXdul0Z4Q1VUGIQm
KBukYDiox/UE9ODOKFOjvrK9rhuiik1/QKFVGBsb1R3rr2j9AIySyrGSsh/6RMPaR1XueAkq6E6i
PSGAzVPuROLKa8Ko750wsoPqvRN2H1dGB+Nao/UJ2qq5ya7LmWxmpxlwaiPAG20iK8NpwM3v5uGq
YeD7UBbBQ2R5PZzYASyJlEOKoN3aenxpxipIIHVDI25N7Cqb5K7tcxWprgI61az+hHCgwFeV3yp/
shKIsNor14USBelhWd2+c6LW4cYLHo5/o0MpiVXT6CSwRokV7hD9RLUmnOPTU2pufLx/ZTJBKLbc
jGPNcE7zrIHikbLzWGlaRXkdojHXbR7IKDiH7iuyzLZKhwRgqm3hG/FUofnbrGvQo+InEpvhVFW9
vWkM21rR3ApiqoPi2h5KFlW62nA3jVIT+6I6/DA81foIhD65s2RWx+haxyV1OgFimQKE5ZGoVP0I
pt1qzUdirVxapji0aXv0hgEMoCkX+x6YkK0NWvwdwMPZphqmPApU/2/EUsZ4cXkcoDp854H5YjOn
1BMW2v3KdvpOYxPS/kVU4PYjZnEH9Fa6qo1CvcAO9i9Q9R0TmOjmsgny9hBAZBfGwXdEnPp9eWNV
4/RM86qxrw1t9q9g67aiSUo7BqwY902Z6YuU7N1sPXftwShEZFa37QYrjbmhywvo+lab0Nd/HVsd
SG/CuXIE4FBGcAx4Ya8DnXsypgMgIDbqdUhaeunWtGWbpDxvYnCt0thJQ2s35l4RZV7dXsAM11Fd
BM2qpNK/x1smbnq71JduCbKZ0sLt0FbjFzFDKmLTl47epFbZX4VhmkVBPgQWgjc1RXVQi2s03zsv
NhSGlRXkj72CbqY7BOKqgg2JrKJAq2ILx4n7AjdngDd3F0wi5BCoG+woK+z6b6uIn+C34kFv2wp6
7Sn5m1WodycdJ/eOGtpha3hdqW47x8zfWwuuTGfLSxlae+UwugM9aogCvwincmNCrETGUyN3hPqH
0utLHGWzijxXvmSBuuOFaLZGyCiUjvIN/LXAHcARO6xhaDey1d1F6RlOYhqDdwH6QBUDmC8iSTqr
W9MGzH3SnGasHp5se2RtbNXgTtAuu8kmO1ulTi5Xg2F2+BdtEmZvsvVZrIUhVzgioEDy7IRyXkRD
GEwbPLf/7NH80/N+DUqRGn0UKIKV4cYpgkSk7t/MrgkkG1O0o6CZNfIlRbdTwZCrpnkUFj0+wuMq
Rr5juuYdPfI+/0AbcLUeOCRMO6t9sktB48ryXqbRpZelcm972wJPWsD/saYOboqM6L/o0yI7GqT6
fgrSdGNWNcgtjL54qDPVrFhKxm3GvT5cjU5FimsIWIjIYGF2RbDk4AlGS37g9w1iUqldFdmNAder
RBvMKuxH4K8DPGdurRs4bwaEflq8lc98xFsXEWHnRwcsymNsUGG/6d6XL1bZvoKO+K3PvDRmU97C
bSugo9Pfp2MzHIRU8PpymJcdaVXHk6r0KhIXRT/IOMCD9HcIpmADRvbuDS6DTJDKdCPmUFQRCyXF
Ks8MsXLTalxBU7q4ArmDvLVYT+5a5dG18LiLTfDKMi6yloURp2P6UCoOOGtqtZW/U9pvrChzumlK
Mt+w1oZF/qW56m4rq36QnsdWMLsIGAgVW7P2UvAANQDLdQbL3mhbK3io0pNYnTbMNw3MUdwDEfPq
GLK5QtAAArvJyId+VztMWPcV9+p6CypbCik+eLZgsE+LdVmJMilpfo9q89+mhI/XuEVsu3qEvdOI
JsLpXxh2Cibcha3x8euhOuquWBmUT0AjBruJW8VqKNAEMOI2H5U3wX9vhHqllqswrLqrTBHCr/cV
AqBRx3ULgcNVUzFwLda5eQ/ARqA25ljQAk5fDd3wqzIEmXSFl9uwNFxTlNKUFgIO41Svs56gN0wb
3kuHDXpJq9DNrl2FOosP9OWW0KFxLnhn3qCM34GUs7ObmDmabKvCtfUqDySSntmI6iG6F5wb4dEA
rXnVu1W4cGbBO3ljhrSHM9jnl9BQb0RkIjv7aOgmu6B2mvUJt0DYYtQeSMLQCdNchoLB3PCqzJ8G
Lwsiw6+wDkClgUeON2jBMe1mFVrkzXOnkqAZAw6wMwR3XLU8amUOjcp2onGZFffEHGkMjfsjI+qh
QUnr0gk5/LtsUnjfgzZOc8ZuG8LqeEDS4qn26ruJ53DECKTWPE1wn/MmvzDxXmyoyYMN+EwsXGY7
SIDMry/B5UnkAY1dVhQ4qaivsz4X7AaELQflkVeIZ7V6l2bKCfYpIWDamoiuolRU78zV98SuHiwh
XZxXp3vKicsfgqo1eWRY4/TEHT3cdELuApZ5CR7KEqc+DF47Oj0hh1DnNd5AbpBt5rnGa1EXJEIi
Cb0O1BdWvqbQNz2koER68jL8eqdp/D/dpJF4cOw9GMvd1Tjyx6bQNK4L3AsWtB9tF2S4Zc2T0w91
bE6IBfNBNJEP3eKN8Ko6bm30e+khJPfwex/ywKFPoO3330Bgl19OrinwgLZ+FVVD2tykjTXouKkQ
wVboQlpVAK/sNIjHyNqcsvTQBHVYJ1DmqPl2cvShrb2y39FypmStPAR1eYj+Rd2nH2Y3fpRKX3Wi
AAu6x95Gfzo2SFuUCJh4x651Hrzbae1ETABLvBK5xnPUE1ODpzEAvizwa5AcBqA9A3ZBNdhwSA5Y
F6FqfHSOOeLCbcgfMrh/nFAXcVPDQLqM/LFaNORaMEXRRLEYKL0ygCCGHGsmUvU4AZ8Vj4GZ4gZV
3T/hTEZUuX4Wj9KfEAHJPNuputOX3Da0HZU936VTZqBx1QXEqrA610zKzHsaOHpITDreDZXnJwjt
Eer1tIBhCe8lSZ8MTo3IdytnM9GKx+NkV9upD/J1U6QaP42KvdfXHWJ4PnfapIV8BQODSugEDxvx
KQx2PjY3Q2DjG3o0npZT1d0b/VS9lVCUe0bja91tQcAmbwtA7SMLT08X975znECb9iBA07H1kdkr
Yisn5Q68eu4DLzOKG+5JBbgm1Loi+Iv2CwfW82Kyhl4naWP4Yl03zNt0WqxdXpMnBMR9wgAAvOlA
FbtqWdOi7cQ236pG6XHbZejWR+wEeGsGS4FXMIxCRUTcBuG04UPwjKVPI/gj6B0K4KiOE7lvKqff
lhTRv99tEQmuQ6rCSyL9HqofKdU3SpXS2YUQH11pl1qXtA1kDJyFTJxePaJkYG89w3oJczFEQxM+
5B0+zC7dyMvdXVqQY58qOOBl9u63/AUumb+acju86KVzy0PAVAa/7I88y5VaSUmqWJJeVrFBSJ0I
O6WJDBDPqDH944O/LXaNCoSVTrVllbW1hLdtjJHJGC6yiHxvWgk4VqFXbW35HNhb5bWRObof1pDJ
dSu4eWXnOSC5KEV8uMh8vOW+Qvxdk0wnXjXzKFf1LULNR6vNylXZdQweZ1us+9Bvo1K31Q652yMd
BXkZDcqvGPN9lvQpfzONqd/ArtKtzCfvJnWcft/LLEVICYol4hf3TE3vRda4mw6c7WPU2nmxK8Bm
+FBMunmrWne4D6rwoTZIlQNO6CHjVtEuKXEt4lKZ4YWoDJYUYOhqIqScnfcUj8gDYEiduZ2K4p3D
Q7jKBptc0wwZ0aEfuojAxlxNAbdulckc5GrY/yPtzHYbR5Zu/UQEOA+3kix5tmm7pr4huqpcnOeZ
T38+eh/sLaUIEa6/0Q00YIChnCIjI9ZaIcmbTvfQZ7al747aP+vTpByqTO+v8qgJ73sVIWkPCuIm
bLM/diC9V0aubxw7erVihO0KIuUdlP6fnpchreuBofOm0LrxjdQ0bweE677qE/mummTOTcura+Pn
+pehrcx41/mVbW8NX2noEB9NaGQYBfGAI9Gh00utTat0BYL5UfElzHxsBta3zlG7XZfYykvfa8V7
2Ja00vHwoAhGTNP3gmvh0Gg8bfcDT0G3MlXej6ZZFL9qLUYzty5fKqVRUaJGtXrbREHfbBU1e8ti
c7jltqWqbZaI+JLB3Mv8R7qpJCdT/Bz8GOdkdn3rtrVafkdCaULws0qv/EpyHmlh6++jKXuPK56L
EUxba1N56UDe0PmHpEC09Zu0/jYBdXwyB9X3t7btTQyR8OXWVMtQppuOZ+17b+y3chvRa0G1v451
Fb47pECf0Rf7RvLdvJ7UUduSEp5wKMGoX02e+U0hh5dMOFqT1gZoTAbxr7ZSm+3oRHVCWqGLwl1f
SONLrNXxuzUDcUKvxyk6vvZPw+PzTprs8rfXzttA1p/53fVuqCg5bEsyZjua3ndX4OTKN8/hYat0
zovaBd6203Nro2o5hzNL+02ih/p2wAntGz33/40AAb2g6NG8KHU97dWpeejMXnsG2hm1m14N58eG
FOtsL20YcLu8isuuUg5ZOJEDAcYO7KYgQ3U7aZQsdDkdn+GP2g96Tye5MTWyw+w8Xpqqd6ZdJGf2
JnGkbkPqmdPka+hkK4CkzG2paPEKTmGpCIfkjjKX+6A4iejHotAVYq1Re7W6b5N11WnXef/5Ci9y
PmB1EHaBSaULdcvYsok20lijRL1Tomt/jaa/VMsAOTVXjxX+EWGJBjksjVyT9ppKV7WxVdaUlxe+
P2MqQDVBcKG9qoBQS2PZc+LasV8b4ydulY14uRyzsATH3xcRwmZt9STe+H5SdOSMrvXsxicDd9nI
yiA0oZZHdn60SfvYIDfuuVqklTLr0ueBGNFTAfwpjMj570fIDZVsD711TAs8/e27v9aC4vzr6D9C
bwD5RbtexNJOv26PjiZpYau9AoqUbuz0+vLcLFT9Tj4vzA1POl2tAz4vF/eOddNNN/14sOI1kM7a
KIRzQIaSuofUaK/Z9Gsa3sKfl0ex9nmhHKwWdeGDntBei+aaDLe2ssKLk0S9HrkNsAGmIawBCniZ
GRYGv17e2/FmLDb6e74mxrs0BhgTs4A3z8YzUSuvUIK4iACDpAO35Jhv6O36+VmaJVxmPVjA/yLn
OIxqStJoQr/q5CRD/SrNP0vjhL15bMA63atmlE9RgZDca6t1m97eefIao2BpkqCW0ItFg8SOrVML
UtlpZJ5U/fUrebSN6a2Vh5e+j9DN3NNtJn+IKJDeseNQK1rztec+JIq3emllEeY5EIAFM2CJnw/4
+Lyjbxvr1FH1xnrt+sfJ36FH0h+qFyf7/Ik4MSOgCKU0in3HxkxB6WDnJ58HfKgAdg1YXbBIzvr8
lDkpkCDILYJm4yEedkZ60CkZVyRmLu/Z8wsCDAvYEQgD0Nhh5pwueGMqWpcWDu8NfQrvRyN7pUZh
PBVtp69YOif+AFgDvmJyCGFfsJFPTWnzwzuzZe9VeaotA2leH+jFr0L/4oT5Viq2SkuqYUUO4ny/
AWIBhgB7BcOqyC7zWjO3raHwXgPfP3iStHcvT9/C9+FUQ1yY+3GhLSdgLaxR7hPTK8K3Mu8fMyW9
1ZTPajPzo48tzL7z6PbL08ap0XYM31pKSs2VZH4aF8n3AZbNADN0KW1hVWKDnkitFodvUYRH3K7y
+xZnCLF3kxsWsJzIWHPaopUTBPFeFRUkQHpA3fYvluDIgLCDa2/Qi7HEQCHv6zdZXdm257+f4IyG
LIBt4Z+fiRTKXeNpOdmBV2h9cYGq8Kd9Ot9nBdDLncNkkQkQK77U5L0nvabWXaYcenvFH54fcNCo
H8duFoJFtOZ0/6hSQwMIxYjf7Okmc94ic5+Nt59dgVMTgi/MhtKQwQDEb4a0g9qUrmm6LCzBB/8U
jhv399kh81Etjo2M5nO6fJPe5v6nT4CDlt+sqDJ3cTiDonV9kPTpJEVv2a8AdHP3+Q0ExxzUIw4C
32cJsxOXqZqWoxO/aSQH1U3+7fOTf/x54QWhdpXZWB2fT7M7u32orJWfP++P0/t0psj/9+eLXYx1
qihxp/N9pd0WFiVZdUN6kmrhNrTXhAIX9iqvRMDfgMdmDSzhKA+RaQaJk2Zvlvklb7vNQHuzNWbS
eaw5S8z+z8a82Y78aZnWiKqAn3qTroo+3HRXypy6ufr0opwYEa4F28wg/nsYyTUap0V3U/bpe41R
oEEFURe+HCBUYRSl4Q11lGVvOPSrSR9vvaQ9/MUYjkwIi9HXnpl5XpK9fa3HhyH69LVG1ynkf1C3
Mbh8RLcUJ101+BS4XtP4Z5NvNXUFBbngM6Cfgc12mCj468IyJzn4hyH3zNdB3oU3IAE+PTknnxcW
OJZgsgL3N1+7cNgjApbH48q5WxwAUqnIkBC3gPw9XeFEDc2pm3omqALfZdHMpl+xMP9G4WSDluBe
o6sUqRMxFo+8WiH5ZFuvfbUH1GPGe6/bX56mhcNGUw/eE6Q4Pk716SByQAxqToHnFVHbrR495tJd
4Vfb5NP9C5CDJDtDF09UG2dm5amdAuhwiDSk/epHxZ13m65GSQte8MSA4MQDNQiqkWLla/wHFFUT
7o1wayVwRVcOnRgkw7egGI5uFW/hGRYtsuM7RffqYrCkt8YiHlOpsaq3UvvVgrrQtjeTM+7AtpCM
Da4vr9QHi+BoN8xEEtDlwIbRwgLPLma6sibUFN8btLdxoLQOLTPWNz713y/ONGqHkAbTpGrzr2Fj
9O9eqrbvfW46d1nRe39Sx0xvM0/+WtAQY5+qnrORtEmlmtWBvtEkkIRNWaNPMSaB/RI0JT3MWjV4
QqG3p8U7Uvvb9LbTtrBM+tKnDDt8keyM8mxRX9Fr3jlQBC4OSqsBiAN0dVNTq6e1RzwAz02dOLkH
Xhe89I7xBq1T3l2emHllj+dl7oUM3BC8Nh1KZ2T16dZKgjan5UgUuI750zGuo/AtDW/1ytmUTr3p
rbUeGcKhROoGcxAl5rQp4mji+tc5AEq/LwOar94oFW1Qvw7a5+Kd/5iYrw7W3IY5JByWWOlLQjbb
d8Hp2cprFn2OOzB/38JtMV109J1P5emMZUowjQ6l1ucSvLeiv6nt53z7hwHi8bmVJmlTsoKnBpIs
ayW11p3ntL+S91b3Od/+8XkCWpt8rILvNYSzrtiFNSq+4Twn3eN9Z/zFj4dgSsoRrX71TClwkLVM
kXPLeaa7R25869OV55Dgcudfj5QjKWvcOkpZ4oM+MqVIG4Ped2tj40W/NHOrOpvK/1zIf2ZFuF59
Zwiz3u98N0myAyiff60q/lyE8P9NwDskaCZZJPaL7GSvS1G7911zHA8UM+8qsLqXz/byXP3PhHC2
Ux/tqmnAhK/eatLONrZBdmjWchALR5o7iZwX1yC71hFSwI7WFWUHE/g5qYzNqCHWc1O+Xh6IECzM
c8UbFQleyO6cCLHDrWJ7zVTBNn5umq1eXVMiu/z9hYmibQXpcYIeXjFikjyVQzseG5kTl7/LUg8m
4bbo1G3/SUEjxsHeRRZGgbXMRNnC0RsS2/DBdTrP068mfkq+tt2nTx8GaECpQM5lTUTRc4DCWWX4
tv2c+ffhTWl+es/OF/ecAaZiyTUqbChFqsnUJKr9DJVkfDCim8vLcLaToOCShPjgEJGJEKtFgyHZ
XhKW6nOb3+nvan+n2J/1fViAiQlhHKWvmcFz6lorafAqaaz156IKdnoNcGD6XL5DYx+xxHAmkS+l
piM2fQC9aQdVpOjPabLp0pvUXtmqHx84ubBZYY6ZRlmHrBzaB6dDMDq/qzOvmJ6DpN2Bmt9EwaEZ
gMGFt1k5AkZ8DMfXXv7hG1eVd+2VK1tAVDKZB4hbn+VlFISAVJHZ1sF1qYCiTs+K8aJX6i7wDOQK
7iagQEQyT1W1c/5M/srOOHMA7DsetTyaCYE10jyng+4VidgYcZRnMwOQfBc3Kw5GdAAf0aFGiQyl
ByTtxFXzVQdnbHXaW2jcfT/k2X38/fLWFgfwYUBHbp1hLCRhkrpuHFlutTe583dQrKpO3f3fLAhP
5jptFFUPGAKttaSD9xcDUFHxp0DDpTt3mjldgSCjcJLXCp/XpUMYBdcrUZu2sAQoFyBPoSMXIZ+p
X2h9SOXELrU3Opkif+7F8aNvKcUXpcn9Z9lA7FEyJpr35V608xBP3BpxYTwASwLI0PVWvbe01rgt
1Nh8Seu8OUCpVP+Yff/gjUl6Lau9DYRDinZlJBU3zlQrh8iQYIRZLUkxpQZJbdfFvmuA1nYQzoBX
B8N2DBEH2AL5qjdF3Mq/S3oxbFoP9zeNBK7gU9cU2hd8IPub0gjudaHi3yaRpKdtMT7LKLm0D3p9
KwWfDWA5TIRnZIkQdCbBIngQL+sdzdPl4TlRfytaCAL8/fJWFCmas4/AgsHrfr6DyPyebhbVB0jj
l/2Am602YdPDfd1OzaZvnqTpGfriDyMyr4wBAHztX1+2vTh/swARLcFMeKjCFUWKPpfzsBietdb5
Sq/k7/FovmrV2rNJPM/zCFXCf9RtafpBUHI6wnSk2ooU7fhcl3LHQoXVTRInawiT+SuCr9dwslQW
PmR0xddS6KRS3UXS+PwBMmy4FeV3+qZsDTkFCv9yeeYWh3RkbD6gR5lD0wf0lxU+F0sN4CrdAd5Y
u7vmQvfZeKgEzEEQeR9xPEpF90dHMtjczqudAPg0k0Nb/iiUflOpwTYd/U1a7+W1FiSL00gYjLwj
m/KMm9/BOoiR9xmfg7amc1hnvg2Us2Iz33pGe6gTeeWOFPagjvfSKMHz0IUNTTwm+Mo6jbMoHcrM
HXXUoJrrKrn2Qb9dXq4lI5xd2kXMCRXe1KfLlaS0lm3DfG43/p4W/3g9bcW+XTYxf+JouT7GcWxC
GIcdg9V3TEwU4b+mFt4kzsH2nO3gXKWqv2+DtWLtor35bQcZjcyv+CQK0snOVCnM3E6if/Kkb3Xk
iaW021XdUxH8ktbiTWHHf4yP3KnGM1sFYSWKYI/6KGlmF9C3FWZsUe+sMb+6PIOLFj66phE0oaEh
xC2SZ/emFpSQTLy9L7331ufeqf8ZwdH3hUs/KvS4yRAacPVY26jDezztPj8AnXq2QqhHeUpUx22b
SM1bWYpcS9vyvEvWgD1LuxjYNBE5p0VDO+50F4exrEgZDWnc2Nl63Y0kXZXa526Ejzk6NiGsAWjb
THZ82pf3fXllt72rtOVTWFqHyzO1NBLyzUhvKrO4lijnHBZmKFt5G7t0rnOSfd8c0jWIwZoJ4cgH
raMOTtDHbtJNxcFGG/NAqtC7iuvVtOCaKeHolzOKeChhCbNuz1YfPJrDzdSt3DhCyPexMnN1BI88
r70os1V2INCrTo7dOruKtOvJ3MjV1vt5eV2WjuCxkflyOLrWCpRFbN9RY1ibzm+ozCNsy35l7Zds
kLHjRuN1ooIpObVBywoFTmaUuPRhmNkea90eFlZj1juniMs1xbte3MKSPMFIDAtXqr9LQ8MD4qWB
oPjpiToxIviSoQrsyFeiwkV/An6KKq1cWAuTdPJ9YZICaap622AQphbtjO4lrsyVESxO06wByStl
fuELSx2maZemvk2D7Gkz/kBYIF7ZS8sG5kwXgNY5g3C6zpYGDzbtptwFw35vjMWt3eT3pZe9Xl6J
hXvQAtHzXzPzTB5t2bgj9kSaKnd5FG+67jCZ6nYY2s3oP+rKjzD4cdnc4sIgVDW3oOX9JRZbM67G
XFYYVR82W9KvG7X+mwEdWRDmzcsNuaxrOXeVzL52aDugmE+1X2wH61m3o02Yfr88osV14rFNBzUd
pTURFlz7BmxPs8jdSY3gE05/xr4E++NJN5ftzBtKCJAsQpX/2hHOZQiPqzDKNnetmW+XqJ15pdQj
ugsDzKTOaqQXgKvpykt5eXDUBQzKyjNo+HR3UHQqO99kd/RUl8pD69367UpYsWZCuGjCMlcKqPi5
68CRMm/9t6j4q7M6Y7dlg6zL2RPRGMxOayqkSSPjJevenfIxLK7+YnWOTAgPmiKdUKoqCO/yfNrG
hhs2MBvM30H8W4l2nzcFKnbuB4P+Ef9zuiYZXQT0pPIytw2crZonD16aQy9U6k0y6d+UFLL7ZYNL
K0RQo8/BBk9s8UbQZj6QPlqZq+YKqgIoX+QIUcRrnXLXzIh3Ai5bCSzGJam/o7zfaOUvQ/3n8lCW
DtHxUATnkE75SEbRxgbtTmq12BkJXWbLDbWRK3N6uWxsIeSwjo0JrlXypzT3EwbksDZ69dUYYRKp
+ZVXrByhJaeq05MGfwmm66zjs6ymBohwP3fVzLiTNP8eitmKiaXFMYiceFgYKH6K2XjLN8fID9kD
sZND0X+apK+ts/JkXxrGsQ1hviqllzzoqZmbDrui2iBFdHk91sYw//3oqjNGU4dgzfd59m3qCSWB
rkOxY8VPL606RbY5d8xTj8z5qZWONFVpmkPqKoN6kPQnxJt2Wvor/yRsZg5oLbJeaILhl+lIJIym
Rm+GQlmcup70Eho33rQyW4vjMPEwaEl++M3TcWhpXzshVF1Xng5NUmzagExycvh9eU2Wwg/yMNCa
SJ+RIRQuGPKe/oBCTu5KU7YNiut2+kcr6Yne7SzNp2qyFnh+JBzFa5RtDHWBDM2sAXg6rFyzkqoy
k9ylA/t0Z5Hn3UZSpe3kQZEOkV3q1+jUfAHMk18VqjFe+ZoZXUHCkzcVYi4bpTTH7agBn1BDKd+G
qpPfelSod5enZWmrklFELXB+451pWlvw1vqxcXC52ddYLdDa/q62f3G3H9sQ/C2tYmRJkaXMlVVX
Kp9gWW6kYuVILy7v0TiE2QZjk/lIWuQumqG3ltq/WNo0E/lvy6jY0YqspItlvILnW5s7wY2kitol
vc3cVd9T67FKd135NxYA4PNGmpH+ojOksctkIeJAyJeTG+1ugu5nNnYr529xGEdGhGEMqT1Z4+jl
bpcVW10KN6VRbero7S82GtEdHA+KUUTkp8fBQlQFxSOTBUIko58Ok2ptFZ40l60sXbsEX5quzyk+
sMGnVqKi1Np+tIjxOkT4EOzKD6lTbcbyLUh+XzY1T4t4vo9NzW7tyMlHcy8RsyXWG4avffeorXx+
aVVw7bNeNDk8IJ2nn7cyI7FiUOxkXpJ731b3Su/fSIH9ubLJh3NH2xWZsFny4aw3s+WV5Hi6ibOp
I2uTy9KzZNs/L8/U0qLQTJDCAkHKeRKpUJBjlaY4d/FeabN3gr0cHLQC1ZSry4YW5oycG+tOGxwy
Lx9V3qMlqXI/8yTNit24+ZVEV6Wyj62VZZm3qbDqqHMSAM04Jv4VrhEnjyTDMqTYNYs/vQfp3tk6
EgIw2Q1yfjvFeSrXOqUvXI8nFoVnSxzzGIzZBOyzYRNrD6UfbNLJ3JryuHJ4lqbPnrk+FhXLc28T
hB2YERTq3EZKN0O0r5AfTO2V+G5xOPpHA2okAjhAp/uafgbBZFUBWSX/u5EWh9i8jupmp+Rrve4W
RwN1xaRzDMxBfT6/R5uhrcoM7TE2gy59Qy1ho9jfm3Ilyl+0Qe8ZeDigL5FPPbXhI9/kTwFrk82a
PzsteJL798t7emm+5gc/dZ4Z0yhmZ8y8DG26oSakTYytHTcbWRl2ckyYNK4cU3PBozkzfI5qkklR
SRNcNJJo3VS1VeI6elg/l2b7T5l6Wb41tCgFbp9Kz17mPYHa3UtuBLFNSox9TgCEOA4qpIj8pt8t
RY6vnGaqN2URmbxPp+x76o3hdT+p8Z+EqsHemVTnITYr7bZDlgidQ8S1jMKgUCGpzTUl5MEFTZtt
qr4fDrGkRzsei51b0RLsoeslRDJk5PzypJHuzEKR0GmqNeeXXLT6gJqX3e60tlV301T2fxo9qrZa
MfbvFWJOX/zUiH75ee5c58ji3Rp5CnwMOZYDUOsvUZd1m9yf/OtQMqcDbV/0Pco8aCdJwcTrt8s3
iqfH10kcZu+tBqBYQscSQTYg2Oh0r/GnF5edc0iTQPBVYG5Od1YdIU0bBg1nsTzQcutxkDZFdLi8
tRbXG51Cclig9XRV8GX5lFga0nuxm4LZfZSz6ury98/HMMOGSB8j6Q26VOSlmmYpZXrNCUT36x3J
n6umSr71gXKfqtaK6zofylycp1sMrH8ZKIfgJI0cCe+uiDF18FoKLitPLbH2zzXJ98GIQUckPXl2
CvNcmRAQpA6SUp1E9r4mSionqkd5t0dJ9tbPh7uhkv8ZPfs+iacD0hHf5She+RlLE8r9ifg27BGg
AEJmTo6zSoboi0uTHXcIo2u548Fv5PU16r/by4t3HlDPI/6fLfV0AxrwMDQj1GK3nap9jrqqOd3E
U7Mvqhe7sh+iNXe9uIJkfoBuqDDGxIu1bytL56HADHfeHuL6faean97vDInsErsSOe+z9sZKXDmN
TaaRtvO4Cv+9Tte61S0OAngz7z1IgcDlTietC6QMYIgWudPeMW+rNc7e0voDtlJwCyoYNRFp4EuV
mhsdRb80aJ+SxLlSImSQQgR3KttaCQwXbc2cgvnqnPEap0PpwcTGTulFbjRF/Q06p8O+suph11lI
cgZOWbiX99v5VQoAkwQDLx3IUajzn9qLu9FznD5ib6uH2EZekjTZ/rKJpdVBXn1OlfAAgR56asJs
S8j4Vo6Jwbf2vqUWVy3SoCuv3fkrYoRIuQFwrwy+BVH1UyuJmmY1woSU5sa3qNs2SOfGa4z8cxtM
FnGmQSKY/mRid4k8UfQY0SJqprBN5PSrUf60p71C7ck319RUFm2hjQD0Vsb7GcKerhu4ikYTxOS0
0+7NJK+5NXhtU0tDuP2AQKj1c/ICY8XVLW6HI6uC+3EIPBQPvr7bBMP1HEHQU6hVtjQmyVeujkVL
NmB1YlFISGJ6C8m7OK4jP3aN/Ec21KjzvKhrEOMFG2xpwMU668U2FzZ3j57aWAVO6Ia846Zu52Tq
Tl+rDCxs7xMj89+PAl5/RmVEEUbSf3W73EUkPi6fn8VRUApmWQxGI4bu8pjLSdGWkVv05a5p5G/F
mDyofruS9FgaB+RmKE0mtYAzUCbslLYGj804kCb7IoWvl0ex+HkVHwqTkRSpCDGy1a4hqObzHu0B
zGsVscTLBpaCBV6fc8UctuSs/XG6EMjX15MqD6GrIU9/n6jSK3zKdF8Rf6KjTvhuDfnPSjKMB0S3
OrTam+zWzhPzvugiZNMv/5rF4cLUA72h8/gWnyiZNKJ/N+ihO6jSrhu6h6D3vlw2sRAqgP2nJDmn
Ec/rRGNfKeUosfES7Stk4F0i64egvi8jZ6egvl9oKyu4tA95gINFA49OXVyY36Awky6zUq4mr3pJ
jerRKcPrpve/Xx7Wwg04M6iJpah0LFSjvGFsm0IL3cqrrv1O/ifIPTC2gxu2+o/LphZH5MxvLhwY
5TZhRHYdZkYe2qFrlTtLBgnx2NfbyyYW98GRifnvR96hnGN9GX0Yt+uVfDdjxFDTT9b2/pqVeaBH
Vqqh8mW/tHB08bWqPRr99f9tFPOaHX0/bboqr22+P6FFqIH2NcBRf94Eqw4+DFSKiszDqYna0Do6
WHi4n+wqrXbRSpyzcJ3SL50kC3hzYJSiuImv1fhX3SbP1lyr5p1qvzooow53lvb5aAcnR25CI0o4
T7iSJI2aoYkDt5ukfec4V5qWfI4WMr+KMEHGjdcjORDxQgC+3sDkDAM3eEMx/5P6VWdfF9Y6ccbQ
9EO+7jTorN7Xa9lCkfRxZmBeqqPNVBX1mBj1/POVcpfT/Dmula0UjfB3afAZILWXtsP72DUPvj58
KYq1vOjSRQH0yYJYyG4DQCxsNXx+0oxtCZUtVp+MDmHinxm8YTVB9bwJk22kGYesoTu0gsKrr7zG
yl+c1+NfIKr90TvJK/WMX1Cb+rOce1+60Pl8JAcUjvoSewRyv4iH80297PtK9V3ZuR+kh7RyR2fl
TC24T0ygVaOQ68NdC74tsM3SSjTTd0NjX6eIKt5Ka+IQy2ul8kIhDTCTdgRMJ9L+cYvmk++inJ79
UK0O2dFR6a4lu5HuoeD5Bx250k1uedK2d0hLBSUNJKzRl25ijTaxl53U4ojn3tQWdNQ52326dfsi
VytEiAO3UZ6T9LtRvvv5SqJWZLXPxwNWHynumdVMXCwcjzyVOyLjLHTxt78pWv4KfB111vembPeK
md61WfUF5VFaJDXQxC+Pb+EeITlMzGJDyOJaFGw3dhDFWmwHrt2F2+HbFAYr1+HiBB4ZmGOao7Mv
VSMCHDBu3GK6V2KaS1KW/Bxt8T/zRzc2oBmg6s7C5VbuPUWuCwLNqbzqUS9Ny7e/mCXYBQr6CdQI
xEDTjtusqaUudP2o9+hXOcgb5N3XUDmLa3FkRThdTaRrKAZgJerUjQ6GpS3VleVeiCDR8HHoxwfg
A8KqsJ2dws4dq0pDktyIGm9CBIdfIxpB3E1TEF+PhTI+0Z5K3WnWsJY5XIjyuOQh4fH0Iy8g4gJQ
4o6cXidYl8r21hya28Se3tS+++KP+sqGWNxzR6aEPecN4F1ppkEIZjXepmuD4lHNp35ry9Ha9l5c
M+p5qAFSdjsDIU9GrtF/iqjfag/Za9yshGFLk4ZGwMw+IYQBlnp6erww9gunnUIXlYkkHx5t7V5J
2m1ZmytBzJoh9dSQJk9I5tsYqpIvXqvfSfUL1AA4G2twjaUJQ/YAEiidl3l3Cu7dG6ImynIpcL2E
3nbX40pSaPHzJE+IkVDRIxFwOo7RT+J0QvACeMJj/8Ur/+ICpLj6oUMCPMsRdhZlo0KJxiJwW0OB
iTn5xZfBN/p7s4JvctnnLF6ECuwt6IwzSEvMZRQjIuHFoAbuWEvN1svABg5xXD1aXjMUGy1SNkEY
HAaTPlFh2+2MiPZcRSyb71rfrrH05wDpNNcGSw1I0ly0JEGlCeMeArPoW3pkuS1dLXaUOZptoE3F
XrEze2dZXTo3C0voyOV8ocXpsOK1ls4zVglpwBrM8JnTRYUPhSy/hyaHOdh3ShLSys7bBcnh8oQv
HgFkOeC/z/kjMUgMUpp1TF0WuHLe/LKjHCl75z0uKbg19UrmZXFANrBVXZEXGrDm3MhGbyObosRO
d9WXY/HUGmV225f9WhPeeWXElZvz2EQXuH0W73TuRqntyjFkFwVmOzzVCSAdo3w2anPc+YOiPlR+
qe801CNWniyL2xeiHmIClIXn2tSpYUcKzVKOhgBYVvZcBM5uFnhokhEB22LXUIZMLFp9WbUDdUdt
doj/771R+zxQ2FYBhlkzRwRkhIiGiYLcLqYiSXnw02oHkTn/R7n24l/aOEc2RBZSQW9VT7WxMbSH
vO82hllszPFG66MVl7Dk3ACowAYnoWWg3Hk6pSr0IyXOVErU8bWlb6309fMnYJYEA+7E/YyWwun3
STGP1WhGqZsE3aEuv1MW3SjNV7X5i/sZyXMTrVsEXHVRQ8ZX6TTZeWPqasG0mWV6AW9LoIc+Pxoe
KXhQhYf5WftpQ/Mz34m71K3oWqciyHdDo159rXPz0uIfW5nX7Ci+RUatyjQNoZqeNneVUe2S4d8o
CDaZ9PsvhkOuBFAwLbshX58a6mQ9y1JaxbqRtrOqbePQRfHfsfkbX0vGZH5HkiE7S5t4ICAqs6wT
t1XaduNUtM7Rmn9aI1559Sy5QGx8CM/OyimCX4rCQXMGerS42VTzmtP8cqM5+WFK6y+X523RER1b
Eu4u4BJd5ShD4ioazU/Quohk+76XnE2cGDdhaO5MX95Pk/060VmiSEI6RCkrB2vp4M7pTY7WLCgn
1vj8OqoVKZkS17Kbf2jB8JwHa1Drj/yy6OgpeKgfiDxwecIlqRQG7RnDLHWd0njTy2kXT7RsKBle
nG+5bADG6zWS0sO9BgwoHpzbNI9uhnpNSWJxYXlbUPaFonCea4nQNkOXLHVztaTzq1TuaHEU7GrA
xpcXdtEQocgHcI8ISfBWcRqHYdvirfohRp7UCP09dFAU0rzW9lZsLS4gqFdQgnNoIN6i8VT5DT1o
gYDXB+exSf4iaqXM+N/PC1s09Syo5AM3SKeYm54OW+23y3M1n6azzWEijUESitq8WHurotbsMtVP
Xb+YflvFrWNupTS71Sbjqq+bq8vGFhcG3Vy0+sCJnKEnFMdvBsUB6mjZTxBbNnL9lCBpfdmIsmyF
YI3IxmZgwmXYOLmFN6wzt9YR03Py6cnw7APdYfe63+31kJ7Pm3FDq1faKaqT9JAHypOXB9eo1a2J
2C7NLmU0+peSXYQ1Nv/Uozsg9bzezxQY+zZ0fWdUfpQ5LSRHHgtXQ2n9aYNE+ospnuVsPtCkAIq0
U4uR3CMeSDHDHaX7GVTkhN919d/LM7x0sxmcYWCPJrgE0aEU9LlruoGYX7MPanylBHvVoXvsX2Qt
54ysQxyMZrwozmX5tOpJSj11KSAeaMN7oEXY45SEu8uDWQqDDVJcpIfmgNRSTycs9BRCbcdJ3VT5
4ZjB1vPfZbrUBdb31kw3rTKubM8lh3FsT1ggnUafNGu1cRh0WjP+qPRUvDygJQNzQUDmjqa4Ku6A
vOP8lUY839M3oX9nPP/F52fhbcJnJNDFx1Ca2h3PCTsmbu43Js2Wi3JNa3hxBP8zIabEybXTwMsG
4ZsFTXozDmXyqAb07L48kMXs6ixVMysDKTgjIdBo+2as5AqYiBGm1o/RG8JrKZTSraF3/fUQe/EB
8SaFDtCJB8wn1PdZO9LR7fKvWHJWpM0p3c6NPGDHnG4/vyvbpDE7oh1p2gLs+R5Pw3VGh+bLZpam
dBaqR1GGM0Xe4NSMRSNzZUpnBpznbUfyAf1aVmLNwvz3I1c3+nUWQO5PXOJPG5kNY/83I0CTglQ4
eBtZ+L7h1XZg5VLiTvZDQu/olZfHUh6DgvbMU6ZGf6bjmmh5F9UF0W2n39tRszEtY0v/zA13QyDd
O5G6NZSVES250WOT89+PZswn1A5zB7BvQ2hi58M2rW5Uqnhad3156hYjwGNLwiab9AY4X9rwPAyt
66yKr2lxfNWm0b4NjdseJZZNYvm3NhoGjtR8yzJzl9nSW+tFK0//xT0ChppAliuRu/l0xJZPH+y8
J7TXh/qLk/S3INFXxrpkAioF5SECP/4RTBilZOZFCkwU6lfwZnupR2fdbvh6eUaXLg2UAOawCc4+
zKrTgXQ5mBlaBsfuYA67wP+iR2RfH3LjvjG6jSW9XLY2f02M0eZ2HCBxwLOgV3lqzZcnvx5SUHOa
mSHz2zm0I3Rugjh58GPtzkETfOUKWarLzhLm/7UoHDZHqqmfR6Dbxqh+6Io02GZydTt2E6yEtL0b
Sn8vdeZmrDraWVs6zRCbfnd50IsLefQThNBJTcdpCqcUEY9qM2i7IF15Zi5/n0gUtVcqayKS1+g0
NIeUknvMf1GTX/RVXpnEJc8OT+W/BtTTVTOauJGiilUL05FOmXl2Q0ePX5q+puogDGRWoJ7x0AiR
z2QYZKFO7cQR0X1gDvqbpv5x/vW1la0uDGP+PO8aysdz4fVc5KpoPNtJbU97oz/QRqet6DDcot9y
ebEV4UD9xwoDmFG1MNTOAuXJQmvS8fU3a7R2eXLw6u//j7Qra45UR9a/iAgECNArUKs3bLfb7X4h
egWJXUJsv/5+9MTMceGKquhzH+ZMTJyYSgsSKZX5LWzXe0HnfIXZNqoMu47yXwzumW5UTj9d8uh6
X3uYXhn9lQ7sOvf/86eAm4zmJLgSaESdPk+LqaSYpnoRYK7vZFtsBieLSTPDwpnemNl8bydwMuY6
tEGRt+r6St6vToUP4VdpA8gvrq4c4XsFk/Q8GKvYaG5S5xpP78M6cWPFC0VhvQBxwW9cXZNmpRlN
cAbdc398MBw3cBuIlQ9NvrWLVmwABH5off5lNDZE5bHpXCu8reUa/m5bAyAGXIGl8cFgT4LO4uoP
yAcbHjSFmT5YGvaNtWYktKBIE6V186lszeION/z6gDG0ExloSB+QOx2c2KGtmMOdipp77RdpmPbQ
Be0EjUSZNjAEh4qYK1HAWQXYu1eydNlo138xRsnukhy2/wFEaso+x1QFHCPVGXTDR9I+cTlOUS8Y
vABcV99jUFpFSlYe5FNdOI3Zw7aBob3Z9D95pfO/zBVwqPGpLM8OqELy4XppC7OQRVnwxyG1qgPU
6Lo7j3AaFhoqPjN3r3nBrXPzTzwgsxARDIgPQ0dmKl3KtBaPWRY1JJDuo51Hg33l4rfe0NZRVl+A
sJpprjWiEPKTQd4RLYnL73G9pa0DrM5T2RcjQBUIIJMFu/9C+id5TQ394+eFd7OgW4FBR1sIyM/T
bQSapplk1QhEzDDd5Ly+dwx75xkSLCKtH0YbMGSaRAlPYtxRAlX5L3+/SABOPYBTQPX7QH7vOp/D
RxhoGUjxRym3d8p7aKYvl4OcS4j3QZZX+a6E9YSR26Qk6aM1QWaBiyCbYOFnPBr9p8uBzr0y6Cov
Wt24KX1oCms6sGKuWPYoW+97xuufIH1BMLC/cg6tj6ElM7CrgGuxsGU/sL1JNQ41r+zsUXCOy3/W
75WGRzYnz00xwFDO/t2Sa/sgmgnrbQUq5ED3gKyMYRQcRVb52Dew3aX5PMfGDIsMleTTbyg8eiks
Z4mE2lQO9TIfwpl8LO7nvGojQxRFVFOg8nL4u0IxQPfh2AC20bnJvEGBOEEuDEbKc6UrtDBwjV10
CNt9D3JVUNiVfk61DVtfXcg9Ly1/kw7KuXemgTzakBiKuqL37+rR7/cFST/bjRpeS8cef6pSwITC
8IZiAwMl8eRmeblRI+aEHsSjQ0IHCG361fdGE1j2AjrQlJGudcWDfCyT/cyacmukXX1o+ejuU0f2
QafdOepcqBkxPk2b1qT1i6dyHjqtcDY6k8ZDNikewsCcRHAUgwV31jR3eq4ZCOwu26pCe8ekhxE3
qasmgs0j9B2ZMANSmsPGa32YSvadYW2txCBhlrs+2FOlfhxMyR+YA/N4x0l/176JIpbK4qEYKcCO
2L3DxAQTP82h5lEDAnFX2rmzacqcRaNNh6iFX/dGy+4bIIIidGhJIulPJIKmDqYWWZncQkjFvC+t
ynxSpXObYp9s4Go+VePRYUm54Sx3g6yS6cFNu2lvwwkAxzXZpq63MA39n5SWc8SF5AHo42lUCG5u
hEnxSAdhbJhW+ZcK3Iko1XkRjrQy8ZnD0SVw3NEjtx3nTwA722HhjskjWAnf7Tof9lPeNz2ev2Lw
68YXtTccneG2nr2xSUI4dxyaL2Tm/hB2tZPqUMr5bZKCqrAifvlg+MYQATJmfYc4nXKiwbfYV+6n
5puFYfjGGKQhQmPyvBdrsqrviVeST8xX9a1ZIhVbi/2SZtW9zvacBXg+z8iOaZOU3a/SGI3nuYYU
N5KEv/hl7WAs54BHStNZupFDuR8gEa16j537d9bP7tOgYLDNUwaben9K97i39mEPF+m96AryWJnC
bwLWCv0Z9xn1nTe8D00jw04lreFbotDzg8CzESXwDUlhq50ZYT8W3p3dDs+8gOF7XRsEtvGOTne8
MaD9NoJ0CDnv9DCWpYSwVOdsSAfd3GzJlIl6NXzQp7hx6h7Pmf/I7Ul8rVJfPyyQiACAefIiUIy5
hwQgse1gN+7zlODZBy76W2iK6+zeIFX6qWibr5bXlK+qsd7yBNOnaZgaWGLP8OgeDLXN8ZZmY6Rb
vKTxAc+WvdpTZ4VweyMRd+oOMjRTvYWJmh/VufkG12pKo6lTMFLjugkVbfAPCaGvtOjYZ8iS8IDo
sopMoKM33miqryk+zyZkXpneOW2nsdClq+MPwFx+98T3Hrq6UMAMevtXWtA5oKB+RmQoNV5ys7R/
dBG4yhM7UgoV+gPro9lN6oh2TGy7ySnCCpziEHR3srV72R7smjlRnmbei3KEeex5koZFOqVhpWwH
Miw+C4Y5geN4Oprh3CoQ47knj1IPRigKV+TYBhXMUfnAd1AtbV9V7xjfXfTWgtmBR3npNX1o8QKc
5YwPu7nwSzRcKifAh2yGnIoytJSGlWPLHfUMMKuCTzz3d2Uh61Bqb/zdQ+75RgLu9V3XvDjYVkYD
1tV5Ck+dEobo8HPeY/cxw5pmAygYPfks7ErV4VQDJ9LkY/6dGmjYBhxWDaEt5Lxj0u2PtmjprhkM
bzMUpH+1dK67cPQbEhl93+3SafD3VtU5YTFm1ituHn4gcpl/ssqO7yTH5aiH2uxNj+ni45joBnu4
Me7R9vRDQbR5r3NBt4UB4FbputOjKJSOdOd3QVrNbqT9vI57o3OPBjTB9p025k3auPkXlQ7lXkwT
ge06rQDQML2bidf10VWwck9wu53QHfOLm650nNt6KkRkmN0jJWMVioQ9pgZJIrhQ/4SjGw/4UGHG
XhSvqIpKsLyNMSgTt4v60uFb0/Cwa7Bqvs+HjgeGX5Mgb1ucDmrmd6r1VQjPhT6wCoAP6y6HQI+T
VBtV1A06dIqKo2wt/E34o2570ekt73J9N1uKgUXuy40NB74NeNZTCGneOsro5OzT1CTbBECADebN
kHZJif6Ko7fYTJngm3mEz4JnNPCc54bYNDlyuq8d9yABWghH14HnkgHV2gzzrLu210XoyoqFLuQv
ArvLZCz9VD41oil3ykZcT0u69ROzCliaj5+rrvCidujmAPxF8z7J0DS1tTAPOUu6XWOoZpN5ejyy
jg+bouzdrQTka6uw/R/kwp01ZO4eHFg5PetSD6GhMB5EsQfuSoPkUblnbbysd6O5hOS8MQF+GQ4N
VOpHW6URpnCYcSedc1tMvgH+Ff5BE68KpwxDMlZDHbkcsGtMRi6PLhvJRrRV/qQEINa2apsnWRcN
CKmzfmklejNk8p1HqQj+6EoWm97ou2+5nrJg9Kc2YKSHmQTthl2lrRR0DjytwGJptaEY0gV5w6pD
YSXALth1e9NUMHywJ8b3ElmMb5p3zw7IUz+Eq0XUS6/fW5wNQWJBIUPM+mdNbRXA9UsEFkGejXlN
bvDNJiHciKxt4+XZDmIX2Lw7f94DHoavDICxSFSdHY5lOwf2XDiHrjL6e+A4XeeIa9M0BJlIxNZW
7nMu0uY49rrd1J2JpHVn0KuSGpJR2nSPTWr327akXuD3Vnk3AwIfuqrxIqOmJWy+UFtB584M7bGB
KnhaveWVCWSLMzsHKHol2xbDmu3gOzowzcIPpspVmAppDCgbyjbN6DK4y7o//Ln/IYG8fev7hEBd
nGPP05a5k30tcA2D1d3EG2ihyMa5EVOW3ikj4zs71/XnfDaS0KK62+VFZYelYjJqUy4iE84UW2rW
clfByuAWZQFycAKAftSZuQWtnm3QC3nUacZoANI4D4tW0h1PariT1eAURNNy2kCyAu90GlFEjLnz
NDroJju5AcVdTHqN0OnBomitfogSNx83iVJ8X8HZPZ5FkexrpdV9OaO5Y8jOvceHNG1GkaYPtcrN
e1nVGYTbLGMriDEAQYWr9gSfBS8oC1NEIH83W5F3SRdp7ennCYTygtZhYdOHFlXmhuhseHV93k9h
DY2Lr7Y3qZi0Ov/pNF3+hc1uuqGCzdFgZj9ykpMgMYYizBPIClQts0PVo6DFdBelAO3ZtpOJuUFD
OAvaXnkRnf1x02k+hkkJekHfOOlWGGD/QvjC2TOiu01hECQdVPgD0tdvU80AzRxZ+eAD8xzZVYZu
rjNPoAw3fjDCnGWTOrWxycjENy5NMxMCPY1Fd041zf0WMrcNNC3HJHCy9DWdHWDWuk6+oY7I6MbB
zTzOHNHfUrhJFEfBRNOgpIWtBvoCOhIO9D6oZOqepd7PQeZD0NRIeidpsu2oR5SmwBfsEzbg3Clx
DvKidjeT6LsDmo4azuOY83ppXb3ZVuHdAvbWffI6ozgqVc+xa6TcDXIo7dU3Mp2piRtt0oZCqRlF
N/pJD2rEhpBZ8xhqKN/gTEGPCcTfDlQfmscKfP4nlGbQEkmaYpuhYXtbjb3/okmRNKEYGn0cxxQ0
7i4xhzYANZn/AgdRx44BtFuRevlN6cxz5NQ2IUEHWGrYorrbJXVnbJmcsDNQ7oZQjPCj2SLDvqjb
bF+zQUVO7n3tkAZ3SdN0kFVIys8jeOq3fVbDsbVcfGimnr9kQk/b0XbrSM++DcnK1vzkWw2PrdTg
0FnhGe5Drd6V/YRXWIJq0BctPBXmsgpZgxK9YtpDu4qyY9bN1aZOm1dDSbWphFveVkI3NzCv7O4y
u0/3DbXbB1rI8dlz2/RgSoEsUXZ+aKn4jf+XiLLB1nA6xGdJs6nfMbiEH3DfauO2aVHVS+KjmecM
ySbL0z4uptoIjMETG9vqiqB0cMcoMVN9sRNqbV1JzQeGb/pTZ7r1JsuSMqrEkEXcLCHJMrb9jZnP
1XZy++mJO2X35ABDhJ3TIUE1aLWVeRL6wj8AW/85Txwj0gLdvNQa8lCUVX9vjbgsKeyEIcBqamtZ
hbMlrKOhrcxhl9GeRElX/UpyqbFP9O2xlpzc15YvwsJU0bgoLcl56NF39btbm2Tdt6JSAJDw1r6D
xpyPAVZFohyoJhzTY37MzDoP0y5rAHYydxkxAqjENYExW/NxAAdi0yWiPRpMp1ubJhCgBKThCZZj
GPMBRhWNnSxvlgHBtmhEGvrz4N+SRuRRIxhDp4/jRAcN8pNDqp+Cd/6DaWOHc1mDkmVoDbRA7OIw
pdz/ZklSov2T6MjqZPfglpVzQyrWHT1t/nK9GnuzluQoRhsipaNwArSki+1M4SmawcEtZCj8Airr
aeNqzaHz47sbYxzJLqWmDnjhi9+OpeEpZqfGQ+vm4shrXW7zdDBDkCCzjRrEHGD3NjZK4kzgVFVA
UnQoQBk8MgF6lnFN6Lw3JscPsrzxIyhQGWHOsuLQU/gWjX7WBMnQZAGAVM1b14KeB2JNcpgtoLtn
s5iPzJryb2iNu1tfkvEW6q6/J5EXL45t4FnS/PPAlLGtdfJDK1U+S1s0MabqsMscLSuuLa8PUIqm
m95yqx2K8DRc9MUiNEaGCEBdOyB4PwfNDdhXQtLmqFNIzQRomZj3JjxnQt0NXVSQ6j4jAzkkJnM2
KZuMB6dDV8IVTn0DZ6v6rnfE8FhyY3yhHXmeuxJeoY1ZsueEOQ92bxovoFATOPIUNcRlBMtix2pR
/ANNdFMDgxgKJ/nNqlzfAJI+Hq2+rQ4OjquQZyMqBiOfdWhac/U5SYunJpu8Yy4EtJQr0YQVN/1g
UDINE06bG7sl5q6vTD9sG7/fllmSh61NP6Nf7u9nXlS/IcdBg3nqlitWVmxymva4esn2we3AUO8s
NtOgbsj85KKLf3A1ESEqXHPneeVvWeRs31ttHo2pizKMK/umhZDhtjTIbdYMZeinjRm3dr88Nm86
dMxgEaRmvpXAzu0KXLa2QhYaTQQ7DwuCblNVGaiwceOiR3T9xpcak89tMpu4QY6i/JIbhnwFgsI9
uvgedtwGPYQ2BTi2KJ8Cnidp5Lctell9SfbwbZ/vewNsgKym9VPL0eHHTTW5yX3f2pTNaOydziva
YLBUhmLCg1xdKmuc+kUX8KZkmwr2NUGq218+121Q4LPeG+gbbKD8DMbfKI3N3DTNI+rjOTDQsw9a
E1mUMjoElhzJnQ9M3W1WSn5lWPaxdY1OHvtDNiNkAZ+d9kPlOLh0Zv4cA3vjWrdzvb3cBj33+4v0
L34ZTBloqJz+fqVS5aKpPMedvh/FIbOe/1+/76yQkwMcqHzC8fvsoUjC8Rrk5mMXd6EyLrD7Bev6
ASw5ej7OtTGZ46Eu0B482uZ2Etfmruee0fsgS4/3XU9a0ZIObo8geRbmRnBN+OXaz69eAcNYRY0d
ft5Dn7F+bNO3v38FbLHoAroKsozrce7ktZObo9sUl+prrOwr0L0zfz0gdQAcQ73KXyD2pw8nkUNn
yN41YwgZfbXQDkLH6+9AHpg1AEqHmQdssqCbhiinIeBbPeSNamicmOUDpdDhdyf79+WHdCaREINS
/AesIaAETmOAvs9szNNoDLlHomJZoTPx6XKIj6MNLMMG3QH6Fpg7+Mu/f5dG2qkdTNZrGmuci1AM
eKZFj4Z88dUDz+IKVODj2GEhpy4QRADr0WxbbRsTGovt3FQUh+K4z8v+OCf6EeyFT5ZKf5iTRvvx
mh/cmURASBcaKeCQWcBxni7PbIzRF05L4zoVQXHM0p+XH9/yBk5GpcgCqMHhG4dOJ6xPV1lQWDlq
mCrxYqv6OcOzhk8BeqfBiA/fJOj6XKMrr9F8f9IOYiQYSiLsQkQ/XRBtGCuqzHTjqvfIprUScIpc
eaSJuxvqbJPzHi3a6tNoG5uhapLw8nLPPc5lX/PxUBffhuXfv8sWdHE7w8X3HE+dGU7DUbh/qQH+
n/W9i7B8Eu8i9DjTs0FYbpzCAblESnqfLi/hXMJDE2MZRcH7C/Ds0wA1CmQfzSNkBHwSMVgZHIxt
oEib6r90bFls/ABBxOP6ozYOKv9ppImg1h88bccKLbNsCgz0bS+vZY14+08I6DUDKbiYgq/TD1QD
aXattOIZ87EUl7IqruQQAOA+N+2WlurV6MovZuLsFKt2Gfp3zvjr8t/wISUAp8c2DkorhsA2XdcC
udlS3FrZFAPVGeZZeTvb6ooh3NkQ0GwH8wusLEBHTh9kg/sXWgf2FA+q+W3K5OiV/u7yKj5kxbKK
dyFWSDe4Fou0kNYU5903UoFBXz2MVRFkfwnvXF7YSZzVqY07h+/XCeKAyoTrMketfWWTPfewUD4v
VkoEU6k1zTzDvBekQ44IS+cvBd8LLKOryLkPoBbAI8CxgTYXQMU4Z9f76tQ6bVtaQyyVl1bwrQaA
qB2lj1s+UyqosqzdF6IubqbR4i+1y/2tPVTfL7+0FWBweZhAay2kRsDCLLByT/OiNNJKgEEFs0r0
PTwwDnwLha8jApuosM+vQYnOhkOUBT//B2N8Gg4UJsvTrj3EFFp4kN0cNfxJ0LNX+tW5ponx4VxZ
lgZuByB7PhJm/WF7EjK9pB6HeBzNzxZNt9J1ZUAxmEKZMYmADlXE3eIHma95lpyNDLgS/J1RvQL0
ebrKwbEbCbLAEGugsgbtwcmKhG51SMC87x/VUIWJ0W4uv8gPhQFWC5gRBBORUNjKVoda1sP7ryf+
gItoPUfVVN67UMzMaojl+B3wl9jM4Jlo/aXy6J/8oZAswC4NJUik0elSHaU0WJcM2k44A0p3l1lp
IAwr1Di68T/rvzQ1+RMP6YoXClQR7k2rfaxgY40eto18BRK6RBPwmj/38m5OqhE8R+BgMFxbrNIx
Rj9dkF3UtNJ9jW8fl2qfgYTZoU/c/XUVsITBXG1BY4Juty5L8QkAW2GpMZ4dLxpn+gDB08PljDiz
iyEE9i9qewvBY7UfZ5OBkYbsxzhvav04+Wgc4z6SPl+Oci7vIACIWSaUYGE3uopSskRSatRjjJTE
yHNP5TI/OzZah5rux/7tcrgzh4zzPtxq8+/01E88aceYZMBtjL9869PE3O0sflyOc+4ThlwPUFGo
sckHILU2G5altBpjtLOeaNJgE57eRON89hSByQcPWe/dl2l/zYD0Y3GKxMD3BB9qGNEvJIPT/KuL
vihggzfFHHZKJDHQCWo3lCp053627KVGbZra351rSLpzae8B0oQRBa4xyJbTsIbBaKc4GWN3fiG4
tVD5u7nGPj5Xai0WOIsYLnIepcJpENfkGFcO8xin5gPFDmwBrWMUDzpxQ+6pgMyPbrW3zbvM+m0M
h79HC2Irxq6Mfzq4LEMK5TS8M9SysLlpxW0FtTA0elOe7S+nzZlv7iTEauf3u3bpVc9W7JcK+Ped
YT1eDnDmAD0JsNr/pGMXmmZYAxGYFNnbTB8GcHSEeNPWldLg7FoA98XpibGNSVZvC2ouli0wCIw9
94ebfLvmLH3l5/9gft/dUoDhnv2pKvDzQWOJYC6utV/OpDQIF7g7LPsfrhGrlOa9g6kVuEwxkzLZ
t5MmLy1QQcd8IPQKQ4Asv7U6NTzYF6KGB5cUehWrWFOtqpnU5hx3GM8T/ubYt7PBt1n92cl++vMy
Imv3PtBszpUWypnt9ySwdZrTguZ2OlI9x1Kkz4brbTL7NRnizlJwVNnr4so14tz2hHhQ80RiuDjA
VgneGBAqaAs1x42Vfndz83sDYWZMrzBuyNKAi2oH4tCPOWlv7R74lsvJfyZlFrVudIwg2w3d+FVG
atZQv9Rw0bZokECK4+3/9fNr6Yq+yvmUWfh5dA2Cut10/u9/EQAlP/jTwI3isnn6slLFlfAHPcVl
CqO00UTFnfrXSM3Lj6xTESDi/waxV43ZrjeFyYYWVuMJAsCK/qnK6Qu69j/HDCMO03wz2CyCyh93
l1d37nsDeRl9PBfv6AObVEoMD0gi5pioLy5q7G6HAerlEGdO/4Uf/b8QS4K82zMc5bpjr8o55l7k
fJMEmp97Ra/k+NksAykMGwfEB1BlngZRpLRsNSOIPUd0gpPmled0fhH//P7qk00mw2woOPTx0Gx7
tkvJdoC66LWu3fm38U+UVR2rOn/SVY8odrsx7YB/sa+t42yEPwXsIgP/obNauxN4S9mf+77ZR4Wf
fS0sdU8k3Vx+6VfirDUa/CxTztxOU0xxjxshJJNidh3QTMX/Jg7ubMBVw1R+XS8nlQKeT3uIU99V
QEmrGHiUyyHOpha8uf8bYlW9slR6kLhCiBTAJpXXAb1mE3I2uVA2gnICt/QPlCQDOIdaCRdNGJSP
1WABouNGsJYcLPkv1oKNGFI/Ftx0sKGdfiY5WAPTZDgYnqB9CqjdlZ8/99bf//zqXlHg0spKwFjj
THuR9asHANf5F7vJIriAp4TyBkOI0xVAEs3mk6jNOGsj3oTpAYgT99q9/NwrX0YDaGTClRHU2tMg
Xm/MolaYk/kzIElm1wTCpy+X0+rcS0fnDb4waMd+5Jj6RZIA856ase8NGybkXiR1wBnZ+GJ7OdK5
1eDkX4wmcEPB9eh0NUDLogFhTBhpSb/fEfgnRCn6jVeIdeeigPnrQ5QCnmofvD9M+C+6Bkc1Nait
sQHe6PIizj2uxSGTQhQRs9c1g9AtAYhIZjrHkw2gaNqGhedtdL13uytl4bkc/kOGhJAJDq31Jd9S
FXWg4D7GGOkHff6tAqqnKq9cOa4EWW+PwBsrWzdLkBrafe1r76Apcq1dcTYIrk3UsSGDAMml0/eO
Wr3qUaqMeCMyLI3fiBW03fPl93L2taPAW3QdMa1bz7Ys9OsE89Hb8QEKPqq5sXZJqn9fDrL8pevy
CG/jf0FWGZy0XqKli4tumaP12L5VAB009hveDKv/TSjMT2FviPnZhwvI4PQlmz3A/MU4wYHDlDfM
II99Pd/BbutFAvN8eWlnnx+DgijY5tDEWG81TSEdmbfOFJu0CXyCi6F9ZVM+++X8E2GtUpejC6gg
9jLFzNsJI5pBKwcO8FoBRs5mG3p7i4AYau21UmQCb8umc/DgKhB6UFncDS68zQv1msqiu0l0a4cz
BiboHJf+F0ODvVkCAhGU4+jvNNPg1PSR8Ep9pXA7d9eC3MOCR0BvBvT604+gh5NLbmiMBZpSfi8J
v6ONzsBx6njYYRwWMIgw79qq/Pt7uPc+7Cpjp7QZgLLJpljSIQQUcdNOT5cT54/u2/qjoKCG4qPD
6pCupyvzGNcsA68GK0sGdDwBTqsmv9yi2HZvzImoGwgXs3sg3UGt4MDHjJVRbkSZt4cW7kK71Krb
0NCOuHIjO5cIi0QRpurLPX49iKEzxJYgjIsvaLjJvug2MrPN5aWfjQBZbtD4oO+ITt/pynkG/hoH
7zImwJzmvgSu96VW19As574bmFjBJdsCc++D+3PrAzjeM+zRxUiiau6OaPaqDvyKvxRIXtrj6HX8
E2iVK6lfVV0vECiZANww6wjYqIexHEG5ZM7r5Ud37nNYRPfQo0R7CBKzp49u4OmM/Rojxcow7qwB
SvzM2EGn5LElmBsVg3g1Tf71csxzD3J5T4tU2yJFuqqm0rbPEl+C/1gkD7UDrSwzgEImPD0vh1nr
/f15ju/irA9Vk03CkhOqthwGWjWIRwqINAZfPzP/7BU3do0OCz54cewL89B01/Tvzj3a9+FXV9By
apMEILo5BlJVTaGcX2t1JDQqrcD0rtQP504NnId4mDjbIT22/gLyseWutnBRlBYDyLwLcHPkVx7o
2QVhEgcFVQB9gFc6zRVfcK9mKd4b7l79zjaM+dZu0yRM7A7to7zwNsIZ8mdVZlN0+VWejYzCBaUe
xAP8dZFvF2DVORSPUqq9hCqAxNxgtj5x4sD1LSbeldL1THmBSt/DfBPjsOVacbpQuVCpdQLMFzUe
cbkvp20jb/BcXTO4vK4zGxcKY1RiMKJx0A5bfX1O547g2AozBskhnOVPsB667PPlGGdSw8d0CpM9
c1HaWLtBKJNM+QT0cVzPn5J5S4fDv/h9uvw6VJoYWysKNnVakn5sSawgSz0FrX/lGZ39+9/9/rKb
vGsXmXJOK20XJLaYCHMyBtDv/RcrgHoQtkFonuCEWkVA/6MsJtuMzSwPYGT6t1Lny0bkQ0EBIhKw
hVmGJqcBGl8NZWl7JPbvJmEHBohOl1ew/MDq6EeqLj+Ns3+xVTsN0Jl9oRKnt2KnyL1Is/KQCAp2
rr6xR7qX0KYJ5cBmcB/zL5cjn9nLYQACVNkyYcPIerU0OOKZlbHAI2fQD4bQ/WywTV89/ZsgwJXB
4Q8Tp3VTx84TIrwxM+PC1ND8nqaDTswkzNj84trllQLx7IogQAitaHyWH25JzsCgSgJkWayV+wRt
lueFORgYpXiY/Gs125l9DUPwf2It//5dbhsKTFZrzHHn778WxVciHyHiDpyIZp9Lpq4kybnNBqNQ
wA6hTAlH+NUZYXuV70kPSNMepH6UahDbwYU2+0sjhD/JjtEc0KyQVFjsTE/XZIEP4iUzhguV3YWM
gUj+961dNBVgJgc4yLKfrZJdpg647xCljBd+AL0R4zWl9HM7zvsAqx3HdmfACjp7jp126w7H7tfl
bD73HnCxw06DR+TB3fb0AY1y8LopwUhLvE3m0bfj5JoO+dkFQDeDIIcxgl43v5k3ZPDYwDzJL3/C
15kW17wbPh6QNmoM5BE67Pjv9Z5PrKQQmRTeA+WgCqTHlH3hoG7b2RiNIr78uD4uBrEoVEcABELH
ar071xWokYRP7kNNjvyGJ3+dTac/v/oE+QBJjbnCz1e3fh2yazXTmXH5opqKLhsQaBi2rf981kwu
WN4dfQClJ5MQjZgfdJoGuj0QemgsM3K7n2ThShs3BDxSMn66/Pg+Zttp/NX6GKStwJYb6IPBXlpw
mSU/6pL89daCIEDcLHM94JfWTZ+eDVU751gk4U+tBhuzDHLv8fJC/kC9Tg+5BVUJPhbwWKg01lCw
egbYQqAEfkBvvt3KvnQH4Pps+pxpLl7xlMF2rcsnNqnus24sG4Vow7PAKEgSzkUD4n3H1M1oefIe
wFpMH+dE8FdtaH/XOaO+cXiWxl2ly8Ms0nJHU5nvGnuxe52AOAAxHGbpKEXUFNFqGo8jasd9ikZD
oICHOMC0rPjWtzx9xORpxCzfJ6/Q9jRe04maW2/KmrjPICqj5VwEiVuArJDOeVDBfxL6/VBBG3JN
qh0Onh6Utrm5F7XoAWV27JdRsOeu7n7zwbACIzMLsORm3s1b9MGyg5ym9K2GOuGNnHx9gDMXB9ap
b93fI7BkvwprMqLLb+JcSi0nMW7c6CV+OPO9Cgwrs6R42+1DAZIouNvX5JTOffTvQqyvbrZKZJU1
CMG2Ogddant5Bef2L/QjFuMNWD9+KCjqGk9y1Kn7YJrDlhv7uf3VlF3gJMcUzMPLsc4v5Z9Yqw9w
bDunSCViTf3/kXZeO5IbS7d+IgL05rZ8e/ZMj8bcEGMkeu/59Ofj7P9sVWURRfRsCBoBEsSozIyM
iAyzln305b/pdlh5ly1IoEMCFFPybASBIoKdkvuZVuL5X5TuUOwN/3R7AdcB0YwEOCdvfkM/yeql
v7L8gnShrwDhPXxseQKVxtzlc9LXsjhLy4BLnggWLMoZ+elSTh2Ffikpnf0Syt+6h8z+8v5lsA6G
jYmUr2mnQJmSisB3zBdFq+3XwZ6A6wA+9G1KtP7Z6Jj5uy1Pnffl0l6BvY9zpJWT7nr6LS7X47Wt
301JldElVZavfTHeKTYD0fsqjCcgi2wZqKbsqy0X8b6f4vrZagBOirIs2HhNJTOWSbqgtmvnY46J
sve2mZSHsdIzNt+2tlqhxt9B/1VfZ6SDbS7l7dvtBVxf89miG3R5QctJlUX4/X6iNJ2UTukLGAHy
jHNaa5vq3cUVCGEw6uQTiBavyrUBsbbOEGf0YsnldqJRrjYHwCN2t1dyrVmzFHIxxEML4UpWBbka
tVb0InUPihNs++n9JhEJM78x8JnQEokOMPD9cdDlLH7RUnljWMz5y+2mH/55/zrA5OQhBJEPb0ox
csxHg+JdnrxAzp2/jqvIZNcKywX59/PzNp69RiKl6YPe4POe8XUK91LzCHbGa9kco+aolO82izpU
ZkR0WC0SV+KbjmqKNcoD2qVmyZPFQHfer0A8X5/6TDFOvpmyLeCTYjck8HJWZDd5/VKosE8c83zF
Ls726PJ+832eIA6tiLToivcj1OUgdLSoflHUOnrqZDt4k6UuuI8Ns3rUva6/0yTZ2gxBvzY/trgy
NICMN2C2VNkuDyrQC7VOmrJ+aX51ySb69F4tm9f179cFOyyPMWAcUVW/lBEc8M1d9wf5EEohzH8Q
PkAIxZ+Xvx8GWyArMHkvAxgF4ybS1uLRpQ3CZHEqZAtZi3BRNF/RM0Xn6MfqWfIeZW31BOZXrHD4
8BAY5Adgl0ONhSUorQrOgu2rLw2y9n7WG1uvAn1pKyep5Zz8qQ3feOflW+Z39W0h8crYOk1X8ur2
YOHCNhjS99xz4O+RvWrLzf6ExigQmvmdzNiI2R4k6qivcafauyAP7EPpJBIAEGOyo+IALK+mfvT7
xni2PUM6RUFG5x5ohtOnwTFHc6Pkqn+qmQspgI+z6oOcR9NDr5b9p7TBh/dm2NNaUkuWtK0redxl
VWG9+2U1G10I65jQA5BSDEtU7gL41YH6AiN5qYGu+G4Lcvl9IS4Jq6Kva3M+gvFjqn/Wje+378F1
kHj5fUGJmk6JslSXlJc+CWW3r5r6SaFjAoRFudMYVg/U8DlT5PLdZguFgjwELwIa79U8rVwGajs2
Y+m2050Vvdnlisu9vhuX3xe2rbSr1itavt8xrqtgPoYVu7jQXooErjUxzJxtErMDdeAP/dAVJe3N
HxK6M4wBoDygG0DvTaSnMkhgI/o6Zunu9nmJAMMkCKCAQTDshI7tYGIuzUoR+6mvAAzy6ikB+AMp
pIjFCAhgHpqjtBm8sX9W4tzel638NeridKt75qscRPweraMRG8yDuxIc112a2R95g8Y7rfVBOUun
5qHz209WAk7Z7d8s1qiufrOQa1LUtDaU1MheC70AMEv67DTBg1cqn6HNO1Rat81gE3P04WSnxiMd
Qdt2Uu9u/wZBIa5+guBNRseLgXJl2+TpqyTdawDx/W8CBIdidMEgB/Ma278Azirjlc/Px3pmiv/z
+wkieZDOCiBWf3ECaVOAzPKalxkgTU9F+qFFzh+s4UzIvIlnsVEVwegTyggBN3A0mWJdUd61RQi6
G4JsVyfzImYUv2k3gk64Rhoo2LOrfRJUDeRN2456OXtN+29Re6cr5b4tH/UgP6jSWl+hmPa6EiYo
FRjysupUGusZv9XSg2cUgDP8lZGrTZtPufMC7uuh1v/pZOsQ5l8i/3D7uOa13NIJQeUGNQdp3EN8
b2wsjQnM+yTeTf2KKV2UMiclGRYAQViMMPsk98qkt7PXCeZ4dasUx7gl+t/fXsuiatBtigclZ3w1
AmZ6kk+ygutTp3tVOTjlIa9X3qqLJuBMhLBd05QDSWeb2StwnHH31bFWvr+0Ufbc9I1Hm6N94SkJ
zFBdBkqdQ73zog9HOn+GYxWtOM4l/QaKRaO6wWMezPLLKwqAkU8FiUUU9ks3PXgqEzX5X4n/NoBb
dPtI5v0Q1YsaCuUhe066iI8XYGq1TI+d/NUCWdHPfdzbm9/f1+PPvDmlxkq/xO9ffiXOZF6Cagd4
cyI3ezmRMfDhBH9NvKbbmH0BkmqUGdWJ31ZskgGIwcBo4+1E8gDIMrve0cjYH9MeJBxPkpKTA8wL
EIe4FLtPg3tTa5NDbNjJln63ZCsFBdhyrVwWb3Vh9B8VCL/2IAhbzzVctB/kunwzojLe63XzwxiT
9g0IeustM81ol6n2cDcooQWiap2VmzK3wUsDovdnFUYNLCKldxxNjzGqhixCVUzZG8PS9Vo94lp/
7bnzARUDjpMitBCqaUB9+mNFjTsb/vLSr/SGrpj/6zt4KUAw/zSPwB4bIsAej6DN7ABklJs1eP9l
ITgy+nJJIZhCZAb6WTqZjSO7o57tyqnZTtIHvV5xNNdXkX4G+rBmEgHmb8UqICDoZqNKbfnKqWw1
82nMPtXOJ0/PV67I9ZGoChlJMMdoC6AJcF7smcOU1SboJJTgNbe3qbkd16j2rjfr8vvzOs++PxVW
EwwZ358T+fbBGfZOttIGsrgEHjAYLhhQqTxcihgMGHEkxwtfg8ba1cyEBfmKXVxaBHwcc9mEu33V
GpeahRzoZRa+lvZDGB2zbBenK6+wNRGCae98KQZaKg1fu3ar5uAW8lhduRxL+3S+CsG6j1YmN1rA
Ksz60KQAeu1uW9uV79tCRTmHgUPLTWgv9OQfP4Xi0V+JgFf2SPTjgzWaFQC1ISm1z2bxT1dV4Lqt
3Ic1GcLltsvCUK0EGW25lUcw1+71tRhSWbjb+Fau3H/AVsQ7NwIFW0glnPdWDtq7UkATfyrNpwgq
Iu9TqqnbRrsDv70N/m7NX5LzdxaegvYQV/Xh9oEtr/Xf3yHcTUfrag/EzuB1UneteoD01ez+QAQD
rbzzwA+4bvmUSJaMRROFryCUa+ax8z5Wa1M4S6s4FyFcf6vqOiuOg5B3xVYGjrA5rXJGLR3YuYj5
J5wZMS/Q60oCpvE1tL4o6V7KTla5NY3j7eNYuj/nUoTjwBsovpT67JXHAPqplP/kLOj0oMqh0Usq
et/QmMYIZrLgNZfvQHktwHRU9n+whDMRwlloJHK7OoG83mrAV9za2ekPvm8RnRI30kOsCwFELSlx
2YRm8OqbG0kGUHvl9i8e9Nn3hd/vaEWbkw4LXlvnmeJ4lD3bwFOFf3IQZ1IEdYL9wwgrzwhejeSg
Rg8xFt9eq8KjkZehKNHumQhBl/oRkK0qtTiIL7axte0t7bNZvyJkdhi3hAiPx95OaK/O2K0+yA5l
I4NLBaCr8b2FIcR6Bc0uyT/8b+cveEljCJSAfpfgdRgPQIZHa6Z58QqebZvgIjuNwURzmL+vben4
MeMVL7/yfbFeLoWZY4cW3wc2s/47WUP8Wfu88LTSmsiqqogDmdRN+cX88T9tviG4RjVuNBtbG7w2
zb1RHlbhOBYvH5hZjLxRrqGt79LKNn1tW6M2Bq/UXY0SbLrnEChl7fMfrOJMiqBCQx9YvVphBWN7
a6QAa+9uf3/RHZ19X1ChGiy33Lfk4LWe7jo3Su+GfsXIruyTGGe1uerpdc8KetrSKClDpNP/XXhf
3r0OygLMg5CqVeacw+VplE1Ma/ng+69NvimHbVEch2YFT2FBXSFihJ+d4e8ZPko4ClpxQr0IWonp
eW/jWL9KeVixtAtbBXEhWS4+T8ew6PJk3ZNj3ieeO/TabowfnOij1Z9SwGlvb9b8SwVLeCFnXulZ
gKBokt1RhPDcRPpGmRPSjFfVyXcm/C1D+U3NVzZuvgm3xAkORLX9AaYGxMnalzRyveA4pl9j/THS
1rj1rrV57uGkhMYcFhjHYou9B2jaNMae7BrmCQ4FK3sGs/723l1rwSyCtBk5gYWkk+nzagCgSXEz
dWv5+r4J1iLEFQli+/5kJ1Gd/pYQfp0ZN9bSckubRKcKTSswW5FhFI5DaWB7ybJBcUffpA/K+FCk
40nKu+Ptjbo+dQbN9blnlwwj/cjCjSwiJivo3lPcHOQeyJmOUlX8Urxy39MWWdbtyt1ZXBXoDw7T
WoC3iWWaqRjGdKxZVSp190bobexMhg7j5+1FXd8cMjYy7UQMVxgQlwt7B54+DcQBsUIVDA9R2X+o
rSohQzb97D3jIZumj/BLrzznr60CMinKz2fFw0ScwgmCzqmiPmGQIAU+fYrT7yPWB36pU6XF4Ypp
WFI+eiH/my0SQtZY0yojygPFdeq7ZnohQrq9gSvftwStiDJTaiePG1qbDBJCNPPOxjhMJ7tFSz/9
7+C3Xg2/GGZHXy+ZNTfWP4bhz4TKx+0VLCkaEK2QZUL3jiRhh8BuKWn1MoAGCCGrsL3APKqGDZZe
p5krOr24WXPyGbCRmd1vvmJndrrs+0LpJA5DN+sdFf6tof3JcZxJEHwa7M2qP5U2+iwXH4Mo/0jt
di2NKo6Q/udI4KwCMYW6/dWIoyb3fSw1FjtmRv5Gj3AxgfwIkPsnKdA2ljLpW7+q/84nZnCCIIRg
MD95MIPWkbQxy2J/+/yWrhNgzHPOmyYXwDUvN1UN205uB6ZaDG1b/iUxYaS45fQHJ2fM8KAymG3g
YwlKIo+j1bXw4rqRFqQne4BvryystdmLJf0w6PmfwRBI0YhDEbHT09bBKJYbQlzmv+HT/0A9zgUI
e2UXXtdhDxXXih7D4eFP7ur559XLo6h0w4+rcVLcyaPxYZd/vn3Sa9sjHEI5dUYH8JbiStapK+5y
eeX7i5pEGyPEiaCIa2K00RZDFqetrsDVt23KY+28OMojRDt/sIozKcImeWXKjG2mYZHLaKe04e6f
299faBYAg4IpSCJLIFavy2iSERHU0IwSpp8N5WNmxnCpuIH6rIb5YwV1rtF4O9huoT966fp3PzER
zqgS/dIm/XSi286bqagChqBd2wZy1c92p9urm03kZezJ9zE6zHFaTBGISViIN/MiUZgujYfcCzeG
bFdbQ4rbvwYioEOnytmdAV/VSsS7pBmYawa6HZUxNrGJL4uUtm7p23L7jDa3Nk+mJ6OmvJY3RntP
NbFdKVIuyaNSzKQcjWkMmQr3NBzjQKv8Gq+qmMe0sU81bGjmIfJWdnPpRp3LEXRxHGnQz8dyXpf3
ZYqrE5Qyf73/wAAAxo1ybvpVhFVCVDk5CjAy3pgfjSB6ApAFdtVueEpUmNPl5P1JNLbsTOC8t2dO
NgmUKLBlBGb1F6O7z81yV4xvnd7/gS1lHp7macB4mNsUrZEqeWVvyTIIdcW2dbbytEb6vnQ6dAsT
vtE6QHfq/N/PVqJNY0FFcSSRFcJrU0BY9P7yGIGNQX0P10nHu4hSB/lp6BvTrNd9wYC2W5gKLJI/
bmvAQoB1LkT0amPSVFYUICTvmcslCIcv16IDQlUPfyJoHimcu3mv5r8jKG3jdK7vOs2pln55zUPV
v90WsXAkeGaKCTSsgYclC/FVHKdhaEFv7ab6F9/5m161299fuPi84kDh5DXHDJN48XOlmSpJYkI/
yp+q+ktXHuPA2KZrE6ULR0K4BHblDOeMuxN0tytLJR+ZzHdDyHfgn/oCMcfthSxKYNRYZcBQnQOn
S92F0sgYSUYBNTAU+zDtn5rB25fV2mDxkpi5mx6gVJpIcQqXYgql0u3RxtdN0pM8QQg6RduqWHmw
LRw6k8t0jlEDoQ1dfGDnQzZpzYRP8/JneXxO/n7/VmlgbFEUgVjrisXclBwIbm3G+xM49+BhcdPC
+TR58oqtX9wq3BfACKC/IOxyq0ZIje2h7VGtTj2OUneIi+ZLGMQr5fCl8ANkB8NWVMbxodwRfBe9
r3FlZj7213G8mZFz3GpJeEdbyCGG9XTTRMEp82FCKqbHrMp/AkVRb1ogTW/v6kKgwM9AA9lRXo6i
yx7MAPp0JwI+pBsOfQKHspH+1UbmZ80LqA+scd6LsLDzo4hmIu4ur1UQZsRu+47BDi/pGtAgGBs8
TIUS/Worp4NJ3ZF3QTl0+9GhAWwwpeRL1VrmLvf0vtrkUCn/gQ0hTTNjtjEvczUB6Vd2xYQBv8QP
hg1zf5vRc7Z+ygDh2tCt2MP7n0VrmgYYFIKu0O9HIw3KGqJnVzXz9inw48+xNPjQNcZtcEzMPH9O
JM28lyu93jaeae9ayfqDJy8Xnyc1fWPMCoi2zPQSeHxbBqWHOthrdvHaaNa7O/g42zMRgiPOeuat
ao1Rb1ICG3N40h1pV/mwGPprHZFLpmZ+fgAixhgSfcqXlzSYHLialWRy4Rn1h03yTljd3wdGcMRp
cTGAgRIuZ9xPZMImADb7bec/W/JKnDy7PyE6nycpgPKig4+pScGvOBFv5E4FxElJCtrOvoWJvC+V
j6nvM4P7AUKE23d8yVtizeZ9YvCQtr3L3YK7LnAyrxrdB9X6fAAb6PP7v8+4sIEBoejLlNvl99tS
p8AYN6PLSG+zM4PnSX0O16ZMF44c7VLxMFiQOSt4KYRH3GCV0Pq5IPJ4b1H16fYalj8/o2Lg6onD
xD3S/daUGLqGQuVbZtyF1ARuC1g4c37/vwKEkCjTaqlKMgRgCo6VWrGKbufYb6rR7QcQFzvV392W
uLgkxuWZ0rPnep3wagliux/lMDFI2u5D/5iuuPsFR0kGzYCdar71vDMvD6Tpuyqrq8aCBAuC8m33
mkV/sIBzCcKWxV3RmbVRW242/YqpBoWatXIoa2sQnH0b+iBS1pXltt5eUfZytatX7sayBNpbwYzn
L2s+pPPHiacZOWl7yw3qe1KzefyoriFRLlxvDuJfEfNPOBMhZaU81mTe6Nd0Nqk0W0M9/pZ9er82
nUuZf8WZFCOx1amaWEgon6zkqK61W8zqIthEmBmhIFBAUqf9Rfi+Y+YZba2J5RrBdzO/B4u7CL/r
X6vp/Q1wlEsoV5ComOsZ4oSDkoHoY2e55U7J11r62ynen5S4+L5w4kXZKib21nI9u9v28r6mW9PT
fxXjirdd3rB/1yEce1PDgdR1rKNXjp1+8gK4mA/eD6fd3z74RfXCdygaU5/6VV8+ZCrSSMLHdCXj
R8KAm/0S69t3jknODpdN+1eIYKtKr1Uz3fZMV27sz0GqnsAk/X57HfN+XCvYvyIEpxuNqhxqvWQC
fWV9Lbv44GfdyCDT2sTWktnFGwI2PVN6wF52eVGG3Ie+CXgCV8o3Y7nz1zBNF9YBoCg5L5CTiSjF
B0o5QbM7jB1Ibc7RSO/aX9YaRsHCCqi3zVjvVN6YYRZcrarXXdODN+i2EJT/DMMVhVpaAKDMis3f
Ki0LguMwS9mBgtbAExZ03kflNqigRni7fdrXa3CQgOfDlsxYmcIaTICnZOiFVbcetqO2cbq729+/
XsQM8ThzP87gkleNFxMM8/CPkZ6uGR+ld2Gfq/HRD8x3X3LEwDcy4/MS6YpFUJtBgLxSJNUdBxo8
pINpvabKYxMfVfnT7QVdX/NLSfOGntn3oDHlOK+QJA0fnfI+pRNcoVsTIuHbcq7joEs588aeySnM
SErzxIGuBcQZXXtpy2RTNO6gZbuqemze34bDAAsFecJsDW0Wb4vtVLoPjJvqWpaPFsDD7T/BcblR
pw+317WkcGeCxBRLPhaJLc+CPGiYh/ZbRafdbQnXBp/+G2CbGFqaW35Ele4ZAAaFtzSApC13kx7D
FhT1P4omPoRd/EOd+i+35S2siMYiUrfzK+WaLU4CjbJrlWFwrd76lZiYGit6dxlktjFQY1AiJYEv
oo8pWq6D2qYPbmR8CA56sHImC5dUITAy54cPQaom6FoDk64a+Hze+hy3j1XwlMQrZ7K4R2cShKjF
sNp0SD0Aur043rTNx3EtuFsSANnzbOf5B/bs8rrIgW2FmpqB9xuO26IxN53/TqIrfC9JgTMRQhCc
+rY5MO0JyQuRYzPtevKDSb+SbVlI/CAF5m2T/CBAbeJR+/moqV2LNnX1HazzmbbJyqPpH31py3U0
xj2sDOZakWNh96ivyWRuCSgZohZcjd9VaVw1Dalutd/adcts8vv9ABJIpFP2pntNbMDz9LFWWg3G
hMz/YQcZjWS7Lj7evogL+SOYwUjewlw35z9t9VIJkkTzkrajVlMUT6MxHmJmwOTM3MjJnd8++fl9
0qV3Rf7uQBap1DtI38/QNWI+l0SvHQwqSfY6hml26n72pb6XM/0bSDfvToMjiqEzInIqRGTDLxeo
hkaqyG1O0tU5Zd3fvfIsvRO5ddbyCxHCTY3iguGdtiTf2ki7uB+f6jpe0YUlbQNmgN+Px+bBLcQc
pZQqZSyF5Dajzgd3rHlW5TWA2AX3SWAJ9A51G+IbsRQVZL02zYTXrtQ7h9RJXtLS3popiJelt/MU
aLbDulwxo4vronhAWoR5mKurG0sRz/yM09Eaf2OQofx1W78XzDTKROJoRrbgKSHYuNy0u9AsvNHN
wye5jOG5jjZd+H5XA7AIHyespUdSNKRwTthx7ZPSS8Ariqppm649lBa26UKCYEfHepKiTkECJ2J/
bdfGZOf//fL9MoOrOQyGkNKBV01Q4IL5HbUypMYNjPI+T0N9Eyk5yPTjcxmpz7ZfmptY0SE5WUv0
LK2L8UZyoYxCgXQqGNFyCKo8aLOWEKrf1oG37d/fm8TSeFDQnUscgBG4vP6aZ456OwatKzX9xqgf
R+k49BvN2d/WsyUfhBy4gGA6JxUv5sBzWaIpQkKOBsZgmx/k2nySpVPV3Jv2dFKaYBdn2dG3JyYg
V8aOF8JrbU454GjZx6uMMvWqSfK1uIX45JM0xdukvR9bOtuS9zdHsZdnggRfMWrNnDBPWncyNSCe
802UgFB7eyOXNEIDzIyJVJmXiTiBTnkotKIi6d00+SzFtLKt3NWlzSLkBFSKkIcuWsGQJmo7+EVM
ia9M7UODLVVa807zbeg1VkzbrFnipZpdNyQPlOKuYKdAIzZAk846t68/TH6/j4vvvkTxwvMPYfH1
9q4tmTkeITTQ8vqd+wgutVzXU1PPGrRPDayTOQBnlEb5L0mWV8KFBRdB6eJfOYIGTHWn9BBPtG74
j+nXT9VP7VvT50/lzz/QAhJ1Fm5boe/CFMx2k0dpohVD48bdDrjHNZqope2aAY+olMDCqokDFH0c
pl1W163bjok7MHDnldUHy17rnV/SZbo6UDMZ20Pe5vJUTBoV1D41uS9xsPvbV9bm0JfMNklNwLlQ
Zgqs4qnnYaL0ode6cubm0T9695kAXmkfCwa+om9WdritZEtXB1WmTk56c+bpvVyOLWlVliTYGa+G
0TD4WhU/04nC8Vq6YAGT5Dfk538Fzft69o53emrbaj0LSp+1Otrp2fA4Td5JM4tPpdZuZL950eP8
kAKGs9WTX5Fv7jjkFR1cKKPzM0zy6jxU5zl8wXXUcmFPjYxzytTyyWiapz7MqOLK28owQRVodk2a
wroRP9Zd5mxoGz2Ftvb2B3uOraIYQghz9TAvesWp8pYLp7b6Jk1OdvdqWV9yb43r8beFEK2V7cx9
CbRukY8VdKkzE2OQPCyI0UOR7WcP+Ti8FX3HiGXVb+TR3KWRvguzz3bj/xhaOOiMFKr1KdtWsv1T
laGNy4fn1qakqcxwvMmLlSr7Wl6DK1i6uvT9MI+gw3/OC+JSN9rMp+QesiGJecrLx5gxczt+f2PZ
jG06Jw5A1SQFJ5w8WVzHoGlzdHX5KVOOyvfbh7pgF0gbUbahqQxsbjFezKFtb4EGHGCdrjfFZ2N8
f5MxD0bMG06UFk3Tmjfx7AJNQJ55Rsbvz+NwW5IPW0UGXDA9OkTFBDy/Uyzi1EYqx34hl/3gSom2
teyUdPRrM/7UjLdA/uGND3b58Q/27EzgbJzOluQXuRPbHm/8UnqUanVjp1/+RABJXSwc5y5aN2qc
4Df68uAa+r5ydsMfKC6vULqaiXTpYLKEBZR6ZYxA/nWubzmbZ1v9FCgrVdOFgAMJaK6l0iTPY0fY
IrWxc6uUO7hloi/S5ByaqQk3Do2RcV4Hm85Y499ecAjnAn/nFs7ORNfDuAkrpXMtmIGS4QCq9rYI
P8rN+5/wF3IE2zTksVVXgLO7se08yaN9XwXtW+BUh9sasLYcIbiplF7Nsn7ihHoSbuqzWb1l3ddh
DSZq6fYbsNXgV2Y+TzFzqJogLLU1ESjk8pPx6NUrLmPBQjJDA+AodRZqOY5gvPKpj4oyaAdXH7tN
rdLCQutH/fX2Xi0tYub3AVuJOEoWsaZNffy/65hNIdyqH/J8pTqxJICUHvlo4huGg4RVOEFRyUlf
9W4bEF7WwfH9v//880KAWdlaG+VT3bvlsJusbbwWYS7dxfPvC3dRDumzm3q+b+sQDm+87Kgo90Wx
79dKziuCHKFdqa9yU4mYBna1elclkPS9OuM2MciArrwylwUxe+PwuL0uEWR2Y0h2kPeuCcS0o4db
H5rA2PogA5M/tCvqtaTDkLrwcgJJ6xqyt88l/n04cPrT1yL+aMuPhb5iVOYTEAIe3hf/FSFuHFML
9eDYXe9OdXgES21omDzcVvlDUjyaZrjp11RiybycCxSsWJXpSh1PCDS772ny0IePefk1WXMCyzs3
k+9QQ7yGHJZGS6dXVu5dycEpM76kB4B1M3LyB/cHZ/P/xQj3hxq3l9ALjNrlu6nWj460lo1cPB/m
PMhHMXzOlPilN4MSQhkqHwNQVnL/EHdd+eQ0fbL11Cp7sAZLIcsmdyerHp1TEI/G6fYCl/aR4J/U
JN3Z1xilxhiT3x+Yqsy9j4p8rw27bm1wc03ErDBn7rPOGfGlQVd2lfzrGPs7xfnoMCpxex1LdvR3
NyMNjep1n7k5lJmZ1ipFBOtrvWvllVB2qX5AZy+ztPMuXUMr2l4/esXUMrxNh55RbuD0yNrHMfk5
GtEmN7/r4PBa4Vpz1axe4uWl1utYZFawRmL9oNThAbG1QXFb5WtnV/tC6Q+F+uBkO8CdtzOE3e1d
XDoq0u8z5wF/XuUpcy2AHUadZLcBMm+L90ueB1PvXqZCWkOoF+kI5moCU7bIMcBFAONm/i3naiHR
4iwPlH3sbjzUNSwLr5QXDqSyt0a1a5Rpm2Dotb7eVCSzJThL5HsTaox+n6XeRld+FP1jk/2UW6aV
4ruyXKP8UJZuJkM3czmC6P8q1WkXzphVGqNRk370Gmube8qL1ppbnumg4D7q4ZHZWiJhIA2/G/pd
XL5iLLb6QBiivXbdHQHQrkjWUuTqbBCudMLE5JGkBOdTfLTVVubFUFTKc9ZATx+d0N408kmW+tc0
/yFl0avZ7ksj36TW41A+hfmPKUhpJe42xVQdPc25b9tiI1U+PN4vfRu92rWy9et+JUhfPl62b267
YFRWTNXVcQbjrsLxltFfjh1sxulZbj5MZXmA3mhbwG2Uentn+Cc1Dnr2mGr3ReYGQ8DjP9upSrWv
EnNrWBDX5N6GqsCrGb2+W9fnEYu5DjCzwf6ePT7TP6+y+8FLmbXo6nr8MIJP/jjzluzNbFzroFi4
xuRXGDOaQ2F69+eY40xU5HeSUdUcWSHVxWNcQ+A4RN14b4xdvbWnon6z47b4UEmOdHd7kYuSf2OC
kiwlmpl1/EyyocaGElHTcXsb6DNT3injcz0+Z5V/6EHvmKr3mmHy8mQbaa5iLgCrJVzqTIkjvYjS
xg3tB3V8+Of2aq5CC74Oa8as91SguFqXqxknSe/lWKF+kxvONmvjYEM/cLuF0jc8AYDqr0yYXJlD
QZ7oufpSqnunb9wefM0hCdRNJtMBQTZwZduugs5Z0FyZIvs1UzgIQcDcGBo3/dC6StmZW0Dk7Qem
LbSNLYWf1C4Yj+z3Wl/U4mbOwHyM0FAxEmtSuZO0qWbqjasMj7UOo2D0MOWf6nc/cOalnYmZNfRM
A4lgmk4dEKNlxk7W400wfL2tFQunRNGQ2zWngVAOQcdrU0sKRZkq15qCv9qpTD5kxaRsNcdTvtyW
tLBljIBBS8wk5txrI9xjOzXprQwzJHnmdwC0XqTUufP6ZN8l7RqI5cKqdAYN6O4jPKLpXVhVFk6K
5ZdGyfzfa96+JsmdbL3dXs6KCDGvwfyqFaU5IhTpvoYDrlSe+7X54kUZKpBEJhd3zjddHn9KPTUI
S69w69Dqyc2kHUFMkjyn3mStXKKF08EkWPbMOswgs6gHql+OTpMXFcXj/WTfGdOp7k5D8uP2pi1c
VZoTmJaeW9EJnAUdSL2ChKAZVa7TpUa6yRtlOLUSPBoKqZuHvAmSk9lO4UojyXWS/rePmjFyqVyT
lxUshDembaj5LC7p7hkTKbyHwnqxFO7ri059p/kShy9eeZfaK5dL53wuoo1ZLmjilF/oLrnKskxt
0o+Smleu2cTxHbTA09a27LUnwnV4Da4GV5j69Tz5eAVgXVrpMPTmlLt+27wlivq5U5Vtp/k7D5x0
2mviXdAWO6U0xq0DFertI73WUZXmMECOSVIZPCeFq6Z44GoOcp+6ftTtYtkHU0TevB/+iennMyni
bdO1NC99eUpdJ5M/9eTdvMne317I/EMvD+tShHDZAsMEnLBXUtdM/xnzDy2VcfBljnr71PrfisC1
3t0RJKxJSCUGhaZKPBhSN9C2jmJtpPfSMuGbWBLXDbVgxBeW+0v7MTlFWdsNEvJ/qodk5VZdK/fl
x4WfHzV2ZscjH4/Vh1HZdd6H2+dxbZEuvy9cWhD/B6gsOA/Jvi/fRvOURie9ON0Wsqi9JgkruMj5
UxEcrG86km/UWupG1r1fPY7Bg2msNBMs7NOcx2XWY6YsM+x5nWc+vM6cLDajIHVloCg3XbSitsuf
p35MaxG9RWKHdhXluqlJceoO0JGq1mYK1tI410YbuzLDhP6fhPkXnC0gVbuODsM0dRPVPAwJpiUN
TkVkHRXTexzHdOXclxZEkzHFL9rNCYgFHxGErZnXlLvcJrc3vRZDE769fejXtWOMJGnj+V0KFttV
xCh7ud1Hw8CKYu9hcMIv/pQ+ekYLYLf8IDXStjGTo66094Ei7ZVp2A5l/hSazcojalYuweJc/Axh
Y+Fwrp08llN3Mrp4G4bDC12q+zpvjhbQgLT4/x1W04pLuoaV/r12RkuJKYAuuYIuAKXYluoudY3O
cgcnOQV1+AjzwaECZHac0j0ML09DMG4Up9hp9bSNh4iadfQSAKUrV/G+ZD56c/tAFm6hAuMlpJQG
jfJXPqRtndqcVDlxlbGikcOFWWCXFGsFzwUDjxSH2p2hzEDwgmI1Vg4/mWUltEA9jjaUEi9B9CHI
zG1RxZum/1DFf91e1qJAXiQgRc1zz2LrBeM+0pR2UepCG2l19SYYDyV1vTB4qnRrUxcymYT4/QYN
pH7Y26HPWZjOkaR86qIGc6CVpzbZj4rPXPlKemLxuP6VIY4a+DmPn8ZkXQHpOztAQvgtnNYYwRak
zJiSdJoyczAnbC7Njj2R9TVTK3P97PNQfo7TT7H66fYBLZiaCxHCBQwn3YqV3sjcVj79rTrH219f
W8D838/sZsNl8uSKBQTqo0ljMZxmUtT+P9K+q0duXOv2FwmQqPwqVeykatvt9CI4DUXlLFG//i72
OfdMFUsoovw9jGcAD7SL5ObmjmspbNnKK3mxBOl1qUaSGmYDIb3xpdeLvVlkwPTiIVWBEqsESben
adt2xhtXnuwhSMwNRdtidixMlfqKU5Vs4sV6pAfZYo65ZCXEOMsQZtlvNwf9pg0W1WSHdPvWzX+6
DXKHoOHzpmZfOnngFPtyAil0FfmDFubwfvUnvVgCR3tqFvDrVd8Q3ITT6Aa+nx14Nm090gQzgJXL
Iyl2hPWfFoPvFn8LfpTAJ38AVBKU2Zcc3NAlKZHS2jSusaFc36QgIfPs3/r4OStpkKUfuP5zRmKj
rwg6KN785Fk3VK/vio7iqiGzIUr21/xrbJzBz16UtehpcEi17exUsefrEgRcKBHD+XKysbJ5WTt2
Vp+IMYeTh5lEVePryk3AGv6VILmKFPPlvHJZfaqMT2O8Z/MXW9vevmyqRUjWYuhH1/favD4Z3k9C
ntpyc/v7K+p/sQQh/+wyj32r13qG70/6cz6hR/fIlx3tFbdZaLek/RdSJJOhO/YwWwRH4ZrOIxJb
AY338IUCp95p2rT1h5+3V7UqD2iMICZEpgScJZerMjI913RCKkwMFGFN88CtTrqzq6d4Q7RHejci
gI0WbrxOGCUChA661S7F2ciYWP0UV6d5MR+t7lte3F2yFxLQawCQUNBnowXxUgInJsJQWtcI6p9S
N+hVLXCranb2fWkFPdd7TN1WuI32Vyv/WWUK53dVzQREpsCEQTwtmXMzH5a5aQkUAIxB1fCBkc95
g2KDqplfJUc6eH+0UpbFRn2KwVTB3GHfDI+xB4ooRfCzqmAOQDNw3HDt5I53Le0yAO449SlzAlR/
uuVQGkGdftGqcFGNDa9amTNZ0hU1Cmb6tMLexdzb1cWyGcbsOHbe/c6qAM/835KkO1oudeExgiVp
8d6r7WAuN32qwuiXzgc1MxutzegvRPcMJojlRrMy5Q0de9+KbHPkm95szBdiMb4HL3H5lMxDcyc8
z38EAswGC8Mzc4V2jKFubWlQkIpIvnF0gln+Oy30uwTBQS6gjhBoy/WHzPAMCtBbK6oT89XgKGdp
pcJ8ygMW/5EB9x4S4AKjc/Ly+o9g3Iqb3jajpLYXAFFY86+qKO09kIGG0Bh7+9HOJvDkJA0BEjoa
ru0Ypo56dqP4JXKhEb/EAzUe0MpRG0M5R8a1QpWRm7nfdieGloCKlCgilkETp9tk/tLGjwvdG/HX
0fke1ylalQ+Thynu9KM3vi19EhhuEeZoNJmsf+Z8PhYAoKqbZ2tUpO7EJT97bcRuEdE55YNGAaRV
8mxyklluXlPbiHgF5uIkaP1hU9Ft528s/b7n+b+iRB+YC8sMwZcH07UWQknTQg3YAULmq6Fqxn1P
1EhrQQM2hqxxNX20gkkCUDWrkrpsjajVs+JBT61mZw/j+Bo7vbFF47LJg6ErWBuAv1ZHbntyHlLu
GbuuoiSwNG4/2Yvf71p40y9zwdttZSf0E3VctqsbuPL3GRFZPeTGos6rxt4Z+u5Ud9ta21Tuoc8U
Wy5WfLkjFxooAxYluVnUqFx3QFH4UjHEg2nQqbrwVTKk++by1kpaE8sAoSWpvhdmH4yqiQLpCfnv
VgH1HV4wige2+Pszz0vjPB2HJu2Aw55ML7zQtShFOj8YfDT6pEtlbuZRe+NF3h5uO0fXi0OOQAyF
Y9DxfQD6UnDc8c5sY9OMLHu31A/w95QcP5I7IS6CiG9R4keRQEDPXIpYGAq1OWpwUTruq2TDVTG0
XPkQAjCbIJp9RR0bXtelABCa8rY23DECeUYHCuK4eQO/YpIHflVnH8wsIZ+W2vnFeVztxmI29sDE
6F9SpwCOT+XHKtSKNQONkS2McgL5BouW+1b03tWmrtGmKLWyYVMPer4tPTTnoE1l9o4tB3k5mGaT
jZf4w0cMMWnB1Hc23GC3v7NGKLbm4qdIrpYNgmnS6NkcLe1R83fUfDJVJYWV44VthS8HpBF088pz
ainvEj61EMHLF5OzQBt/3lbRFTfhXIDs7mZLSg29hAD7I0Ace+uACpM/Ke6BYhUydwCxB22aMwjR
/CBtATx7ty0UL9D/dsmVjIjDccQkK+fI078X7OQk+1LFCCVl4t7PWkgABp24CXIuKYl7gBtPeh+1
OZ8sMFAVxRSgNbD83Tg+/eV0jILP1F/C2a3IEsDTUnGDXxsTBCWiGRqUfigCyGUyE+MWCevNIZon
MoQ+pZHRuqhixXd2oWGpF4LkShlflsXOYjJEmrEx6g3Pd7OjcG6u/QZ4gKgHIFWABV3VG22rmK3J
AyDtxAMkrssCE7m73nodVLmPFXNxKUmy/fW09NVisj7yyWdj2drJYze/kXJnIw+TdZvG2bP+Icd4
z+1rda3xl2Ilqwm8qQFM7hCbmvZyLBLHfkAJeTjeLQWUw0DkQxe+KHUJlTl72HQjYdZoNEMEvtZg
Sb8UqnD72joA1+RMgGThCtrOS5t3Q8QzrQmzWhtDBrKCN63IJmA4mCoax+tbBvfeQOyNiwZcZ5mz
2fNAvJdlPRb0Fr8ZRQh63QwNf6FZ7ts7AeyFmqO7w0fvL+aZga4ibR6bwaazuBmJKgT6zT5REXSt
7B1qXqg/IZjAEyqX1eopKyrXqkk0dU9puvPd0Oh2XGG+V4wCpsBRmAX6GKbV5PdBqwy6lHgnI64f
mvSxIBsl9qtChPxCdFRHMc1B82WWI84IGVotLMVtUYmQciK8K/rSL0R/5/yYfR/TY6uaYV2RgEk4
gj58C39cYceCQVCrzKZcokzvrE2ZZ8eSoL3VsVUonKuCwL4CWC2BnCaXiDKSa36a8SXy2vq4EPI4
0oIFKXdUzseKCRUw0shRof8Ct8a8vPuD3VEgonZYEZu33vLW6XFIWPlsJbU6/Sqs5GUkgKBL8JuB
bgIO7VWcFyfdVJl+dXLSNKDmP3b8OvdfneHIqjh0mzsTJLiaF+Lk8tA4sKUqGogblu9OfqxAXwtA
+du28/qgLmVIOrfwcs5tolWnUnvOy4M1fUzupAC8Wga5PKIZBI9lkiBZqdlHkRXvZsXtv35lLtcg
6UDqGE1PjKQ+8THdA3Y7BinG7V26NmKwYCL5IJo/0PskhxdkdFKrQPDnzpMecMz2UWpOAa3dXWyh
sHJb2sp6LqRJj7XVx3M3tg07MWfaul76ktjKkdIVVcZcEZJUIiJDr6z0Mo/DCCoE5iYnXmwqD93H
r3YaDnrQdK+cvt1ez4qOAfAEuSQAT2I2We7xHMTwf5O4DI0beuA6D21NA1dl2tY2TZgAgFIBEgSe
wKWWWWMydFY7shPYnD/aKuKQ1SWcfV3SYR3DRF1q4OuAC3rlHn8xKu0l1uM7QfXEXUHrKHpcMIlg
oedNSruXjHfVPBnsZCT7OX2k+TEt0yDTHlu+aV1FY/GaDpwLk7YsaUZzcDsdkYL1bbIjfdECkrMw
o8Cdtf/EXaJwd9c38d/FSZuIoWKMmjlYXDY6mzimQYr0HFO1S68rArxqFLvR6C5rWwEcRwqXh2Fm
vc3e6rRpH1xtMBQ6vSYFbQEYHkHnB8JSsdYzn5PVA0ksO2Yne/44zKHvfr19Z1Tfl1zOxYz7omQs
PRVEfyXFtz4nn29LWDuN8xVINk2vzNl0DayAFkc9PdT6nlWKosX14wy8D0E1CqcDtkYuWrgja+Zi
xIG3/ae+fBTQeoVFAgf0LlZ3J17O+9U5FyZ29OxEPFtDBM+gzbozbXjlhfzX7Q1buy7nAqQjB6Sf
O1FG2CnWPs72hqYzCuFlUNSgtUpYwDRFd8iaCgASAT3LcKQAFiXJIzE3SsSfySl+4N+U8J2qr0sK
RvS+Ylk+JidTs4KXulE5s2tnf/7rJfXql4JPho9fzwb4SsMWWc1M/zHS6P6sBwo8Z9skju3s3Ber
LDAkBUHRpP3ydlr+4/axqzZKeilTrXRZauH7QDpsxtDZ3v782jVECg9MDuAkunZg3aq0uenlCSZj
3Q0m3zZlh95DU0XKunYcCGKRZ8CUBVwZSZkmTqlHxyQ5pd7e9x8M/YNpTHuNmOGc/r69opV7groB
RpqguYCJlF2LKgXpc2xyeipR1Eviacd78qDP3ZtRlwfABh4B5ZgqXKaVXQQFGyAHkRAVFStpeUZc
6k3j+/Sk0Y320+v2tqoouqIGguUEFUQULeFkSI9lVng9EAFbtNbZ9K0A8o++KKpIKxLQUS8G/dDh
hiZR6UaapjZpzKroKWYP9MGfFcb4eovgF70DCkHXANYsXUgyM09zLG041YYTaHRuQs8bP1GiQpkT
P/MySIIcR7TaiHFlX47IrKJwJuICcaHKPPOlmMtxgzx2E8Rz5e5bMqpm/N4TcdcCBXKQIfCZZFBN
e9FHvZ3peGKuF8RmFSTG1ut/Mfepr6OWzlutX8Le2N3W8uvTQgCoQ9VQLUPFT27ByAc8oJY9jRj1
XUAjV0ZJUmxvi1jJ2gkZIMZC5IHmWnmWxCPcZZzN4ykvx4BqQISsQqM+VFUlJs7CoawCRr1gxsSv
VWgKb+29ZiLvK4JdgT/mgiJe7roEdVPfYGymP3m98zwzYOq13sZwSqAUpw9OMlQB0JKCxjS3vNTn
gLZIWzqFtrVA6uvW9Z+aWfjf9Q2GYhUWZk2VMS2GQStRqkQsfmnytY4X1WI3/YnqphYWdmo/Jonn
BV3c+opdWNNmUXpGhgxxP9zJS1GpZ+YdYH86EKFuqgRIJcsuR4++ik5pTZtguQA9JSruV4BQiTfk
TEtJdyqc+VjlxgdDyxXe/tqmOeS9nI6BWPQqXa4kccdWdxIMRWr2FiNXwdhlQV4pVHZtHedCJCsJ
8ugWOay8P/n500ieVU2a14lRUUbEObjIVAKqVz54vTdQnCbAKrO9YEj+YBoyWNiPynL3jf5q5KfW
o4qXZXVFZyIl96JYXJ/XuiGgJg3gjxmfClNF/a0SIXkYaDKOAS6HVenLs2E/lHeSLMEzvtg1Rzr5
Oh6s2EnxfVr+KcxftYqHcPX3I+uK24iZfcyFXWpWj0vaWXoGjB1vClOMSpWqKfhVCThvpHfhDwMS
4FJCnut243B3OKXtqx/G1X00Tu8bBHYBjDiKnnb0SF9+3uha10oac0Bejx0KC2NXLYZgk/GpyOO3
xEx/ZIa5Udh2semydRXDXgJsA/N0smFh1HKSrvAhM9v781cQtmGEI8ioFUyMbln/LWvag9Xub4td
20iBKQqYR8xsIBdzudLJcRNDT3UAz+VR8mPmr/+3zwvxZ754wjHnPfgL7if6hfsfWacYlVqzYfCN
LCCKIt97Nc7fC/hPc8FlJO1nhmHXwZ4DJR/LqkNxLkXKU6CncDC4gU2KPZ7/yDXLOhYxtT81Tau9
VItRhg6oNwN06n9jfpdExOTFfYBM7xopYEzxxMGLvmLzs0qwBfYLwCwzawzyna2p+nzWd/J/AuS+
GW90K5fmGNqsnE1KNsTb/5Wuna1B7pvRXMr0ecatsnq2JZ22qf/cr23nAqRzQrIPdI4N1tC7P+2f
sfk3n8fAH15L5HeucJrblPXaYmMcnh4MgpffU+V513wL4b2YhgvUbCAVXN4W186YofkclzH5Rjnd
Fl62d8jRbBVgUmuX3gO9CdqF3/E6pPfFmcAk2Aywnnr8wh70+i+s59nnZb5bE7R0/7Geulc8DFO+
74gfORnZ6jV/oTamgwCK9xcnb6I9DcP2Ah9VetH8vESHWgnj6R9YV8ApU736Yusl6wzkGfB5AucB
Y39yPAlu4xjQHz7abV0dIw+vaXscmuaoD4ABKf+mh01/L5UhXsJyJD3o6mXSxrhrTn5lAbNs3Otk
fiprVUZmza4hC/9vA5ikB6T2NdvpWXdyizRsrINVv/hlv01yEqTWyQVfaX1akq93HxUGBOG0AbHo
HeXkUsmTvGlLw4ZQq0Rj5KNR/779/ZVLBLQFV3CyeYgIbOnJmUY8OWRAs3KadyFrvnemE8zabmT/
RznCoJ49bT01vIkaZn2yrJ3uBIXzxPy9wRQ5vxWzjNE6MMOIfjN4B5L/XJt2XDTNVJ/aIezrY75s
YxUy2nV6xkOGAU0nAEPFwK7c2qsRy2y7GKqdA1LONj54VQTc57n9nFRHpuo5XDE9F8IkfyNO9Vxf
PAizeFAbYUYUhmDtnp4vRjp9i7OMsgHfN+pXv/jGmwPtfnckQQFDET6t6Rm6FwCNiUBQuImX5w/6
oZrEvt6dzOSHy7qwRL0stTdm++u2Pq/tGN584bKju/tKn0k9z4AE6rpT3GtBMGR3Qr4LzwKFESgY
QKVR/JMBhzCYay2Vn/LT+JUYj6w63v3zkYVDw7aIBa4ZTjIo3lQ6FdgZnhLnu2t9+YvPv6fE0WZ9
ze7Jevi1derPJ8q+NCwFntPfCMAziYkR9ElcIVzMyMR4xgK04NHKQ03bzp3SDAszK70t4GAAQDmg
bzFaY0pm2DNyZy46YNNWg2/smNV+bOLui5k0L/Pohi4DjujQPsVcC1BwfNRL7zdHYsubERlUyyEF
hwvJnQdWtL9rywEUuYpldkUDz3+fJT2uCdUNbUzM8WQhl6bXdaBqCVoTgKqzeFhh45Czu7xKVu86
81zz8eRqbpChZ7XPFKe4YhZQ3X73n9HWdJVOSZuqmIZWGzH8CAwebjcfvaE4NE0fuEmGXr5u3tzW
yxXrAIEAGzZ8MRAt+0AdIWXuj2w6xS3oj7ph+Tl5jRsyjHbO3fTPbWFr+/eeWwUAEEgb3iHjzp4i
SuokA8kteDxAd/3kVwpLt/IGYR2CDQLYeEBoFuLPPm/Gdg2MUw9A+vW2THeTtrFUGY+17RIzkkgu
CvAa+Zkzzbr3CnDcnDg3IjcpXod0CmeQQsyVKom6Kgq4Z2gN18n14FTaaR5m4ovxlFrp12ZhmDHK
P3mzd+gH1czt6rng3UYPGmjdrrDcKNKSMdcBadzVebCt8cftc19z4ATyDtLBoukbWYPLk/EtGIB4
mKZTVgEqSx+m51lvng2THpqELEdMZOxGI3uxU3PP8+L+2B7kW9Bt+HI6stFSIiyr8gnVXoF0TF4d
+0OqeMnXtA51AFTy4AGbAJu/XFvupnpbTHw6gV45qJIfuhXFd7LUvb99gtMJdgfPIFo1LmWMbVdy
xPDAnO6dzU8N6ezbB7Sma+fflwLSekHuygcXPdIT6XHpC8B0Zj+mbPzko1Z8W9SarmGc33iHhBdD
R5dLqeohp8uSTidb+zFmB6Ka/1w9DiSiRcUIgxvyI8ViY9a9zscNHZ5I+2iyaOj+QqFErvu/IuR3
Rkva1ucZRJR+CuBcUAsoVGrtOAQdCHC/EYFAp6Q94pqhzb3DT3a884oXTgAsdtAPtw9ibaMwkYka
CbpBTPRtXQqhmQMuvH7gp4G8kuYV8Matqvlo7axh5Q0B4IDb/24Wzgyy0fKmAn8oPwGHTwuH+ePt
FayVmRA+wR7/Z9ROTn/OQBcdl7wBxKjbFF8ntKBucssFox9rzEDvl3KLvDd/6JfM2UxjWW+Ksm1e
29k3FPdnZaFAYUUDly8o8sCycrmXZW1yDCWTBfAlyLH5fVC029trXfG9LiRIRmweugkkiZDQtLuu
Dan2MTaeMrg4Q1BkT5OuWNDKNB06bc9WJKlgoqEfLk5twHvSLuz5F70wd6794mVxYCe7OEnCin+g
Pd+BaiNszC1LOkB9x4Fu7+k478v8VOmqjoOVa4EoBv6zh2IpRqakXXbBmW0xvcaLSKqnwq0OvfO1
iUv0Zeafb+/22nnCSxdQnBh+B07+5XlCr3S7sECZ07djaBdbiw0KM7hy+95Zi4DtD/anqw6jxAfq
InXhq1DNA3LEc6696G2lOMWVZQB/TqA6IKIBMJS0jMns4Cx1qG/M6Y88qMavd+/SxeclnUzn0k3d
nI3oK6Jht69y1dO69vvhbNkocMDlvur9aOdxtlnl96eOh+nOuJN4SbyqgEf79/NC387Mk5tykzU1
Pk8BdqRHIIRWHLLq90v7n9dgKavzGHCuixfwb0uqKpCtaBEK3QLJ2EPPoCEfsG4hRTXNCcDik3D2
grR87GdFQn9VBNC/kM0HZBIi18tN4rNZTTxD0NfWbF/CrgJBuvqLjDWq9fAPwS7soO9eitw4KLCY
zShoW+wwCUrVVPjaOZx/XnKfaG/lfAH2/Mmgm6oM/+aaoXZMQNiCoj4GUi63KB/dQZ9IBgezB8gi
/lH4G2tHgES7By4jYSrkDI6bVAsaxez5VI4h+C+7IlzuH/5HxQZZNZdgIEEUXS+XMCZznLnTgvSE
bQRbH0763abCQeAMpjZhitBnI33fo9YwOv18InM4aEGaKLRUmBopNYGhN9SbAPQOZAFXaMDZVUZI
6KRzjhOO6fNi9kFttqHJnr3qMcVQVTYrynkrL9GFOGm7kC8GBWocT7jY4U/9Rwd0cOdvdgxAaHiE
kWG/GqXKx3bUAcw8nfp8txT75O32gaz4E5hww20TQCmIiySd7ccSg69lgwOfDe0RiUP3kCVe94cs
tRUCvEFLAo0X9JEulbNdsiZRNHVdX0mk2RDPCJgWARIvHVjma2Y8i1zNxP7oRjCDE+D2AlUCpCMq
hr63Y40gGfTKyWMyH//i86BAE9l7PE5yjbA0DHifGcIYd0JlxfpCbIVGi993qdHYoDMB5FKjB8Dj
TrGHxIzV7uZx26bRTPZ/swYHHrroD9TlppSJJY3Xtx4Ik5oXqkX25vbn11aAND3iJGC3o69OMuqa
ZfdTMVYjIJjZ0zxitB3uOkPebL4774OcglBlcI2B3lSOjtsWDaoAiB9OhV5t3YLtdfwzc1VCZkWj
gE5o48QBYiLo/i5PxOcdK60E8Ol95AAgi+iq5JJKgOQu9CkBt3VuQgDI9SYvBsqaQqnegzpJq+An
IMENxwc0xLLDMNI+aQcfItIq2XL7tbY/5d0/9vS14AfdGgLaNwHvs7Du8mDg7YbH7Ta/v+0GHgu6
VQxka0U3hPQYIAFVatyrvUhrpsDzmtCxFZXdFdVDRGsL5EVh32SnhbhDNw9D70akNgNzaLdlRT7Y
oEa4reErB4a0Fnqf4bdgLlFeiD4NvlXnjRsVth0aRRPmc3+/GUPobIIBHUNPSDNJrosVe+A79lMv
Kpw6qAozzHVF5W5tEUjMwYxhwAmQU5IEk/mTrhnMF7PcYixkvN/Sw3X/9/uSIXO1Krb9MfUji4d9
vum+3H8G55+XlInp7jjxHp+f6nAuypB5qir36ga5wLYW7OACJO3y3je0n+oc2DBRWxRhUaB/TzUL
qpIgvVVty6upIZCQlK/LZ4TZt7fo2jnCGwv+SOAhoXyGMEFaAKm70osTfL5Nn7kFvuSG+SPgEZ1f
zBsOLWgzDOtv1nQuVNo19Bhj7rjN/Ghu0hAYc2GpmgxYu+TnEqRd6zPSct+GhCXf0TRk3ZHd77ai
BiPGDAGejT5a+W7MSZp1HUr4ETf1wNbROHx3ogHnAmMMyDjDxnsvvylmBe9oiN1oCqv5U08/3j75
az/18vPSi1Lb02KTEZ8vgT2SzofEBpbRMVPN+67oL4bjMPIv0DUA7SddcUZNM5+sIo7A40rYi13+
uL0M1fclBa6WEn2syO5FC3DSm515f3yIiAYdxkj1ILFz1Z0HKjS8REsbR+78IQ2K9O747fLz0vak
FFmMcsTngdAyDIG3bMz7vdGLBUgblI92bi0DJGA2Ytjm948MYAFwG5BrgLJiXuzSgIzIlKWl28d4
5/TgaGW64pFbUVMBDQifBP8CVJH0BHlM0+NybjXYv7INSmpviqo8db0ZoDqkcBZXZaGHQLymqEXK
wbrhsBxIZBPcXf9nN3yzzY8j+aap2mHWNBaP9v+XIic0CJgepq6AlMUrNs7ooxz9F0eO9wiXDrYd
gYJkX2fMTTBzmOJo4xRD6PUqINL1Ffz7fcm68jqx9cQbYyCgJAF9NJe/eCAsAXWKwSQ0xKFj4VKp
ME6kZSOmJKJS++ElP9jmts1YeR3OPy+Tt1ud1cVTBtNtzI+5/ZPaP4mm8KbXtkhQNaITElj16L24
XEGX93VnjnUc5UkFWi79mQLd9vYqhIGW/HVULoHZgA5ybJUjfsJZXoPkbkPKxPejJsNU0OLSsHCM
rV35e5fQHdAF74QFRU5UYOeh9IT3GVVTOS8w24NNRwNrMjQr7MBw6wF/3yxPTaJwO1dX9q8guTa0
FHM+jDMEaewDmV6TqtuYPZjVJj/SYpWBX7v0gnnwHdEDE2SSrhFHq7hlQJnNfutsx0O+PHL39+2j
WtMGwUGJLjhhVuRwt4npAMA4OHFLniJjA744ur8tYWXLMFgPd0SkSa/HFYbYTHUtr5zI9N7S5tAA
oS1JvqYaC+xKIWplMRAFMi0BSecCv/5S76oh82hbjk40PHvko60ibl05D1RPsVVoS3Ouec66xtNo
2qYuwE2NDSt+FWX14E3gBKoVL8u7GkkXyBHmRSCavs+iXS6EuL2Ze/XkRPNY8aBc0scsKR8Gx9kk
2fxznib9iH19I/a0mZxye/vA1paJoU7k8ACIcg3/T8ucA1w8caNxLh8S65C8+NWOFv79dgicTUg/
C/frOj+MHmmrHSqIGYw93Q6DQhdW9/D8+5Iy2NOMDEuM02oBhp7Ne7s7TvpJ5w9VUwe0qINxOMQq
5JIV+32xKHEZzizf0jlVGrdYlBY5/me0kU2fbx/Oym26ECA5NciHzdpoQsA88FDP0LaK5FRSswDt
jfjvT7elrVwo0PCgbU5wkWEQV3JxUqeNE8PBhdJY5GjfG6bKd64tB9gRFgoFJtAj5JRHWc5ehXlK
DUBpTlDHbzadAtued0Ze7rKs2d1eztrpnEuTVCJLY69HUKlFlBgDqMMxXk6zR8DHKrZtTQ48QrSU
Au1L0JJdakFRJrGex7YW1e1yHOruiWHQPMtV1fW1zUN3Kcbz8MZiRkdKVTa+OS20xXIIy4MYc6MR
0iBTH2AARGGQVvQA3d5IccFhQDwud0JpzpTlnaUBvsZqkG0LM//b3ScDRDRA1mAgG73SltjRs3sz
+LnLKqvwI5pvbD8o+dbg+9si1tZwLkI6fLdsiM3qEhmd18QBsrJCt1Y+D8AaMYGPOtE1Doq+NJo1
VJ4XAfnv2Fb1tigSRX5QvPfSq4ByHQpdcK0Eb5kULy1wPecxQUDjW1roW2+181o5O9PH+Nf3uHvp
lGMZa2s6Fyj+/uxUWLXMvmVCYP+1o3mIN0ChVysXBcTKME2oaQNgX77+FIF+rfclYBIAUaId/CzQ
TEUyYW0NKBKCxhl1NvS5SU7UOKVTOZkmxvwfFhd9H4fbWrVyB4GABz8XHgem0+UJP0R9xUJ7g57m
tjTDofeCJpkP9fhbM2sxMLd8ui1vbTkiiy+GiwBcIJuWxpi7GS1DCbhdH8GTS45/8XmAIYhJH1hK
GTMVRWE2W0ML1jj3z9ynga/4+WsHju/+7/vkUqN4XBR0jMFKl9UjDx1eb1g8bvXe6sLbC1EJku5K
VQI/oimwEBQG+zws8rAbFSJWQIoxPiRImdFWK1ipJNUii+MxtwPIRzXTXefWT0UG8qLZ3BQeecpL
Nw9QDttgFKkJShQvEsNHJpZjiP/2Ut8zobJdOPsdclCSUjqYyxjTk+VqXdSZmV1tQdL3Cv51YBXn
drZF0aF+tGY44V5vf82p0z8uQK8N6paT3zqoM2//ojVDdf6DpPevyeiSuRU2Bo/XTm+SoM8/ATuZ
0hMRYFdo9Z8WRWAmE3eLEBCdrCiZG4Lb9gozroI3WboOLoaPkwf6xXe0FwWu0XycMewfWPXY7d2p
qkPDa+huyPw6IBVzw2UYxqBpi3mjd3WzYXRgGwS01iZNWf6IwlK78y3VkNb1iQHBGSB6wFAR3SmY
Qru8Bm3sU1NreRzFfd2iL8IwXuPE/WNVWrnveOvvWJu3QWzQaqO77T+jVn7DwBo9LC63IxC2z2+3
D0y8fVcahHBd9BmD7kbOtfdpiql7IP2eQDD3aufTh3xhEbWzje/XikzW6sU8EyUM3NmbYozUybQ+
TU6Na8L9+pGgQy/OFFdzzUqKogF6BNCegybGSyEuX3Q6dUscdSUJ7fxQlaqXSyVB8ia0eLZjcDXE
0TicRr5Nvc+3T0T1ffHunG1T32Zpkjv4vv6nSDf2qHi2VJ+XwgiuOwA/bfH5Mkb+PrRqRXC3plDn
ByApuNOlul54RhxNzmOX831vxWGWvuaWCmZj7f3FSD+yu2hiRdFDLPRsn8o4rQvixXFkx8+af5yM
dOMNRtBkQCdWwWGsyoJGYdAFeV90ml7KYuasIyFuaVhU8uwnGByqX+ueA5Pe2BJXUYBc3UEBSij6
RgG1LO1g3eS6D9utRQB42oJdfVtb8Zek0n5PtNnf1rVVUQjvAH0MeOKrjCAbm6Fklo5EecdCkz6R
jm8JfcqZql9LJUj8/dlhTTZAMM0Fgkj+wMAtkvfHyu4BXq54DNZsjI8WWDTTowPzKmytQdZk+SOy
zIuWHOsifabcPnScKo5opZMbjbBnciSFmAbETLE/iAqM/ynJ2I+JYbxqIP7WLJZnjZGwcrtd1Zm7
Xtf3vVl8vX1wawqJcwNDGF481Kqld5baWl6i9IGAIBuDsp4CrQaLnvaWI1dYfrwt6z31LL8R58Kk
xVbODLo47sQRLZ1hl1sWhW/h/q5Tb3gw45Htm7p3QrNheqiZBubYSoBBHfxWmC9oVEDGvgom9Nxs
XU6q3yxxv2hG8ejFDlyEpXuKHVIEPs/Jk22g4g4Gi3TX55odjDpwKytMHIUaHJfAXnp/U8ChARx+
ST84WRYf6671HwsOTky/AHYTKDn8sMy6+NDq8QAvzIpfkjIFlAk3/EefFj/qbG4fF3RbbYD7kO6n
2fJAGJpNx6a0qhfujN02LnsSgv09fm6z/J95YLuBDUMR2FPRhnrqjC9a39Vhm3FwYhIUyXjZ9Ucy
oGqCXnOLz0GRP6aLP4aJz82wilHGpE5Kt5VFi0M2sq9c65MNGNTxg53lJ3y3NigY16IYuIq7ZbH8
YOymZG8tBWZ5zXn6x2betLl9rFcPAXo0dBhQVJXg7l8hoNYksalfFBkoxgPTfi2t0/3fx9wZmAMQ
1eM5ll5iAEcl5ZL52ckCVVe0ZIomgSuLgp8vcteOi0FAuGWyleySxp8pARKR/cOqwmnnk50Tf7q9
hut7LqSIYRAMm2HUTAZVz7MpJg2HFJH+aD/O6cZJH3MKl3GjaUYw9UvAQb4LiOLbgtcOB0BgCMMQ
wYqmx0t7icZXA7xPC+Tienya2uP9n0fnGRrpRBxz1T4b5yXIndopP6UIX9MdYz/v/j6sIyZLcPD4
rXJ+ilO7XzyTAcFz+GB9axpFOmRldy4+//9Iu7LdyHFl+UUEtFN6lVSLy3Zbdq/uF2F6k0gt1L59
/Q01cGaqWEIR9sUA/eKBskgmyWRmZIQ0O1k2lyP38Hlwj3OLhZAXC28P4OoeQS30bADy+QoJrk4f
c6S9nNg6tY32cRrBRG43QhGubtqBFgCA2EjluTJGz0BXRVta0BDR2iZs3d/d8MBUlVeVjfUuObt7
Cz7QcskFCJsnaBUPEPZiVZANipt3c00A0cNAwHivyeSAVeOwUdc5i+p6wU30SROKwPVqw8NXPZwj
oL1Clu2K/KqG9gnnxEXcPfjW8rwPBuP7mxd9hX+CsxEvh2vckRnjGuk7HMMuicbhO5j1il5xl27M
0oWJ9e9na0FcgIBafSFPeR6Ixa9UYsqq70uHrjWjuM5sfB/Muffi7Sc6wuy1/g3o3fWR23Gojple
TJ40lvb+ktNH4jaKCZLVvrG0qBiiE9JBRRd5O7k1bYlbA3VqnEvWBMWbmqblHlXZ+OT2FsqUyYjK
uzvmPgAEVSAKPu9LzWgOmcZ5YOsV+6lVnR6arIA47oKDwie1p2o2uwq+pJ8oPaHMASK7TZsn0eDV
P6Hz1e3qfn6mRH9c6iZgZa94OG8u6tmUSFedo03xomcsiShLd5abBmz8edvzN0e0cm6g7ogWKfma
MypOnColKF05X2dPC7ri3kbvyVK9gDHttqnNwVBEBEhtrDIy0mCS0WLFAoaXKObz57ywPkJba3/b
xMaBpwGs/z8TcmWbAyxg9w4ys3b64JVfiBPk7D0TdmZCuoFYXDd8FBpcwAXVdvurT/uQgj6UfWMQ
Sn/HcHA9oEyP5+5V8p9Cdi/WujaBFjEkF8uTMf/p4j+3bWw6wJkN6Vyq0JZom6JPcEeQsJihfzH+
EE3lt8P9ZKrazDbXZ22rR+YUB4kc3BjowUPMgC0OEcMwMb6PhbGvtfgd0wYxHHDvrPyVCEYuj1qo
l7ng+cKb3dXJIZnubHB+mfRwe962hnJuxLw0siQstdZzEVjbJADH7I+WTf9oU6qI11RmpOUhbFgq
rV7Liu7nOYvE8qF4R5Sw7kYoOqwaH1dk0gOyc0Y1oR47VAMPZtIf9WngUDJXrf7WAQC1Vg1lxbV3
TkYhWSbghdQCeM45TPaXUldc4ldhwqoT4CA3jx5uHUSZq6ef3bDVSMC81eMoG2bvg+npx4SZJzan
oTZawTsWHyB03OjUA8RFWnwcplCrjB3ch/qrk/6K6TF9M5f0Ohr0DuOhhirDVUdsChxQlxoNbsPs
ELPQMnZJtXvHKFDM09F2i9ZhmSSmrnVrgiQmeWornt7NkOA6OMMUH8q2ViVn14vxIpGAmBrspbiv
EWQhCy9NWO5CSq4TYCLR+/lj5hW234vk21KyjzixfzcLEmuTq6vY/zatonKGHo61MUHOp5Xox4fA
XKc/VX26S7QDLyffrr/weFcv9wuohm/P58ZRCh2uVZ4cpDHwDskBbTdOyCA87SkWf5ISzDEs9ke0
vZv0vgaZ5W1j6215NaNg3lk7OtYtJd2msTZD+Y2XEMsqx/iemkjjzWzI940O8VSLcDBGU3tnFQ7z
LU5Vcm0bxxIgPGtCFPN6DYsCKXAzZgnXnwa9CzTjW9O8xClRDPEazrO+xMDX/LdGcU3VlvAq9Vir
60+u8Zwuht+PJ0NofjLsOQ2TeIcg2st+3J7Xv14vTSywnkhdrLVjZADWoZ8dI12MpFqe1/aTJbJ6
B5FFULmbJN2xutOOhdaaYV/on7OlaAafNkt7GLquDJala3+7jTuFDhP6B69KG9+raO9nmtMdjCZt
Xgez7T6WTbP4Zj1nj2ONDlncUsaLUS/lXk8QWWtzAUetJ/bczM7rNNfFcaKTEWhaP+yRDisCClKn
PBQ5Ezun0dI9WbJp19boD/fBjpQEE46Sp3ghzse+oaAg1CsV0HPjmL2Yn/XvZ/OTdKaWtlZnP0F+
OGz1fSoCB2SHyL7dXogNF8NjciUdRC4JL0tpN+W95Ymp0d0n2z0K/V7gNZDub5vYGMqFCSmcrxAS
F7mACSR0TACDplM635Ff7zCCTQJQOvAOmP7L+eJLlUHHe3Cf3OyjpR95HYgMrpEqNsvGeQAM7H9m
pEChq9Ol13KYye0iRLZUN3+nYzjVT1U1+0X9Cg7C2+O6LoWjoHluUdoouUGIaEXnPsW5FyydG1AO
wG/Mdp0n/Li4N+a9iRy1of+Yil3vvD0wAuUF/nPxWASITHKPqaZJZZDcfaqZfT/Vzn3M2k+jqwJn
b51BFpQiwSIN+MV1W1vazFZGCVoAs1oE3gSyyNYnKe4RInwn/cfITqVl+0o9zC3vPzdrXHpNAbnc
Jhsb94mKT0Nz4GngqRqbVSYkx2QLI6xfajTsJeKnOWc/hontpkL1iNnaZOcjkRwT6qSC6gkm0Jy+
ivxYr8ly7TCau9vuuDUaNCfhYQmUFJhXpPuQMvSOVbNBn8DC41fGy8A+5a6KWHBrLCZwPxo4CCCD
Le9lDcc4TScgMa3B3JWzF5iLEVTFPy1TjMbatATGI5DJIpgE4d3l+tvC7EuuJWi3gmTlfuIuDapl
GT6bhYd2WIc136jFyD7WtdnvJjbubah9HXlZeweIXKaJjwGA/YYQ8zSysr4rk6oKepPyXWWn2Yk3
eXlyGGAaI7GMYAG/9qvtiClw6krzgQQew35qnT2vXRs6BtpYJr6wefPSDYvzm+eivp/s3N3jiZjt
28pChoKCqrPtY/chZWQObZc1ey7o9EFfOLubPY67qe3Zh25GOwC6pIRftQ555E3/ZoqwNYMLtNS6
SGgdlnt0EppaSR6baBC1F0QJf7Ku3luQd0Ph5rbLbawRvABAsDW2RUVCWiNud7XoQbwbFclTav4h
/Z9uooE1z4qjXWVHuqaMhsIZIC0cmfqPMj8J9rMZQtqp4FMbz7O/0aS+vgag9SqdB1rfJIW1QEps
NOYw9lI08apgS5sjgar12t0JkhC5mr7oeaM52QzFKpTxfEerji4vP5uUHEmlaobdCP7/cob9bwdJ
s2YtDVkIwV6tx88gXrfah8Yx/b49VcvzWOzf7AormHnVGQB1Kuqvl9tVZNPoILxzngYOwZjiWIh/
4Of+qL/ctrOxRmg8AzQAC4Qit5xAAX6v4by1nKfFFkGqf0cZT+FsWxbWhpoV3AgSAXmJCrvnfO4T
9ykNmj71PeUraeugtsBYDClkqDCCpuByqoq4BzBEpLi4AdHKQp4dNfcdq3FuYnXDsxDV9KAfba0m
Wv05gxCmFsT8Ifn29qWAZhy6MEHsdp3NsHM+WwvX0Gtgv5A44qobAL9ReoagixcJ9xUku5KFXo5h
NBhuuqGF+4Ii1slAe6E6VtYvyBbOAWmShaHpKAe8Jn6CSFVQDcMvnKZ3onV9M8Vroqk6xaqo7Ekb
shsKDfqhQGiQvP9gNtahTPpjYqASH3sn0XWKstSWn1FEbbg7ERLAoy8nkGu8tUEbCJQQOu7J76EH
s4cCDKIyIYU2KWkHWmgrVtp7NPWXvHsRrgJUtbUdV6THmjTHgSkntSzOAHCuWfzEpvo7JyhFupQd
b3vyVuXFgigLyGKBpgStkpTTBqNWu5SOhwKbu+jQuYK81xF1QicFTxc/kkac2hyuwfgh1sG4MXt3
Dul2PY2/5rl1uP1jNgeMgsTf5O21tN1YmtpgihyIiFQHwRbPv7atqslua91WTlwIf+EEwn136Rqk
a+rEKg14or0yoVb1vu6tyV+IrogQNg2h8RKJYiB18JC9NJR2U+UyMFY9dbR47HVzr2f5B2dRvWMN
Yz3R5L0MtaZ/DckraGl68hf86A0mu68r7uwNl+WHfIy/Irm77DXASThpzMfJJPV+mc34ruuHarfE
trMv07bZuXbdhos+1H5fZXgPW/ZPE4iZQz7XyalcaB92MdA6xIiLHVrmrF3KCh20K96AZF5DYKty
vFd7FBRaal4Rpq0A3AbR9CGnGttVc9/4TZc3YW2A2z2vdeh65oDwlN4w3OdsYnde503Cb1wALmgM
0RRAOptgYLO9LytRnrrE9PYWW+b9VE85yFLs0icTWshbkKscMoEDMuHteNRSTn2Uk5fP7kwRtg5j
dpgaZh+5rseBowG7M7ad9mJRpLsX1BFBPOjTSps/aHECbRB7+Vzg//rQDl65W+iyHNrCeqVO/mPJ
LLo3JuJANZg/WFpxyPHC3XFbJOjEqKvTOE55YNZj6U+VCY2jJUFVf+YE5FT5HOTgFvPdPplfoKSY
+lWeNEFT8Th06II/IKe9g4p3H0L3Vny2y7QJe11oYe+I/IC2OSuAsvwUoK2q+4COaucApUFn17ta
cgQt8RSyBl00zlB98jJ31P0Fjr9DBqUwgrHrnQCVK8Cn2grp/YQljzSrWFizafEntGr5ubn8rme6
4NLXtd0ojBrtWU3nlxkeDwBi9h+GUmg7a5rzcDbTfGcU1nDfjkxHn28/4EfG3/vGMT7HfNBPXkNH
L5gzMvzTlYluhyUx0eQDqSevy0pfR+S+hzDTn2IYJh88zMWfpCf/GGNTPi45Hi+dV7KXfiYcPO3j
GADrSfH+rShA7ZX34nr7VD+N8cepdL0oJYVzWOwuxm+d6X1V2n2YJDVaV6CS1IWiX+yHrGTFY5Fq
SzD0lefPbdWFRllUn1OD1tHi5nBGuFJ5B3J65mvjpCGBwfBE0dGkQkljAK01UH2vMQ3g/iZ7tfLu
D22a4oPb92aAioTxx6oTd28VSXIAhcb44HHTDXtIGuwnS1Rh3pWzD8rX9imv0WNBjKTal3U7nFiZ
Z5D4W9py57Q9CSlu4vvWHp0TqmUY6FSwMNfy32MT94dhTNkz4YwFEPxOPhvOqHe+xwcUbpNk0O6o
yOZDUTW1byZ6etI58Y6G1tkBXdIUCku6exCtPoVCH4ddXTUWALptHCzlmN4xs60Ow/Jn6I0ghd+2
qK+FJliD3h5ggrYPbV/oMlrz8tKZSBcaN8bS8qixdsCLWLvb98fGkXvxeekk1HoQ62txw/GKiQHj
5x+4q90Zpqa4lzcO3Asz0hUSp0PbjUnHo3bx3fh7xfZptY9jRYypsiLFMGzGanlxzaOFnOzqjlif
RLtztLffUhdjkcIY3Upp1XlYEQbO3KoGysB6aD1F9LeVLoSVFRUG1Vqk7qR1Fy3ApJql82iu9Bw7
AKILBkP6DIRF82MvkH/FhslAFVBYRcD7QgutyeNhkWQq6NVGiHHxSyQXgaQmSUSKX0Lj0Jx3RFMM
VfV9yTe6NAVaiWo8MuadE4Kb7LaHb8TRaAcECkfDMxAZcmm5xjEjBh+xXFP7XGSPRv8SZ5HJ7qCf
o3CMzYGcWVr32tk7CmwzOq61gUcW+Q1kwPJmtpwViHr2/dX9z77fFMRBMys2kdeATSW2rCzIcGDe
nq6NxDiMoFa1CvLi0Smt9jwQsB0MWO0ix/U1BSn5sfTxbu0YaJPB74tfraovdGOFVvijvWq6atc0
q9o40NERIn4SjljVy/vab8t0j//5j4i7B6dRqbWuEyWHf2snxMpRia0lZwunpDebBJJDT/XkHc0a
XWhiao+iiRH4GKokzoZXrHR1a0MEYpIr/RYxm64At1L8lCYhLp5K1S20+X2UTwEgNlbKaSmT2zfc
KDlDH0lhQdO80Z/buVRlOTZuiZUlDc9CVJZQYZc8m5bQRPFa5jxl+UEDWzDfkfHtBYoLE5Jzo8Ei
I/YME73Yu6XhG1AXLt/c04NMJ8XLDS8CkIbgBXC5g3LEybqZMuwg8LqeGq54Q28sBRZ4bUZZW4/h
ypefHwy89ebMxt5xAyd03txQhV8PaAw6ddE4DziydFASTV+qwl1w8RStP1JUTOdPtzf/1gDw8EJD
GJAhGIM0P4VOUiedkdNsk6BJQTmlOFxU35f8aNKrrsXBwyL6lVv7iSh8aOMgATgYOWw4Khit5ZRs
lTTg62AA8Fa2d2LeFxCB8GUKOorSc/fzHVN1ZkuaKsTzduktLYum/Wx91LSX25/fHAoqJ7j8kfq7
Av9MLnFdZxY8GnL6jP4P/GsxsUd2KyxVR77KluS2rDSdasQTLTLRkB9MCf+2DBrQep2TB0ZW2j7U
d77eHt7GgUJRD0Vgs+YTrhBBRJsTs5s5j9ISrK7xw8zEicWvt41sedvaQAqhHRxbcIrL7RhTc9YG
BEWR5X2wCz9X9VCt8yJdI2BnR2cIri7AoeU8kOExkyMPxSGxRP0Jb8hO+6nH4y723g7VujAkbXx3
YK6bV9j4pv7Ldb+VxPLj5pOtklna8IMLM1L4DA0NvWQlAjG2fBfo4Kla6hdg97WT59b45/babDjA
hS1p+xAXilGZbvCoryIzPgxVxMbDO0wABvq3FXHtdLtcfitNO8uosPwZ+9ZZO47oUlO48aYHAKLl
reUzIDSlYMmeC6fEawC7NMtnkNoVPP0Edeb0pW4ZZObNSnt7ChVFp/8qQtISGXPNsgZrgl4kw/O9
OomRXyRxaNjxsrs9fVsvEFD4rvS0iJOcq8oDyXnS2ekARhO8NDwEZCC7+O225GSUIrTT9I/RarsJ
VRc/pt5uiLXfmRW/Z7xnv0E6mkro3YJRGOMd9MEJmtLdgav5GcmCdzyzLwa77o2z2HppF+7GQkuj
kpFq1y7/mK1LFDO6cR6h9R6NSijlIGMrt5CXbV50S2elEaQ0ob2iEhdSfV7aUtSZpySJHVQL3VDH
5f3jtj9sfh4xE2og8HgIT17OEBDCLG4T0EUMxBvRwMce9AnQ99tGNjbUyuf1rxFpDD1kfPRx7NNI
qyPT/Cd1zINhFIFufLxtZ+P4waUAcdaVphDpM8mOSOfCblc7Hr2buwOSOMgLqaAcWzMG8CZWGrA/
JJslI5S5ELOtM/QTmX+AEEg0RWff1iCQillpWxCbWzJwe4TKaJtzFwte7kQeemIHddbb87Q5hDMT
0qKnZbHkXQ4TXr1LkpCGtz+/PQLEzGvrHqAH0q5Dzs+okhnxeOWAnhUKFXO3K4QiK7Q+gKRr2gPG
5V8j0j0gtBxafg5iDSQA7DbS2ImQB1Ids/yfvv7RDQqgl2pM6885O0m6rG4TnsCc0D7FKQPBxsFW
0b1vL8u/Q5Ijm1JMRaahtA3F3LuMHohiWRQzJkNCCrKUrhiwLJONkgWZjjObjrXW79y8f2yt4qUZ
rT0S88Ftb1gX4sZCyXWmqgakup0ymCXfE7P3eRx5RsTL8TC1tQ+g8G1zioUyJN/2xrl3tAKTmMzk
IMiSggLFiNEn2SuehSpD62qeecTYxxOuTxhyxK84fXYgAFBOx9uD2To4z5xcbhagiaE3jZ4iTZzs
GDvW1aNX+7UKKbDpd4Drr1V2SJ3LgjU8YcyhE14lBEIMccbD7h2tc6syyr8WpAtfJybqDMByRVRU
/viKbhH/9kSphiAdOc7cZK5L4GRd9lQeBxUx9+Zar9yX0EDAvSLLnzS0RJbbIUAFWZbPpud6/lrG
ija39Sde7ZMzG+tvOPOnJC+KbnJB6a97IiiH34v9qe332oJ+6z+3J0tlSVoNk7bJiGodXgTjrlsa
vwLXgKEPAUdBqE2X/W1r20vz39xJS+PxzjGTFnNH6NGBdAxTnC/rr701b9JFABCxnevExZNdf+Dx
D5d/EWBMH7Kft4exaQYSFcieroyxjnSu1H0Pod1lQj678KIxFfeCGX5NloBnluIVtWkKLPNrlzuo
AeWMUFIntU0Hj0VL4QCUMhvdA3OW/mD15Ri5oKlWzODmCv0Vk0KJ/jrXmInO4hpq9JGbLtBCnMno
W6XqWb1pBA92wBHRvgzl2kv3nnJ03COLxiKr/sGhAlgOikh2c4+eGZD8AI3NwuGNwSKW0OPKR5h5
zkc7TXa3/WB7HGgUAx3k+kKU/IDleQNCFZw0fNxrqKKqiFRV31//fnYMNGyxxBzjWsm+QF2Nqpho
Nj8PfQTQtq0qdHIhoE1px0BDjQJU9tXqDojM3jE9Z9+XkhoTKptZR/B2zpYgGZ4xjv/f96XpN6a2
cty05pE7hl6xU722Nrce2KBXViVg6mU062IPVIATCKnk5Zdhz8FUAgTmfC0XTTFPm96KGB/vCAtC
dNr6Q86W2WvNpELsjBtRd/wCiA/ATQJ7HMPb07U1HsBQ0G0G2jWk+aWwteqnMc6KEalfSLsjkVWA
hWaxw741FBewvjUgEwxRGvLLaPKQRXBNXlVGMuHQatLhkMblJ9KiG2sgvACdGwAWAroiWTqEZXoY
8yXsvdmvC/qYxdMBFHYHqqKa23J0C7LFAD8j8Y1z4XKCkwTJz9JF2W4ej6/dqAjMVF+X3Nws62YY
YtwG3TdzDk1V09fWZJ7/eMnLrZlUTZLNSA2m+7IN5xJM6K9v94yVMBCVH+RRQShxOT+LOxfjWCPc
8DLLrz7R+74IpkYFr1wPXflyXtnPoVUPlPgVa0UmtKnrKPZTnGR+b3/o0CSaHUfxUnkeKBRUFa3N
ZTkzJ90BjdNMM/jjeKSzz3h76t3L7UnbekIhvQ3ABvRNoQCzrtv5rk0dJ2Oxm0SLZj6Z/TiHaQyk
e2uOp6qzQg9pzyTuX/tB5W9bIRs4ynAwYRMjvSEZHolGuKeDPBC3674Yp9AUxn4y6NEwuo/N6O1u
j1NlTjqdFqOY3KqEuRT47Wqc9plDQpSWIK47PwHM945TCswmgEODZhk1nnVZz6Y1GyqQoS4M3K4G
f63NDCDVDEUR4tu9SgNsa2ehFgbRBA9w0ivBBEaa0e6GFjysTjjUB1BgAW50e/IUJmRWUq3yLKej
KwNr+aqLL23yc/J+3TaxToi8rVZGppXvH3hV+bDtMruwvQQlsbm+z9pvqUrnaGsIqDoje7PywKCz
43JBJpYWiWuzLCprPA2s6d7SXypXhUDdGgUqOeCBhS2Q5kiHKLwMCSI3y6Cb/qNMvk1vJr5eQ82z
70unaFkRDn8FxRc0GYFQyhpFGnvrcj3//jq+M7fNwYcdmza+33ofAWDU0j+a9tPJFO9C1Syta3Vm
Bf2fLmQAyywa26f5we4Ug9g6oc8HIW31pM94gQohBtE9jNCmqPnvHNILSX+PppSKqB7qqjmTPIvM
1UCNDuamPoBciYhf7PmgzGiorEj3AITVZj3uVs+yWp+3r6nl+os40OzL2/fh+eRJl6hD+7RhLUbj
Vn8aSO6MKnr4awXISx+WD5NSWwGKIs+ijHrHbrjPvHsS35H4s2C/uDYFQ/nSNT9N767X96ZOToNq
Eymm8i9F3Jn76ZQtXc7xA+IqmKcwSY/Jgj7tu3dMpLsKuKPqClS1VNRNc2qQ0RCAcNkHC5gXxee3
7jMwfP77eSkYLFqvqQ3gQiO0JHF7n/1usl2sH1j6+tZhANIH5l2AnlaeK7n/Mp29vBgW1I7xpvYt
JDcHRZh9vRpo9kX1GRJ04PjEK/TyMMB5M9HU7fIInZ7+yL6BfKnRTlOu0rG8vgB0DezMNgwBmnYV
HYqZo0JHQcBXVa/D/NKYJ8NWHDxbJiwLzSkrASPSjtLpaQFuOWrNwKKSdGg/gFymIhN8fXDiiX5m
QDo4R2suTVHCgCg6H6CHTtldt2EBCRPwIwBYY4NIUFoNrrtDt6RFEd3P1edm/HTbmTYmCDgRFEuA
e8ErUWYmQVp29GpCsNZ563ekBClm7nulqkZ6fQHAocB74yAtA5IQuVrjJLWzZHaao9r9XMQ7IL6f
c/Y8IVAv2pPVvfn9fmlNOplJ6TR248JadrQ/MFX//8aCmJCiWAEoQJujffNye0yGV0x1wqqIcNef
XtxuVOw/lQHp56ONAqDGDgZcHoKycOp3t9d8Y39fDEC6UEoyUW2p8P2y+jbZp7EIuunE7Y9vtwKF
IzRrAqKI/lBpZzA+dbUneB0hbqmOg3nXJMesOt42sjVVeHbjMMQ/CPCktagaPdY9RqvI/ll7Xyzj
8+3Pb+wO/Pz/Pi+tRD8yTUy6U0VVPgSiDYo+dOMleIcRB1E2ZDqAnZNvX0rJwiqLVxHtT03q+T2a
QdmsCPA2RwJeIAMAXTzw/nbBn92wgjJGUmGIiDbzdMxYPrxajPefrbH2wtvj2VoTUEMZ0N6GSupV
h25R1bbNWVZFIruPDPLmihiAJWdfX537bCCFs+SOneHrnX1qWOWbWuU345t7DmAElKFQ9gVIC9zn
l0YyHep9RYUlEckEuOfdPEcCbTIq3cmNmUJtH3OE0xeYAlmP0CZzTClYGyJLe67KKHv7Qlx8XgpI
CC5e0ub4fIz9UUWqY2rDpQAeQG4RXZPGqhd/OUkgxaG0nkwBVAdafmpg4m0UEkNv0TtFZLVpyQZV
LzKmqynpCrQ1XtgmX0QEn/MzEKfrAwtG0ILcdtx1VS8fvCvE5j8z63KduVaMKHSITZjJqi91MwHO
6PmG/RRr94REJumCcf552+LmwLy1WoEHtoXe5kuLdVuWXbJYWPqp8CFtMosnUijO4U0nO7MhTR4U
zDRRrDZY8wv88GHn/r49iI3rZM2GAdsDiUNAoyU/cIlTZjm0siKjeliWF1L2B9aLoza2ivXZGsm5
IWnr04K7BIBQELUFLEPD3KQKfDeWA+o5K9mWg3ZzxBCXyzHQvEIr60pOa7xqdN+Zd5YKCrUxWTa2
PEJ3VHiv6QvAfT7haTpAVcz7aHHwtjs/Olr7y7i7vSgbc3VhR5orNH16Rd/CjuWMvshfaxWl3fVr
BxH1Ko+GVumVNFO6GsuEzUBBQXTGM2rsFDeoEsNvWz0AxM83m7czgFyak05kVA/jrKzAi5tlXxv7
0Yt3bXoorfD2rG1wEK3vBNSsViABOBkkD+hEa2m1kYKjUwfXf4Me1mKvQ+qiqz5P9BsFK3lWfoqr
6e2eDbMIJlcOLmAWpT2aAfSD9G6VROgeLV4n/v/8/OosZwfbYvSFV3sZmFSzNmDG2hCrOKHX1ZaO
zosBSGdAa2uZ5zXgUETTXB464kDYVy1Ff/MuDm4v0eYetdEqgaZG1BRk5DSimIznDGygeaG96MRL
78B42N7p5TuKpPCFM0vS4WxSgUbVVZDEbUCvFeSVIpLZ3KI4aGxQWoCfQ34TmaBh7O0RFK3NT206
sErhy1sThScjEtDQL7ymtZzHRqRWBrLwKRleu07sMtO7h+crAsutUZybkc6BrhitbhlWTnJivA7M
+jj379kdAChpuCURvIIs8NJ9Y2q3TV92LErE/dwcp8Ntj9o6ySD07oL6DnRGmKvLz7e9yYUwbeB3
6crnaIQN90IuTiJld7qpuI03V+U/YzJrv6WJyisFBUp1yXZpYn+F1Ic/jNbv22PaWhWk1KFtrCNY
pvLpDIYCXeQUZobu9Jtrit2+/XXMFwC3gCvJFSo3qUz0NgONPDthOzyStysDrOS1/31furyMqSvx
7gKi2upePNocwMwRgLZAcSpuLcW5FentCHFBt7Y0jMIWn/Yk/epQhYEtxwL7LQReUXcCzF9yLKax
YWgFtgY10O/dgO87Ll46bbrjHtmlhKuSLFvLAgIbG5kcpNUQKV068lh6lUlj7BOEa/6HHk/J2061
NR6ofeHLoC2CArQ0Hq3QcouhPSGaupMzPLrggEc3iReyX7ftbC0MDsU1EF8vFRnFY/dLbvVGDTtu
wX2nT48GqR5dW0WVuzlfUJOGGPOao5DVrQjYd5qpxnxVD9ng+qx3FBO2bQAadOAhwNEl09QKbyjQ
gj2BH61Jdy5ExrmKHnkrnESCYmX5Wh8RMlBoYS6nszvh7GpIyMfY763nfkxDkBAoxrJtCbEetGAQ
HMuYnqTV3dbtZsR7UMuhhT/4GRgbJkdxvavMGJc+vFh5lrgUZpIRdQdgn2pAu0XbHtzpy20vW71V
DlkgKooa7crFdoXCqSAgaExLtwawfmce7XFv6Q/oZHN6vPiDuFHc9hsyNwgmzuxJt5iIQTMNRook
mhEolwCqmM0eXbGlz/Y5yNJCBpifeEeG4cKovGWdOuUpoJiRmQdVHhKVlvrWVqUgzF9ZdxxkeKUj
Rwf7l6kLKA143iMb5rCs71NXJWOtMrL6zFn4Omizw3NwQERL/WmgDcSe7uisevxv7VWkEYFORg+7
i0jg0ojpGdOYUTwuhfPaDS+zdbztbpuD8Cg6S5FjgLaH5Ni9ZxrCgyRV1JvsqZ/muxVnOUD/5LaZ
jdYrpDCgkbwyv+N55kiTRWajdiF7CTsVaaEmHZ+SOt6bJIsWewrmea3mWYEYeh9SHkEfj6GTv51R
7fI3SDerYzCbC7tOI+LtXe1+HlQF3q2b6HyQ0l5KLZt5jbk2FI33XLwSq9zTxQmhUOJbmuLg23IM
V9fw2IB/I0SUnoT9VNFqjCnC9O64ZHf07vaCbfkFCBohownummtI23rbushtJVGpF8/j5DwSY3xu
0Sxx28zmKPASAAmXhiyXzAVYLwjLdYAOIT4xt/uME/rHaGymemluHaqgSVtlrZ0VcCGtPARNJpAn
IJZuLIRsQj+U1Z2Xp34ChrPUHkNbfOxtVZy1dWecG5W8gXRG0RmdnkbuSp1VpoD/vdZpHKSayhe2
FguZrnWAOCYAML48JNoiLsFnAmDP6IrHlKBk5gkWMK//+fbVOrPjSZVqNPMvvTmgxwxSLmEy6WGq
on7YvI5WNXik0nXwpV2vFJlio13SaNKc+2qpPsaF+1T2xNeGJAJDwCdI4gIr6kRZ1oeE17vbI9yc
SWS+EbxgUwG0dzmTmjvMsZbF65qlH1B7jKCwfIhd8z0XFLg66YpCRIFFPg7R/TwBAztCLLmaUeb6
M3W/aaVKTG4MBl4N0gNgvlAyl+8OwZPBMpocXRUG5Ettcre04wFy8oqjYsPPYcaBGjbCPZCGSpsr
AQNWYRqYMzZRFLMnsAc5QUKek/7XmxcHbCqgCII2HtTQZYTBUKUjEx0U04yG3yWDeeh0OzBaR1Fl
2TiTEHQDAwACEqg52JIPFLoFTgdwakTEPSbpQVWa31yV/z4vUwIa6cQ7Y8bzqyJgnZs78Dn+HAxd
cT2orEjXQwl8a8Iy6OS1dovIxPMJEmBzqYqBtjKTYOcHTSkULwCVkPvFSQM+tQlZ14j3Xz2S7+sh
DnKrCrm9+AO4FfXso27UvsWeb/vCxlV7YVeKWxLhjbbdYZFsNNKlIgX/3OdY3JUL6OxS1fWx5REm
BgfmBXj61QtzHqaF1MNInlDu+Z4XZdCy8fPbxwOAKzqs8C8aqaVN1HfOaDgW1Nv07lvTNzsNgDfv
B3DlIckVTbYb+5WiHW19MSMPR+X9WtNGABteJ1CARJTvQu4r3i09OuyWd5SQ10PUAegTTALor7s8
Ta3EQi5eIJVRzO0uW/RjDzCNV9u723P3Nw8tvZku7PwfaV+2JCmubPtFmDEKeAVizoyMzKz5BauR
SSABQiC+/i7KzumKILmBVZ3e1r0f0iwcTS6X+/K1ZjdtRUTHWWIBdaq0x1hzQmi7bwe93WX1Cwhm
dpZBQzvuQokGL5Sd9q3Hw4GttQFMfuHeV8z8hsihpAUyQNyOwgpswcKyQMV8OBXjRz/ug0IH39T4
cn/o08ju2Jxjx/LWKAG5QmDjkhaZgnPi5eHQiceuMXcO6y9ErCQKF46CiygDhENwjm+FAPsqr0XF
0T6NHRYVvI3atQfwioX5kLo6t6QlfAQz2SNAzAERP/9hzgBrAEwNHLB4+dzuSlVYvEeWJ7kYFbgY
IwXBFSPyi3d1v+v/AeiFYsAfW9Ngr96IvPehTmhBLC5Wm8Q6ufTVHlYy3QueECaQToW0EoKJeW1o
MFF6SH0Hz9D+ZORbWjyCVd1+cteKUIvrcmVnNm1aZyR2PJU5Lf955BA9+HZ/WdbGMZsqCI8zcKrh
95ts45r7hoSg/ZU//b+nVJp6PvDvBC1DUWt2M9Zao0F6qsTLhrjJ3lPxBz7Y7zNpi6BXwj7k4AZc
uYyXhoYnDnQccUVisWYme73yuDsggPWdKjl7yk+iFD5rIr2tw1yO/tbvC/br/nwuRAAu7hMfUr/g
jnoTLTWtbbbQhIFRSNTx5htKi9/iZOUuWTSCBBJS+YjZ8Z/b/d0a0H8BJWxy0dtvwteCfHgPtqWV
6VvaeaAkmvrSkPzCtXVrxKkGQVqF502ct8Hg8GDt/bS4PnjQTtRUCJPnQUzlua0GgGF6YYE7nDL/
ZNeotHz8+7gSWRaADUFqDbDI/G3hMrRlsLzC20L/nDfHtP77hiMkA/4YmBOrwtnY/aiXSD+QH5m7
ScrQKkBzE5g0HJzo/u5aXBM4TxTaMSLwddyuSVfQ1u9Eghe1dtQ2nrfypljaV+gHh39H/ett8UtA
eaKrak97qgmIcRRHPwxYiR66Pl5rm1qKhq4szStfkCq3RMJQwZ9a9sb2WZYihNhtQJ2/R3+6aGwG
2R0qX9Bsm4cHSo+JVLgKvAT6T2Dz907paFQrcfFSQHBlZX57lg71u3LK27ge/Wxa8sw6Z2/azmtS
eHvEnqFf/Li/E5aWiqCYNCWhPDyZZqezNkXdKDIJwIhdmYogMUPLXpm7pUVCFx0yhxaqIm9Ey8nI
CgC9gH8wuzEw9HNpIJ5y28AzNvcHs2QIVQTURX5rIs5jA6nRPh8YDMUOP8YsiYPU1nbgrY0SNv5D
YQzX9pTqwKaAeMjMeSY+kWA+QNsoM8wQUnDu39O3TmXWPwam0V5FHz7aFxypo7m9d8APDdZn+Q9u
ABbAqGUDbQ6VgllGaORJrLHERudrDgJtvQpWNtfCegAmADTfpISEVt7ZCBJnFMKTE449VTQQOKLM
dEM3kT+b9uv9pV96ygJUOb2MsJ1RQZ4d0HLMiy4mqCPGMn7wGvbTqbswBc89mh33STJeZJMffW5v
BJNrz/Xpt2dx/LXtuRcidMjshMH2iHKLNTyUwPn1+klo/aZyPtdNFlr9iqdY8OAwiRTy1Oo2ZWBv
NwdFDsRPKFKvdQaOfLUb9Dy8P6MLngF8j9gbSLtjTueHqa16f/DjBp16rhMi6Ans3omov1YvXTSD
Zo1JdBPRzjyHjJrgkOnFiDSXRY5GZ4SeF+9T21+Js5fmC9ULZNwnzU0I5d7OFwAahGkT06fl7tsE
tPIrUc6C58ZdBwz078TTm2dJWUveYleiIFKUoVPvYrkHT5gkXsBAHFM67srqLAQ9HpKCeJ/jPYdG
6NnRtcq61dvKKvBcZaHKC1S0wb1i7t002Tfu5v5WWDxc6BWZOtJRlntDj8lE3NS5XxcXnSWBBimy
lPpBKg24pT4wwbTvdxBR+Vk6a8+j383u86OF0vCU7PBRU50fayQl3bQ10UMIrJl7AuiJBmnT2CdB
hyFAuqeMiMU9lKMYC2PkFyFj0RWBdHp19EgJ4jlSPcRZkzeBSN38BZQkLZqdib+pmfczdRU/dr09
bDji15WAcWljT1DviW0NXnYeMVSm1zleywvcesU7ZitgmWxcE2wNyLSUP0GD2H+G5kEDKRhXYPkq
LjXxh4Dp2aGtswcXL0kGaWC5R0b0oemraIAmh5GwrebQQwsVt/t7ZOmAAUWFpPhELYd+tdsDRqo6
kaDjKcFaIHZ9qu3TfygAggn4jwXz1oI78G7sXFigLGj1U7cmXbO0YIiAEE56+Aevotvft5raojhu
5aUrx2ND33mgg0jM7/8wTXg+2ECVgztjzovFDbMoLS8uL46cSHgiuoZzWXJEIPX+z8Dszs1q20p5
AQNAoWw72m16BQkOnJZfqNsc+0YvA1VqaXR/WEsVYmQX0AQ5KTahSDfzRwMwyLWX+xTcsyy0cj9M
CPimip9OVgXCPUKz2ZdPhNCtW//IAPW5b35p6a6tzzZfR2XlOLGLhjP+EDf+prSSrdeugS2mWHju
i0B1jSoGkrxQcJu+4iogA+7Rg/RBUiKH0gagNNpDw/QQpzV4Qqh56JEXKKbKt+0dR1N+rJR58ob8
kXXJz/ujXQqrPG/CSE+NoXCNt98hIGfclUWFjVqjSdj2G77REsE34ELrgjSx2MrRXphdMP1PfLKA
TuF+m+blatxaVVqi9VmFMm8VArsXZu6LId/99aDg3pHxmMSb4bhnp9vXq3JQAy7QNgfgCDi9QBDo
0UIjO4DO5H1bC77qxtZsQNBcdso49oqLUW5tPyjM8P7vL5xBDAMsG1OOFWp/s1jU6tBo5wxoFcyt
l8xwNjF/EPRXTR+78guENlesGQvh57W5eSwQdw1A0jHMeeazAaXM+mCAzDWlj44OAevhMVNQUvnK
vS5Q6lUkL2oYogqyvv1XGf+qyFbzf90f/+L8/hn/PElnddYo0epLL4Pcjs+GPNz/+ZXp/e2Lrvaj
bUHxp9EKCkoRLfTHZ+FBkelZspck/kD1L/eNLdADIWK8Gsxss7iV0UriZ7CWoY98/NQkJ66+6NpP
7p3aWARafKKsDWJhhix/ouKA8kxQ2Svx/tIZvP6KacqvxlwbCF9wtdOL1r52PKBJMK5RZyy4FQx0
SgmRqeTsTtN+ZUK5BBK1LVatcLqNM2pbR6f7wjefgN7b35/U5dH8MTU7IB0krhy9hCmdnsq8DRXk
T9ZoghYiZCQbAJNE/QoF53lyExAynlUOvDX3oGZGvvi9F6kHGrbJ5/uDWdrtiMPxgzYa7tBKdjtv
xeDiQvNw9dF8yyGOtbn/80vLcv3zM8eY2kI0poVx1Pk+o5HugfEUoIPdfStLKwK4EK5vfeq6mlcw
sSl8YQmzuPA00umhb6D0vHJ/rpmY7S/qtyNnDCZYZkc0eWRTLP8PAqjIMaFBAQhydETp8+43vSbK
7g0XD4Ygcx8S+g9Xx4Spws2LxxBSP7eLrXl5hzZUhWCbd8FwBp3NykNycZbwZgD2Ea/INw2Qdtfm
Tq33eDYkJfSU9JDKB5useJOlcA0xItoS8exGJXAueKsbplRVglni3HvojOzAdGCvnTHkkA5AHi00
aw2au4kR5HX12pAqNKEveX/LLW1s0ANASgkMhwTn53Yqa7tnvO9LCs2FTt9CIM3ZQMGg3BclVNAE
kdXrP9hD1A0gJp4noOq4tSdtv7IbTstLhhlVyMzsZPoJhar7Voyl2wlAg//MTMO+cqNTm4blD6BW
yHv3oS9J4CXlmRbpprLdUwo6Fz0togrpodQdjxY3D7ICW70tvzoi/yxMeu4yvuEWeSS1927l2yZX
NItg0bmDbm00ooGic57tnVJkpq5iekHW9zuphUDkis7XDholx6QA54cs7CKodQVNHSN/IG29Ax+2
XNl9iwt/9RWzu8zQ49GEbiIcpoK674dRZ9DubIPWfv9Pw8X2nhphseqzw5rieuZW7dCLpfJHTat2
OjV2VopLO684xDXTMxnsl8ZVT0VZvSdqLVBZHuh/9ueIO5oqcLcksO8Pr9bwkliB3kDBZGXHLXkM
FNZwy7nTWZq77oyVdS3sosIo69AS5wr9zHq2vT+Xa0Zmzru1Icmo06y6SOdbJfaa/D6aK6516cKe
OFxRJwas5U2dtW6V7yYJKS8myu16/aA0P9TJsNfosW7IyniWoIqAkv6xNrtWwaQ22HXllhc3/YLS
Dtql0hBJ8kBa6DbP0zBpQC9cHm37Ec21Kyu25CKubVu3LoLXNtdLE7bzzglK+1X6aQiC2YDg8LX5
e9TmVi6VpQTezWhnR85FDkBPG6+8QAF4O7Qg7dRfjaHadN2zN7WI1xvDhppjtyZtu7RtHGL6E7WQ
jvbkWU5FNixx6SiQs0FTh2cdFf1qdGtQ3aWNg4Q/9gwyNxNjx+109txtuUrgceuxeR0d/1RWxlHo
BNWswT1k8RqWYnHvXBucRn3l4luwNrMexOCXrtlmdQDC2NGKWm+XFSBDDaT5TMlerOFBp1HMffd0
VU/lTvTDzwvQFhm7HjwCAFtrYbFj5ub+AV/8eWANpuvJMN+04vjUTlqToK2IgQ2s5I91u79vYGkr
TMjM36kpJPtnq0SJ8MWYAdMonRfJDlr7EucrEcXSGH57QRA6GkiQTP74al0EE0PuWRC4MKtTKT+6
2UoEu3RuEahMd8lvJcxZpB8PmclSiSFUIBNjnhPxTntGggbdDuPFauSmHMuX+7P2u4VjvuzXNmd+
KqdgnaszwGZB5L6lVRGChWeXTLrCbbEpQMGbIMvdlTRCh9OW1ek2JlmElDASwXjreNWlpmOY4W+e
YA+lSB9AQXKoHB5hNGEq0h+5XWwyszsJ0KRpZR15nYCMvH+yYvdQ22Sjl2N0f0yLO8GCNyB4WaMv
ZrZMQGmP4NudWgrloWMbl+3Kv+eiBnMEsqt4tsAjADF0uxMQweaOl3F093YRMjwaWTktiy7gysC8
dGqi8yqRgOheiOMFjnVQIKB1BN0S7Zm6m7Z9Ftr3BuRmurc2e4ub8M/Q5tk/C5pLaCIAArnTwIFf
B437LhkuvL3ETIR0jXV08UhdWZttvzLuiZmYQKGXQr6KVEWyKNaePIspluvJnN2HZAAw0S9RzIxJ
sa9aEsjGCQrSBFlmHwg49epq/AT4w3vbrLd56T1TB51GjhWmA7gDe/Lh/v5cG/P09ys3IgvUi7yp
tupmYK0UqCuNK/fx4gm4mtXp71cW2BBLdGPgUBttH6h4P4oXaw3cvbZPZqeMCC0z3Q4rlzMZxvY7
BaK6hB5UIbcF+274KzHN2qTNbvq2EA53YxwIrTtZUMnI65VE3FIpEGcar27wwfyuet9OWpKD1neE
svglgY69bD7F+TskE/T4PBjPlTx7zos2tkFdvJf8Y0nrgLKNDXVs2xIBlTtGPxnsmxgg271SWjam
mXzjoq8+bOZsMuWWSa3wYQU5S5ZHHiDzSXPR1cFsVcQtgNrZpTO/jfyHXn2V9TaNf+XtoZKf7+/b
/885+t8ZAqHj7Qyh878yMgqvR0cjrDVyHgDvCzKj2jqIS0ahBy24ehK7ibRB7EbRhjY+F7zTeyPW
j+B1+nH/gxYnBoJWDsB5qO7PXyZSQcWMKzQSt6oLLHFAq8G+hzpc66xc/Ivn6crQdBauztPYd/Zo
DGjIsU11rFCXbqvm1K1KBCwdKWAl0UEOEjKAc2bHdsi1OE0p7n/lOCE661rSh9xJAog5gdIy2dF4
rUF6cW9dm5yd4lGlSTM28Pa0lWHWbX3vy4A8tPCfi0wPBx19GkUaDe2nIduiWyg0tWFD+nPLEG77
axIMi88IiHs5oFYGzuoNisLwNYvyqSepGj8qvoOWZVD2+44/OTILJP9qi09Dcbm/iZYcy7XN2QwQ
M6WGnByL42d7HqRjur9vYHFVrwY181wVa2NjLDAop+cbtHuFFf/sEy0YWxEZ9muX7O7bW3quIIQE
ubyFYuIbhlLRdvngKuyihmc7WQ9RHzso0PSPZGobKcyV4S3P33/m5pGKZcq8s03sIHCNcWDL5cpw
ls6eC2J3nG+ghcAPcnv2qgKM/64Op2MC3+vInYMu4Kza3p+z5XNwZWUWImAv210HXMOFS1Q/1ItN
TlVZ7MBAMzSvlXyx86fYfID8aeDydxwctnH7MohtWR7uf8jiZrn6jmm2rzwNuDBMLRb4Djk+lB/8
PJRtoFubxnsg7tqY12Z25m7aTjf7PIetNP2q0Wfp/ID/zLJPheJQB/xQOxehdiT/4tU76fJgary1
15gRFwNdKGthhZHsBuh+NvGjqEaNgRzpYlXPunivqzbMxT7PnQBUwqEfQ1DOtQNCnvO1c7kEbMGj
fmp0AqDEQv35dq69kY8ZiOzQgET7eiNsw3sRUn3JHV4GaK3/SUhNN3pqxFuHiBxA6fxXpszmtcuq
b33eriVRFpceuxxVhUkBeY5wcfsBtIpT01pjN5s60S8phC01vMKyptjSpog6ufb6WyDRNjAFf2zO
Dhe8cONzFw16gG+eAXTayMLc0KrZeLraakJGdpk/tWX7dcjjvc6yCK4y4iJ7kJYZ/cPOv/qU2WoQ
T5pVP70EbOUGINcOs0nrrwlIRje9t9f5x/v2Fnf/lb3ZSTM0WWnShJvUW/h99JdDPeeXcunX+2bW
VnV2yDyZ9nreTXFrs68sP6LdBy7gweI6THQU2rDX7hucosF5tHi9pLP7zKlqAWZ/+OMsqV7juvpR
DsMhjVlQKZD+2twOu0puUDhZuQcW7SIJrlvo9kX4MkteeJrVUwiaIH+Udo8GbR8qnX+GwMGmpMVJ
16pDVoyRK/+hX9HHE9+0kFuCDMgcVcVc4C6NCv3Fpl/ss5EdamD2BLAy3HFWZnZxx1yZmpb6yjez
1GCxneKwWFRtpKG9GGMXybxcARtNC/RmAdHN4jo6Oj3f1JHKQWR2rcNMUYmgzU4moBTlpllD+Sze
21dmZvukUp3JNR9mzFh8LTT7V87clZEsb4k/I5kilesJs5K47Ed4NFAtPqZW+mDyjgaaciQAdmgQ
pM3HsVAbpiAbev8QLA0OY0NzkwkWK6Dubi0nYPeUfQuZIKcpQoh2BHG9EpYsWfDtKfUDcCxUb2fu
quddbkgbgF+3Oogzz/+PPz/zTn6j5UhO4Oe18ovKvsZroJ7Fz5/INoHDwGNjXhwVvYbPHwEpRyP4
OUuaZxyhlfhi6big1v+fidkQ0NdGrc4AwNv2oswJSxmma7O0tMGuTbxZZiayzukQtYn45IPVy+US
6tzqqVRdaNjFT1yjT1rShPd319IJhdTlVIQF1SIo/m53F0vGpKnSEfmkDFm5UWwsq/tg0+QMcPPK
JL41hVw5MHHongCkDP+7NVVBqwPE0VClwxYE7jH7UiMSaWP3mTGPRPeHtRCLTYl5hNmWBR5Zc161
17Jy9PNJSwl82+E4/gD8IRhVHmhs1/YfdYPjGCHXQ7JNrq29RBcHCr5EgkDQn9R7bgfqdmI07ZhD
WIn06B8FjjnUe27tEKE1RkDAZ7Nm8e3+xGhRrIeeHQCB5rx2NPTAS3MTj/q6196DFBpKuAUSPSup
g8VxTRzpngvoKjp5bscV92NcQzICZGcK6qWd02yoYR9p5z+Yao1Y7e1xwIiubM1OHCHa6DsN7sLC
zcGNr52K0oyk8re8iaOsLDe6qJ+bUq60eS4OEXfvtGOgWTTfNmNBOAHTAxokOztqqgH9qkkf+Jk4
FjX0++5v0qVVg14acQADRvZ9nvMZ44E7rAJvjsl/+AooTpx0V1uJZd56R1AmIf3wmwRRf9ObYjax
UactEkuOGgcktWoU3uo1PqglI+YEq5+kLLAHZ7eja3aqtwUCJua9otMicMo1zoGlubq2MAtY+t4p
YnfiKhlBi1MxVO8R/WWxtfn7JYFEGcC7BPzDbyTYEjNGO0SHyuEYH2vtUJFg6Fc87qJrurYx7cGr
UALkXIneCES1iuXB4ENi4kPZqIjku7jrg958jsVZDW1g2O/uD26ao9toDBHE1eBmqwRaR4OOFp4l
udVseGkHqf45RcMpHwuUMSUICNb2xfKq/ZnO2appwkga6cAiz5x3XdnsakmjHBRpKydpIedxO7TZ
NZa6LXDeCobKclcn7/S8Cn22N8xfafqtoUVU01Nvf0ADYWBbxxKU3HYnQ6s7uOnr/TleciBXczzH
sTBIwkEGDeUKV2/SQO+dF7PqjkVDt11tHu7bWllPf3bPZHXi+aitI8vvnw31gPS+rxdBjJwnGT+7
a+2va/vWN2/3bdbKxGYOnn+j/1RkP3WzQUMRNiz/3kFBLK7AAVJN2P7vRv98f6Crpmc3TwZ5E9Ps
p1mtI519BFY64z97/yI93OjxZ2t8hPJGQHr6f3MHc7iEgVahItUwZF9sSvnMjcPQrYxtOnR3DuW8
267O/vdQIir6UNjmIWnSfZ5CQ7ujUedqKydl2VP/dyL9mfMZ/cGKbQ8zKY1f4O0OlPx0f62WLu7r
AzBzMl6qObnfwINqFglSDcxIAkS1MhOgoUhPreadO1tc+u4fcJqTC8ADGik4jG8O2BsalmslRXRi
eemuMNJgNMpdK2XYVywc+bYwjzTJIlFuc+vk9SuVrcVlBEOACQYKZPvnyObRMFpnKOGAfP08xBGJ
i5CpV6K9UwCG3p/hZVNTec+ZeijnUL0qybmUHC+FHsRxZihYxJJdSiJnrYax6F/AYPk/hua+zHYz
fcgnZEAMQhfjA2cymACIZfJg2r9c9nJ/WAsVEyzglbmZO6udMi+catK79F9pBVxbySBR/p7wo279
aN3HMt/39cqzftFdX9mc+bSEod+fIWsGElp3V3sPZu0ErXh0/JW4cvHYXdmZOTBlpXoKPWFUsR1k
AD/Uw4/7k7e2VJP9q5jCzvE2rk2MoxmaTcfNwKrdjSv9SIFWpjFZlDaoad+3uXi5X41p+vuVzUT5
XlVBafzikH0KnXQallZ038Tqnpi5q6q2Oz0rMW/OOD5VXhYllfPcWtkRJIJRibck1/UdSuB7Y1Ar
thcdGaiTUEGfgDfzN1WFNlkd3ItwZFUbutVDAlwQhGLS1ziXWy/+xv5eIgr7H+U7cCGjBIzGudv5
BP7ZTIFeysCbYWxZ6X/tyzxCnu7n/TmdtsKbCwe1gqkNFgpL8yIUSPls6VXwVDTnYe9/5e4K9GvN
wGwc3GByJAkuTaGVH4ceyuck+XZ/DIvb/WoM0ydcbT1Py/u2rGDCcVRgZS/e6O0SWQdMPBv5B3tY
iy8X3cSVvdlWzwt3TFqGOatNZJfepb0W9P52XWB9ceqQigOVM0EtaJ45SGMpMj6ABSLvQsgrxd7u
/rwtHtmr35+5O00XuYJeJQBRXpj0L1ClWov4l0aArMsUYEx8CHMGqDYFQ6avXIwgIxuGAoveRn8/
hmsLszF0SuvSQnm4lcBa4WMgtsV3KGvet7J0yaJtVUdvjOdPiPHbHTZ23M1FpeGSBdeH2XQb1X/W
kjYYbSss2pVAfnnS/hibPuZqOzO82nOzhTG04W+b7Enz1iQHFy0gDYBWXGRu3gDGRc39hnoEYV/u
B2UHlF8T3J+wNQuzZeEZFWU9ONnlnT++z90P93996QACAwByVxTPfZAc3M5Q7IITNQEm9tIGTNur
PkRBdVjrQVjyKqCJNJGRQf3lTR58tCWBtDx4q7LyJy/hHLMsBN1iUODEV0lg5StwjcU95qHEhEwD
2snmp92vkz5ze9hT2Fhx/YUbdph7n5hh7xT5fH8CF5cH6fFJ5nCqxsyCKwZAtDNUSAPVxicBvM+P
+z+/uD5os0b6HRouEI64XZ86tjRKC/w86Z2NJoZotF2Qm2dh3a9YWloksCYgxjcnGt55mF+jam12
OiICUzph2+dhrj1W7MSbfipCntO0+IeNDWkotHPrNnQq5rQanfJkDcJL5LaqSAZUD+/PnLk4IKTn
fgs7TDI7t1PnMxrHJcuLS646He0FFFXrZESe2HJQ2xz6MeIZmOZQev1oANT+RVbgJUiduN7QEeLa
ZSLHEHL3xq5v836jgXwtQB8uB/eI6p8ywvtgTNADG/vGD5sphkY5ziOQI6OLSPMHlIotPaJa532W
PB5XdvjsvrGRgkcWHP+HFLwLAPPMi9a9JWKt7PpzV2dhpZ8b+4s91iszOAvUfhtBrhbZ70mDFPpE
txPoAeTQ0Zypc95oHDcbBLNVozcUaAuzP6aCaR8L205eLFLWJxuULGuB8NLZQvWXTEoWE0x7Fh3w
XHQOAQnxRUshlaJDfw2nYK0MOJtKC2xq+rWR2VSygWr1SLFN4P/qIg88JIx76x8uomsjs4tIuU0G
PgwY0YLK2w5rnbOLE4X3JACBeFO+KYxYlQ82/7QpQBtC2qNeOxAwGbV8Jf5c8kW2ByqtSZ7MRTb6
dj/YqrETwCfRd6rnR51qQSmrDRqlgpHbK75hcVFA2IUmLNRmwSN1a8r12qR3Uie/6DZX+4FQBibe
2A10l2f7+37id3ptHrcD3oizBP5pAubkW1sWdUlBNRs9oAJtSM6Ic14OrvXk2BU0JVKv9wLPqgag
DONu044xEshD633CVH/WlahCXdosasG+dHA1aWPvyDHQHW4hC+w3Z9y5TWTpGih/RNN/ohnEY7Om
UUf0cjdBgurx91jpMga1VWM/1VR81qVKT/4gywiJHXvj0Qz9mnbnPXooRIVj6rmXElFNSBT7BL6M
4aXRq3HnWN0nJKC+Kl0VL0aCXs8cYKqT8kixEWg/Av0THneq+KarOtmJMZ9IeYBjq9SIBJ85vMq0
yaFm3JkPg+vEgdAzJ4Be0Rk04GTfM9cJRM9w9mmZBULSz7qvvqQgegmBIRm3afGhHN554zMDRhJs
KztQrqlt0XSQfqnGII3zPuqB0YLMaStB26RCljhhzKAR5hrejvtlGdUtej0tZqEz20bSk1mUha0p
vKMHsFtYow63zTmr/8UBAAMA6CB6z99y7nSMjl0h8eQdwfNhNmU42h+ZXHHYSyHJtZHpsrqORDtq
tjRJcwDH9RBayR9M6m/GEsIyfbLFiq+cnwUY9qT5BgVbEyhPdFPN7FGBsQoq8ktuChlUWdxf/FRj
B0b8+MSwqUMjVcPG1Uz/ZHR6+trWqKWFXB/6R/Tjkq1V5/Q4IEWwEwm1VrJDS8cbpWqClxgye2+O
N7HQe6P8Or8M/hhSnUWZjoai4v3Kycaczg+2j7whmtUgq/iGfYFWMc/tBg+azCZ0aijr3yE0/E69
kQWNsMlTUnZyZ+CGeSCkclZuz9kYp9sT+tqIPgF3Ap3MvP0Hh6/14j4R545U+85Vr43vhj1ol1aW
esn3A8s1jRMpWjwCb3cWp15hC0HoxVAf0ZUXr0ziUhR19fNz6C41UHYZU/y8yo71cARM2HW2km+s
7HuV/cO28ADSd9B+i1WbP0bagemgUUI3PiXxJXGTRwJq7Y6uYbSW7jFUwIEGA/AZp352GXc5S4zO
F2jJnnDzFXqJ7ShlzlbrVq6W3+XZ+Q68tjQ7hQT6zqh7drBEkqe86/Wg08xDDP1VR2UhENFR0dLA
b/u95Y6b3hfn1LQ+knQILcX3gpaR1ptR36/d5LO9+TvmAevC1EKICBIx+O2eSU29jfu4p5fG/W7b
X/zup7Om17Tk8K5NzMKqyjJUzXNFwdz/VbSvif9k8m1cvCRg7bt/zNcGM5tkCvLQ1KwxGMdWgV8e
xDB1L6+c5uU9gwmbIh+0/8yChHbMwN5atWCLQdo8HmToIsOTuQfUJVcszaLu/1mbP5ZmUbdG9CaL
GSyhoUQPQVjShHk2WkczzrNtbOF+yhiUbhOO21FXqLben82FdQPUGUE3eGSQMJ0PFJxUHFTg5fRq
AsTbKb2HMc4PceXs65x8rGxtc9/eAnMUiL2QDQZJFXgp4Clv92JsgWTWl8kAhBnk44rhRNKPmmts
8/YMMIwWl5s2/VT7TeDWv3q7DzP9yJvvnvWKF0OAaUS7c/ZkeGuUhm/9HiJBCNLgKTy9hud1J8jq
aWmSxOpcGR9lwTek/qQyC8Cxn2NrH7n/cn8a3k47pnt6z7m4ESeO59tZGGpSaJqtqzPPXvryW11+
puDdLo0i0o2v90293WA3ppzZuxiE2Q0jalTnooyBwNn6+aYAwthz33fJpVYROPvuG3x7Q+GuR784
Mkzg/EC59XZsBtXMFAoT47m0trmM0pVbY/HnEeiCIRZ1uzfZJU6VpZRDx3OT0IgZv6z49f73L1TJ
MQBv4nFCCRLpitniUEi+ISerqXM3PNkCmjvmQVMfG+9ciG1rX0r7J+2flSNWHNviwP6Y/V3DuYoZ
+QhUAC/y8QycG/Ff0n/A04EQG5AsIBQB5oN43+3CyMyhKc+B3i9EE9r1KcumVsWd1nxYmcDfN/ft
RXhraeajCVFdmhU5GmQqNClbqP9vnV7/ZiWN976EAij4Cxj51Hhufigptw+FTXjUgWTwSxWPzTfX
rdFk7ODz9MFttwLNbug7sdS21NsPeCk6Z2C1wICQFWQDWLv7PomTH0XnOl2YjU78ffR1BSLmod16
tO4+WZn7Lu+YGfKWVLvEseW70hjyYZPkfvbUMNP8lfWJbPcEz4ETmk/q95ps6pB3BLp/few9ZCUf
XuqybJAN0sRz6mkfUrfwn6GlUW58yvQdVQOSQ0lVpOc+Ic0OFV+nCKCpYG3cEoxHocw8eZBtATJq
kmp4YnZAL1IzSQIJKO7OkgV6GzoNchKJbW15G3enMh34ITccvBtrOR5t0icHm+EeyEeR7jRsGJDO
o12+BQXCVtLajBJhxhcDUT3KKuhDMm2FqFe0bWhaWeIHnaN7n/qq1J7SvFF14PSO/NZ7PT3q49Zr
ul+x33y1gbzuM20/5lbkgunlJc1Jc2p1+Zxqwt5VQ90dcsKGTcoAfUJzio6XXK1CyW0RuqBUeool
b84dioGfHTPTfjC0sWyzIZevtq9pp9Gvx1BZwv1Sk6k8k4nyyWlUsyuIyrHCxqhCQznpl6YzvGeG
+xGUV9mPEWyb23ZE3tAjdrYted1uTD91t2PmsNB34/6Iqg+U+awy3vepz/GIhaYB4C7AHTJzCA2j
yA9o2CH4lV6GzWB+65hXgXRAjdH4/0i7rt24lS37RQSYwytDJ3WwJEuy/ULoODAUU7ECw9fPoi9m
rppNNKEzNzwZ6K0qVti19wqWm4ZIzHigVECLBC9qpgVE6cmTyp3yZaxb94nodX5KoWHl1+g4PVRO
ol1kXECDI25L4EBgwtRoSfNGSyG2g1s4QQEd+q1TxNZJMxKwV0CDgBg9aguDzuBZCetssOcd7mtW
4RwKqzLe1cFQ/mgceZSXQwTBBsl135ZERLJWq20mVEx2V8I2w+3yCCU6OCkMNd84iiZD3WJib8e1
dlAM0W6dBKK1WYzXuDJoNKAsloGe5/rWNimSitK1Vs7925zpetPPjk0zVhqnbUl+Aa1ro3vfaLb1
oCEfez/vHy/Owo2GIj/UNsAKNSep9+tzDMW1pCdVn116I7XfqeXkJWyTLHaIDVtgD6BMJczYjRyV
jztcJLY/droXNjZtD45GPL8viQLD7x+oMQYWXEhOfZuXgS6+N6YKS1uHRyIDAb8b+fglLdXuH5dh
xeh2tmG80wMYpegBVTvzUuGltIWbcB/lHYi5uShZSNuiPvGYG0/oE9Gtoo/xRsYwCOn1sfuSCUUJ
G1a8DR5rd5mFyohi5k4ohYSOK2Sit3nZiH8EL6pNaXs/hwoufwlFrdUZMy+ovdg4DRRFqdZzN7ol
2JM6jF3kei4FlpPY8pkapNgZeKlGLeF/SmbAnaSFcIExqGIr7bJFFqC0aVAWWBA9ZF+Ac1DxEokN
6Tss4394ppm+mstuGzM4A6UEvqq0YNml1EQTVCylj101rNXvZ6vnP+9nuHIjC8W9C5zA9UdVMH7H
GwQ/Uy9tfFHXD8gFN5UO0xO1dVZ0n2Yr6G+wybwF1cZJEHme9Xo58coRHfyzU1phbykniFV/gT9l
GcSuS0A10zew4Pml18pKur1wx2PPqqiYgyqApsvsCtayulAsqaUXnHI1ZNnAqKugSLayQTBV89sX
5FucDTrsCG+aSHqcACs/jOlF70JDQlszGvMQDf5chPcDLY7mQ6Dp3z9kLHGWKyNOTwSSl9jM/Kpc
yV2XUjHU6ACvQFsHpP65omaVagN8SpX0Qo3xnA7pSyE6CZ3v7s+YdY9xaqFiq59A6TiytPvd0P5l
ZYRTdjybSxRZMJPmdOSgo3k9RJgw5SbkF+OzM9ZD5qd26W0ZxAdeLL00fArnj9DmrNjJ3BpCJhx6
bMuCRV3TwQq0p/l30Pe1E6yn46iAiWMw2k3yUmtOGXoSK6CF0ewmjlVv18buuMEF8QfsGXqiXsH2
CU+aFkgdrdgQi8qnqhjtxxS8lkBjxXDsUhBPdRDvQjtz+hAlbZRqR4/03wd8lcd4kM4jhEiTP3Hr
1l8TFZnU/cmZo4r+s43wfjHhfoGn47wWRbTY4oPusbPpPavKDhmbn7VVGCsEzpFhqry1XYIjZ6W2
Onuq/SeqCSVMwHzA071pJBJaOImrMpi6NCGSDonHMWQIKgXlncLytrVTpts+XkMkLzzZ7Km0CvT8
pCk1p92w0mUSCKrsUhjOqY5T2JfE+uvg0INXFdskjR9XZnd6Cc+Wng35t8nCBoQU1Bevlx7paVlV
qoOzonHqo53x/khR4Yo6S+jRWFn5AbOgSpyVuncxuO09iDFVDmgrx2uGWtMqv/en6LM/RYDRpEk7
vUxCEHXJDp7RPI1G/+mOEywzHbSBAOFw8LKbn47Cyh1JrPTiaFqAm8pn9gsd0HjtVp7fSwfXx0Cz
9wklVBlg25pehPeWQ9CoANT0/tdbimBNtuWw2YMP0bx5NlCvsWtXoFSh9b5iqbAFWjnlZ9sAhSMP
xChsPBNK0TicZpPljV7NchXrcVSQQbojVP0qv1UUH72vELL3gb7mjLEUERqagMqCaQM+7+wsLAdU
pTPW4PMUrvOAh79zHC11jLSKeue0sXFzqgVLn0eur9kGLV0EUGlUUSqBmttUqbpegcUgierGo3HW
NTps887QX0rofT05+ljuPQqEl41+Cwyy7GaT5LhSU5p5G33Ukj+f/rBouQJJhILyX9XI6z9Ecwej
S8RgnJuiOGRlfVirIi+snMncaSKiQRgZ5drrADqtCEmGxDlXR826VGvk6LWfn3/ETukzZkCoh8tD
UezQ87w/PwtHxdWfP+V5H3KCWpqFBpSfc0b9t5K/IPTO1jy39YVLGfgErHpsMJx4c6w/oHemNpSZ
fW6cgsSQA1AcqDBlMICDQkDn0MiBI8HjVH8ctjQDsBv92OagxEA2sjZ5gpWnD7KjsSHSqR9zRVMj
iUbYO6HV8J1mSKx8pJ0o2GvWGgByNvv/ubuwezwA7FXwRGezT7x87BSKu0sOrZ8S+xlQjH/uf4BZ
iOlcuJqc2QeAsGheEBDwzo7zRPZt+zkENkYA33usTaB4YNUEEML193UrgAJiU2hnQeAPlrMjHvBv
90cwW0JTCAv8aYCFUHszbqBJg1FrgzeUztlNdeF7XElf1TTu8ACTYiXUbLKmUIBxIpGYTM8mW+rr
0UA/QOmQVkmUGBKv9IvUFP9kCgornx4RTi/Qki3I3ePBOjurpY6GN96GEvgdII3qLBDyLdU+/4T6
+6SYcqJJUn2+uDKKooNVDd057o2ogHSdSCNbPXKxRricltCHdODvrKFjZ+IBPpGD56BOreVxp468
O2uaqPYNTJSjtIWOHnPT7xq2Xvj52fsYbjZ7tHZABLYRjtLcR0Ug7MckMq1f96PcvgkxZ3icoTCK
juQN91IXlSN01e3Ospvsx+2tO5xNs/Pz/J0B6emZLfBxZHM/6MJSR2qHF+jkiA4jhFki4kBTpa/a
HkH71u/1L3ZL/cxYSZiXFrkDzCrkw9CAR2/6epFjm3GDAcB2NjPHH19j9klS6d/18DHAbBfZAxUm
1nh3Vl9hVu+bG1Nbsz6cvvF8yX0MMY3xw7UCo52hKEaESHYqFMCUX8EYoxC3cnYuLWxAEyEejG4S
jMdmJaxK5W5cC0QZpa942x6GMBv7X83WVLsCghggUmP2zRPHEaxLiTynzNugl+EPeEuY9u/7K2vh
cQY8CHzn3KnMAGXa2a6xudtSooHZXTFszE0GiqFEYTQFpOeBWBBSex3WZMaWFtrHkLORZQrQvkZS
y/NwMuqoq3b3h7T287Ov0+EhTnUXE8eSRz5eYJb++d8HRn1SPMYZDbTA9Rpr3FrXQH8V58blfjo1
JNYElZe2+2SUZQJ1iy8zb8S3UDRKgO0W5zR/0RM7LOSPsvj2L0Yxtd8mACLW8WwzjsQZTMsi4sx8
pOmB2azVsBYHYaNBhg4cmmTza4Z3MYOSuCrPpY6S+554G15t/8UYPoSY5TCitR0tF5o8c3aQw45/
LkfFeTV19VCxwH8nzPhsihqpEjdvbXH2eH1oODvZ7AmYus+OQYONNkxlkMyjEzq/83uQHrSK9/25
4Qe08lHduf/7tycifv+v+jgyYBOCAderVesGIgQwi2cT+lvS/iPQI0nHQ2zKqDCLlabrYjAH16MH
ShXKEdO/fzh+XZjaZmpS9mdPq/blcPLAUhvUzFe55avsX8zc5JaB+xCJMijJ18EagFs9HPXDOXlv
jJ3rrkzcwskIbDFAzpNRD7aJO/t9fTSqgrRKf0Y/7IuhC0gquU0AWZAnMLMhI9t6LyYhz4pMDtzo
Xu5/ttvdg4KsNnnTogGG/vjsEOtlm5jCEOIsNP21aNSvIMj8Nli8Msjbs/IqzBzHZdrtCH5PJ85d
6fxRB6gqoVJ0fyTTJry+khECdkeoZ4M1joLc9WciGpUcxjHinIw/uOFuUPOAsggLIaIS/otIKHcg
V0dN5cZuPWEuUzS3EWdiDA8OlUkgLRqkLVLBomcrDOQ5ims6HSasoo0ev+rhLpi+4Ie1HntxQw2n
Z+em7uoNInWBWtL2sdMS58Hr9D4SthqY5AIMcO63bpUccttq0G1tyfMAI94o1TPPbxp7jGphm34s
Jd/fn5GF/Xj1N07f5sPfaI61VlRSsnNbqBFJofdbdNVhhFaOqVVvQ9lE9+MtfWsw6VDggQ7QJCF6
HQ/lP1eiScvOCdVrX0+UnU5lBFLiiRermkPTyTVfWFA3Qr19ss2F8Ot1sFZYlUrrhp01/ffY/c6U
b47xIocvGgR2K9STDypR9laL6jn91Rsr79ulmf0YfNpYH2a21RXFSwVlZ1YxNM307p063UtPVC8Y
K3tnyDUe6dwY6e96c2B2iFovKkuwC76O2JPJW85g7FyoFZvaj9qOGhmMj3XUCMpe5A9NYeQXoUMd
ImutJPBaQKesVhMB7h5r5UsvnU8orSDXVs2ptDjb1ZwWZSHTkZ/bDswI1igXIovffbqGe1taUR/j
zHJFODCj9KWi8VjRkybyUCmUIC/SgFef1JP/z/win0eqMjWR5j0kNykaN45bIHNTJfkHYjHMJyRP
f93fIYvzhs4AMJY2nvpzAJkt2djbg8bP3KNfhmrYOU0fZSxd0Y6aI73/jsZFN2C69IGhm7N0WMuN
tNAN9FxGOUZeV41RrAGLFHPF8Ctk/WECMESQGE3xVVZFGQ2mM4bAs2jgEjSWT3UNykUVkpJSqJ+E
TU5/HISLAMBATQC2dPMrAeDhng8ZYecKMiLokfhGclD0g7Te7k/2wu0GJBNeNhCFNlTUoa63DLPQ
As8k4kj1rS9/a221crct5QhXEWY5wgBidN4VJUCJ/aYB98uBfbfMSoB3n1sNPJHuFW9339bH4P7I
Fo6fq7izs68s0aEvbcRlzSs1k8Bl0MDYMfKUx6+fjwTZi0nkFnnd7ZEeV5XHpoPOIu/w9kj7s6x+
M7zhx6f7gZY+1odAc2Ke0GMT6pgCd5UOX+zjmk3U2s/P1oKnsjQ3Y4yjBwzE9CSwEGv1rsXV8HEI
s9WApkdZGsp0KTTnAXe7U8fgCpJNyV9HvQqxUgKi5ZvBWZm6hUMFhAJsJw8n163up27FChy9UwYd
3nKIRG3yaFKnOCYGnFPuf6WlUBB7sSZIBIyG5u1N0OULr9ZQmfY8cnRSc5fGx9ZauVzXgszmsSo7
HabdHTvHfISLzBtz3jPQou6PZGkLfRzJbAvZDgM130VulLr7ZEJZ2DtTf7GMr6YX/v8iTUvzQ65A
oVrKmwLDGdMwcwK8tJkVJOyU85VTf2mNfxzSNK8fAkljBKZWHdHyjocHNbGeHGL8c38sC/cx5PP+
+/2nf/8Qoi/gT2womDUbb6Gk+icztEAHKG9NnWNxKI6D+gdK/Ag4yy90Tp2UFthKJB+sQ2Jbatgr
Yx3dH83SGkD5DsRFIJGndtD1aEoC4o2dTflqUXpPskU3pyVqDTSW4YY8q+iBy7F9ux90aQo/Bp2t
7rTL0z6usIW04giESmoAdHFUqpf7URaGBp6Rgyo1MCmwlZyl4m1K3AT+juKcDfX4qI+036lF7e5d
6EWF0h34Y+6JNXbTUpLqIK8BAgKUU8zpbFNJFTtp0LA8RuXRZu+tYz+0WRfBBSoA42xLbRla6SlO
81Mc92E7rrx3Fg4OyLGj3QA1aVxW81VTCw/A4Jy3Z2ZUfpeYsFl71ddYuwsziyD4H25FE/Sq2Rjh
yaDSkpbtOdW8Q5YAIte0R9HDoK84NHI1xZjW4OyZAyGBvyBz8ADQb7xeo2bW8ZIkeXtuy/zRKmLV
1/MWBqHk3WITtJ2QzE+k+VLK1m/tNOhLmm/ur6WFzTjVIMBBQO/LvCHmySKN26H0KJrZ+Q+Pfs86
sUa3nPL4m1H+N8ScfoAHCsShmEPPRNuhrnrKBxtGPc/6mPuNzZ9M81+sFDhmTJ8Q2jwwtb2eVaMA
ozQxTXrOqubdFv2LFOxZ6ZG+3Z+6hc2OvYffRxo+ATFmX0/0lt6O3KZnLTfxSjuV4qvgj3b2/X6Y
pS+E6grSXKAeUDGeHcvSAzvISVp6jh+5dXLXvIWXRoE33pT+AUJys+SHSnT4EhSzpUQdfZDynTmA
ha+cxgu7F0AGgOfwqgRDcl5RAV+9UQfA4s5lYR2YwoJRwAuI9CthFpbapGkyQbQAiIHL8PWnB5Sa
VLRIVDTT+t9Nan6PufeLC/dYlkrsD6jr+Br+Kbj/hW6jTm1qNI0AhHNuYVqZw72hbwb1bEEXORzF
6IZUV3w7MeEPQZJgiEGF1oa16tvtwpjCogCPmowGFPSEkfhwXxf92FGlKtRzo4Xmi9S290f1d7Ku
9+31789uUDwscX83+H3IgRY+ZIThRA8b21D0xRlegBEpza3o+E89q7/hRfPetuOmUVCk0cYqUAoW
h6NmbfrBPY9C8b1Uh9yY+SWPjV3u9o+N9LBXdHYqRipD1RAvUHb+2idJoCfNtnZlpOn0mVQNgFMS
tLikj2LU4Thw/IawX1vo0uOtnaGXzl+r1t6RzgpsxQg0rj0QKbe4OVcq4HPQCd62IJVM2t4oDeKk
nPdVvMp2c5t0mPAmJZeRuOLQ1Uw/Vb0md0mqa0+w/cykD2JBffFM9aei8PZ5SIhn+7bYxvZp/NGl
oilCJXPJyYvtKrQb92fbtKiZcjGs7IbbBfL3z5yU7h10auZlJcUUtQNIqH0aXDBtviXh/QUCzfab
k91GCwjQRNRkwaV3puv0wwp0KBnSoWbWqXLtMqCZG1n58I2JMTC0LoKFS+ZrNAlpjB5qZWzAMjxY
rQHlSFrtoWP5DqqDz3oOaHIbPyqOu+/NfFdV7R4/F9YwG1FJHUAOAanbwKHPCD2kyiUiHHo8wFs3
uaickwPohPCFKczf+uA+JLWODrfefhFNciwL75HWbfLQ1+1JpDWqxhmN7Bq8kTzb5sYg/iQGBaI9
zlnYwpDabxwIFVdxt+0b963KeQ44UX9O+6rzicYiRSse9Cn5yAxq+F0K61zhjWxPM3iNlZ2p+9It
uqiHpXiYERLqjvLHbfKgBz3HzSrQdmrYXyrUdySkZ6BklPlkyPgmRr2Y+nFafO9d+ygr/pZZXthV
7t5s6MXS2MnK89Aw0ifO030fq3uTew8xBPSznB0gVPwGjvU+Ne0d+EOQ6BXhyMaQdMVGs/VT2bNd
XtOvTtzuRys5jmmxqVGbGvn3utbCjlmRdJQTnGVwLndeZHUNjD+HXT04XzU7fipSib6x16ohGe1j
0qqoQtLu3azUt9roQtRLz3apR7TzQHApzhXp0n2pSCDP3T7SU6wEV4/SzPoHllcHNeEiqLw8CarR
S/x+KNJNrSUZKAnZeTRyVBy7/CnrWWhw8x+lspyNCe+hEFh9yLR01Q8jcdoDzfKtLWDqhnqW3YD9
YwwhEYW5tZJybzolyB0Q2AxA0wIY2Y3f8yxtD0XraaFDVSBInC50gff2QTtLA5E0P3oOwTA7tlbw
rAtbELJnACpD/QzFujmRsKxqrWNEWidT8X5odf2WypVN/rdddH1M2x9D/K1cfNiEeMkUnPXCOqke
U8+xqSeQPOz0t0GpqyEARw1nk2WEmrqJUcAewots9b2a5WrUln8M1d1WUMdVoHbc/6Y05FhUp1ow
dEUNap9LtQV/xw4rY5ARPL/HEErx4yvJNXYkcJRZuXNukxEUNi0AVAyctXhszErCWZyqgEZo/cm2
m4D1ZwZ3qbZ5dpN0ZdZuT67rQLMnFPDSlsONEUnbuKuV3+iMpZ+vdHwMAZjU9eEorE4qeEL3pwy2
CfnXhm4o/3Qx5TrE7IZuKnAOm2m6SBmNcJtUfqhr6aE7Q1ri0sPyQslcxYN9Iq3MZgp0lSYGJNg6
2a1TASc9tlvdFc8VMJ1aagQeKEmGJ0g4qmO38bRM3+jNyMNWVX7qbIgaQ4QxScsogev4KCX0ZDx7
uhz3UiFPil19E30bgqTW7ce+KHDCJukx53C3HnpOo4aB3UhG+tLD+3pvK3nQxsp3lTaPnaKCBN49
laPxqAwVlN/MY9Z15NTrsoQf2/Bke1UkhbnVcQGIxvwWk+KHV6ZvRVJaPjhWWqC1LZIGr3+vcvnD
0vhRV5vTYGphJpuTUzT7pBsDknqG70LbZuDZDzRvkMpY1jFDc28zJEkNBqd+5FCZJsz8qg4W7jIa
mNII1LbdmKlEoQvYsVRqD9iauywfn7XCsPwu944ozD7fv5Jv36/4WAACwDENKNCb6ntauKAxZdI+
WVwmuMxo4zdieBJ69lSrih/b9sob6Db1naDn6NFZaNOBND8reJCB1KUko3byxgqKK2nqxoeh6vlz
Rzz4kYJfjJ2VDvxUsaHe3B+sPf349cmHM9oGix4FngVMpaujfeGIuDulkGo7UqOlL07Jy73g1Agk
qktbcOrSF/Q0lcnOw/6nAPDqAIAPpEcT1TjA9KCdDEjdV/B3rWObcQLD6qYwfctJQfLpadb4YORl
z0NV9BFJrH/qVk+exVA3JNAblnzpc1U+4YVvRVaRQKQBLRj1VW8M9SeLoXtoSo5rGPsAasUjEJlQ
/fseqxbfeLXjvbixjgNoUCqU2Wh3dEYWH03WyAfqptlJUTIaosTMd4MGCWIpYg5NAi17EKyH2pdO
nC9MxsPXOLa7F1k1OLGRB//WdAa+NFZmkIEvG/s0tZUSEv52EuSxbKEk2htbqEOv1Vync2D2MXBA
oC6EsxsCP/OuIcnNDq9kV54Mxr+1ehpRSwYuNcIKp0Rp0c3YxU/Zqq7xwgKExOv0cFUha3LzsHSZ
o7iZnnWnGiAekf2ps5eU74sUbUSQIGrrfWXN3Y4ST2SsN1QU8aCddxLxXnGlK4YB90YkxEWWe0ig
m2vn+m3WgFbwxIABwRUn7xwkRh1Jm8SthlNOH4fq8nn4ISAvFkyqTBihY/fMChcdLMQ5VXFtlF5X
wrvYVHxNJG+qDbubz08XrijQGNDUBrx6dkFBi7V0+sToT1r/7OobLLreeejW4GgLWQPgdP+NMjuE
sCq0ppv2kmNkPrwRt4XxnU9lf+vl/nAWsoarQLOJUyjkcmsVgdT6Dx4QEMtU1bf/X4hpaXzI5nrd
7S2iIwTxgqQ/MTNQuhXq6+0lgc8/PWEn0PstA5UTM9Z4OU0Xw/EGB8n0nfKAAWmQfT6dAznJQhyU
qvUbeadG68XIa02eiOXIX1mpjlsCo6hLlht6BBkW4O3vz97CSpjYUOhA4+2Em3Aa+ofZK+q6NUVj
yxN0OkHvJjsTw6qAXIj7NevxhVkEeAy4bR0laUtzpz/lQyjVGs2hxE13kszW96PIxm3VNPRXmXr9
s8HVPHD6DnzR+wNcOBnAHZmqdYAo4ZCdDdCIeyKoUsiTZbY0agdV3UhnUFa+28I6t4C9hP/pROm8
0Ti2jFZAobORJ61rhy+0HwjqOYkWDcJYg2b8xQ3N7g10HCf7cBTsgCab5ZdE1RKQdIg8paPMz7I0
a1+DNM5F2JR9SZvR+EkGPp4cx0rO7Tgq73lKMhgK2x3gZmX1nY9udohxa0dNnI5BxYFBUwqRP3nS
w3O81mIUkmDmYlTj6NulpYsg4WURFfC/8PsihUZGz6FATmu66WXhhl07Jkdc+CJoPK76uDi7Xdqz
n7wxJdCOCvaMqGk09PW2V3u8NmUDgWOjgugj7ml/sPuoTaH117kkQxbSJz7wfkGTW8nG7C30LgrH
22cGx8k7pnqoU8XaiwoWN3ZuFm/gFP/Wem799vrRDljDecRNTRx0rYujLOV0m1eUXNRKQFdOoFfy
Gyh45VS4XC98Q8uhM2K3rHvkedxVK3XOpWWBJQFBZxsY0Jt6UlMm+qiCXXIyuRqfurpmPwjkXY4a
r4eVWttCNoGyOkpsAK47qOPO1vnYxo2RStKdmCKqzWhb7oXEMr5QBdaQUGoyopjXxdHRi/g3nqHp
vxjpJEELxV1gI9Btut7chBEFyNu2O7na8LMV4HnbObylkmINcL5wilw9eGfjFFqRGtAa6k9p7IOz
6yahKx+H/CLXvKwXTkYboHMNc+qhwzVPz6DWQj2lMOSpGx/RtoNg50NlvmnKr/vn01I6huQIAuMu
pAdQnr6euCFXCrd3YnmyayeIE7P0y6H85vTkpwrRwkmT5nWEMsfKqbg0OBctLNeGDwMgqbNZTIsO
LK5cjieeApWRXEbrR6KRYCzXFKxvAgG0i0eOg4WB/gIeWNfDA1jcs2lH84vpHWGoEvNvFSAgzvf7
k7gUxQbHHHBL+N/gcLyOosVgvhHbyi5Swtm+g/qFBgMDB8CtbGWdL0Yy8U7EaABGnn+unDQmuiRx
dskt44C1uDVl7YuiPhS2u7s/qJubC1PnWmiQTLRB8B5m30hIa+xs6P1chvLB2TTjSlJzczbh5z1o
hiDVBLniptA26I0el8BtXlql2lCHfB1QkbTZuALD+NvUu7qupjjwfUfLz9GBUJ99m95TUZLo4Szg
GWVoNBuzQgn5OSOnWDyBMZbz5wbqPmjL+Hn/BNGhlZV+c178DQ/M/wSEvgXGurwmJVd5dqGdM9Wu
n5te+SHgDJHHzWEEUe3+R1ucVbza/jfcLBuFQEpTpBaEX4huQaiIBJr1Lf00TWI2ptmUqmbfldYg
s0vVMd8xDh5b2U8Lo8CqMxxIw8PUHF/uej8lKXALZodRgNkbeKUWlOZrWe/vT9XC+kYQSBcD/Ojc
omYV4qSQL3NB9y++x/brGlZg4cMDl2WiiwPSGBDps+2DdadSpC35pVFRDFDQi3yoElO+Q2TADvPC
Qb4DnbLw/pgWJw7mACoYHxMhd/ZlutJNxk7D8QC+daC7NBi8fZoWnz+EHBVw0Qloj4tpjjuzLao0
fTLi+xupL8zHqn/N2aQZt/KFbu4mXH6IMgFT8X/IwF4vA7NMYSRvOeTC/yL13F7d8Ab2wJBxeoFt
NPU7MCgDM2+s7f1pnEsXAJ2KyGB7uzoq9dOfcB1ZoRSYTpCyLwZNI00xt+hhb+Av8KPX2V7Wze/W
sk7EHkOTVkdd/Lkf/vYropQAow+ACKH7B2TfdXQIihUuvJ/qi/rI+qDgfvJpEAlgOR8izDvRla6W
ZmMjApq61hOntHrviS7XFsriQP4W/HDEo0Q8G0ibJ7GRakl96ftN9asXv2338f5U3W5ikLWm2wlP
OrggzCEdUngFHduquZi5x4K8M9tQbbo1KsXCekCYyf0XEpY66iLzskiv56TV2uaiFsU5VnUIg6VR
7b0a+UuVm0d31MJUs6Gggx4gL1c29c0YASMBmgT/weNuAfDR2e5Ic228MCa9PcsVtkFnm302gZ9F
mf6KD89jZZJcLt3JaizeZgPwDxCgKgc3ouW+LrbmyH1cnvc/3k0yg5CoMgHHgoo0aGqz5UFhLAW3
3Eq9OLKPjxUefJeyj/NQBz4z9Iw2X1ksi/F0lLaQz0AJYV5G87yKjXkbj5e+LbOga6zIqcqj1+Q/
BTTF7o/tZulPY/sQazadXl0ZRuyl8C1vxotrsK1s+yd71KJ/EwZXJAwyQBWf1+uUJkF7HgfRpYA7
jD+2PCh6t/Jp260kFgtzB7EFCK9BSAV4nTlXAr5ikD+LB+Vi6MexeSPt2eDvLE9Xpu0WtAiOrYp7
BYLwqAoBSH29DA3KCQVGRbmotf7kGL0/ElAmxofKgiNiCaFlqVVh2/bWMVVitpNonUeuhNXm/Xm9
uXqmPwM3D8C1MJq8UY5S+qEGEAOqm6PQfDWJkjqSWQz5qOeKSLhIb+6HW1gtCIdUQZsuHbAwrkdN
LFuBBgBGnRWH3IWQ9ItYk6pdCTFnF3o0UywzFgrykbNCvun2lq3h+KY1fZVq/520/xuFMTslC/Cw
UeXqlEtRbLpqQ8hK3rE2BP16ltysxp5tMUuS1D4Qs9AZKXy9e73/LZY+PZIagCtRz0ClaTYKU61L
pVTc+MKNn6lbBJr3peN7TXnwhhHv/TWp+6VJQ91u8g73IDs1fwpXeaobiafHl278nkEvm7ZreuFz
h2iwIGBG9yHENOIPR/ugyEboOUI0KIse7dJ4JWAedhB8vihFU+7Y0Hs+4XXb+pYxftG9hMCCd3g3
eiuEQGgQx8ZTndlwgHNFs7Lhl74parGurruOihxvtt9bI2/MJI7jSzE+1BCn6tEK9taKNtOPzBcm
zvvpjgEu88ZCDRbU5sAG1b0MKDXsv8YPxprEDnqY92N4M/SATOvMZEBnXPTe1S5DgRJsJaFp3HQA
zTAXxb6yb342ueNtpGt032qb1hHrDWcvgZ2AbKz7Hfx5qCHnyS+GtDDUGNRmVCBxA4t6eShLSx5q
hDjoaIXvqKqLfVJJBRVLiVok1x25VVRWb7USOzyB9pbwXVXYvgmRrT2EmfMQDdfMHyZsMrE1DeYF
DQ10M1P92Mp+ONLWol7IClVRyw4ZUDcFPK4hkOgqoZmZYJAGVANDTH3q0JV2B1kHSdunsFD3glIt
IPmbJ4o/JLXj8xZGUFAj1c9GZto+0TXmN5rRwH6vb49drpVHvXO6nQpK4Tb37PqYca8MABlXTkqV
faOVA0xr7fblNyZ71HT7rKhDFLQH8L6HVtnSseGRNHIr4iRtvuSJZuzAv3TeyiQ1tmh7G+EgMn7o
2jg7VLVdgK+o8IMC90xfLbPhgTkqu6SpA0iBbAD4hIzdFpJUr2kGJ5W4c+Jo0J3qYI4s3xHParei
VJvIS0GCSFHdCeHDagO1w4oLuEVxkMVWESCLxnyWNg8rBRdxTKQRtbZRbTqQYzf8f0g7rx3HsWXb
fhEBevNKyqWVVCa7ul6IsvTe8+vvYJ1z95YoQkTWeWh0NxJgaLlYsSJmzGkISMOZMAT3vdc9Z7Wv
PgYKqBmvkaJDL7v5llIBhQkfBR74fyxotnsZEVvVd4a87zc9Tba23xvDcz6UDQvUdM+uGSV2r3b6
XhzF5pMpTMnu0HCPpRG6u4681LEyjMDWgi6wY6odsOSAllBFwdypmvuquHW8rdwItDo4PQRnRPHz
fW968wwGajBVPiiCgLwmfrj2PbFuFVVgljo0hJrju+Ymcoe9YLjPrUspM45WW4kWHAoGOeNwxXKR
zjGfklR7fT3W+jFElCkWxk+qIL70lvb7/rgWzUwJLDK0VF7mLwIxH0LeJa5+lNVCsAVJ/tLISr3P
ZC0/3Le06LyICxRIoibM9+w+iiH3bmtXN48IpzqGDzy5k5INqOi3sJH/uW9r6e6DCJs3Lxmz206f
wNRyIj3PPVp9atq40ic1jl4EuQf8Z2Z0FkUbKbZWuvcXPSflbXKNAPNvQss8DhB3imv3KH81Ubva
3h/S2tdnQUOpWGMmZHxdz+h7AZSpNSuZzIUtznxBrkhDBiOYb3GwhLE1ar17lJL40VP8fVyEm9TS
TnDdZrYQ6CsbYmlEvEVJv1DpoLFnlpwwjS4cW8pJR2tMfkFJvy3D4C+GRBWYZv6pMECL8PWpHUhX
Na3SuUdkqZxaFZ+NDE0F6Weh1VtfWFMIXzhL6NDAzwoqhLfgvEZKA5YbJplkwUJO2zN97JEW7uJx
DV29ZmYWBoVh18JJOVrH0TgGcmEL3QNB08rDYWkzXI5lFsnXidIBN8GIlByz7iHJbaV/zsHcVitA
1aWjemHoDwzwIqjLm3DsWxNDSrPvjHOXfdAT2LV8Ba2/35W2kkZfmbu5uxv1WiiDasBaa31WhHBf
68OTy2V2/7AumkFuFJYiC9TOPJ1DDxVxTNxbx2F0svAE+EgQHu6bWHKnEzMdDIJQ0t7UROFXyVVz
nOh3PddpRdcGh2VmoUMzwH1D00rPg06qNDBwAOxDpmYa68UCudA/p7mBqpIA3LD7HRBnId5eulsr
IBakGwPA3//N4jT0C4uyW4SN62PRqopdnsGPk5977StCWnaXHXw5p6llrb6xuA0vRjmdhwubekcs
Ww7YLNTEidKE8OpNt0DZ58muigun69WVV+DiApIMA8xFTg6o/LXFgaq76Pm+i8DrbkR9x9OAmbv/
hsGP+7O5aAdU8VSHYLPMoc1DW3sRBSpUsSod+kJoGPKvnlXt3HrlJC/58+n2YDdSOwd7cz0gSWgj
QIiudcxL+gnNbdCsycTe5i95AdJnBdyP24j6wGwvUrCPlbLt9SP8O8e0UPeJqX8qup5l0j5U4bAF
2hPbk04AnKz+3gqVn/cnc+FgU/AgDjR1qnE3Wk1C1HmaFCT6URrgfU1aL3OGEcFJsxDG7X1TCx4Y
U3QTgoMGAj0vvERRJTYZObGjLvwz9gev4yUR6YcA7ZBV6ofFYeGogE/Sjokq1PXSdWIRVdkg68cq
rG3DVXbov++6Yi0btWQGCroJqImQMPXyazPApqo8M31g2E11rES5tRUaJnet6q/RAcKIzLdmbouN
ohgTdQHEp/OtMkHD0RXttGMJr+J5EIwGVmpXsgOvpIPnVWtbB2EdgVqBX5TbQg+obSHkbAtl/isR
2+wf2mj6wpbrUjrAVgHhvpaUoMAl9VxEXvdEUNnvhCILNnqYIFwdd/loExvWjoaY0oZf9WuIJHAk
Utl+9Nqs39CzlD50RZM/BH6s25VV6giieNazX7gkBbW2coArwVwSCGnx6gmWcpJdn54VLxkcPTAi
0najtnfl2j+6WR2hZ197Wxk1XmLBrN16ydgioK1pHxDa0B8KQLl2KartJkcqwNa1LEVvtBlfvLD7
nib8AjMwvMcOTLdTcSUC1haRr1H76JE2ZSgFpEmHxCutfV6IykvdVogRFe0nrxP7fZ9xp3laaD6Z
IIj2vudmDk0a/ZMXRzXBr0cfSOgdRnUXAiPIpOJJIzsT4BaadBvQ7M/j1DQecwpiBxAb7T4E3/Mk
5aN4HAx1OCdlZ32i4iI/VZ4mbgVBTO1QjkRb7RXxMdF741fqMqCoVMZHH2DSJkbZ5BGBmj+dJ9an
qEQ9ix6faj+Jc+5MEFsOCvTSA/812krUeE6TB80mVuoUBL3i2TzmEIg3K3qkPIVG4XoSFlJreROj
Zbsx3LFxODypI2VhvZHoHfzd9IawT91Ad0QlMB8TOG5e2kJTH9Fh6V71HnSQB53Xc1GiEeCqoXCI
2k56i3yxZmMpfW8HrSl9TuPSXXHFC7cZFUdaPwC2gTKfVxw7zczVpNLRQ/LHbRp/FppfbZ/TDwH/
Tvc9r9aKxLcsJTyPLw3OrmzFR7RMMDWNHp9jmfzbK99T9zXwD5pyJt1pV+LotGtQrSVvcmlzdmUT
tXlmI2CTVhqv3ZT04um7+z544UqDkJdTN1V2gAjOTARhAzOB5hrEPvWm5YHs5vv7FpYGQZckrBSo
ME+rde0SI0+mGYjtfGyVn5KLYteYgORb6xj/w9w+94ZodlPzm/olb4gze7nhUgVzdoxSTdihkpUd
yhySLaHJvvdNoz4h7qP8E6t66AzwnjtIppWbuAyBwEVGvmEE1TlMavP94TjEx/S7mWxTvPTsQtC6
SEb/gPnVTDsTW6fAS9ee8/4phhUKIDhUB4o5z2gKTSyEXtVqR6/43XqING2s4td9E0v75NLE7J2Z
53Gt9BYmtOfKjFGEWsN/Tdtgvn5UxuALJQ11223QhW6DVHKsUbjN/tU7d0TQuh9sNxDftLIiIg/X
mmwXNyYsaTL5ZurF85p3Hmlx2kfTjimM32DgvGdZ0cOtEkEhvjJ5S95q0mwksCL9cAuTIZcc+eNo
Hj0zLDZ+Rz9X0xb/oNArO2Jg/KSDJ9m4IPq3ZtEp9HaE0b5Ow4kVC0bA0VK9V73REpsqByo3QRbs
SmkUngMCRWpekCa2A0yxSRKJD4IZKsh7liTpEZIjhWn1ThYk0kOW0zNPtlJ/8vRK31tB723psUnf
AqjLtrogNDsV/uek1mAPIsu7adKM/+fFRVo06oG9gsglmdqTlOzVLbcKAGkR+jOVVlCugZa7uIJo
2yxhEbk/fyvTN6e50HtZGWJXMo9Gp8EH5f7TtcUm0GXPBjC0L4fWkVK0U+4bXdweUM0pOio4t7DO
TMn0mn5kjLbD85Bnb0DsPiFqaKzYWTpZE2Hq/7czDf7iXWZ5YtGnSOQdO7ICQxDY6rim6rvwQILs
9b8mZqkO2YrpkCYJeoT3TI6fKo1drn70Ccf+T1P2p8v/YigGvVGpWjIUr3hrdIno5POq+PufEHru
KC4GM69vF6hTxMSe5jHPSBEG6adYF2xZrV6bKvgZpfpHRlvAgqIeIiV4CUPR1rJ6M2j5SgSyvD+4
F8APKIDTpr9fDFaoUoQG9co8tkLsCLQ8JnS6QzKyvT+ni4HH1BSFd0e7h1TvtR2t99MoFjrzKEbu
xoVcCQlVu5XUgzoo/5aa+rMO6Scfuwc07FYyMEtDJCogOphgmTd0urWYKi1KLNN6OgKsrOzND/dH
t2wBvC88UqAi5uGHXGZjklm5edTTV7FLmMMPafX1vo2lA0bsAVcDQQgtWbMARHRrsSW4NY6I8/nt
rvZWZumWNZLQ8NLA7ARrgpWX6BSSqyxeQ+HfxGygXjhoxrMYvZrutiHT11mHrkFNSntp8pc+qu2m
+3l/lIv75PJXzA55kdDV2I8MU0xeEUi1Q99E/XAbZRD1mE7q/5Jc+I9+37e6MrfqrJYa9TJgK26B
o5Fkxy7W36rYXHEqywMDsE34xnv3BjlWJD76B35oHMM+OhbF8GTmABbULEfZ1P2iBfE3nt0f69L9
Ecrmyqz+wXPMvc1UOYJTesrgz0+5b4hupUkZ8XGjFKJTo4njGKNbPZiN2hz0Ig8c3fTSz3EwuMfK
581KX1aKMgj8FmgFomOWCz+q1mMForbdBJ7rH6RWNqAs77tNPBjJNrfkb8NQ6tSRLWvbWHqIvpIo
vrW6BpwF2P8uGpDkdlP0yu1OBnx9fw2VxUNIYQSgIUAeyM+uPUxqVmCWfMM4yhGOsvmtV0L63Ha6
fDDkXNplYRI5TQabQzFmxO51ae7yRM54aw8W+1lIzgiLCfvEb9pzByMJBczRoJU8CrRtWDVQEg1u
YtkUKtyDR3iEI9HFx753y71EtsEBWCk44BmKRx7p6rOF+BAarJp1ct0m2+ZCoTwXGoXUWB+KN6tc
cQ9/Loz5EsMhDyxRp/vmBtLj1TWE/nFFMjYlH1FY38tB+jJqAJnr7INRR9Qn3bNo1kdSH2dJKAGl
KVC1j54txyNpEOVLIkYPtRK2dqEWz775228DgOrK2klYPGykU4nDJ0ozebZO0HRUY0kAcgyg9FO0
Zqsrh/tbYXkn/NfC9Asu7rSgVtNBk3itiE2wSaJqIySwCqTvLyNaOqSbTDos1DcgD833IRw3ZeNo
5sUnGZWv0ZBXTCw7jf/amD+J8k6Sy7TRjGPWCI9xo5Mz1cdfJnoEdh+1R1UKt30vPKbI2Y7+Gq/Y
Urx1MUBr9lhSa9VKQg75sYfx3lO+GPo5I7MGl/n95VqzM0tqjgU4PylmkAUS2GiP1K9ZsZHXKP2X
XmZ/GkCQNWdZbqqmlQ99dJGax+YtG8G/UNsubEWDmXUlGFjc31Onyf8amoZ7sftAh6NBBTL+OKqO
wjqZK45u7fuzQMAv9QpqJL7/BZqBCf+y8kxZ+v7E8MornxfljfAtGqN0N0WZeZRKF84iC7pqIfqL
qJO2JXAxILCowc62lqT2vuJFnNC02ojJB+9Lnf7FKvAqnpjepoKyPvmIi1UQct/z9VYxyJTLtp7B
+CG08rubbQmZJuoeeMjx7jfd60BiKi57CSNtehgVWBvWiO4XFwMa64nCmlrGnKRUjvxATiKLZ4KX
7ZTqm+uZK8u9dC6meHKCzUxP+1nAJRYiBEGZbx098WDJ34mjt2H0qJbjIfJW3NmSX74w9cfbXayJ
D5tXRJWLaqv3IhmpXTV2rXy870wWJ4wqHSjvCYc4L10UlohgexZZR0McTpRcT0NtnP/ChAGXBIUt
hWzjbPNalT54ktaaR18kMVfaY7BWWF0cxIUF+XrzRuFoxKXHYylPnCqw/wL9a02ZTKp/lBtvuu79
semixCWPQ6Klb3+VAUoN+/tztLirkBei7YPeoBuMiptLnaQnLiYKGt2j2OLe6GJxIyWZ6JRlI+8N
GbbP+0YX95dp4Hun8jfY1utpa7XaS5V46gSGSrHVnrL2qTdXngo3l5VCyzSlYIm38p8K2bWNuA9V
xRfC6OyJgmRrY/NBopSBnvo3FT2Gd47njy3KfBMC8vZZaaa+0YhCGp2RIXkxBvVToCYbQ0l/3jdz
s1YzM7OHX9SbQ6JXWXTWdJ6WnkxtCq4+T9hGUYr/3923drNIM2szfyOJqdBrKoPKdZpYoGzLKQIH
+ko4fN/KLbcW8s9JnCXRWWifTG8nlsdsTSB+zcTMDSCA+78mjPIgd/vqp7xGVjFN/FVIfzVVtNdd
77W8TMqaF2l0jpXmufcl3uQF9GraWZHco+F1HytZXpm35e09YcMnhjWCmGuTuo8QRmj10blEncbf
R9nOpwKqr3iHG/82DQxFcIS1kM8kCLi2oih6J5iFGJ0t4Ut0MrN/7m+xxUHgeyD4mNzcHE3GU7ex
Mj+Pzm0uR7aEABnV1kPfDHuzTFfSJmu2ZmvUp7WZ6EMVnQ2FuvUBMchO2xbjys25eEQvRjSbsMI3
8yFOGJHhWiGMTf2mLtXndjQfcORP7TAOK1HB4rBQUiY+k7XbbFMCy9Ugll589pEAjs5JPjilISCl
tBL7L+6EqccHuMhCJztCoLUuF0l8NvsHKTi8uyFw2miEsHAx8dQkM3C90WiSH4vYN6ft/E0UPij5
jzZ8+4vNRlUQyhxVvs3ruHleUfJhBHXijNpDGNttcoDf9r6VxXmiNxnkE29NEqjXA8k8JW69aT3q
xPvFHbrNBO3HfROLS07HOMGyOWnYz3ay4AZWEBlhfI4GJ0OjADIUCfz3ysZa8GkTYyC1boAXsLLN
BhKnsisKjRuepaZ4YLQymZi6tIsOXFBvvhip8DaEJCXuj226VGae9MrqNPaLyDPL4lg3PC86g954
zcDo4zwcVWs+Vun4W+6Fb0Le7DK/e+8zB71WdAShmuY5RW/XbLBprgEBNaPobJpPZR7Zlfekd2sl
x+kjN2PTNSJ42MAm5pXrsXk9gUdiytG5UPbj+ApaNlijaVrYfbA/0CPH9qC0OU+t5XUTpznqvec4
dioAAu/f3Fefn51SM03zSHb5/Ei7iPdYGO93MiB9mX9K1yBixMm7Xqx+3fpDnKow6NcKPMFOugJe
Xpqdy8/P4qcmh6681/m8l2zj8HNv5Cu7d+FkqipoAHgWoG2k+fj693um7MpWqAZnujJtM6O9R/YP
A0pDfTH+jSnidbpk8Wk3LasBPUOFTAnmbKi+XaRwZMm/RRiKevDL94/kkiOgG3dqdwfrcKMt5EZh
KaZ+E5wbLTsrsX4Qa6g0B6uy1Vz4H/rlrlrx1UtHhZPN0MTJX8+jmxF6G2im8uAsh/Gpt+Snrio/
d8jr3h/a0obg3Y+rxhAZtNltLclZbqpBGJzH4uyNr8r7jwsEEoh7oGxFoneOjW7HQM7TRu7Pcrkz
/w3q7f1ffwvepDfw8vvy9XZLzK4wgEn2Z3inIk3b5eprL0P/ZtpS8than7zyy0g/s7Im4bgQ5JCx
4VUNE5zFZT2btgQJgC6MlO6cQAKrdT9i5SkRHpAIztdqXQt7D3JDOi6hzyGnMk8/GUmrpKLndecx
OwvN0xACtxq/wgleDP+I2RoadmHXYY3EPB6aaGrebKskVFVaQWnPieW/CKF+qlLtc1Cv8Twv7Dr2
NEk13qZTJ8Vs2fpCGzWhrVucdIte9JvVrAShawZm62NZtTwULdURZBWbbKe+G4wP58DlACb7F266
gqZaU6fvm8l3T9j04tbwft7f2wsLf2Vi5klD10w8Y+ymIXwSu2ADHghX86qL8dZMn/JU3Ny3t7Cl
r+zN4o7arf1O0/uWhw7Eb3JKSWmw+QW7qD6V5oqxaX5mgQBcoJTXiTloZZh3XAdW08WZlLfnsPyo
7aX20/2xLM3d5edn792mEVU3Mfj8QDtBBJHRxkJAWnMqf18kX+7bWjgyDAVaGe48/jV31J6lJZVZ
ZO1Z6V6hotwU4xvUcit+dOFaNYFsWwQ1qIEgcnO93yDSoyO7lJsz9OVwrDjcwRDmoQJidvv7w1la
GR4hOqEH7u2GwlAwoxDiaK85+8i4B+qPceVeW/n+fOXzVGjV3oubc32qpE2Ube7//KXVuPj58z77
DmW5yKv5+Yr2EIRPY/9YFSsh2sJagA2ZKpc0JUA/MgvRqqoXa4NunHMgPXK3xApYkNdkDdnzh8Ru
dkQwQ9mOWjgdP/MM4RDFiSQlFEBNtbVD+hHc4kvqfnflty7+TFfqm39odds4+b8E0/H1XSU5mne4
P5u3Q+UdB0ci8EAZvp8/3fMXbi6vLLSjRr8+q/yGWH0IfXQWvmXZu6NSevthtiDhjsgRp+l6d/Mb
sligf4TjCjFcRo5tjeHhdtddW5idn17OM6uYLPg5KGw7j1a23eL3IaIhJEDT+SZNLaRGkYmhXJ2D
Nxj4++zb/XW43dX8fObmz164DQLkIi7bXAxrgsGDGjh0aybte889j06JPLE46YjzbJrt6jasB1eD
jvUEULFFiYbq5v0x3EzRZMDigUnhBjTZ3E/mrieKsRq5p/gZ7RLul/ufv5mi2eenrXyxVWkwT4ZW
4/NojUlNZYfCT09bSaCtDWE2R1UTwGDuhu7JbRQUiyOwISt+fskCkGkOPUnHWzpjS6k8QfEa65QN
31xzm/jxX0zTpYHp5ryYJj2zjES2apAeZSbuyoqSLGVD9TmHD31ltpZWBC9p0GxO7YnFvzaVKkIf
Iq9tnVTpRUK/pJBipxtW0hZLEzb1oLGh4ICinHJtZIDFVPWKXDgFRuNvG6nNnuJUSFcOx9JQSM+C
mNMYiTT3xW0SRU1H8/fZbPqzanlPRqfspSrevH8PT3zP8NxgDL7i68EEoNqSLpDdE8nAk9V2r6HY
2Va6pn5449U5KhjQNAAhE8/oNNqLPZDLuSGg/+qelL4kluwcrQ5eAYij7JGuXCDTibi6xDAFiIt2
KQn2TxzjtakYdhG3jSzvnKap+DG24t+Ut5VN0auDTdMWKouu9W7QzszmlGC7GJ4ySkPStb5/3qjV
D6X6cX+NljYcCVp8MTJRoAtmX1e7YkC4oPTO4QBcwmoNfTN6qbu9b2VpiSwScnQEIi1KHHY9BqRH
hqiGJfpsyb+r4duQf83Fr336/d1WSKHSv8EBhYB7/viPB60JazP2z6YBUTXd7LVMz1i2qcO1XM20
zrN9cGVpmtWLNYFQPOpFMfTPFTq8RpmcW3kIbfRmv6dasAtl42OSyz//YnRQ58CPKNMbOG927IJQ
lweXvTdAzxKQ7I60vTi8BMZas8EtMdeUOb2wNNvlORx3lVwa3rmGKXCjWHrshNCXbCtV0D4GgtzZ
1YBwViCloxOK4KKzfPTtOC6ULfn4cs3HL2wehkvFH3DqAgmCFdJr7IuVd84szSnSD8KY2or6r2L9
vj/BC16RlksFkkF60uGWnl2HUj3IUk8h+4yulucotDzsZYsmuDRHBey+qelU3eyfC1OzGa5jU7fa
fPDO49CehGFInWyMESSsXTsuR8iRLXscQXe2a+RFixsX7jF4NnGWPFWvN24S5oPc0Yd2ijSaBcYg
/00OfUpu0ganvYlD89V0S/X9l7TErAJyoewIJd/Mx/RFiLS0mntnlNn2CZSNYlJsXICr9yd1cZ9Y
pM94X5DOmNNo55mSqIXue+e4HygIDZX0GiHPsm2KYXCiJDBXbtGlRZzKnFQY6AACUHU9l5mktK6O
ZhvuxqoeEx6hO90bste2eRH6bVhsUymnYlj07eH+QJc2KhfQpOoDxIk44dpw2o6p7MeSd1YgcPSH
ILILfdyqqrcyoct2yAH8MQOy9doOjEMdQTQeR9Z2FG/K5nu9NpSlNSNM/4+J6e8XjnRSrdHVyPPP
BdDkwvtRGS+W9hxZn+7P2MItx3z918zsaNfkIIQ+F1gqXwAXGEff4K937ttYnC2gIn9WBBjULD6M
TbFTWtPEa5r1djReylHbJo2/YmVxJBdW5OsJKyBBbAaJNVEy5B+isYwfUlNdc7lrY5ltbbSWx7wd
XMbiQfAwAExrM57MNbWC+5O2PBxaGycKSIW493o4att6JE+n9e+tcyeSO/Or9wqx4XggAKGpU6YR
6ybYLSisQu3VuSeTSNGWqjTZ+t1wNHpZ/Iu1gXiOivo0lhtKZt3I0YYyUp6Env8xUXV0z+QVn7O0
MDIU/iI06pPI+Gxh/AZ/I9SZe0rKwdpU6vCzUwbvyQIK8d600JTKZN7AiPB6u2l6idxCTWmcd0/V
xO2hyKW2RwrSIRbNHT021zDCSwMjkkAcBoAwF/1sYGUft0pT4rzLflcnha3rh5bawP3dtmZk2o0X
3mZUhVoZiumGgARRf43Kl6hdudmXTEy0WlQ4pgrR/BJSeggoBinAZ7pb/Zsb7bRf7x/DpYFZ6DDw
0kIAxPPOTZTKTuKi9af2em9rTboGd14by+xwol0TaW7GWEScpQEzsPZLXKNmX7TBuYR4G8LZG7Ri
0qWanBUEJD63NQKu1bn6izTHFO/8x8TsjslbRUvGXBdOLkzpYUO+aQ1du3SLXVqYXS+6V0qy1zOI
Mdr1neQEY75N3dRR+hV3uRRyXBqaLf4IabMsFyx+YjlZ9Ji3r1b8CPGGatowDQVrGJ4l7wx9ACHg
xK6HCtD1eUkVk+KzwLgSOyuA6/drGYIlA4D1eUlPPg3ZhGsDsiuU9CBUGMh+SvmPtWrw0ubC61vU
M8g/3USEXaO1oKk1MgO5sHFH+TWuP2fBGq3rNOnzYB5d1InWFdHtGxqVhhWvgyAlpk7zpLXdWNT3
nqHQtDTA3913/rCPg7Yr4ZUwkxV2gMUJnIAJ6H/CFjOHh2iRGNeSHgsnFVXOUcpsLVzZcotzyMsd
knyoYm6CzSjkpuvKSDjlhp6c+0x0H+MwUw5J5cYrvnPpGE08Z0TK1kTnM/M3eh3kaZuPwkmDjbYT
v6gkVILoX87vyj2wOGsmGRxwFhb4/tm2q+pspEOebaf4W6Pd+Gvo4bXvz85N1Y5+mXi1cLK8ZziQ
jOLz/Ttg7fszf6PkGjGAMR2bbmO1oZ2Y/943IC3u6YsZmjma0q2suposBKYjJbYU2OGb8AM11x/S
n39aYSOodvlbyek4t5GNdz/e/wWL2w4OXzrVeKWSzLn2DIiwDwoCpTjtZouqBRJx0prs0oIJkp9I
CeAewN7dFCFHqYdyzDdPQyPDRTg47qhA5Pfz/kCmtZh5hysrs4C9S6mvDapgnODre0usZJf13imA
Rsnxku6XitzTX9gj7gBzCSMF+/t64grRcOtSz8yTq7k7q8kOWhvZKbkqh67DB7mm0nrf4MJm5AEM
SyW9OFDgzSkdNQS/Ut8vzZMRdt8GK9mIQ/HPfRNLKwVgBBwfgfVEM3M9Jq9Sg0YdM+NUj6+y/1EZ
jlr99b6JpWXiJpqC6olhYx5/Vm43DmEaWiddyEI7jaVXwa8gTVOTfzQ0s0g4hQ/3Ld5yddMlc2ly
mtiLaLSSlcItggDO8abbC9AweVq29RPztQOEKfneTgjNvR/Wb01bHcWx33Z5/EEfkGCW4wfNLx+G
fO11edv1OP0myAiQ0UKN54bSpOr9UbE83hdK533MheDcJdE2bJPH2oXNuM1/SR4/rki7jeKvEcct
+Bwo3CbeOASDubBnOxelocgFYWGdlCau96ru1g7CefneL7182yRF9pz74fcwttqVHXwLu5pGzZfp
V8M6jXfXKxHGEcJBrmCdpLRRn0eSmIe+SsSXAP2/Z+iqwn0GU9VzU/b5h6QvxW0N0u1BSupfK1ti
cRciCsA+BEjEHXj9Q3rdCOqgpOqnB4rmlFGl2t6Yd8/oJUsH6M3ar0kRRzbsNs2xrPzyOaWdd5MW
pfrJreRs42Vh6rh5X+xhg/N62y+F4iUtvOjL/R+6uFQXv3N2IBspV5QucK0T6A7f8fN8sOns1D/X
Q+c6ea37+64StY3lZ2trteQKtAvLs0MjFR0ZgyZwT/WgbEwfMbRhI6yVvxcCEfnSyPQjLk5m73eu
HvcYmZqX5a1v7rLWGY33grqmXcfGmoACU45itusiQ2uEDg7PU6moO6std32wlhJdnq3/mJijUzqA
Lymxr3nqxugtAeBNe+m561ZD4CU7OkA7ajz0rqAJeT1haWcKul771qn1PngVSc9e3XnNr/ubbumi
wf8rMIkQbN9gO0MIuuJRwl+mIQUANHh768N9C0vrfmlhtrn0sRJlN8JCNh5y81Do35Mfyhpt8NLZ
0SETmdhG4aSYY0gNK021MrbMk4gMY5kB4LC+Ss3PUU4gnc8cI9jeH9Ti2pAqookJeTz4za7XBu5y
1w070TrFNA1u9bjNCXZKxMJoOHDum/pTPpgHO+Dh/2Nr5r8SslN5KXXWqVfNX5qP8Hulv6jW8JIl
OWgb7YzS2zfdlSGpFQ808G6GVj71hry7/zsW11EnmWDC+ktryPT3i/Pb+pWACMTATkEUt0QWQdF+
RCUt23QmJT9GlFhX7vI1g5NfvzAYhiWcS9rIxvk8KrGdqd8C0S4O90f1J8y5mV0U3ya+U/aOOMMV
pZBqRWEQWaeqMboHujjexlyW4Mbo45c2irOtWEXDpix07bPuxspDnIw0LY5x7rR0KpwCH8WHMTDb
gz8mzV7Ni3JXKU3raKnVORYI0F0X+e4mawv5mcslQ57D8lcGsXTDTaA/nWw8fFLzaDGsBeg/RsM9
RUq4V/SDph00EbVkejPidnN/wpZW5dLWdBIvVkXqgoIOAQsMTWbkH0wpdg/N4Pk/TT+rnbwt1qRO
lxyUQZIZ8STKUABeru0JWSuF9Iy7p77bSV/ztc79xc+TieGlDwABPvjrz2tCHqdZBVzHjJ70kxSd
7s/WUtlXBrJG1xbRC5X6maMwq15q80R1T0LgDR916FOfB8MM6aozoFMo/W/t6OovwqAZJ9NIze+D
IIoe9NZSezaS0FgJyhZHix6fDC4dfUN9ttlrz02RQiNtr/gbUXMiYWVzLLlhgn061NSJm22eSR+h
pau1wifxKGRfC7d7S/N0W2e9XdEebZdJ/jtw12D2izapLSNdTMXpBo5utHJa5zUbshOeoaRt1H/y
InGElnfht0L0VzL4S47fmNo8iOahDpy/b3OqHJ7hctSU8TTKP0ISBfQqrUzj4jJdGJl5fDHThaDS
TPckQiab+Ym9lrNfMmACVNItskIT9Op616dhVytNQCw2bCXlwcxWJmnt89PfL3xEIzU5MRGHyu+V
37D9Hqmobe4frKV1uBzB9PcLE0UHNWXiYWKQjpb26HV7tVk5u2ujmF14f8ghISOmWPMqth9Lf+Xz
ayOYXW9eowShYXg4NlF89Cr365iKrwYCSP+3iZr5a99NK23wMBOke1fZuI0DC9lfmMCjUKGRwAHO
yzNWhfSg1xrWaTA3pnBoTWpoK7HA4lpcmJiNIqWnsq4qTPi8ghRQMitDWLrVKC1xwSAWDlv2zE0n
kR72fdviRMS965H935Xj1yJewTAvWoGEhu5JcDdEUtebVgkTKzXEgsugcfxjotrVx6ReCxennzoP
aMBS/sfI7EZr8IUtKEH3VKbpq6/mdhEpL23ffyR2ru3CJMZvJuGTsd94TeXE+Zpww1I0cvED5pdM
PyVS65IfkKQkfbziqU+15y5VPsZej06X9hd1dSgsUI+Z6GIZ98wVhFHVR5MI8qkObHrihdFRhJXt
sbj9FPTsMET2z5r+fuFtIov2jczjaV76xi7W6EdCze3+IVq6xugdJEHE9QKMaLYDRzkATMEL7VTC
t0tGIlQ+U9eVd6JRS49eE9UHsoXImBW03963PG2Imw0DqwD0COivk1e9HpyClnLim/i5tA2/UHU7
q6GyyXu6x6JsayEr7gjGiLhBuOKZFk8DGjyol0/qsHMR3apWRsVoRir78JscYgGxyoq4et8j5uiQ
LC9398e5aI9GPJQAgMdTS74ep1QTi4UBabhA+eQFv33rNfY+lfnn+1aWdj86s1RBiBDoC58dP4Nw
NY472TyBettKhD4dFIzZ57Ag4S+tAJtXbM0zES3p91AIFdLSzffY+9zJdk6myEfPo/j3/qiWDsDF
qOa7U/bETm87LLXyRjKdcsVprX1evl6aqCt1oeZZfwrNb13x5d0dpiSFrD9NBdxQRIgzvyvA1yPT
kE3GJrK9yG677d/MztS08D/fn615WwvKKAt8X0q/uGi4BOFa8WspWPjvCEgHXU+QJ/0/0q6sR06d
if4iJDC2gVea3mYLsyWTvKAkN2E1mH359d9xpHvTTaNGM590lfswEtXeyuWqU+fYYd9L2/Z58WDy
PQu2enC8PojFhO2pjZkfqAbLxDtS5VD08FikhkegAIhn02tdaE+2098aVDwZace9oiFver5GpaBm
ae6HTu3PNkFVmyi74ub0Oyg5ZParmPZOZbld9yDLyI36x3785/qQL0km1cZARl7JnQD+o8/i4ADe
IG7yzPY1vYy7vYR+BdK9U/zUVgH9x8Gz85ORdEgOyziI7htrnPZ1FST3JEpbN5TRWzf26QENAeUn
jjz2tpMJNJijYPCiLPpShILttYJXyNT0w/tjCdRYGSh6QXKMG2O2p0FnS/kYUDwbeyS8xMO2wD/W
Gv5u4WCicKw6NFQD80VeTR8T0+giw/J7SGm+2dlKgWhhWyMrj1qkg6Hg9Mxi4KniI4hZUC2UoXxm
cfx9ZHoN1QZxuL7QC8M4W2f195P7u6oLdORNie2z9qaXbhusXC2Ljhit66r5EoD/Ocq5K52qDK1Q
fb/coTa57wPoiBV7KgoPJFcrocLiaE6szZYeT2hAPLrU9lNxk6RHsFp9YLbAjqHU+BTlmVq1k9mK
CrM0uiy3/dIxj0FVv3am/fO6iaW7GA/P/0yov5+YqMlYVaUV2z4NpKtnP5HY2tDgthlerttZ2GDE
Qd4FbXdcaUTNPHPYJkXEwJLpo1icbDLOtD3EJQaw+2rZiv9c3ANoJHCUXAL+P5u1xMQ1gMKR7RNZ
38tW7JAMuemy6Gkas2M3vJtzSrkuW1c5b47mz/kTPtQ0M4ugrIlM77FKDqvPCOX6Lrwx0gOKCBI0
QHNiG6ZVOoubCvFoO6a/RpRrN4UlnMwd9F7bG41DbiaUQSYAjLEBS3S7HvIUOBO3TIzRjWqpgWM1
01cinsX1BBoYbaYMP43NDnKmFTXvOCrKE6FQEht2kP6ttKfrm2bxfDlKlgTdBIrU/nxzalaY1Emd
Ob4FzvCHRq6poix8Hze4AskgbYWm2dmmFLTpSr1CMKV/S4D5WeMdWLrIQXNlo7iPooGSoDz//bLI
SW1MDq4GY/jEkugfEzx7PEs8O9ZeogzAZkvUW2J1T2Vu3hXTGrHCUsEb0C2mYCZofUY/+vkPIB0U
rGTBAc/gtmuZ9yb0MermORUK9tztoIK5iXJro1uP1xduwauc2Z1FEBN0VqWW2bBrjT+cYnyThn0A
2+8EXs5krVd10RjqBgaalhS7zCwkQ+/DUIwWMCgNbfgxSkYwZ0ZT4FGr/+wMCV9xL0R59dmBBJoP
1KyQ5gUcft6qFJaktVpLwJWh2/qFsSj8lJHWeLKEafyOJwf8BaBe/NKUpuFNBSGVqyO6uUdRHNPe
1UZ1lG1s39sxRKkTKHAdy0hvN1Kre1dWtIVWiD64TZVam6iu+ruITcbjQKsQ/F9NvbGcwIGuNJ6+
yE1nuKJjY3t98RaONhR6daSOlcreBUeCY04htJ9xq8Wd10INSy+2qfX+6wA20EEO6DrASfOTUSAW
DEob14HdWpvQGXai/MRqe+X+XLgJlNYwOiMU8OKCRrfSg7YvS0Qb5lS5fUQPQUgf0NC5i9JYcw1L
W4luFg+86tAD3h/pj4u+7MmOaU3CVlU/tW9dbD7zWN4OqXgcJ1K7mYhwHwWuXmnbOKFPmfNuxihE
zqf2ZwFJmgd/NO9wFzXtTZeGtw1b47xaOm1oP0SoCyyRdcH434fNVEEYDj3JdU5uNIdUz0PR2vuS
p/bRjAa6MqdLPhrxD2riqlP0AnIek66jRoSkkqE/MMBAk3CtZL1mYTZpmeyoVuKO981hR/h27aZc
/LwSDQeADJSB85syGqAxlEcF0AOAz2pj6/6+flyXytJYCSiUgc4AqbF52m3UtKro7QFIq3zPw5v2
t5XjhbiFang1bvsfwbiVxSazPO3rdcPqdpz7QaKEu9DZghM2D0wIxGebosQzMdMfRPCZsBfaFWCE
AHd48dZPP9q1racW4sIgtBwVz4aqEc6uU+g1F/ogEHPkidih5HBHNHFTCIg/mBA5cps0YFsNuKrr
w1xaPyDZ/rOq/n4SITtVHokahBf+IIwXMbZvrUTx+LqNxakEaznU5VEDush659AGjAU6VXwKkcE0
6N1YJK42fRXNY0uf2jrxxuHndZNLXh6SISCqQbv3ZW9Sb8WdVUYMHji/pemeV8cs+8BFcmJinhUr
m7pHo7Bu+2GS/HBa47nSncmNAmulgLPk5hHdoHaMAwaBW/X3kxViIqYyBbrb72P502TymHdQXrRM
/stIAKcLJNX31ydvcSdCggFhlWotv2jKRxID279Dvs8KBvSVN6PnBHa8NaNEbPSm0bchAi9vpEG5
MqdLY0V1FalTpXTB5n14QVYGIxlo9BhMx4pshshr2L5Kj1a2EuAvbXu0miN1ivFddkhNXaNDJbCK
Hom96c1byt6PD0OAoajS0HwBbZXZYc5tVlfZGEePtLjVMs/hK0dq4Z4CTR7kGEDApFJKs9AXZAxm
2CEX4HfdsA873R0Mts2h07bGNLtoCI4dGQfTQjZbHbST3acem0bZ9dwPJGTLjeSoD9MRQMtsrdK6
sCJoUkC4hHY14FfnMxazkuqF3jC/TbgrG9cZ1xr/F3wCyoYWHiwEsD2wAJ4PpQJEt58SwnzKer80
05deq16a7N0MQuBigEdFCUeJUV6kNQaats0Eygs/6W8Valu832OrwARkGUSB0+c407g0BHDpMfM7
E5q7+6J5fvfpP/v+bOsmYSoJm/B9vd8W30Sdbusq2dp2BVLz1rXr959EC2TWwMQoXe0L3YyG8HQC
dzb1KSqieNuv+LJLfS4sB2pp6LMBZu8yFtegWiRl2FPfmIT+MAST89XOs9ptaNndhAVcjNXz6s7O
8SQwRa6j6Gs4+wLZ2b3d2rjxoWi4Lx0+3Dn9KtHd0pZEJgfNOWgDUuQk51sSoL5Sn6yG+lAteEaY
dmBhUXiWFqzxrCw4VpSbVQ8tXBL6nGfHWGR6IgOeU99MOxdGXIbG0ApPICOGpEDiXd9CS04DzLo4
yii4AcY3805T5oxSjIL6RPOhxOOZIF+16etEPrBVGeohgGuhoHihIW7beU3DqGQ+cZ4jS7hEv5/0
15TeFdptuxYQLq0VkkHYq6CTvewRl1Fa8NLJmM/CvoMiHngQWNxyj5fWB5qRkQ/7a2qWYLADUL6B
hR8uZHim8snhaxHZ4nYAqd6fKvBlTIFkX2f3FQ5dD7nELbXHGALT+nhMLEgjdR3U61RXyMpRXDQK
qS08WMHhdtG5xUXW2gNSST5Sjl6QhdsUYTy17yBiEyU/r+/AhRAG+UoE7mCswKVC1Q49ubYYkqN5
WtvMz0n+m0Zyk1v5sauMz9Ruvo99/hKUYGK5bnNpg+BdDPpFMHLCuhr/iU1oKI+9I7AbwYi9KYVv
kINp5StHa+maVIrC2O54FgFLcm4kDwTEx0tGwYb6IEGOxuUKqGpxFBS8q0B2IACbY+tatAmZQ2hR
XxJPL3YlceM1LYuF9wDqeX9NzLxeYsSVBYk16rcaWtCE5mqx5XX178566HIgFcO9M7xdX5s/6qOz
1xXyPQjFVJ8nUj/qN50sDrTQ61Y4uAaAzGk+TUMX3cRRyvfUKKnHJAronKPpYkomfTN1vL6t7LZ+
qIqRbKI0+SUtOfgpeJ15tCsA/MZDPbD2sq/B3yEINJHBHgE+9us/eunA4Cgiv+ngbrgo91DWmZXV
q988bDW8AM0D9GcjlCrXsI2LmwqZoT91JeMiZKFdkgM9DH8dlpCOFKgkUc7XwICLo1HyFSj34LE3
D/CIXhDNKlvqT/qXkcDrWI7blT9IBRS98QEKQQutSAhYIQOnFGfOl5tkyGHq/UR9ffpkW0do0V9f
mqUZA1AArxT0m4G2bHbW6ywSoUYQJGkyfq3S/iHT17plli7RUxOzcDWKwO2p1QH104pMrtNp0BSB
s0QIuw074V0fz1IuHR0N4NoHhbmJnpbZhJmmlkEkC/DgsA75phgzz9Sa2yjJt31rftMy8z4W5Zbk
8ed2yt+P0AGHiI47AbyewPXNRionoRl9pcN20VReVQ31FjAN+FFq9DuWjeXK5bDk4pAuhYYK2l3g
rGeLJxltmkxOFsrxhtuG5r4fCTo5hv31OV3aIzhUzp/MPZil1d9PXE5c5KZR89ryeekH2n32+IHP
owVWJeoh3DVvlBhK04oy8BH6dNyXXr5G9r3UsQCI2N/vz2bJmGorpQm+nwmWMZdWifDLaeSf7MSA
mDigCua+1scROJQoKfd1oCd454rA7a1I25S6yPYZEdHOSgEXSNGv61G97954VSWPKJqgVFPlw7EY
C+cQlkgemlAC/lpk0RrgRP3OuedHDcxQ2Sdss3kZLIQUUAijtt86YpNOpltljxJkloMd3lB04F1f
laVTq1QM8ZoB+usSe0kSHUyWI6AGxYE6n8fbOHsk5uG6kYUNjIoQ3uPIbuFCm6eEwM1oGJKgviCy
5yzvXdJhfdZwc2tGZqdSD9O2yxK8ikgk9nTajx3qGM7KSBbOCODV2L0IC1GhnMPYBM9tUkvUEB29
e4WKgceyaE3FZMXGPFEXhGgWryaU64Y8eA6b8c5Op9frC7Kw6hgGEAAK7A4mpNlc8ZiFLa0wV1n0
SvLPDRSJ88/xymtncRwglFZ6FgjN5mk5jVdtAqYPjKNzCWSTVriWlj6Phyiey0DKAKA5uwFCFOYm
u6u4Pw5uPnoFXwksF6I+cBH9/f7sUVMaRS+RuuB+J4tdbonbru6fhlx4nYnOFHv6jgaHr+hJXTGr
pn5+/LG18PjFaxp0JbPAj4Q1ceKotP2634rc04/iTSvdvt4EwUr8v7AJEGr8Z2m+zwCRtCMjq23f
KbXHKODPAZOHELwECVlDlK2Zmq2VZQZalAqJvn1RgLyReZMt3XhCZn38cX1nL+yKs0HNVs3IIfNT
JPCeI/NiCV3jlUBqcSR4TiMgxMP6ohw75l2JVnq4sjZhNyW4P3Vr2zbsfgi1j2yEE0vql5xcxwPa
svVBOc26+Z7nhts5P206eKAwc836n2StPLA4cSfmZtenHURFnFNg/jJO3MxSL4YV37ngoKGk+Xfq
Zk6H6YEYnRFOp0gPI9+R/ku2FgSsDWJ2eMJkTCq8cXDR9BDD/kHpSoi0MoQ5Nhs3QmdFESZJOq8D
+6bH1LWyNRzbUnPc6UTNcSKirOyqHkGrYdYDXm/yldLpLbGru64wnqHt/Uzt8pcMtL3J4i0FjWFB
1lRGlgeqihogRbykSMv6EIp3ZLCAQHQektLah074Vfb6ymlaM6PW82SPh2lkUvTPAiwCGZPUIT+p
4aDqS1aO0qIZisSbQh6YF8TDhjNIYmut5cfhlyL+JsPfWbySFl70CwCSKKyB4aCCcj6SJLJyHnWA
OkbaPQMNP2fogEteSPZy3b8tgRqQdv5raHaKUtk2PaSTLD8YK6+sh41tB5u6+1RqsUvGL6F4bFrL
rYv8OL5brgN3LeIFHekpFL1QbzsfI4+MtJUx0Il5cD+JY0w3yRp96+IBPjEx2xAQi+Vx0cBEXbms
20fl+4MGDAH5ZAV6xMaeXURmBp7uMERMEgfWV5l0X4i5xj+9vEKISZQVpaQymyZWR9IwM8L9UP8a
hpDW02TZbOocrGk8rsHnAflVa/wkCu3YTc1uAF3C9T2yuBcRcGN8KoyYa0JkJMbzgiWW35ZuyTz+
lgFxUKxEDwvhER4nf43MZjKQem5pFEZ6aJ6gbbaTPxqN5l+KxuqfNEdvv+dT2G+TsW4A/A+mlTf4
Yp0E/kkxDUAQ4QKJkgGRRRIhLd8Y+E1UpHu0mHgN+vgMUr2gr3k/RuNPGSb/mEN9BNfJY5J1N7bo
QJ/d3Yh2TTB46dWG7jW0yQEYoxpuz89G34dT2xUB9yetDd0karq7sIiFryf1+FRHDt2HRK5ldRaN
AoyjxD/gGedgFg10vPqgp0A0ZjexeQvZWFTaKT1M2crVvbTY8GmKNBHosIsGZrBi5xl+BPcJwivI
+Ep0e9HWTfLuaeomfTuSYhca7SEaPtA1h4wEesvQwY/+7HmFPXTsWK+mEDdE/q2hP4Eh5sCSc+cw
rgXeS67n1NIsckymoOTlqHHAx/dmAAoW7/qpXOJgwlCAbMUFgb79eWSvB9k0Za3BfSuTQroCvGOe
MVYgJIhr+X2Kys+481OXlHq97SM9u5HQsLjrWS0f277rjk0SjYcyNuVm1Ea+LTP+eP0XLl2TJz9w
/iDgUaJx0mKVRzO5aYoCZA21K/kHXPCplZnjiFIj1cBVggq9QDHYM9fytoujwCUPD4++R2jwnJ/E
rKZ6EJm47CED9q2mwU3Ai7cA6lLXJ2vp7MHDA9juQPXlQlYqA1SSaxwRkgPWf1FLMBONDxUPfhp5
/2ZWcq0RcnF7ntibbU+rcVijDWg5CSfdC0TxEJQfwNFYGAyyw5C4uGTIxCu7IShIcICQNkng1eWu
59u0cEl1a669oxZX6cTW7HXTgXFvZDn8pUxtlxffuVFuyFq4vnQRQgQCRw0pdeTXZ1uNpjaa4WNk
NDV5LILIHfLqUCaaa3ZrXQ6LwwGsEHOHbNoF7byYmn4UrAfE2hx+yhEl5Ml6RjS6v77pVszMb3aI
HCVDWcGMQUe/pPEByf6tydeCzMW9BkawP1hCMH2qv5+E5XGeDlUMgnHfCIZfYVbckYyu9GktHp8T
E2qkJybKJkefaKlMIDnENna61bS7atjItZr7wh7A4qPkDjQF7i9nhkeHKOzQozbGfZ5AdhZrX+9Q
My7p6/WVWRgPzChYP8f1eAFDjw2QWNcSqo+i14/IHlAXJG/3xtjuzKg5mJNcQdkt3SZqU0NKEyRI
0DmZT2CU6q1mF8qNkidKvsjoZ3jHs8krLR49BXoY3TRZhHYrpwUTsTB8IdJdwBPQ/tFM/96mujii
zWktebmwQ1HkxZ5BMhkTPm8JJ1VbSuhnI1Lgt1rwddCgboES4AcmG+09Cr+r2DpmLj5KTMieNCA9
N9Acp/pp9pOevU659RmrcMNQeLxubyH8geLyv/YuyJBkaRdTIuEYwxQhpGe3SgZtk1ibEZQ1cbep
puN1gwsHEO8rULujpwfQqzn0SyCJHjfWgFjE8szazZ/+v8/P5m9oUivXdXyetW/DjW595PMoXEDX
BOgTVP/Pz7adF12la/i8sG6d4uEjjX7IW/79vjqLJ76jR7g01gG+nx2JsSvj3fXZWVpttN8D8aGq
v+BoO//8WDItQVDL/DoTjVtz24un+iu6HLd5321ziNQZdspApbMWGS25qlPDM7fr9NAwG8gIEAgU
b/q03XQMcpXkZ28H3vUhLu0vIFcAJQUuj1xcV2neUw50C8NN/znRH52Va2rl8/Nrqi9F3pMSn0/0
FKgt7urvh6viraUSvXB8cO2zJeI1abqx7U2fWpW9qQEt3TOoPq1YWVoP+FfVBq1Y5ub5jiYK8fKQ
mukTsc+mXV8eSH1AIfD6WixaAW4f2GylJD0fi2G3vZF1BfElEgODaR1tQaDErdUeillr7lllh2bV
BSSu0ZeCm9BU9/v53k6AiB7QzU78ejRDdAb00JKxvpRt8RXC9aabcSd0Kzycrw9x6UShNAvqYzAF
K9Hac6sipSFgpoMJ6Lm8LYHTtCVaBszkOwST+00bF2+mg0x9mzlrHDxLOxFoO9WNZgEDMr8l0XmW
gpMkNH29bV8i4dymk1i5iZduPCTkoAOu1MYBnz4fXB4PZRbZkenn9QHySm6geW309foELi2bwpqi
du4AqDV/OoK4BrgApwDIKURWwTV68VM44JQjOc9/E0hnHTKwe3pBAfWU65YXR4erHPsF995F6RYk
cMyUOs6AUQ/dN2lXw2db8syTpF8T6l009QdohXo0qJdnt1I28ZFYWkn9IC3uY1scUiO6CYpkJVO7
uCX+mpnn8FHAHyoZVTAj9mW+SeVKcLI8DOwDNOM4wKPNjpiRWHUxcHx/qu7L8aYNvtvG6wcWBdKu
eKeh6wBo4fMtZ2t5XBeorfpdUX1mtD84cfBP2dr/n5k/GJyTe3ZCnSvoK27iHjdLryCRsxtx4yNp
EfGV58DipP0d0Z+c6ompiOvtFOW26Uv0wLIIKabYtfiKp1UzP3d+gMv9O21/6i4nRmqkr2N9DAGt
jnlJXLxAtYOwCrod6zbd6AI4nt5chV4tDQ05OjwL0ZsNrZaZf5igXaDw6dTXxVajhyi8T9KVlMqi
CWCRYAEXOkBR5/tBtmNMB6EDvzxlb31QPpiZ2DKogr1/2wH5/p8ZdZOdzB83QhGxwqT+qInyJY1p
7DEhtK/9ZLRrpsjCWqGhFxkcuFQ0KMye7oOhC9OMQuZDWZS6XUy7XZ3E9aa0WNa6cZgUd2Iax12R
l4Vn1wHfSKkNmxqSmTjYIwDPaZMeGqh1bofQYK3bQ0J3X7dDsSGFXt/YUGtzE9707mS18Q0vyscE
vdmf9KRKIQrEgkOIdqOdDupQbyxaSKGjn2TkBtx7xX8GtVnkLpuaYNP3BXcRkGSu0/ftpo9I+EsT
BDDUQv/GNF17w4uRbLVorO/qcUAwjCIimvQpOoWRQDcgraibzywIDTeJo9ijedccK1bEO70L1pJW
C74P6H1MK4oTQBfNH/ZaSsI0tAADlMZ29EB1fn2DLIQy+Dx6F0DIReH/Zn6pAmk8EHgD88v6To8e
i+K2rg6xWGskXhwFohdI/SKnc/HWTmUJbq7QZH5mbqBGJPWV5546LjM/Af1ghSfGAwDw29k+78o6
Scu+Zr6QD1bzOqFPPn5/hKwybUCrqfoMGDrPj1LZoPYEsSuYoM/krkveH5OARgSgGAdJ0MvO5zGU
ggyBYH4T/Sh7tgFhtmdMK2NYWG14U7QyAAmJqZrHVkUZDzVtAMp3dMczTRB5aRVaakFwkTofuFNP
Tc1WJAojWjp9xPzQAVvJfYUkxhqP89LlgHwu4IkgZ0Br82zvZokzJZmFa7vomjuVnpZFEEKKjn3K
O5vucrbGQLmwi5V+G4qEOgiELohRWtqEdatR0wdu7rtljTsgyd6f0D8zMZs2Jw6DrstMhKaG4Y0G
e3IG46BQjNeP/VJ0qvjYbTBGQSjy4oYr0kHLW8sEF7H43BjyZqqmPRcUaP9Ieg1Y+twsXcP9L04f
XCcSrtRRPIbnJ2jSQpJ2Md4UXDxBFoa1K3O38H0Hlbw/TPN4tswLehD4ZWnLpemPHC2XduxWQbyy
qxcOEF4mqkYMwSgHN+v5EIohaLViQNDDbednSBr9uTWF3Aqp0S3tDb7ynF0cEaqlAELgAXih59c3
dTe0HZq3LDPZBoR5ZbfidhYHdGJB/YKTAKHXssnpM1hoo+ApZ86h1aLbqp02VpuvhdmLo4F0Bwhp
8G5GD/q5LUcr2kmF377VuaWlbQNm7K5v66VrAE+6fy3MHwrQ1kMehuDpMybB95ADUzz08os9wMt9
wBB6v4HuRkR/0XwLqa++yoLA9PtG/tICI3LtyYxcQao1S2pS5jcbXPV/lmYLJNHQOpERO057a5It
/azkE6xNm3jgo57G96NuQJSkxBNQEkf1Vnnck90AYWw050wIt2ndfKZJurVFDui6vXJbWwuhImzo
FhAd0LK/4BWhZKqamPfEbwY9c0ddAMRMBUMLaN36ccOYlxet7jr1ZD6Zcd2+MH0YXRNBf+PyKhnc
gFul6Q4irP4RwPcBpRF0O8Ka4S2zBw5i4Nq+M2VVH7mtFS8g0kw3RhjIZ6xbeism+FYKXurNaJbR
oekC8MAEoxA7EtD8NkhRI3QtCV4fK6L8IKqm+gQWqezWCYPIG9PD1LTHCg2edujZmQe6gX0I7bsB
yn7aZggDL+f2bRKW9B7xIJLcQlaeDm6dpwgSl5tC06tbw+7YI6vt8DfiYHvLnKTeVUk/7ZKyH0Fo
3rLPskfg2/Iy3iCqsn6PhRW7TpEQl8hW8yith60Z2NkOoOn4aYhN88YJSOU1nT6tLNeSj2CWQiwg
9ahzqi6Tk11Byykp0bmEbglA2p/K0MuTrXf9PC2aQBuDbSCJC1Is9fcTE3VQRRSCXsznwdaCvmeM
+0EkPzv5/bqdpdMEJpH/7Mw2uCWrMEJbBvOj5DWS26jeQosxTfpNPED8VTYoFKzl75Z80qnJ2ewB
fmEWBRgQfKffAXzIp124piq6PHu2joZYsBsio3U+eyVDRmtwOsSOOp48cYm0d2Qepj75qtE15ucl
J664xBAL4xYHQO/cliaLsevqBC6W3JDqV5jLlSf/moHZFZv1wmxSCQN67wU3fNxd3wGLn0eJAPlU
9E9ckAB0nEoRksIERrf83Zrdp7ZY4xlYiEvxoIKSORA+aqfNXgpTKYzBkQbBQzg4gElc6tahyF/H
6lHT1+CYS11VMAY5BhCOqs7X2XQV3Qj1lkwgDUOaLQLiF1AI7cArtweg42C03acEwt+Ui3AD1NXL
9bn8EybOLyfguTiHOityZ3NCmaGpU4D/EK2aZVqh24beNpG9J7gOE+i4T3XKXCOV6MC0ta9kYNyN
nHCPTMDgihCMEiu/Rm29i1+DhiJ0rIDsEUHA+dYkUdtGE+4Fn6c3FZBbAStdGf5wzMYLoE9GjNSL
5H2s/7hud+mAU9VyqCJbld07N6sVghmlMRJf2LdkOobNTd2t3MtLm/bUxMw9ys6QE+sHAlqs1+Y+
i1eCwLXPzyZuQqhXmg6u46h9M62392dvURP9Oz8zB8hKaXRo+CU++cyGxuOh6V1fgLWfP3N/Jm2z
cWxgQAwHrpcu3hkrPmnJwVK8zBEcQcrVnvddG0XqUA0oeyASWu72saD7ZjQgjaNroIm0mw8QwSso
Kghr8VAyQDtwvqVKYU1VPhGCAgXzomnEcdE3Xbq9Pm9LowJSRAmAIL0Efp9zKyLElStRsfNjI3cr
48m270X+LU1f/j8zs+UJxnIazBFmOgMIYfJkWg8D3pdGGK04gCW/q5IzaFxCP/7FNQgu59yKYkn8
BHq+YwmsWmtAqAuEgMUETxCw/fWBLe07tDHhGYguOTSWzgaWhoUwHIl9N5BNHycuhbv7vyz8aTk/
CYtEpVntOOrEZ93z0LwCoP6R76NwDjY6B/wos31mMxojeDBxcvLGG1j8UCfJSplgCfWLy4mgb42C
dumCXQ3UpnXTlrXhjzFnL8HghFurKPTXbKh6r5A8/Wwwi3u6pPKl08bwmEsybhLSBp4QyLhWUVy9
5qXu3IM4Mn69PgFLWwbZQvS74T2K2Gk2AdXUmWGfTIYfmek+doTt6aS9J0E1uIkUt021Ws5d2jS4
LHFBoR+JXtTxkWdOR6BWsWnQjLRr2sP1AS1+XgnhKCoCpUdwfqZtAdIFrYpwB+ZoKbB+ROmaL1ya
MpCy4vdzFBYuRBaE5TQ0tgLia4OfFN+M0N5IAMYnetP2HyDtRjfiX1vkfDSjsGrJ9RCjiTaQfzlk
Il2Zr+X46cTErNZT9fkwAhZP/MqeBHKhRXGvlSTA3DECYrJR37Emzw9FMkoAS9Cgbqg6wvsXDdvh
3/h9Dr4APDoZUW1gfqobUF+Lt32+4oPVss9DI5xA6KrhvQ0MllrUE0dCDJzzwpzwCIE+Ky2eFGYa
qs3Xh/En3LuwAiQ9qvegpkJ68dxKPVhlJmxQIhh9zj81udW7AzgGmEu0qZUu69ufYSfzwxTokytG
Hm7iPrlJ2X1vUtCM9xkNNrwU7CF0NNB9ki6gGySoqtItRiOBExTmpxrV7S0IM1E9isd6m4LAonED
AzkLOAv+c9St6DhFHe7McUzj3Thw/iZ10PaGwhk3jI7FtjNL8iS7pHNDIqvetYrgwYHvlq3chOFe
a/aZpbe/olEmj2SK/yGsCj9HuZFvWTfkm0KahWtnY3YLd5e6/VT0OzJMnevgWBz0IMl+XJ/XpTON
BmZFIgfkIAL982k1s9ZqCplyP2lubOcGOZDr31/aHOjLIKr2jSrK/PtJZ/RDTvG+D/BYqWoN8FR+
TKBQf93M4jBOzKi/n+zBzCjMJmbYg3q5aanXyZWX3dowZq5vIlUa5gTfZyjPdA+MPLZrXKpqA59v
cAOICrSM4BpDl928F8nQhqbPMrCYZGZoHZ0WCJgIeNFxAidB1tjDbTz0rVfJnm2vz93l2GAYHCPg
rlBdxnOO9IwNtgGeZgZmEzxrIEvPky2c7nUjlwt0bmS2QFMmgE3OYCSp9kJsQntlgda+P1sgO5bC
DNT39d9d9ZzWz9d//kIXl/r9SC4jQ48s5jwNwnhWYgITBrBAty90uulLzQ0qCyF63dyJ3tyTgeou
qN4hF9/lP7RprSJ1GVHDMtrnka61VGFq5mbBB6K1Sc+pr1fyaOLJ4I6x2FW5eA7KZmVLXM4m2uEQ
tyMFg5Q3yjjnx4nowIRN0qI+pztZPgdrzfSXYzn/Pjn/vlX0Q0otkMNE4x3+08CcR3ZO7F1ftLVR
zHxbRCdqNmoUgm/yp3YNdnx5btQgIC2CbACwuX8S0Sc+ZwBkFrBQDGJqXKQ/mvw1KldOzaIJpgiz
EOQCLDfb1SJpnb7ExvLHKWRuRoYMzXPI4ZrR/vpULS4ISFcBWwMOFO/D8wXRJJ4xDKg83wEh65OZ
sXjX9UHyfQrD8KWspg/wgCEuBuYUau/YY/OoBPoEQyPGCv40eGH3Zv/1+nAWV/7k87P9a7JG7+wB
nzcM17gla/Xnxc8jDgFyQqX57FksQqfRKRgtmA9wP60OyVrP0vL30RkGsV0bpKWzjUt4LlEXwqU5
3hQaEJjhrw9MD8io//2+sn+yc2sy5rrW4PsM/er3TrFSWVzctSefn22mRm9IX6k7v/tijy7T99ka
N9GSBfAmwjkhLY3wZeYLEZzVwTTh6En7KI29KdN9K+XKmVhahVMjs1VOgpGFzIQRnt+Wm3RYSV0t
jkFxVytNcdD4zj6PElAQ2Vwy37Q/keKuJpuRbt+/zgoWA95lFK5h63yd9VqCarW3Gd4fR8S0xUdG
oGQIICGPrP0c3xOAYwlwWsl9PffG+DUuHqbhA3GdIj+Al1Ut5vOaOFQZ2GhQhKcQmOp2tLGrbd9X
xeH6PC15PwQ+CgoNhtELxALe8AIXrwM6tBBaBBqN7kGwt9fD9g5IXu8DtoDKQ3IM2W3k+87XxBxG
CAcCt+drnV1tQFssbmIjqPZT1gF9RszIfLxu8HIbA2QN5QGkSQkUBOnsrPRxCmGRqTH9pj7G9mHt
kr3cxgrDrfYXhnTJTwX2/4iKqKD+YPab/5H2ZctxI8mWv3Kt39GDfRm73Q8AcuOaSZGiqBcYJbGA
CCACCCCwBP5mvmV+bA50u7qSICwxUr+0VXUW0zM2Dw/34+dANCKmqbENxrXKzZTvmkfHZ2bmfVuE
6eDDHCtEDFohvZ1wEna0eoN/HjJuHlNi5sDjFZIcxrJSINkfsqffmEYU5HWo/AD8PNf2a5iWgUIM
5f8EeRw+RLxRKztjcaHOLMyCok7rMmSMPOuYPSqyL8zDfzaA2aWSyD8HQEcaDlVU8DWG6mknfVij
swFMAzy7VsoKYGd9dAH8MbOoEFujwWN6b79CfPqX3QI2HYIif6LAm6LU95YqVeYZ7/BWcoJv/iEz
vl6eqoW8Ir4fSRhk5cFk+7GQx1CU/kmWm5iPrfwMUlR07IPZM3RTFjGl0Ok1hgSVfIrSbmdsWzcL
7+ivZ2jxK34ix0EuNHF8vB8lU44SdYbS6/id2wguHy6Pcmm/AXCIujs4StDgO5vENBCEJS13joN+
1Oiz8euQHFQXplYIwNlwyc1vn7xvPNrg8jj2yLuCgmRlP0/342y3gY4GSGrHn2KkOQ1iKRxosnoQ
RiXI7BTWt3GvfUXfTljYUNvq1vL/C24OHNfodsbLC3mS+UWk1dwpzFwE4BhN4irZcb/a9on26/sa
U4X6wnSfIrSZXQ66qmxQiUH3wQK3KMoK/a9nA8HWAkAj3DVIW/CQfL+lRGZYVVtq7MTE5+9KPF7e
UQuTNOE/J5SPaYKPcxbSSAAMrZwrfrLQi9LF3PoadCsmFjbtOxPTPXHuYxijqdPDhLPVcAPUKzwi
Cy4MsPwJQIidi9fJbAF8yUG37rfs5JPuADGMyDaOoEBEej/Sx+3l2VqzNfP3xUCgrKl37KRlG2Ji
OJH26kE/0/p02c5S7uLdoGae3wAHr2ZIyU5t+R1HKmzQJWuJW6LSKxd9NWkBdFmnqgnZFDZdsMbW
vbBk6IPHoZmSjOi5mruxQaFBIG3YyXPuq9BrV5ZseXhn3z/bdYNNWVnJmp10sXWSJ9O/cQRIl/aT
DJ/MDpW9ccitna48chZHhe6RnzVURAWzjYjHCcBg6Hc4Zf1VtfHEytcvbo4JPGsCyYZH5nTUzvZ5
YBCrNSlnJ6rddu6ICsUjbdHgDyW/If1lBAB6OPAIB7IQ4HPQw7+3VZeGqNICVFFsiPRWD52sXfFr
C44BtyjySQg/0QcwR1PXNQCvZPBxkMB/ZMjbGikTzX65vM+XjOBZPJUHJqUlezaMQq+7HrJexSnr
ImpEOYnHtSttzcS0Kc5WpSJOrSj4ZE/gFo1p/wQ5iRoliMvj+PgagZTE2ThmS58LnTPBMI6kiB0/
BBzTabYIri9bWdpg51amX3E2FOGzIU+UXZx61UZl/qMZApQsvhO6c/2VhVk8oee2Zh5AV4GoNAJb
/ijQSKNvNIAkIf8Sqq56y1q1lX77aqYiTgN11Ar0vvxnY515CA/MOYFN3eKkGhLlSNfU8qaqd6nY
23TFqS8unm37nj9JR6BO9X5aC4LuT7PH4g02MJzWXe1FvbF13BUzS94HNNd/mpnHbgwFDwMVAmzE
zAwDKkJprtTWF7e6gyAYxLA/66TvB0JMLWOZMDFnw1cJVh7lfzPX+rYXJ+vMxvT52R60WCBzCYDs
iWcx8SKKkhoIu9YuiIWReDoEbfBsA4DxQ0eu1YgSjONFceqAJ/QgcMvHxyD75VwIQugzIzPPAC4Y
XUfjbYEup7uc/BjMq3INTr9QTn5vY+YYODKaADIgHKnkzvVu9CBEnNUY2www3uDa916aNRLlpZOL
YQGCB0Vx8DfM+bbqwuJ1LirsM1RCQQ9RJlcyveYoUrbuN9d7kfpe02M921w+sNMpmcX278zOQiNa
aNRLUphtAH8ascNRCh0iU4V9u5EmuuXWwvuFnYinBCLX6fmKG2R2d+ROkBvIs+cns4jhI4C6pmPk
rol3LjxZ3lmZbRLpV6RJlJufkL831cGzD03/WgdVTMBC1IzfLk/i4r5HWVcHUxuIN+ZFnM5za1FS
LT9x8w9DfzLKu75ciRzWTMzWifelUTglTJT1tiXfKdvoa1J4i1vhbBSzlQFWp2GFh4OFJ8fe4F9t
+jmA7kbV/XD4c0GveLISea2NabZIg/I7tH7S4qSX3qaqXpvmwPV+5UZaNAIlL6BoptLOnEtCM7pO
Jf4A7+pc82TXoXTIvd8ZyJmN2UBY0TS5bEd41yJCv40sY8hD/foWw1MVrwuwhmAgs9uOGznxAcLI
T0P2UHCw4Hzqfx1/joQskhPoh0Ii+APwFkRaJiTD2vwUaKCGOJhiX3b3ybCGpJ8mY+5xgDhCMgRp
0qml+f1VpOVpB4xLl5+cLhLdnukPvzFTZ98/u+ryoJoayKbvH5677EUr33y5grRd2lPnQ5hFWcRk
vdNTleO1GtP2jpH4N5j7sRhno5gFUm4D5YmS9flpbDZpYIRWfpBkzRcvjAOp/kmECEn3j7VBy1UG
A5pEnLgPci6lx5V/Lcw1QMKSFZRd/IkKBODy+c3G3NZNE6cRJ0NeCWNvi4PKVg7gwqWCAO0nssJy
kaOaua5OSyoIHTQ1tm4XW/Y+lwXIHX9kand5by3aCVBJBUx/gmHNFj7TejGUHC0AdlCHUgWhT1oo
aqiw0b5ctrQ0aRCiAxACzGY+BBzfnxLUVRlNWr0+CZ7HFX0lgN1Lbq44x6VAB1yyf5mZTZwYuOln
sseAjCrOKEXDcgkKnC5KrU2u2j3L/LAXVqjE8382vpnLVLXWj0ob61Mx5lHv3jHbDPlaIn5xEkFB
B94z3MoftJw84aRuOWK56m646ki/G4enpP71eBTvbNTmJnVQsMTMPLMtZeXbrqxP5WddR9bllKDz
6fJkLbhMaEYgrzulDRBezLYdcCNWMHjY3n2uDoFTxOh4W4kv1kzM/A2iJaslAUwYDGTg6fDDBPbu
8igWVgNVvwClcFxhAJ3O9tpIzJb5VSZOihb7umF3phJb219LF/1MR88umHd2ZlurKEygDfGiOhVF
rq4ANP9Rdx7o3Epm3eQeMQ4Aq5gRUGzeRjl9EuaJ599K23uzOt05iVR39lXWd09jCgpOqnFIEgqb
bnrXe9Mq2kJ/BhIHtV511/bIikNtp2+0RVJvtLVHVwg7aizKo2bwP5Oug0/17E+jTq2dJrxgXwVa
8jiWunnrp1nx2TY4idwmMMPeUWhwUSaJrBbsOJ5IktCodYIESxtEPBjLfebyeisy3oN4y7f3iolx
yztniBAYpHvTrawYRYYSggUkeyxp3hxGZupR1hv258Au5AbsId4jcIgNHjV6+9wJ3kaJ67abNKsD
fBro9xk4s699owK1uW+kz4GeuuhSVH0e2mizArh6+seU2sWmJJusvIKaWX6FfhoH7FVBe1+XNr/K
CwHeDignhYNHkeQaTG1HclePPFWTWHET1IGFAJ1Na/uby3tswUHjBAY+SlYoHYCk8b3bNIQcykpk
5ckrX7r8vhmHUODVtBYqr5mZeeehAhNzztJyup0ZC7P8NgPYvdxeHszPPNp8J+MZg1gJSMVJnvr9
aFSWphp2SXli9ujtEzuHXCDK1hEXnIaONWi70SFabAoOcG4nSOibAwsH4hpX0q3liUpG9pZsyQ2D
ZkvUZvp4Pbgy34wQ03iQzKLRUFl2RJQOvKPV1rGZyiIq/WZ4GqQT7Djpx9AUAispqtdKkreu5XTX
D0G70XQwMqbCT6M6cAS6XSGIVylUg1El8sOCmTwy8GQKDbM/2YlUIee1Hzasy1bS0tMszGfp3K9M
fucst+GmnI6QlhcnQd94uqFghNFBalv1hyxYi5gW3pVIrP5Uw4Q3/gBOTL3G0AVNqpMJFImrTkJ7
tlDkBdXDgQY3xq9TZoFcHIACB7qvC6xxVWCPBAW/8kRrRJoGuaNyjVtowfHDBCAZoBlDxPkB+DYW
0DP08urUi7FDayvVtpJTP17ZygtrhMfLRLfh4WzObzBak5IACF6e6gNNbzBV/9nXz24v1WRpNRAN
X++83gT82+VvXzrtKKugFAlU9fRoeb/BMmJord6CDTxtJMRtvJKFoNGtwzLRbpCDXJmqpe0MrUA0
1YMRBZHDbDvbuGKI1mewVlJkZPZ5nYZSR1RBI02uVYyWjYFAD3VdDzDB2Z1sE241RV1UJy4gfP/k
IPhPAzRQiDps/FV9lanOPT+pwNT+29rsZtb8IfU1F9Z69MNnyRimWiz9F1+cUveTYC+p3oQde728
ektHFt130/tjWrx5csbIevAN9EF5sjm0g7pD3bIwsbVIDnsy7JhbR5ftLYU5Z1fQPB5UiemNhkr4
qRnTjaZuhgQojbXm5BUjc1iGTGvZagOMZI1+baf00GvGrUjG1WaQ+YoBDAHhQyjU4wWH0G229QHZ
cPTGDirwldZxF8iIS7mrkT6+PGcftuFkBkIKePGCiONDDI00UOLbOYH8oVuFeXvvZ3hhXdUKVWHv
8bKpD4cZpoCFRd0f4sLwRbNw3XNROE8gan0EG0cKFFh+4JkW0i44ZMUaDdCHrTfZsiDoiKQ04sz5
/Y3/P6uI4BgWOqiruGeblKEevO2gNUpWbsHp7Lw7Wz9tYZOj3Q8yefM8l3Kp6Ow0F0dfPukCHGnW
b6wRCJH/bWB2eMcMlCxjQsVxaLTY764N+mKjrQqCSNbu8hIt7YZzSzMPiMi31BMd0+Z8yvu4wmO0
3CbtYRxWtsKiHcBZoJuLFxwcxHu/LpJOsVRl4phaNQrYvb4nRYLOZn4cbfM6GLMVe4tbzwOLBKI5
H2+MmT3NzQq97DCuzPrO9e+GXoay/Wak3y9P34ddh/fuBLE0AUREIm9+owuJnga0axfH0fBvPAiY
gUoEXIif+qTdZYV2TS1/xeUBNjPffbDpTazNKMVBHXiOo4YogxorjO9o0sHYGrVrRGWDREzpeiD7
7FJ3oxU8jbI24YdEeYgxVV0++yzprnva01gDp9AViFXI1mbpGHc2QSNBbjeRFRR0i7eojGq9w6dB
B+Y57sV2UzznaQ+yhMzVIJnmd2Dx0ywA9qn5qau8dNOMjQz9pO43nd2LK19oeIAkmhm2gzJ2yu3c
cJQZv1Gjpm1MQto7SZn3UuiFtqFgH1NSQtIZG73Kt41R4D0koQj6qRxujD5/qEvv8Jxtxsw9+J6I
igftoBX9ydXMA+nMYgPu9XFTjR1YB40pK9CjFac1HRYRvUKhBUcbkjH4vcOQ0pj0JIn8AmyHQ4Pm
CVopPTTNwogyVjahp/nWjiqmom7snyxNk7EmLDdmQVNtm25sMSL0yhNZO5EA3mZn0vQx56O7Jdro
R6VsQF7RJn2kG+mbJwtI2SlebLRSIo/MLC1iYI0C015Sb7UOgBVzwAdOq9G4yVQZKqu2wqpCRDBA
mX1f6sFbSVweCqbsrTVUKIz5dnboKcRp6jSxISximaFIWrBFFoaC9nVRb3VbZWFmEjMaHBTR9A6o
X00QJ/Q5NHOqdkxCy8EIqVuaUe4WRczxk784npNdtQzy5XUbtFvQ42j3SI9kaZj447OuE5pBE9wd
dk0ga1RE3O46gAoUjpZrhZSO9p6qutmg7gZ65bKg5NgI67saHP3Fl448CArSmKxHzn4wrDXy+p94
33cuGTKWBtw+molwMoAOf+9fxqSokg4tSsesqW+cQYQgcj1V3UvjuDeQNglpqZ0q17r26F3lgeia
7WQiH5TY6Tp4Lvpiw4gVMpdiByS3rA5i2uABCJJWnoE9syLhqPK4p2mIt3XoDy8t+9EbetjbQzTC
vfCrqks3LTTHERuk+V3aO3BwRWgnj6noNom4NzPIwTY7ghdTZTsPxtDsL7uiDx52mgHULJCCc5GY
1WfvZK4KUo904Mem+mFJGbGOb5LxW5rdaavttx9Copmt2f3kSeiSGl7PjwCTm8DWQJCdqF9utZ8Z
mV1NmWajMbSEkcZ59opPjfdyecKmH/lhy5xN2HSFnL1ldWkQuDl8P/JXYUteg7U7b83AtGJnBtyM
NYmJRtFjBqc0olk2vjyAD3fcbIJme96xQTnudRjAUCNIeCihglY/Ns7Kvlpb61kQV3DwPLcKJ6v1
kqiSVQhVhbjRVt59K1Z+Js/P5qriY+8yDWPJRdSIh058TuyVqG1lun6iAs5MWNJBWnGECfGH4Yd5
eaO1sbnWsblmZHYKfS8vIY6ONS+SkFhbg9wXdeT+MoHO+5X/kN5lHGprfcuPWhs5NLLLEBTzlzfX
R7T4zMZs3UXAWiejOkdvq25vcltDnhVeFjemb218t4GkjWeClsjToeA9aA4I23D5lrwoNrxpXkXO
vhuZ/wXJ9DXHMFn+cHChQgT8hglyWWO277mhgsJ2Gywk857SGtyi/WawXxBfgEI5CmgWWf1Kyn5x
ewaoOABHgYz6PHxV7ViZTZrziW2tNbfoli3eVubb+jgqlGmBhTGB/QaccOYtgIz2pTm4+dFT4uDL
azPd9ukNcjkRB0Ky5Num/uLUTz29Ye21O7Qr9NpLzgoMXzrapaeGl3nWqPRB69A1Jjsm3rG1SNhB
VufyCNcszJatzQekITpIExRWXI+R/OXKDTbs+QhmGxZxHrgI0VgOOcIuHkctNMrd5REsHe4zC3Ny
mcEvZSEtnR1T8ypDHUFkIHHXrRht+iuufWm/nVuaPV8aZXWDhdo3GoPGTWm6G9uBvKW5BthYHhBS
Dh5iB8+YdxtQ3RdO51rs2DZb0Z1SZ0/Rlr9GSb9oBXlVINUgG/WBAlZvmcy11CuOFIT3ZvlaDw+l
/qNVD5dXZ3F/AYkN+TYIJkF26/11qzzeyxzw6OP4RaNRN/zO9oUDwGsPsiy2PZk/uz7sJG2aEaDL
Y5t+ovwOm3HFwNKan4ewMweg271RB4lEuBDseh98/Ru9XtnAiybAyYVGAFBTfkjIIPttJjwz+LHP
Ir+MtCEs9d/YuRDvQJ10Kjt+yMMwu/IrL0C4kCZ3IztV1kttrlSBlxb63MTMkQxSV1reTbE+iXPU
t9aAtYuzhJ2K7DMAjh/SO6wcs9YOUn4E1VLYJ1VoBxLO5JfBOdMFC0wInC2oXz5QY0hht7mnUX4E
2mhTDQfL5St3+E8S9w835ZmJ2ZFo2hS3Z0v4Ebk3N25qVx38xrbD2pRtjLprtrMUf+o5zoscq/4W
PK5s76i+iU1ag6FXUT8cjeyrl/MgHB2kh0STofRUpEU0EgMinWIgG+Qj3I3Xo3Q6+ImKvR6qqRDx
w8PR8H65iXw2adMtenYKB/RlEljnx7LG2jT3bfOrCOGfBpDVs/FwRRP/7BbxurwYcs9nR+q8SpVD
tvGgm8XKwizuYHR4/8vIPNrtUCFEqzeMjEZuhK6GPpzU7n7LCASgJ20nHMSZP+F1i3iizDgyol14
r6MP97K/nf7+4+b66/tnx5AmiaRVg5gIr+OU7wZ/m8R9e2W8XDazPFd/mZktiG4lfdmmGEbLviX0
xgn+uPz9H5Xof674vw34s45Bnpe9UA36rvKkvEbzYJzb42a06AMTRuwMxQbUXVd5onuROQ6bzEUe
zC43l3/EossB7uRfazWPLz2rlW1Sofu3EPeQqA1V8tQ7azWhxZkE6h21BRQaQLfy/uwkKTBAyuUc
9BTI7iERYTlr3NuL4zgzMYUCZ8fTLnITrrnmRx3JrWFow8S7go9b2XlrVmY726NZJ6sOAwGPSASu
mAjaUSCU3l5ek7Xpmu1vM1VOYmYVpmuMEbj0v6yJNu27s7mabewAjN6gsi75kQ/PeVAgdXoVlI/5
mqzWUvR1ZmZOSsJ9Bs8Obu5jjlTQUJrhmIJ40fw2WL/xgjg3NItZUWXQRG9jPLWVYDXIjRi175eX
ZGXhndl9RhJAUZoKY6mNatPlCFcBcmHUXylxL5v564E5u2QYzDCzxwPTKG9H9EcX5qNBTpeHsrws
f9mYdt/ZSXHzXlrJKPixM92QyltN86K0UNBEWMNRLO/jvyxNoz2zRKSbVirDaJLxherasxyR0708
mDUTs2OfekGttBYmSjX2oVZXD7L09pdtLC/KX0/w2dqn+kgaZeDQN1A7+pHVW7lGy7G0JCbyx0D4
eWi/nrNhJXxIy9zEBs6NXQLmdpPcBXyTQhPh8kiW7UxEQeADR+lo5r6qoE8Dl/sYCaombcsi6Xbg
67upfpmlGB7GRN/yn4ZmHkzYmmydyoUH029qr4m4Sn8jxji3MPNhg0IiAtpQ8MTOFfQGijU5j6VF
P/v++Ys7qfXe5GAOOkrvu24+W+K67lb21TQJ8zDm3MTMbZnEYBWKUTge5bZjyGqJ4KaBv2+1F7wy
I9H+uLz6S2fFBIcAipOTipk/Oysjahedh9rcseueHXAj2/zrZQNLcRkiS5AsQDcKVBKz7RV0UiMs
YCUEcYCbcXZd9pp1edwG3zjQNJdtLU4earqA/4GZFS1V731L30Mlljp4UJreNW1ih4Taa7qzXk1z
pQ1gcdbODE2fnzkxi9CqpyYM+XWI+GgYN78xEBfc8xOI4CM0C9UZMQaly44gK40TK42K6sj5N+X1
kdbvtezzZXOLw5mE7KC8CmIyb+aTUbPOjZIHyO+g3pc+ecWPy9+/uAfOvn+2yXLmQhuCT/EkKlda
hBBpCLa5uK/WGLEXD+iZodlms1t0hRIHAymJCsv0Qdd4WK6hDteMzPyYSXwop3owUqv6CVoKdxAu
igywiV+etMlZffAEaHEFVxyyvB/o4hJo5hnCYsjdK7rNUWYtf+gj2wqvBAs/ixqHb1SerBhdvAzO
jM5WKnNpXZvdlFkOwBvIYpXGlcVjx2riy6NbnET0bUCZFioL+N/3J6gOgi7pph0ujTunQVFwR9qV
Q7o4FrRsIMcHQuUPyMPBlqWsdIMdOQoDSXBTCxkSdu/7j5eHsnh6zuzM9kPgUkRKpWLHSoue82pl
opa/HQ0nDiiy0Dk5O5t6qpLWT1t8uzBuBls9ar5aCZUX1wIcC3+amC16TwBbE5nE+/+LmX1y5A11
V5ZizcLsXOqdEs5YwUKeniCR17U3frKShls2gVEAdAVSlzkOpfUosUutY8cu+KbTzz0Q6/L5dxb6
LxPTUp15fSibAPcJIeBjb1zl7LXqVpI9SycenSS27kKcBXjFWUypZXrh+iniViX1g9v0oRqDODA+
K+ePsgc30Z3T/s6r79zk7BgihaxJauKFTFJxY4g6ZgCJgKv2qh7o0+XZW1ogRLOACuE8ftQaTktD
ohljRHBGAC0Rr1Zjhah5XjaydFrQoKUDkwTc3UeZXquB9nSJKfSBONYr95D6fC3KWLSBqhjwdpPE
9TyicdO2zYtEFMc8NMfdKtpu6euhHTFJhqM48UGORLLOxCMpY+DdenTae3PlsC99/ZRxAZG4ASLS
OUasY34HJD/OSVOEbAihQP7rK3D+/TNnog1VQYsU3tAptj4PARf6te9H/z/kNVFoDSDcDrnN2SFB
FGk0mdvLW5DUhZ7/rezWGuPn98bcwuxMWBR0jkY1yNu83+vVnRs81Tf5mvaEMV8HWMFjC6h7LIIJ
YPQs0B+0QAVWT+St6I17s0q3KkkfDYvvivyVpZ/8jB6LYMpcG1ea9tmxXgD3ysKW5Ss3/oeE4/RD
bMT/+DEoI5lzrZICutbG4PntbSKCE9ODV8mTNsxJYodtTne66R4G296DE2rnCf2bleUZZHjdNfHH
ufP7+TNQygbbD34PXPh75+o3gQCEBz/DgLxW4AW7rrGzWKr+aagyQJdylP19h2WhNUK27fKe+kmT
dh5r4TBMTeIBQK425MPnjaopaK3R9dnWtyOwyruka9mV13BQ6Pgq8kiy01ztM+h7/dtKNVcJdb7W
VvdmQ7zOGNqnLgWiiQTJJ90nAJibTL9LDFlva9RnN4nqHwpoScUFOPWB1BvjmmiHzBnDbBi2pTde
WcF4h+ss8pokLlqCOsXAd60rp3+Qoa2CazGWZQillzc0pt44nUFjNOzRyE/JdqycHQHQsstRempE
utWpfghMXBV6+4mZXhZpXvEtNdp8Zco+bl8EI4isAKGFdhV6xt8vV9Amo+WPRX3bfGbplZX+D8Lh
f30f/nf6Vh7/Z+6bf/43/v07yCJrkmZy9q//vCXf67Ip/5D/Pf3Zv/+z93/0z69vvCZ8/p+8+wt8
8b8Mx6/y9d2/bLgkUp3at1o9vDVtIX9+O37i9F/+/374X28/v+VRVW//+Nv3suVy+raUlPxv//ro
8OMffwOz5tmunL7/Xx/evTL83TWp05Y08v/+n49/9fbayH/8zdf/jnbWqR0FFCsQN59qvv3b9Ikb
/N3E9rWBNUdLN4jSsBq8rGX2j7/ZFj4CV9xEy/LnR03ZTh9Zwd9Rt/QmJwpqP6SajL/9Ofp3C/TX
gv0XR5xZEi4b/DW+EGv+1ymazq3lo2kN6gIoIkJpcOaalcbzqnLtbN/UULwNPTKOG5IU2i5pwSth
VXiyhG5ha3eDHNt9btX9wYMyNjC3QtuDb6667uuu+FFUpnZfpA05Gkn+yc2MsY7A2Sc2kgrjIIE7
AHOf28pbSvP6DzGMUH/MayOJHV7Yb1DfbVgIqQlti2SWDTis8kC71mRdGrFBgBl/sD4LX1V6WFYJ
OXoD50XYOITKMEi4/SW1g+S7IQLtioI9tgpJY+cCX6gl95yB67pxnRFcbnodsjLd60bjb9uiuPPK
TPVhKR3zuSLUfjMISXdNn/GtbrLyYA7BcBCDVxeRm+kU2mqee2KZZ0F1whw3NZRSnjPSNQeH6P4X
3+3/6IKqBpC2K6q9jjZBGedWChLgttWzR8fjxZVeWhOOvBffG8bcuPYA8rKG7F5BRC0KbDSUxunI
92hT/kZqk6LzshpjQKMzNPyhj8MrLUBAXbpF6HyjW0pBE6PbZARJJ5q6z1L73ojptTSAfh8C8F+1
ItDAeZC6oV8xGbV9+rXRcueOjLdQqktr962XUo8ENR5UUn2tPPqlkmD300w4bZc1UCY20ffTEiOE
zhP6D313M3KRhtwZBkjC19/6oAJO3A1F4IGXkZbFCyGNF461r+38jNw6lVVvnLGMcs6ua7eUn7xc
qM821DzzwNlwcNck6bh3mYVZ7De2rvaFm6Oa6ZOrzE3tK87TH30v444G4KhqEydi4qtB6SZT+a4p
fO1GUJlGmuqrMCtHHhX+Gx52gM7Vp9Zsyr30nde2gvqAsP0QzbtOqDNmR5aVBLia1T7vsy/otvuc
OS4pQqFhG4YZ8/eJbm3cLDEiSll/AFoM3hoPmXavZ5Dr6F3lhUPtjSrKR2p+r8B7B3RzEkA3DPhe
0p00Cah7DgEEajbtIQCLP/qsGzTmShKXRd3GTBn11P+IDWEzle0Sh/mPjV4QNHyaXuja+cNoZgx0
sR0mTPT0e5Hpbuj0lYzQ1qhdB7XZbjUn8XDt1MS67p32gbjok9GV5W/QRdFtqSYrM8xZ1m24Bc2X
2v4ECVj1BWnFYTf0w4EEQI+rstkmjisOKOtJ4FJwxMaGJZ/b1GLP0nlwMpXsvFrSXVq4waeuAIod
xA6eiplP6mOFTzZV3gvIL+SWHWrMz7EiXf00Qnee4maObZ2jwZQZxVa6VXtVU8P4w0u69ED1JGp1
r92jjTW91zN9iEuZVZEhSdOEMqenShfVlWmXY+T3gfWqeZTHWjVcD6YB5LDD93nDHvoUmH90bKtD
0gj3NtCTFJyH1b7gcCHeUIP3sAConEr9CVVtdBAx0bw6KGPRwomKHEgyxK7gBWmjsQ3uaug87J3O
22tJEosgvcuVluKU8HLj51UQDsV9wdkfjZaVoZUK8KpiVzkdWg5SvX+iagDAQcRwOeqAXzrcop/t
mUio1RKf3hdUvKQWhsPq7qrpySejxUSmnRlToCMAlr3KlH/gLd8Uxc3oJaehp0hXDVdoNthYafZZ
FaUDPH+f3CljiACq/0oGCL73mV+GrKg+E4DXLLdAUzF/0zIBAbOMuPltMIzjvgBenUDdJwq6HL9a
f3FdkV6jh5FC8zeyu97AcfekFhk1jaWu3aKR0bjpAm5ea7j4Y4ke8CIvd8nYWjEDBgE68zl2PPqY
u5TdAgKyKTV0jZsaKMXwINppthH3fu7F+liAxtvne1Y4PJqAnvo4ZHtdf9RkQ6CaqY/wBuTKqkdo
B2ki5jJvd4LVoMhVzhedtM8uz3foRqliyOUyLFgB76dnsYZetGuNu5A3apuXXDQvSpPAAMO3xIWT
3lEfqDcLkr2RRexm3/fpgwWu4n1r1+J+9NLrMs83WVbzKIV4+yO4qJ4Zzasbz6lPg/5FKyeHiG6c
BhXjUPfV1aB7qO50G7Qc32qURVat4ZoJ3HvaVU6U5yYPbSeN0QOitpXb0ju7a+UVEzhCQf7VLHqC
Myc2ddUpCBlX8qsyGaJl3/jDKpT1ddAMN9RL5+AKJ4/0pvsSGAmPaO589Vm28bVERycS179U7nVt
N9o9Oj0UNnBWPTjGrg/4lSv/aIKh+YzTAUdIXHU3eGYZQ+yY73LaHLzGSXdOAwllPYD6E7IUtgW5
DkVj0Lz+P5LOtbdtnNvCv0iAqLu+6mY7tnNxbm2+CNOkpSRSIiWKpKhff5bfM8AAMwXaJo5E7r32
2s9q30Uevqc5G05KxlsVxExVgwnTz9a35zvaviA9/eysBw8pFgSi0IKSOpuqnbV5YFraRsk5KJXo
4/dxQXZGuEbQqRZyyBAUU7Req+podQ0IRqxc2Ppr9lsWFLjzogPQsieTJHUHAML9h3elbcpKkVtX
Bv1uoxIg+r4QTB2RuEuOPesQHKUyQC2nvOr6liFWYQArj44MZOX0kEn5yfPAXqaB39C6DcXiwnMS
qPWgnPjD5PyFKBFEvDsKv6pkyM5ie9PR5XFK4W4IwifnhUNFGQeMse0OQ6qiUsTk38qyUyjuazKY
jNZpYiL8XYC8Jxq7ae1IqpaRl3kWYzkRD9Hrw/wODPiR0FUXk5rTq5Bp8JosQdCIjWK/duG6Eovx
LwSnbZkA1OkB93Kj2A68tHaDQWZdsePTJojy2nz5MYfzfug6XSfSFSt2q4q2S4/BiIENsstraWCm
kmoAIDOq0QX1daL7qJLJnj+xhFagFTWTzM0DBtV17itR5B7bj4KMh8DzkprbuMG6FCaxWhTcwqaa
zMQWzETuoGh72JapQRgjwsbYrqpo9T8llK6KBPMhEPDGu5A0W4KbKcjkYxT1b63eI9jB5NXLDT5C
qucSOkqG5SKPVj5U39okOY7wDZm2e7seJwwd1izJYH1fX/qOk2KVk8AtzquIAU2QTbzpohZkC/LU
ZpTVekD9gPTfE0cfXIb3BTBgK+CDAbImUv7r4m2XJGYp9mvIY0BhxiMTBnWStiizmP+JjpoX05Zu
iOX0+dHC11ZT1CNXmqBq0uljD6JT1ufHDJStU2pRLFjtskKm5g2WSFmOdvwyqPZPyjNxAXLCDevm
dbrr6EzjHhsiXrqO2Cqi/kl27VJCd8uriSvySem8lJtYPvDOHOGJrIBlDCqy2OHv4Mdr03d9eoyj
AeuODoJC1wd/NPIcbzswCgoezRKsibRWqLAw0Rtw/955jmmRea8oSG25tFoVOxzZCIw4TLT7JzxN
XpCKiJvMTNeVz6d9mrCJ1PZFK9X/yh5e+qvnGn/EOhjZMtPA3H0C+vJvsuu11l1+DHb9Na5Bdm7j
dqk39AsNuDfdfxZAhkabhDQTFwuA1zIxxwSTEVpIf/9SAQK5425rkUkcrud+9ZFztKNgWy0eqz2b
yHs+J99hG6jDjLwauAeBfol3kFewRrDhEfHo+uovLeDMYT65p9ksv+N53LB7yjj5gs05LeK+BQcm
YhIxq9l2HJL9gALstJL5NU3dpe+dV0dmmF/HPjI1bM3xjx46US4ini4ey/fSULTsDOP8Wkk6FzNX
O2yNZJ+KdQ7+YvcQpk6XL+ohTsSDM+SfysJvsgtdgRl8Vpwh/nj+invRPgvJZR0LlR7GPBRHHv8L
LW6NLgqfs8x9rtTPSuRXR8dYiI/x3pskE7j5TE1IeNSraTi8Np0ajznd9iuKxEOKmjodGEJWXQ+D
FEvOk+eTWmGKVs98HrBX4RtYmh4TO+G4GcO/3ZKgaF/VcYv65eRnXoTFj7jACqjJw+7qyVHWa8qH
l4GtURl0eP5jd8v68E3j477C5Ip/5Vfm/5f3EDhS/UMA8XrmGgCbmbmPfVB/lmy4KRo+kplOeNbJ
hkUArDYj0hKXl4TNJkknFB0RNJXWUYB6LAu2syOxfcBwtnveM70/0cnsNVlpd45pHh4HLIqVMhVz
tWTQaDSYsbOd/7U5xqtkuo57L4sMofKULajUcJ9TvdsqWkBqxt8RwnrRiavFOuWvsM28kneewX4T
nkBf9Dlkolj/6zFKf2sFJbfYTPYH8by8BLPGPgbSDzQOgwRizNIGlw7QJVlPiW5rN/calZeRvxBF
Nx+GNgi/+9gsZx4i/KAbUL4YiXVBvganvWeNWHjeUD0UOpT/EgmoZQQMLovxI2AB/+h8rz8wgIBw
asjfEQH8xUN4dtwiLlIs21SMWLmvTK5jr0BmySmk2cF14V4QtCbVKB02POTQwGzKj5kOzIUN8qQN
AGF46/Sj8alsIgtENp23qh1wekIuJMe0V99rBCDKRLDHlOPP04kGTWJ4hzPXlmsYSqy1Ketfd0Me
uehPjll1kN6YPMSUyiJoaRnkCqVJbmqazmsVL526ylxfA743mQ1K6KWunun+e9qVAgbHS+anvGX5
Q5TYWiKD8jOzwyuit8YTzMwh+j5LTnZ0f8YO72GBycoPa5fXeN6adA5xWQ9pQfFbcwoukeex6LEf
XtAYnAZ99JBhK9gp8fi1n+TJgc74n0WCRB135LNbsmPYmUe0qHsJEezvMubNpnBSrqA4MQ0hYNoJ
HIcpaMvE1ZakFACqNjkLQYMKLegMXtMCnA9TQCnpruzmPT4j42UrFYJPEJ3pZ00MLw538gnbug3H
p/kqEwgoY5AcdRYhxnIfT1Mynv0YVYzd4+2h7by4XDy//cRwySuM3YQqU6TZ1yKMWWFWBNQAvRki
PI9mD+EKZyYK5/w6aHSaTIQztlDdi0pD+6OmIanmNBbVJnPymk8JCgN77xEw/nB9YwOx1FQSkMbt
2L7muQT3suUpr6Femcs2B/JtXPV68d3SLSVCevuGjWl3C9o5qdne2QbdpDjYnE2njEf2yMTeVtqQ
rC2yAUGjqsMW9RIFB1+y/7iHMJpK0QjvLjY9TdGu5lVCnj1Tkiyn2F9RpIS8CbpO1FTH/Izw0M8w
Ns+rnF3JtSPXkZjldU7lxYQdil68w0W+EDQcYGtmtZfa/Byb+cFoaksJptGJbUIeEChrSuhpQ+Nv
2VxQS/qP1qHjDoTwINP65icaUNPUkmdFuoVfNMStOnN83igC0LmSLvjEVjPKzTnBcFjy3Aenafra
WnrIobEj5AJ7D0w/ACVL0ZAjMXk32gcazBONJrotYZyiD+O25RWNeHDw9jH7cLP77DYUapwn4mhR
iWFGj5cbkZZfG5TqepTBm3DreQ0Y1OQFwoxboiJxrbgGEO/BSUoeMIPyqmkbBrT8cMWiSfUaJ5P+
XeFQy5Y5wLU68aumP9jKwWVEscMrdDad/GGGLyCFSkJY8O5rGVV4rnlBs3grIGG6k0/yq1W4CDoE
x5eeDLCqB79OVKxDfiCtYijfoukiiPgFgo9pHHb70HVov0hhejjsTl4CXDfBkJtigv0Rp0n+KBIs
96l+/LNxf2wmqLm1T1FIDSl78FQeFr3WExYD+qu03jcFI6X11F/NWeMz+pbKoftY8phVZIbFPU5G
WwCbErz4G33myAr5yEyC695ye1fBxsJ5QVyJrfN+BPGGAxJS3tN0I4UY07AWftrQITuHY9LsjuQV
KnpXuYidRw53Rt4PqHUofSUmeBrFdu1519VakRvq1K6QJPbPMsk+ZmQeNVuPtjikl3aAfZRGfdXL
7DlNk1+z2m7D5k64+R/1iqQflQC7ISoZREcFox1ozQIzsKCMdnZME/vW8gV78WmyIRgo8G8pMIj4
hqCAJRNyJwwuCrziHfrZECUa3egln2n3XxttkA5XuQ1Nz3v6mwIXX1kgAApIK7RRoUJNto6oLBJY
qvh+I4p6/7V86K67m6oO//EwWz+tutb7INBH/0qBe2fFFCVe8TsW2U3lHIZd07KfcZtOaANJRZVD
B2aaZEDa6qL5BxA9Rwgy09+oA4bAtnQuBUD1DZ+iZlq96Q0KukGARpbei8++7nOwal0Qro9bvMEa
14fkMKbbmxyhUU5qMZ/4FsVJhNEvaLz46iYKnSGNOTxUYjq0oNE0wZJ1fyfMaCaIEFgcxQWWGg/w
641XMwSDQgUQFNbdvFkJocpf0A4wnZpK6M1CmYO0KXt8Rp2bnkL8vKFQuVsQJhAGO2UOcFwf2LT8
QInpasIdWITxauocrU0ZTwQysGXma8ZxWOC0eYuXCHP/6Tak8oUjLeS4u3R+QeA4OioXfY5ue/Za
aDWm1x4WZmBsXjbfVtpG402PfXDr7f34nPpDZNvfQtKrxvMLRpl3020XnFO1dy/pvj6ssAMW3uBO
dp9Mec/YyZ1YANPYCuD7PWhe41R3xDwsZq1jvNbvoNGlf6SNFUQqDp0vhNga6fyS+HZ5shOq9n1a
jtKTf0B0KCehD0TotAEJ4doH+YPlO1bOx/4L+vH7FG7/cMSzAh3W/CgmU2FRubAyAishBVg3xvQV
QG2eFwi7mUFpSGfcXtKbyx46Sr0M+XYE6Hc9etCC+3xZ0WE6i/1bcTZqWBHeYUd0EnY95aMUJ2sf
RtY/xB0WT2ARcYXOfV6QdEdVhMO+oC3EJtYihy5kVYoF5thTAJGQ+csDwace4+2EktYrI0wHHvAd
mkesmiAvAmr1ErT3VsgClcp3ik5F3PiK3I0NS0yo0Gf7Dj6tPudif6CmZWeRjfQRhaKCvMzeOwsZ
sYuR4pNjL/kNC1Fx4THvwhimh2pHjpzJv3bLKRam4kM7x49zjr0cb97PjgX/den6HDj3L0eVu/V7
Xk9j+zBjQlN0E2SMBPLzv6klL2oh5xWSZu7LrozXtplHGhah+hfpNK9aD58r+nVVhcq/rVHwJHbr
Ny5f+8ZPCK8HhlrMAA/mq6U9R/7Mn9LYA8J9DqefMcMUI3C3lVIAZK2r8oGgYnerVIWMO1b1fnRN
bOsfHA3mel9xPEVsymoxLzABy+gQsxUHnMU+96wEMCZtcKT0zmsR+xOb8LHjUu0bYf1yBQo/FfIy
zbYFctGWLSaoPIV2nqAOfU0yTz5TkFXquUUDM46dxrZ7f/YjeRe60MkM0131QjY8HfUrD9LHFqXm
JiCSo47SmMHwo2ZCHGSrHqZ0G3GfQ7ljOJl8/ZImTx1JaE2UT5spRXJULoatiGj4DGbaeM51vjdJ
DwVkntK6R10ceGqrAxvsDxFBIYapRtJ4+POrdVFNFOqryr0TetS7Ldb9ncLhb7gk4CcG7AX3JT+N
kh6kWKqep/MxM2tpw4+sC/x/0NUY2oaM1Wj++r8ZvMEtyqBimUl0WjrgNlVLdKkMKgbWHyz3XryY
ykM4zKeVEVeATsMPQOWctuFpSNNjqMUFO/RJFUNjX1efFFiQRQNB+ukgu4FWgFNgGM6nJ5ziFNM2
vzsGsWkvMcQ/AONp7x9y4FYgOv2ahoA+aIg4eAy38F2igy+6cDgnAgk7HNzSIZsxh1jX+YL24jvh
4SvtMVDDx/pqkqxCkUYQVcHoIAsMjddbB99QiWFaXy9OVm22LGXXdaqyKGw6YVFS6aH9b1xdUjtp
tnrG+LsOSLAeSd7jlLPb8qE3zqGL2Wh+9Z3WbxihXkDbewqAgv2L9vI2jzu56tX242M8A5tTAD8D
9HIQnwRKp+0+zXSCXiaatDcnRVKj0lTQg+Idh9Q2hcXeu+XQ3kcF88i9m6Hzc6r87wgx8/U2jCPE
fnPEpACM1jl6lWARQ57ccXzqQ5yvOFBFGv/nRf4j1ruA67lkk19FY+adtpmjO1kmDIAM83P0Sdsf
2bm9bjfY9fbJHRDLdIM4i7NAQ8PtDbQw5NiRIFSNHMfnnItjyKCV2jAtszXzaybDY87eYWKuoIzd
cCZ6pZqdAVyWvk0B3p1t2HjJANCvg2z96bN2Ra8Xso84idCwmqExMBQggpbifhxf0PaV7UI2jHiR
oDx7wzNc2LqSnnk1LJqLUNMa22TNZsTRkyQv/dwAsjRXaH2DUnDATfcBoLSY7t8ZyrYHyr9hoKAN
zsEYIYqbxfAEThynmHfwvNF7dGsMlFp/nactP0YWw4TIExTcCRPrYtAmO7EFiKWk3R9BVVkOYovw
690KCkab5wVHEVWMOOXGeH5sM/Xp+xDuiIvj0lPZmxaYP7oogb9o6N1LrxJ2wCaeLVS+xA8dAlgX
2Eg+/HCmdYcLrWShgZXjWerlwYjgZcXEt8CVE9TqDtEnu8lKp1OC/n+8sjZ/lFnwxDR07c4M1Y6G
CLieKlIaG4shYjgAaz0Siy3+TJKpMEuryh2hpcXe7VASvNArMDoJX1tYc6ptBT2LOrzsKRLfIx87
yBG5orsvllYkxwQ9DM4bEJky6sglnMJ/owogWWyoUPiEmUiSg7AGVkGVZ3t3ApGWowTSs0I2te4O
AkViVPSpDZolY9ExXzZymloUOhg/ta5wKOppRUbOnrF+CTrcPATvGMCeKQuaZCMl8gmfcWUeFfbY
8ZCM2wXrk45BLkmx0wLuNF5/5/kH9CL4dqOpHidf/g5iHbzGdPxl5G6xL7L1shqjTNVMLAMtV0pg
e8mNRQihzIY6c6QthjzKXryhf+pAAkHTEKzVsEXBc2ul+1oS9O9Ktv4588YPKLayQonqlZ2X9uew
75ClmdiuMnt3Y9E2VFvS/hd40SNBcWKnX/jJguSBGiWeunqwBksy9M6f0u8DrjYbDLWfgjikx/iI
SvOyz/eRgH7wkhhzoFEUrcLGMkakT7LlN6c2eZu1D0EDBrxg3Q6CQYTgMQwHezH4w+8E95LPzTPf
t6fcMcZKvW5z6Sz91uF/OpkxVu6ZoUUIGxBZv+PocUM5ZeK0md3+kkmoA8MQPoActR9zovqim801
wxqJ7B96ljZdqK7xIM+bHuvRpWvVQ+G69SL4ychsr942sOp/XzJzP/nOQWVTFV/Qn+5iwYmk7XPb
8g5HuSklAsCM131LKz5pcpycORDa4vZH5zqS4Hebz12FJaPT7oRAyUds3oCOhfqhndDnESiAucGA
AmHZJbAup5yJ+TCFOMYocg4ruA5+g8RzW2ZZe3P0yLfta4wi6Nhq/W+R7KFfp9ru4jbYNnuIWp0X
0R4+xBKfh3VteF5CDDkEdg12jBr/J7WOMoNamcfP0Rxj3KSRqDL5sVelyPKucn/G0Zrf8Vt9pj/c
ZPMqsXmE/2+nD+v3a9nGXldij+rcx+t109MxS/i3jcMXD2x7DGyy5RqG/ol6Bk6FDTw8zmWThDOk
G4GTPB1llXn9x5oSNG8w219nFT6k84JmI/Hkv3gCP24yuQc/Stoh/0F4v9ZATkXKWuBnHZoBEXJa
pVMPCQ/A85+JdQvW6enShLAuvO22G2G0WUR+QixTOBQ5DI2nfpnDzyjY4K9wiaEHSgKk3v1vRsFj
ngzlkgLkV+hsGH8PoKl+bhq7hrQTyeMSwfpx6MmMx2v0PiLepy+uTafroCA0NuBoXOUWhniWRbA+
TvHaXahOvOfcBOo3HxBJuIgt/2kNYD3Fvll2gQThN1g5xyDDzZrdU00Evq65G08YSbZ1nHbhWfVt
FmKK0kZvysTiQMyWYiKcsjp1EmaemO8Ynbjk4PyY/UTJbsuwTaHtzIGaDgKwQzSreWcPujf2UYdI
SPfxMDYk7JMnLqfwFw3u01zfysc0jlDvpEv8vWFVdAuJ+YaUy0rXdg3H0Gj05XHesKog5uGCT0te
1kmEXz6iM553s+pmxaYOwOgGxQ6naKSQNNmagJY9Y/vBgShYxLOLb2Gmyc8ItGpNJkB+pWvBQJjU
IUtGzADQ8l5annzm8foBH0GA4WrbRL2dmzky0R8ZiVPqX/18u7oIzwKeoOFriB1qi/Q53sbXyUPw
yRgEBVB76WGTaAXySN7HrsmtBZGvHvAPK1bD/X8TtfRpGmZ8k2ZrL/li2KPzszrlsEmWGI6kc9Ny
jXLbf1cyo7ZSm4c16rkfSli5VGk9o0oH9ihmJx1mETPBIu+YoD/h43YeiDuDl0RLzIvyZ0GxjSVw
oYX3HE5h7y+bwiQYjq6fKJh5CUUArpkA9gNcD9WACeZXH6DJNZux6O7UWgdsCF8yBxUCYDnAFNfh
CLOkgWaHpCKMEpMTRPyshgGCoCHIUvLWCW4Kt0h80TilMSMIejVgRpf1f7tZrU9OEbIerRTQvqdl
gJzz/8V2XCneRb+B1zfwikhMFOLo24xpiaD08ZjdBZhuN8j1TL2pwsgNXbKf8Qe7YjyWLlB6xxV5
lTCseSfDXPY5L0bXUzxjeJ0674GxFDGaME+uZTR67nHZcuzwA3h0V5JdsSvU0XRPHBh26HwKvS6T
KxIdTN+UybHW3mzOqVV7I4OeH/gURmciTV9nyvmf+x7/4LL6SsP8NPc2vkCTwOU/h17yn+tpdl74
NOGaczC3ekOCqSfvL95G46s28/YqIFLjx4vwpxcekXfPBkjihWRrLkZL8TM4p44gj44hugSQB8Zp
OdNd47QBs0NcZZiOhWlb/TOsHXuNE61/bQGwhVUkQeUoIXlCxQ/s3pqKyjZ924LEHnu99EeIWEOV
0vU2cUSS3Dni5xkv/mkjTpxWHNbnKbXLJe8jWJDiuGVNqMbtyvzJ++kUHFwL0/SP32cguQbSYtLn
byEu5bVHqp5tt9vUBTOIiftoaq629qmLpqAZPYaBBQMn0V8VLjeYSNB+8SfS4ye/ymuAkhp4BZN+
GELvtWHanyyDbDMmAMEvcoavJYELJkpn8opEne4Ur+OKwRW6HjAzd/k0QU45au52uMWMDUEdpv/B
Dgwlg0zw0DErTzEiFT7hypvLaEUWg5/GP8rrlzKWs7z6hCxn4oXde8S1TauMej3Ks+4Jdi3/XhE6
gQloSs1poqv9k+pJvhGYL69COAt67hVWNvy8ie+VMOwCRpT35veyOv53FXnaFksWYgYXws4D6cHv
zK9egctZJl7OsNLWQWSe9L8udvqx5bsPnGa+1cMCC10MOuUNmzimCPkI28hmhhfDYzSXoB4Nx0Ej
lAdqOWtfAotjSPl4rf1hIhe8W6raMz8t2A4VzCH95ATeRCjLnnL8tNSW4avP6W9vTd11ylMYxaCa
FEuy9Ce/W/amX8Ol3LdJN0BL63NmFw8lYtdVnQHqlHI1VLOXbi+yb80HUKPjC/4kdkavl/yJE7sg
lwJBmUD3LyN5h29ggA45RvFTlyXPXao+owFJCB38txVPOiwsiiw/dppkNx/62XLw/IA9dXturuPg
9q911BgCs338nZuBYXgY5o8Jg7MiJftaKQXjz5IMfhOyZXyUQoBuKxZaGj+BIpiu4gKYaoIbfaR1
P4gW3jnWPYcZ1rxJLrvjDqg4ZAWkJbettx0sHYdmIBNmCrtIHwlX/ZnHa17buV3rQYXlhquh1BpB
S4pkeKY2E5cJRmk4uBhGeyoKfuUgNT7NvbRfNN6gFbp5NsWi1vyPabf2daQBwG4U6atinvNv2sfx
P8a5edlC1z4p4Ewt4lMSwFupyGWBpz0/YiJwL5GyjL8gaw8kpGyS/GfcTf/hYWxXd97dY5gv7NHr
1MeAKLLSYzz9b9CbKO9tTt0uCJSoWgLKbkjmEUL4Dt005vLJhYKValzwa9joaayHsz4nXvC2x6b3
C0AXogUg3IQEKKDgv0KnK7NrvwtAiIPQVjQ0678pIlHjfIHTREC5wxGILwE4WXkcp75/0mZLqqkf
VdUGHLIpgZ2Pw4r7hJa2648etKmlgGEzvVGC00uNwdoMK9YUamRCxUUvoDOaTkzywSQrzutIYeUR
j876s2ZmDgsQyclZRpiEGmjjp91LdJVTmPb2nN0NdLOPLlmnDzKNJVACCz25fNeXyLQD/LA6Nhjh
rVHtWen/amXuaszSMJBTL+FCIe+jsfXwBFW0317m7JW4kD7FbNjfXBKri+os78o1ju7uPMQdOx7B
zWkmch4wf6hXCY8e0qt3HErcawS16kyM7Z4nUHervEVhZ4B5hco2zUfGFwn81BbT8xhDsMeQ2atg
kaPVpIX97MEMLKTN/fvIDz6o3p9+wiHJXpxLx+9Nwh9epvx+1EaQV9To/wyxDSDjjZk7ZAsiDr1p
+uesnuZCDdNqUE7l4jswiVfFGNpWURLCuRIb/kuBr/7sYj3/gSQA/wxMhlQGJ7//FjYpRQinlNvY
8I+sYqywGeiubk5mVYgEsWcpDIP3ZwqRNoSb5HFon1VPLVTaUL7mtIURETNj/33AqHkvwtXL3zDr
g+NW+mPtLKw1SdLGfoH7sv87hoFaCk7i/bWHj7Nkbtx+ZHiPQUEKzh8owt0NAyHIxTs2RegqvM9e
48DlretgOeEG/lOFWhPrHY/IlsGQIHDLX98GwTsdrW7ozLOLGzWKCoRanWN4Do6+QgyJJxb4e3yM
ego74RjBcLyHzDII9uLhO3xIQM/+Q5B2f6NeljQ63Py798v0mHyiCwk8GlcUey81d0h7IWO71RYW
tgSTuBXPrNki3CjegqZoeNm2sPJCf765HvUvfEMDvlt47aq9n0OUkGHizrYb0HbNdqeiosJBHcUz
AWgxAiZfwdmOxkJYFb9kHgZoanH63QvW5D3qV3Ywu8ScNu6QFuOwQrYXbtqOcLSrh0gu07eOUGwm
bh3ROyp9mIKd4TKYsZo16uTHa1H3trM7eKIjNccfWFG9qTMqOtj8PUVokXiQh9AXdDefxR5o/BBm
urQP0EJjx3kas/gXPEz0gvZD3AiIzJBAh3uJuY174WVb/kIz5r2Ipe9rm8KmR7ngN3+dvzIFy63b
Ucil1OM1Xve8FK3YMFJZ+8uwk/RVRPcR5wL0YMmVRO4E4gECdE9D3ITcDr+oSh6IFegb+wRMKekl
v42UQ2UYcndg9NoiOMPoenJb6l6HhXhwFK8kwAQeSujzMMH7BMMAIkl4yyGYh2o49v0qHqHh7//N
Y9e/x6skTzgjpx3Pf0L+EOxofsc8U39gpnGn3aTJQWOi9B0rb/nFVjRQTE/ta7Lue3dul+63Ejxu
MEIIrqlJHIqQddXPI+75z5HF622bFIMz1MNhxqYYfGk4I6TsyCnyBh+HIAHhR49vKrDaVuk64Yzc
8MmVMsuQIJXxLn7Kcw0mfBrBO93j1/IlS972aEluY8u2pQjT/6PuvJYjt7Jt+yvnAxq68OY1fSYd
6Fn1giCLLHjvNvD1Z6CkI7FwmORVvty4Hd1SiKoGkUhst9acY2a5WJNPNVB4UegeGLwii9FxkqvI
S2o66RU9FZs69p0ZM7GtWkqanFfUSRAmRCU1F1lc1fIm9ojXVchyWaJghK+tpgDneg4IwW6oiDi4
JFHIX3UDGQd5lFsXchC37Uav/PgJCHR87qEovk7L1nJFmCCPcySOlQspT5U70xmx7Zq0HBZyQcqJ
zHF6rbWWfyt7rb1u1Eo/dJ1Z33sIdM7wx7QLvUyaJ2rLMWKvFt2xhmRzlZWCaiz2lVstBMlm22h2
RVsJ1BxWuC379NZWmyvVkLyztg+1NaS78cyCfftYjIa3DJqcv1jUDetItVa9z3mTUypxgnRUntuo
bPNlM9hTS1+NdpVs1GtFhNEmzxBrxZSB7hJDD5atAWvKI8liJSTPuFIgeewzNMRnQ8ilh2BQN+2I
ODuoYTGPVsChcETTmlJlksSdzw76rFAkaZHWmnpPlIiOnwKwmW+X3nlbOPktrvD0Ne8wJy1S4NcX
ZNXQ+a0RFK11OzOnjpSOBGr05e8aiqWrtPIGFB8sFThQjetI0VuKK6H8Par77lzXU1a/oZWvbN/w
l3UlpVeaA8GyxMz8qEV+s6nR2pASlIZXPZuKA918itBqlUgLjaMaiwZNdt+WwzWVAXudxYZ15fSW
WEWD6t+V7Koei4KC9qCZ3nkHx2gTlab9CnKCRAwkyG8YGLuFjyBnaY5gE1RPTzdOggVpkfipeakN
tfXdrBLefT2O8coM+PiQu+TsziKL/Cw/BRRbeZSJgU+rN4NR4xlUDW1Pgdj7JjtRcu1rttgWBLE8
jWacrjIshC9+qeVoHPTmLJJ6a1dnk/ZKH/2BSnMnL1qJuqIccuOSIUU/UtSrd4adtOddoVSHIdeK
Q5iNLP8ay6AkJCw3lqKvsHUIlPMEenPua976QERnwBSjH32X+GsRV2iCdMNwluxUMD6yrQrIFyMB
z1+0zCovaaUZ/AlVwSbgUEAsWMyelcQJX6swvmHnJ3Z1bzQLIKn5DzTq9VncRvHeCy2zRunH+GN5
tWVy1x2gMXaZd9vAIefGqe18Q8WuOdjUkZbMqjSsGZQXNS6YKaam20CO1PY9ppXv7OODNweR4z3+
VyKhibozDrLtW8PCKWk8TBYlB31f6t/5UU87v1EkZ6dZQl8NFr8Ru75Nn7AXW07n+YVQ8d6IaiS4
wmpNfDamlXMWMvbSEFcqi9bYrDmFWLfKFEmm4TzztV55rvGfPhSK2exEq2hL3ySmTwlzzv2iNqha
xlRlyjxAgFb4HQ+01YVr5Zb5KvRyqFYZryzRa0PPicE7MMmr9NJV7ypEAPlTsktqIo2CSVaVesxG
ZRnyQitibIYlbu/gNTQyfaflnb1RkUPTk3GynRL5BbDuumdr7ZjiUDIq2fPgL95X06mKMspwMKqy
++E5qnfvBwZJc5BHy3Nh2eVrRSzdxghQqami4gnIg3IzJoLKiDrVhCtRXf1HSwNl8HXV2eq+Tx/Z
MIfzXEf8SBtLfZHNUv7Wpcaw63LRX42tGj0Wfi+e8ibGT1LJqDjOhdoW+34YyGBsQrE2nVTDUaA7
K6tEpIzXhmy5ss8XSOHztcE6GQLgK7QXjV3VeYYdYh9RbfIX/6GJ7VS5HPi71nOqXVpozc9oRI6D
0JmpMiW8cEGPH+2JQvw5UVIot7C4rltyUpcUVKRtFvj1vka3vSpqNaesNb5V9Puxh2foN/u0p7/T
ZiYbQTzO9Fn1NLlraYwm65j2BLbBjJZx2ugFnWD6QOrCY1t0LhttshtiST+v+ukYHcf9Afd8tosa
LeSk7dONsS0RPo5WQTOT95AWFvuja7YUF3YTEiIz9OqN0cTxQ9ggUF4XFl13oSFtjLSyJf4P4b2N
oGzVZYyOuvHD21RIT2bC/rGpEvUAIyA45GFV34sxELg3Uv3axzZ0yCo9X1lyIzZRNATX/9GajtO4
boW7GlDoUislZ1MYlr3RwPvgT0bvGyn3LE505pvJ8tB4IYKuyhg5Y0hl88P3vRAfdIxzQitSUkb9
jDfNstTqO1NDtubAMm5wCxNmOaRqsfhPiLRG5HJvbiP2NNsoCJB61Bxy/9PAALADLQl2AsGdG3mo
iyVziNeKHvXbkAPJtsU39Cd74C9z8G+m17/txqe5kq+Kt+y2qd7emovn4v8Hc/IUYfJ//sf++7/M
yeeteEtf2srPf3M0T/+nP73J5h+GSmIdoCK+cAvQMvSPP73Jxh9YxNHc8h9Vs2QW5r+9yYb8hwLX
DgCCaRkTFYTLsQL/si07f+hkZ0EigoPhqLif/pU32fid6WDJis49kEAN2tiSyd3Biv0e3TKgReE9
oZWp1pTiNYKA1k2KUMXBPfmjLLB0iqJPd0GUKteD4zE1lghJ6MWlq0Ahf6+jwEM3F6Utyg51a+KN
eHDU5MWox2Y7Kn2/olCAl9dvnsPUfC4s7yGv9G+jQJtfatbGNsKfmmreyTSUMMKS447FqlmoFXWv
JjtvAsM5WLTgLMl+xeHSIuouyr0YS2tRBIG1Mm1hLgkGks4yhBag3r2XUjj9t0aphiXjNrwVfTgs
Cz9qIWrK1kWjeJzgTOR5mS9TlU1VatANhRRR1HQaMurHtq/IqyBP9Ssyt5ydZ/aCNkBfL30qqqu6
yfAGDPd25jE6u+YQo0tBts7hXeYulw5i2S3Nh/jQSsiYYlZt4oSU79AurtUgElvirn5YgUgOTsMk
ltb5WijeGVH2FS5dzd6Af3vBpqvB6UH2nVV+uYlUx1v0tTlu5FFrlnw5uCUKTn4jHp9lnnLgxnv+
3DemirqZU15kBs1BiBSXRGN/L+iBLbFYqy+5HIl05VWWsdOxMZ0FzPULzLEqJUnrPqO3SsU6HS6S
gdJHocrRMtIwkCkSTbiBthLCi/M+rJVNgg/gss8HZdWAkKYkP/QrR81uAl0Yi3p02NWgHaKzoF4k
Rh1xoxVt/pA5txR1Sg23etAGDLgcTm3+0mDodsp7LRrw6PnDwObFeDDb/E7uPHtpG2JcJUH3UBRN
s0Goc2H0tbLsC+IV8NGWCwq3kz3NKhZJMCiLUBp2mFN8cn0okCLXe2z63F7RULmtldJDyteRbtw2
xGDgNpWrdJqlsRFm2oaiZ7KI7OTZI8Wp8ZRzVC86cs80XJZlcDl2vxq0rNIDAV5tiXg0KfJNocvf
WhNtP1xdygVBipxRO0uaGKOnPzSLzFFeqi4EUZqNV5Kf3Y9UHejsBQtV0M4kOScpJQ/zmyk2g2Hj
6KdDuMwLfFoVYMV1CoIDoaW8swnRYh+sv5JcRGJY1j+auBwQfcmwM2rs4okd1Wunar9Vmn9X4AC6
NeiL7EI/0gjgCrbwE0zUuOpBre2dogGiQYhn7vPSggXGp1Q27L4ymu6UDutC1Hs5U6ZM9+pbbSX6
ogdwQOvI8ihkQ6msmu4gd63YdY2G+Nm2d86gbQuDQNyO9+tRbqqXxpRRFiN8XOXTl+AHWr8xpXIg
ncP+TvX7B4WB+05j4RemP6zsRJ4STAqT7e+IJLqlMBxY3GfSJZcF3idCpXnQOH3YFSvOvlOL8VxQ
rzzgRR3ZEZqEQhm5Mzn+wXUq4XfmBHwENt9rIFR5pZjxY2VXySbUEdtadX+rcUoJ8bVhrB1XttqR
S0363cqbrIqdMiR75kZ1q2N1xJVoj6gTyqBbmYppb2ypuTSqcT1AdIPNbmOIYpu1M8I23JA3l+Lz
lTWeWqzfDFZt3FlZZiPh6pNVOyZKtxiZ/VcKLcFUa/acSSuGGgreKAkIGcactG678FpWtTM165lV
ON8vs2e9H8VN6Sd7TyuodSVWtfJSetLOSPOgp9Ps+MNL5fXxVmpGzH2G570GPp37suB/oXXvONg3
/ZIKlOp7sN/a8b7NLIrc6XnSxQzRHKFwHpXaBn/VY4IXYZX1wS6LHX9NbPILByhtm1gmeukkojIf
MTqrBrW+1A5nkUXITN93DsOH+1Ea4e84urzFFXseOQEZYWsd5wXxmg8SzvUQC2hf5/htsKBZHpLR
Xwvyv9qb3OUp/51vN36Dp/zfQVW2b/lEJannl5ru5v3O6K+7+3+LVYGcdHznssyrt+f/en1L/usS
IMrbb9sXgCd/bV8UTf6DfHrWJpMdjObI7B/+3L5Ak5soKb9CktmpwFL5e/sCWkWWOTqSIMnZEZoW
l/tr+6JZf5gW/E4HnhKxt/z132xffmftSKQ5csgk/2H6+TveXE8kXzGp9G8ci5Za6fvKNrBH+V8B
wf65+gy4RByqLNdeKV1nkfEtZUM9rXybd8/6r/3yeyjMsTufkWBqpYUOQ0PihkPOFSJse1UblnHi
xWfkLI1+RZmqnXedJdH3glgDep846E+789lGUetq2j4spzd1T1WKtvQZDvqvGGlsed+Bcv5+5Moc
mmSMOr2WxL+h20JyUy/lz0kmo9Jle7Y/6f7naVQ9v0EaR36FMrTiLO/jjZXI3hegwiNf6xwVbRcO
LtbI9q6JDqdXp+sPpJ88f37jx54N4+z9y16jDhqHMHSurS6n8FNRHjOUkGCYQP7ivfkdU/TP059+
87vh1ORCjJmJSNC3ivEi6YtiVxnsr4QRNpy8Jy+W0r5IshVvP/9Ixx7XbPwmNpqohs7WddS2lyO2
CTo++vDnvM9E+zF36djFZ8PXcLQsywzTupZ9EzZPxzapMh4/v/FfL+Q/RKd/HtVs/MZwj1qrbrvr
ulTWaknLY8xJVN2rzYM93ucVlBKqgvFVXEZraBl4QnZJ+8Pz9lbDWrrPnR9Iob/4oLP4mH9uZjbe
y1yp9RH5xHXrlYseJMTon0lgWqILk6q5ob0IG9aCNC46dd/ZTxY9vYwhm5TlwZPPU1b1v/5Wdsb0
Z1KESkFnof4YiEL9ObF7vnhs07v60WObTR6yXXkp27HuWpOQ0movAw14kyeiiTMQB0oPzweWhFTZ
iH43UlsswTotrEQs5cxBF1R+gfZjlfnwPuapMRjQIqlSB2RG6WTbdDBTsR1Jm61i8oQwpKsUR+kj
XyNXp+G+4Pnkw9Jiowb+d+np3kI0yOfNfRxvsCMv2NF8/oSsI6P8F0Ls3RhEaxrjXSrC6zLtsJZX
1r4Hi2KXOhrqqFg0ibzsK45pQVHcKlLSLpK6w8ZnRA+wuM5rufwZFs55WKRPjhbeqIN00Trhk6j9
e6kG8gYdCI/qoae2VQXDma1IFxZVDUgc9b7xtHvUHy9xKq96uhrANMR3lLTrIClXThCctRKaK8/b
VXaEyHu8NBtxy77ggDh8S2/+TAqIMZbkw/TEQnBjNEAu667djrpyHUn19zArL7JCoZOvljsH1XkQ
Jteh6SC/knDzJqBskuShl/oNmT7ryiAZEHjXRk3EwQiLA1SVbd2VZ1C4LjUlu5lUoz4oZqTjnkvr
+rRZUKbm8n4WVPrUB4UQl67ascABIRS4QlF6t4maXsh1pqNt0eqFh8H88+/8yEQ1ba3e/8JajCz9
A50FpHgbNazomaTr0y49m9GjHv6DQ6XQ1XteiLExAUQU30679mzy1vM0ts1CK90SL/MiML1L2w5v
Pr/2sVEwm7s7qcaEbxmlC2MPMhWpxMF1hHXzinaS8+9wtX9Pm3MaH1L/waLGULtD71y3enKI5Nj9
/P6PfaWzGdmqasWBO1PifJKoNyX5TYv6fvX5xY89nNkkKhnCliLNr6FJ2P1SMmJKDXUsb2NsFSe9
N9Qmf38lhWE7RWkqlQuWxCUEHOWymX0VPvTxw9Hn2c8tUaGAwsbK7S3WG8fwq11fxcFJewoCO2a3
bouI0O2kdhORfLPohpmm//b5gz9247OBmjrBEMpBW7kKjkJaYqNLNknxxZp07OLTt/1u4rdsKWm6
nmkn8RRSUblzYgCsk8YqFeXfLx5pUpZPvSk3Fs6PMaFRkofyF3uhYzc+G6uJWg2RnoeNm9b2Nqvw
m1FbS7+YjI9dfFrA3z0VDXloGdtcnMLnhr7SiBe3HlanfZ+zUeoZooKCYTPLlMj/sPAbq8iDP/n5
1aex8r/3OrozG6Zph+yDEmnj0qxsAQITV5LEt2UcnaGe+dnr4SFrsLAYtIO/SE4+8rDs2aitqWaP
cjw9rCL+yfu01DJ8Jp9/mmPXnjP8c8uPe/S3rloVzPYOxKMc6PHnFz+yH9PnwaYNkRF+WGBP7Ror
e85SQ/o2WlNFmqrveiwFmhReM3h9pXppk17kYfPwMI8Yyg1bhvIq6wxvM1oIpsRoapcJHY5FVgDC
k0zFWCAv7s9RU73GFElRbSnmaS+QPZsQEPJaQkhy4yLSefMFttC2+ypa9uPDGAmpv7/5Xpt6lYNY
2lWtWNqlRmUtWs16kEEomX1SnbfYd9dJIdf7z7+DY1/w9PN3I21s+tTJaEK6IgE0Ucno/hpAZKdd
fDZHWCrW8KqVWGoH01tKlUWt22Zu/vzq0yP5YKTZs0lC0TB8QzBpXMgRIdYAIz3T+yZd1a2inLSg
Qwf8/em0kVHrthlXBPzmnBiEqYOhQwf++Qc49uxnU4VXagXde7t2rWagA2PUr+YA3OHzi/8KTP/g
8VizaQE+7ZCGuJtcR3H0vdzkuN378IdFMO9CK4txHYkOn7UdxBcDOgwkUVq5TgJUH5/fwJFPZ82m
jtxKmGXNqnLHtL7Ji+qszb4KhTx26dlin0uRXlVp07i5pf8oZP0V8dXr53dtTm/PR49tNrjxRGit
NxFXo1y0e6UcyH3TMofzqoTf2Ae1sSrwT67iyHo0g0Bf9aVSLmImqwPl9hbSI/ZRZ8SJDjmnvbXS
TLrAMudtegyPnG4GCdClh8YubViOvbjajqpJGHshO1vUfnclZfiVMvblCsSruu6ksVwEdmAsmNWR
xytNumvo9a8wr2kbG84ojLuyxAFkFPsAV/WiAUJ4KTkIN1Bj1atUHe2n2JEAr9EI2WgQEm6RoDZP
XtwPB6U0ihXKhIEWhvyjHWjVyb0VrYaYbujYKykqCxMnp+k8WV2KDBbfM+DhDvyz6F5ECCOhTMMT
VxtrNiDqXkqGQeSli7QzXoEqQmLapF/MdNN7/8EXa87GA3I9W+/irnBBQaZLFGbWpMJ+A6xBzQHS
IYySwgvAfXHyGPPA/2JjemSW+nXifzfBdlWg175sFi5TebDH3Ikbmw7SXqjdF7/h2GiYfv7uN6hQ
tmPTlgvXq7xzKVXsRa7Sbf1iPHz81KzZFB6rfe516DZdSvEt7o8Kpb5jSVQOpGGvkPD8xbdz7EPM
JnMxxmkhW0rtwjW9aivvu5zld59/hGPfwGwSF2GMiB6inYv/U/tmV1p6k8kj0EEz/ipW+8jdm7O5
bhjLOLPCoXCBK5/jq36NYvuLffaRuzdnc11VDGrU++yRqiRUz5oWn9eA5P7C4HD8xXd87FfMpryW
Fr8Fjdl01VAG1glaE6FfVSyLAcvR59/BsQc0/ep372grtdZQDarpmqj9UHkO95HTf5EHeuza08/f
XXukERl2BdeWEsDwbVRdFPVplX1MFL9fO8Zx4Zt0v9woWVbGNjjxMPxr9Xl3z1ZsS4MBrclNumaf
Ov2zrzmn7VnmmR2qEGZZ1bLpWqGD6N3z40XUAxY77YucTdGVI43eYGMSLwNUMg4AieWgBH+mXPzL
2r1uzKZorRcdSP3UdA0pj1ZV0lx6g5R/cefTgPlg/jdmY7QSZaO2uAzcUu6Ky96jkeI7WCxbRwHE
5+hAEywMuJ8/piNDap6FJGt2ZdWdZri2KHE8RBjcbbuSLvGOZKedkX9Ju969QpLjxCpxRobbF+Gy
N8sHSXXePr/7IyPKmI1WP0SzXVQDX3IpxfDWEfwIA0n4aVefjVfbxAQLsJ4bH7xuodjZbYcf4rRr
z8drAKcAs0jlZhHqVwUzWFDoT59fW53e8Y/eoNkaNcnygoioUFdE51ljbWU7BsKyUbM7L4DCWFyI
0FjJylakb6r2kmiPsj6eaSZudUxz/FN5CMcY9NcX896v3uVH9zNb2PRA5EMcpRahXojnhFja0NkU
5MqDg9/LO6dRobdXVhnt4+4yyyrsN8yPpb4FgxeVUxOj/JcxVP9TVdXn+dV9FOWjaSa5y+ZggyVG
QyaE5u7zJ3/kfdRn80KmN2HBUTJ3Pdu4AFR76FXpq5n4SBtN12fzQgDaF3yFnbo2nKMf4I3aiTD1
THE+3BTjRG8oATdCWnkJvO5OV4oHmJ72jRhGbVkYQC0RZMOZjQExdSZ9q7xTQlSPan/VKbp/ndf8
OVR41i7Pi29hLXeQNdXvNBsutLJMTnxCs12CoPlvtF6VuZiVf6oq/Ajya8cvLj7tAz54z/TZ/mBM
c7PEcJ26pUgugGeiiOBgB3ovfVb9/rSRO4+97+kggaPoE9fyxXOLad3sH057e2bzDdYbEK5TAqIn
nHXqRKiii6+e+680sI+ezWzCCZtgLCEfJW5Lz3IfELpzW2h5dKFK4O4KqJGw9uoCM5RNiGDjS+IS
V1pyA1URBntfJJseL9sKPq/5EoR5d25rmbzxQ0qHDSdBtBDKnaEKdeM1/ZuoNOBQPTbOVYrpc5OG
p3XkSTv7fZvjJ9DgCb/j4TfINNWAsLUTi2XzPDe8XJmW4BFzGUVb6NQPRpN8MSEfmxZmexEyQTm5
orJ0Yzt7cwrnSTG/mFqPXFmbTThyLxRLbvPI9SvDX+u1WeHUrrcnvY/abMIxrMrWrbEPXZyr6Vrx
S2UF4PqrwfrrwX7wRmqzqUDLJKMYsa25qbXpgJexq6E4dp21e1ruk1SYxXct58/atLSHeICgg+oY
5aGqUJqLlRFwqbEC1UH94MHWgw3+kYXvBNjHg2Wu3DJOl2NwN0F37OIRYQN75EWsqbdeV65rqpP8
psZ+6vkpWP0/f63iW8vTHt5sLuplScXeliSuGOUX2MzLWibv8LRrz7Y9dKOVSIvz2K26nF45MXSh
euJ3PpuDQif2TSnOYtcr/fNcra+K9rR5c54PiJ08Ik4jneZNSj42sRK+SO5PeyCzaSFhggkgGqSu
Ye493S1PXM8nveH7E1ueJpnSmyJ2tY4MBgdZ2R4vkbU57a5n00LsEYPFgZOr5yXZJu0TdbnHky49
T/fL8jKN04qkFXmMQZi1MSBsbIyr064+mxgCI7dN0akxNBK8Y3UeX+IKc068+GxaKHLVhAvfRu6Q
+I+KGeCBndhop935bFR6Y29rqJIzdyiyeOPj9dKs/LSvc57DGesy+jd2ta4SOfW668FEpw401NPu
fDYwR6pOvqmEKdAznUii7AXI/1etQJTfH++c1NnuwPOLOG7NLHRlVdoyEZ8z7A3zgbnWKO29nFQE
b+9rAvCYo/ElroPm0aQWqw7qcvBHhPocsVPp2odkq7XatoK+3devWnzHFRIKw1pinKtcxQQIoZnt
jtrvgpyzvaac45klGY+XNH/MOX2azO1aDN+9gYc6ukzgRWbs8nbfyZtpqq6tflHI0ZafjLwWUi/v
WT9KLYCl/13kaN+r5oJ/qcY6GwQ4R/bwYnuvsn2veMpC16847J6zGGij/VqJPblUK2Z/iS/LRsFf
RsG0LOTtFKGkb/ntpdUAMiwXgg8SFjdRuo/5PFLw5g0F3++PuoXUyO/hkgq1YHzWiy664I/Z5J1y
HwaIfTulhJv++RhJ7ZUrbdvo7F/gEmO5TjtCGTaR99Z2xYYHwmrWycXBS3RiQmWA1x7O+PLQyBvH
8/nHzbTGDbgV0y65yhWYoaJ89ByUlsWjauzj3j9vOdZgksAFbT5yDz71FT9Jd6ryVNVwQDLjGyyH
My+DAFVmhOoE69HH4dhcqOa5RQMpwJNiUkFt62Tpw+IVo4rqrd1Nj1Ah0IxDWStv2soEXrFpmm+A
eRdyP5xhLsf/gnywWMUFFkqSAtsnOzbJ+XFIKpBX5YlFhV+d2ndFhaCn3evAenbryCeKzzO+w2D4
YumeZpoPNibqbNbHPdUBquEYYTX9HYkQPR0ocm408gBwjwUNLiKYPKcN69kaYOdgkTo0IW4c+OdA
8u513/wiWH2aGT74GHOxchmX0ALaOnbNNtD3NsllC11Y/Wk3PtcpF61wTFCvnKOl/CntQXk16Rc1
WGWadT6689kSUNK0NoxeC92Mdz/ASqNU/YEBFrQG3JzNtOOp42vwr00X7IJRuVSah8+/jiNfvTJb
HxLRZImIvMi1teQnPS/J9Zy6uEtNO/6phYZzaeNs/WItOvoxZ9u4avB0sxjN0MVjWZ71ZMpfZzWu
vwzb7aJtJXGR2VG49ME9wC4HT82YxElUEGcFg0pp96HlK18sL8c++Gx5sUwtSaokzVwZ5MoFfojk
Eopy8hTKOkBOffCJ1ErqE9+d6Xt/N3jhsAB7HKLMNUT/DBvnKR3858+/wCMLmTLfCTbamFaIWFzF
j8ndcizsRjGO/MmOvZfjytlJTjKswEvnpx3BfrW1330YEBSDZ4s4cdUs6pYIXOg2Jic2GpX59IDt
FkzmQFR9n3/LYH+ksvr98yd1ZHqYa4y1oKolW28Td4psUszuO/XOL16mY5eevpx3j2RopbiJdDVy
G0t+8OoIgqLxVRns2LVnc0Me1VUj50oCnFR+JDsIh2fzxQbu127ng3lnrnRVPDtvE0cP3cpS04MY
ZCgwBhHENfCrdRCpGCOlzKa7nEulOmUWXAO7AQDiGGm0CgjG3eZ5oJLKJKUraSi7NQE+xFz4Trmi
qKDsKsJBFnrn46nkQ6x6VcliMjdK74sPcOxIPVm13z/4qh4I7SycwG2JkomNeAPaYAGmiJwieyGy
a/YzA4IK/iaTsRx39BPYavXmowHQKTLcaUc1YiRiVa9HV42J4jhE5AcnEYAnaDrKbWOm69hKSREk
RElfT1uHzvaW024r1L6n8U1bdysNfM5Y67ume5Xbp679Yl049tVPP3/3WpmpJRdGxKdj4xsOW+Wr
QabiTucSH33zsxmpcvKqpzoauYlSBLdDWLS4bOXxXjd7e9cBzFqT0F2tYyUF/EqgwzaTgG/RZra1
rWLLABNg2LPDITfUIaFBXSKzSB9iNaBeIdU6cWu1kq7Cuq8u+yqk6A3EadFZEXySFgsljbXuUuRG
DDrPVvBmGGQedmoOicdslA1g0visb7J6WfmpepCrgp0IdLVuE6A55BvSpXs7d27kRF4ZQrkKGnzu
moA4DpDLWDTjkABtK6qFFRQT6j2z8kWWddDjw1A7lwJHYyc/QKBpwXPovT5uBjUjnCCRwp9S20fP
Nkyxty7viregiOqrEfYO/GonXjvEj2yQcEONb5X2EX+9v2aEWAuSsjOKy0TbhJGQzz1E/BuzEMle
iyR7lWugYBXjJQq0Ye2BGFqCI6xgZgTigM7OKpeZGpHM5/jbuCyfQ7vqgNJ1+oWtp2+6pvoPwRh8
cwjTeyQrzzgjS9nb9rpebwy5SJdyShrbItP67gqreLPtG9HuBrM1VwkCleUUInjQwVCs0FawU+3h
iKd5+JCEVXEZSXC7pMQrHzgTWQAG7MJ81glmuIqa6prletlIgb4bSt1fc204ADLxpfHQKvwButKw
7HsS7vJ4nViWf+XFdXgVkm3FIbyRFmTrfu8FFNghZhoZsA7vunRQV5WkdMsYJtytFFmM00L/iXCI
GFHVz664LEqPSrpvEwTVsS9QCXZ+y6PqQH8NY+iBCIpM6QWgobrSspZstzpsdppSSgt/1NpNmFrq
qvaDbufHmbKPdIVvB+4LSN1m8PFOJ9bW1FLxTQaDvXJKnQi1TMjbxkGDRQwt/AEi8nCgm4Yr2W32
MkXxACNBELTJ2yI6eGbkL9B3syuzhuEuyRISIWQpoL4Pnw1wUWLa9aJibkU+BkKwbRwUSBArgVQp
gHgWMIv7ZAm7fjzHHhxfV43uvzWml0PjSbQX3derlHOhR0wrwO+NI5EjQ0ywvM091V4NjkQOjS3g
Ho+y9pgatQYWR/Ka5yjRrH3WF/66HpJhGQUyeUZq29U/Zd3gDc3l+GDjt3sGC9Et9YHTZTuRpAZF
ircAyNRNZ/oRZCXIcFRwQbEYhZMAHRfNboQFt69wjD97BrkCRW9BTsqTQjAiGv3QWyAlq44Db8uR
SisJLVWfDFh7jhrsqwpafSrA52J0HrHKOA5YxyA7ZM6ofavlULtQxnZKNh6c8NAyMNl6JlAlpaG5
DurCWfusJlu5t+tyHTVW+qB0mXZuSDphCVCs6ZiRVgSAPNHejNhOTQAJcrtBYFKfVS3lGgqnoXIZ
BE7s7TpliocrZBGfjZoBwQovj7In3SO7sks5dta4v9GOGkb60GdGtE1x1Nw39QSVN7QSD7sT2IJQ
pDQOFnkZ4qAZcwxUY6ByNiNbZbwFhmkuBWDB19oYcazYSTGYq8YQ8jAx2jAh2HaqIH61JZYfVc8B
Y5qF36IDF82PSILSyIWM9qF1YopacdX/LAiIAIjdTiFtnaq11/ZYm+tOVdNxnTgJ+Di97MG5l4R7
CJKrycQesQ56bXFZqmm3HZtcWxtFi7tKt+p0NfpqdohCvPmpwafJAiWBqaoRe4Ytfl0RsXiejnVz
VtaKtE6BgxD5YZNbNxK/QZql8NdO1rfXMgXClYhMeV03qNrirneWYaYRRuwTpAcQK3+LmmZ8rtHG
LYxh9MixCJdtWS69HArPmJ0XZPPlBAIiKst44QXRmJK1i+pWXVmS368G0wFfFBq9vvA68jTBQMrB
C3QCnEy9bLiar5gjgIVeX+EtwEtXNKSxGgAqwQwTZqISGNoaLTBSkzjERPlvjs5juXEkiIJfhAh4
cyVAT1HeXhAazQjd8K4b5us3ucd1sxIJtKl6lSnWGJ8g59cBuHMrRkzaMgJI7+bD6F+tobFvnKnx
a5xG9T6h1LxkRHEPXaBmPKFpWDxDTEwfxSg1VZMeb4yHSy9RdiRAx6VMZW3c2pzxVtKzaREBkisr
QZBK3/p2Fm/8s8BCjfHodNcRshxH9aw6uTOaMUfMVBCsGjdYw3s0eF0LPMzx7+EXDvOm8BuONwt9
+TrFWSN6DfTQ1u7WjKr6FalPfRCuJ68tZOffXPiM6c3zfTiknFvk4NzzWzmgo+bpX5ouy6N2wyge
0SD/qXI33K2LNt5daGLHSbXOp8JXz9MFBRmoN2tbFPibLDe/LJn/mFVwD3kGvsVgOY9l464bd9EY
wiw1YWRLnydgDXHlQi0Jhxo1VeTlEGHClidvVolS3vfqLrBtAO3FoT2XKNPoYYTCWLE0AZMjJjfe
D9U0gCzhWKm1A33ZwaEsLcw0pQPNw2F04oaaQcXmcLbrCgMmX0lEE2mKF6sAbTmn1s1S8fcz57ut
cwBZVYzpvooRw7aPnGd+zNqHx+vdUP5VZNwxOd8fK9KxSdl6IYfWmayLvYu68riIXu6r/vYbZWO2
64WF0TtDWGqaYY3bewyuvZHqXVS05tPkl9aWxl2xLdzUIdVrFlBjYMTy/+/h/dYoQ17qNnKcXTNY
JecsZYAUdwJbJHjEzWO6mjVBzqXfKeVPMVZBf7c44Sdg9p8GKS2AfjvdltDP9z5n961TSSMpYfXz
8M/VCV4ZbwTvaLq17XncBYVC/pM27rhtbC/a6Tr7hxwZjHQggYdEfa1lLCs4+ExOyv7FX0IkLNwE
YAnhSAdiXOyHqFn2LEbU8BBK73vAzHF+m82UlrGeHEujS2knpkbbPoP+UXbOhezakyvRTLrS6zar
a6QbhwFmkg7dv9vJ9sqgrtrgDwJ/jhssA6vpcpNo7AwOtehxOZtofqXXeoA/YKu3tQBY3/BOVyoH
f8ZOcqoaG1sJsqFzaUQfYs39Yy1d41K102tmatREpH2PurOcTz9CDJW7xW+/6OBQjM1b0DqwaDjI
UTotyIf0q2e8wv80vqmAmnEPMGVXc5xDZAds0ushmIhlJ7xQfQ78gPHgWvVVGp51CJsuffUVxPeV
7TO5zXeiZ35mMZmS0Zj1a7ea4idEroCZdV6Pdgc9CGj2kPDGNhsQdTMvxxDJvVMO0b6GNBwzZG/g
bJkd+1JPutl1dQDF0NFMCkc9sCHHeobHyUExYja2HQL/gugxO7e5X1B/rJ1TztkEZXNfh3AU+/lf
hFg7iKdhEbePDGjAxnDBs1ksEJvWLaeAE03EHcoIl1jBsbl2gz1c/G7m9JtZWiEpnsOXpu8B9Gcg
T39we1k7X/fZGRruPWdG+yXX+g2nXRpPxP6hzGZmgpayesqLhpMGeRFsNE5036e9+mdi7j5lkfz1
o9bcOq20X1cf8PGG0XYcoZltHQRMepL9eXBXNhaR5tSk8g4Tc7mkHVeKuC5Fd9uzu02j9LJhrUz5
YNAcmFNnGjgrgvqzqNEhxj5WmsR0ZcFaCERf5FG4U3K4Ll0WnFG9yC9YxfmeIWd/s1ZVmQRSLIc5
rH6p4XO/UYM4F6y7Z8WEyW4eUa+kaf2v9IIxJoYxJ3xg4ro42KhSixNfa+ue1Km17PrcW3GpOhED
EEW/cXEqQ/hxWBZd4dK1nVRJ9Wv9EekKYKkJ8zleDBnJLZhallER2f0u6k13jIE4yZWGNwhK0X5U
ZhpeINRzOuQQw2hu8dN0Gs3C0uATw0/PE2WiLthod2WyvDY5XfSRDfQ4q0Ap4TrNbrO9TbDMW0MW
/1y4dY+O0y9bRYF2N+OMGzEgG9ULJNSKEYiKyjo/91/VVvoIx8nY5HYe7Oa+9feQIqpjVwYR511V
w929KRfHqf3sfLQjrUR27wQryl2q44CS5Hxgtm5IDD2pPXq4AXqVlR3wCdV3araaAwQj8FbpggSU
THyc+yq6Ku24r30zthdv7MHNEgXYRCOPVMZABSZsljf4xiWXAdSlTcN2k2O4YZVqsmuBToV9HmgV
XYfg6Dtt/RaiyOTc4JsXkx8BUJ/0iZ9zIvaXXuBQK/urJbKRGyy9s87F6eHOjUjADCLMDVTxnC/8
BFTOgyMjNELy3RkRZgTIuhvc8p/VMLrONmyy8K0bgzHfzAtEodAzxzsoQOt9yeEjLtvA/V2pKwAW
EogQuMemw4tesC2F5uz/zdLCAgsf9HEBppckWQCGPxPzTnr+R6OmMNYm/Ak3Mn5dxzR3AGEcGJcp
MFKmwiDmMjX9EmXsenheqnPmKv+8NKaVtE0EHrXENsSvt+4A9d+aRKN/gixFrKWtoZKBoe1rRr56
bgxcb3LrflqRAG48t4boLIcb+PzbKzzdIK0oxbZbo79TKuS2gha3KW1LHYaBHXtswVqbajCv3ISB
REGQiYu+83ZLwQoVqmG510CH8eFB15/ybHniKhU9LbaBBC8X81YZk0xqky+IqQfA9yDK6UKtSL7S
gAkMN2zu6tudxLNVtEUabh4NM/S3Dl6KUxMG6wartfdchlzpWYW45C2GruOQp++pHRqxTRlwIPGj
A94E33mu4XGaG66cYOH7hok1kMtxSChvN1pg+TVC5RhnePeWzzO5DRbyjRby98YUi/UInkpMoZUw
pVTuAFfX+7xWet9o39pOOZPBtT3nm0zP7VXbvcRMM7S/oknlR1nI7MxGGbw23VgcDc++Xdc7F+Y7
ctY1S1O49z23x1U1R8ily7WJyjR2ytXdO5G3XFP+1P1s6vXA2aBLrJAYZHrjqrYKDROjRtMjPVo+
/EYYh0Hb69+lc/wEIDTN2zZaH+RC+0fX1U9VSuPRL7WxbfvGfw3XKj20HL/PHdXfTbhymZgr0Nbh
vHLqcEK5c3NmpBiW9V6qFiXBWrrpo+7rPtEe8w8VxxNO+aWQOF4t5wnfIaog8k3HrFt7xgE9/cpM
M7cKbhpH7ep+63fTx+T6jNVBWKaLGIQ0KoPhMLJB4R2V6pzSUtjIJQiu/kSHVXV1eDeYCj7hjClr
9KMFJXOV6cNiETmoK3fguajrvYXSHjG4lh92xcdUBx4yvCJwYRuor1TCcGYbqD7xlw+7uq+eeu3e
23qJ9vMiygSMaX4dGMfbBM1kP/iie8CTavpoOmb3ZDZCDYCqTZx88MXFbuzCN78JLFjT8iOEZA2+
b0RGuP7jBvZRivSzGMrqF2cIMFgVJDKYzUTNCmGtD2MX0dv8ZaaNdwwZA98WMJhjx0YrNLLPvdCN
xnZJIWc3yLbYNmLWDAVpeVk8gzEkg1c588duy8v+vdii2FCz8Hinon8pHFNKZcijrZF7rHIGeaLQ
9ViQwrsRg+st4jVUn/aIY7PkVLRVApRFqUrvpbd7+wSkD2B+PR2WuVNP1jobu1L+wTewsuZhIi/c
5YHrUXDg4q3j4IYnUmXznovs3q00T3I/TNzO/Pl9HMzgL1Q1m7dCteFTQef5bOeGDbZQMl/pqOoN
mZv7kI49wm2nQ/AAUXorsp6Ue4EZnMKJhaeWC3JjwvYezOhjUOvVEe45denjh2nZJMVso2hs4P6n
opDJBKbltaLccGdyNP2bK/SSaLByoHkLkDQx3BVN/spnBgPWbf+Wo9VRTorUdqoABC7N+LaM4TMH
sgdYAlybLftbRuXLWNX5kTBvEKOBqzG/e2i91pStZp6oQizOlbvKuOFlucPkHqdTXmNVXstjP/B+
bgIzyO+UNIaLwUwP9YZ6fhjLcPlCK3s7ZPRWPCJ5xCXbJ13joZWLLpHK3U1RGwFCvlTx34CxXtWC
LcnHgYMPhGJ3pMSbFQmcNuFlLG1nixDpw/e8V0Ck85vD43qQVtNf/Er4L5T6JWILMe79EeVAX6Uh
X6eXpErtmyGs/qpMWTc13ASX3TGbk/BLRCf1aB7cxvFjLgOo5xcfZ8FUEz/ZeBWR7KlFOYcM0qzD
cOvUEjUNgJST4QwQB7jPJ00lsWcDoU5MEbmHCmERAsfK2wFXb+MAMcC25ByU+IYRAPp2l9jq5uq9
E5F/Ujb9XiVwYeV1fl3tYdkEwH+PxEhOZnszvQ6CfdSadjDjlwvgbuMRn08O25JPnW86Ooc29mQV
jZwCDPs+CC1uip7H6xVW8MBqbpCcBn68ET2HbNwh5oR/z7rlJx2b5123umeVNpfAkhbSro5wRa2h
c1pgklNn+dZLIeKq5ZDiBaaOm7kq94ZbaE4A649/q0KR9nsOehXF7QgNOQhxZdBXkuA2+h+r7z4M
cYslmvKqZ6J+tDtWqqTW41xWZ9tJ4RNkzttaBWBb2giNQHDpJoaF7EFd+r7Hl8djssHCcRkaZEJF
pLFTauvHYWvrZqiuNHU4MGqDu4H60lRTHM6g1pw+ul7EpX2tloNZ9fIdjZhBIqIW9y0XCmjXjX0G
KufhOw792I+imzNGnILVPvkDPV3b2nfooC2qnoHVvYrODh9QyGEFtM3w1EUj6Gqbe95scOOzDc22
HJpJ4fsKn3N0lAKLgkC1hk/wZnQCMfpIwDT/sQCFojd55YlgCzSkRHQ4Aja0zcM0QsmCWcNZ7+BD
1l7N7HtwkE2XzRWDKHRXY8Zm8DisPsDoeS8FsFIdTKQ9PCNLQs/vd4RxD7gYqjgwos3awaXt3Q/i
wRgO6ijBtnAyl+pJr+kpDA1s9gK1UMcx87Es1m3nROeRDW4cw91CNjirVw1qvkZsWfX3eetceqMG
ZV2pV5qnD7B1zlY6Pw4D337twjK1Cs+Nq3KdDlpPDxlRKMCPUiWLJ+uHooia3TSv+jnMfCricv3I
arvdSeO7b/Pv1aGu70I7uHmUqCMWwN/p6MldGPQYpar11CxaH4TAIStzHhXBMQ3BbFS2b0rlLyU9
r34MXku3TroBsdBs1J9B0f3LhpIkNZtFWpfWbSrzItnoMZJad0adPdFiiddqfbRhoR9tG//RaNNM
Wzu8OmEl3mZD/ebaOWBeAbkezVyA+ifKBcU+96cwCddabLJZX7jTXcrJHJH9WoeZHGxcFKBCgyEq
7sRsGtdA8ONb07p1c/PckWRm6akKBPUiel5HU5Aj4jND/0AhFG7HOrollFgPHLt69tRSx0qmYKOi
KokQYDqTaA+yyEjH2pVPDbIuN3WpxvcOQ93WFSl0g0Fcis484Kj5YKrK3E4WxyTOeAqc9xDFukyp
Pi3zXdsS3rXmP707HjhIGuCbKzR5+Y/fR7iTRqGog/WHcK73dSs/805euJ+fvYW9Px1F+5JazrkL
/nqe/d6Y/ckxs6Sf7zkaJIWkGOJHhTzn+UgqmNI895rJnLCf1YN8r/36Z0CvzVG32PWO/JjSMTi7
c6hP4UjNz8465w6j5xO1XG9DZP2loMK+6af1NIz9SEKVMWjDmozYDqZPabO6dM54V7S0Q73xwV2a
09Bkn9Q+G5jA31HdUADDpUFsHtCvVV3Mjit1Ly3rKHr7Jv9GHdzjJZEMt2hl34M3xy7QW9Cg7SA/
dopZjWh9ryITTdHU7heCLTVcq1jRS4sDeNI8Z7Z7WhHVZ9kzUBPEcg/WxL12Dr9Y7u9S5980lC16
cIvTnlrHuznAVeGW87/MjRS2bZaIxTV+C8c4WLbfHZlROXLlqY8kvXJaLar8M6VNaZzgyYbenvGY
nEL2moFuJRdW0tEuvYKDvKM2XNNfWyNa2FdCJ2PJDOaILFvQfw32dDPgLbcup/MobP2a3l5VH00E
TYSA65vVuhxWDE2yp40o0GokTAUD7EanrkvPFb3qOEFw3S9eqO//M0qjPRhMlXZod5KyaB/RW14V
qmOw1YxpCtP0to72PymN+4ndWr9DGT35xAetGjhcJsoxpqjZbZ20qfZd+kfqmRuPahJj7gfKj8X7
YskwdssKYd2F/LgZm7izi4F3FktmtglQfxq0uHTZ/lOc/0wbxlmQWh0n2ZqM3GLS+THdnUFkHe8d
Rl3PP5fKjJuMyxVC15IRneqs+Yj0ouLAlFCBTTSQ/KtM92IWL83n23Zmd/NZmX19P/vzE6MyW+GM
+8BV70Ekg00djNFfSJ9702fDS7kI0RP/ySoLR8y0/MuLYWNi9foxQ0Dh/cDA2gIKzSgfwj57Mjuu
3K1TBzQl8Xv66U6HTb5d0vyAOSEF51OLO0/a+T6yx7dp6IN48es7epwlyxBtEkcDNkk5UFOd+dOU
hOEUe+t6c1xmfUgtOv+k1EVtzBcFZDwabUp1yWDAMW90vfV9sbD2VM/GXLyYN+60Gq6OR0Aibb9G
ns946MaXEKnSVtQKhne0fnVW9Aep4JcdDX/oMa5bI7Tb2KrnOmGD8WOslc9qtS8oiiy3DyiTevnB
JVV9UVNRQlIfsT7Wkfs6c1jfOoM4WdDxkjqkqZEbTveEwcZL2rE5VBJ+NvuepvVMXTxFyrQxrK78
K+fei9vSfG+1MSbIkNy4WyrQ4CvhtM5hgwrsun1SgotThoyEu+TSv3MLfEqhSO1xtRPxDOaCVWlx
D2Fq9LEMdBubrlUcfKXfvMYYrmYq0+0aWkRRvRo58lzMz6XbFW8YxikMu2J4DgNKcUJk0x2dP39r
zKH/HCgdPLaN+uyEu3D+CC2AB6JZH+ZmRIzEpvlcGdJ8YSdwnoKs4ZCGWBET/Azxp0f+YSuOKL4I
PswVHHxQDTWfNWt5ak7OU9fWE1YOjqqoVjInYdJHXVq2wIsla9KEw9K8OEvjbj0vf2pChNEGQNoN
t5I6WS0VPU7+Gp7trmYlgUS1ka78ZpS13lcckjHsTKAMLNpYJBDsPZ2Fhdazlx3WrnrBLI8+2XL0
Y9l7HafDuthECl6faCh+ZyW8BWO40xwNzn4bSGSEuKsbIy2SwlKgnsd2PqxTs1stnt5F5MbWhzT+
wYqNdFsNX9MKe3PTYOBjPMxAgOI19tb0s+5sFa17NGbb3iJtXGJADOeygnKO7SO6lllkUwlMFUMn
jM69CMutL7a9SvgkUCmDYnnEMUgKoDAZuHOsHEqjl7NRpjDzyty5J5gwP4rOuKVvzF9n5PtCt+W8
uE5dJp4x0njs1ZrMlfHezfQGprHsuU3QpJ+i9DnwXcp2moWzjXk9nI5XMF8S6gvGK9QMCkszM848
QDmnw8ErD8pW3cHS1AyoLvpeIsNwPc+CD1EvXn/M0oknmZhMZif4SW+6S1e+1MWwnBrPaJNy8qaH
KbiVHNwpAHde1hykcF9PCjLmugwRdtDpheoCmhDa6C7reaoOWCOj6wxl/GKPGN/SuSRPME39XssO
u7mNlZaDG5ys1pHp3TzO+dGfpfPdSXdNVnw1F5nbhPNHl05W6942BQ8m/Ci5ihT02PZ0fR2+s7Zy
z9JNJWXYNERb51d/08EFDaQriwMiORKbhPhqpn+waxZHP/Ls49gN63GylXsBJ43DT/h59TPxWt3z
L7cutgdzffP1CL2pHNGv+oP5FDRj+eUWtnOap5rbqUjbdzecnD80yXwyMGm1y+nkxcS72CuomLqJ
XBdxR+UTn0GW2dc67KON55gVFWSfYqpkAvZi1zNCUIWRvpUB43PFMBx7VVLOW3S4pwvtvPeVaT1o
vpSjPdbjued081Jwkn+Kurz/m2l7wWqMOyUxK3O8NdvI41tEXFAyZHtr6oxkNZR4mCma/bqGqPbW
SrkVkW8z6VinBYXvMo3qpMmLElxMZ1DJH1XKfY5lhng1rlJFLGED3j44rbrIr0ip17/OWo+8Iz00
T92q797suF80dXQoFpOVEQPZHleM+4+nHklVhkSL/GL4tOpxiEOs8JiI4EMt1KM97zOzhbjr+7De
FXrlim814HY3dGhdxrSacRb7JRD8DJPwhwQdb3+ZYOY/jHVmXYIhM5JKBs02RymP7oOWHcXQcN/x
e5LNcQLyb90cfivXrw7WQOFaKnXDDVSrZVCgtu0v358xeYR1s/xLS7KhdAtplmZ19q2NYDqaphO8
BF2JQiEM3Cmx7WGmX8PCS0OaGh/VAN9Ex+lGlAGbsPvNeXKtvB6uecCXSSzODb89eq2PNEXrb1v6
028T6XCT5ykFNjv0HsY+YKHv5ux39t3iSY5VkATKoe2XptMJA3oQ466ik2M5+a5yOeZmbPeX0h2Y
wFmmc+k7/bH0XaITc+F372vD5hOVf0QWZMOtclMeDLub4qnrwbNGbnookLBPpNy36bw0VJUM5gaa
KWTSPRRX+mJvRcvOiWeWp8RMn8sob1/XfsGhnFHVaLbVUPk/bjZRWjL409E+oQmxWYfzYux3tlVY
FzTyZow7eCR6Rownpdr9bWIaubaBps1UYEim7RvcK8cFcdL1+IL7rsf0vUrWRLF6/zAwacbbqLPk
OZLyKERbP1mc0bIpG4tNS9fkoSGWt1ODLZ6HoSUiIA3CAujGqNDVLPW34PZuQAG5czQ/jqGy5tgy
r5qI0LO3RtFxVQ8a51yHqfjOC5qQpijfs6Y2NkgEkS4DBfNk0ll19xVkfvOOYwC0ljezOzBfDFiN
CNCiidUg86iLfSeG76nAYjK4/ZcMg3nP7PTwUHQ3KwuenIMNufJaur7zFhTjcHDlUtGFcyhNzS0n
/cFbuN/01s5s0AEHuiTp4ZVTXK0taTVskfwoHGa7ZvmyvcXfL+aU7ujihFydQ7QEOe6lOrcK0vj0
i1d0U7soNOgXT9F4N6yFT8OE3lCWgmC2JmfcdDRu/rYp+bqpxHupCP5sZMlMy4p3be+kM4UuMyvu
ssDTCOsdJ9vbjstDKWsv8YfozZMhbwL7c/kpnL6/b+bwxx/N/mJPGYvCUJvsLHb5ypqvtwLvixpf
TCBQz+7SUiroG+eYKlxTrgiK80KN7FLbdM3HWhsxhZ7fqvIrQFRjdZmmvON4m8PknKbxeSKfSV/d
m968Oc1pcJr0N0CEM5BcUKhx6ma4W+1iSawU9To8o2Lnl2D4bMhU957b4y4zgyPW0jnhxlYd5mow
P4sw1adFTLSTA7JL2LbM17w3SHIW7RPHsTbG1oUtIxXG/eQNc2JjU0pIqFlc/MqCNiNhWJmOcgPQ
knt1NvDr50Q68a19qWxaCQT5Dq9FX28D0TTbMey5r7VtdCX0n+/GgNO0QXc7Tv3yrwjbcK8jilZC
mNXBQbF4YDMezj7bUEOnbbLPupnySzu79pO0F3zrzZzuHSP9SFNcILMoDKQjyv5Ou56/7MblUgTa
OwrGtPeuKcWxwNm7bxudPRUzdQG0PJ5xlZ2eYlc7+mfEkd3wu7nPESZ4eMN6JV8jZLsP0pU2fq9/
QkcRIua2/4DsbGnpLIfoaLIgjxePjlTnWO7JJezTJtWg+u+iSWe+QsU9ooyin0JZ9Rn7p/8Ap5Ng
fmF8qGwpL2NHW9JGzrLtUgpORoDByGR4b0/Vb7muuaGSrKprZCbj+uFkKJZEFTix4y7Dc9VH/Us3
Vf1u6h33CJLTTib2hk851TsSbxvdN5rSiYhdScrCMNUThXTK4IPjbvDldvfpbBVbaft2tqGhzZ/d
NH08VoLl0LLvaQD9zejXbV0t9a7FNkqM6EgjPJnCRSBuHOpTuwJAEpOpX3S5dFtDL/JFroTGgsxW
PyE1Kopua3/qUFttgwXXKEUNOhCcIZqNN7tv/KfDyWPPRT9v/whSlHyeo977qSy/V7h4r5NbjDsW
hvTSKy3ONfFPgBNOtPVXxh4Wqxi/LXIVX4Y7hD5vzpAmlTbfFL/Vnk/XfUqzpn+O/LATm7ZXcts1
a5ek85Bks9FtF8x6Z0uDGrNHe3lmUHKBIec6SbCU9WNvtUShipZMvN2F+X0Whd4BHBpn795SJ4IL
89PqdU2Sz8uYaLuL7gaaUu9clblhCix1P8YsGLlLW+5BbR5Q2lb2eMktvdxzg34NnGrZA1P1wAdn
qrtk1vTartxr7W7tYu2E31p69rmHh00KhsIyjceCViSpSKYNn2DofHl58xOmWU4pQFJfBdZA2cJv
p1/TXmn9FJjfWVTrMeGuWrPgc8eA1mf+sYPU2VeNlx/dNmoZbaNlmOKgyZwuloONAKuq+Ntl2RiH
xcsKdEd+gBi9/jKmhQzoCqPu4EcSN7xcyEWFTDoGLVLfvm5r+q/eo1P48sFKGzpcgewfl2GdX2QA
pK6lW8fIHR1zURXTvsiNr3IO85gklnfwWlonxY0duYeamJ3L0BMJTVEncTIWB6CjuruSX35dDK/Z
925bHmu4mbFGgn2PWPbTI7pylpV2PryQOEoutNhFc/rml/MfCbwvKarK3RKIYBiw4ZHqUyd9aorw
YHrXaSVw4cv2y/Aree3Cvn7yep+NMuwTwivWKg3mBsUKo57Ue0bvYuOXxv1atpJKvvOnZUGO2d1/
c5xSo7fPukfTGcarjc/96jOduCo/26aYPrdhJqI7s1z+DJZVJ1arKfYOecjepWp2W+p2ZRVwxakr
J/yJOkhsmzEgTSVWFNqLYw67WXZw+ahTbEePEOgQkcZj0upDY0GOOf0D3THTwEgI/frPPkvgPQJv
8dCRgPjEOLn+2ktTv9gmQYxgVNYTwY6ChUjV1NuNYGNkOn/3jIGxT3J/mLcJOSaE7klpGvYhVUZ7
MiJugNvas8vHsZzJElGz7Wj7pUH3J7KZjyWu025bQlgHixYsOW0JLBsrJPHg0orJwbJ9TI27X5hN
pcVltA+C0txxjmx5WPBT09yxhgtccI6UCAnSYarOZTmhx1pVSts9y6ZnRfBuT9iLHWsq021EKvGl
M5sy4VS/HNoUI5pFrf0ipJnFxCao+GguOD79lM3/kNrUoCyRRUVEidb5E2JKYrGyDMqIxWpE99PM
QXzK8mgfEbb729Fj5Tq+EnSydbEdtKzfOt9tyB/21EJihQA38fzO3jNFYIZnERa070ruFnfFMiCA
YOBSkrbxvUcZjOyVMB5GbhO/A2X8q3JziSLe1+FvUIdE1BS5nZSO6B6rlH81mcThPCXr56mysXOq
iKrkmC9/IpKpp8ZgnLAtKB9qj3GcNNf5qyY4RUFKT+exbwlCpFHj7zA8TxsLORC/CAlgY4n6u4Hk
KqX4nLhBVgZPgVkRKTG0vcln0nycVMx9a3cfFB8RyjYlf2hGhHwV+i9MkepPZM7jlTt4+lpR19pH
3dqcmrWY2c8kl5KWB7SX/nLgRmTHllP1p0jVMlFcjN5WuaJvGPTIPmQB0xR+dvKbYjjpfmIYIMjJ
csy2p/ch4vlrndbRt9ZU9Xp/SLdBNfcHUXCaaXQzI6+gw3FaJ20fGNnQHF59zjMRVzSxkKGci2zN
KQ+H3Wfvuet2Zi3c+LmcL4FkUJETkS8OHscHhAl0Nx0Lkzpa2fHfaBuzjPGONR+Uq6uneSD20Ujc
1h34o23g0OtdrUw+j7WaLrMiTAlUlJmZijvJTUpKD6z0nwJLPAuzS/dmndOPq6xPgjQqjws2w9Dp
0wOJ2WZfT6l1HNuABJebOfkGBZj77CC/vSwk5nj2+yLueI+o7WA2nhAMM2HlU8k3Zn8zgRB+5yXP
r6lL+JRLcvU2RhAHNvbkL9RvwkFsI+VM93aXZl8Z/zzOQ82tOGfzbNoUjMci1cmq0IIPIIK3bZS1
CezJLC49qhoZZDaIVqy51OufPaLtCfxM+oiZ7P4MKDO4D+TTISO4HVvGos7awsPbyak41lE47OQa
zb+Bl/IuROyge7afNsZeSAWunrBpGINmJmXI12zLOA7r8iBLSjXZ8o5TOYipD/+splJb7ZCsNJ3/
qPuWJrltpcv/MnveAEASJBazqaruriqpZb0tacOQrySS4BME37/+O+V7J0Kdlt0TGbOZCHvjCGej
QGQCSJxHvhXwXRuDc6Tdl0I5PFsCYHQH4A4sEQBKWcARgf8G+qSgeCRu/bbEe3/IKzx/TslcnOxS
Fg8OGfhK2B1so0mMn/BkXN91FRihOy6rF7Gl+lr3qQWSIGu/VFX9eZYCjc4CNSRKQOrIuu1zEHQ7
qDFRDGy4h2Mj8LxvKzAYQKGvkcpbnMQV0CMwq9H5hHSIYIn8J83x/7W92v9HxmkqBjH9743TPpbf
x/Zr87Nh2p//x3/8XqWAQas2Mo7CODFS3JjO/zVME+pfEt6tUayBSpTJzaGghfVa8b//lwr/Bci3
kPgH7Xuo0oFd+1/DtPRfEf6bgV9akpg4knCr+D9mtK//Q7D7jw/v/70nkk7CkLB3dYhuMtwoVqAz
4f6YfA22kEFJvUUmnP4V94+h7uvlWkA7Dcnx78DlDCLtLTTh6EJkOci6oF2vQCnsh9LJt1XYzAyq
NIJTIRdj8Gq21hb09xhunWvX/FZXWfgcX/QXrMdbcMLTNXicTRdVLNc4mV4aWVd4mjXzM/T2X7E1
b8EJUTfVvu6GCSOHrkZ2H1ZBC9AVWo0/ren/rpznDOpu0bF8f+aCri1eEJzyM57uazhlp+BkiZtP
Ky864dHmZWHHFB8RruroWuh+yF4YSKwyx054rFu2lTrb9XSt0h5gifoOwNRnvujty1Ee621aCI91
qfCymVXbfK1VJ9R5BnDeQ7cb7ulfx3nf1+O0ZUCVgZkRvIjaSDE/9p8SBz9Rc9U24ol7yMYrHstg
7avC+QDFe958UU6/huNIDWDjeAWOD2phTeMecUBhqGRgxih9v6+mFG+e7XRtEvOYDcBuQSFxZVg0
3oKT0pDGtZg0Ns1r0KzmLdxSp/dB0PBKmiLFck13u7bbOl3bcvlegMwoO/+Nt/5JtVQKL0oeZr7X
Fe/z2Zt4b+sLmHH5wnACuc0LyYB0mgcLu5rpGjoxPpixc4BDgYXBGz2ZdYOFmNixx8SMwaOX+s6v
83tWaKqpIsGNaROZTFeXJMArNMDzvo5whWDOCynIPohFMjk3Xae8t6BzpyAaSwC6eYMnFTmvo7EQ
QYfBO7xG+RYWkHW2v+EFJwW57/dc7zmGPpgQF6wtk/0foORUX/85/C3MLwqbJBW5AGtJ9wIFRuUB
AAVBvWTXKWyat4DYb/6UxaVg6NRhbVJdjBXO5Xg69ag2tgAKLYXMZbMB1fDPv+O2wn/xO6h/XpnC
6ThH4/3a4vmifHC2LH9bwQBm7ovUHQ7vN9niBSpO6wcFzZZkBgN2+jdv8OQbg1EG5hzeMK99qA3O
9HL7BKiRembv+rupIZ94NDNwvBU+cV9ME56poD8FR77X/zz02xr/1byTiqNq9FmXPPFXO8TLD4fL
2ou235PXkOlQFr732VbdgyMWs2ZKUUMrUcAOqBlGtHcD8wgKG559B47YoYYLCtnjozxHlw0q9dfa
unudracNbKt/nqVffwIAPTB7P23jo/UKz/vrcN1b/3uYmLtg9AzJ9NuoyZbS9X0HRSeMeizkYzPW
D3aIWBshbGGejjou+mrLYjlegcj4tlTbSxUsrFGHgsw1msUObm3YSsScA+pZ/Fh3AEQ5kx1Sfz/I
gKD1vOBYA6r2i9Ck7yPVv+OFJpO9TIsd+j4dr3gJBTZqvmzoivNCk8kGk7ZF7ByHV93hzWIKPsfD
trCmRBkiZwtPHxCSBKrjOInqcZfV+gBGSf87Z+jqL8Z+MoO+l8391QwPW4Z3Czwm8CKTnTVWdq3E
qIYrDH8OlV9OMJJnpiSpua3EKb9og+EKjY7fprX80KWS9SmVIQV3RXMgsD3eoICl6g4g7LwvVse7
EeBZ+2lS7slYBRMUVa5Abh/xcn3IO+aUpOSUVBq8x0hwo6550n01cnzr6pJ3RlLU6a0fthWgnX64
rkWU3C1d5R6mAsR11jpJycfsYTYPmAcmJQSmLYIi0GQ5+qCor9SPDazGdGjaarjGfZtAjyL4ZpL9
B2/YZPOESXU9hhrLGzTdL8XWvbHdwNr0VUoKbIcnDbwX58MVc3PIcqg8P2dV/Dd7WUr2sj5MY5/e
5hoqCocu/DeaBcyvSKpr6hOAg3ps7tB7+VaAYwPIvP+DN9WkvG7LCjeCsBuusEeBRVYzfb/ZbbJi
/8VoLYK8wQ3HdE029TAm8q6qOdZOWH3UQ037XqKjCKhit4jX86A/ZU05PTPsW3L89eiG/uLTStKD
tAfQGbb3deoclI5cXeGRrG7c96ZReMUEvmJg3ddVRBY63lCmxOYxHmASIIxOAgCF+7HI1ueURf9m
TSYk/7c2AsVNIj5I3I+xV18SFb/lfVxSzA1enPrV4+PCOWY7mB7aTkEAAVZedDIxue/EuI4SW4Vp
L5By+m2bPat9qhJSAZbdRBbawThzAnsGXgzc330Da3XewEkV6Oy6A5MQuCuo5nitmg5hVvPKQELK
QGNiiUdbbEN9IurDaqLhEHTqI2/cpA7gIDR5DVg9+oMpBLDf4ZB1YkWm9nLe7EFlBkQe+vAIpbkD
Xl95kcm+nIMrl64yw1xrkI9Hnbzv6j1/ZgXe1vEvqgC1FxMzqD96XfwVpItqPECqxJm34PjE3ccM
pJIPrJ8Q0cUIGcBsHb27ps1uDqBffiv0HD3zE/4m+zXJfjNA9QA6aQME+/JzpQHjSzPmRyXZr0Dh
bPLEuKsFbRTWTecZh1DWlOjbr/npTlh5FN1Rpe4q/DcvANC0vCWuyVyLHdDqbseYgfJ+6aLqXPZ4
wOUNmqR9NNk5brsEU90WyWGZoZAHH0zmjJDEb6Nl6cAux/4/7/bstgSw5M5yHBiwlWqS+XiOhSAB
XFiuKXSv6ikE0qLiDZzalgVqXpeiw4wDUXQ/ARxerhmra6aoaRkmdxQJWA7XEWSPsQ5fStyzWN+S
WpRVELGBZKLGhKz6ZP07A8ELXmSSkHLJp6RwmGoPJjo8kiFuFPD2nZgmZHJDZJWYD6DYwF6B+nny
3Hnolni/qITx7b//lJB43o9R/WJ3neoK6ALUQgBteRNCUtJFwLCC7I9RY2+YVP1ymwvmAiEZWdrF
tVaHoLfvVr2Nwmk7DKFVzOgkJSUe53AnilBLQmBH5JC89+a5HtDtnPmr+SYJmay+2PMJXU/AsbW7
j8DvedxWCT4T5NTNtxkqRetxFVHznB7t33xg6iI27JBjgDYacknL0xKB+SYhysf6wtREDBi0DeDx
ZbhWw27v9iwFl3uwzI5CRI7qbpKBHtISvmfrdm1ScEsH5uYZkVzdrBRJGCF0N61vRKvemZJjooSK
Sx29wOE3cqok5hu6ULpuD1kT3POmm676IQJe0FTuKncbHU1Z+VPShDGvfv0pA/1TJRhk4rKw6R1g
wuAdrglkLoTlNfpURJZ9NEGnMymwCiFwcY0NlrteAVtkzQv1rcJlH0KNO7ZQA9aZOu1iGOQD+MFQ
u+T9AXIWBXNPRbbBQQ5Xl6Mrw0PfhczQZJEHmU/0brESE0hy4cXiNWiRvDIWkkUObVJoPRnrMC3u
hYWiCR4E73gTQjYkL5RZ7IiV6AN4tWhQyNvmDS802ZDWQA4qhxTGFYwIcKH7uu8ALgPpgheebEoW
YIw4qzdAJZpSvl2LeD37PY2/86KTDE0VZA8K63Amsuq7HYpPQZoye6AUdLTto1aTrN218tlXHQyv
fAl9Qt64SXqWRR10S4xVWA/mu6yAHFdTz4tNQUdinnQHvhy6OYHI1J1ZoY15WiEBOvNWDAUeuTFd
WmVQuKrSqIOcmwcQx3nLheKOyiCsoW6FHNJ+eQWVrkvkOI4q2Cgo6AjujHVeyBynjED9PsTpFVLR
z5Ry8+tDhiLpWYAQEGT9gFt5vfn4jXSjs/dpGGC9NJME/BfmjfFHO4+JvYME9Qgp0tD7mQWCUYpk
MNAGYZ3W8CstwROF6vkOcULHA1MpikkKrIV4ob89jowGojw99DD2iHkXoyCY1IDZpobRXRu3fYTs
2kcczz6xMkyRM6UN1drM0Cu+mm4XP+ZySU770AXPNTRuc/uLY6UiCTzvfgu9m3CMB1NqBDvn0EDv
gpfBFKeS+T6D0zumZfPF6znrPxcCCF/WvFDnH/CoiqLtsVjSVJ+nrP2wj4rXQZJka9WA9bkRTyTX
NWzv1iJ/Mab+LW/UZGsdA9BKq73FdIdgjkAX8CbizuyRUHQK5ILrMBhup0eQjnscYhrP8TtBzaFQ
Kd+DVFcluO2VIv6k5uS+qide1lPQHkgG9Q6BG5zW8+g8xwCtb5A4Y64S9fSWWqPTDRBWguOjyl9D
MO3RVymvS08he6A9g5xUInN2yOaB6OFAspbiD946IWmJc0zU7rcrsDHdl9qAwH6UAE1tR1Z4ii6K
VkDdlxYthxFCYmWmYVbKsRTHSvkLtMgpOcjbuTSSoDEOHkoRScQDKyiKK4pkpsEHxY7twyU7xDr+
3uid2dGgvjsuyEfYDAt3VUn1NguhkdZXvLUiyL4KDSTZ5glCr0N57TMc1n3OqyiCbJo1TEk0Orj9
1YzZRyiYvoXIOzM0OfKCRRgukG1HiZ0svFP8xzZdmB0ACjtZfV3N4YSsj+fhG2rAS9e0vLO0IDum
V1UlzYCcH9fyQYOg2KQ97yItSFp2pQeZfkQTUO/VXVI3r8CNe8dJSUlBJ+vuRwvKfH8Vdvy2Dsmr
HNrNB15scg0d0zUuYX2BnLzJneXBK6DKmaHJXhmMkEeDhQBaC+38JumLt8YEZ96oyV6Z9pDthm0M
2oCT+FBEAiLuvHyUFHMC4QsR7nPTXxMnPkBgYYRyOvSBeeMmGTmuCnLCtw0NPZ77bUDwcVG8JwVJ
YXcQCHKNBen7WkHW+m7apfkEeRDPOmxCBPnpdgkDyyiJBuwLcZQ9QGzrtwIvorxZIVnZhA4A5dz1
V1CGP0NK8l0b1Cy8MnhBT0c9x+scmh1bjop9ebBtAAPueStYOS8phCjqV0jNg7V2XWAYcpzaCQYX
XvPWOAUR4fwgw9LG/VVP7bt0NO/HYv3MmnCKISpQmorS49q/zBqU57SFZQuU03jBSW4mk7JpvmAZ
9lBZgsx5BamcZrzjBSe7ZRLUc9fe+reg5t/5Sp0gKMb8mCQ3LXhMWzCgIRf7ZYNd1ZwfKgEUFG/g
ZMOEtOMyVvEGUmgF78V4Na8hu8JrtUiKJGr9FPsMEgSwYQrBPIFbQllCBY43cpKdulQgQ074nitc
TfPIfhhyz9vYUpqdVdXOBlYjVx1BfV4l+p3MZxZqAyzBp5mfQz1SxxNuPHYxy6FeIHIdCQhfsiaF
wonKOiiyufP9tUTeLHAKiRdw2Hmxyb65iMzCnAy4MOxw0GwGJxwG1GOe9c+1cn59sZcU5AOdlCgr
+ggOzhkU9cC4t9IyvEY1eCYkP5emgP/irasduAJqPAXciIIVjmK8mSEpWsC7A1JmeKIrXPwyFuEl
gVQNL3T4dLkA+QADtRp0t7UDZ9v1xbdyhno1LzjZO7M18npMVpwphvrOB/PrLTe8qkUxPm1kXTRG
wPjMAzyWChj+HYMtZnU74M7xdFJ2SNoEUAzDwbO2L9N9eFUXlvWQICnIBw1tyEg6c+vR2O1Qd/5F
p5jsyP+YyP/07JTrbQK6HMV2Gid7Smr3eo+hxcn6mBTnM4gdfrfCgt2QhGjqdW+VCL7yQpOtM4Qv
beg06ngUoUWTBCUcDPFszBw4yc3aQNK6gm429Nuj+6EaP8xJ/IE3cJKYuHKDKq0hKuJK826GLpJb
3EdeaJqYSil4AgGTlIVQwJFQPZxTXlpqkpZQvUqgAY8Xp/qmBJ0u8EaCqxmvLwY5x6fJYwLYPIl6
6SF0H0CiDCoUQfI7b05IXkL3QncQRO+vkP0ATQ7ionblzQlF4NSjA5VyzNGXHZPuuMIJ4pCPjrdM
KAZHig4SXhD8vM6i/hxC1gOumbztnmJwhk2kGWRS0RULIRLe/0fnnTXbMclKWA44BbQaDkBQefwj
LJr4TnVlxbv8UByOhCyOAb0XV9l0l/cwN4G+9BjzdgeKxAEFXcG5Awf9XL2BqedD5GtmZJKWEHw2
0s6o35Xrl3PvR5gwdbE68aacZKbJ5VYNPRaK0dNDO0MRVroHXmiSllm9QJgUQh7XPYZDnBJvoB3E
uyLHJC33dtOAOAOmYWz3Axqo963htfIkRdxA6iuNwxkFNrF9fz/uHrrNQzPzrpoUc5PDtagzkJO8
Dmv8UvbBFcor71nTTQE38OkEQtABpBFrddCQQto0j1UH+P7TApuJ2UI9FJkzFBEc9tB1K2reVkkB
N9iDW7WvWCS51lC/Cl5kglcCKYAffIC87QN8yK0cPzcGmoN1CUkt3mSTpDQyhddai3TfoQ/fhfXL
SDwHn7xdPv76GAhjwKeTjS5hDY4Xnn93Z3T0pQGy9AvU7fxwL+Yq3s/QBhKvNwiFDs/8lvTXf5A+
ynroXydoUVTXDj8CesRlnr9c88G82CHUCVgLlEffgmMB291CdzWvGNPHWuUaJTd4M11dN9pPkd5h
drZXzjLzjNYeOMWlWYmPn5rotcvVYyc73sgpGApS80AXZqa/tnC2OgLB+KWGkBGvHFMwVBbVo9ol
HhISDde9tn4VJhvr+UOGt8//01Ed2x8seDzG7f1wEh4WXCZseTARaCk/DZ6MJbyvBsz3OJU/2jn8
MDo44/5zrsW/Xp8UCQWlW4i8FlF37QUcv1o9vJ1Dq3/PtoW3UYW3P/zTzIDM0iizJhDqC6H0H43d
V0jCPdcx+pt0DsmBHb2Rctsk2v4NvAEOe1iP3/uyU1B2zNKxOOaVC15nXceseiEpTDBvGWw3AyEV
Wv+73NRjMo28Di9VZBqnts/NhDbpbnowiuD4e2hL6DH+81e+zccvyh4FSHXlUGYeq/LaLjr8UQgx
Ac60TMyWPVVmkiGklBP07K9bPG0fRLbaz+HQFLy0pSipsHZ6SGSLqVl0d1ESdk1dY5fXrKmhEKk1
6Nd6n/FwGc++xWOagYwnHLp5/QEKktorMNFGmMxci3kFpyt+HYQzr+RQkJRBM2PREl1HvGzDlXiM
HFy/dLE/s8P/iYj6xZqhSCmYJeS2LU13XaZRVohcba9G4C3K07rO802kfereo7/s3sKUWnyAKi48
l3TUJN/SqKleFGOY2Pu2Gs2LIcqDD2kYwj4Ptmbtm3KsOihA1wMceUqxfhsDeCDcY6P32UuJ4/iL
OXCINcOu5gYvX3nQZsioPS1FLQRMo0buLTqS7sXg+kfbGV6LiWKYynWZo6WezQXnwu9w5Dp2XfBv
3gIlx/HadO1gKoSO1CNw6sPO22opdAmSVeNcDoibrzUs0LGC6vKZQ8/flBuKXJozeM57XAgvwhbp
m9tu9Q7Xq+YLa0IoeKntps3kGtEHB8frLT/15TdeZHIUl9Carue8x1QLOOlmL9KGR3eXFLiU2aU3
8Io0l9bfBaI+JhOPfg0X2KeLWhVaqNUjchz2d5tPXy5Ao/Gmg2x3S9jGbuoQWhp7H/r9hMYyb7uj
UmNFX0ag12DxtfGUH+HcAR/lvVnueAMnB9QY5hW5ghL2BUqr8iTm9vXcpswWO9Uas9m0tzpBcDji
HpL4XsNxmjVsilnKizr0kOo2l6QNTzGcLBf7nheZHE9hQQQPL9niS1b2CKkLKPvz3mApXsnaFQ6a
vtOXJIpriPx6C9eojAk0oIAlGCwGddLYBNhi4U/pVBSHvVhr3uZMMUvAiMNL3Az6YuO4fJHEMXSk
d1c+s4H+TRGksKU1TgJdw0rqYsawelRdnb13bmUucSqYY1yg4C+r40u6NDBBk/fOKl72UOCSHeqb
xSPMC6SYT6r7Ug477+JIcUulSdPFy1FfoAN96LJvbmeeQClsKcomEUJ2BpFHAzfdCErisk9ZTUJB
gUtQ+aqrIYtieCvNv2X7+ugX3tOxoFI5W7hbJ/M4vghX5FAQy5rD0mnesR92Ok/3hrzVZRTvS3xp
4vDdNtrXg4/fcioK1IiehpYpmCGiQmicTS6DzK9DxDrXCopcWmbbp0BHwCgn38qz9NN0zuqCh8oT
VDBsgAOkBMAlvqCuFPdJALdP+OoWLKSvoNglv9nQzw1SZzZgRybwhR95gC5BgUsLjIjCuJ3iS7+Y
E5w6jmXEKlSQIn76KfPIWZgKbPFlk2lzl9pJ3BkZ8fDJgkKXerjYZtWE6OkS93d1V4ZHgVMWa8sU
FLoUoHnq4YwWX0BXetlN9vduj1i7g6DApTEqYAbYIOv9lNqvuF4lMHbyNvC8qkIxBlvRx+CJ7+vF
dOJceHUc64Z1cBMJORPuWVBFQ7auF/i474dlM+9BKWTVcHBBn66WFs7PaS6n9bLGPQzVblZOMGPs
WN0iQSFd1bg4iIhKfM++hy0SbornYZS8hU5VofYi1aUoYMFVQsvKZu14jFrNLCxUFyqtZ2AvFIJ3
uYsOEii34xLNmrnOyRc1TndWyjS+wAQC6i0RvHqASylzy2PJwODn6WcFCTXBu+AQXeCAdYI93FEp
w7oNCgrrqjuZ3rwwxMXD10HK7BIuirfQU1K6NgDOF/BNxKWEk5NbYZSuDOsUJCioC2Y5a936XFxc
4N71qn7vmoCFLoJfxtO5hv0rrHVh8HRRjfoI1Q9IzlULb6FQRJcO535M9hSewLAGOeyl+X2BESlr
z6cCUVUzzLAMLfZLBp6oQgOonN/7quFpCwiK52oru6rQJqhak37UbXPnjWDdUsRNT//nJjRokAbq
ZHa9TCKBMVp91xYZs4yTJajNIj02zuXS9miK4eUR3kZb9Ik346T302k8F4nSLBfwoIECih+7iceY
h6H90ynJVD8Wuw+mC5rap8TDoCyJeEVck9vm1MNwuJyL+VJ6mGJH6hDErGatoKClDlpzayKz6WL1
emdTOCtn31kzTTWDLFzy4NodTVghy/JWwyfjnPYhj9UjdPx0susubNawENNllg4mZxApuAsXnoCA
oMJBIPaHqrTzdIGL7KmJJWwbeVQnQaWDtI3WEm7v86UPp1cePt5AovGKIEUtzaHLI9iWzRfX+Ppw
s1EJ6vQH72OSnHTL6uoNgvCXIk4uyxCc8kHzaiBVDUphKApBaazANYLQQd1uMLoTY8A7c1LYUrxa
CYM8OQF4FsLg3Jj4kJtRnljTQnFLDRxxQvTbp0vZBm93u9yXlf6DF5rcNBOIHayxsNNFBtUFPpBv
0r3+yAutn+bOFoHuVMbjdIHC1OtMmY+q5cHwBQUtQcFznnCFmC59VT/Uy3ZOmFongkKWvC22dQkw
6lrBsr5N1As4Wv2bNyPkrCZrm4EA1k8XpT/lYrmTbck79MRkn2zHeoxTbRAZTPi9meBJ9Jy6z+1z
/fU5ScQkJ1VbR7DiWKZL0vWbgWUWDPnu5mxQn3M8CmvYaEeW12cSFMG0josQnZlQzMPyhYJa5tgH
vPMVRTDZKTIFxA7GCzygjxmoBGJQzNBk28z2sN9UF42XzS7ZBy/68mUGQ3tmdJKhWrsEm1AwXsKm
EAdIBicvwrXbeFs+BTElxWwnG5eouO1NN8GcqrzkVVwKYgpFBAdwyHdfllE/hAZWfF7fsxKJopg6
vFNChD3wl92bQwLns75KeJceKnC4V3gEC5divOgv6Qy/XGZYkqCJXq3p63K8SNj2xom9rHC7400G
SVADi7tSo71xmYIEIi32DGmf51Amv+6FCwrrCaN1ht8zZgN2g9mLBVl0DrT1vF2T4nqaFVajcCeC
qbuNP4RbCmty4yde3lBkD7ysnABSfrzkAfBZ01B+6Ith5N1fKbIHOIPQQHHLX1IDa/skOds15rUi
KbCnKBJbznkzXnZZv7NqOMX1ymwWUExPsIZweIB106WZ1Q9p5Zduksx+IYX0aBg1p7Ye/UV13+O1
OsFjmnf8oeiduJ6cykZMdtbtR8AZ7iFpwts3KXpn2TbVD7cFnTd+OeupGu7idPTPFNdbif7F1knR
OyZo5ZRAjAFbpw2vCxDLX13fxPC/rUoX3Y2Bh49s6KB6zFvzFLS4+HWxPcRrL00QwHS2G8RJ1zxV
b0HBQmKD08Dse38pcrEf+nRyRxhPsXAY0Np6elhsRhcF6Vz7Sxvs/X2vbX9K2qbl3VkoVqgKxrXR
A9YmTJTEy1omOAIMTMFgQbFCBUjmBZCow8VIuPIVTfMpHmueLJmgaKG4VRBpV264dCZ51do3Za7f
sfYNihPKYXYegewzXMIK5vYm/FYVHa/9QQE7Y1GuQ2sReujAf0IlPuhl4vETBQXJLrXsyr2PhouU
0L+pxcvRd7wNiaKBwjRMl3nqhku6pSeRZDBQ5r2IC6pmtBgBqaSoGS5ll8GT/Dusk3k1jOKBxJpC
BltAS1LC5xqCAcd0ZN6zKB5I76UqAkgwXYaqPUxmPaR9yzsQUTDQ1nQV6Em7uzRdnn9Kl7V8vYtc
/cFa2zfzzp/7hqYr0gx+WO6SQ4MlrrNDszKPRBQRlI5b0U4VQi9pMZ6qDQa8Sd+vvBVIUUHd1AXQ
gUV0J+1D1U1nwKjPvDkJn84JpPty+PXWDfY6NZ5gktSeiwmQW150csDtb3yzcG/ziwQaCEe5N2nP
fNCjckbl0sRlJlYLqIoEsjZr6+Vj4/eGJ0UsKDAI5STLfIH487jIk9urL1NQMzuIFBsUFWkICfwg
Ps/eXMcNhugQDGRNOdUzKspmH+aoTM5dMJ3gaw5XgxqaRrzg5Nq5QYMELu2RPkcwcd+BPNKSl5sU
GyTGMnKuLOezK+foPi3y/WHc0pl3WKTYIIAjhySP8/lcBfplUMCteu55TWwKDOpSL+MRTewznB6X
gxjMo8pK5kMhxQXVy+IVoJ3zuRy29wNcSA59YJjnfooMMkGDroS/TcqUwzkuSS8Q9eaOnNw/Q7hd
RctqprPJIciawij8iPHzmggUH9RkxRzUa4LgWfYO0jW/ZwvnTKgNBQfBWrv1WxvO56Duj9IWp2RO
OImJ0KQhJAu3BcWiJtwKi9OsUuCDvjKyEpFJVk6DbOZIb/NZxPZzHTT3SzUw54Nsmdgkt6Holvkc
u/VFP5f3Zmep/2HU8dOdp8cznioKN59n22T3Jg/kYY46xbkwI/qtd/ETUQW2ItLiiWM+D2tycsJ+
yHb3gTfdZMucmwp9FTfN53GUjyrPId6rJOt5HeMmOyaOx3PdTjMWYOxe4VN36DYPnFKF2CQnk1aU
nSuq+bz4/Yg/9BAmM3OdkKdNP4gqLit8zL0RwSFR3V0Q76xWqjZ/gQXNNuudqOdz5/HMsVW7voOQ
/DfW16TAILg7zPEEPvK5W93D3ugDJomz62DcJC9FOnbokyN0ElfH2pfHPmc5lyA0yctskJtLKoRe
1/3ezDeRDcP7lBT6MkxOQFgcmQMj1/HQtfZDKgbLOUBg3CQtHWhR8bC287m14hiH012rWWcqhCZp
aWORzxL/ns2S/cDj1bFw+jtvjZCkLCNj93ZE4oR7dN+Jbj6k6LYzp4RkZdtsfrC2mM9NZ9+p6o8u
SDiwfMwISUrXdkb5DpMdihV7QvyQu5FzsNeGgl4E5GA7u2CySw/Bm7p4AK+Hc9lBaLJPdhFEwCSe
kmHD3h40HDU09DVY35FCXgaJTKkaO5/zcj9VyWXsO97mTtEutZo7NQfBdF4LOIpPxQFGxZxnDcwH
2SeFGzYnWlS//OZYW6ZgO+886xIEJ/locqsrmWPcxgx/1Hv8bq43y5xtkpBJLQLg5BG7CF9OMj2K
fWdGJvlYy2LXAheF89Rvhy373qe/8xYIycUxL3Q8rlggwNOcgOQ+LLXjbQZUtkj0uhh8m05nt8Ya
YiAA5I2VD3jRKf6nSCudT7fjtpdyOgGc8ns01ytvuikC6HbBTpYBQ/fh9tCv28PSsRTotKEQIAm5
+DWB79kZL7zu0N2kY0zOTEqKAvJlkqG5EU7nIarMcWp292Y1i3/mNPVn9+UvjXyMnSSmGXdclzrh
zwJNU3EWWzEEr4reTNkxlnOdvauttCleIYeleIBmwwC/m3iZh4fBrJ19qEVTRgexmbV6VeyrW0oY
YtYRq7WoDdWeiWvsV/NS+3MvM0jNSfkDdmR/sNKEis/MVRBnDcwHz3vffI7i3KJTzHKXwrjJrM5d
GBWJqvw59eW5rNPyIB0LFobYpNrte+OqFDjw8zr36uDcvB0gZpny0iQm9a4TebnusrzNeFUdkiS8
EWR3lvoHxk5q3jS7zo8Ocz4hFw+5zLrjmMY/eB+U1L3JZjMEqjH0LC4+iXG5hEPwwAtNDiGzKvdi
jjKMW+WnaA3PJmExvrSh6I2xGZtFeywVJbvoCE8fedxhcsgaN8XhZXOscQBZ/VnW4YvYricow/EO
CxSHl84iHazxCG0WdVji4FJBqoG5E5B1UjZ5PJfB4s+VmO5Wiz8AoWaWzBxKHlknOg+noskGf87b
tjnF89bcLWYIeedVisbLskQ0wMzdLpGJw9WjiZYcnPIx491sKB7P2qaopGgxenzZS2ld8dKMi2be
bSggbzJLDq9dJJGbP0AH7bGaLK+ZQaWQxNLXcYklcs7G7nO35q/xDZ4p5bey+otNjEohzYtWeZrW
6EqZqH0BdaH2OplwE+CV+uQLK5UonEiCCCdGEaOkt0l6WFr/72zuWS1pFAGyX4Ql/F7rXmG9x/ZB
+c9rm/IyieKJsLsHIJAisjBbfrShOAo4m/A2C4ooysde9u2O4EXiHjNX4+nFcV7NMSOkAui16roY
rOmzjvrg1OjqtyDPmI0Hap7W6EgNYgn9ub5hCMD7/tKUFfMUS4FFY7jsQ9lH/rzZ8jEamuMw1rwU
oqiizEFbJgkl1mBelmiUFtkRUm4s70FtKKyoGMJu7yRmJe3Hc1uEJ9zpOQ90CE2aSLoLbBMAVHQ2
Zf2Q6faYNpqDV0Jo0kQS3VrqDbJtMAYLwKOYD0XJeltAaJKV8erTGuIcWCarPACxkeqvrFpCAUVK
D64aAgSe4fz0GOSmPHirWfJGGDY5wlkzpSJUkz8nWbPkp7F3bX7oix68O97wSW4qqHum0CW8fc3+
2MfThzBkcXgxdrI3m7h3W+lwYKnXRp1UsZ6XyRS8ckVhPm5Ielgv48jS1NHDMppDYQRvgVOQTyBr
UJxqhA7r5IoWyqnoWRaV2lCETwZxkX0OZyzwwBT/w9m3LdeNY1n+Ske+s4YEQYLs6KwHXs45Orpb
siX7BSHbEkACBEnwBvBv5lvmx2apqma6UtXROeOIjAzL8rmQBDb2Xnvtta4V73DPNVqjv/QsPzJ8
3mnbkPcMzYnGIjrLYJGHLpuzX9ucHyk+e0dzG40j3r2RTVj0euq70nVi/CV9Ctycj1s08KZN9GBO
3HS6GFFPDF782on/kerTzcSOXI3TabF7Ae7WpWrk51+76x+2qGynfBqjbjzB/HI5bDLZyyCEYcCv
vfuH/emBD85W5+7U5ADAk/4ubedfO5Y/0oj2OEisGnZ3Wl3QVFCmsrXrw19M+z8yicD1nWRqvTv1
OvsiAPsWJnG/dnZ+5BJxBT+DiIz+BCO/CSJQKzlOufolBZYUcpB/7NRZQi06rtydOubnrgCnI+7K
fPTb6y890o+cIml6yDI6PNIAX3nZ2jod/4wj8n4G/xfJ80dCUa+ipXErHikar+tbjsdLa2E2+6Mf
qYayFgTF2y/Bzrqp/rVr+bBndxcOnuWhO6Xzp2AKIPT0q0/hIzRiOkFB5XSnBNYY86KLOfklWwI8
4A87NvAU6uQZ7pLcptuWRcfo13xx8NYftivze9DNTeROKDEgeNjvumjsL4IiHxlGgnKov0/WnTht
1GdgR8FSeEviP0MYor+rD/xXC+gDONJ2Iwb7VT6cDOZ86SOsieV5TdcguZIz5vI/QdosGh4noRp4
8fpdTf2LS7fYQ3qUD3rtigZdLzMWQBL7/Qy3GkjquF1I+xB1aTJeRlYvzdmuo59vJi+avFYhxn0v
Zkh52cpokiwXfk637JrCpSyqDY9h67AmAioPBU9y8UyDhGSl3hECKs3H3lZTki5rEeeB3k5zAzDq
jpIlSA5qDqk4pg68qbttyGi5J965Gp3K89oR+gVJ1PKdhv18nXwZ7k0tPwFukpPIDhPYzj8WfJov
E5iFpCdo4EHdKM7C7C1APxKSOJSmAvP9DROH2Pe0f4hasr7tDnJqkFrtxhi2KLCPuOhdnHQ/I7Oj
65UEuutPsmXt/qUdpHaHOUsDf2AYO7UXGGHS2WUw5et4nXSJib9BFt0vpxhWC02ZpXP7eRI+ESVP
QEksl6gf9EUnNmFvOihs+scUjqNNpXoM+JVK5CYt4UyQ8MMc7Xw6v7uRyyo0ytNbdJibrcg5CfLv
HjfdXkCjdoElps7j9qlpHQ8vgi3JWOVSOXeHLO2IKPMY/YE6ZS643ZJd0hpSBD4rKV14euubxnza
SNv2tZCLofc91BXwbWZj3uXI+iwsRzHprHBza9QhhOJNfKsksbocoSuP/tS+QtFUmg7jN0xtIPxv
dBFBmRvWz9XuwEIvw22OoLQ+8hSSTRHt+2OWg2BXjDTfv2wT6FpFG2dDUG6hErTY/cLUAYLTYV53
0yLaMnN2eVq0jqCBKcNtOcZJGrDXHQpW8SnmQySOcQTr82IZYvj9BJBvWko+BtuZhZxBvBuUGVHu
40Be8DETBHaZXs8o9Ie0gFbiMD0vbTapArAuy09NMoUrhIgIkHRHsYuK2cTpcrfk1HNZTESse9F2
feyrxPHAHBaV+aacBHSEYX6z77zsTY+56S1m2VTbgYA2S3XIm5JkUomD5hN1VQQy/cvWCrcWQdj3
8OUw7cKrLFT5+jgulD0BOOCyGrYkt0XHN74dJ/y1Pi1ZPO9Fo0ea3aJ1kE4FZJG3/si7DH8epWOJ
LIJ01PCtVxD4cZVdFumfI59L8Pigfd/2r6zJbV6FTbfEVxqyka9kb1x4DLLA/bCwUPnmhSKPUWZU
CsyiCewnLtQeQmAm3fbLRG7QKC5baoeonjlJ6d3W+SQ8LKLT5sIvnPRHuTE1FlOyrLfjumhzwN6K
l7JP7PBzayiQPw4J7eUE/6CgPQZ+FU95ihHuYQnpCLlH27HPW9IHZ7Xib4oGqi7saR6yTg81dCV1
r+ptWqm+b1KuzRu6eVFaQ1aGZAu4xDxOz26OoapcmFUk0pQKbaEhLtIwbnyJi/X2ZkhDuh7HgJLs
atiG9zUQMIGwJAaBx4W6kD9gjK2JHtQSNAampROPxmIYBVC0tO2GzyYKw+ZnNsad+DnBhWKsQsuR
YjeNTrvLBvLd7sKk0a5vd9umX7RTQVyqcN2Sg+3lMt0gmgaupM3Spwd0ThkpIL+ous8YH4nzz6KP
+Dkb0NfHSDSfxHlIXfqmF9KBvUuZ2a6NMUgXSLdOT2mSL3Bdk0v7Nut1vuul46zoBuyooJx2orqH
dtkDXkU7cowCCm1bXDXIl8ZjOGBNhEEqsxuXcxEeVbCMom6RqgXlmDER1wxTZqKasiboC8mmJKjb
INheUpOZ8aJXexXviB3Fhn7n++39RPIVZ02GBFJyWkjuIcVrb3cx1UMz3avA5nuNkMDwDYXiiM4m
4zQ8zJqH0UVAM9ZHVYwJly+jT4CXRemUv1joIF9mcb9dpzZo+3POmi4+JvC4IAeKTTBf4wA8d34o
R0hBLq65zre0wVRJS/frLDXjFWAtnO4xeCOk9Mzw9tArtsnCUyDGBTZo/g2Knf4ml1SzEjLIX0k7
5j+TfBTfyRAO5n5gzY6V0EQyKtOwySo3RgoHIsQyIb3mOTQLCVywlG6+0zU7rFQtZ2PCsQaALivo
2Ji6n/mxce5Ew7avEonW0cTio42jsMgjf8s7Z4uY712RQxyukJB4wrps75FGLIXGJG65uGArdmgS
qJztFWfpUvCe9VctIdcuUlXC7DPfgvVAwrapFhgiVXApv9qZ9YDyVBZUM1zdKt6teSn7YM2LCDp6
Ryegf4XorNl1nunHxdsF8dx9Z5zPB+iV0ypd1fbIVtFXYwt5aygL2LHM4f23YNlmAuEnce4MRTtS
wITpUVFUEAEiPI4289lnAeKhGPOC4uGW4FBEBY38deT5MWrddb7asIbsvYN/aifLmamm9FN4o9Pl
K25jWo9QbjwByPouKd/rON4q0Fp51fn2DX4kTR0s6ChnMDpDAuD0QTp59B0fS5GHcxkOC46VJboL
u+x28ewcD+AKNgkoPgnLTMHEcuzomF8NVF8L6bYqTf29NnZQh8YFX6nDgaCEupzX/ToSvC94NH3u
N5WdpzSztdjSN9WsN1yhXVwa3MNE9zN2Qu/KMcyuUHLu7ycAJMzd2iMEmWCGBRbhFtlWnMTTQcap
KjIn15JoGZR0GD8JxtmJzBz64X14TzFEAnUlXcaSDIVabNEOIV7DDKYQ1iSOap1QdQGwIhVFtGHG
RAF0LqzRyR386hlOGlHhgripdnh6ymJg+3RHeJS+bamYRZWvDXls+njx1bhqNB0j0qr2KkqiBNjB
ukT+Bm5DrNpCw+WRZ1qqEtcXkTIJOhEdGJApdw77OLpOw0D2BeWYRS2c7bMfvU9MNbRxkF1kWqRP
Q9clroj97J7hE5mGh9yO4mnTepuQ82Eu9JwTmjmsTAsNYz40+2fA9sleZxAGLTtvyBPsYXpb2Lax
T2wY+Zvl6Pxcdt2Cu7Mo7Clsp5HBcLppdxwgAMpu0sBp/8manJsz49AlOljCQzCuu2Cm9RDZjlaZ
NhxsJ7OJmykR03LUMVXfun1W74x1SQ2IyBLLigyT39Bf8vlS8Vnju1KMy+j7OG+iHxODudxn2Yd6
KcgAsBUY6TY+h7obFyRVWaNPjRjMl372dPjaz2x7m1OwlgqbxmDyW2TE6F1tJqIVBLRJdrfKru9r
smjo1CnjtToxODQ9hBEVqh56iQU5LhnGOXkzw0JVLszeztvGd6QmdlbwoXKLuRvGgbdlt5g4QmBp
w7kAwppMh3wye1RYxf1YYug5uh0hi68eRshNTLd2CsPxMITLJA9tJJAbAmBOoWXlCKaBcRVmPqxD
3Fa0D8MTkmaS+wql4BVk3ibwn6PoDFmPiV1CzZwgH0v23dYaceYpJPHufiZegO7Zr2MwH+0ADesK
c8Etv1dwJ40vxjijAreiTeNiXSMpS2j5dIgrKXfFhuepTwk0qaFV7BSG7xLetsN9YJxpb6MoNU2V
IOWNirmHAtId6ha4hNNpp1mN3PoOWosNpprCDEfpvnq/VwuT6WXraCLPWcRn8GtStkjQAKdMFGu7
jw9uyewLHSGKd9Tg0Qdl2sI2vaRKbm99kElSSMwGfzY+gAynGVPNT9C7R1aSOgxRVOuM3L0I+sxe
zm0f1AoH+Qtd4uRxGgN1TlmOgqI17oxQGMmbJJ7pWii1OnrOJW8pSoAV8tl039/UmkxfUNVlrNCD
FXFpSXgigss6UFs3V2uQjfQY08C5sl9p5O7nqJ19Gfd6rRDrsud9UQKq2nAlNthjg3kOQpa5utPI
Ba5GRN79ViFdLRaYLh5EavrwezhP8V6i2GnNcQ686us9j/gnmtG8qfcgWKMzc5Tml3xY/COcJ+Ub
eB4rL6exN81xRLrVop+0jVG1U301r91GbrV6T4zMIuC4A63E/mdOWpreMU73evBmYiW6fycHSU9X
TPDc7AsR0OvE7jkqRBjHGFiZCD8BaKMxrZaU8rCUjVLIx1ic3I/NEHxSdpU4iWbF7rONyeV2T6bB
3m2R776bzTiCueJeBoWXBMfTNMUWirvDTm4SI9e7ZlID/N+35lm23o3PIkr7tYwFxsziPAuCChsA
SgFcT+8R3o82R7TPZlu6fbPNcVM7Oa/Z3LQQatupK6cetXAI7Sb9jKROp4WhpIWZOr7Iw57n7Wsi
5XYPuDz+3LBk62u5z/JiggEukqQ59RobMg3CcwPmT9W6aK0Fm+VJolNXSLeT9hCaxYlLtU6O3zQ2
5J/HNbmFVzYteoLhXSJnWTN40Mfl1oDCV6exa9TlNMQbRMJ0PENSjntMufAhl/XsKG9vljbegyNs
UcIrktntSWxxcG0CRucqTnUPCAEjSey0W9QVdTTGsb0WE5HfXWukKkJkslttk2jJLtOoYyefKw02
FVlHcC6iVA71kIzBF68iWgBEYKXJEn1c4m58p9n8GNbwhi4DPC+CLN2RU2gWVIZFMT9yMU5tsfI9
v883vb/0Sc/P0cbXGyVRCRa566L2OsMZ7r/Dfdav9e5xBh5nsw4nF+3i22AW39fjxgxOG+mG9WBE
FA63wORQlK8E6SHcR/lP1ND6QU0zmLbNnp7GbF0fLILlBfGxSC9DNzfqDjB+98qzLh/LQfq5IqPr
znEikN8oa2/mnEPXEWLACGNDTuPnEbwtWhAIBO716Pb+Zh7amdci2dhtBFfV+ST4jLK082HyAzv7
HawJmQ8+2dHpBQVtPlwZ7YZTQhb6PIGP2SG/ytet7qLeYlXhUGwLNTX5RQoZVVr4lvVB6fJxJZdc
JTyvRmbejwTdPERNf6NWGldK7ed292PRJkP4CXaM+9UQunW5JnHmHnecFWOt+YYRcwshhHqMepZe
DItz5Gz4wh7lBNsy3HTZqRLOOtE33DUan5tYmT0EtX8kZkLUmbyrxDaudylliKNNFEz3UmYCjsOy
yy97vb2C9JnuLxPm218NWaHmS2moCiW9L10AIdjjxr0PCx9i+tCw+TLcXZ1QHTV110l3LUh7cqK7
891EN4AThF3g8AflDGJ4oUnKAPNQPz3PotPq9+mhiciiSkwcwXAj0tE0XtAug658NtH9U7CbJSoW
TckLuPPq60qWmJ7CDmdSucaJGw+txyCU0vBH4J5s19OyWqRfqg+OSwK8o9zststzCG3p5dJPaMqW
1BIyXAUqzHDzNxk+KhGu0w2oZzk7EJpn4wNo0v1Udpvvlse56Zs3NBnmvsIRvAKG6cWAd9kxvQO1
wyVprwKH+09il94lfdfrQz/u8Puli/XJKQGDlBQ8h2p5sTURvW0z0iflisB+HfZ8e5GN7tiRqQEE
NEShFirb0CaMqlY0/XCAbtH0lUqHLi9M7xBtZuhsqLKnEU4++LthLw+LJOlpYGZVF43HHr/ALMrw
wFQeJZeDbTQWNe2bajXUtEWHA00WSOWH/OzjhfQF+jwLEtywW+RT9u5GW+HMgAVK4mE/dqCqo1Nl
bZfrA4vN1Nz0oueoesiaDvUyy/X7DDmusIxWgj7jKrMlK6OxyR4ghtbycgzSpLkKYyAajygCcn8R
L7GPHomAb/FPJsHSv9kyNS/nBGQcchxXoe1d1nVD/LoLo+QRAn/8bZ1hYXsZoVrfsXOVTW6jBgBB
JW3TBHeC7JAIKSKJRgR2+pRZHKIRxnurxXcop52EvcIXmBkxKMHMJLmJgW6SrggQdegdSUx4Dk3L
1mpjYxcXS4ibcdliOCY+tiQf1YF2uINftk5NpHbCeVqtDN4cpdrmzjwvs0d0Q4trdLcR8MAXdEJG
X/BMhaKEePrMKwierg9dDKerqucmBWNnQzld4BCRT+nSwv5q4QGQg2VeBiS76RQNNwq2b6TiG2PN
gzNhMJSzz8KtHOzu5ju2tGPdmQVlI0qQTh141kT5G1CkZKsN08mIrhUS7WICHjV8Art1HaAYiRdc
6CxMiSpEv8j1wBlwzOcxEpJGBeALDHdgk8XB7dgHCLTdJDNo6AQmb3zBaDetVwpJlnRFuhLCX0Sc
57LIQ6psMcM36kUq/BkZUptsRdftuA7I6tsXgN4prOrRC51L0Vo8oM6w3Z42fICuehdiaK9FLp2+
hD18YE56SKbkU751G69TgTVeEM/6u1CHs/qR2QCiT4NuRVu1PpQMjAKCkY+p6qhx9NuU7EH+I177
AcDDOi5tDeZvgPKpUzMtWT+FeeGQivtfY8F9nA2eY6nahvfDaYKf5snkNrsFVkZ/sRvzcT7YRkPU
h50dTtkcukob1Re7kf9wxvgfP9y/i9f+7u+9i+mv/4Gff0DhyzZCzh9+/Otj3+G//3h/zf/9N398
xV+Pr/3NS/c6ffxHf3gN3vcfn1u9zC9/+KE2czP7++XV+k+v06Lnv70/vuH7v/x//eW/vf7tXR79
8Pr7bz/6xczv74aIaH77x68ufv7+G07Gf+rRvb//P375fgG///a4WNW9mmaa/9f//NfXvb5M8++/
pelf0uzd8yzFODmj5L2Rur2+/yYhf6FJCGvqnMDgI4nfR/NMb2f5+2+U/IXlgE+R7GZIR4EU/PZv
U49Y+PtvcfKXiOSQyY6ThKYZJkP+z+X/4QH95wP7N7N0d31j5glf5g89TLw7QO2YgjZCkWejSfeh
DQvzhBhog8praN9Mhw1thlJGeVR66HEft1H+/ylF/v3zICqPK0sjmsUfhwoQlXKTd0lWd2qkbRHM
fK8yENX+bGjwb4P6/9lb+8cHZVGWhzFDdftx9hsoYIbajmS1Dp3vTu24TPo4YkL+ZhYNi2AbFORN
mTKR90WkUh6dtcrjodwbTv9sxuu9P/uH70Lh+4znHsUU1pj/4phJaZMRmsCvToa7OmUIlI9pm5nL
zu9/qiny/sA+fBYKNywpQLFhTD7OUcHDaxkXn+U10joUimYM7+YEWmPzmndP0WzlpZF7c4cByOnH
P638fyytf15Kf+vofvxorFiYNFB0dLKPnMw2lCqJ0jWvBxZtV5pRifI1tdfp1udQ015DA9GQKHXn
la/TLVDm/qgz3j5OLmm7CqMy/LId+u7zn3yt927wv3ytLGQsiYHIko8yGiBctmtAk7xO+nE4ZEqy
k4HAWJl5ZIA5d2HpYpcfYivAz0A2fEScN5dojKaVpxyZ13//ff5lx9Eoy0JKcZ+yHGvhQ1/cICfe
khkPqN+9n4tWjelWNi0q4xIn1QbpcQHE+7//zPc2/sdbkGGv5zTChg8/DnfOXedTgvOsxrTrfKW1
iKvUaPEnjNl/WXppFgNtQKgDoMOwBvEt/mn4usv7KQsal9RMDja+WaJ1lvdDqBZTWBl0P1zQqfxi
hYf2cOpVN41/QlRhf1MA+OfrRFDB8H6M5YciDLzOD0SJNhAjARg2HQYHHdy8mFSUkSJmBN0Dq6bl
BQP44TcU28m3MVqbz1SFkb3KPXD7gk9D/2J8rF+14FoXGubKph7CZtkPMqMRDBuaqdEFT2MGcmMT
SHJrSKpvt3bcZC0U9Y9adOEI3HxO78nmKVolVJA3anI33wZTB78ozANR8bm1zg1t4dyIPkOGQjb5
HK7eoiHJZg2nlkCqyV6slmSqYiMaPwW1EYEhWRTnV83AuhnYOVpc79CcBiY9p/NdC1wJt9gLWo9p
QmVpSBhvx55MEnUD7KhZd5rGJE1vwVIZvsQ9a66Yd3g+hZu6Mf/e9ZiCe68RTJyr0g4BM3ezRCZS
9TAJgbk3XF/CaogwOg1BCgCdbzzERT+sdk3m0x5OerqTY7S/oZ9DUAEknfwxhsIFh1gmNKzBDc2i
ItuabUK62WHmC7uSRuXmZ/Jto8yjMcolrFzJPAVFsi+BOyCQ8P1gt2H+qmiez4ganVxw48L267YH
jlawZIWP5khYLCqP5J6gKUQC4BXNBOBwQ+tvLscRwRDt4rjJL8MmtvMlETmwG6CB3h7anTBb7kE4
0WqSMAg+pnylwQnWDsGh68jir4H20mvSTUS/00KhBbtwliylBRvjpFmcsoLvSWcLcDzRco7jEc0l
1EiSX/h+2lzJ+3R9s30uw08TwmJ6Drukd+wIbQz5xQJiiL8ScKFGXHW6yTuZoHtQx9p2yacp4mhD
oUaS4fcdPeBAox7tzYMfGh5dolCJ8uuekbxhRzweqOe3WBnb04K7544C4mPrMQy39+bB1iM2ALZt
xtzAuVbEU1TsDEFoqn1M33093st9RMlu3qDDz7HqZjqvpshQfkyHPsFUJGB6yn+wNYDnuNJuFNW+
BjKpQpz2YYEmVZtUblozXbCMDLjwHRVglQAcbOt+glr5Ea2CdEbDSEf8cgLnKy/bKOmm0tK2eYzY
Qq87D3W5Cu37RFUjDAxZ2Tc5mq1ol7dHPjrAcFmKObc67NPQlu94mq6iWY83fbIKUzZGLhcIpQGu
heajqfyo3/EuqBm/NPGU+iPKMdsediDR4a2NgPlXBMSSyyndM+zQcPavANr9i+JxBPSbiYg8Y7mm
8xXknkx0OUOXrq/UkoMlvG9gsR4RMKb1WxMbggWOqUnx3RmBvggGiHhy2qM+Ncc129TXnAEdqpEF
ueCYu122Ne3Q1EY7c5i2QggUMfUeb6E79rPY3Hsc26421a78KEQc71UIRAENGiYcOVml00OS6NaW
ir3Tz9tlBkWiAdoEOG5kaOhC4BG92HlJAvSaOO5saZQiR9ZBzbxM16xhxag35YoQoHtf6CYExAyq
/I0m7725YWjQa9Ey82vVpDtHG9GP0U/NKbnYMOEFpEnR6Krfpf0mWxXHR71n434EBh68BT2kKwuw
E/12M4o2RxkZWLHdCBH55LC18XqlFfKD50SwEW2IkYM+0WCQKW3hQSYSlRW+6bK2xENbdUGSUT2Y
VASAldLstoE+jiuDHUOqBSYfCKRsmrydIXRImy9ZBKi45iR7D2RcDf2DpmtrcTs415focgMrBcml
9VcMMpXdGX3j/nGHP29yRaDgSwsxByuvzBbBTnFoBj2gvzsM+jC5Hc8mM2u+XK00ydwxSFmzFOBF
Iu+ZQC56MqsmHj1Ou6L0EBs7ah8HrwjLORQy4FUGRUNJ4p+5QnpcIlVOp0PUgD1UiDBen5F8j7Zk
hsamRhiO5svGxIZDz2S3wWmnBoP3YBZKeP1KZpMiIAThpmBAOdVxCxLLQGVAy7AkCwlIoVKMm5Q5
ZM7lFaCT+VWEMGEFwWzeWBkIIOs2zYe9MHPcLFfpNKbXQ7Zl8DAHp0QUFv97yGAFQI5dMqL5lBPT
vgXJoGfoJovxNmdDkl02HOXqddhQtgcHko6oNotl1fNw6SxA20MCuuTlBp008DVmFOXFtPr4Rxfu
QQJgbskwj4noNxdK89QVbTaw07oNMBnyOWryok0NLlHxFk6De6gaEHx6ctUj30AJPvVNWLU9oMtb
Bu218NLzMWme5kDb/mqkXaBv+l1JdRQ6hw7mlut1zwqsdmBqtzpw217RAXEyPARN1KkTxThKngMU
mlvwhgJ0bkk1d9SyqeRok4+4m6JlWZWMgJOecVLM6MzEOUsve2sHcAB0qGd3thsgsec4IdAAoejW
zMdmcCQ7QvO7u8A4jW3rbhtn/8OziZnbKBUaVJ8BLA4020c0zwq7mLA7u2holtuhBR+p2rBsn+yA
cw90idh0EOJtNCkDjPs9WLsL/3mWiXHXq4KzzJ0hzXSH1r+bCrRu4ubcd0FyHViufYVUQYPQJbtG
PORBIN66BUTHK9unObBvZ2dx2DGr1Z7VEgrMbZFt5DXTTk7PdpgMJpoxNrbdpSOd7jjTnfwKaI0/
NTTQ7UljGmGCuxV8rt7FOGKFwXRs+adeqCT5NgDQag7ZHu1IDZv00xyBSlu4xXIGvhqaldhLJrv1
Ns8ISDCDQPgacsEKjw4nOoTW62c5cCYwbT0hpnDOMVORjAJS3hI5ESnCNONB0e4hWpf9mqN969mQ
/6CwV/jsFJoDNeYCsjvsfPKdgRF5Oe7BBBqpS/1PMqz7fT60Ki0CHtsHDAu2O2rCfbxpQX4ZLoVr
nX6lay8+zXm6w+5t0WK4gg1z2hThigOpILsMvkN2GTnfoiCHYApcefR1M3Oq6rTpZvswJTK8btPM
+XIOwLm4jCxB+7ixcxdUkoAzUulYcSQUoezuG2DLHTB9htpcCvYUhoELajSwM1AJYpVgppnm4O0C
k7PjReJxtterZ0kP2htYw4VtEAvKYLQyKf83c2e23DaSretX2S+ADgyJ6RacRFIiJVmyLd8gZNnG
jMScAJ7+fKB3xClTFVb0uTp31W5XEUMic61/WrYfooNxIwREa83NNA96UxvUmooFRhFwE3ALYQ9s
d5YKvVxHIBFDoJuF7bPXW/HnPCt5u/mYqCett5pxQ1xWBmQYEddRk+T4Qw3e/DXtHagUmyNPBqxa
w+F7ibigSE/1Zydxm1cpJwv8rTONr7NMkXu58Rx/p1WrurtopjobgqpQbvPg27KrduhGsnTt1KPT
oSnzW+8H07Hs6gWi2ySOfmoR4myacGBsRpCO8AdrqIPU3jtj6EOPQdLaE75yO5avlEaS9FREmOti
sOKWIj23/E9DnDnx0UIdaHQrgGvdXBtFGYa72RtCwYaGbLbRVjl1ts8ZWUb6T9usvHwbFS5cfkr6
qBnY7pzdxv2gvmnk+vbbRPX9s5bUqjj5lKvftcTEvgBAnGVbhgsU+rqBkX1GsDNaa7+1Rm9lTSL3
Vjb1q9xgA/Pg/IzcgT+auv6c6oZjBk5Y9OyqjnJq/npRuQFxoiM0YtWEPxGlR/k6G1v/duIB+oFe
jzpyHzRGVoAOpLiZ4MWyXSKKjO23KKyvQ57Y7npuhPUtalrthcNGdJtyDHO1MmPakFVWJcM3V6QD
8lBAdmQvUFPTykAMm6MHGzlNLFHG6brL3abbuqhk43UpU7cPakJzfkS1VuirSKapvYV8NR/KTuTp
bsrTFnbTmoYGHUDOqZzprWFsJtNH3VLptfums05aCB++8l1SQ2UHpp+PHFDR7DqByWn2w06kfytC
1w9XZWNbKsCW11NXVig61oQUuw9IwLIK9rIjV0C5RvfFmiLX3Uo1SQlLmLjOyipYTVIlw7yJemn8
JMQJDFqWei9XEildiqynmafAdrpZh9DUxAtoH0xSyHd8gpp1f9lmyh0YdYW8NE19455R8Lq58TJw
3WAW+Jt6r8rG7RxHabyfymH6ZbQ6W01rESGwwQrqJztLjOaXznfRM3md1qtNOiWTv5qLxL3FbOhl
RIwjxILqgARZO8pQzl3Sxbm7Lzpv5AWg4TLHDQEVlrPy2B6GzSDqip6pQ/u7Eiqe2PB0jNYj5qBi
IdQsgRjJ1WJwEDHuDNfQkq1ZK6VtEhpjndSBLP4CFBJ7G220aWJzGbGi6obMxnUo2+jVSolCDHok
iy4MbT+8DGmmIw9Qw/y9JFjFX7NUMz+YpnRMgro1ZyJ15zm2dlOngwBaTYn7zizNOv9R2E5UvunI
c/K9Yze6fRPXItZQdDtmuMkjqustc81jcWZ/cgbEYCpy1h25F/+bF/Rfodl3yVsjW/mru8aq/4C3
z9XP8lPX/PzZ3b1W13/z/0NUGyDyHwDSO1R7JZufr//z42f+P5/65p9o+OXf+41qG5b+Hx+gxzEw
NiwINf/F36i2YYr/OAxL8YSue8BBS6jn/6Lalvcfh+RhcixAZ2wLNPD/otrWf0ydIHGSjiyxwJf+
fwNrX+xD/0CCPItL87k64VrgUfYFKfoHFmXTWERoW6J7QvsmGmrGow9Lh273Sjsx/VnCLzMepfE6
K0giBRijVV1+U2hTRxmcx+sQ8sULQlJc7qjX67XIOnJgQ9+Nd5qpo2f5xwP+N/B08XxcXbCnmwss
SMnv6ob5J3jWVDFnVNdE9wSKag9WhAJyNLN+mzeYApy++FqPwnoCSsLcqUWO3KFp1j4C0N5dg+GD
3FGtghR64tpN1tUy7lCs5/da6giG5Lrma8Gwqz1GGFBytqoWERI16Ae3fgWP8654QaZvcOfLP1w7
7gkIb+sI79p9jEDQQQTnli924ZgnJqkkO5oKdr6qip6SrADq0QdpmAFNi+ehaw6zZFtg/n8wOxXm
gUK3ugHOMT6YY3sFbS6X6Otgha7uUEqJ63zGIrTaqa/K/L7zp/JWiaHGCtu2TeCYw4QpsXYNRpuM
sMIDo60/WhvLu/9zbZjECLrI8vnW3HeQcUsQHyRHW97HSXNK9Sp+ElmGuEc3jDstrZOD4+SlHcyA
Niso2Gbf1pa/9vOEAn5CB/D393UFYHsWv6XzvQPxQl1BQ/25UpOGggqm2TtXbrwQtIAEOz3U7aMO
LvmcCQjTv//gZe3/cf/8IsQArwAmmEz9K2B5aNshrYpIO0/YJDa51aBNGhPd/2GYk36eKikeNTkO
uzzy/LsYYxgFKxdH39M1Bydx/M9/v6DLh/DugsAsPXY/9rNroys8MWIAaILzLFrvwQ1j/62ho9nq
Tai2+KV/5cPg7yKLEY7uzNGeq+hh6rzqly+UVEAZOk0JkeTrUtPTzdg24VEvYzYhpIHPoi+rG4Ys
Jbu/X/XFsPnnVcM7UJTA8i34/HXOgg44mneeaZ05orPNDBx3o9XxD5Q5pb6uVfiNLbW7j8oU7b9w
imETlqUGQhLig5JRfFf6szUDtkCkR4lh3Dd6B/keudmxbAbjhNHDe/jgkjlE/lz5uL0EpBkTpGG1
3mWASpGVcVzE9tmlk7p1KWq2w4J0JHx228Zr7WOnxmnvYdl6GUcYzCxSL4ZHL1A3XbIbHd3bZtMU
fxAlc6Ey3j1K28O3z27N1V3t1pZpVE6pNeKs4jb9LKUb7lI8Ic+tCxaZ5JH5QKTNeoH5cSY5/sHF
2UqDlnbandHPzsGLOuOElnVY43tp33r2l/WAK2bzwfNb3P/X12mbusM1wha711bVos81FdF0nDHT
sHe27Sj3CHyql8SfU6gMkhFXppR7q8lfyyTN1sqcp50mLfuDo+X9poEgxF6+FZYgFNSV5ZEBbUZD
goh5LobcOOkMTv1By0pDiPPwFLbdR78Hp/7uxh3PtmGh2KYs7yoWAaCGYxQk7mzJMNWDtnzzNVnu
ZJWK+0Z59lHljEZRTTUEFNvuR+v23ZG2uBT5bY4zRs2L60yjpJ6GOS/51MbQ6E4MvVKBO9En9H5e
bMNuOLiCRtErRLIax65aZXZdP9ixX9BxFNrbKKsnTxXRw0gZ9cGbuAqug+6HpBO8DNd1HZPJW1ck
2ZwiPrQ7mdyLKqciQgiu3mbR81Z8iKBtrEX264z145lsPjo/6dNRmXY13aIZLKO7rDSLeN0PKKb1
jw/aa96eqzME1JzFdBPPc2GR/zxdbI0JZGPfeee60iXtu5xPnkLAZsDX7UoPe5jX++YSydod8zTV
DtKQ2X99wvHzpgd/SMQuj+tqsRZmQdFoh+05UlH1Mvm5Bu+zXE7S99ULGOyH7+T9d2ot90u1igxE
cKj+ededayyfqq3O1KJ8p1nsN4e8rLA+GgwVlxqzZOwkmVeJ7g5BL7x6PRrTVksZUP3BjvF+x7Uo
dpY9lxRGnXrwzytZ+BUwam88x3oc3XZe629JzNFXKEVibA62ntzRtIcblRXZbVeqZOTQIgZwkO4m
TzWUyOxqX70k+kAX9a4Cs2gLcMRRleq8kutQD2iPqKJA1c+uo5IdoGFzEKYVb8xMOi+4dDEp+RO2
VTknNx88kvcfsyUcm7G0/KpnmNdL0rD7yGOknzh7beU+VwNkhASChtVOffU2mLVxEu3g3lulhTAt
zPHEajbDoLUWWCSL9Wo9lUrdjPEkbzxE3x9NA3y/17FkLMcyLAcZkXHNu9d668eqNsUZvrd7ZpIs
Ouy67791Rtzcxog/zqBS8RDgIbHX05x/NC/0X+oza3k28N6Cy6Dt+3PN6E6eOZOR0DJIX/vSTgWi
YA+U0DCjcYveKdm5tZHcRY0W0/0jt/08RGFqBSVJeM++ZDLV39/Yv6zhP67navPvvbrA9wZCUBQM
14yTg+Gnv/7+ExcpwZ8nK/fMbkXDxhHzblF4BnySF3nm2W2mRF95c9dvQfHkvmzC5BZbUXSLvUDb
lrqsXsassm+ieaj37lBm+zjWEIEbwuh+4LBoN4bf+x8s2n9Zs5y2Hm4idEAOkPefr6RF9+8PTmqd
+Ui650Y19Q5ckeiAouFM2XzwMP5lBS4yNZPm3qFLuj5SNBtHYekN4oz1k70yqdrhM3ly8dEr2vEN
7LhbOThRs8CCc7rh7Bg2wkUGyh7/7CXofQM7sutt5LXlOnZafL1G1OT7CfKBcPYiX1JWIaI/uOr3
NYlF/U454iPPen/U4IyzFZZ8vFN9ReRg2mvNqnGi+laOzFFi/iCDGgOULN2RMXz9kyvEDx/5Q9D3
hvWLBEF1MGWvr/2CgUhOq+VPg9F2zx9c5NJNXa0z8AvEVDrjvdELXa3lGaaEJpeLbGt9SFcKqO1U
ulm5FUbeQ2pV/n7y/fApX+qq2ejVU5klayTksM9D8tPGMP1R3Nmlary+JqQZHIw4LXmEy4P9B7jC
b85Cqw3z3M62fVx0Ic8jc9QQyEj3U8oODAknx31uwp24Wi6/QZJxqmmDt/P01PrESF3rNpVd92wr
T72JOP5/emwXEMqiT+VKr9a/PaKNq8vcWCx1xqmu5vweKfkXX1XjsacMRlONdsNtC3nUff2xglZ7
G2bH2xvVjFaHbufv73E5Nq8fGXs0EIdYztfrhiEibCPMGDN/9gkIOBJpUb0MYUX5lccIcCbXbD5Z
EQ/z77/6L9UU4hPESfSqDpmA19CK3xt93mgwnRFC8O+4JBwQsCFfcYy0G7TZ6gHxvH1s/Mp9sMxZ
7uMLxvL/cBXIz5asOT4S/11kcqbGCJbSOGeIQnLgbq9d9RjWNqlDRkTey+96PYevFrpr5Cv8edl/
OHfxXx4FsKIBgrlAk75xnV7sonInm9ecz6YLzyNJ7rszZk+8ZYkwTm6o5G015qdZkeCjbJsSuBXe
Bx34pUj5cxVwDcIEyOGwFuI6r9tVBn73UujnkZICT4GjVy+Xhigql30zLBLOb6x1zrac5vgkkFMh
26/lT9kn8bx2hF294ILo6lWrGrAWq2/32iDMB7eu7KO9FKZRMsh9g/v+uSiV3Ff5JFSAYTNPSEBB
HknpkvgeKn7K2Qta5s6KPe2DN25cov6ubpXb5I0j/HEsJIFXe0Q51FnU0/Bd9ohcThRJLkhRPNvu
w+S6xrEpNXuN1fM17d38Ef+n94B9xj72Wk/JG9lil+jmdNuU5qcoccRm1LQ6kH4x4pq253XUCvWz
YfjqSXb218Ya7CNuLLXv28K9T7S2/czBOKycTLpYs5dOZxwt61zPypvWg69SNu2kHnYoJwSfwjg9
QkjWKK0QefUp9qXAWJqiEbNVjnyOPsyfkuw0mAP6ulk7Dl1aH/rWqyGsO5tAAVV+rYvIva/AhjaT
QVctyYZ6sMUYsfAN1lbmFD86ZMKPnHtyr/Gq9qhHjINfTfXT5Ff9r7mrzU01Sz1gKmt0F3Pu7Pzc
nBGeaPIzuivte1V0ehzES19g8b+pRc2Gm6sQP61dxCK79JItCn+yoxpjqVBveQ+DKuXeA919qP02
PhYV8MmchQcRuV/0RHuYSL7YRXokM4DwPnmTCJRvZ6Tam2EGqkiNyjtYtUwPCCGSHU4wjBBpvM1c
8hsWrnvTzGa9M8NhRFpm5vuSuuQh7QeiGoA+fpZunJ0g4JMdlOq4zopcHWurbvcjmoEvXql+lnPm
n9RkplWgkduyb0L4/9gqXguEVgeqLW3bw/EgRjPis+f32m0Rzl0ZlH0y3Qhp3zNRfVg71XybZJqP
5oHonj1mqO4Z3d/wWFzwDziBz7Cp9TFnfte4anB9xItjqnsWel7eMhTY/tQY2SFEUb9pXIQngVBJ
dGwwAv8+qxxUHCttwSuabjZOWskXTN6XvS9SR94zMFvfWXbGJ1fb7vgQE6tFKsRSFiaYVPdFL+wj
MxR5DJeXZtU8yBCe5HuaZeKOPsvdlS2hL/2A6S3gzdU3k8JrqdpjV0XymxUOd/lguEfeKSy1XYYr
DjhnK1qovDDNYeb1MNrZYuqeCJ0bEWDY9i0ROd4BtdiIlKLBrWXWbRlE8L/Hy2kUkZJaBFU9owPS
SuspF6Ii5CHr97iutUOVy3yDAFKcEjORq4k50N8ZBSDvSyCVfWRraMNGbNtDCQI6JYpprUPU7UxX
khXSgTBtrKL17+rSfxzQBtyWfj3eNEpk60Qb9S1yXTQbpPSQRChi48UfvAYpxVS3654slGrd9YxV
xD8YP7uWS9cwIb1dGw55+3gWxBcCicZfrtL2TKgL98TxeMfYYQyHqB2xilXx2Whdk600fC2iPHvs
Rtd9VX38Ff2SgfZWFDsM8u59jnkaW1Spbi67Ysxn9swxtAUN4cISfGAKu8+Kj/GVrKP5VOvspQDT
30CjTScYSzm8AUhme/Z+uU87zDakHw1YkrvBelW2ap8pe1lojc6HodAlBWOdswjBP7FITTJ+zRp2
Py3N8Hu7KZjL4Ho7g8lNqzmsy+00NdFtGOIPd7DNPtd5UW5IKJ6248Wr3evtfQq5u51EF53JR4v2
g1tWp8Eui6NmQDgFXqlNyDHEzKEL/jRtDKtIt1Hj1V+8VA9PIcMqaMdctpcktceN202PId61g9Kd
6qWKazbCbozYUirW9WZWDjSIhdV5zyib+iWuLe750gNdnl4+Oc793DcHJDTFW1gv2Q+FHae7Ip8r
vMVxdqdhKXuDabBRSrXqB0ICeUdMond2Cql9Mvt6OrTKJHpnRPamu63aG4IwFzfs2s2cFNVW9ogA
oklDWBam1WroiDdxkPQ9ux5RD2U+UzLPMR3YZSubRrN7riq/TAKR5Cbea9B7My1dOoDRPnDkmJ9J
FVuisOWTmeh3M1Ko57kMmxKFRWcHZpJjJZXZraUZM7k1tdxl9ZTdtl7Gao4mfm2ajOqzQMe1HssZ
TafuSXPd9l1DlI2PjFRUP6suBFJzK9yDZTnoL9JJHktlgrsqwEGyg44esOiNQ9DAtkFQedeRI0IU
l2nfeNmAJGNgXFXuKXSxVfdpMlW6Rn9nb0yj8O6KuLh3HJUeh76zGbypOLd6lzd3wa7aNDKqFRWh
uzPZblUxfEIlDkY9+xuK0vlnQkDN3TDl8jeYkC7FUZpoYqeRqEaalGnv8sGidbciTa1iIl8C5og6
gUPS1y3Nbb7uM7/dDTpuZbNOI842Lf7KVORbR7PTrYoiddRV1AeFkvpTAVu28zpy4ErqvrUYoffX
6dxgJZ69rn0mMwgCsPfrZF2FBkzF2H4RsiJDrUn16WiFJJn4Wk3T3abTwfQX91LjFju09CYTYurs
rkm0TTEPiKB8kZ2MsbeYGZrVZA1FCqOorq1RCv+UzjjeGQQ8HzLHsjdWbRsn/CsJg5l05yAnLACT
OYRbD7viI6JBBORuJ895iXbaEAgO+ar46gu2f9RNIj+je4ygCBGkfzOcvH26gCCXco/ZIclDbeEq
m0MLUrUsm1XZZhHiWMdZS1sQSJTR4xlMYfYCMyVaSDD06+zCAhI5kBurzlfT53zStMPM2MJNaZvN
SbI17y7ovquXYmXpNUl8NQ9yjxso8tam1cq9zwf+JezJ+MPD4d8NlxOyTud9O4p6X1kWTvpemH6F
3zPlK0dEw2kmZxMFbqXO6bB8yyZFW1RL67FfYPPS18HhbLmRCLaidZbzpHp0aYqzK5QWn5nnf5os
5Rz7qtJ2lEHGM7FV+zIj3I5lZ6M/kwnBL6SFeQ9lJJeqeOFw0XQ43/R81Lj9LPbIHDD4Znw0Vi8V
ZQVNRNNwdqOU5Jvr6OMaiOGZP1GqpqNc6kiy7qoXv1marDGcU74Ax+sf05Y/nRe6MkI19jUiB27n
+Z6sAuR8JHbgnDgkqeG8+ebYnRo/6xexkzfvc0a0HxFlEZ1EEHX9XYian8PGmiD5nNUTk6f7p6jy
tLMnE2dbE5QyrBAil3sZTuy+pub21XqwTK7HGJxJ3KMLdbTNVI9aj7pQkT2UZOOjKpMzynOEpsPA
z5F45A6fgI7bH3qvDV87Ey80gvjCQw1HNeHp40xO34Ly5KZr/ijbUPtKyBDCJr222gcLM/BP2Ziq
RP0c5/tUVPTjpqv6IB7aDgsc8Tz7sjO3SWnPt0ydGl/YeVAjDo4NVGV58q6evSbwSHr5RtoFqSVl
EasjLprn1qvE45xX91NqP7vIFp8nJGx79tEh8HvFxRsExaDn4SuTHu871gOTQmMzOam2Zq235Yp6
ZYlkKYxmVUmTuKuQGFLLrR5t7CV7EFm4vBalMwkn9kvsVurWYJoL4UuD2lpu6BxnGR+Q+pUUEUny
1XPjV1h0Krc4BMXG8GutTLP21tGIpCLrCE8TMRNg8mRa7MLCat5Gr8KZJiJnntZo+5vvVZsyMi3O
u/CEE9oq1x3KqB+svdDfj1xfeifjzGtWjiR51y2s6GvpVDYm5bj6VfqVo7balMRf6sIX6Zd80pcT
wBsF2rDRar56Q9xqt5mah4hJHSa6WxeT9bc4Gdx1haY1olGZdjkxjqtQk1EQudGZmI7DpIr+YHpq
PCnHSLdmmtd3aaj/rBO8yus0TXLSrzwOb86B7JUd0Zow5o9+sXISNrON09vmLdOYDR9bjO++tsMi
as6dNm4PWVmKz3mECnyd+P14HtrW7++RU8akf4Eh1NlOwDN+Nqa85L/njd0z0p9F8EiK3E65stzk
Nc3FMGX49dFLLokkdACzbhHXYPvQw7/rB5SMrRdErROeEXj352JhjgFw5J70xGLTM3F9Xzv0seY0
UkUXocb3TVoenw4ZQnw6l7+GDDKZ1rLu5F6PUkopKzaQg1xqj2rBm9OCLuXyV9uQeiufer53pl54
a5/JjFvRmAvQaHX32czSaPTCOHFowis4gFJFkdQvOPLUG/u5Ci6tHMcwv8ioEireoqIo8KT/hVTT
UEfaJkBzSyuvXvpsyhuySxLnV58oYh0vtSRua26ljBgMYjnSPjL4KlujkobvL4tEfkbmZ64itJrW
BqpbvYWJx14nJoM+HV8PcWP96HHrTN8zTuj72HbGyukqPqrK7zbUKJm7dr3xQWBDOWvC7Z4tOxRb
xycakQgihs0sW6qsWv6DWlRddkmk2oGK03IzV9MizPXJRZvx2iPCrpJTPdcyJHqSTK3A0OIFQePO
40iRDOjV9bb1CfadivhXP3iEHdRw8BwH96pmEDdMb7kvYj9kLIJwnyPiM4j26TmkuMWAcjcikznM
D8TYpbd5TG2lETD2iaBz845v1iXww8fakYrOeJRd3z3z2nl+VJvZphnjaNNlcxQGkVk8FOTKzStr
tnTsENpW9XZ9V3RtfqpLjX+I8tcLEmIom2Z8iQk19SxcQ31bGFGz6IevefPd5BGEQhWjIz9OFjNZ
SxiFFwzLw3EZ5rlndsxwDxZsHUfNyrc5KazQXzxR4inaZ2M0gA5dssYKTnS6kyWqSbftx6wqbi6v
dk51nQ6GOM18UxK5Fai2K767FN6fhtKSm0QVXwhFoV0doqhYqdQoNsJInacCQfye/o+YjlkH/MjG
CBdVHp/SGA/aTIXwSUs6Dlv2QdZHFCbmlkwtb1eoOKHdZgWnGaBelAFnuxORs8HloPh9olqhSlc1
nBoDoEEsyCEd9yDl02FU8jnWku+oW+0zITJdzAkoJlLUaMnVYPa3qiWo0oAdeSBzsHnzReg9tnFN
0razPDCSqrSfLSlP+SpXM/LSCHj4QYmMIIcpxLvozDHxkmlivdkJCVje2HaB5uu4K6uiHr9jA8vA
tXTKRKJJ8y3RXckqJMf1RsS5vvc0N98ob8yWjM4Gx6KWfLsANFHOkG9CXCpUQnPtTp85nHmfrkO6
Tjjk1jMw1heRTwXBgLWdfSNb1lu3RC9MayOe7CP6ofJHPpJkfFnuNXGiD5LaIqLc5evOcIjjTDKs
B9JMn7IFv9YdGUa4x2pU2SFmpBOxfHwsSmM3YkZN+1w7Sw6pZvna3e/tCGv/ohJHJMX32LmB6pIZ
49XcPTsLbrzTU5MIqlASGmUslgaKsoeEJNs8sDXVEIuW59AUM213sbbIlQqaJiIMZgxrih2dFMtt
F6O2CMzQLL5h4htW1LXx+bK7CXjSG9O2PyVN4p0GkqOs7QUlvLRIIB11EpC1a9yHVmU/N4tY5NLe
cR4BFnaKr9CEEX/wZGZVmB3T8BZrqPeg4Bif58tG3OBnesbGeUw7qSereCTgrofnO5BpNhx10VWn
0cSNN44ZfzTXh1rWw3e7wRxvJXjVdb2Jt4yPzF7sZGr2ySg2jWPbJ8Ax7RGRMM3LgvRV1qzeOoPA
lYC1Vtwpu2pectE4K4NctVXe9OPjBdn2Q7s7OoWiqRmZkF3bYt85ZXu+KJb6Bdq6AJLIHeSXnJCc
g9NGkkZs0nDAhtFGwybLjjDI9jFr0/KUw5g/DP4Q7fSxH049PPDOc5eNtXLtV/z4+VFfDr6YfOZT
7Kd1MOup+gV1owOLDAaj4kextS2dsnEgenKdKypojADFvV7n8qbophgOwvLfcGaC2aDwG0q3/z4V
eo+1Q54MazbWbt8VK3iLkKrI8LZkwqNxT9ErBXZNVT54U9UGgki8k53MKBZwSdmrLpI4akTGxt91
ebKx2aSmNeCXFQWZn/c/DJFG4tBPKXfTYyoinHu2jwTT8W9cznmidjmjXJx6+DsZzZxsHTfnPSwE
kPQTgpQZSLjkc0QPFVv4DvTIBbzQCXBc1hIaTmNLFACggRzKg9X7za4Eg90jePOIRbCrfR0W6d6v
1aYqQ/3W0If4aciq1ynp41sKGooyO81u9W6+ycRgfm8rQdm7MKx4xsReD32TWMoivjPoDoiCGqen
zPTHJ4JqM8ZqUxhgJfN2dtqJQzEM5lYK7+TSVN/6JNUQIJ4mL6RV2cfLiv8AE39PycJDuZ5ne2wz
i0n+T0S87lJPTrKDbsTk/QR4/sObE3loVZkFg2GXh0bq3k4VTfGYxMOXYRigQbEyW1hcy/DnbyFO
jQJjlzsqvP/71S182BVcj+ZjydYTDvqsa4qmJ7KbOj6bz0yBTlcZvHmWaBY4iYiXnCyZpce+L5ly
qxPc+dHM6X8REDBgR8dD7zkeOgvrSk4X5nbpkJtEZnqUpHEw+2P1ctmRQan0jUGK0p0e659Vmad0
EV1l3VskaP7M9Fze5W6RbP/+MN4TwzAhus1zWIQfZEr/+aYIepa2rlrnnOQIKi4SnGRMYTqFql5a
K2w/IHnf0+f8HiIC/yKphR/88/cmdk5RQDScfR7+jW1RIgyEun3CpQsOWFgawGQvSOD0/IMtyIX9
++1eB3dwTtN3EwnL2tSZfnQ9MVprDAJbKs8+M+GzJ3BujG5KQlXf6hBPvoGl25gWdQkcwWfMk+Wd
OXlP7WKsSzPl3ETNMHwgt/4XdQVXRDKt7RjMqDGcqzdgYTqorIqsApo+57lJZYTk20qjbQUjTSXs
uL+EAJCKGzSE4aTd9HXW7cgaLYtgNEkVM7o4+a70SL2NDIf8aG7tv7wwnhKPGr0Nuspr/W8lrEKL
SNY5CyNbQJNGgIH2BeXWgvJnRja+XXbbi6RzHGewrQ9e2bJZ/Pm9ejZmAVRa6LTop5cr/AcF342S
9M64t8/ekE6PjCwgjTAl1G2asqO0u+5YRMW8NawxvCG5Ot9lDn3/B+vmX2TQqNINRJZiybR7R7Ij
hpPOjO713rf7A2qjEkB37HbDHIKna/P8lfxGD58QfQNothi3ZkJAZtYfLYkFap03GSnbZvvaR0a5
Ju02+ZFCWJ8djXq8DmcVJJlLj/n3R/eeiV9MKYL9lc8FEvZqaeW2ohSpuvS+XWSgtDzuQ49B4Yg/
aznWFty4tz9UMl/+s1cvDFSNFCi010zLu56hGaeUTzPRmvcjBcrOsfvq2ajhT5TG2d2WBlUGMhnv
Icpilit9YBatWkIfAjTZ8p5YT4OsuTR3WzKt88+TEJ9CPtSgsuMWb+DCK11YqZK8iTcGabgPYHrV
SqBN3U7Z+FSPPQgQoR9ihROjx7VWH5WO2GHdG4WOKy4qi8/lBaiaFu2nrlOR1mRuHilrO/zwdf8Y
z758+V1S/yYwqnQiEzZLiCIgIPvsMwTn7e8v618+NB/VuePaCDF1cb0TF4OTNYJhFvciUc4tIXvZ
DQn92OSFaayKPBtOsYyN7TxVBSHBZL799z+PbBpFAJw9H/qV0CXyc7oXpZL7Vou1g05w/O9GAeFr
c1MpybAJkunqLcLON6KPzQ8OZfH+9v1F9oNjykLLZXlXKpZpCP1Bqii/Z+9lVVxa0tpH+BX4NgWw
4Ynq5dKqjJNunBo3ZqxC48XweHVOEScXErZC0bSToWcrzJkwnEHVt8ZpcGY6xsmcqO1w9lGlY0Ou
98T3ADHUerKL+oT/y5AgMivM+YzCYx9oPoXaOH2ZqcOZ2dCT57L2bJ/2KbEJFQ+0ooQtkDE/jS6U
j76cuyZbXTAeDN76SGBwiehngYM0tH9v2YLLxHVUfI31oX7u/Dk8OBTfx98yFGfhygiwQSSRLMKr
//7lksrlCWfRTL7zsQx2S2R4Y2f3GqYvQr8p3u7/D3Vnthw3kmXbX+kfQDYAh8OB10AgJgbnmS8w
SaQwzzO+/i4oq29LzLJUZ7+11UNZlSQGA4P78XP2XrsyRHikw2ocDNAlXwvdidl/Z/jMABx+83D9
teTCRrN6ihwbvS1V169LeDiWWMysrLwJp8A8WylnI6IYc4NwA1S2AIh0FzICchHnRHEgfiMN+muN
w1keEpQEPccT9jlY2oaXsmSYh26a0ebQnEU2LT0c5FeqpRulOoEH7u+vt/kXKRsnDiFWYh0GKtbC
T09zlJomEJc+uZVx1nh9FFqCFMdS7JyS/uGPMgt7WeUFvdFR1oFizmrZ3eAN1XxV5f8a4pmN0nfp
av1nXMQVUwh5fkj4WTinizFAhhbGy9MPExheFf3h77/FD1bWzws5wjelcMfhZmAp/8tCrswA5kU/
99dhG1dntzHrC2nVDSN4637mdL7hlJNCpxgIfZnyJf3Wp/VjY3AMY5ofVhs0gvLIkCjZtj8q7DKY
oi2tyZtxdvPLMilekhT4ARVgurxxyCz306rvCIVTPxD8NX4AZZ1vfrw+DF2Y6tjxcjexiL+7JDXt
ct2uEVhMcoKAb5rPaa+GY8qk5aKIYyLLHBi5FfknB3OutQOR5cGuHgd7C3qs2OWDcq8DYyw9WY6Y
amdAfcwoKkDDTBz25cgc2kEG84Vuo4V2bc7ABTDIjfc/6mNSOsYbRyUpIvDqSUOIfMbx0viD7Pv7
3GLVWgBaW0uyW8HPGyQ/2pdcsgG3iBF8O+e06XSd0e/TRo/sraKJVZld+j1yteLxR5M47CozvSSE
p3w0C2AfSQC1vkOu8w2Mu/Ea54E6oqWsd2AOGJfV0ox/8xR/fm+AuljKYAwkbNRkfzFRYX4v5sRo
9Ou6YEi4YntvJ7kue5bMfXdIpj93wH9kQn74PVLzf+ZT/j8E3uQ48tOL+ReL8uUX2vhF/O3LL/bk
9d/8aU/WbP2P9VDFf1ysHJTJ3Mg//cmabfxBJ01fT1y6a1GO8Uf/Migb1h9UhwhtcRjA3lxt0v+i
bvInqynWdjGkCUxy1Pz/ALv5Y+f+71Vk9SVxtFF0A3C1mSjm18fsp/o9a3udWCfO01FRT2iklAoO
yVxMhA4QarAOxq0jLAq1m0aoTxFKumcbReJHbiNkAc126K15KLZmleAZAhlQPxtC2wP+KW+GdNLu
ra5Fv5U07kOcCCIixgQuuzm6W6ToxVvdt/oDsIP+o63kbQh/yd7MQh/QLAz1RTKY0XWby4B0Uxkx
5WoY0Jpza105DVMBlbvorqbBMd7tvJcvvCjNzfyDpLFM7X1YmS3alg6pB3AB0d0n6E+nDcyg73Sl
XMjws4GUIkYG+US8pHhfkhxTy+jK5LaZ8p6VDif2xpwsqyRYRQjCvaQDV6cjZmAnhtY5ZiUGPzLr
lhfbDtAKObQBSuTRb0Feq43bjJPc6G6kdsTGhAzBujZCi5ea7xlIqj0ggl3S6zcVZfIjvcDqXcRL
9yQ0mIQkSZGIoczCJQagasxtBhR7M0xJfXQdIDyMnxgSM8HLMm+mpN5ELH6/qXl5xn462q2Phk3r
jqeWQzdWbHf9858ejSJdDKsgWW4r7dalslL6UZ8Btfx4Xf7RuvI/WzSuh4+m65uP/4Bt0P7Hri/e
vwAsL/5PYA44/P3nf72mf1lDLr4sX5K/ontp+/zXKuKoP/DEcGijGaToLKyNqz8XEcv+A3GriZrX
dqgB2BH+/xoi5R9IlvDDYK0DtGiuFqp/LSKW/oe06XGxV3EYpIj4R4vIp5Ps6k4zJfLa9TyLrPlz
EnERWXnfkW60K8MmskkiCtIPo5JwfCpLMy86mcsrzk3k9f10lW7+XKV+Br1+amT++bnrL6/wHCks
8b8+oDFmI+LtdESp4K82OrK7XWMtTBbG7HcZ5euP+u9lkt4CX/HHu8Bhnfak8cn9kEPIW/pOn3dD
NapTJvonKNzdzlwW7Eym9pvz1qeK/M9PW98+upCU+59F+mON+zzpJox1iiSwVBnhdqCbv63pHO+q
cRy9MIaWn9vl/d9f0X/zNbHo0nPE4M7xW65X/KdXPh4NwW6gcSeJUdtEra1/7+189slBMny4muVv
jh7/7vPctXe1HirNH0Tqnz+vQZoXkby37PIoy6cN/cdEbcNmGW7txhlcWPVQ8X7z1Py6rK23Ev82
1iB2O64uY65fv2Nrd0iKR9nshrRL9khr440Dz2b/91fy86fY9G119nQ2aTpj1me7DJbsCbiaGnfS
yWzfgTh5qJPE9v7+Uz6/AXyKMvlCGN5s2sOfj26R1WoFHeuJOjaHryfAYT0nFUlzG5o8+vGffxj7
AM59GuR/9ZpDz6pEYOOk0wP083Y0PZJVoHYiNl///oP+zbXDGGwxxV1rW+dHU/anp5A8nIKo1Xza
aa66xrHW7OuIAOX/xYdYcl236POzbP36GPBEUxS13bQLhPVNWOl0ES7B79LT/939YZzB1WJVxH7w
6UNEFGR26PBNDMce9tWy3MWmW54zfAS7v/8661P70wKFOHJtTyNaWMHXNBPXNfqna2ab8+hoMmPq
5yNA+s0r8+mHYzBcdxadgRGdXu79px8+4pKfjZxcBg65La7SWA+aO2EnRndb5lkbH6YOzoVXLEEi
8XGXQ/XE6DSY7v7+O37aZ9ZfgwboDw8s3xCp8K/fUdNa2KnEFO46nVSkF6cMatArMcQW0vJSpzqs
8NG3aQBh888e/R+fzLJvwvAxYPl8HozIBRxzs/TZDklMtp9RqO3mxJm9hofr4Z9/SZYNdvm1H2P8
aMX9dCPRhAHAY4C+qyNNPWph23xjTeuPaJmW/WLm/V1aO/1v5hz/7squr7TNOkyHz/rUEQkSU4/V
0BD3EhtF4feq657JJ6mIIO2mZgvHjliVeijFxz/8sqy/No1VxpHcT4qIX+9oYAJ5TvUq34Vu2N2D
MGUGC9r2tc3Gej+2Pdp+klie//5DPy0vsC5hRpk6556Vw07F8uuHWqNpqcI18h0HADQDnTNmWzHG
1Pd//zmfXv4/P4cqC/cRbz6l1q+fE0EjHdtWy3d6HwaXMh2sm8pUkpH8XP7m7f98/+BY2cje6CFy
LXlC1332l4cmI5807I1j1HndW/wby/sKx+AH/LS8CPoMHE/ZZrhfWMfc9bv+9AGit4yY3jChOKA9
la/PS3ECVKjjUQNKABQyhZfIiYfgqi05wSa6ssJB2skCa0C/NkKb1l6rURKi5dEeFWg6mKlJ6L5Y
nbTQakXtQoShaumkDY4Mwy0JoSFLDbjwV/qTPakI5Rx6wpmmD2MBGb3txRA/VVjdlVdpBckKYwGM
s4VhfeqXppWX2JU05hgIGzF0xIzbc80en1WowJvHlRndFanLeJlE2teAGJwrEu7kNzVL9a4PenFL
UxKwnUIb8xqnMuzog4raJTxskWRHLpWLqaUNF8ur8PXEW7sr50MXla2k74eLx8+hoNzzEgdXfdss
7baVTjcgbk0LWLeLYJhdDJbrtWIIj7JrJXJvo4shWxlBOh3suEoAk5PTiqOWTqg/OTAnYY2GXH7O
CJNFNkuKeke52vwV5ZD5EmUCMthcGHm2wQsczx7Q9/qUsLRzSuWsi/m57wliIiqIwF1wdcVLGAdt
7geant3Wyq6Q/taGuAhljd4uS+QSHILODsWmdsal85qaYEEC9IasP6SyBjtNnUMm+zCq9iFIaSEX
MaKDrTvjgNtkjY4QS6Z2QoY9fwD9xO1cQjEXQntHSrujCoHXb2u709LdmDnVe0AX7hqpiG7uxNyI
7qilVXZZxTBQb1KYzTfIPsfBG0NET+eePN2JlR+13Wacm6I4EKNpvC+xXba+IIn8dZpN8WaSjEVa
ZQTHxAt5BhVGmCJqvZCOYLWtg9BAlAWCO79MJRxaxIbDWG+wRQ7ljjx0cTekaRPvrGUqvtNXqxy0
1k5ReBH142ug4tI8KmK0khusANMFTHtX26O/odYz5ZS/UvQZYl8acdLuMJNo7SELrXok2CTKcXXZ
Lb/hJMYG9jnhRuT1MrTc56JD6R32tbYhszuSPnlZWQ1TutbIPyN5CVkieaDfhBYYujdCeSmAJhLJ
VpHOp3aV0acGM45ev+XXATDf6G1PPzvoGeGPhDspT9mLq2+aGi2MF44VM9lJ2eP1UjBI9phBzW8E
NgGgNkM1tT7xE117JuQTAioU0UQCYNT0PbZIRU6RIUGEhpCx8p1AuxscFZLlDvnv0oa3ZOsGRJEy
CD1xJebET6lSL4KpcUtw9L1B8G4ks0cjcGnxaAWw/FNgzDxyq+pfejBZO7ruAtYnKNpIzZDXY+jG
0bhkJKAj3aEn3LU1amUk4QR70synAWq1aISwiK3Y3kXvwq9NQ3T2Nq8Jut0xJDJNr87EGO3zye6K
B8DUPQ6AKu0c31oGxLR65xgj9OUm10nlVOML7VZFeqWI+mcDQ4N8HGWlnuIYr+IuFen8rrkdBNzF
0jvr2DKwbGlvT2W7WUTcnqZaSeklLYwQUpqD7hjqGfowcu+a54z1Ld0OUDre40AWgtzWzNaQTKd2
z8qFwcJTdW8tG3T7YL2cbFmeLSr/c1HrzezLwgSIiZkIbjpFf2jtRj0nQLggyX0P9FyLfDkQoksC
tGaFO7eK+u/jMGmGZ6DzvwqAb1Y72WbLR1UX/DXL7OVTZeRG7zklGeHo64TWbRX5Xl8GNyrvBhWH
/OMM2DYETqauFyn5ntCFc0WuFobLZoQgDbtgj49rkMcwcLUBN0Wcc1ZeFtYo2wiafrNUDFNObQa3
LncmI/CZ1GOoQDulZ15q2sWxG388aqRCIJBaEHSGaT+YWzOB++4ZU4kZjnSMwPRNgp1vbKvNvtF0
jC67WfHXap28FcwnxCB6OIc6wS7VyY+e9Et1xuPOk0+ulOv6Wi1JCstoHQw+9yLi/5+LOPIIEIZd
mo29Hft4ZGnmGewD9sGo3VTusQ4Y2GPJRy4xf7aNtlnom3p5Z/Iothpw6zwJIBlPMsAAVhQvVSNJ
r03oR3qy7zQ6ai5ChaGLv+aWeOesMJLHGOjXOS71TYF/cS+WLI02JRWGz/D0DrVaUm3LTI96IiYc
pElrk4XI6ECjG8qhlivLQOqypVTgdyJs9AKN8FDt3bzt1yHQcAqQbp97yjEWhtLvpful0LBGy9z1
izx/x3aJs7VE7M8tf5d9u9yPZvrddNQu0oEdrVF4dV+CMtNfsAFuYQa8dHlysCrzToZl6el1225m
J0kuBfK8DZrGR8vJmMMgo2dtq8911MwXcyq0Qxnzas3scp6SGgybsTtZq6PYht2Kaq30oIQ052ZQ
zRP60mhLet8NXtbQR4RLQHXbYIccYvh1Ejlho3LImWHRnshYhSZchDuNALgjuczRdURf9zzO1dL6
bcTC57VJU5CMLXnnC6esP0RtVO82uSiTn9BafmgYAp/It3c2bc7pDj9INu9b28CkBavjW7uUJr1w
0kynTR3W5j1ZTd2dlQvqWGjED7EBeoXHm4YXrNhyj/tY3xsuucIWSeRPVmu8uWmgziDBhuuJNyj0
6K/EL+GK6d8YSJ6uawdC/9pBzmNv7DrrvbZzGiTQmQL9ocE5zdiOZHP3cRzmL4EUx2CWd3bPqC8d
kMBqsqUjbN53jl56aTuZdzCcSM2Oid482oNQdyoeBaL51t5i8Zt9vY0oPyDYLxO7EuSOkmm7YcSG
3zR68zWglE08JDLB7DnpamBZBjLXZUokgFfwX9oWFbf5JlqhnzHPEBXLrDc/1KrlbSjH9sYB2bJV
c1dfIboWXxPUHONTl8+j8BmWNaEf9GWWeJWOSXsx2+k0T8tHKVXvl6PWXQZ0AHBo5fJ5CPX4HdOM
/CDeo9vWZUph0Ufl04R663ZyaIesrwiPW6JDRhlCcJlIfwR+LX3oj+5o6d+dMH6b3ELcmosoGJbO
B8qjzDc0g7SINO/PpUtMN2myL5FTN88wUQaPTLSTQYzMuEmxDbJMhUtzNabFMSEO2cPCVd/WHVkU
yBGsggrFzQ9IDL8PEyK6eg5wReOx8dNOLT6K9HaLjngB5o3d8iF1rWqb4mT0SRQaV7p04unIDj+Y
5Tk3TrVoGwO8OB9sFHd2PB5cfbl2tCUjmdUx1KmWZYOvKLDtjzaaC7ZRQF3oK4D7fAFGmpE23JSj
T1VKqkiTd7t5DccaRx1EoCl2Y4CSzzJj00dNk/lzQP7P1gHVdEQ2IKAxy6k6BUvOK2tU067uSbgZ
etDwaR9IzFKtbn61rMD23Gh6Cno7va/KFkduWLnzqdaxariBjsVoDIpXkfbGQwdk8+wkM8VqOtk3
CaHiD4UK4js050PLTuEQXkMUxZCu1e11vLQJHr2Ohyp3xvRssadtVFP1pwod074R1ri1lx6y9CxY
UmTHK8doVB40LbhICdT1idqdSRlxo920QMWKs7alXukIl21V7mETmWMA5H1xgvPTXlMEQgHPyYIJ
Kmlz43IAtxTXWuvNfSZvEpw7T+SkTGIj0riuvcDOCLWvMKwhoQdpMQ9ztSZht+NuWczwmm4uoVoD
hHSGQsmAh8wsZ1YNarzTyF3aRa4RaR5FYMV7NKtdRxA6oepFJiiUFzPKwLBrweIr/BScQ8gWvU0k
BfkBLIP8RlLvEJNeH2DOFTbb6SWOx44EpaEexrMgrgZXFvN7KhajED7t37r1nbqk/iCedfDjUjMe
IFsX+9yhsN3UKgpDD3vPMuIb1Jd8t8Q1Zm5M0+ZcsbCB5+U79ImdkCzAqk/tmtuFfhyRYq6mqZRH
wWmiBxtPR39b61YFsUz7qCod7NdcG75oXd1rCYPZCVHm/Bph9+hS43zUpdvn+xoD4d2a+OiXhCdd
j1by2gvy7BucFjGOZnxkkcEmTVlGgoBD1MgY2xw2G6ea9qubpMeFFuHdDXsKrs0cutPrkvao/XWk
NvtpnFPGmVPI6KzB9TM4Fft4zfm1iInjHop1obVpeEShoY5FZFwWS/IcamjSoxBXWSGIvKb4OWVR
pS6VXofngZCJe6zHTrEnXr1HEZZHJC9jaxjShszl2K5iD607SRiAUKpz3Fupz8tj3iCpcGzfrvBQ
7ho9xDWCAvYcW619hZSpIr2qOQwapd2ShPri9XEY3nCiqgDMNeRUcYkP2sRt2ehjllwnufbcVG25
F2o2vtVGPj9JkUacSkxORxKTDjmmFYZl1ie1pQ9U7bgCT8wa9HorQoQmG3Ktx3K3uGlubUZgOmIT
ZhDtCPOWxZHSUO1FsyYmEpSNfDCJzk3ifDOX0D12pntpFXNukkc6hCnhwvFwULH2XMwY1UhnHq6c
wNFvcLsXfot1A7fJ9NWe6vy6InrpGgnt9M6T9USnDX/dTCAS5nQVnYfRtU/QM4A2RcMd05GjGmMt
9uYy5Nr24agfjSKcCVwqX5F4rvumDj8+c/A1R4ax3ILk5/xuigWhRui4BxH2tofjsvSKIjefKR7i
hy7rC23T4E+ZNpHWhZWfEFEy7t12Ch+c3HYRms1DeEUoG4rItbJ/Y2eM+FAMcA5rKZVUToGhiKbN
jPB6IuLg6DR2/TJWtR55ydQVjzCodC6r2ZkeArTgPgysAdO+HWCiULmy/cqIp3MkZO/jMtMejWIm
NwPDlhN7Q54TG9PrL6uB6z4r7Wbyxmz4MrdYmXvK/jANFszmZYJJAgZLXEAQQf82kjWosnM8BDUl
OvhEbowi4gvnPvuPnesPwFnGj3iI4wOWwud2RZN7jhZoCTO1gY00VTgzCmqOj8ptVtRClM7tZZNP
1fSok3X9Hkk4F/SBi9dQQcLoQhf/psDECf02cr6qaQ78orEbfszS6UYHzEzOu3DQEU2rItevA8Ga
vHXi8sMmK3pTGaF2aSvNyU+4ubXbOlvPDhi+5ldHmjnVOEXEVbDmP+/pqxW5n49E18WR1nKsoLp7
053Q2ib5nH2YLe77OnDmp1EO+r0wSKnoaRiNPvJkN9tggyeAkCBr8sk0Ai540Yh9aWaC50kFERdB
JPpgF0ULxE9FAHix6R3Aw1WyaNuq0KB/uEukKD65HHiv2m6GtzG1pouHkrvv5bHuXOAYMaedJRdh
btNhgJE993b31DshpT6QVfvUtsp+tqJU4VXqa3tgxXb6xkeeIbmf4VQU22FR9aXCZRnueECyEbB2
nl+adoq1GXlSQcQUeKYvvaCi9GIAKzfB7NgTUyHT0CmeyJna5sSsEQ1tLPq3uGVR3+JwIDDGQCZJ
vlbc5w+Jq2cUoZVu9qgwdGKJbExIoc/qAadE1U57N04JujkT8yBpKdWALwOxsfFdc/S84/J3YD1k
u0o54IBHIRiBTMdhOg1JS31H/bWtayI3aSmkFVtBYut+plT1PWBOPG6DIc8qL6TfdIkpxjkn88wx
OEkUq7oDueTGFUtqbHEEGDercxNFh0v282asG44S1HJTd3bJtW4OhDMwE6PXy6nQTDicEAhuPQxZ
yhEFm9oivAY3VE24Zr+80LAZum07tsRScscLoq3lNOxUigCavyfD65oNfNkTjMYNzrUponJvXLVJ
EkLZGX1gLqO9pEhBdHDJ9Z4FqB3UXFcLVhVrDgui4HpgZ0tCG4bq0ZDnEo+NSx9K9Uhf+lajETNx
wLNYaqdNoVSWUoNmSruos1klvmq6qiLBsmwesqwloMqeNDpVasrcr8PKF9z0VszBg9bfQEdbEKay
dUu7uibrhk0T5DArEkqPMt/UMd2KbYrELKLEGnIi42Cc0Esb8sGbhl5+F2RRvdSuFUI4qNxE841M
Dgq8RkmakhD6fGmBNDBQ64oarKdaci81+vArP9H+XkYmpSbhquGrNDvnO3kyC6iQvJh2Qstr4Gow
4ub97KbkEzZzaxMTx9QRVEZs1pVf2iM9W3ywnfBaaHXxDnKIeIF6hee/sjWiOOy6aKgR4bDDHNEt
+g6p3s9n2dUkldEEo7sRVEs4+HS2hutwngm00Rx3yrGVa2hYasI26FfLfMJ1TVXEa1/A79gjSXbr
Y9ETEkTHL7NuCeOJxRF3SEYw2hAVewnGGZbLVKM8NkotVTdKJqLxUHvNGbHfJTMpOCG8CbTiSNTL
hD2/EXsuH/nO7n3szFAaa1OEtjfFbtOciCnha0EOn9k4VZVaF6T0pFAL08560euIU33HMfYFdqGG
SzqwTXtrTr197yTmzI8KkVbgKjW6GbheMtRe5pr9U6w3GDOJ0Sqsr7ODgOLK0eB1XFL1CtLy0DF/
TAZhWV61DCiaRzS+1rmraJGDS5GlM20ErS9rW7eR3u6DsjYvgIgIPoLUAyBTCykQ36lStdbxdCg9
7eLZwaSM+iZMyRCLL9zW6BBRYdxwx9InOYosp80gGSN2h5gcNNv2ILCVWngoS5kBfh/gO80eQU1R
eeOwGWPVoO3OabpKObKbOlLybcZQx/Znd0lx3/YOqo9CUNtvC13gIKgakut2Vtnm+TN+f9ARpcH5
fB+m9aC83p2yYMvIsDU8m75etRkz3Rm2aVr3VNws1nzzDmQDTJcsVqcW65PhDWkRrq3wBfz8RQ7C
vfaDOgunl6GqjeWIKtRJ6Dxy1NxiXKZDbWpjEvm0cQeIWwRzNu7WsgZ7j2JWlM+dlYzUH1DrYx7/
pDABW+hl9NrIMVqwpYI48OvKIAGWfaQXF1CFy/fBCOuErgoSrM08agxdaAkjYBBtyPF+qqhq8dW0
DtrlJhXhM72DJrhKeyen2C1nd/ILoddwLjj3aJspZY5Pm2AI6w8yeqChqMYppF9NuXBfQXcxSE1r
o6W+kkQpbVO+UXSyi6R/ThLaIx7GfgtHB9siOcVa0oF1QiooTkMeEFuPc4U7cr1Eq87WCQOno3cl
rQeB8G692Nn0gYBOv6swyZabIZ4hqAVZMD2bWAusi3HoEf0HxlQQpfRDkNdbkTppUkzKj4dBDbhR
0HTf9CnRZ/R9ceduoqnVtJ1eBSYpSqETujxT2Ez8MCrJYR0MJDMvAREH4dmSg9XfWPQU0r2tAg3E
FeGvKTGy9vwF9hMyex4l3aZlhkLAt4jY+56MvUHHmd6GCyXMYbsgJm6wre3Ac6KfMBTU0Oxsla7Z
vSkl9mjYTMP1LkGeWIrCga0SirjwsiCc8kPFK9ntgimvigNew+k7ZXdssccEvXsbj5OY3uIirAI/
rAx92qLrKEo/hfUjwMzAKwCamSuRvZsQnmcKnVmQKF2FWssCuwJFAFWM5CtZRnTvLCsMxzFmgCJA
vZsGG3ddRR/oi7BUYlVv79EnY9myZmXcLxaIwo0qIV6R4WeU+5JYI1BtxGK2e3PJFQG2Cg/M1iiB
XWwWWSfx0R67dEs4tVtftMayWJtWX8RNblXWfWZbKvUMPe/fXRIejYuFyVm8mZNau6nEMLL/wkW+
tzgMf5FmVCaXc7SE34UOg5IwrLDS7gLHse+0IjX4Z13ruq+zwANyQzt1vJ9ds7ZPlWPXywXq2io8
DDNnyHOvRVa6yzq9dPdEiPQl20q2jInfYNqU13UaZ/dTqAZj14qZKMnBxE7ori0hDtMIQt0k6N/p
kXECX5pocfZTQ4MEPFxvFFdB1Icc5XnSCHzKFgtMfbFIy2t5uq+XNmiuqMPw6QP0aop9XRUOGRH6
bI/nvkrY4dEKyddYxFrFyZWjrG/gl9c3DkdZ3sk6Cb5RuvQXOcTGCvRUFs4np2miYTeFVnQf1i47
s1vo1I9al9MlrzWr3LYL1alfED34WLdJHO2hizYUKb2u0fUtooxujgGuMkXb9l4RxDh7YaQHsbeq
g+Nya9mEJF6wpqbmFadipiI6rdqOF90QO9lN+Xc9dPWIHDBXZjyWSyF2jakP+RbYcG4c0znJsh1O
srzybGABVbjhr+fDAdotv6pdhWqRZ1EkFP1JN6gJfyeOam8qa9CNKo7r8r7ojWz0G1CKzD/mQPR4
uMdm8WqzCF/ywsGb7OYMqTcuj+pwQToBx2xFB8ICIyjTjGN532YeCJrkjUDbytg2gP7e8ryndtHJ
TIp8mGw6zx/ehTzjpQtiImDBTFADAybQLzrsmXBkrMX+kIsuCbnmfyfbQG/67jLt+kltAHzUuq9H
Kj91MzPTrdDF9NXKl+SCQR4Rg1Ob6hc5aCNe+XGqX8EyKA7QA31rysIxejQw4RdXbsTcmvlAOu+5
JUxvAh5a2zfoHKqtq7XLIe4ym1F+UMoZdOLiaj4BeSo8N3wRqmthtcmGYrjBciejKjrVkxT5fimD
IoF4BT1mP8HMgdy4GHT9R73iBN2yJ+IpBOXzZo45E2BmH7TZ6fbQR2HEqeH27bPlscRJpp/cxHLG
kxVwAD0ujqI6DDE8Nz7Ah97xWyeqktM6/0b0mdAeteySbt+kK+AYegtZz486AoJIPh6Jdx4AmhzG
bCw+9NZEzRgh51wok0gFJkGpIi4IRlt5GGVIhdxU83QOOD+HFHg9d2yAvVQeiGMg2rmWFNm7ktlt
y5taU4AHhTWnfpa5LtmSctRfgjpYXWJpsYSnnFH319kNp9SHCVDS0Gq7tf6iC5P7eLls4zJmc6x2
KFgB+jXsvXemPRYOXDgqt60214UNWEFE7iZ2WczZ/Ssx3mRDxRMJTaE2Xlsqt4eGZJo7oQeae7AX
6aReiyGP4LphkeW2S9K8u2uocJibBbn2scx2YR1w0stjVtTmE0VJKrcZ23q+xeAdPFqlOadbrvV6
IF1SFoeVa997nQis2XdScw4O/TQAQ8lwyuVHuvQlzUIH+2Z7SHnenhXT93mTtDSRfEQdkOc6AmHt
TZ4ZUXof40lgxG8X5ghpifT2ZreMtsy+jJ0ddLcS5905iDmJnHs826EH2UZyntPMeFqZrfKtSCej
I+RP1MGxrixGCDU15LAzQaDa9xLB/3VvymH0M9Nq7yDJzZBfqqwC/5BVILaYN1aCybU9PqSGPo/7
SO+kPDWa5QQHDXWgi5V65FekvJnBzAowVTs4EIIkI2MZq+u0hiuzW0JO8ldDls/T1k1HMA8MSARR
zQHMTr/XJoOWK+6hElJJgQsoCxq1V33Q1m+kAOO98PKCjgT8LRo6L0gC2rcpGgg45ToysE9UuSJc
+lpdEvtrfcM4lTws3D2ytdLZ1KyztHlnfdCe6momChJ+jz2XdHSxlyGWkQRk7mNCBsSxTDnh99te
0gHyxUzQM9ufrr7WjpUmzEshDsLbyuFBEaRdfgnXONZDgeLH9eas6pP9wE5an8xMoy2+1MgiT0sY
WfpbYEStcdYi2cuZjl1A6oJVQS19UotJk/iMwHiatlaFQ+lJRTmVyMYdwwlrQ+IMreWNKuf8ZZhx
Pl5Ey5y72AyyvN9BtISLW02lOZymlGOer/olGg82e9qQI7SxzI8Adgf4p0ik1UYCfk+OLXHhuof7
OPkmspEBKS5jiVR5shv7YqRYe0/Jb2+2cZ0xaszASKjbnlxbeQ9Vc8w2s73i9BgLpB8DEgnBOIJz
2AkqrfnRNZp4Z8BJD6aBrlcfUKn01Z5mVtND2ySH04ulHE/N1Jj93WgO0yujvyjzgSKSfNkOQ00L
X4+s722aatoVr1T22E6D/hhJe3xTXSxvOs5elLVwvr4iZgLWNwoFN2qUMr8dQKyu8Ot6ZD4AOifa
KpzHM7gvRmf/j7ozaW5cSa/oL0IHZiS2BDiTmktSaYNQSSUAiRmZGH+9D7vtcNgRXnjhheNtOl7r
VVEkkfkN9567yW1r/vF7ecPeNmagjjL17In0UvbiV0m/zg82JRlWbDbcD8ow5g0NUNTqwqiTwgm5
DdgbHubqHTcs/9Og60N63Qt8M6Ce5oxVRN8NZlQAtM+3Fm+4f1kCQ4odrFSrvyKPxGyGVgzoJHgY
ZqPOnAMXQRCt0qgjq5Xzr4M0tkPPJwfilTy33LZM/Qn1c2wkSrj3dCQmJ5WRb9hOTU0dcAzj+k6D
g5mmBf2sB9Nvk2fdHF5QbftWnBbw7Q8Uzck7gwZFVVBAJd36CAq/fY8UIcXR0tAa47zdOgVEtJ2P
rIv4dKsjEhFSQLcxABgT75pMXrccynCw17PKmkLfwFeUE4bfNyxJlxGX3WKT+8O2Ppjs80oCPBP7
qW3OKSP2Kjbd0X0KDTKRosoN6zOfvgwjI0u5twvQht95oQBdNhY1Ldzbem2jMg8BZAVMq42ozhkP
RvlIFR6tZVfxqqnmGGGtfE5n6VrUveRZJ0jxB/7rYwbX1dsbNcvMiKT69t7X5upHAfpDwR9flFZs
SciQ0JuLjqDzXrDPx43bXSa8hF2MYyj7EoGayT/1huItUAtVfl+qRLOkZqsZyV7aV+h3xhdZi90v
tBHwKhO3KH8sF7XMTneCQR1GIz4y5S3LHeiJ0L5HgsscmpeFIxIqW7FBEaDyje0Z/sM8UgHGdd1M
HwPjCDsSVE5Pup1Kb9MEoksZrDs2WdasWyHa0fA8jGnt32l2l698jdHFTHJqaATTuUs3HatZBghV
77y4bt9YrIn5SnK064kW22/qByfUM4OrUtxKmhLR4KbzzfE9oftvwG21qbrtS9V9Bip2Rh9W8AWz
8QXvct9dvkzP9h7Jj3V+d17JukYaCcVPyIz1vljn1iWvtv5kohkci2nAFD5mwvucfDf9GzADrTfE
NruXZDBJyGjL0n4y56DM7uu2MxgdDjxcsWTg9gX5pHDiHhQOwUZp5X95sJCNhz50tLUpLNRQB5fo
7R8BYLuKDFDSO+LVWkRQ69jcUpHt/OrPOYN6xdEQ0kAaVnIacly3H75yeobpiYQKkrYFZAfZKDbn
VZGoiaBeYJCPhH+bwf0McZOfUbzGTeIleOoqzLX2hcVJsMZWoYBct6A+eFZdwPbU8a13FYXnmihU
oORtUBVTZPSrzn9sHuFxwwlIphsqGd3u0HUJ49g3ts9nrHLGM1XqjiIGRWYeJO33GLUVk62rB3oN
T0Gdh5EtA/uSESM87ZYwsx+ayjJ/QqvQIQfqIvmkUtVcYYSAg0rJGPzxqqL4Bb6b4x0UpPrmOhtQ
UxhYGDYaiMG61d5q1cgNtOxfoLe6DWArL3W+e6KYO8yCTKB/8lya+VcnurzYVlVW9JF2m7mIyirM
/7AerSp25wPhHk16M/gF5Yj4Kgvn5Xqb0ei4GiZ57RA/SWSmZpP/sgc/ozpQmbfugzZL7S/UBeOw
zZnPrW/8iQthB+ZMm5M0AVNPFiPkU6xTjSynaUSFXgXY1Q42sfBioyz1UkW6Uot74PdgFjh6rYC8
GwYzk38F4fZUeSmtBqzmvnPgKob8s1FuIoF59RkPBPM99m9sbbIh8kxm98gUEv8N/Efl/cZc0omL
UZesYs2uoJIEBxdubLv31qiylgokaYqM8UWwRrzOme6bGLpWSX684iA8qK4UVFBkZu90moZNTGoS
koSCSU9zB3+t1HHi5YCsXB+i5Ea2SWZsBF7m6mSPS969Zb2doIGaFsbTLRNfJmlQvlLqvY+uDNb1
MIap2b+OJrDUewocbFiSi6z6kisc3lPVW7wuo5whAF6XMm9YgFpFM7cJjVkj1thLx5T1ZlG2JFPT
sotLBdY/PaDTa+qLAVaeSYqnliYhkNDQhGQMGtUglRI57ofWNw2Il5hkUwB31H03VkBWp9yRhTdy
7O1Y00k3GvW05B5FhFE3aCx8PrGvzO2kPkFuUwrC8DzBLUz7uf6iFBn7XT978ndHSEixGyDX94eZ
7wc+WJQisWYDxcDemPtPc63BYVh8JsF2QqtTnUNCpXCHNtPE8N935/RxaaZ+es9hzw7Xpbab4YDc
D+BZPa0JQtM5b0x7vxSm9y7T1PlRfImrqAOZOcdpY5e3neRIwC+fmWLFY3Id9pxVRlc+tTyJ4EgR
1U7xvAIMuZjc2W98e+d+n7Bj+Vv6VZ6c8fiPSDMXVTP5Len3jon0AdvxO/qCJwpFTSQh6pP84tJk
flZzKtyYdM1ARBn658zkDjHZ+RtVy/WRj4uX3rlQHiVNbaLf0LGhe3NkwTYcEkqeHqD9CaayBp8u
V4eshj/eQEADyqW19ZFSZABxmXPU4wlUrS/SCGNboA6r3XoGBfCY18EjopSKqcTqOl8JY1+5NaXr
mox3at5gJhlpvk2yWiGCNevCQ0FaIupqY0jc7bpzgzF4z3IHhYKs0ALsugLSHXNovx1PXhnWy85P
m6DZaSYl1QkMuawPicuvE7dVUXLXG4WcYmteVMh8bpCkRaXzEqpt6C3GsA80fgGSy4vWjLJVA+Wv
fCLUI3jMbC512k/hPglRV/2GQUQBQ/uz9Acbbl52Rptd23EGRrtlcZKv6Zb1kli3iB0rSqOFgeem
yujT7wdT+w7YidY00XnpXl1d20MWyUdtyvNsT/AOOhSynDLYPKdnnobCejHt+bafBMxoUmsQ35zY
LWnvlpGYIM36tVs/C8FdBuO2H6yNz4VuYI4WGKGgswsevZx5VuXU74nfp925oTllfgNMtXhs7WTJ
aeQcRkCN3RrVm1IrY3rk76n6NCRLwoeiJYX9FQZPal1CWy54F8N2hr5pNQC4v/OeXCjyrTLm4Rbl
WMWU2p7cmXXfVNf1o5oaa3gbUgffM+4PF3jxBjW0XrcWOcPqt89UkRqPnT0sOkyxJdEpKzUO3/4J
ssr7hOjEpwZsm0TFENLb4YXvvznC7DTLUI/QBWe7unMxL5Sg2Uv0QEY2LCmaIaaPYxzmRt8fJbzU
9LSUAWKOpW17RhSs8cV3k8PTfiO1wzSOg08b9rjqfkG90iVFZt2vE5lXCETUOvxudGHZ19bMhYiT
NQ9gaKMWRyR/y0BhBVwWctXLuUn9tCjObpMqkpHGsARqhjDeSPqYFJKs2LcuyMM7hmx9c2Fj6eVv
foCK5pw3mVruJ9Ug2KursAlvN599qVYTDL4CmXzM4Qt2WPhDm7M9lBJ2H2TCA/0ve8OcIg4hSI9W
EVMDYsGNSVP0VeoW2SCYw45ZG6NfeP0uPbAe+T/Og0l/hd2fyjANEDB5KAOSvQaD6877ZKJYbZ9D
mTN5OspB1l59YA9iV/2nMPOGJ7IoES0uZ9FaOANWb+yHx9E0B5tRklfBWHkdGbU4bIiqQrbLV6Ua
mr8dR5tv6hOkpawTu2nWTMlmAw13GjvWCuB+R7RqZqF6yBdVbsdq8dGBtm0SUsVmnYccQCmRdpye
NutALuO0B3VeyqxaVNzMZO4s+0yPaZhvJ9NR/lOSJJnsN2w4haOO6MO8+aF0bJOrYuS1hc+OnyfT
oWevQvRP0KWMRUFR9/DeldjrxpGvXTGwBc7N1HycnLX6yTHFECwnJ+8v19roUpF24i0gzuEjRKM7
bFpUxS9yEOF+Nq21P1S2UXxYfee9kUwUvpNGno34YSoYNbseqBETMU2Q/BYjkYWJJW9A5Ncst/9l
Lv2/cOa3f+tn3f/9q7Hm/7/w42Nw+5/9+JfPRv0XnIfDj/8L5wHJ4x++g0eOiMvQdRwPq+S/jPiY
pv9hopgKaLUJCDUtPFj/DvOw7X94OKoFBvLQQmtxIyn8B83D+UfIah4XGpTym7df/G9oHpb/T+Lf
fxq1DAyDNxKA+98dfEUG86wfjPLYrXhTfCdLKflYf37Ubrbu8xX7yoaixDjmkzFcHUZXZSzrtRuP
KwP+OfJmFD/Q1xb54yk3t9GJ9d11XEKEpG65VllUUZY+zuxwYuJe3WM2s3bfjGmv39ulBGCR5w1b
eDjSI7LIzl42aTWXdQQVuAS12wdvZttPJ7OQfuxw1N11svMPBH5YdCHUCHiW2hDdV9L4oouscLVe
28agyfJWFMmzO0uiW5B1s+YnMC+1JvvHZNdQ4OmYWKStzLDZ9sFrMirxtM4o+qMulNMVqyWbw6ye
6kejMmxFz8duKiwK4miIPPOMjbTJbdgQPq4ulsz6I8t/RG45kuNYSOoOv2LUwaBfvC1imjlrhW/4
m4lK7AELwPBcOip/RerSfdDlT+cy7NR55I5nXrAOb7O4Ub1Hp6KZF93A/WfAZj52GS16NBqNv+XN
sDvU+Wt2RXbd/HEK3ybX1u/13mWmWmL1Uf6OwYiLDYjVKsCT6ikAXLTH0tnuyhvND7Gz9LtDoaD9
5oy/nmq0UbRFaYscLK8kMiMT9QQscBvm8Trz+oP83OZA7X2L2Ta3hXlmjjFgix/H9pkJM+gnC2ML
jJa1upIjauyzJPc/qKPlLsy05G5VMgJObkRuWX5QKkxkKIQthvC0vtBcwlIk25qugVQnSrswsSP0
e23sjUX+NHDBFpHQll9w+84335WwrN1ggutV0yDq3eC+iCC82hmRTggIC3TBS/hQ5ewy0zAj/KP2
gdRMQplR6nf6hYAQxOnlFJLwkogDagT3lfzrFOm5mj8lnsFrSH3xYBO6pIC7mCdNIXoRqj/SU4iz
D/Dk2jHueSVFSH513Cysb1sriR3VVRdGd8Z3gO5ja7jutKAbI9ty5zgImFPTCE+LZlcuu1z8KTO6
+83Qk5/RZhUEOx3McUPLNCJjahOMKwMawCCtrv7ArUbAHtv0EtLOxg6NUHIxIzhbOy876nw2fiQZ
Kd/ejVs8BC659/DimI9MZFO/sa3swrdMXbDtY7NkSrw+SqB2fJtZ2pd7hDTI/0OPrU9VSiJ38+lj
oex8N3ESXTBvmPdMyoxnZhUOe14nf0hLr9sS1VG8JZbTvaxFQNECNF+Yhzq1nXhuwvqJiDb9uAa1
eDaW1vwUfJPJGzZNQr/6jtVrW4anhL3spaqqFJAwBruqMf17jj9vOJMyog9VOE+nlUVLtLJK+tVM
rR8X8NLv8FDBHho9XGoMjUsccRZuQhCCVj3FuZ4CoK9qui6mTfyHRnt0c3s/LpB3xCafwvbTqoKb
IK1xGwokO+QrpgrU3ozYjvzt7p0uXfvTGhv/dSAaBnmnuz4lhWVsPTxksW2yM6fVWuutCLP0gAYd
LWRq9Q9dEozb267qJhf1frPrmHh/bxQziTrgFCK62k0u6/YxqMhnSU3xDDm127FpC7fApcWrahUB
fzOsaxx8wkcbNhbn1ZbT32WGH/bMFj04OpWzvoihEr+QMP7qgmAbSg0d9NKNa3pdzT5o42yaDW58
/hY9M0Me2JXBzQPOshEcdg9aMwZcRoHY0je+s0A/JNWSPWOlmoqNsuEVTySwrDEyayZZCeGo24JE
yKdAK+SStUPFP7nndkztO3vQbhyYS7cbU6nuJXKfx9pW40m1QbBHdp7/BcIyPmBYa68MSu0D+MXl
XWpkaLk/2u0LkpwQU1yV5VvpsJIzt93cW6QYrVpFAt9qlCHnaTbt1OGKYcZdRLqrs2OZE96Q99y3
aDO6Fs/v+nudg+AFRrd2UQLX41FaItkyAkaPxb7afAHX3B/HwNI7RUT8NkvM/ECKpXHpzXJ5gPIO
QNQHIBAtfqouKIzmF7NM8nMt0+ET53G7q7mx7gjPS7d2p3jIpzElJw4I8JPTIXzFVXIqR9eJyZ+7
yxHYPTMetza1lP29Yw/hnhkcOvmgmdafurXHC4wATl5ittptZ98skcTVXjsPQTgDViMKB+pkUMvW
J+LZ8FgTuLi329H9ndGc/LInX53Ski8aCzxTvGRFMT1kXaaOlLQaUeBg7Dl5zR25G+Zd6xfp3kL2
gieJKb6DxFGlZ4sV434sSn0YWm853PxHKMbmHjq5yN8soEHbseu7ZwaA3pc7ZNbI85bbL5Vb2DFc
WIbZt+7k4qyjezW7av07uioIofOHzR0DGx2DQDZic0rG380M+QtDi/0RlHrFLDzl7kbblfvOj1Rs
xqCaE2lZeMt9Y+JfLgqgOqhQSnVYGtfdJRWLHu16UbMifDf7ctjKlZjmaW6zB0sb5V/d4BJgCRIw
UcdbGCCMI7kwmgg4FbQ5VfFEyll4ZlnDK5bDepyWtX+wMss8iam3j47Rl89TOztX323cE5vNAKPH
0tGNO5IItVAvBBuQ4bJvzWwlkogW4snEGvpHjf3y5EwwHtGvDATIdaNhPaLJ8LxNm4vsVbLGPUHP
YTIEU5AJI/63aHYrjnuWXkQR1nZ6m+b3DrzhLrFPgFy7O4kt9DxIwcCnSljpzKXD+6L8/iGQSzdu
Aq9J7r1aZyepev2nARB2LAeKGPqc8i/kMrpdLY23VE0uuk03ueuGoo9JlM6fAGMUP8jWJcYIiExL
ZPfGcBrsI6t+lPfkS8g4Pa8M1BriNxaCefIxTBCT4OSxMtd4TSsZfGWwZptNb4bVZ4+2fRsYCySg
pGHljGSDWCPTOGld+I8zFktkBGRQH92UmLUOR9CBFTg6lgF1mLVthG+eraELjyXVG84YIhgMDKJ7
LBzOdiwccTR6O/uj2sVAkWxWCMJFZZ7bapHkLaHwZyZbOa8ZqoM9ghOyvtIlvZYlxLqgZBPORsC5
zlaojjobQb8RKSqjkIlzgaG5ZEaf+C3Pr+cZMcgQZuVVJpeXIam7E8nV4uL01vzUllQaLZcxQmSc
ih6hiveOWuZHrrb6uHDjPDKr5GxNwGGRWlDh85XFYJ3IPkLOUbv9tG97ETxb3iRfq7AsdoVu+FJj
9FGnyRZGvp3LmZu79mQZJ62ru9jCMbnBa8y2pVAfWZmMsV6L9DQP1GsbGxbejmZfHF1MFC9LOwQf
GZCGl7XR+lnRNR8cv9Zf7gxVho3efGwXafCIl87n6nXlTngBOaBi2q5MeTcFc+fY6JwMPzJEzxuh
bzqYKO5OGWwEZvSBM+90SKpewHzyiKRlus5i8boIt9x4gG2OHxzeyhaHiCbwIzPld4k29LEwkuT3
UlVh3NiuuKIC6RDnEO56abgN7w1DW8yyEvch93sE4bkkIXiTNS1SJXLtk+fCBgZATllbRJSIzh6W
OOPcbg2I1BqNXMqN3Q3BHlEZzXg94slnzmSi4hgprXU3JMdMZtMdW6TmoR1HJBweO5/Z76xriI4P
xZo7z+RBoWmhf/DtuzFI7V0H2hR2KGx6DOs42uJmIuYzxAl7QDHgkf1wU0rVtYMNNC3SrWIV+24U
U7ZzhsV/wKuexLNdjod1GXJifvFzbn2Wr+y8HWd5Hb0iOBshRwRtfzmh9l3CmGTIFEOEbM6g5EuE
aTanfTkuS9Qy2H9dW7vbZQVpdvh7uE80NaqxzQrLeqzCCdQ6nPeoJqbogJo3eDR7N0XHm6OXs0SK
fd4Zs3NZCu8DW08TuWsut2Hoyyt2gXCnLDc/DpUtdzIRzT3DifLY1CZ/Qk4KxGEMPJ70bpi2U444
lxPWmL+9glgUvuUsq9D3yK09DOFFlMrcC5wyJ79fQzcC8kzooz9FxurNJKm0CaJUm/jXxDw02TQ+
MLQI7simuQG3WOpv08Lzdz2kgjbOjao4mSQd/HGY/KAUsRvj4PFwvWgtp+9Z3FSVqPAeHSgTUSnd
8G8w5Gqvh8F/ndExXpxiJqEV0d0XQXTFU4Io6x5XDJ+36ZYXv0cEi8qlJLOTK39XJVb6qzRS/XdM
m/SRewCt4LSq6zzW6g9WB/fEU+H9lDMkE0Ht/thZovsq0TdhI4GoEZvBjdLum27wGioDhUDKhhcT
NtuZ2+pSMRTnLSaYqb4DQ4/xJQXYeDZAg98jn6C7mQyeP7RYdaTWMN0NVGcomm7JOiyM/K/Ry+vf
npP2mGx9bzsqpCpLJYwr0MrxTqZG/goshcU5ZkBrY7n43AbfNmnBBh5AE0ABk/VbqUCv+tCJhj+8
7mf73IWku+nAMBAneoK0Xdmsvwwu0GILmmQ6kGqZfQuPL/iGDy3foNoLmVW1KGsBU+pd2ejqFxtY
8q3DJPyVNHaAbEDqhRkv0maYB4sfKdR9tH3aG35oW2e9gbUw3LtFXn/zs0T4lSgDN2gkknMSWDiM
rLQxL/bq3TpGDJbI+lHrW8rHkpJTAYq5gotZ0VulgyF7UlEytH7eMp+zZi04ZFqCtNreIU3Y6NLp
CfkKQ7LeNNptWAeMFtIZ0bRDpPYd+m7rahf01o1pBD+LO/hXBAzzCZ26OOvOKE5ttlYx3dD0UKIy
+OxSgTcOSWnaiv5s+9LdYlLuODd9MBoEMjuxt6rm1LTueK/zqjsMtt992t4Q7LBmAiehA8NSXYfb
dW28D/5uh8xDcBLIDeyEoNu0uxL5GFyR5lHHMQPcKeYZ9yzrNUmBBIbewwZhY9vDLiGS2/pF9kW/
n1lEQ4UZ1DMZhuYFIe+MvLyRXQQ8PbxOdl+f7AC9MRl4dknpD9AGwBPfllIePRrbjdfPPEcIFz8w
5KNwXtWaIuwcnZckVIpEu6p4hpqCCcALMbF41rhb2UK9Oljrf+Df8PylQXa3EMUUgW7iERVe9TER
9wMsCrvQxlBtdfatSsaCMXiEHau8sM2SIA5u361wDb2zOVYrUB1yAGdzFWM0tAtjaTxExdnmpezd
2Rx2YR46r7T+JFbmqXGYzfmFfcP6LOrOhVAzqF091t21LlBP+N404GqUbIhv3dJxDEkYTlPss5Qh
Y5SidLpDsw0zFXoGhhXZ/w48CBBbF9XQ74wJ7CYHs/JulwonV609vZnFDHGhC+r3QSXPZP1SB3XW
ciU0jz1Zrmxub1TaBx42rHOE2qoi8vWSsVi0jPVPEBS/lFk0W8OZrWyn/cF4hNBiXJtGtW+jY6m/
0qjd76y4vehuVJirGjPZmfW0bBe8apGJUYGxNsTJpV3WTVWHp9lSGYLPCguI/OfvjSu5Pd92UYeZ
M/2Abcq4ekgCSD1jGMRFjNZzsRv/gy1MgtAAC+CUKQKLxx6iNjvNXUq2O9B9v9xLOQxXxXjsbmR2
PcfOZGLGTOiLGUx0rmKkNLHTFmbXPiiWnQiUKqE4sX3rNHoOmZ9Yoqtn7RTp76xo9Gnu9BjzRNRP
JWjv7wAbB/tLlKsXXDKsCvuWmJQgLxzC0MdS8N93NmVBMgb37ALtPUFAqBKKoNuarfWW3iSBiVuX
f4Q9HTD7JLwJDUbN3byMCc7pzHQu7cJ5cDBr6n4JtGmK5tsxt6NCFUc9BKiN7dnpvoes0kGMiXRi
O+BO5DsyZJAHCMJpbFhWmiOu6g3MwIkZHioaQkROxvyUd6iuETg4fNSJgR1FQs7c9IWcsYM3uCRI
Au0zJHMWxCQmJNy0fdq/B7wvFuOsoYzNZMgcJoBO5W9EmwOXc+rZr04QGKyfNi/Kt8lMgqhBdSS2
eVoYetNDa/rrByxpN7Sr3XWaS/HgDCq34sLIB1LUyX54ZzSIrMoX0FAXaU/8FoVPPBnjW17gnDl3
0uoU/tAuR/QMwfG4EMPGJo3zlfqlS8YHHFl8EfrRenFoaHeqHv1facJy0mIFdPasojoBvcpIUc4o
XFvulLu2wxsV5q4xbvSae+OuRr1ub9ymmd7gjSFER1C/lIiqg3xfd4nHpTU58qWc6wRNHRO3cTv4
Cv80dP6LnVolgBTsI4QmF9NjMbLsHfxJfbOdZJAlxYq2GSHpD0JDf0viu/8CmsOM8JsO96MXctGP
SSYOoNmsi88Eig23HoeXiR3P3h777K6awhKejZ/z1hRhFoVLtT62ljs+zlk38kk3XR2hrap3clRg
Rrpx1o86XX3CKNArojQLkXaHeT/vWbCZcWNASzmxzSUtRjO7VIbHF6JiD07lJ7iBcXI0ODcTvhup
FazPWas0aoP8FnpQG8aP6pvw3tSD+WMm/GBpm/q7Kpg/J46x4AQceNJ5OUxmzFbcYTh0jtAAGnSa
isXwknrrh5iz9qFCwbuBE2h8T8x3t8ocMvbSTjtz6E/lExJP//eaG5h/iMH9jf8+Y6lXEHkDgebq
8Bn97hhdLhsOeGsDeUuHkTUt4py2LdNDouIfgMHdrKBD5ZzWMhteJSkNez6DMU4yLAAmXlIEWjCR
0BbAcd1UhNOpDTzb21XYegcng/7DJbH8oeljHJO1ZfWAr634Kp3a5TBAcfGxOgHNbQLqa7OOubtz
B9AQy1TMv3y4+ps0t6b71COAMXWZyhRO/oOBabf6+mW4CCMampC2yt87o3UiIfxgVvLD1nn+HSa4
VgDyiav0k5S5gEkvUgxdRXxoEiCwoMG9GTnlm8KpBzWJpgvr34BMkS9K4b125AAy49Ft/UvZ43wi
GRXb6mx0Fdiuyr1JDVR3JGOBt8LqZ/93j8qCMyApzXuuSolJGGLghTIN6R9ry2lTC+XExBZOxxlD
4GWwRHakg7MLluD2sPDZdhj/JH8CwhIMx17g4Bs1TLBBGybSJbCJRYuzkZZUeaA29K517fJdZl7+
0Qfp+hykdfo8kEOOBg30xtL5Bs41SHDLYELLkzaxw2Y4Q/wp7By50QIOacjmrGSCGAwvyC8CsFhl
dVY9ljtr6C0Ciop1Odmi19j1BWZ/T2sYATYzqDCwARpUcAqS1nhAsF8fwrwIv6VVtndOjgCMco7A
odQl9bG3AMAk43BicNDcNUhaXy1BssQtdjU8eMrHKFOP5Wub2/WvDL3x/dyu3Ii47sOdjwCMSftg
WJ8CcfnBdcJkN+Jafl882hRtS4X3458GvppUqI2V+TYqQ/nscyvEXuCq54oU7ztaAjSN6YBG3nYB
L0yVRyMki20Gt+gKFaL6LD0z35LTaHNL9NLdsdCpTqPfNY9UxHgbsiK9+CKng1VBg3MIf/FTa2Jn
iEjiaiDhoJEH7NXCQup8m4xmAi2zeMUHM8UiVPUn9QIedz0ZHHylNYqX0sRZdBB+y/y0NwzkwLKx
DljafJM1h5d3kaND9boEwXRhv8iywlBuyTLGQ5T2rmriguJ+chsyt2jC5T6zOHCPLecrlV7rIDqv
ZpNL3Cebc6etDENFLx3rE1Pt8DozGoidOXDO2VA3X0gch52NeB6l+lB1VOfot1GIuiPlReAILJVL
JgOx04IAWWwbvabLVdUUoUGnDMpQSA0xOvTiOdR9ikLd0gm/Z1MDgcmVkXx6s2/y1ujVpFHrXAIC
JFJwqpiesxeNc3rXOPSKAElsfuIWZKyPY68I1Ta8tnhp3D6xItcIwy+dLKPJaePDvehHAicPKMIA
ZDg1B9gNiYgvM8QXXUWzf9ucJYsj3kaJgXRbqq6eD+xRk31Dxmp6xmGTeO+hzjiU21Ww/ZcmtCB1
GwKgYzHWBnAMLhTSTXP8Uxn0M3gaW4uvn7Gtpaj+Fn2WySd2Hs297itCKl28A/iXzbRmCVTK+a85
N30ZD6FW7bYs+qmnqkBpwl6251VnjRV8zaYx4TSbGbXHOheVE3UN0vLCaOoSL+gUPBnGYIJvoard
6sBqOqQjgYtMXqS9tW9YMrBZAyEaIfZ2D7y9rC5NFml1qNr0OAOpRCflD/ZlJUv+a9JkLMT1NNpH
IHL9qe+W6pGeiRm6j7orokxv3upAyPXMdqN96ttSfq84YPb4ZPsHsWK+2KTrgRqhnzdLT3dIthM0
xwlcyY6ZBNeZYJsH6IHsgjundct311ylPijhTFUMHI29D25JWMNKVC1SWPZo686oUBNtsP3RQRb+
yBAdQNqGZSYzNVQv8jI5vho3CaLbMxGR8om+voPT1fvHuge4tXMTGxOX4zqfDCqceCCXc+uQSHaX
YlI4ByYWV3Q5aAB7n0F4NxvjyW2L8KcewJLrdM6vur0BzgJhyz3gluAtZTzBiVCI8mcwq+o3kOwA
/Jsc+LelOzvboQjJRdN2Z1/NRtA/E6VI7mnjEKrpFCUXJaMK+4zo0XliVRw83/ZfDxPjTpyppYb8
RLb7m6hy9272xcqDl9aPjN/kaWpae59k9nDKy8w+eMJo2b9Z86+FcSy+gKU/2UXA1jaozZ3rM/WY
04KqyxEFfU1ql7ectCUO1erMG4qbQGw7bwmfgUMV7HA7BjI1ObFhS3WPfLmlzXegKaTGfWgUDh7u
enql3RUaWWAnj75WdmR0nv4lfOABoEs7fWRGZBGBoyY/wnZ3gxrb4XTC/QejrTTLYcema9qiYFyY
kjr+r3+j7rx2LMfS7PwqupQAsUG7SV6Kh+TxPvwNEREZSe89n17fqWmNugutnmndDVAooExmZJwg
9/7NWt8KFqJl3VTu8lOGleW5z3XGPfyBWCRIUzKgg84AqMRKoLodlhY0sKN+VCvIbAXybR4Ji3VX
1E3a7JoTbCS09gCdgpFyUQlba6fUUcgLlvdEaABUK6pzT4KQ4akK4EvW5dkgeX9IR/4lFc1/Ijfn
v1QiDpjm/7d65vj5/Vn+t/9++1/e//g7EY3Br/qriEbR/iIATcu20BRNNx+44r+KaPgvRHOZAhWN
DGhc49f8XxEN4haZLaaskc+q6uq/i2jQ1ygyohdZIdULXY6t/ksimgeX+c8SGvPBO+Df/w3jOEwn
i1amHvbmoHuBfUpL7ZlV0Rg+ho+XgIdkDF57trz7rjiktvb+N5/S5d++wN+mWfwBEf9HX/dPnGik
d23HQmJANOIvgI6VuzyWpyJ8Vmhg4L6tzkbXfAZZ5YpQUF5MG7PcwYHt9VvdbTL+B1A+K7H8PCrZ
Pis8e8a8Ks4jLOVRtzas6tZW+s7lSSm0f4BE5+nrn//Z1T+iWf/RH56fyt9+aKbdD3kSRsM+jbeT
/JMYX1n8QU2n0+slTDDhxVXfhfLbnE7Dt8JGKHSX8SIns2NPJ3u+jHazMrOT9B5/8U+PaUa5oAY+
KOrh2Em7Or8zPEntwWlyX4Ux8NAorYoWnNyu/Kh/p+x9EpysW4Yvm+JYfLQ05Y7uw5jxmzVcP89w
Obm83pvcxcVWfmC644QeFEk3XkmrxE294iw5X6aTO60XpE50SA7qjDbaK4NXEkdXpkrl86SOpyna
EL8TKO+iOmXZMzNDRLum9pzWC/wMb8xe7YlAdzSHVoGRDT9nD6vgjETHCqkX3TnbfTDSLHcMio0Y
bYhT39BdoH4WDLxK/vKNFsJAcOrYEcCWRBFSa9d0PkO+KIOVKTZZ88QXHAqna3AWtWIFdylBeo2f
CF1r91IXu3TeaMZGqTYi2ij6ZhoudX+2Qk6+tTxsteGXKGdXlZyeHheQ54PliXdvvkVjgKF2VTIQ
2uBQrL4it38GLGGktIxHaNoAUZyc8F/bNW4YyUCSVR7S3e5F0o+Pa7ebXb0524/Vsq/syoj1MUYf
pkzx+yiEo47O8Kl/y9+95sA3LBAqCygjbcIVB4SSvSoy4dtkQimGDwXj7ZvVp/WlR9l7sW75YFux
lSjO7vHbpHZ+bSuvo0DVFJ7aYD23T2ybVuwWgCTWbgDWJuXHLh3jHlrBHp8NDrpP8bgEVs06M1w+
p8ibTKgIIDodzXQjlmjmHsqS9rLwN9ujZMop2Lfx/NJTqWjpSYhdZ79QLNe+6tNYbzUv22XP9kbd
Gb7tG77sUfSC8tLX6VcR/weI/od+8B8eS39i5E/MT6POsvu9dM8uwa7eKZvorJ2Mo7YrTtOp2BVH
5ZL/B6mMyoP4/4/e5z8lVlD2E5WR8tWKQ/9Sn5rLdC8/IA+sDS85Naf8fb4XXnO0TuX/51c0UVT+
7QkCQho6A37ZvXKWd8Ruvizbeh2d06M4WGdjl53kg9ior9ZJe/rnhxaj/cfv/Q++S/NPeQcDTF9l
UhAjaWf0A1jhMcVS1ymv9ineTVuxy54mdpODk7/MO2Vbb4S3+OmGV2DX+P2Of+fTHm3bXXGwv4H8
HZpLd658pCSXGKxCBgxtwzQFjxQzFAleC7w+t4aWNPoqpi2V3Rdj4lUs4yJePbgauUfnyM6kJHDs
aLMy/6IAHK/x5DJEAz1Xzy5bycRTPPzgJqud1eFU+lfAHBM+lRmA/Mp4qw7qGjF7PR26ga0gjbxf
dWsDYDE6kpM97oP2gDKZsRWLo/n3XCBEctoXbOLz7ylfLT1DVEf8FpCyIodpxlU+0pOxfbU+61t9
svdP7RpDE400jl6myemRih1tI6KOtwaX6AUuJ7s1yYkNjFa7cMsXOKOYoIj0WEtYbmWs4dbCZmJK
kmeuiSol9C11Xee7vv6xOX3L6rf9lrbfWfXeaS9q8TuUt425sZLN9K0ex730jh7LAEEC3W2dg/8I
Nz0Y8x/5C+LwNv7dwq/O3OY7/FreYekOCYMZJ/+aLvIVMSCH1n5KP4Z+FeZuQ+soIN7RBsDpcYJs
IwNKD4C+eTwQ7W8TlNx3fMKBuwk39QuLf1t/3CPaih+SvWn38x6SwPgqbvJNvmbb6El7673UwULB
K5kdy02/Ypjz0rm/mOe7wsfPf7YvfPrKyPHo22jmiNLlWVHdirOXId1WczM/XRcb49h4i6OvFl+9
PmRIK8uDwe+lJ6Te8qo6wAPxGRb+ji770GWqu4pdflAOLaGTrMxt9lZ7+O9fmFU+pBQu2zHdG49c
elvTC3z2rzu+xWqLlhUfIA+/y80N0+51Piun8KNN1519DaEnzi/oDp3wqYig+GalI7OELL7kH3tf
36r35p2HoOav1NOTdbO4TbvBeKt7PJ6G1+SOsQp/yz6BIvFzthcgeqxhi6uieyLbYRWdsf865TNQ
I34pv4EoVixllJs83y2G4Vf5Yo1cpTfD8rWbvJWuzWdyMq71m3Kdz3jjPE5oTzuoXr1iPOp2TuIu
zpNYQZS6SW+mbxweH6a0ilbB7qPb2vzfdLmrwi38yE+PxEY476Cg/P5J+N068uZN7b9Pq+/JQ5R5
SH8lrDneu8/4kp2Ce/82NKuJbwkVyiXd4Xt9/G745nfLjjvLxSnXOvonsoUuRliN+cBlZN0i3fqC
d1i42I+Fo4s9qSp0vegANV5PdvOUF9g0bjx3E3cw3jCdas6xHdsv/GHP26b/YmFavskP+uDeYr1O
pbhSANvRFgu/vVdHgUNuXmMszl1pXR54E5d1jjfbqyLYjQdY/afwGksv5Qdk2cOAxxxAae6Ov0eC
MeztzIOvwiFft5pPMnKs+ZPt48sw2lX6gbt2g1DKT6iWxFZ5VV61je51W91wrHXWblHsnpZtf6pP
OJFepP1yGa/Dt2o4GOfaCA2YyxvZzqzHfJXFJJbQbzpJpgnCwVaN/beI1jXs4mwbyyumwjF7CaQF
6b5nO9W77XQ1tE3T7pfuohIJwIAf8RPiGTNz1QW+4YkOfllPijdOu+q1uKf7cN8d2pRt7IuqvFfm
l51+COnVfAuX9L2VzQ1ryiCGxwkhvX0K599QLovES56zK6qcp5adElZwr4PNb2GafpyU4yY5TuhV
vuzIoQf3ZmYT8AYzJ/olvQ1PEAlfh6zKV2VdfxASfTAZTFYq1kb1QZvjB89c6yf/sd7Nm3qRL/M5
R4vfU+8x1/juPsP37jZcw7eaffPYrWUxsJiqwXpBSaEmVL2+rjdZtwrijzBbG+gNGRpAp+2iFbZW
vdlGKRARN6aEam4Y71bd3frpfuG2pWqOm1U6HPpTd9bfxZ0ip5/fdElsgfljfVS3Clqwh9xqgiz2
GcfnYViHw9ZWCanw9Vv5C+jZUGwES5679SIPX2n7a1a20lv+0r3pV+Rn0oAGmek+xS2OQvsLM7pm
OngAxke8Qb6qIijtL0vvB4UfEzpc8xlSfWIDNYfpUFEKhyI82u0v9DVGCqbCrUb8s9ggt9EzxDCv
RETUvaJCPTJlX2aGPiuJQ9ZY1WSQ2bdc8Ytgr3WXWvErfHPSms6o2VM9s9oUB9R05/oe+OieohfA
+32D+m6V96viobVxhxz5G6UeiwWUEAwE3RDS5bBnUgFUdNS9aXhecp4wpuLv3G58a8FBd+1r8B3+
QkVOEkxEBs1lzt+Z6DlR72fzSpq3g+4D7gHmQ5U5hmuZwYniaBwQmpP/sIuK2rWh3Bb7anR7BNac
c/xMk9/Qu9KLeujQMztqtYmaT03bZ8Eh179s3SFRWhhoP3f0dkrzjECWcR4Qw3GTdqtscnIskGwf
S9dQ0BXtp+xLwf0sVK5nKNaFWEXpS868XEzkTDxxbZoUMJ0vnecXzsar2TFs8wxpr/Unoz+lVwSB
t/TTOFdvWvmRAbxzytf4Xp41xjSho3QvLATLbetON+XjwpnkdavqOXbL2qswXBlQqyMcmkBMENRx
O4UrrJ+4riC7WGO3KjXIPSM5Bq/YxfahokDTGVbydubWW6NIvjCPzubN/BWWV/VuYKqGewISAtje
U38no0EQ6vKqHOWn+qJymS0r1vx0HROo3dmZruO3NnNMODx0dewN2RYBAmHfPg9k+l16xiHBpvtq
Pll+e8mQ4hBN7wa0CZ2T3rsPK8DA5Uvq2q72pv7UVPtYX5F3YeZe76btJtnkbv2lM+R7xnhi7ft7
cc1+JGh8R55w9rMP6jvRDV/x7+QAhoQFCUj85+iAsP4ElEBCn2uslHCD3n/5Vb/a1GQoPKpHYaOq
cPPhRpJQ4mDPbHz5xo/Zgqoir/5nPFuQkoJ02MdBMjqQ9xy51zbCSq7SG1DjZ7Ty3AApIF3X7qGv
nZL2iMzSCXYN7VLbvqiTSyJF5Y/SgCux8B4YCvkhWpQcXXpX6s8+y7yxz49oKj3aaVt5gxznTeXv
P8rvf2kw9p8Lfj19Yvv9Xf5XMJYZDI3+yWisJIQliz//fi7GL/k/czH7LyxqQHio/z79+re5GPmv
pq6hQtNURWUCJhiz/HUuZjD80m0Dg4cwyW8zSeb6q7dMV/5iWAQPWkzUbIzBuvmvjMVURflToBlf
XRbEpQlDGPwpME79facWdBLqIdnMj5EeATQw9Y6HErMRILpaTnFltESexJorqjof2SGpNs/aAuyz
5DS2VKl6ToC6yT8iUizrjP0bKn8v5vFLrXFtfKZ2UMobNDC6+EyrdlSckmQtsAJ4apcdFvaqvwDJ
SQtcxXrjtmrDglLqsmAt14k8RmBqOtB7VdUoygVFE6YUZE2iRRgtxU9Za2irxICt+tS2wE4uolOL
/CDZenYbukHIpBYtmPPDIm2vsPX0F7A2iYQ02EjKV7LitRyU4tS3G2IFDJ0cIymn5GONa2pYAMY2
j49K2LDaEekffEcb4lWdTQJzRjP1SXgnOtFEDDCCbPklKsk6qIkCXxHOGCMRVqADR300ksY1KBma
7aLoimOLlI2ehcRpDfTBKM/pZhmZn+5zRO2Lh4Q0797yMVXNE1E2cbRVG6NskbcSfv2LGSXbHXz8
GOikfsw+wqV6uKBjaTwraMnZI5aRGT/DlUadIBsw71QL862A2bbusRytlbx7WHQSVX8a5c6sfSsP
UfvjOsDAFhoW1hijwrsVTWmhrpJglOCFGiz7fmJkudRJhV5MbkHsTocdsIWwRqiASiCHiC3D4qFo
att/xDucwq6HXp4zM9YOYhgTTNtTpMSyV0G1eYzVoEBzPMek7gQwCRpIDWUB7w7oBX/Sa66JKtjp
eJVhjNaqtDGnhJ5pLKm5ePJo3rMQj5hqTqlee/jwpf6e5xaK7d4yY2pyINdlczGsKkT5YuT642Hp
Bpy5LgwPBA+OHeYLJVZrtWN3yqxcSV9rTS8MTH0BLGVLF6q1sSIR2Sg29N6yfoH9SvXtCKJ6Nuh8
0mp2hpEgSV9JlKD3hZQbpjvYczdyvlvdYVHYpr4rPAna61jJlA5D0eQ9s6bpsXN1gEwZhVcMqao9
I1SSKXLbLheuHZgUs8ZQBPkWCdcYXWAkaMS1kVsmgTkfcgOHQxEq04euRQiRl4rMtDuLXC7nubDQ
VdgiDEIU7zpU/VHGZ7Oxg5gNcTExx/UmQ42puuUCQnzQt2xRB3YxCDM0FtPKW2P1BboDFBf0swrf
+exOWVvZ/MjVTE+OstmgacL5FFpz7hJiDa9QwEHERNlVCXlLrm7oU0PwbwFVndwfhMZ4bFiUchSw
AG0N+9UeZBtnC7COeP4xo6k0vjpTH1HLQg9OZcVJkF6FGNnrweiIKy4r46WyFo1oFmm2rZRmGg2z
eYxYCUoWiGRQsX7FdqnrdnH/oOzueskUOevcbMqNu1hia1pP89hoH5U2081odtuR8wJrVzwFkKto
RZQOMHGX20P2PGAEAh1aYAX1MlT2ULSWLrgFMjhaslXY8W0IwEO/GGh6Xu5t0Mb0iLMR00pqkmlf
whIgz2pMCMED0Gl5rJl16eHnlHIkkYkEYhQmQM0cWNefcqmweHuKOKGojmWDJavZxtqbsMqZg9GA
OLPuZ8xgbyQnSCzUBmgyCKir+U0QoBGv6ymW66e6nGdKVEST2AP6Un/L0V+49aRMWz2N7GYfpGTh
tFMLmRWd23JAYoUILanpfQpMUsZalHCnU0dXZKmmUIiHG/ik8q0Ow+WklYjKoGnbeyNDGdvaZQM3
jC35WWeZS//PaIH0hJhUw16hsI6qitwJKFzv4SJ17ynGhi3sFOxjZdaY2mYcgTDIMDNph/m1mLEs
MpCQTuzEqDBXqAAOWUoVnMFlWjSd+RC+WLMZUq5lLB4AxtdAdJb0Oioje3kUqW+BAvccm4A+Vz7i
28nYkhxJwlTAQ6yd21qtcGZGoFedeR5li76hMY56EpVfKZK/t3RCU8ekqw6PcBHT+a4SNnMULBod
uavnajsXaAMQ3+ryfAzaHnjvCpugxV4UBx4j6CqQxJHwRcQBoov7e6nYKmr8sZX5rQztNmt15Acq
KtAeAhJzCfA8QClQ/sNEAQ15kZfsKU17PpJZMp9Q/iiWA1dD5vGLQkQ9CewsfNGN1JLVjLsGWWWc
dK9zPaYvoQGEweN7kFeBDfB6FYZ6dawrZX7PC2KiRjOtzxg3OBfC0UDJpkQ3qIHSjpiA8IAAgfMH
gMy+1osmuOv6IO1nMpHAiqDBPoagfsdVjYR0OwaK2q5bKaHZQ1EF5nrWpHd0OUzHet3GQtELYuA6
6ziO0bxrUsR76LtRCYMNebM6k/AkTFrNHqvvwnfQts/DjFZHNLN0tCCYrNTRUPdCxwyDhpeHTE3h
JcwWQkto1iWqEljQcd/IPMtsf0cSJH4JqdrECbpOMgrTa2O2yT0dE5wKVcJ0Q8OxgYOXCRA6XOsN
ZVD2riKb8iAA8OwA3tgFcxW+y0tLl9Ev40mdsnkfjHi6c5y3Wz3jAsHjG+8svG80rcpj7UawHcaB
rC9dJJfMtuLBvAnyYmC5CKQd2MuE0zY9OyCz59xIMb1/6oml408DlevIeSMhl6l6ntBMtu/IcZOz
PFWJA77P2o/Jgva8mBmM4h56jqWBhMU8YPBoJvZJjBmPZa8qnwjgOAyQUdzJmpHJsxpS+03FIUPH
EionU03SbZ1SPendQpZnqdknvPDWZyjmnzQDpFsFnYkUUtfXAOR7DFoqKwk2qldsYlgvYvpsGFCM
sQZV0s4DEsNTFuOmr4rsUsc63mlKTTo/+OEBxZRTKUOx6wvT3gwEAuw5jIlBCudoPZS67M9zCKYJ
TPU+UUh0YHlfW3u7jEidNgfzqVVCogfkVhxw25lXCSftq5oGxQ5yAWaegDE4HoGLXsBBrYgX9QVe
w9dw6SDlylhWySFiBSCrylNZLqd5wj8FNVdj4wZ0+ChsStKuX9aJUoH7rfV3oxu+I6i461BogW9m
SbJpFWYU9YOok8rhdzfgjbcaxPIx1+omyZOM83ZWvRZPIMC2epd1sXyoOjYJtpZfZmhV29ak06ri
5GRq8PFriY3UYgXVujXH8qD3xUOTHj1muXUdxheeCY1lYQxHYW0GitAuZZI2J70Pwh/dtJMPDY7A
zcyRS7dlh6lHRPMhCaaKtpzbYuKws/DG5WVE5N+iNC+1nrEeNHSbD1++4FEK+Y6n9m6pDygiJ40L
tNxHfxLhFKOjTnMmTvkymuBT7fxDW7RRoIBFfgTdUk8uIQlepBl0+MQrasIDufHGvlz62eeyDllZ
wqvGmYZJRYqiwWJK1Nh7LYuWbUFaAC2+eKbuTS5dC+EmHfos2mhT8FgC1voMgJY8XLUbyiMoH2KD
cdqkqGUQGzhBPWiACqcARQspgYCeCpw50W9JEt16gRkT8o+zce+SFte9MUjSZ4+uYB9kbX9qNLhQ
YJWq3ud+ZTQL6fI7mlmc65acQ2Nq6mcea2vVTNi30S8x2J0V2827KKAdalkDT6Z6agWyw2VioN5N
YXksDWo3g3JojZQ7/FEjegDkkAk6V5VtoUbXso4qyjL6IapCIikc0MH816hHYR3F1r6t0vh1AI9K
hY3AsRRacZx45/DzMBcr9HaLmTTwbThfaAA1xjIyFiy37Vjp1hmNhSOpwvgIhzrwiXPs97heZH8a
BvUdjfawlduCu0MUuRuSb/MbcPMJdtqMvHJujnkBKi4y8UKqep/7Vt1Oe2Wpz52uKLfK6Al/zFJz
m9uL9Sai9rmIYBogRLMXclMZQC+WHLi1VBxKSq9tqBWZL8t2sYZwDqdECvQ7jPVobbNCvit6/dan
ueHgVQjcHg4Dmq+eA2cqEt7HpnDbaNIceq3mFoZJtjGIk0QNQN7NlCXtqa4JiEN0HMxuA+15Ba2D
zCoQQp4a2g/TOrupLsint37sPmo7yvZGGgugTbngJS/eO9TYVIWLvLbJV8ocC0/Y+JBBym6nLZWf
iME6gEtR9lEc37pBeUAXyoDBeMpDrCbqPbWt6qmIkd6FKC3fOH4/CtwlGMNhrOiC2kZSSB+pMYyJ
ztJ8JO+fPGDzRqY69MSsl7e5rEwSDPmsG42h6SSC9KLYAFj6ociPeLR1l2IA+uZU3XXTYHiu6fPO
6EhukZtH/4sG+XemsQhclCkCL8GAUZ4ZP+UDJG60stHNnBhcUw9DaOMAc8LaSPZFlkmbLtGWzbww
VG/nCuCzpiLhhIcVnMYRFe4KK0/gW6BKdwqwKhZPRKYypWM04fRmgyWrCz9BEFRHqxrTbdGK0dPg
odzp8hFVU2Y8HusxpzViuTRF81VLqvAalpZ0RxKnrxcEnPtOxtwFUbDoyTJAKoDs9LmVIvvT7sfq
GoOMgWQz0iLbSw5TZSa/u8M/6CcZ0rtW7iJc+UHKsibr78DXvlvdDgkTqdKBUUKNu7CMoYQZMMf4
sKBkn8FrMe20w+kGlBpIlqUlW/Irimea3eF9tmb5EkDf2qd6pXlM2PNzG4lkN5cUIdkjDZHTIV+3
BUJCcyxKhq/Tq05f8GqXcfRhqWh+2TabHq8mq1uuGC8UbbYDs6dfy7J/KpXuqjQpetAhmfa2PNWf
yBuXHddMv1HkSn+Pe5ZoD1DtORzK6aXiZXmtiCig5Wio6qKoJzOgkV5qQp682GizY55w7Db00Z8i
oiCwZszeGfCBwdSHdQkAYQ8JgdmsTKNdWFG600wTsxGIn3xC3jzZHRl5uUpKV4Dyo9VK8UaHMmGQ
VIjtIAujWXecw7tKtuZjFzXAF9iZLIbK2RmCZEGhWK4Qzu5RZxIsQ8LnFjMz0w7c9C55H71bhVrg
2oVyglcSeJG5PFdaUXsdnBFOKcYJcdOdObDHn6UhoxnpRlWs4xCbuIZbZlXphHfpuqFsyaS46Fmv
rE1VH15iKIyeUj0uFWFP8BKJEYytvl4H+C+eSltcCePCc4Aff0t+DmFvDRE2mkV4a1yBQ6jSAL+w
Alm/HOnrJVnuL41pwkRLEoPl/jjb+SpSGoGqM6wbYmiyjCgX7WSWxuOVRUYsFPmzloNwE6LvdwJ+
Eo6aDGKTNHGzWUwws1mNLguFfbHlPu/3qNjn62Kb8TVAnLkHu0DvqWgNhUZk7Pjmi13eEjxuaFVN
4ak+GVWrebaM9FNJTact5f6JpJ+MRUIsPcG1zG+yjGUN2nDA4L3WP8Z0XlZFRYZ4XATSXtLVFlul
LOJNbYXhucVyvsYs9wtvWLQHljmDlyYoDe6Z9kP8m+YGSpli6WRAuMvyhkD1mKINqk0UegwtbYI1
aWv1hcjL1Oz1N9Vaqs9sqdmFWUwaXeY2LaGcor40TcUWlzYISqSZPrZvsR5uzDDFycHg80smK4Jt
hmR4QOQE5Q3GMTJPIefWczPsZIroVQeuzyVVw17Ruha7TG771zxpHpjSUVxamAXrTMEiKZtG8MKV
TLS0JtLPRAuQeC1Ic0v0h9TyZbKXMaBsBhkPkhQjZa0trWDN3SOAoAKmYTSK7BDF8rDXRyGvmWYp
6CQWaTcqyZE97uAV2G1QPWH7AQxdkMMYkqQNI1vGUB3w+bbLhIGyD9+ZpYR+u+BzyhQmdugM7PwS
T7HCNi/qkde0zewKzfhsoop41JHYq3qq6KHLRbM8xea9jZO6eCPadD7KVZ9uVByuKyIIuosxFfFx
ngve1KlAdF/Mha9XEfLpwBg+8NEjs1dgO4NVtubzBBn+lXS+0Sc6vHzSiW9SHRgpzTFDz7cKCA47
17M2r7lAkEyh8PslYOAFTgd/wcX4lr4TajPd2sT6FZjqcsinZdyqEWMZp8IytTbz0PJjgi49ldAi
59HeH0XDnhfOwuBLBZpfEUpWwzxnrAu04YXlJZokXZmZMgdTxXg1kjm+R4C4Ef6Wxlru9OXURYWI
oWHJRD0JSEhY9EDsNUu3l+Cj3KJ+mQ52imMkA2HgjPg1MTEN2F8l4mf8ruA2hAiGV5W+3Z+qAUa4
KB+qtwRT5AOl0yZmg0BnSUkRqDVuPlVjlyKQBtOfAghlOt+vU6sbnxXkz3i6NU3CzmNBDWj6KLhi
/5w9qYsWhCz2Y8yZkrDCnaRJ4CMlzr/HbJfZBAMdscX/p0curvYKb1fZNytN1kjBMhTDwyLQ3xnD
T/WmtSZEQLy+UOwTOVurIW3touYkyBNxSnMUNR5mL9TxZJ63XyIH+UQZ2iufUttFT2JOyerkphmf
H4EGjKJKay3mCYKpghxQNh58ML2ZqKJrwfAnmAz01WSEJohT5s8xzNRTP1JvqrNORSlZ093q5czL
sQP9lBCMfsmxovPHMJUPdLKk1jNhvuqYVg4DL7FC444BwRKR8RKWdOqQ47SzXJsDG/Up3AohMR7v
dQbGikw8DgmW2jrpI7yoQFAIqmyvkJ0Q7vN00qcapJIJaNEiUD9yAZahiik6SIQuXtthAmzZ9uBY
a7Leuno54J2jPyFZkjEjuQEE9W0obX+suD9ISVutmBp9Ww28NH7g2AjMRrkseBEQBCo1kv5x8aMk
lZE7LSnEBpAt5JA1vuB5xMw/IJaaSRGFLMpowXrRJw70icuVmqVCoF/uqvhxUWTSVa1YQ1K8Pg0C
7Qna2zCU3nGuUDlB03vPk/pXCNuHYYWlUIEkcLp1NT/PxFY99LvTnTKidnSGmezqte4utXi9Hbu0
stUYpKiicMf4ePNpeUVKXyXy6neXKdnrksQb1eDQFBpj8ahnqDMAYiIeOo5p+wutYetvKJ9zzXFB
Y26sObbvk848QsOR6TJMOy5dTR0ot0BPIYFc4wFeW4rbjCdZfmuKcHqpI61zG5k8Nwbm0Uo0TDoa
aYkvzRhVh9AwgqOwNOHVin5jhv5cs+v1K0l6NmbDOAVWzWKf8DbepxgC62RdoMfvMTlNJ8Y2Fk8a
vSh5W8cU3sF3p3Mg9mY1eWbCRAFvGW0Qho9tFdKRqjMZNvo0Dl5HhMXNSlLrQ1Gg/46qTeWG3XqL
77n90AYVbXSgqrTapFttMQrftZSAimVO8b039ejrNHubYCklRiiz6rMysS8CV+pemHmAkSw1z4Vh
P0j4Q3uTjR7lW5WMt1LnpRwXS3EiPexeggTxB60QXt70ccjqKTCaXBmZrhk5dgow0BBbY4mXuFbV
diPP4EthZI/rpGoxevfYR8la0D8shQFrOSOBGAGYObVSSF8tI4GrMCVSYQEX82UYo5Vy1V5C4Bfr
FpTjETj4+BQqNlwm7D8oZbWYKdosNF9a6j/Oc2KKwSReRivqPbw8zQaQr/HEIqpcVwzsdp1mxpvO
FqSDtoaxzRWGwUGZHkYBhWeymEjrJdmPipwHhyYbl10/UEwWfFs/i2Wix8OpDXXWJI/ejHFBKqHt
TaTG3aYy4lxLeuFL8Rg8o/xmUpuATlzmCLWLsjTjk4k4FJEUENR9m2kdvcTAmzDMCsqqP8B8gW4c
YTjOMhfdiGSIJKYZ5bQir6iQBaq3pBLUdlLjqCxrjizBGLqQJnXKUkMNvSpGQh2W7bvZaeWVi4Qg
xskicsfiVvH0iSkSPELG3G1vXmTN4nDAhlCQ3mknYIirIyB+ZnFyf9LV9B4Aa7oYbaDsGUgEBDmB
ygByVcYn5rrkbNZ9/NRVM6Zf+OkcYhJoe82qYQn0TNfxp8VP8dDd+yDLz2Vsdye+EeqjVgmotbNp
gJJgMN2EolBy68/leiBG2rG7rDwOFbZa9EZ08OypjtaQFxe7s/RPNZKYeDLymG4Jgd6AYy0oJVi7
NiTXmge2LlgTrR5WMB7oL2nuP4u0Th9ZyVHzwmAqCQEti+jcCZRZxoP8VlVchbiCDHZyJbCBdAF+
S99ku4sMILBRYQhnDH8JQR6TK35RJBshldDGqtUr1Inxu86J7JkHW2J61rzZKs2IIxs1wYp9+0WW
7rilvZsZRlIkmXZGtB5738ooj6pBtQ+SEMUVAGZCYbVlnjwVAxyiM74Qw5umAWuMV3ZckGIXD5Au
l19QVVeWyvktqcP/zd6Z7ciNZNn2Vwr1zgRppHG4QL+406eYR4WkFyIUkjjPM7/+LirzVoYzpHAo
G/3QwEUVsjszS04n3cxods7ea7P/d2JDf+BgbxoXWZqbT2NkeVW4Lv0uy9c1r00NbdEgw7UAUte8
pE1LRUURPT0YW0YWEAzLaeTHrGxho2IXM0py2JOCA5ZREV8l21C8YDh3aNI2Aje90WnsCwNP3IGz
E5Xbplbvb4dcI5l5kB3KWyeUjbqilQGuXCQ4fP1e6Hd1Uyb5toZ9/5hXvOGpVOalOwxjdkMnLtvm
g+mfKbTB/ENYZmGD3KY2R5ewFvtza2CWQ1jY8/dZCwWSdw85VvzQT23jIy+dFPuM6lh7y5JJfUGz
UeQpqShR7JTJvTLWwYslnduumKwvI82hjQh6ciUy+wb3K3VI0POJW9PruAtTU++ZBN54oeUTWJFM
q/UHRQjSSSbiHw9FUhnthUy8/FueGf2t2klmfceJrT8oniVvq9g3PoZBr6uHNioisu3rBM0QGRRI
HBObfLTJybsro++CCVNaUDoPsWFXVHXAlMln3VAQQPWEOtUbw8EYTxYQbQXWX46vyaDzEAFaUtkx
GyMuruqgUahI4QG7B8wNgiiyDLV7DJy6Ug5JY/jBS6MYLYc0hdFDCMrIEaXOv4vON6K9afBcJ110
193ohzsyZSjeaF2dfRp5eW3NOEZMljYSpV4O7w5hQBuC8A+JQiccrHsITUVueWDivFHUCn0YsBIz
EV+NngV9XhJlRdIG575yb+Omu5IcFQ5D07df2PIS/KRXc5e5TlxYsw0cwgC5lIwriDFUi/Oph9NZ
GkQnh4QfVMJI12qnj98dXgT3qXCI2EFWYD5CBDNusdnhx4A88zD1vf2kEpu2cZQQBFgf08klVy24
AGUD64F+9UsuC+gjgPtZuVq9340lrVpa75LEBUBEFyaOKqpeJZVfvO6UgKyu1792dZnuu5LmVNzX
T0bXspjq5ZnMSyzxdVqXD81AqDEednIwg0R163reXgER/JTnw7NPlv15aGqES0eyQeloA6fw4JSt
Qp/dLis0aUgBm00RNZSEq948U73O3pUZU7bv2PWmjKI1ZPv8lgxgsQ8UM78EgMgQVkiygcnQZK6p
IVsQ7AwuQ2blIbW0p2QIxGeM2tqXCHTcFqdt8DB0o3nlVOjXCodeSpkRA9SR9by3pih+sOJuOtCb
uWfbLRDDk+i4Q5PAT0xiyCXOZLpYbQdHQQ91e8/ot+5bosceTYSpt3bemk+YoXnNhhCU3VYpsFH7
HRqGkLSMNUuUeoVqRscGlXdPdlHHDz4hIpeqGDoX2UN+qZv6IyuSeJjxmWctIQnoyRrOrILkIXqG
+pygGM1xqKLBkD2XpydT5nir2jO1t6x7JSHZeeygoZbq12H0e+BfIUUHjWrrWaZO0Bh16dBeDLWN
zKGeQdIkwjP2M1QhFOJKum4rVVPJAYX8G9uWva9VMzjEWOc5ceuluZ1YvNYDi+6HuPembWPhLPdx
b86Lo7+yO1PcEY6Vr8lUyx9GS7dA0nTYEtjazJMuTq7KHDGAaQYFdCKd6eWDZWa11Mmmw2h9WWml
2FBY+kLUvMk2FMf8OrGrgZDtjubuiDcgT2W9Z3qJPa1qCZOITXzCQCSubrLvRttzNpA5QDuaWK/0
tv0QJEn4vckHzUaUSqSV0w1i9gHnXwYyxO97lgDkfI720GVN9x2dwvC9dHJrnyqgHmjx3Rl6WwLt
8IYLRTDNSBK684V2E1ktkfWOt+GtABVV6Mkh9hzkjmgbbVGiOOQ7wEqBoHhNK6p0FYn+RFf0eDX7
We+iaMSdkwwvYxw8d5ZO0Q2OHDzRJH4wiWPEclaXN9Qtu35bVGwuvFq78G182huDjJlzZxhQEZdG
rm/nKuxKsWixhrw/95XIwBp1Vk03eKAXMAywAFUDeFKs58F57Ecf7SAItDUSkeZDnCdUno1YPjA0
kCOWRgyI1jT3JLji0+pKvlI3WRct+jGKflJs7WxCAJ+i6VTVCZZml+ogi0sHuh70U+fSMRz9pkyj
Hezeyh11tX9m1CvuxA7tPsq7eNM4KE4CMqhI84TGD80K2kfbGM8DPYO9qc9sng4ULU7trLj3lTi4
p1XUP0hq9Iew9hDcNx07hDLG8SKBZmFOCzPxlNNKICTB+ajWnnlmeY5xXuWdgZnZD75R/aAeGxCG
oa15CWU0V/JeBl9zI8Ua4YXplF3YMDh3TVwdco05i53eiK8HxZ/qC1Q45tYP8b5v6xDzN9z+CL80
NjVGGe2qeirvGS3ep6YBe74KmkC/rlqzoZxnCBr3ih6AeKN5vHcmYR20meQaK4a5V8wpWhd61FyY
ZtiGH1LAU2fq5OOvsSu5i4nX2tSOwC/WNNUllBbp7SraLSMEIDXTzkgHCwxSq4reJxg8NrBY0jCN
iDcWgI7OphLlxpYOCTJw05ouyJ5D6QwVsIIaMZl6+ClSqWbjFlSGsN81RKg131O7xfLnaaibVv2Y
lNEtQcSiwSdYygcrR5XngqVvQSN1HGrUDwZmb/tWs0jHuFAAN3BSp7nbhRsnBVs+UbYiKeEs9wep
PPQ69OTLNkZ1dG6kOqxMjPL4Fao4SJsvzSgM5RotWeLf0srt4SGUhtG8jIbTxcjAQkVJP05K6eGq
0Gwwjyi7qcur8ILIFrOCZ6dQtfh7AMgL5CFpcC7zadpLdrBnrSyndDUWlDWMriRdnaTWq0wM01q1
UV6HFJfvqcfA+daQFp4TVjZeqcz5fWDXVXAYPYIg3EZDPTM4hb/RypRY4RbVexeqjtuqhnffIP7N
yFTG00GkqxZfRLTKv1NLqj5b5qg/S0UmFsUzYcZuFo3DNyoU49ep6LWzBrv1c6fpjXXWp3mR3OQj
h61tRh60cTbkJWNurKX4WoSBsi5yjAkWyihaNl6DmNOLFQASsh+/mwHHpcEwYJAPI6lugJQ6R24G
2kfYOmypbRubM1Hqt8Ve8i4ZNmleSV6FLe2Gu0b1xHd7MLtDBSZqHw8kHwC0qEaPEgVCzBz+JmW2
W0m2UkNonyAUc01TAiiwDIvcd5s0iiBAAbsIxce21OA3rwctHiD3GFVANQ0CX9V2D0ps5sl1Siqm
jyhOH622vIEMMyrY5BJw6hxAwO1bVzDUrfjMdpzYgeDXh2yxbbtp7wxREBSKvFCVaPbRifiU/IMW
dAUPJgjz3egPyZNVidp2m6IdateyvP6KknZPiLqVkYJ6F+hVAz/F/0wjofuU5YTEg5GZM3h1hyrS
6GokJdXBJh+N1H9icUzip7rm8KWqRp3sSSurZtJg7hF92zkadYVMgcK9UhOIqZw5dN1vNp2dV911
RGhm/ICGSG9wChRep9z8e1Yi/w/Isa//t6V9qGwQLQff7K+V2Q9t+uVfl89oPP81/uvyG9rqI432
fz7hT6G2lH/owkRVbQlam6iu8Y/+KdTm36BIM/j9aGtYlqUj7ubDmuC//i3MP2bRtOHwXVTL0uaI
jr+U2vO/0g0Ik7rke6qaNH9HqX1s3WVXNOuzdRV8gkAormsLC68m0skpZTuD29GAttD6+jz4GOnx
F3rp1c7JtWHLhv3V4/oJvWApDv9xVYs8Eg3IkqDcvrgq/yA0R5BTVA1nLztC9VWgJ2eU8eEkGfgo
q3w2oVDeTZMbX5LFV6dpeA4f5zHKnNZ1CLYkz4ve4++P6/91I9ZEev/rwXr5nHwNu+fjjJr5j/w5
Oi3oGtLiATNqVZ1+wX/wGpb4AzqGiSdghnDRQPjbRmD9gbJaN4g61/kRhWnxh/4anYr6BzQOSXiN
KQ3+oOkI578xPudxbnAVsvkcy7YdY7YZvOJshOMwhmbdqC57Y8e8yzlBrNFLwtVLML1YVRWea86J
4cm0e2X0tgzL1nQ8CzRobOpVwliMTo9kgQx9MjqOMotdjYRZjKyi2bz6GX4yCayfXsaQUtWYCpqp
LVAemleAgOsD1Z3zHYSlb3RvD0V0AEABAin8lMdPcbIvEPMmZ+W0KZ11CC8vpsu8Gv1D+Yg1WrHO
zOSqUIihXIN/bfAAYo3iSGDQYFxPBfsCCkEup1rOXER9JtoGVYt9oV3BTrDyTd+dz0LzamXiOAsw
Oq+j5/ir/gwEhAmmKBsVRBmmCuAGL+NL2eMqcOkfGJjdTeGG07nlXECLm8C3Dj0nBeJGN1ZHmc/1
1u8/rcU69eM34fUOuQXeiyEFI+71OOgr9p9axzgoBd1TNSYyvoe5BQnyLiY0dC0nf1iPk3n7/mV/
9hsZluagpbVM09AXl02yAsaQz2VBmg5bzrVUrJy6OIFr0I/RAn+OOEsIbgwmzWyXOb67rhZkexn0
lQMLUJlbWq6R7YL6sndy7JFgwFYF2Fizek6zD3VypcnrlAWSbB2b4T/iuVgPq8o4aKi0gWXdVM4T
IR3rTL22xJlmcVC7Dsl0J0nyMPSfRv3RTCnsdp/89mqIv3TZifnz09uxVds0eHRinkXHt1ONgTWk
FpxL315r5jX6JLAt0TbwL/pRxYgKDSCaWQPJGl+nOxBJJ/ubSPK3jGRktfaOdORU3QbleTI9y/C7
Ehy60nATC+JrTRXkIqnqTdEf4nITtK4VXTmGK3WIkdXc/rw1W+SU7Lvaw/ujYfYs/U2A+PNnsk1L
ZS1kEGrL1xbWIg9TgTm5BMhyui6nLS2ogfKFB5mr7ZgtpXFi3GszsWN5TYc+ryNZpAEKLp6lLonT
yoQkP84A9hA+J2HsXQXSQF9fsOsrUQWGcbvPQUuj/deDnT1Z7vu3PQ/yxVcwCAozTSmB0RvLhSqn
Jm5VmTm4LfpBIH0Xel1t4GG9kPeq7n7/WrZFf4ndCNPdWdyuoVitikZvcu0QYR7pPqptWUgEc4R9
vdpt37/a/GnLO3MQivCiAgWoqfP0f/V2GQtyoITkQqLRL6Bh4xZAy7hKhYR5kVQfSDRaRyQC2ZF9
Ysr/ZGHh/WmxwTMlL1m5eK8NA4HfZUO8D7U1wBBGE+3GzvRPvGN+chVe7I7JPJx3issBi3JTZAb3
6AZkja7arKQBZejjifHxY5O4eIxStRyHdxm+Q/XHm+7VY4xDPc/0FqUF7paNTVsUpVuw0VsNDgFN
JBji15kSo98dUEgoTX9ikf7Ju0FiJTQMFk6D7cr8719dfnJ6KvFo4FyqKrPw4blsEHOpY4cJoh7H
M1+GLiP4xFV/shhIbd7DwhLjqsudCVVdBJWJP6E1HeJdIDR6Lg5WC9BBCDdoK3jF6v3R+tMrsqpa
6o89szovFa/uM9bK2CffZnKjnF6eQWeYGoSHy3xKtXWh0BwmDts/8eP+ZPL/gKzJ2c/Jf+Yv9eqi
hZdiHOuG0U21a1kBaPFNaFWdk38fSWJ5/wZ/ei005/O8ZzLOqLfX1/KMPlDimGvRhNuSxaxs8oHz
gRmBxBkV7cQU/NnVuJJK8J0qWG0Wj9NrwsRPGCBu3D52o+hRTeT08Ua66BPO6vdv7Wcz0ZSYLYXJ
f1lIj29NV/2B/jSnfBEizRY47yD/oLl6/ypvb0mouqXp2HcNcKzOYkvZ+lPvq6CzXTzfxkYmn7su
/jKSxmIIPTzxZnqzdgLkk4bhGLY0TIO30/EdhaWjt32N2tkhpnyFGa3fE1gI2iRWP4y1AzBfmw51
jGfCDM7ev01t3g8dLThc26TSLSzg7yzci9UzGLH30habNxjhy1QBV+agSIJST5sxR4qlllh6gGEg
HyaMjLpwNdWPiFZOTY43M5LvwVnTEhzFbXami1/VGxDC131FuPjUfBXMjk2hGrvRi3exQAQaKvQX
/8Gtsx1lI0CmKD7txU8clfaUDh1ZNTr5M6tZTdaXzi2ZhtjyHIMUx1Dchm3erxxZ2jRDjO9Z51DX
BKN64pvMV1r8CLgdJKc/uOhQqBfHJJXQDaoaeC7QRLWbMG1mD6dypkYl2mJbXs81Mepqur11VBBZ
Q69sOtU+k05wpRhdcGLT+eYlwIGTQyJtfV01WI8XLwEggXS9tWhCNlj49PmCeTVel0BLy74ysVMF
Z2kRfH//GRhvprVDL8MRBr89pQxrPle/XrGEbxLnE9qjq5Lb2abfOw4Ivv8xL74xZ6BtyBW+Hw9u
QrAhltOZPqTmlRFfqfXnpPvQtgehfA7AiM2hYsXqNpwRZv3eB2hMtJ2V7XBjxPIbxg0YLwY8puTe
C/BCbQpxyP0P0fipCyif3/bx5VBfv39r2o/17/j3Zac7b/ygDLB5louRNimmFuEX43VT7Q31TOH0
acmvo32Tokio6k9lhkDdvPbGhzw592xOrQ+weNAppAFHGHlV9R80tPR+eWugtgmbj2a7a6yPdrHP
ONbmO4zmo7Mtyx1KITgUnUv2NwZWou78TUlQZr+pmkNeb2W/9aJDol8wsrP2VvG/iuSyE+d68Zxn
l1DSPg3xXqcQa7qteatrUD1c/ePwKRHbtnnqgvskuUK8JdsL+BmmhLMhg49D+LGbsJTQSL6fjIMO
nikkYg9/J9bXzXg3WxCmldojem/Qvd00pLlAMy8fc0Dj9C+zh/4lwhUV3mUegQs7koa8yBWPFl18
9SaYrtiO436jj1lPJEG6aJs5Zkv9HAuDLfHnQrqiM9I/Wt592a5t68LqdmxfFPswb0WRxJTWOaJX
sjS7T5hRBzxE6Pga4IcubMwL6a3N9loV2zSGgkIq9CpVznDuRTjytZvAi7dhc5i6L2nwZcg2o7VC
gKROe6PaWilsFggyGtx2W39WzcvyECP2xa/cbbzhHEyoJqEiHoZZ7H/iDf92wWRMWcx5SkuqypH3
eL7YvJ3SDMq8G+Q63WIN8kzlRxufhPguSggJYV0/8U782RQ12f9Km5KOYWuLEwUK/bwi0443L//P
Ou3o0NkJDq0T0+VHVWg5XdiZqXPZ1uYssVgKZhVQibF2dPvuGsEgDmBTEEE1s1ymF1Cetvq5qB7G
9m4wvurGtxqPZgcCDUOmUA9B7WIPypBLYDLt3NbeYDltwo10dv3sVQjWWu2a9scIh3/WbrruY3A7
93bvlPO0BpC0IsHylkOLIVYt20CwVv6ZdZni9jC3wXlz2UgX63XOh5drZ4ek56q8F7DUkrUJeih0
iRXJbykp5AQhazv/qksuinaf6lsnXR0Ai2XZKnnpmgc7vM/Az4zfp62vbugzg3DCM86kp0m0GkuE
FGGyVuVTMb3gJZTeeQ25pnPt8SrEeVbjO/tYVVdFsBcaXgB36O6pCNjWiiC9Zti1k9v1l4R2TCRd
Yewtt4Z9Vtef0Bo0t970lCePqTGsDGZZp322cfw3aX/WkLnQwQ81lWecEkZBBh/lMPSzVXnTpWd5
u7doz49f3//F3+y1ODNSuqfGwRI5/9/jodzkTWKVOAzd3oxKV4bdi6wAvinSOJ88FA+/fzVtLpcD
dLE5cyxGlzAzo6tRukFaBzZhUMXrS2BNpGJpboa3/f2rvT3RUfKlFmU7gFuYsXM/5PV7rYrruZ80
jhhLbaQhKfYNX0fvjvoZVxkjz4ytAX8feTa1do/ORZ54/cxPbzGb2Cazl5WazfP9URZ5deyIrCIP
2pj7HQg8W8dJiIZSOPWJWfuT31CAXBEm5o75oS5ecYK8VN1A/OqmliQbu7Jm3xxeHc0jtIPYmBOP
9e0eZb4WdRwMzZKaw2LHFJW5k7YdeM4qN9EBKmeOSoWLgwiUusz1MtT9lh0UJ9bc5U2ScmBQzKYi
T0Ee2c9yzS088qExcLp61n8q8h6Ts30ppi9lHSonbnB5JuBSXEawJZ6bU1jKjodNRJyGj6eAirPm
tJe8+YoYGZJZOo+zIEF4Z11YuZYejtv3x+vytTIX7G1ujbK9ztbvx3nh1WghN0sXKKFrHFwsgmXa
kldBkBGdV4gGVk/EnWKduOSbKWJrvMgcyUGEHTCn8sUU0QMVfElHwnIhC9r9SnWJPc61eiJYWiXe
ELm8imlO79q2BHY9ab85dLm8w+nHpuTCxpMz2PGjDgkkzJXYyV0HnxYBsBhFcnY01UgZoJmcu/cf
8NsxJOn28P6kjsQ2d/neFro0cSdAYySEsN2oyJpJqkesDeBpgwBhOvHOfvN78oHMEcJAqB/TTFrc
HObmZmJ7CQnTHirEYhA0LRTTbolfZl0V7fc4zcMTY/dHweb1kmMLnQ0JpQC25gCy5GKe4IRUNPKx
Uze3b6ZwiwZgo3oXdvVolbACK2WlFuzjULpViNgckIDoytIL/ob2+tR/juPtpIDhAzz5OegekYMg
YtiG6F9kcdHml/x1zKNN73AQJawXfiX/W6e4abVHPgP7ER8gwT+w4yUHlj+qkO+meRdT/vibvyX3
admUB9iGzQXlxX2Sx4GAwo4zksWqe6+vlHVZGHgkB0CM0iz0EwP1zZpAZYVBMzc3HId6wfxbv5qb
Q1+M5kAkB2IWDmdoDXmtO8iHC7FJkuT7pBPIWqvhTZcZN+/f6E+vrHF5tpz6XMQ6vvKkIQZt8jIk
Aiz+Fgxav7FIeyacK1B2BAdsSbMglQ5NuHPiwm9my3zLlOmoY/PKNsRiaWhFGNd6GYX0DtXdqPqY
K0OLI9BIPFaRniryvmkR2DxbnqtmzBURKqGL2ZJI4P2ymQaM4PWcc+MSSWLu05oQr94cr8i622ZO
l13RvvJdM6lzFxvnidnzo2B9PHvoj9ClpAbMd6FFcvyw9cKSQ1oNxP8hu0lBfqkKmtRHrWOPKCDI
G+FGRWG7VzX/oVPoadL3DA8GcMssOTDgJ0KDPDVG6bwZYyR8wNYEdlQsUkgcmSDZfUC/iFAU1bxx
ygPHbU6HGLlbzUOghFQq2nrlMy0RmK9MJv7KJNSgmpCG20E2m5IPfbhtsBSyD1npBRe78PhoMHCg
aU6M+Z/9JHL+9VlHaB1S4T9+Gl2k2YR0y47i8FWoDehVZdqcJxwP8Jdp6z5TV1A3pFv58jZvaixk
MghO/CTL3cZ83mEPRWtfhcMHJe/4O6ieDHG2sUHXukRZTeDRBhuYavfBGiwfwzQwXF/Zvj/l3o58
XsLSlkLTfzRMF1MusZHvNSQCu1MzuW0LuBZfGRgNg2KFoZ54S9Ba4BaOBh3KFV4Ps3CBy/KCOr7F
Pmvx0ip946q3+kt+x9qifoClY46b2L/FVeONG/5WeckwHdFkrNy8vegoxdSrgZzveEVmkPo4nZNq
lLla6qbwoORX/toOT61zjdQrKne2BtqzYcHGXao/z7Z9hpCyFpLC54FcBjyrSbXJxF0+fhpAyJJG
hG0pp1OprFN1zXGFvyJbxvOGDTxqV0Tk1KkbBS4Cv1JSE9hIsSZ7yM5cq93PzlICHfS9Eu5qCgzB
FtRCKXdetMZ4M++FPbw9q+xGv55uGuy70Sp5sJ7gRqMLCGBbK3st20PIdoyd4X/NbMyrOyrC05XD
Qatb05Wg1CTuTd/NzT026MS5KuS2IsgoWjfE3aiHot422i5TgTtcgUolkKl0sIjt+IeAPsBxTGI3
NgfYijOntd9Gn+voWvfPQCiHK2jJwYW4Gj7234lz/Sx2ykX2DXBfF8uNL68hFfXjRa436Nu3MXTY
8QVQShG/hOltikEZSPYNckdfO0PlCAyf/DLna3A5nVih37wa5oEz8ycdlR0rvbHjgaMkGio7b2Lg
1ET11U6Bq9+i1KITBa8NenA2AXVch5bwXWhl5uH9WfJ27/jj8qg+5tYDEpd5XL96J4YyH7A+a40r
1WyTE5QGN8Ltx26nYJPm15J0WDrspMjFadt3afq7RwKub9KgpxJjGTYl9OPra9xwZFY+Q42c+TQI
GtTN7T0WfGoV2XDiYm/WIbbklF8k7yZ1Xo4WawI5d1Zj1fg+I6Py9/XoXVI33xaYSVf6mDz7DYMh
GsvuxOog5sPbYnHgukh4bN6LNgX645tM47CsMHk0bhqhYtY6wqeNDHU0pE5jx6qdnodSn5UJ2pqu
/nDdJGRnK12orelcTm7KNm2TJ8E5gRO1m7XiG5pt+4x9myD+QHZk84YKVb+w8dbNTCd+f4y8fWps
IRic8+beUJE+HX97/HGiUxzySTqlPK9kizkQ1XDPnrGtk9kMnz/10YlD9/xLHD8xrinAvM0CB+nY
i7cWXmC7hlxYsk0r4SrLYWea7VlXinPaKwrLanpKBPXmfaGjbKDC7CCAFBxQF3fZERhKYQOhEuWI
5ixRviRQ1uy+Va76sXz43Sc6d2gQd83DUENWefxEwzzvaiusclfhXbQrVWpksG1YZwgHsFo38x3n
jG1xduKV+PahMvZUjTewsE0KkIszsRPOhtgsx3AsuhKDZr1BBKPuEk+MwB0AA0YE4L1/p2+3HzoD
Zq5E0qCmIWjPU+PV+pLJWoN2FOeuNnRQxBtqf31HpdGcWu+QCXTsjZmQrVbMKZKtKEFY9cG60+Lf
XmZRqc7aKY6pjiGW5zicdKA0Sp1s1lhA+MLUTNo0eM0wXXslkRslQ3gw4XDL6fb9R/B2YB1fefHU
8XS2Fswkrmy51mB7m45YcIy+0tr40YnH/fZlcnytxbQpqApbLGepW5fK59HmqB+0OuJEf6U3V1Nz
YYio3GqS5tz792i8ma5cl2WVpYB2LzrM4185DTGVF21AaQ6E77oda1yuSuaf2Mv+7EmyreeIwYsC
reJiivqTjHwlEJmLCX1OoTEx2fSQB/0Qh2twSgLwk6GLInrWQ3JK/cGOPr6pCNuBM+X486MheQnN
+DsGF5xmmnfZ8+bIvXKTs6cOEss60A/09zQoD+8/VvF2Vzl/BckCqAPLRm94/BX8ihYiL0eINd3n
IpiL3JkV0E2Psgt8+xBfqi48zyE3rhpDezZGBT8/5XmIdCSnY9m4gEBqr7lEtWlbCZ05Ys9pz2nH
gYLcH5rnb79h+cKWmIUhHL14bMdfuNVlpGuIVd0gUq6LDrCubxRbs4rdxBy3VKp6MsQIAXv/Ob0Z
GAZdX6pBSGQphEtzsYeyFQ8nXx3F7uz33sLC/Kz0w9oxrCed2PR/cjGgJsjUOclTozm+xdyzMS7W
QQz1oZpjg2M6DbH2qS3AHtJN/d07Q7UIJp3DG/DyNwJg1ERqXwW0ISCAfqlKkuEL29lhxXYzDa7n
719s1oGxF9Xnevvizry6xWOMcdmldEmCr7mTntGtQKikqyE0v79/sTcvI+xf1uxEoHjJcrzc+I3K
gNQMP7YLbJWiU0TWQ+nYz7NRV0ut7pAGvXlildJOXXPxMlJAzFldSDXE9lAkwATZ5QV5DHHWqh/b
miSIaaC5TCRHrJnDmmxhcouFcxazdV9ngEkmDmfmoBjnlmfDRtGtE2qSNzstngktfOo0tHFMdSkf
G0bgBpQjAYoUtkLAk55ci+ZLmXsQi1syT+Pgxk764sQqM/+sR3stJDcEymOBEIwy/M7HAzodTGyn
IgFVyEQ6JMr0Be7DqdL/j+bm31exqQbpJsStWeI/D+SlxslGEeQLATs1ToJiq4Y5ctuAyrSa9rf4
8IovGLxv8VJq+1GB+tY62tc6bj+OxnQeBFDAlH4qZljTMwtvceiJH14Vmn5fV7ih3h+Zxy/RP78p
3AA2CZTrGOaL1QSidNV7ShBRlTQvdSe9akoPekvtR4eCM66jfwpC/wLbiHHi59eOfwmuLKieU0yf
ow8wGi8r6UHmGy2dIOZE2OwjOAlEXo77qkySLRYgsVPRKtcSna+n+eFmHIJNCFY0P2Syqj77/fTh
/QexOBz++D6mQ/1kfq2jaJSLF+4QKb2lQih3geyYrl6SB2O7im9VG6em2u7n+W5qnI/oYYilhZB6
Yr4eT9e/Lk/RyMBzwS55qWsMvZZslYjLdzVaA4zwDwpw10lRbzB34sPvlOHEFY8n4P+7Iqc0SStV
f3NQKwaIj7QUIvwWwl8XmTNcE9wz5TbgxWDU92UHdQf2w58j7v+b2P6Nz+zVmHOfm+d/fcuasBmv
ntNv//VvLEHP9SJYZP4TfweLUL/GYsZvb5Nsy3z506/mOH/wwkf/Tt+JZeVHRfEvv5r1x49WLdUM
YOeOps0a8b8cQeoftqTUMluJyCOZtye/lbgrjqerQq4v/WCbZeJ4wcw6K0im2NMPME5Cogig/awg
Qqd31tiSsuvAx0drIZQnc+hIDatAGtF5KePD5Nva7TApOdjKpgLnBRUy6cGYwvtKgf8GTSMuvUKz
n4u27g+BChho49lpth61mU9l9GETQjiHt/Hqqd/8uQy/DvH9oUn7e3X++1YW5R8nrR2UlS3lw4Tt
7moE5P+ttghzWHlSMQbqgbNc0wT/QX6QXssLvypI7vVsUFKs323xDSiX/WFKqdqs2nKIbHiTDT3r
DCT8JZx58alXbPsKz6j9md862QWhTqaTXgzpsw0FmRymLi0/jX1jb1tLVZ7azjYuJkBVJxbX41X9
P3e4rF70fQN+XUbyQDRAYq0MAg5ehJFRCcWwq3yJ9Dx5ktNkUcX3HRvFPRaD/sSyIo/esH9fe/Fm
HWTWlL2dTwcS35Ubds7ap9KpvY/dUBI19f5PeLwH/vsa8yL66oDtKcUgzbqfGFz68GLpBB2GlaLe
W6MM4I2HQ3LiFPajZ/STsbKsyWQR7fKoM4g34Ol9t8jkIP+vUh+bStjzwcga90XUctA11V4hls6x
rmNn8CAVVL76aDulShektb/Aw+nAKsVUrO3GQBpZFYLCg6LW48YAt/xVA6114Q1JnJ94Rr+YsMvC
R64GgeEDqdpNodxlznRG8sOJHNhfffT8z189/rbqK+GNU7MbKSL4QbbX4uLEyP3VRy92q3FTgR3q
22bnifJaU4M7tT31hv3VR4vjb+0EpR4Fesm3rmP0yaWr58/vD8dfffJibbSM0YcyzCcjlNkGE+kB
WXVif/arj16uVWaC9CnNm50gK0/o8E/U1v1H33pZWYjFICaLeDdio1WSpSO8G+OJafOLb73M7E2z
NEwpntQ7p9RvAxF9qzzjnz0QazH1Qes2U5bDYc9t50vOBt43y8v3H8gvVq7ZVvt6WGdDbxtwyhgg
5NCAEp0s8JoiqR+GMvNPnAR/9WTma7+aOkNL0dBLuUYTdIBPpFE6z7rTp//wN50v++rjkwjkc+8w
EtPRISEX8AdCNSg97z+gX335xeTMHDsxtDhuwA3Cj7bhdRBe888+ejE568RIa8h4bPUHbAU+gUWT
Ud7/s89eTM/a7CstGThGWKK+TwvpRiedbL96IovpaVNY7jt4bjvA826O9bdWqhMPex7QP3nzLJ2H
kxLSDmtSFhV0eE9eGmt7r4qdD0kHbtzyZXTnQ1o7IeP/xX2Yi5d2BaIwDiZmVZ9WRLP7QKBPNeV/
9dGLCWuAjvOF7/OIOCtlPb2f4KR26BePaDFhIRVBBnGqeheQ7myTfEqs5j8aMktjQVp4hgirut5R
3v/QqN1HbEUnuj2/2LssS2ljYHiW3RT1zgoiudUNGZMc62WH0CH02gKzvf9nt7CYrJHoiC/KPdZg
WCaQT4C/tZYynBidv/pVF/M1yHozBcPPe6mEXOx967O/ICcvw//xv+U/2Z7/6pMXs9Vz4F6NaE13
paggsnvDU0qE0D/bFJmL+VpkYZKWDQ8lEea6iIpdYpxSJv7iey/rBiT6ZYFWlPWukmpF8o/h/F/O
zmzHbVjp1k8kQPNwK9mWh56STneycyNkFEVSokhqIPX0/3KAs5Fot9s4vg0CuSWSRbJq1fpgmgCG
yU2jGa0WqDeSwEIZqMt4SU8w5y858EK3PXq1QI2A1wQcHzFRIuDt41gclUA7020PXy1RMo/cCkhs
SjebijQeNxYe+rc9erWV6prU8zSNZzxv+5rJ8HsPksRtjz6P8V/bqNSR38EAT5c+Gs1ZmhbKv1Zg
vjRNVssS9pwCHuoYSAZ/hx5UFxvvbvujV0tS8KgjRCNmpV1wgPxgq+3HK08+z7I39qJotSadNg1M
JzC3pyAJkDKtcDDCObeYZ8I/uDbI7tBleHbImCTKbozQ8NFDh8U+GWoXQCg7sRFWo3X0ZUxN+h/S
xoB1w4p0w2DA8yTg0gzQb9Mn30DRcD42sGPdOyamLy6ISDBcPZvUwrzYeNl0WAI409XQP++UZBwd
WpLse9LMbt64XvvzbKO508za/eyjF8Q48Dt2kF1Oc/AlwX7RdPzV8Ajul3OqIVOmvZ98MjEo4gCe
uB8dG4sBvSPO8NGHlSwoyyKebzvhRKvQ406g4WWQB5bwdIVvP/g4Kr5tuq7L+Lr14P0FR96yz9KP
ALN+hLHXjY9exR2Y0Tson2O6Vs2B+XwDI6/NlUn19pwC8fafNRbzuhp62NGVS4/+4qgZv4NLdtu3
DldRx+tFiw4JrkvKOtAUNNN5Vo3Pt/3hq7iTAE6wwIlMl4GoTiJsjsKvbtuz100tSw9j3LbrMEdG
1PJ0iM4S5sFq8bY/fBV6CPQz3UiwisGU2NLYnhZ9zSfmQlQLV7FHY1fKkPfDYI7Q/8Eax6/NbWFt
LfQnATOwrQSVEJi9rQH2febXNqdVzv+/eaS11ZAzZZMMXFeXJrPkG4wIASoKLaBNS5V94ogF6HBa
0unBA7HqCGrJlAduJW9bWn9sXP7aZM72l8s4UcRr4s0nN1jQdQbk7G2741qbCWhCFybIb+LYnW0i
czeDiXfTNFrrurHnEisGDwMCXzyBVrGsDm4b67XfTzPOYK22mEZe2HyC4SWQ8M184wdZLVuQNtnI
QRTAs51HkFjLFkrs277IeVX8NZLMxsrQSkBL7asnLqato7C33Pbs1aKFjFx50fnPNpAvSag85a/b
HrxasmniLcsQgR7twa1j8FtQNa6tqwvRIFgdF/qp61BXx6MBIJA1aClSXwlh5wD+xkEkWG2inuc4
Myb2cC5IgRwRo2IcWd3uSBKYxz7g9W33YZio/TOiKFMvEZEYUfh3B9CBTh9SijLo+1/+T7n/jbdY
N8v7TtePXNZYm8sSb9HKt2yRW6mQ32vAA+yHtvB76x5Vp5KjmQw4CFHI0QYdu7/DTMa3bTb+agPu
DfDGNmj/LIh74nYcvrhX3/HCFFiLo5qg72cBK6FyAfrWtMNT75ErF+g/XU9vfb7VSq7ZqKCtwD42
zAzW5EgC8gcBE/ACdrTVrkH1DDw9gO230DmgcjTDhBh0JueQNjp7lvGk/gNTu+4o+0zDyjDOnhLH
RjjL4lPAbhyAUdjQb5ew9u+EE82nNlHVlZF/+6t4676EpXNm2o2TKr2+dY/R4lWbKNPJ5v15denp
q++iwO0CRhz4NPjWF9XEimh2rwTm8yP+95PD/+Lf9eDNo5/ZPgV41BHpc2j0cATgKfgGEMO1Jsa3
/3qoJf79CRCifZm0GFU01m5w1Aeq99qCu/ToVQzlgsIQCY5BZQAYjs2+ogxw04D668Y82xA2xCC8
AeMLjNUEU83cH4Yr+ehLf/YqjHq1g8+QMFwVdQz3gO45TOGtfstc8f+I8P7asmDhweESgPWpLKiS
6dABnBL/vOnZ65Z/XksfNl5YTdgCjlM1D2ijMP9/6sv/HtnWcqEwIhHaaXt4FkshQCSYAB9E7e1K
TPzzmP+d6JBF/zsLJYiBFPW48SCzMdymnMGfcXQAlnSznfbH5ugZ5NDACnJPY+trKCVgR+HCobkY
/c6eUF8aDwNt0r1ngKqd4JKzAXuA7i0kgredG73z3vjX0OGePKcysuMBDYRB6WIKFhYb1pWJcX7R
tz7AKohUkAHFcX9uMVkSc5xU1B6oM/SPQ5Q2kMH4YgE8HgCH96fKpV9bLfoWpE9tqeuXKgPUF6Dr
+C4zTXhvvVTfkzg4l0jnxFyxnrqwoNZOepY0vaMo6hdhItKjP8JWfqwwQu+/y9sxEmKLf8elQsE1
nqAIO/CM92eBu3uoJ3BD7ETm7+//xKUXWEUE4oIO302pV6oFjdZDy+A9290Wbf7ckf6aVuhVHLlD
cK2F6Od33fRfgI66rajrrk5TDkABgCPiCufwXer+8u1tn8NdJSeizMLPX6SYq137FSdA9pA2fXrb
91j3KwzLYDpouoOyw8odhm6G25u98YTsrtdwO0co0OF2Bvf3E1Le+bnx6KY5sjZCoUun+gnK8IPT
DT7JXST9n6cmurFQt9bLZr6p4sEumCa1/zDjUrWR6DC+soRWosD/Rnd3tVMrPlS949KgBIqYHpIY
l+0UKsrtKHzQD3gIbBgZmh8Up+JnKc/IDZU6p6zrnR34Ac5Wz0kFoEIHS7TbvuZqUQfa7eAHxYNy
aCAViicNBDMZDu8//ELEWLfB1a2PncOn+kCUUCQn9TR+SMbFfU3Dhr+8/xsXIqy7ujEFNXAcxskU
+k6ApJSR5B/P51uQTiwsg8+el6Hw1fP7P/Z2fILo7N8QGHm2C8AWDkqr6he6zGU1sCuPfvvm560F
ux3sfVDIjf0SKzwre2Cjct+lD97S1NsuRSS/7Q3On/GvKBj4S6RgLemXPAh/u1G7R2nxpijord0B
K39YrAR+uczgAXAAOXrZzl7CrkzU4LxE/nfjRtfPv385g/veAh6qLIWBIPmOTrHz0gqOpm0A50VO
qK9es6oJnnDla+6caUnrnEIImy91GDypJeFdHvHF3sNtUv/2qrHb2apWDyNp3Ufswd0OucMWDGXn
P5RkZNemPVph0SdWcDqApDiGHdktAF/cjTSx910MFEnYGvH5zBUsKJQPn13mubsE2Fd55aUvzbfV
fthHrSMtrRUgUrop/YydKuLfpjSBFvffD9qpqFkIMbKE3AQOi6Q5W6gk18r7K33+/wt1/+PSPM4Z
Sa0i4oBacHxkUIRuaSjZySpOSg77W/iNEa9b0IW/AKOeLpUP87Vu2eoO5MVK1M6y8XG07O4gB61y
nwDMU2QLGuho3Lm3KXm8tRyZhk1jgsgdSsdNpruMnLWLoF1e2aveDoBwUPj3E4czINRg2s2l9Byv
HNUEcnrni52Y4Pdx04Jet+EvM/ctXRpZSvzUFmhKNOPoXt349FW4GBraz8D/+OXZb+IjcbLx5AFA
dCUL9Xbs9tbiQ5J6enDa2i+TJjO7RffBE9EI5bGsgPszMnkJjO4+v/+hLozFWi8YIg+eTXO2HDgm
1ecpC+YTt9I8AU8UXBnu87nsjRCVrobbFQ3pGw5fUgoa0mmYk/C19Q39pN2QH/rZ4HI++QrE9poW
77/UpS94DpZ/hfOEtv40NJ570AqcpFyCbAd7DNMH27Mm9WhbsXyCLY28ejs9B4e3XnEVhemo3Wyc
4uUQRcAl5VWn4Hc3u81BghqDbpMY9oYe9+tjE6AEOE7AHvfjBA8N4BdKkJrRZsMGsQVrDPizmXf4
GPTXLHtAznkztVuXte1/6rnzcuEswwMMkADABaFG35mGmNewmuNHH422c6Fbrp4yVdWPAKLxQlU8
3eFwxe7tUKMFZVEV2JWg2BWgJKPLH3ahW9I0X4cRhnLBPEb3QMFmV9JHF67VMIv6dxyAk67cEMKl
A0+x+ooFPS+/AR5GC0XYEucrVlF96JQHJ9cGnd5hwJr7GKauz6TP2Kszx/0TQb4JMOkQ9EgDcjfM
ZDPwfmE0+nsY22stERf2k7VhN+0Frlcxrtbx+fKL4ud913r1ldPehRPMWm9JQArC1W0aD6Os7T1g
eMF9HYTD1z6Eh6Xvs2jz/py/8BJr8aWyk+vQyoyH2SiAxWRlNhb5nitDeenp55X214qKBir0COb5
ofZCq/IqWADtjpSlt8WItQhz9pmfiVGPoLI5vgWOI3Qfhl6xD+iHMgUXgdjCk84ipeTba8eI8/H0
jUWbnEPiX+/Uz0Mg6w5+sEA6se+BR8CABXydFUbU8IJtefaD6dllYMC11cl2fX3NW/zS1zz/+1+/
XEFeWgns1ofezb4aGQN7LO2VvWnV0/vfE0ayCn5ZC7y6qckIe8u2GovMpdNpqCT/EfZjC0xcPYIp
4GYVbL5QeWdtHAEh3s/fBmDGbsvqwmXg3xcEv3cO08btSqzULxNC1AZlveHaG56f8tbArcJKVqVT
UMtkOMwyQGI3YCea1Mrf9KmHSorSId/HqlGnaqJqg1oXuqgDAdFX14F0PEn4t7y/5C4d5tbWgjjx
EjJyryvbFg5K6D/w9qmSFsduaEnQUyfZvhO037qokd+ZiAAiGFgAg4nwS7QH8A1MfVug6vFnougP
zwxNQPEGY+9K8fPC5r4WkwYQHXZ9M3dlnYIBUAcDkHQABwO2zq9Zrf/Jor0xGGsN6aCHHmy1ZjrM
Fc76aaX9YcM7AFzyqJMRCipTegwsdB4UditmO08UVwwCTvBWaIJBGafgWRkohK51QFxaAOtOcs76
OdIE1ULYky6/VJyRV/RReTQflZk3YS0+EmSO0JyJ1dH5tIdjwNxGKneqxr3WQXLhzLP2KAdMA9kY
RexBDV+8We9YZYuwt5s0+e4PSTkP1/AvF446a8mqniptLBwEgf9xSniNjTveM/fgkbguxEKabSJg
lPz+fL80nVZhq14SEsOsxNv7DIx0eKLPR44WxQ0aN6bN+z9xYbeMV8FrWVrk30Ll7g0YEGAewmR2
8NPXNoISAxXSavv+z1wIwGfK1t8BeEmQeRkW0ZbUwjLCwIevvhZ/Lz16FZwATDexM+HRE4w+M+9g
0hsvZWsVazqOFsZbIS9D8AYPUhtgKbPlmnPghYm0FrJCKYzu9MbyEj3N/Zyz+NxC1igVPiAhb/c1
B9Nh2yb9z/dH4FLcWEtbSaj6oKWSl6g+x6VmU/ITnB/1Gsc4uRjKKrgFag7znQZ6EPxPdQAonKI7
PNKbCc6GcH3I5LWYcWFmr92SllCldRSruXSAnU7gohYCzmqqa/WOC4qjP7y3v+fbrG27kErz0nUD
Z0fm87E7SNWU5aatQbbvTdOX7thVTw5u8WzXD2r6TWQEoPv7n/tCIyeMof6d8dxCRIGE6VzyWcDU
l3v5aKccJAmcru02ix+B5dgq2T0Gsz1AJLlF6QpunAuEFtXGT+rfSIcWijqnAZ7vINrwDu2flb5H
2+jGp/ExkuxKBv7SRDwvrL8ORzA9rXnsCV5O6ODfsAimg5Y2UYe6dgMrbXexD2lcXy3OX9ou1nbE
jRtMrF8Uh3cbwCQbeIe4P/w5ED+cpR5wg0SzQQHHpOgHutmXn97sgQLaE2r0EVB5deXO/0d+8cY2
inbdf96apyFpqRtNpY3RO59HaU2PnKM9u5oi+h3XnrqMGfUO0NttFsAYu2Qp5wzVZ1il1PuEjX23
Gbg2uQPjm62cZ+DlxsbWeVjDB6cL+uAlibJzBxyuosyMYMDLrJevg2OqZ2pd5AJd4/2KxGDk5v05
d2EPXEMzFOZzaiqCNE+t20fa9skuGCV0vXpZlrsJLi1HAHXbgsfzfKXUd2EdrwWJjqODfogdNLQs
KcjZdQxqNaDf8lR3jfz4/mtd+I21KhoEXOGI3o6lDHE1AcFZbikAVhvP6mH//k9c2AXXomHpwEFW
De5YxhLuxiTyx8MScXaXGOI+OGnfXAnC5yX1xqRbK4gBVHM7VpGxZHX0bbBh/Z/GyPTlppc4w1T/
XsdsGWgfKAAW3DZojnD2WWQeJWIs0TjFn0JthyuDfuktzoHkr4Bh2koHBNXXMkv0Dt7NG82u+WRc
evR5gP56dNa1aqlo3ZZnByY2YReMrgTkC0O81rciCgNg5VRDyZekAhGeR/cwKKzd3AVBe89aIHjy
98fh0uazlrtqr65qPaIlWE1a+EXgjMsWEHBzCnEv2dpKJZuxE3vUKI5p/5ks8saUxFrqWsHrp8oS
1UKtYNxDYzu9h0nasn3/vS6MzVrqCm6VlsjXdBh2Cegz/0Zd++22R69mVOdETRx3U1fOtQ6wYxr3
OFJ1bUAu/eGrSVXLXsQic3A5juAgpngTQtxMPr//p1+ITsH53/+asYK61dwQXPmaekrul7Bxi1qH
0bNkgff1/Z+I/9zt3ogbZ4Ty3z+SwPy1rWLce6nXoj6yBHQkIEx6dgeHS3YgmVe/VpwxmA+H3UPv
9fTE6lHmI/Rf7cabh/kznCPGvHkJjjRBUjJwHgUDQ0NURHx1UzbsEpYBpNExmOgFjZPu+OwOv+gC
xktbzThVJ2Pzze3PKJvYBRlBe9nyC80WKHk1FBNiG+Aa3uUh2uvdPOCjs5GRM/2klppdGETTZ0YC
88GvHQdpVJ9uNKF6P6jK0qIWEphxhwRlPfrsedQJthLNl71G5k7Lz8BMuLmZZvIIm/QRud7OWjiQ
Rc1ehnLycqQtwZxfYFJG3U/TYl2Ym7Y+StNumqnPTTY2IxzGLTvB3Vz1+RxR18Ulp4aNOdK/D7g6
dEU1xuyFC1E9OAs3z53bOXkzhXCAH10bbgmEu3DdnSf32dem3aTQNL6gZE3KTFAH7wqHmqfY9+N5
K0hIH1tS0/sIBhj7SusqyB2ddcX5SpyiFgm7C7h6aP+0qEjpPBJOsM/+UEvHNNlkHWv2NSUGxJJa
21+cEf/YwKdVFBlxxih3aTOnxWTbLP4QSZBLZjO0KLksnXzi1oY/qhHAmdY9nyVbtDrcwwxLwFAX
huAvUdCCUIpgZ4Adqf0YWyr8TOGW7TgUFtRt1hepB7MQqmX2xUl4fBppSIrOjGcr4GjucwYvHz/X
bTJss4gFm3EmYo9UE9ukMpg/UdD7up2JeqTfW/RHARiCPmm06XXyFCoe9CUwhmZCDbHvu7zpqiWA
q9wAe7VoHJt2R4kQ86dx8MI5d9IQIUB7BpppmIeKIiDafjoXCD/6yBMmp1mPnv2Q4EV+Vf2Ufmvr
AQfWLnGiA+6E0wNPXIJfhbdI6ZAJVOAI+hLwaBLcdEfj1LKoSaS8QibM8zYpkllfOas5eCMJ718c
6UT3qbeE+87G/afFaLeY4GNUwG1SFH06uSRHIjveQUoPeSw8RIewnHFh/Ob5lZb5RC08hVt4s27E
Ats6+CcnZxbs0rlRETWAF2ulYSU8YU20KBm00T41Uhe44XunYQkUPC39vo7ghzqo9m5Gn1QheoNb
guqR+do0JkuT373fdgR5iH7MY8MM2ZPFsk2lw3HfD0E1F7Tu1C5zvHpC3XkyFMilEUZ2lruAz9Az
0iZOzQMdebOPM0nANh6zXRsbAGfGwKYH+Jam6YZLxwPcZ6IwLvV42jw24BrcZ6EM8j6LdR5kjgZB
RTTnHiPwMfcmyvhpJGaBBTnzdFMoxZofjTtU6qHr0VH9CAeo6XtTm6UrE6q7YTun7AdHs+6Ry9hv
7oWdOuCoYk+6r3rIfrstJe2mwy4BX5ypAv4KfvrxoxGW7p3Z+r8kjG4eVRjTx8j3aTFHcQvSqa2X
Np98x3pwpW4Ad47QSf5KB6YekQ6TH/Dnq59TnQ6wJUbJ/nl2Mv4pshxmHnEKpPTQwrIBpv4wqss8
6x0EjWH7Pk/yGI1GwdJ8DgCoDEM8eWk8+G9PODTe1Q7ce3xpvU8o36ePop/0tm6t+TiFuO4gK8mS
D5BYqqJuat/ZcNivbYSIs8doJKjQatnDZtOoI/caVSTNKHF+S+Q9WqX5pjPgCcHoEBDCcHE/IJGZ
bBvkvuB47XRj7kxOvHEsxiCGIHeP3gP5mDmG/HIld3ZpquJfPIySH9CM4JhVk/a7JxLEALcJYbIN
BE8xkQD3Ta+dHmUnwl0V16LdACOJ2J+wFJ2a9TJtO6dXR+UJODs3izllc88+uOHcbeNU9TsFH0D4
PQNHY3LWqocA6Z4kkmdVY8L6uxmykph3W/h/HVKKqxc61rtg2y0wBM5HNlV3Kkynn9kExtoowJma
ZVRv5roCGZuGSQuPcgpymkkFQWyN4qJ2zfSoXTXufdF3z4IGPg6/iPxDTkwY7AQVrSl6tNSUbjxw
mJEPC/ucinH4BD80VDiyRLhFIFIS5fVCuhfSDx1KhoiIeVNX5GngaI/KocUGxqtTIOFpq7aLXpqH
M+S2zpH0S16iOVG/J1A9NqjyQirqLACMDXEfwfi+wSYHQb3zHEqOO0YV8eSbP+oAeDjtsINg3VIs
sZPdw6kQaLShb16HtDXYtGCNXIzgzby4quqPqU2jfuP6i0ZYHMGJKoTwQYofRyiPEC05nNoBqCRP
kc9isRkbGK0VEXHMU0hmlKjgd8xztG62u6RmYdHNvn5QS53cuwp/MfgRrV/UPOzuF9ZjQ6eRbp/E
EqB/ovKyJ+M504HAJAroryilOAE0wdaBkei9Rh4hD9FqBUb31Hdd0UmXlU5M069Qr0AxkkTqh01D
dg+fAvOlqel4dEZWf8uqKiizjALrvdhpO0f1nKKNkKKXIZEDKKV09n+5KqmPoBv6v0hoxD7EueLj
MMfNJuQgZmfcF0jjT0Fp4qQfdjwV3QtKaKqMqyHYV8wBYkt4adl1ND2pDLn5NNHYtg0c2AYc3pBf
4G7u+VzMD0J2Mv2QZTC/3oQixNyICcs4TCsjBrsqls7OzxgCuo3JajOU9Kz7ysNIpZsGZ7EPps7Y
S5BW/TcDreepJtPwLJFDeUFIhcF+5Xmd2fRZBjY54iLCL1DXT0T8YlEg9+2E3Wdy9QAGnk/vKEzD
N4FTU3jmZ3V8x4CXDHK3r8xzzIiCZZ5GcOcqlMdG8vmD9Q3f+ZTU1barTfpr9FiwHd24So8zndtT
J3AmA48uk4BNNGJEsVuFQV9kcOz4MDTWYyjdx+4jo6747vTa+QJoQ/Jx0InYecaPD0o7aBDuHP80
VuiTBwbNolwH6aN6DeHvlSLHluGIFXjGfoUTE2oSS2YSVqiom75SP6u3JiEM9paMStAqk6AHqE1g
xjZdKJ9qbodqK6YxKlWfWXRBK3ly58ruG8XYo0HGtNvVYejAmt9Rcz6jnA23WVEBqZbE7Bir6XUU
abA5V0sn5PgScddFCQ2AZeyi764HLR46C0X4c6hlDcBYpeHOHkVgcoDXgdZmb07vHZzmgV9DS9UZ
K/0iQ6cddyqsnX7HJAyl6gpYtma08AWQBC3Nuan6BoaBPfQbeZ/2aLfWGh5j4LQ2wt+QsaLp0QAC
Rn+OOG3vcL5Ckklw4Zzm2AGIET4G1OYCjd08p+FS+oEjACLA6hKFH1DaloMTwNQ5DL12C+tKukAJ
1pD7JFOmpCi7YIJS0k0wj5yiIwR83Q8nAvGginvnexMYh2xqMHi73HGq6R62T87GIQmbChw8myYP
HE8WLSxPNm2Ucr3lkKzpvKk4LjJoiJMzdrdIww45JNMWvb5QZg6Eey/1EkY/6x6mbNmQDme5ppyf
QFDNXqi0frsZjMDZxuCovogQdEmN7OoxtIjlyxBCEmkg+kt4giToMMXdne94wWfXDuDcI9ZBjT64
9zAnNWnuDiSD8xsLeF+gzInm0A7aJSDMGEt2tW+hrwvStt5n7ew9dpww8PXSXZ1q9ourWZazNdUD
zp9YSYqO24jZX3D9M9lHCLDjcB/0sPnc97WOv9lq7MfC9sbzy4GGoCeq3pFpsSwU2ELHbdgDbfoe
3akoUs9YkoCj7EiHrnqBq/c+M2ghg/dxDYVJ0+spxz1w8XFaI57zYMahrR9quPB3EVysthbnp3mb
ZTKCmg/dzcNOj8PJbxOpSvTcLT/gXr/I3fsXSA88INwU37pBruo8qRl8iUVC9lY6eDEL8+lTh+rt
Q6Oacdd4id2Ogz8eI5+kX8eZ6qCQYpwOKEUM8FZucOfRWPZJshi3kFL3gDicO/u9aESNgJNW5JJ6
OCfYxEy4bdiaYrYyC5qetzj8Hh9kdve+U8VtEVQ1aoDwkJ6AX+SDkyect6g5BDBT8CvYWOwgkKdP
DRP9d+YE1X3Wz6GTO0LgoEB06IDxWPnQGQXDMn7yRcdeCWAL8IF2UsBPsAN87bUB5hS5j/nQMdlC
IZmGX6o2dD9g4Y13ncbdIG9SSIAGz8xYhJOf3o0mZgvsEJEmKiJEUXjI2djSI5kXB8HdY9gYY6SC
GQ34BwgIsheu4vmTgwjzaY4rsk+cZJm3Mg0hBwVYD1azXhVhciWxPLS+Ivco+J9PoH0r42JeCL4x
O/9fgWT+FwkoVVcI05rfikfZbzg9zlWOvr74zm+AZ7yv0FNxErOnv6JBxrdFk4nwYCPffhyJj+BT
Sxxoc/DrTbUNFjF9C+ji77lo3P8o1HS+ZBEU1WoGZnPXN6x7MUp7X/3Jx521SZpdEFXyMUSgazYT
QwvUOTLMDOJIMCchajoq0I7rXOqFKhSrhvm1S0X2YYgC+4or8ms1o095UyeM/cjkFB1kOgQvbTqG
D1RbvlmawGIIOeBNOJOHMUr2qq8+zTYGXSVFPL43nLqogkSVhxYA4SocdufwIOss4IUP7QbPxdIj
G9u6wykVnnl240BtDHrZ7jnuKCAhRR6NikHimr8RYXDObkyuaeAeW8fubgYb6gSJGAosOBT8JxoI
/WzTlnq5W8XJ14oHQ1AAGDb8RFJA4DbcIFl3QDIfShjY+TuviTNEPMegJVDs9u75yhemIT354cTK
AIlXCxSQW704g48zEoz7xocJxbMZvFAAw4oOniG4LgvXs4iFtB0hCAvMl8qN+AfZMO8keKuOhuG/
5QZU60eQoXD9Tj3c3f1Gg0CXtGP4VYLFxKCaSXo/T2qnfoCtNsPYU1OdItDkDhXQnE9BaFhUKDbN
EOPB1/MRIh71PHDH2yvPN3e1FySP8OtqXqASTkdsKAILrHc8e5gpIIIa7NEPqsHZcDPhdgsIcs0f
khhengxnPyQudPo9mal4dulcFf5k+dekC8YzV2fqPqHlot/CXVWdPdMDOMND+QbTKNQG4D7ca1rl
7SxAKfecuv+QQoX4A+081QmFaPAvVdXpO1B1veME0CqOpj3fK51YgIxs+iOrsupTJPsB2YB+ycA+
t8GBNWB0F8A8eJ/MGI6Pg9csrwipKk9gAvoFpgPJF+zO+hVe1YvcnOsJT1nnVBq1mtl/cDIKJG1P
3B6O0T5oOVOShXsHtzmw1bHtZmh97cj31h3lznqR3CGSezNISiGIX23d+b+DWk+v0BhGwUZKL301
IQRMhe7RcAyb1+l7RHnk5ArF9m2rqQX9LpH2s0kcp4bACikah4TZ52yR5heAg7jgg3weF4utvYfB
H/yfxp10bgeCznEep7A0H1BdDLBh46qfmCp7acIm+pGNAz/BsiUG4rkBuln4LHwRwchxZjLqIenH
7Dnspxl/ydxk3yMN1KBSaXNUy5Ds0NyHIzBNQyS6VMerX5HL5AKDsnnYCSjK+WGi2FO3fdQB9oRq
ZPwRfZg4KsAKz/w2xIn3vadH3BVYuJVIgd87TPEXappEbXw7NK8hMu10izBoQT2ztsJZM0BypKIc
LfdDcMaDu86onVwK32AXdHsz4OLXuugMZ6iv7aB3T+8pcZum7HH10tsJmYIXlRl/T8n5DMIUgBSp
3+GqFVU2aHCMaOidX3vLr0GG0SvTMkKip8uaPGNUP4e6RYQji2fxX73KvJDWqe+1HJZ7E1ZoMk0M
t4cpAFI9R/3EoukUZ48NPlH/iIRNc+fPcURzeOgAkBlPMY+38EAJPrXcYIOb28Zgp4qG1tvQGURJ
JBBA2slDSMDu/Xhado0g1RHtSd33ZGRx4bmdq04Ihha8rSEG47tC+qK0rBOiYLoO9mnnDM+dZEIA
4U3T/RxnZoEaXQRPLAyXHRQ14WPXJe2B9xr5KSGIG+euVd4X4UMDk8P1BPksltncog2tQF9CtU/Q
JH8ISOB/nHrG7rpGaPjrue2BtbZDfYc0d4ud470lFXALHePQjbvgcU+he1Kj2z+qyfX2ZOh7hmRm
mHzjEmVvrIH/o+48mivHkiz9X3qPHGhh1t0LaDxFHQzGBsYgg9Ba49fPh6hsm6qc6unpxSzGosqS
fHziPuBeF8eP+yk3DxRgg3AwQqQdzY7kft3LnfihaTA3JhT0bCJmSDLLOO0q4tyLoPZuv9SgIV29
P0mI9bys0o7TLDQztjc9S3/kOtKDJPds5GmSk+Yua2rghXSqRJrKdSnzB6Uzs4hBKfUNp0Zzo0R8
AwBHZTb3tHRlwHfcl/K7biGL16FEfGKe0nQyJvqgVnVPSgcIXflem7xBEws7aQyRrKt1aN463LS1
8pmQQBxdKYubzHt1qysiBwNe3kvG6BIA0laWWpetaEUde/N7pVlEGQ317ptQdIJqz01X+AUU219l
3OuPyOckHvKp+8OQykZEUpaxnaVt5R5p+xbBBl0PXvUMN6NYVAPCG+19pG3drW+l2puWPfE7YZA+
527J7nPBXE6bXgJVt2My3x2aA289kLGzJxB7DOhX/q5MdaRW5bRhqeh1RL2VQU+9Sf5OZzGin6Vi
Mw5NDEcGLJPsiqM3dqNGhDvTqKegVz9tXRYwMsF6RcNYfeobc3iy5Dq2Daa+f6+pu4QMfek8fcVu
mEX/buaF+VJ2YsM46rLtXNgQauzkYio+Dn0n3hrrUJVpzf6Ex8arDZZM8NGV6tS4aisv77smCfd9
1m6ZV9Ld4zVWErtURrLMSdfMepsN2CzOLiaqSYirxp4OCFi5xrx08mOm5+P0vM39RPoRi7vhbRv6
KrGWowAttFqKjrg4JioirOZMyNioXR6Y2ioZSC1OazT1aDPbUtVIykldxv69MVShfUJnMAvSqa8+
qt+3vlpQB3bXsivxc3W6znaKKHNC1/osPE2JOA4OZcdGfbEQn568daLk7CmlSroljlk4aOPkmVKs
PjUp6Je0p91ui6qVXQrTQoXVpJ5h66iCmMQfGljCDi3MBotv3pRGmv0YQa0rkYD0tNYmiuJAbN5g
dqtHeIZCJ1jAtTJS8bK1meqQHFrfJyMxbInlhVkFbm30+RqqgJFABFn1QZO14aR1XT2WU2felebY
BdJeFa8beeJAvNa3L9tUDPdFVo+vhgzeIzAPIqhkvX9FWfhJII735SHVolbK4JZI+JKTunbze9cR
RxtdfktTS/4hj5gc0CrByaU5/TGtDVWdbtl8YZ+3771OYVttQRntBKt5Z2TmLtvjYFJimWY5Uns5
eaE2Y71IY1v7Aw1SAQ1mNH8hWqReqRpAY9KZAJvZ6lxtD4XWq5/JqHbfkWnoGxvJ3R3vzWBkr5Lz
7GVf6ODL16T5BfCOr0I/Q2s8ZaJQkPWTdqfXx75AQ8cQbH3LusYdGS1yh7h1fB2kPtO8ZrTah60f
TRP0T+hORiqLIDiQTjCCibSedkGWT6TV043OwPRiDRBjoCetNRCPJfTMRFmKeykTzUfKBPG5opWJ
rCmRzMdmXaxI1RgAX0pF+lqv8vq27/HgDcreA89Jkz/nslI5zIxbX+jfHJD7q9NvjdB3aDhLs4cL
guHfDuqpAuL55LHBBQep7ku9sq56hxac2qedyzD6/DNJtBhwRM9dIzFptJ+SJErZt8GoFLSRUFxF
KT1rtZMyT+m5EyuLMC82Srtcs/3aVhgQJ0Vt6GYASO82bq4AW+WWeC0ltcpbmYlAm/+uoMQxA0wM
Ylu9Z3Eqntp+XMO6t/RLvbXSJe8z2jV6c45MxmI/ZVrGNBUDxYwVf9kXb22bIIqqFnEbTYNOzx/l
hoXiBAHFA7U2JnPWBjqdQ7+odlvlA4kMhQQfKMF413ph8valMe5XaH8WlC10rY/R+v3CMMW8/swG
waAehFlP07h+WyiShgLEWzcFOdvtXeoYM7IZZcbQu3wWJBr+ZOsH+It+TQy038Z5pRwfr1Rq8qVr
4IEN4hYAjRSvjWWlrNvsencx9JzpsJURCEWhfGeSHptiL3M4L2xhyWcvZrDVKmAQFeJmiQhSvn7r
kqOGmCY7YuupSPCkLtvwYHL17tpWyLxO2LZgUaf0naQ7f5mUtPhurlP2IWkxpgmgfHHrlBIjIPda
X9Vc7tg85T671hZrV12uc6S+M5khuWP8tM0rbcEtYbedgEAG49aqnrptHDC4Di4OKQutQtC/2IJ1
hJ4gzKnJonGQ/XBOgEW9RTE7wVmKWnbUeNueO0seL0MqDQ2OmZqBk+1WHxCG/iDrnI9hPXtK5GiI
p13ODDI24KzEbDaCPSF3BsDIa5WPHE007ZswlaqiIEeVzFs/LlJnN9UkXUm5SiRFKsuH3CidmFKz
/dgG1fphyOvISdKrjGnUXdpKqBFs65ti7ZbuCXy5u8xgfhCJU+0pmbLc+kWmEVMZ5DIq8BemVyXV
+IDa8GaL0jR5aaJZjzktktGiKvgKdBCuKqNRzkzO7K/LOqwnKnXVS6et5BYFXYXUeHVflg6PwZQi
u09TyRHXlPH1RdZgwzsK/fK+BfK2JIFsluK3BLdLPV+TaDNgKI9ljxJwvk1pYflhgb58FgzLYO5i
m1MCNOokNDdpjSpQ7c6ukQYMJjOXfKB46X5O68wmeEIcFvd0orU4DVe+zL1V1i2B4lxkAepByjkn
f4TFVpIiVWtpnbQeW0YxPok2ALB7AfqbbAvd3v6oi0J8SMZYOjHvWIpKURqvMapXd5qW959l3Sz5
ZWi3GVaCPqrhqPT6t2KqxjeU2eWfS5+jzaol9NCa4/Za55Rwz5NkZZJfbYOY2BCd5ivGHeREVXHM
OYSElfvxtsrMVgiGWJO4H6y29zXI8r/mbWC43JTVsPk6Tk5pacfY7tJanqvKQtGuXq06FBi1CcxT
zY97apiSDTTXu6k6M5FR18zzWExS1KuN4MVM/T5RhVreFCMu/VagBXcU8xWcQBX8eISpGDMH7gOZ
BIrnvWT1HuWwxtVbOf5atdjyGC+R/Wp2ExBZzYUGlG02/bkpJNlZh3nyN2VWP1RlrkNlLKerWs8J
sXXbKD+aXJO9mjLrvbToNQ1afS/faoCaUDRk4ZJO83ojK2gZ2qWCdqe9Nd5BnUQ1w9yE7tvEFB12
+WYKYZ8JejBJyXIRkzkv7UWqkaPJmuKOlrdk8jJ0HtlWiKe0QOkUiG2E0JrWXsVxnuwx6ymNVa3S
vGL+6FzGhUWVXu492rtAGMwSbJ5gXUiutsstOg6ZQMrcmYqDn9dfoE2oup0wPhJEa6McsbH6p9hS
q0cNPPbWVa3oFfuuPShWnlN3KJMTAWB2oiSHSJ0FW0NnhODoo3/7uKnFwAYoq+0R4zdExKEW8KRU
fO7TiBAwPAtnovZIm9NeSo8ozpePhdZkn0ldqeeOpoWPYjpQb23dtaexZr5tA0Tpm+pm2kB68SdD
Kn4mRj96nTgT91YTBTzCCG9Mhxh0vVKOwzsFIj3FlOCo7/fZXPjsahDAvBrcTGplnxyZvC3P641Q
rk6+0YZrmc5qjtTy43x5Zmbyes/gWlqPSw3KSz+VYsgELtmVTSZ6CBwiWBtU74PCQAwacbjy1gt6
cskNs3hcmU4KCq+rOXXDdT7P6Sg9ZQwEj520UtGDl8Dvs9zMnrOqWm6lqB/U2xY8fsV8POryCmZT
J7uXrkVlhr0IgIt0TIvhZJb2L0k3jWiWaqH3hJ15TOfNKmK7wf7vNJ23SMcWwF7uUoC/SNLGEBtm
b40hxi4VSdvEihGesTBfq1pngO2w6IlIm5dsvOhUC1+glsQ38gJ5drpUeI2FcfGVuBZCwL4lVOJU
Uex57/JTDhyJ42is9dtqLcVrCjEhalqpv5aMrrhIvaHdzJrGMqeUx9JL9CRGoJ3LUAV1MWSF3epZ
8QOjqg+P8hRXmbvouRWIMs7YZVRurfys+6R3S7GhQFozF3fc5QFAbGaKk1OV7SK6/dj8NPNuVhF3
o4dcU/b4WV+gRt2NAs0Z0rxkw7PCXADLTwnfcofmr7wOZsQzeQ2SWHryxGesXwa4v4sQQj1Da+Db
uaNpJXjcPXuVscKJT6g8fkgQcu4kQQd1aTieDHwwFqTtqE+X6beRmXlXBmjmdq8Ks1PT92jTrGrY
Dc7VgUTdRStszbNOlYw7LWkKJX51uQq9ljroFaMF3Mm6VYV7XMTI0pvmWiwO0zKMOImOG4amesyB
damSkUGT0zCMoOhMsHdVSq6dZsT1o6RkzQvKaWXqGn1qIWq5KbTfpE3el7bFOINPYq1JJMLotz6S
J4AC6pUFEPNsxCSvSmUoPL1fCIK2VN8EZyemn1ACootLzqv4Zam3bIGno2tLoItrvZySrkgaO2Ga
nPCjAZ8Je5mSNn54/oTHoxpvdU51wE6tViDsqzItx+Ml0+hwnVQ1oARhfHSbaIoe83EL4AW5KfdA
kqG57306qW629/LdTlkIFKVIxc3W20T1RlXtz6tW6O8y6rM1rtSsZVvZEbKIYRQ9FFusPw9VA8Mk
hdSkaNLqGsu0nSqTBmPVOrgfDeihY2LCiPbVQUu5dbDtSSyZDlYmohSIpl5SZErzugLUjmdfzBNa
FGjBg2dTL2/cMNPvp145VUevUQft+ueyjfSzKUBmt9hY1Dgk3F1Fr1Ln7g30dPwFzlu/ZYmuPWmi
0st2Dq/qTEkHWlwxYLVbQdvdfkoI0OGHa+WtzNb1q1NXK2wAZcDGmXfxMxN3gv1BTtKgH2TxSu/T
4A6AdDhlM7GCnI39w2LiZefMlqC6edxOP2hZK+5SKF1PbOX0NpSF+CbPjWk3yrpe5Vjb7iRl1ZEX
WLbeRZOKXKTb9CdTGAQHz6F/lWOy+2redPjeRnzem33yOf+ro+i5fFEJb3+p44EsGaZYvbbmNrGp
qFpzaUFXjQRFa0S95g+hyChGD+lIlRmIwBgLKspx0zYhpJnufYaGc0acfDyrZvpFDSq+bEx+kGzK
nMl3+nMQty2q3CydMSvQQhBzQ3tvtXu1CIWayQEyOvcqxdPeRmASWbdOas9gBNapl01aQat5IXhJ
zSaHJaQlyZnWj/1zMdONKqREmwqQ+tOAaNelgoL+qU1C9aZSamQwd9b2szNDg7clKjTnni3iE0Rn
3iwI1gMH0Hps2jK+6yZ1cCYCPH/dpNot+w34mrncpQXnIyH7ZiaD8WzlbX7fCk39vgglCOgeN9R/
4rF5KMlPVGehv0z5G7X+v6VD99xU/O9fj9d8wNjvYReN//6v//Bb8Ks55NuGvz7pH14z/PvvPyNw
cKi+/cMv3m8FuIfpV789/hqoHv5+/z+f+X/7xz915J63Fh25j2aqx+PdEnBE5ON+f0D0+W//YiHy
LhsUUv/H33/GP2jQPf2qi/diEmgwHZt/+to/1ehk9Q/UyCVRQaeMqtHBrf6bGp0kK3/AxkLcEsly
ok4ZfvGfanSy9oclI/BtiRp/0aVjRM2fanT8yWAskCnKCvrmJgq2//Ifa7z/WzWYS8h1/08kIn73
Jfy1aoxMsPiXJhmN7jcjm3PlmkfZuTsBXt4JITQHF5Vt8yqfjl/Vm3nTQVns2R8cI9xO0lOv2NJd
/JDdgKO8+rq9bmHsrX7l5XdLkJ1kp3eHU34p3suobrBp6MDa1NqC6Qy7yl19oHAfP+PKru7ppzkq
vDlUnYmfV1cOWrd4jE+y1wXrOXU2pwu78+CpjuDNZ8VNIyHcnN2Vwizso80bfTEA3w2KANFNT/Cb
UD+1T8lJccnzbkOQrfZ0ldw2gorja351S2AE25KvuGOousJ1obCd2ealuBphd5NP1M2C7rZdU1eP
VHc/lbcsmsPWr0LULnzVE8LpZJ6aBzrLbuVTcbJuzbUKu9MY9l7mYEqi1Ek8ILrAcOLIpNZp2NU1
BViz4wUmh128xPcT9Nf1Z3UaI9UrvJy3VfzB/hV5gxv7z1QvHCnQ3cyTvfhLd7iufhvqv5ehenSm
vsRuFyjuHqp2Ew2+J97Hl/WUBU1QeIIz8M1oCnFTf/G7aPeUoD9PLsPuQv2tPw9u5TNb3FVOtL94
i28ERSQFy30dzrxqeaweICwE1gMo5BCZfvoAEcIpguo0EQ8FsEqcOtjc2ckcaMSn9JSfTF/5YqrY
ffEpf1g/xrBhHYPb29OzkziLO9qGM3vaabgsvn7XRBAObQCqAPDYr9w0nC7GQ3y3XTa3c0VfdBWH
OMTV7/JH8VJ97t86mTqvncwOvORudvobEZqn3ZSbdR2i4ql9qT2CoC/RHx0tMly00v3sPj3DQQ7z
QIsgd3qSV/j5Vb1qbhkgvZhObqva2ZNxb0Q9n4bgQqA4hb8X9/UpcxE2CjJXfFXD9iSfl1chgvXg
yizW9MaPjJ+hB4bqY3VWoik8aJCSY97UR+menRjEXuaXXsc5EXnsczqXL9J99pPzwzPzByOiXjLY
+kkNBD+7K57yKxWsU3nRr83ZfMyvBiegv+RReqpP6nn4LxrXFeOfdQEeR/0vbbRLM8kAeZ103ZzF
mxGr90e3dalihpNt2C1r6N2vrzHIfINTyRyZiKZNT/Q2Z3SFZyUCrfeq9/R+cUpHtAV39BdPdkSn
sL9lbuZP9uLIjuxB5clCye0jTphfhBLaFXb+Qde0xy5yUhdVb1fxDZ+CAfdbYZfjjJNTFUCo4t9o
o8fuVsEaNg/aWQoFT3eTIAmyIPsFo640ThrFq1/7z+plDsdzERQvxKprCIJx14Yk3k7ROPP5UXAM
R/imuj2PjWH8lvp6VJ4pbzux27yYb8lVjqRbkl1M9tJVv2NDRkkkP++P2qPhDf58MoDRwySaT8ml
PO+32B989U5DrODe5NmxnTiQY65roDkS2xtEy4l9pFlsice/Jrt03t9K+6PGKiychc2mi8oTT4Rw
9ucXwpz24nImeW7smE7uQCR3eSdviLTTcsnDOcgxrOatC0d/dTV/puBnS+7iTTw582vV3kKL/Sic
k1d2nNs679QBo8zZHd0+FveJDb/AV3fkq3CuL7s/u5NH5O9NZ+u+dDR+K267P/qmZz5Sb6LZi+0g
B3KguYaL0rJbeqVHj6hdR8Lddjo+t7xuP5M7lIUT0Dk+MvcaP/U4AlEXNp4aJKHorS45mCO7/W10
MhfBJA/M01Ed6UzzigNTzy98mH127wNR4WoGjxq7PdlfCR5hdrH69urWkeZaLvwcKyKsD7tQfOzC
3DGejbfE7dl+2feed9dcJQKP8QS2cc5XI+Bz40cjgtpiy4EQtrxJempfEndy/s7L/+lB/17zVFJ/
D2j8Zy7zL+PMFiMrZEUxYa95+nXHlTUO7Qf26MLuhETGPend3e9d0+EbcCknx7ik3IkaX7VyKSxX
cJ8KHBBUNX7MuBrfKGf7m1fZn7BqncmGO+PEwcyVNFwGOpy2cDpPHMPRn/3jyILOuKv7wwz0YPZx
zbZg537iDXjFwYMvutjHtjmcJH9wE48V4lxnXq0Hkt9H5inGUPW+iSmPvZIjLP6YTmV0vOEQ6uwx
0aluq9/xU4rR7DwqD97k9evZDIi8bdM5HmIHvR/7eQg1t+F30emj4lHljTqvCUkrPJmPyaPFAYL3
jjfvPCnK2SxQMH5/EfBPd2Z3F17q0oPg7uzKPOJVVyrFjmGDZ/HtwJAd2BJ85eLGRcOJKz7Wi2/O
2fCb9/yZ9+e6yjbYlKd7YjD6O9dTcisv45/uEFWceD8uN3tKuC9fYs/0Opa0fXFbnNblAP6kaSh5
AkdLX4Zzx95Rg93VuXKlKzh6VHGfKS1hO1e/5nbSaO6S/3NmXRXDZwYj95aRFPwuerO7cXA2B0IU
q//bNYMdwM1M/ATfAXCBY9TYyCSmGE6NrWxENS7o2MqNZ/E6yW34kJrvUFW2dpHs0o3dODq+zhEq
jf50hjfr8yI+CJF3h7yO+31svSY8Ll4d7d/NK2ViLsfAqk3uPfFEEAftJY2GU3dsVFcPhLvjThvu
FtL5x4Y1vcTvA3rXnaeK1Qu8PapDzlfBoiyWm2IVCs7scS00O2fRJT8dF3lk8fSmsHtkHIcCpM1y
2mM5oXweAz3UQ4TOQrA1zwqFMzboLNwv4RBCBfaPz6LKwNssTuLmXvp7Y0q4ioWF5k4boPMjRMxh
5NNkD0LL7y1RX7BNYXnsZKyLyBZLMR6x1wfUv1ziDgeoyBm8/fv+PY0aT9/cNMBchQww63F1eWCw
v1XmktolO0/EK3c/rYgOI1/mzMpBGiyhwCk+dmp2MwP5NPuAq34YO8vZioYwDY7jMPIUpozZQKy4
g40wJCXUxUQ7tKFF44eKGbYuh62iCM8lldnSx1cF43drrqjCNuhdg10lcy03jysacKQezJflQb1h
07jXdPpdGbPC9W5ZjOoUIeGvy7vZhbtwR2i1coiRfGp2NlDDcT0cemlw4QMHElMfLNyX5Sbx6sPw
K7yGShonIcYWKaxqxlFwLgijxcC8ah86x1d82AITF9M7m9u+C0GDWWt4zeQ139gBRP2A2hge6hDc
G2BNrrfCTjF8mTtVRsSvDmFbGLu12/oW3zPhs6XI9Cy3cQnmHISd2aNcWFc8Kb9tG2PAfx9uCYt1
eJ7jtG6OdJghkVvNSXUU4s+Wr858osugsUkErKbugEvYsSvZsif5Y8plJNw5vB5LmS8psQWgjC3Z
xWP62dyOS02fDwstuQxYT/7eehYhuRnkzzEhdntXBR2BSuoq2Kcu2M+7fq3vqoft1xoegcJIZJMR
rvQhloOjHgcST7Nu9O3NZ7ISj4JmUFyTE2NBc18K+fVU+9WpOCWnhvmUF4HX3a3n7jpch18p0fLm
W4FuFw5BkGhXL6VPShWyFl+wG0e1RZ8NZqcuUwAcyqJXsiKb7hCipCZo/SzciaAIbolzclKKzIbk
TFR0hF0MVOK/6fHPR53rU3AYnxdYTusdcUvrcYP87Trd1ovu5L7pjt7uWcFIoLaGrWkPvL3sKWQl
MbIhjnVrQyXYvY6QvXDEqD1rN6h74ET8gIQ0ZekXWmj0C4GYx5jT1a4Ck1RCC3TFIQuwgbmvpmt5
+jMFQNpoznHUvHB92SiqK99NZCH1Wb5fBNukR+dFjWQiOOWH+mk+q/fwD8gO9zB/SliO/pb9sm79
Wb+vAjqb/KqwgYITL0mc5EHwBK8PmUzjH2HmEYcyA0fzkkDwOr5nRaSY8HBMvsToBHt2Jje2P8aw
IJLSAh6wO2ew74lN3+t3Cpjj5hWX7AI6aTiTrwSL33qEeeFQvqsdxWw7i6wfmgaS7wzf5SdamjT2
CT80zzyZmO+4vcKR9BGG9cSLUNq4hk105GHW7/tm8YaDn7+r61n4QXjKBhSGSxwOLhXZZyWx5Sjr
oz1I/cYBjX2jr8f9WLmJ8cfiLv7qvae/jUJvm7bJSWSNhmN49GTZOrtrcFv27shvm3uEoTNht/o7
aqROw0eku1OZhU3ORXopulYg+5IU8OgmjPb4BWcUphDNgLSHsBz5A1pH1Hvpbdf89Wvzey/m447o
Ns7slfSr4xNQRbFljq3JJ7EK22KEVig8yL7uw7pkGfQHuvlgJ5/lY3mDFaf6Dc7tCOsIgjBrMBSc
NiQRvRoeux2znvi5h2A452Ei50Mri8CzDvA53Dj2rvM+OgqOlsU7x6Fp+XQazX4H3Zl/BNvH5t5P
u/PylQdHPHtcriMFoZmB5dDFi4tuHfFVwEbp9nwqWXePyz4WhUGxcwyQzIXOMUhE5yQCwK78d+GS
jfhFA/tP5weR9BHVCefcwamRjNYYO5eWONyoeXwPLjppaFB7I4ud3J2F0N6BkT/CQYsgOsMfmn73
3GD8ragM1qBn+bsnBMczcb/OeqfxBdTQOrGPnruI64VTWrzh2+4XhNe9Y+J7c28OzLAl28CRBgf+
MgbpYYa94yqTAmCUCQsuM9TqL+iXvuC3fFDu0VZDxC/avIAFE0j5aSSeslseHTG2yVwjX7bJQFR3
5cvAs/LaX6TaeJgjXRSIKv7P8bcqH/0M/3v4rfx1NLYprFm1URC6EqQSaVa7A8ktwK97n8Qpng5g
hA+h0kkCwA0wiKwW8gqSTs63iaXqCJ8sXB1ddAQqu5uE5f0Rb62RdPiFIMXAgU+BJRGZ2vtd/BJf
42t/se4obXhMZQskEA6LiHVwwJgIqpcTdKFg+FY+b14SjlFMjMw4UCy2iPUHqAmr03At/fnchzX/
112MkJddx7MeHRZx8s2n+UjbWOH8ur6u9r2BE6qC4WW367vhCmj863AD0vPh3yrAm8LTQslucAHD
g3Fe7Y+Zw13hDw5TBSDMP/Gw83g7pNewDlqISvbOn2eO0WHVKid3qRAdSeXhV0y3P0PM8mHPnvQv
icAX/IgaFEY792suHsASIN3hUnYSSzpbuFh0rJP2bn7JR9DxfwSt/uGUVs7b4mImeM4RtscPq39E
NxpAA1GzLX9j5DIO+YDvZK/1ER7m1hgOvjQQAt1vXHjVrDAl+JSdDjPFHRlwIyreuYl2KAwPg85x
txugLLqWOLMLkTSWfHWoxEFRweLqT3x1zAAFH2/+JjzsHDTFY0zUKSPV1/Dac4hjDjbspeJxOMiz
Mh+2Cc5/Jf6BW3AEqi7ty2RiUFGCje9Afc3Rxjvrvr2Kr/lD1YaZSKiXXxeO92FEYEgkjlMRhLUO
VKGMLYh2BXty4eeeVOu8nRP/hQKbM0UUEojdNrt8WHUnPfWHAQmP1JbkmjNLKwkpIAbGW+6OEHEi
/jlCPMbuij61ivZUekiAOkdguHLhpgjXii2h44+lYxEIy0ByCOpa5XIkJQbnkc5prBR27BJ/lLfk
fnFXbNIBOVSYmZpozPyvsmXtPzutfxlZUxWtVpSpSW/LL+lOPVmNDQxxxHsv4uNOj6MtX2d/d49A
1sQ0HqGl5Nf3wt0CykwTR5Q9affNGVTtYf8oLzz+VdyYehTi4z3zZBKSpHcx+PERPcT3yal+ms/t
WQqU0/7VgG8mxDy7J4Nybn4W6QSG44UEmjCG1DiaCYlJ4vw+3O5KYg39vj8bL/sJfM8dIpymV5wa
tkh2qS4DKeb1DeeI6XfFW4HB2z2PGlEk38tv46m64IUIaGV8WexPgJwd0IQeDpEFdchdPubN7iL6
VM/d2borI+w7Vhz4HORNuZNvw9mISL29I8HPA+v/TXXmmn30zdB8jf8flGekYyLvf16auf1q38u/
L8n8fv7fyjGm+QcMZbBRBfkARbP+VznGFP+grUhRLDAcSiu/CzV/lmMU8Q9VhdnMKAqVvnZRYszM
f5Rj9D8U1aR9TdMVWZFVWf7vlGNYyj8DaXVNFY9z9HfDZnKh2pJxyXs6J7X+Yai66Q4yYhX1lrR7
mikIDyJ1bOoD41xJdiZoFsEZTbtBnhjTY1MIlgPLgnyur+IwS6FRW4o8fVUMlWHw21b8XJRpDs3C
gGae5Pn8q4R06IljBdNqmWT4n83iV4ZFIqyr6VMX58MtbebCVpmKVjiqpNCziqbq1azi5GkvGaOf
7JL4q4Cx4SJW1fd2LxZGqDRZ8WCJFaKu1ESf9zZvGM+QxeYj3BMpgpdvfp9FTY7yqix/0rKevw0F
45DdTug6X28U5EnHyjwLjFQh2RMLilFdDMA/1Awi6YX6tKxQuyleMRG8So3HuEq2m5Iu3WsnN4z5
HxdGYzu01NaGK40MCFjpSfiV5fX60MkHEXKaUuHNWAZaBWba7m9dtnVXXZw1L88q7X6EFG02YnKG
U0KTTqWtYRcv2+Oct+X3StaSl6zodPr+c2sJO0tkzI2aKvuPuRnHc1UdPDp6HrPvsVFAzRZV3QyQ
XRkvNPa1P2BIYtmRmftSpk645Wo1fTLdS7zkg7UOTpZo0JKYTEZaR0MADQa7+UrrIqj6sCunjd6T
zJanNEHL0Mhl1e2Y/fgaq7TEMsTFlD7abqs+Ghlu5j4O7WehtQpUQYF5I/vRMFbTbOcOkk7JSVF7
r5+HJ6k2q0AZn1u68WgqgSNPD8rryvhdfUsZ+cC4PDIquieYQ5I//k/yzmTJcSOLsr/SP4AyTA4H
tgRnMkjGPGxgEZERmGfAMXx9H6plbarszJR1b3tRsjKVKkUSDvfn7917bqgXt5Xt7QzxUMAnWiZw
EdDaD9yu0B1z/nlLJ03XdRjZaDW7k3VFxc54LENpMsfGh75FD8UWXH6HlmVsYivO/P4qf9CsflUk
8weema3h5RvNSGmKoENcqJStdeA21tt3bQFUss4hCOH8X0U4K/A7vQ9JovuJezGxHH4nhWbg1xgt
Lvumrf8YEAMtC9f4xt47POmO266wcfK2ZFxybP7jjsa7NQ4IWyFHDXiNz63VpIcGNsrYfjhms/Bs
RvSd5m3kIDUUc1cz2RswxaWZpvMqiLRdnNJNAgr5Zk6jWLv5nWGral1o6WOqvEWmP/QWzvA8uql6
l3EE+qo0ln5buIjyC3Vr6C7moXy4DFaQYqrrNyHJsGZUfNZFzGDBpRVoBM8o03cW9lU/imfKtMlW
SDP0XaPXZ4QS8T6S8TIsxasbhz+kkZz7pnEUEvWvWDqI+BlC5kNVLQ3ZJUsb8g0648jFSRe4ULO0
g9aFR9ia6NxSgy89XGREsSvp4UMSWhgNgiE7j68SytucGI/H2tOA3KCX2BDWumkxHJ2Eiv0RdULu
VGieZiz00huWGQrDwdLFopNugpeMlYj5DshinD/rWJZbK6/XWJKDRVYJe5fb2b1ZF9999ji4s+4D
B+AaYyHEsXg/TeS8aMINJlRGV2KrhG1F6u+OTDU6ULx1DxLH72WYdRbI+OUgadu78mrezIoLbCC+
OkaYKpYu7BzM7OyxqVTrKO+nRdxbeLA0v2zCW1d2NFW0kSZYE8rvopuxtkzBqlc5Yxl0qydpz+8y
qJCB4Rhz3+2p6lD1lF4T+0kksL+Ndn7rNE3/Pto8NHT6zXmwBe2HrkpOullhVguruTtUDCGWqjKC
fVpeiQHaPBuPOLHQo7PFHhDGnW0xVJ/TMFvvWjnEnzNarC8L/9wlbFp7B4FkWAdeyZTTtWm7DsOT
6LR2U4Ki3QrNeMpKEASeUbHcEk0sXCxWCywTzR4UCGiIaSxr+Be28+2O1qEJSxspTWj7s6vT3u+7
twz3dQe2fWlrEGEMK6feqnS5ykbiBIyuPbkWvIYuV/ZD5VX9rUn/ArNadYlH9d7jr74Ullv6EgAG
1rsyOAfSyT+DMpCfWY7odoFjyT55Ca9qGpiQiCDouYVvxGCuXS0pb8epQMgaJhOUsPZBG9Tkj6Fx
i13zc7bnjnY8EmIROeaDIixtiZMHPQ4yd+5FaToeM9ONSLaZ5QtMznuMhwN3GNkF7zg70cAmcFhU
grMthMxRRpizOT7YUkPMVO3scuZ4RrbN0xGdaT5s3MDj/gcDYADVBGhiOUVSOH4QOc1H5RRyK6CN
HDplz7sicwfMERpwKg53m8U3DwZdI+Kplnbck62eDr3F7Z511jQ3Rtx1/EFqZ5uZjnvhKhpMagYK
Re9j3T5aeeec+u4lq5r8owT76yepbaz0GmP4qBcCbTBab5lz8esyOgZoajmMC0p/kF/IrBBQAK5d
OOkEzczUzs3IF13oVo93Q+JCc63iLTDSuVjqtj4zmB285yRKLZpJs+Ro8OJhUbh48X3iBrFfFA2N
yU55y7lqVqGILiHabhRwITSKwO/CrNhELcYB1QluaEnBla5dz27z0qRMTUb729VHRP/1aKwiB8Gt
PavHoYTN1M+1vIk1C/8orxLMOge1Ii7qygIREFOMHRDHqMWUp7TT25n7GSnG2/n6pyKtSss6WJfm
D012Cgm/9w4vxLedQuxK2+EZ9sNHntZHt5QSIawGnzgbvtSIa2bRaLj54o5Bw8DuhxEyxqOhzK2l
CfBII5gYOe1dlJQeLIReGtrSxvHPnZThZlB5vmWF4M8FdoaMEWSMDKZSuOi1t9Gpi9NsSOHH1AyH
SQ0AZ2frW5oWYsQe+JM17C2NRk6KMAAJGmJzmvTziKrf0T9lCvYONwqaCg+nouC/GIPF9MZqvyfd
gVV0dkTzqnLrMtrhtCktjEm4NxcBbcBI1vlX16HwD90le1Hsl2H9RpHTHXrsiX6P44NQLfwRszXc
9Eqkt2F/0CcUtiQgcDONULtND0GKAxCvNwZ3mtYo219ixSR3vDPwGPh98BnVgYkDnfHcSBM5Ax0H
NAOUTXcqNDocOv3WDC1RVzxHBYLNuMifDJH7s9R3k3mBKHCTddNObx19n9QAt3gsSxFF77GeI7Ow
mbh2eYiHY76FbHyc4hLFobyoDgAaSugteCbUkWb2PGuptwaMsRNpe+PGjoEBrgvlngCVRY1XZqcw
i41UAHuJd6rNNPu+mN1vk7yZrLmPXBq4RZe+4PJmh46CT2jF80rPj+kwJv6YqQ9njm+tgZFhjd/d
11CZ9nb+5l49yXUt/FTXgaFg+YwCcZJZaiyAKS0LfXyZcghrVY8V9vozCTPJ1k4u6hvQN/Ypde7r
LHlyR6bgGrSJOs7urH78Hp3AWODbQ2HaavNugJ73Q4vFoQVhsOiD4lHF+gNZQBBP8/bImqXvN+cv
rhcnbAEDhsnMxWmILdVOS/qtwUwnScwXhM9Acspr5z5LEMNoqes3efYqmSO3CoKZY7fI8AdzYUy8
aXgetWAj8sj2p6SuVmmRnIaiPOYVRW0/Fnd9iFO8i/Aeug9WP1BpGE50D6pomwzkVhDGs2zjkjca
e08f/0hccektHTKoA5iXfhSS3wWIGe9oVPMG7trSMfoLCOtDis0mAhewCFRoLLy4QJaVdi5NA9bb
NGPnDkOgg6FZ8zAcDdCLSJbY4e2VGEHJeOoz4a1aC1nNCxO73EY4dGDcKuJeM32x8ZMRdZioRXf9
NO1xlVNTzduc2jTmWGlNXG7C0Kt7MYXIS1JcDpAZ9rqQ4qhX5cGTGDmz5A7O/rQ0iMzIwO0tBveQ
aPpDQ8lj1tZHrRpuCp04q5ZNtFL0KWekdALYiUrKI2fSUQ/KJ22csTqb7h7B88J1UVRdHdhZxoQp
6c66cY5dc4cH8rZItJYn4sA66E1eVpOwZ8xo0LgAkemdt2rb6E1r85tkFgs1hOwb3UJoMft0Uz04
7YCoRm+84qTIq31FHLqAnsk1TA0fLFjOYaLVNnHG7Dfq2zUH6DdS/s7neDwmU9zxY4cnbUQ/4uov
FFNAsF14wUncU/h4+rCSTXEvY3kqC9NgWy3TJ+UIFiY+IPakhOUwZwwESnNXqGldFlq985ofjRNg
yjN41HE030vOFj8InvA17iEs2ts8e7DGisI100pM9ZwsTtUSYoSoOkhNRmOhoC3smu4nrM3xrXe8
U6ztY60blxZBjXNuHU2dj9N1igki5gvuvTUFUGdnyyhx6ft0pAum5aM2OljwzR8oQFP2AnKXLJBq
Wo2aowofi/Zahnj12mu7bueWIsE2HbC6m+4+HyxmeUHt8nv2JlFyzm2RWsnCjLtz2cafstNupTFv
lRT5xjEt5jXe3sDjuql73R9gdmTADYxoHQG6UhY/RK5OZmK8ENdc+5ZZHsuk+xrhX5xAlSYL2yw+
Jv6RLiD1W6mgWacaHXDPeFEmxi8Wc3tnhPG4G3VcJLAG0WxliBHZIt9izzFX5RiqS+7m860bsaTw
NfhOI/BKJzOYjaq4lHV3FxM953t5zzReFUercpqdqvpmqRXaR95HP+Y6epeYdXxtwHKrl6SPW07z
IsuqeSkGec7dEaIbNe8y7Dy+RpVuHCM7QkpK2IoSus257d4JT3uotWzaIi4XuLTcw+BVX03UMSDS
0aBYlsz9ADvYIggMxGEZ8plq3ANtuuPJ53jCRbwS+ECztmP80ncuND88OyzP/Kbrrg57mDj0M0LY
cPQHnJjJYtcsClWbSxob961NvxqX40bTutRPOga5Qb51kvDBaPJqM0Jc2bRmri9dT97OVAKJsj/b
uF+E3jkJXT/s3c8QMTttmuQLIh0G4QbdpklTQA+LLfHMl9wb/H6ipJZUXpNd8kdhzgzLR8VsY4FO
eBNGKHKTDJVCRGYujkasRIrZ0jBElKQaw7fJZlSV6LyoplxVyeQnTY2/wsPkJgVjJL0xtjN+nqKW
XDtr9CMOM7tYdc1q0mwMNyo2jhU2zl7qh1zAfNRUeAbEup7bAYjDEK8mnuqiqZ8bdundYAi1jBw8
T2EVvLLVnmwvuM9AvYKGoneUcmCYzdDxl+gMwOmlMMdLXw/pyhmG9hhBqasq/QO67Vdfkis0T8bV
OwMcleL81igwx8nEpdgQFJmcq2tNdf1tYdXPhrIe3YhT1wHIVwc4MEHI6Qa1VVelfpfla2+0H/Ku
X5kVOeZD2/GSIhSO44ttth8EPD8mKYOfpLzQLev9MHWZYxTxA/mQt41ZfwcB3s4Sm6mP/4FpSBL7
WgjKWBPFsY7S71Q6pR9a2p2lJRfMqqz0HK6sAE/p9Bw883X8wOqxo4D3dtY+Bo29FkDUzG6cgRXq
h/azNQZgBsIGahZRjwpvrc82GNRoVYfNOrCj7wS2xdAxuwFB+xg2apMC6VtUtFcWfcntpJrqJys2
PzKXk0BVLf9kmyUrgr/PuXDkpqp1nVSPwOwhCmjRLXY9ppge9QMXpyUgixc+sW+p/I5Mq1UHyIUk
ruYcRFWxt7q4flaQnBdG69IE6uLX3p0v01SiKbOc+zLkR5xNCJMxRYAZiadqZNoCAWyZDTR9+rS+
T6JsFQXxS+Ek4yZvnIfGkDcF8W9JTMhCld9k4tGWgjFcXjzHjblLMXa0wju2WnOOuhT8nazXlqsx
93L7bqVp9mteoNIGO4ATUm2cpPUx2SJNZCnKnGkQEbC471HhWjoL3VrlwkJ/nYVMekPYKyRGLej2
pMtO6slzc91cHEbdQjzHGSpwlUZrqVW7tpiPrYN2yo3vFFQQfwoiDKsoAgw9Wfd2iovw6jDFUWvU
t33Y33CFLU9pOJxLd+bGASWpssP0SF+A35Upn521pH2gLZqHtZ55F/DE5LsJhFmgDRdjlYwLoZen
XnPPXm0m1M/pObDtmACdcAsCe53ZNGs5n1I9usvm4tkeR33tKOzpQgL57TrAUynIMrfAicsdwUqa
zpdDMGwwfkAnVqF+P7bPvVNsY+yLruP5vQgbP6f3M3lIS4b8k4bYqk0Af/SRIS8D6DxgfmID3GeT
mIG7dhsKFZY6iJyzNycHzXaPGF3PXDzhCogfmH8WUQqVSQEW1GFoRQBWF20pKeqn5z4EkYubVTbV
vSMBS8ryGQPOE1jfBDbyZOEevMc6RwOWu38fxJv5SjxP9L59ywzjTdPbgxZFK0sLmmtoNVwNYDcg
wpHi2O0F81voz9H0kA3TWXVMYEJxtOb0USnMv4MEYBZjY8Clskin8iAK94Qjd+M4uCyDuTJuJyTR
3K8YBavuwEuxJBjSh7v0RLYbMR8aToikuiRD85JUVG2GbPoN1qwIHmFQHUzYlWlEm0/YwJKtex23
uNu751oDsGKmJO5kXxLQHuZIkfoGPbKs5mpnXu/KzVtVOYusd2jLmsMmDzEoTicBjSfAb7/HEjcv
a5MrdGNS2oeiISEmQx1PoW87FJ/zEJ+kxd0vJzowb1s/qpGyDOneLWzCMq0ry8n41CPtyeoKcH5V
h9DK8r7iqMcy5bG+dcVep9IMtlzbxyut7KpneotWUjKFHrjJhFTnYIKX9SRepepeMy5LuCaH9BiM
gKr1uQlPsEC3Ih32Tj0n6xgm5NSUlFlq9u28tbZlc2+Lbm/E2Tfq8+jR0Z1mbQvZbOeZh6JST90W
s0npE0/0O9satVDnDhsv57LqJv0Bd04HUi49WoGxLeQLUNt0NbVocObsM4b1OINNIckcSRfIcc2h
UgJW4orgNcs9jMm84bH+7mXhg67Go6uCdT7fZSaFI4kMunK/Qyp1uLHAYq03M2s+C5154hyvRtGu
UqE9i4aZnOmAjQAPO6qnOY12c5H8mHi2k6Bc6aJ7zbzVuOd1tjzoTnZLOvi4gO107N3wGCTVqpLt
NtFxGXaGlqxgvuHRwuHpx46aDnoc2jexg/exgZaheTSmpqfErJmOM2bh5PXgbSUPc5NdmI9Q3roM
BQJaRw3XOxggABrHIXxw4DRTQbCn0DFivxOkydvmpi/gQegpZSyCHMLX145lPzpBg+C0NS7pqCFK
sStrgLk4rGNyrxdkUpbriZbmqp5uzNj9HKu7prcjBB58HBhLn5zeXAm7MFFcOIYNoIRT12mLVMh3
UAzYaQexlnoKBp/miGypSxC1aDkiSVtYWEb1U8vKap3xngvcGcAHUkgNBKJwyx00oJUXU7sK2wyP
QmWMzkftrW/SGxXT6tbiH5SUTy4DqVVasWZS6rcd5G+5aEaTFB5T30f5tQfaOIvYCrAOQLFeGAwI
Yu/LdNmbZJRsxyi+dca+h2tnoFzWwFbS/aZN3Hx39Do0Ts6lsuPiUDByIaJzGefwRfDmQlCf4+rg
xZRoNKKpcDkvwVbixlem5zdctX3c4RgdI2ITesXw10WipWuXqtfptrQB/dVR30YBNIikxqsam29W
z4szW9oyItRB1EL4ox6jljM63j64x9Qtk6PpN0qIdpvbCf2cZHYeitqDkReTynMZrVLsJjo8kC6M
6QbAXvkuWppobG4hOsTWgBfTOzkgWY8YP9JcRndhlcmBFtHtMA2ejlFcOiPN/tF5yCpd4fgI8uoG
Ms4VXqkHqlsXho2XaIhpHpj92ozjj3zSgfuK9uL1ZbSEHvMJw/FYGnI9JkiWx3S+MTTckooI3tZ1
qtNMu+ADcExxAQUZ8nom7m1oKxr3/UQrLXNrGOwqzJJN1WU8q9BsSHwABw9kP4Ikojd5uw6M2FyW
5Hnvc7icSN/TkQKkcuqNCu3oXEy9fh9Flr1xcP+ui7k0yINMLO9HZSQaoxsa100HJLq0QhhTXLxW
gezr9QgT6FpmoKrqelBMHmyRSGf4U+GVpBGMX9Un+rH5mmJGoECR0Kr0fMa06PUS7MDQbeHyoTLP
QgQKMtbvZKIAIw+umHfBXHD1o7IPYj/tWxMwAuDynZqd/iN0aiSyktTaxKtnXw9ReIiKy79GSVnV
M8uGhKkjvyiKXc5jc60lc4FVhme77ahzTD8wGwUZoCQlfj1LB9FjQWbeRhdxfoYP5B4DTbqdH+Ki
/x7DOsq5z/HKeINMHmfV5uhFe4BvVJ2afO6TGtUYaPCr4Zrr9Zx61i6vPXVoG2qrdRJonEQCpEix
mFvbONbhQN2k8o6aKYRO3bvxWzrn2g9gkzRaoqZ3ACWQ/hsYOQY8/nUFlTaZERYr9j0Err6k+zGf
RBVhR7Ghby7ouoH6yI3x1p4rk8Aur1l3vCLpIgmCdgNSpDqENIK20JZe3XqYH8hiKzeWxy2D8yoA
Z1ePJ5d65kIP4wpXA+hmGU24MjKbLoOobIgcfXQ30MU6R/2INSWlBaXgiuN3iUp7OHPXYSzndgUW
976Nm3ln9F1IR523/6OJEnlqp368iFLz7lyLC7uvF452Y9HbWVVjTBSclnjxa+dFzY0dudl5MEr7
YAxe8+p5QTPt0xYu9BbkaX6kx94GC13GWvsqU9n50OioKkswSd9wqa1NFWpgjMKCOeAWDA38nKBK
FE2RcGL8WByyomfmlCnQrnnakYcwD33FtNwcUc8wp6ZHg6f/ZDp1HG2zvKswplRMswdVOubapH+x
mW0tuNMr7S5gfo+PxWVbxLuf72foTk+zptpnl17uqs4MBDxShTsAQeNN45YWwJq33K0R9rZGhPO5
M7z7eLby5Wha1Wo2dVmtRBdHt2QSQm70ys5GudXkgJzZ4u+CIbIu8COdcsPbHoRHWw1cBYd4pNfu
DqS/LMZCIXu0gvlQW5FDm7FvasN3yHSY127bXUwnC/yCzBz4TQVTS13TkO/ltQRFnHjZD/5eZX0m
Oq08W0Ul5KG8mGhyeGE3AmvKEDjoQ/cQ4t6FRRkP4qnncvVcO3KguSGnYQ92FFl00Ha7rhT6sYQ5
/YYtWNASoX/ul8WMcDYyEApKz1rB/Bn2dKqpIrD2v+d2n955zlSpa/XtHkIvs19qEDwLZefaQi+K
/raWNaxqFwltSv7DU1tH966uR7dJqMI1IRF0PNk/5SuCgXBYD7ZjMxEs5NoGrq1ftGbutfupGeRJ
DvLVhsH31dMrXsTtwKRPQAmApVZxX2tsT/iDzL1dOjpVcDGywnmYrWh+BOi2dlrCA9CNPDKv9O5V
bOt0mzW6wtV0HfNNGP/ikV0BxPmAXH5EDOEJy76bulJ7jm2SdIashLMCeJn2TgJLObec6Zmfm4AT
26OhB6Q8PehcfP1soo0DLaTxVZdGx6mdoaf3tm296pHrPc+MGYAP5usooT0VKhkuC7plz72Xy1sk
GrrcebAkYIqikSAquIP1kwxir1C8rEhG4C7TC8BazO2TBwsP+MKrmdnGlsHNMeJHTRLGQ23eJcgO
SCwl4TvNlyheOMNJaDhnpmoPE5m2t605tA8T0H0Sbrv8JogmaLeDmXKnHau5pHeENMYhm4s7FUib
FXg791SlJqyYsSgt/HDFrCt/znpvXISsl5vGbjo0Z8wYAavpubrME3jpRSAr+2aaMeovtGIalrku
Z9TCVcVtw7GclsvCaANJ67pVWBe3tLY9GGwe3VePYCVoCwGdwHYKLPY+JiiyqYePQKM0hOmrzlCZ
BdmUTnUWpSp8rRAiW7IzTwQbGJV8UCW8pKUnnRhJIQfLO8nxEiSeTW1U5i39Vi3MsMm0Rg0BTec8
slQcI/zNSmCBbgO8LkKvcjM1Sr0LUEe3SWYwt4JkaIMVTYaX5K9RmyVclPngIs9USUF+Nu3eabem
12D9ZYltgECjq9G86CRbzVrSJC72Uzc03w4DqgUAt/liCr092qMV7kgEwTsNFPfv6Pr/j3EGhvtH
vdwOf0L7Py7vzfvnV9b+F8zgr//n3yADw/yPpzseXALD4S5s8mf+DTIwjP8Yni1cKRmXG7z2/xtk
YMj/GOzylst7Y1C7e8jd/lbOGeI/jie4e0rbM2whdPf/Rjln/FI35/Kx/ls3pwWwHSDltFdk2SlJ
c98MsNh0yDRLPPwjZCNLe+FcO42EpJkN7XbPDNkLwq0ROFiXreqzGAOfs/Z/6S5/i1b4K3X3Z506
gAbrJ7v1KDqzHOQEBqHS965Wh8uohBnceTmU8oh6HMwhLLx8pQHgP7qCnIXabjH8zP0PuqlP4NWx
Vdnz3lDGuy1JoDE00sNkazI6ziWA2iJ7YJgj1wxL2ZDnhD2oZPqEhA/dEY2PIEcg38evtoXHYS4f
5jw58cmfphnrmzk2w7bI2nCbNxqh4m7ZrSjPQyYz8xck3l2Yl8tkDi96WT6gRHuo8/4k81RyV4zG
BRlrL9YAlZXYqM+h0Z+MHr5Lken3E5mL+PX5S98553lu/0X5b/0m39H6yXcL9dPRunpUew9MHaHz
rt8bfOcwApLiIeSoUGOQU0AgDsLIoIJ/mryWhdzRt7SROIVL1SKFYYy5yUAI5qHz1QhuFuqN8T2Y
n/HSJQL3bprhTiuGfEf0CF1DE2Gfl5hqBVwX4vOsSAewx8yfa3j1me080L9nrivVbV3L3T/0qr8w
GZu/iRw0vf9ezTS5Cd7TPLWfguHC0O/QFAkSIuuGH3nLmJsz2VaZH4lAPgcW63eSwytaEuwdJOwu
RFcztaIjU4X3FDcb4ZmfvdsFmxmuD1D57MUCxLVgsRe30RRe+pDB5b989F8Jvln21+3hnwJWoIRA
wzW93jdBuJ1meltiH+vm0nPHpbSQldrBnctwigA8RpHZq3L0JyftGCpFyxQSJ92SzCdwHhtNzcRi
YNEu6OUcPaulnVDeheNw/+ePepXt/h9OkutHve4l/9DawhCLBLT7Zt/TCjDiYlmEOP8UjE/F9JLr
1WcjWD5u+ZBZyT1IfOrtKAT8oCDnltURWv9MN1Lu//x5fvfQrx/zHx/HoWowhEDc4lr9ose+Jnre
rL+Ptd/uRyiRf/1tf4qxLCKP+ZXeNES0VEeaiUdmY/jEnblbimvzQsmi84GJ04izjQ33CU7ziEzw
zMzvw5z+MhTnc3CVirRtswgzIhFExKw5i1/1LL03zHZbJvLrz7/Fb7bzvzK3//FbkDHRjFNZEpdQ
IJAKvzyC3lKqUEHHN5P/ZiYyrlvHL/Zo8ye1tWD/i/O4r/dGOeyujTmnzvl9wg3SwYV9rZua6tQz
ZfPEv0XOm9f9/1f/zp9OqqAIgVFmRY2YbL6HP3gAmU20jx0R2jU430CWg2UDFvwxDXs/npJt4uCq
MzW8/NR9LAxQcKOi9whJ7CWpaQC2jfrwkAMucndqfEhCuf/np/BrNTpvyE9nmCMmjSxzt9p3g3qt
rvBPM74O+2yEYi7RN4u4zjZO6D2aZov2jvBm0gWeGzOioxqiqON4WU1695L32NpDGoUGNa0XLJE/
+mnkHIYx/qxj8264NgqoOfQllKxVm+v/Enz+14P81Y/905kxu209RLZV74mJALyD2LQtnIVpOQ/6
bD4jZKDL3m9yO/UVTMCpwkHD3bcX2pmh+s2UxQi5nFsNqe9s9ndDyZi0lZ9stFvIgowBwlr/l43T
+s3Gafy05xcFA+888Op90mpIDHrTPc4dIr2Za8aJ9FBnFXLnhIKOQBXRGGZGI70rnUo/CyN0FvlV
24OwkgZTaC+8nCa3CJB6FUGOtylt221mon4dkid66Y8ToFHPYBYwpLjRW4JfublTiZCWFo96iXZw
Ori5RFch7AeLzME/Lyjjd1/yp9MhAL/tlrYBVgclrFPEB2ju+9zxvpTAVFf0p7R54XERdGKtuSId
aKmsi6zQ/qWGcH7z8v1VPv5jXyncriFQQFQobDOdIM4JZ3pO0YOaLbpUlBSeTe4TXQ/D1/ThI7Xs
TwKikKj1oOa42JM3xx1Kdyc6s8AeuXb9gOcNsUQYMDnaBMdBDmPXr5qaIKOxhs4/d7fgEO3tGPoy
h7pUNYc8UwebGKmFXURXLLMroObU3rrozaNbDenG0zAlBuY7KWgupRlppHWOWNzQqKa4Oj/Obraz
WqTtHEqMA2r9rmzMYU2Y4psImBHVIrgIoJ40ebWTKrrHNJPPkZW+KjZxVDOItUJrW0WktQ2MZLAP
vP75AZu/2VH/Omv/8QNLvR1cR5n9Xh8paNuwfmgVCq5K0fFB5EUnJzK5NzYWQPa+w0s3FHjw2RSX
nMTp2qUU8RlLv3sRLaq4ut7+g5AWLdO9ZiAtpLlGMf75s/4Vm/6LzcH46UTEqRHWyurVnsn7qVE3
Up0sdC62ldHqxGFh92LP5N0kgsjAJBEsXQN+pYcJwKNgaENsuDlz8mjGbNCc0/GVXIkbqbmbmj5P
5YIQGSVdLGfRSnvbzODq7ZDvGuwZT1DiOMumhqBSvtEG3eaWaYDIbe5SR9KaZtDNKHIKjBXTpcw5
svfSODnm6sdokonmoHFg0v7n3+G3z+yn7OlgZp+LBtXshebBwejj7CEtmFx3UO53htuAMXOxH5Q6
SSQlfU5Wpr7UZg+2sJjfY60JiWucyQDOi2zV6rVcks6RI3dRDKVtLCDtRE7Ov3zY6zH5q4f205Gt
TS79E0Rx+yRPhQnIFDg1uQ/TTVBEAbWye0YONMCQ5wVE0Cx9G52UH3rl0XaMEOcIEQhoiaP44jJA
vB9yl2nqbDc3pEdBarkCYWnWYO+oiFVw2n+pZ5zfbXzXr/OP92JC2XM1a5V7mr7dcraBq6Vd6mzT
FmWh8iogbVHVobNI0L3ZqDNVXpD/0COVy8P6mMzxnawDJKPTVhgIFrFVYsTOkoh4Ccf2lR4gV7bx
s4A+71ZZhszbwcq2ICfXWVQy1xHAy5HhFKIOL7x0ZY4vPjSJioFCvyVLFWyIpsBgRPwPtYGZAnky
zL4OL0NDFKcIKPquVWPQZuUyStstkVCvbhNd4sHYVHZGW8yOdnXAUFgrVkmAMG0h+6hahRY5xMAP
2x0J3Snv0bWq14tx0yrnuUuvyj5ZhiuFrtE3swzF4OBa6//H1fJTAUNWtdNzea32AIf5vSouE207
VJx7eTBe247wIQDN+rLsv0Ybj0+nVTMWjRYISNGTm2a18HNL49loxT6drVuVWEgMoprbiSXOo6mO
doFYpLCMfzmifncr+atW/cdKKYeqsGVSZfs0dZ/JFn3rRp6B0AegK2Z0kZ7zbJryOTej84i+bZPh
UlnGjsY0pkBfVpvxpc2N9ymJ7/78I/7uE+k/VSb/k7ov23EbVrb9Im1QM/UqybIt2e0ek+5+ETqd
jmaJmoevv0t9zgYcxrJwjftyESAPDkJSJKtIVtVaS4bLDQc9RySjFKOTOKLayIo6qXny5XwHWSig
TCSjtCXQH29AAguS/jjvd+BtdiulCPUtHAzKeifEjI6BP0WACfnBil0txX0QPfrLrqRu1Ju6IcwN
QoikELkE9l2ug62cauoGl6hhn0BtQxe0UxPg2TwZDWQZNJVs9EzsUMM9zOmfgjhC30qIJ0CDnGEj
rpwwS+8Lwr0wRVSYUdaiajVXkj3qfLcQibKJQI86kt0aTJ22k6Oq1MrE8OHG1eKekRnKEiFzi4yF
H4lbsEdvSQYG4iiiHurvQGpOtrUB+Q4VmPYB9QSx/1LX/lYC+hERFJRgQ6TjnobNCu2gOC/EBX9N
1L8XCIuu9iUYrl29617kONUsuQEQukiGez8e8KqDdqCpJvkXsrleDi8hh8WTgle/BalUdSM3qJkY
xeCziBQUK1Txh0aFu+tT9f2avDS2fw8+wlphaN02RHkGYjjBu4878x9xFMHo2xUISqMs2CxxGY2i
zksQDYM86jtRi0MVIRrQiRBP6iggfogYRC5ul/1DE0CzWBbTR7WTN5MWv+k6HnQAXKI4rTmtDHzh
lsWjhP1UUBH5o60rlt2LCl0aFHGBdaERwOJTZW9i0rz3AQ4I5GOQhWpQkpsiCc6QYVDb8C5DmrKO
QF+jtLrsBBP2OyZBQg1R9BXkuNVeH+X3y+XS9HJnnsaEKQSMpnUlERX9BomPYjkkwL3kv+Wyxeup
AJcgHr7QzQMIRykOYoHjTicQIFcyDA8e9nmiOLBK/6de4XLW9rbApGb7Pb7/14H+/5+Q8RLBQbeM
jHci0ElH4Co6R8d//5//khVr/9GgOEUUUVcoUTR4/P/G+LWZkhhRfwNJG1Wfd95/yYrJfwwZrhPl
/QaK+gz8y/+G+JX/aKJGQFYsK4oiiTLV/29C/JcciS4TmXMkfSOg2FDNpsOg9XulHz6lNFMA20JR
0SSChgzgFsefyK+zibn/n116zvN4KQA198a5BtrHQRD5xnhopea3IudvQzS8KiR/FjT1IxbbNfc4
t8fbyNzPfF88O+0JhBYCH2YBNillnDaQehQfEFIM7tI4bh60nowPBfSlvQKXgh+5muP1U3ZheERd
YUbNtMjJ4/CtFJ+qWbp2bs1TemlQnOEGOWS0o1nFMafVh0FVsDRDvMmVGUr2r0/vpdDr/Nncvayo
NMRyEVA9iIK/K/X+UE2ow4cu4lspF/rmtk644I8voaiI0Izu9YaiWBpRDdTwQ4FY6G7rgA/TKxA9
0CO17A5CaiS/wQoBFjgpBlnkRLOHphPIymxdfKFhuviguh5kFdUj1h8MppcvSOsXDtCzKEiHDMcm
LGqQacLNW2UFkBBD2dMH8iCtAyNVczsCPAZynFH4E/wJVLICMAA89oMBWoW6kqITymVkyeyokrhh
2ZVr15BLR9Q8ZO7qg1okOZPDpjvE6Rh+GI0m2SoLyHObjh0wQohlAnpHtex1lBjFGwNPGTOPSpRJ
XV/8xTnj7kG+WE2+KhTdAckEC5V/96VcfxZk3DUZ6qrSEoIx6n2v/KQS2yKjCZAh0uCxsVG7dt+j
TBs6RYhfKg9TgBRdDkJofWVqFqzrO+lzZvKsAwxTGDAz3XhPAodA8ZT9z5G2GORfMCs+bK50dTmi
TAA8h1SBKNQpQ4B+AtyhRsHv9Wld8Fd8xFwiYa9JAnpQqh8KO8r9SqR2aeScywmhKiHgedkdAvaD
zSWLSC3G/p1RrTmDpYFzHmdq6xkijQ5KsHajeK8F8PS2KeHcjIjC+kKK5qGLDwQT3vmH6w0vbBQ+
Iqy17SjSPqReOeISjBKiY52pewhaRCsjX+qAezxlhtQFYatFqKSo6k0+5xWVTKs2SjPeX/+EhWOU
j7eqaVSzUma61wKXogBeafqR8Rs4eHdSgxm/mK2Y+8L+4eOOpKAkB40L9SJolECqC5UyIBBNgJTS
V0KbCxuIjxa2RRYRkK1Qj7Wgmx3ybVlkv67P0lLT8+9nHoGUCiqu1IZ6WdC2TpyQL7lCjehtjct/
N47i5IA0DI37RIIXC2mN0DV5v9740g7izDZFQADy1rruiap4GJvkUavie38sH29rnjPargcKRIh8
3Qsi/bGORkdW1AcCyo7bmucstxtQ76dWqjYrlO1i0fc6AdVvorJWsrCwrnzgRAJYYhBYoHnlnGBO
XlCOtTLyhcswH/aISSn1+ZRrXphrwDlU/g+q9G9BEtzVofQ01mBqCGl1mxHzUQzBH5u8Z77qjQLK
P/JA3UYB+2xKyKfmDNp6qMG8vh4L3oLMxn1mB/XUGaWcoKOiyLySRE7XAkwY+P6+KlGHDgjN2u1g
bvHCDZePStQ1yiLaHj3FwMUibYZufCQ0bYi8uE2EFOD1D1raAJxho6Yg6SmUE70GNVEm8OOSSaGB
elvjnGEb0GsOqxK7K4PctAusLfiZkX5ZaX1phjjLrnpEpstoHjr9yEFs2x4D9taNK850qXXOsFOA
Q+soj+A3ioe8OeKYg9gRdFrqwb4+OQuOiXCmbRhyL+UjPEdeKOHO74qvJBZaTFCgrUSPLn6CZPA8
pDmE5HtwimCzSmO+DeZLC55NM+i5Bgm5L62sw8UthG64M5oYwAAqQ697jQYkoxToJnDFHzdMEtrm
7uhpV4aBwkrd63xKd0EBymxZN7YQiFrZ/xdXAR3Mc3dm0BJopMA2GAAYJaAat8igWiNUIEars5Wa
maXZmTs+6yBkhjBB9lID7wEKIVKi2InWhyujX2p8/v2scWBB4hFccponSijS7isg+GgQ33LhxdRw
1os8AhO13tC8qkaOH1R0RQmdXr0SIbMEfOhtC8wZ8SgHMlMKHdMTyS+IcL91QfkhoXDwxvY5Mx6L
uA9a6FN5EUg1UUABIjuTtNPu+uiXLIyzYWBgoyJTNM2ro30RPZRNc8oUUA+DQ+Z6Bwvbk3KJjRwM
KEWIR6iXNdFnLlfGa5YE1VMKYPWK9S71wFkvSnsoRZRV85SwDuxaRii46AbJDquhWOliYZYQXPtr
l7bIzsV1hI/ofIC+BKeSwIuGQoTJjzfXp2nBDihnxRXoBkdFY+ygZm3zQw6ovIW2Yb2/3ro4b5Z/
zmIJ4aS/PyCQAR9sFTU9TGEaWLHaZKHjd2n6TjXBvyPNoP/sUi3PIUuadmDzogKyeKJed88hFCBX
RnGxUggkhJQz9tonVPTzujgIfR1v0qCvfoFJrgXRfQCGlDaLZeB3UxKhLAB6fyYynrgzGBmqMLap
IClbENGMXgg+yoek9VUrTSfdo1JchvYUjf59JCmaSyp/BNeg4NtR6CP3IQa6cGBduXpoX7wW4iM4
p5Ib3VAZAIkd5KEKJnOcdFSDVgwVJGaXh/CQQLKAwy9KGUC3Efj21gIPF/Nw8/RxnibJADQsUU93
QBbF7v3udSg1UH/6rkGN48xfloSxK8hHyDyCBEY/QiLbrEOwyojQd4ike23qNPDRhdFtnolyngmB
nIh2TZQegg7pt0Yp1b2I8t672KjLFbO4WMw0fzPnn4BrSQj4GdKDqDJa3xmooZjMBKyfuGZU2i5P
ghFEb7ABKMmNHdBlQEYDWaEiFFcPIWC/GRsPqJtvfq9Y0oK3Ubk9nAFxWEgAjngA/Dg4zEFk/ngP
zjbouAFdBoWneMXniAsu4Zvu+exoHNvET1GpOKKUyTRe07fEnVAeA9by+lP+o4GcILBE8E38Wvmw
hX2tcrtLrGBHRYDukDk9BXeDHUNRAKFMszM/47tZmg3FVdAK3UDXfOVlu/SF3AaKjRgJy6IAVfeg
PKlB9zw2yvPK5yytE7dxREAVBgnXU6/c4MUMdb/aGkBenoMRXAbb/qyIQlc26cLp8K37eLZQGsuQ
vumz0Yv7/tQw/V6BrqmpUbYResJuM7bvAquzTgw83NoJmvQeLcl9TISHKkLl1Myydn3CFj5C587p
0E/KrilYcmCKIIEGT4QYi+oD5Aiuo00LxtCVyZKWOuKOa+AiwZELBd4D4pHJO5x9DlXZOnXzQBNR
JSSBTAUJmsqstQTF7fAnDqIfoPZOhupQdGP2Axylg5uPI/vTgcoxM0ciACyh+IBAgZSt6+4Vkc54
ZJ0GHtW1/r4ZwOwJkLf4mseNaLVxMEFyy2jG214pCnc7AK2K0lUaHbwYkBdWvJegyMnaaW8Excqk
LWxmhbsd1Aq83kiNwWuqfQpMZQZ4sSA9XV/5eYUv3A2UudOzndUDUVunANN6UItu3pqE5TCSKpFP
AR4bB7g7KFf5IjQeZ+rKVDbEFY+z8FE6N21DBKFwXMWTQ2qcxCQ5hMV9pJcrcd2lXcbNWEtBRhUp
WXLogZcxIzYWO6DhFKAbjcCrhJGtlAksuDCdm7xApMbUxkVy6KpGsQo93TC5XQsrXqxtwemnz72e
LU3ThgbtJ/D+MaOY2ZwtyFlvlOmPisK7CmwxFDFfzQQDyfWdsDRp3NWmrYu4pHpWHDRUjZKoshTp
KUeJg7SWllnqgDtjjJaF+qQxdABRU3JookMIKo0c1nr9A5bOTJ07UXLgmRuQj+UHJtHp1zRO1KmQ
I7PrkOS7goVgG4xZ/lPu1fHA4gh3SNrlLvhZqxctQH1Zw7p4l5dVtnLCLX0wfwopgdLmqpIDT0p3
KBg6sYJ8JoMKinIAV69/9EW0A3bJXElwvksoAw9m2FbFAQo1duqU0OjNHQXibVC3g+YIcOxmv++2
3bY65lvwg9vX+/0GhV1wHBrnyZH985GOxXW+gY6L6vwSzRZaKbMS4ldn/jwc7mTr4+UJxCcbsEWb
kvn0+/eaROSC79A43wF+vkY2ipnLsQcd9tApJhv6B1TDOte/bcGstXk9zwwPFI2+TIYhPgQABn9I
kZg7TdEqK05jHuWlieOcRgzWoYj0cE4BOSbBswpqXKY8JNMn7vPXx7+w76Bc/df400omYtCih1bo
oW+kgi6JNMqmJfIDhULtys5bWgXOXwxGkhsiquYPPQi5OnABonof3La3uXCNcxaDMI65hCvwQZrA
uCD87lDMTyPBZsLKe3RpkjhnQepAIvV8RqDyEtRlkAgEGUyhn0A2cX0VlnYRZ/0q8p85BfP0wYig
pZMXe0ihrxjfQtMqZ/MgTO7gtZBW6SutOQgqWN0Ef61ob2Fdv+G2Z7u/xlMuFjUQ7JKQfYG85GcT
ZHtfiqXb9o3KWy/B/sxJGh/AK34cIukr9kUXdVJf16f9IqQKDlHlrFcf9TwAJ8/ooQocmkqpE22w
P/f1XXeC/OnuE+xNjgg++o9Z2Kv5gpYRZKpALQ8xTHnlE5fWhzNxEcgFIRvw/FBQYhQRdZuTamXb
Xlwd6NxzdjGSCSxgvZK6sgqh1ayOX/yh/xzTdGX6Lg4d7XNmAeEIaGiEReqqE5SKqX6vKf6K41tq
mjMIkWJW2nCAROBAoQrVCNBA98HaeX3dFyaGf8KAVjCIFCCjXRIGjjI9h2DSyaCKcb31hbHPujjn
R0LV6Al46/MAMgjvpAW9IalvbJkzBzBhUUEb0HKVdGaG/JvarlWZXXRxoqJzlgDdkCAHeS7ItyUR
rBPgFPYDRx/ZfZ7cX5+WpUmffz/zFUFXRFM8QKSAjmBull7wSgVdVLIyNRdPSox/Xoyz1iWEIFnQ
drHbMrkbwJZKZtY8NZYOfYRMeDNOmC4akm6lVnBpkbkTLfcrcED7XeiO+tAdp6CbRQ1E5tw2V5zl
spoVGmixAheAfmaCA+S+kgVIYxb/K0S1WJu0NHzOdKUkpynqu1AmDdF1pcxBFiSsnMZLK8GZ7gB9
iChsysjtUbys5oqjNsDWTRBcB3BLalee0gsfwF9ldZARRiO+wa0QCXgC/B8YXCWayIrrXDAH/sYK
enohVXGdcKGn9EcDViD1E0iJgu4Rm6paC6UsfQRnz+CZGqRQhxZKM0fpqp9U/3N9/8yH+z/3RhFZ
mb+tIRDjArzwauRmvWTJCXmjNRQlYtBuViBLaKavbNKhj/NwvbeFFdc4y65EnZRN1cNZx2Dr1P3a
HsbggGpz8FEl1J4MYJOv97S0LPNEnlk5pCeksOswYfrwM6wTV5efJQiDdA1d6eBibBMTx5l1QKQO
qkBS5AKL8Ftn7WEg4AzvoB8rg/POTIdmJxh6al3/nAWXyF9cYz1OxFhjsMK4Paqo6zDjQTv2JeAD
t3XAmXkoAhMt9iR0Dd+JRrBrqo9jt1ZqtzR6ztARZAQ5Z1QJ+yF/GyuoARn3Bii9ro98wTT4a6uM
6BKYDTHyJCJ3bdLu07ZeefIsrDF/aWVjoMp9XwrIQRixLRty6CrJANkBPQR2JGzUox4iwxmMGtld
/5iFbctfY3M10boCLxKgjvrILps+g0grAH1SPAxQEevilUNpYUX46+wQjGOjxUbgxmE4muIgRXf5
AB7lIgMH8vVPWVoXztZHTWhzMPiHLnhLETpNkVsAX/1tXpdPmXRKkuiCXkQueDWfxzTv7KCGUG6s
CGYDdpTbvoAz8bCsIbUVj6FbSLlZd6ql5pp9vemlncUd21Nu+EglaZErsNIG3MzNMpQuy6JD2XhM
KHnJhJsqUUDVxFl2BdZCxZdxgMsh2Bva/LcWjiuHx9ISc3YdV+BG9FsF0mWJcA96Yhtyayumt2AI
fAIEdA1tBzW2yK2hVaCFXwMYBQI6mtqorPiNhbOIz360SAErTMLtQ5Z7YNdPKBx3GxAgSr8yurbM
CxPEh/E7HYcrI5h75FjNln3Et24gPnxPB7+OQKoJhyRphxQwDAgLDm+k1j8UGt1PmuAlavZ4fbMu
OAs+mq9TQIMN0Jm7ir8ZJ9XK/FPcDCvLcJHgRocOxTx3Zyd1QZW4m6ZBBgXrSFKL+Aow6+CJ8/JQ
FH7HhdZaQhgNB3/0830DVOShJHIPJQFpfK9Bu2Blqph4KUXUt68pgebjJM5kUj+lwG8diNVAHLqq
C0cikGwce5DVX5+VpR3KeYeIToGq6pq/xyoTb5hY/mBoYfDVtyC+REm8vOLqFm5oCucqRgN8FK0C
saNKTN+ijKZWJ8kPZKzuURj8kWTTfRHX4uxgbylxwoJwDqOHWFdaFKq/V7Xd5EPBgL3Hwh2Cyyu+
b2k7cV4DmcyQQnzH3+ty/J6l8u+6HLy+q5+ur8tC8/I8j2f7Ka27cVQUDN8Ihp0G+mtwzeeuTvMf
19tfcN2zBO15+0kvQpFqCoS9DsVqdYQAVkiaX9jZblQwaL2xbgtCzJW5WnAgMnfvz1gR+GDkhkSl
AAaQ1hCeqgFV8te/ZGmm5p19NlMKdBJII47+fpJ+DENgppA0ASfJ9caXRj53eta4EYOAuJxEAbzr
FVTYQPkan+QROhnXm18a+9ztWfOVJKbDgDpFVwI3C/iTRSZasXZTkaio8PC+RglqQSc4+Vm578DX
W2fFps/xSIUZXh//5fIpdMGZtQgRMS0Q8QFpEheOMpTSI7jVyrsSyHg8xAIR4UTIyqVgFwbXIYue
eg06eTpo329cfc7MtQmasWNdCNDQkGTww6o6Us0g3YXubimOK/fZpWXibL1IFVJ3kgJjVLE+0P/I
0tjK63FlFhc2GY/k01sQu5aF5O9Zpe61FIzeEOm48c3No/dAlRAZIULg+3HcA1JqybRcmfqlYXNW
PTUyA5E3jg7oPRLPN6ANSAtN2K5srYWbzXeZxJltaIKO5xyDxBkIv+p7H/pVu7yuCMi+ZeEEkRPQ
SQ6KYIHqtwG/H+K8Zah9qUarhlBkg97cII2gcAJ3/p6Cqd1LBpak2BmhtnLALGyK70zr2fiEmaZx
knJ/nwePavosiQdxzXCXmuYO5VTppkwhzN9LgwwGSA0wGoRhUqExYx1Sw9cneGH5RM50S6PPM7B1
Bm6v9GAEMqbwk06h+HK99YV7xbfDOJsd0GLIUi5JdD9mNeQghOzE0g6VYX77ZYAF4nonC5/Agxlr
pUTRpoQdqEkgzQ/6DYvYik0uLAEPZmyY0pTwbf5eHO5ylUHddMRWW8vSLswOD2SkAhN8vcfpOwzU
0tPJVgZojkBkPWt/XJ+apfFzq9sQMKeq9Tx+wHX9IortujCehaRaI7BauEDw7HwxQYCoLoLITXWW
gBhME+MHaLLGbtcK5WswtmAxgx5l+2OK5LU8xsK08ew0DaWAHmmKsEcVrMeq6CHvQaYetL9AL/B1
07z9g5qKJUkjSa1BdEBwy4D8FiSILyPNd5vT5LFTlGXBoIc6c4W6grxDLu5JmK9VRi5csnmslNFm
0MIATt+FNLbuyAgovWtZCxVGKWhsFAFPG62Esl+ak5JZYQw93+uTtrQXuPMxi/whTaAe5Wbtocsc
TXqFoDPi358J6a0aAnnXu1nY0zwktSgRGBkCBKn1ckYtyLY6g1LEtRDc5RoZUAVxd+KhkFPWgtYb
bxTkP/uh3dMsBKgmAKGVDWHKwIZaY277o+4/yqDEx60NQncoyTNspU/KQ5Fp9EQb3KWvf+/SducO
WMjSVVBehYlpbVdvFdmgL40yQXUkBzVmZg2J3K68zhbOWh7AClEDUK4ShDb1HJJfyVdUqZaGmnMV
CHpa2tc/Z2n55t/PjoQOxJY0aQtcc4rYhrK2CfUYs8hfr7e+cBbw8L2yliepCcG7LQ+afmz8ULUr
tU6d660vWRY39gjqmnUkSLmrQKwOZIyJWDxCNyjYyJPQ2xCT/kQ1GliofIn9lOoxWEkLL6wLmT/2
bMrAF0mUOK01V1cq4ulQ5t7KZVc9NpmhbTXWI7AE4Mht243n9RG7vi9KkKm4uDO5pRTukrY0Idh7
CLXd9VlcWiPuUIoZiNASNR5RZzjlYBGBBm3UTOFKIm7BXGYWmvPJSkEjl+igo/SSbEv0cdv7X2BS
tFToFt82fM7NSWBsK7ROnbysYk7r6xDb1p5uaVrm8Xw1Yu9VnmbEq3vyIEn+fQy565VhX54XeIm/
5wXB64GC/h7D7l8i+Hyib3uwhBrB7+tjv2zX4NL/u30RZE5Dkeq5B9Z5S01fIf5rdcJK45e3jMyD
+KictBWtBN2tUCnk0/4EbdoVm15qmrNpTHCfSJkkucOM6TFKiAKBHWPFmC5XqIqyMfd6ZrpgcDSS
oRbQOrC+xwScSCCLl94DhvuSKUEB1AvA/ntoQ+gKpWqQbCuQka0kLZZWXP6776QA0lSaNNEdRuhq
qbLxZoCrUZsGh5Jmjb9hqRPOmNUq9Ju2KQiqbbJfUpj/rKXSNpRqB0jVz+s7a2mFOIvWRKmKJpDF
uuKUQN5WTLZqvEbAvtQ2Z8wG6N47iPuUHtxrtR0mcOHSVPft6yNfsAke3AdtoEFFdpi4baLfQVDG
E3GdJJ2+va15zqQHua3UzGgicDYoFoV21CgnhzjubvLTM2XWX3u3V+W0IFBPcY1ihobO7Irhn+sj
v3yQyjycL1E1qDiEao/ceahZkAv7A9w9QLlgbQBp92C1Bsh5s16whVBYsYZ5Uv4tDpB5iJ+fTwOF
1x7cRtSsmUG5qe+D/QR21mnaUohKXf+yiyyrOojGOIsfGdGVsR4Jng16pW38ArTinW8kkIyd+hOi
6rpNIUSOHJzcPBhgG8DTBe+XYGDZbhIhlJb27fA8QU0LnABy5nXapGNhabrr/Hz4YBOZNlMuiPsa
2n7FzIibbMBgFbhGlETAf2dV8CPQVVBbBxnZDeBj3mLXGbamaMKmkUXNbsHfuwftc7OL/EjdMj3a
NGr+CdHmwVFTGtzLTUo+xS59LIeYCZaoTIYjCz17bcM22sV1wyxSGpBxniDbAZl5CDNDvSevdxqE
k5wCGo5bRonsda04HmSlREKTSbUdZ0LlsDBrH4Khme7ztlI0ixhgW5ebvjlCwFI++kiZrKzEgvF9
82+fuV4prChYQaLeLeuvKn3VycmArNL1VV5qm3Mbvg9hTU3pc09SchRzgSkIFz5w/oJHsCujlR17
0TdJBp9MGsdEBqUiUC2l3hZPsYBKfFwE2xXftNQ6fzpA4imXWn3wBFDuDBg5m26E3PNZnoFS0Cb6
2uCNygNu+aYC8n5/xSldPG8wKdxhUCcqiDIkcfDodMyS34l8p1RvLF6pr5pd2z9OAq1z6zr1pAAB
WWp4ofp7lJlZQTo38xMTyoJ4av64vnkWOuGTOkHXdKFhjIM3dYghS4JJ6UE1MmdUoMkcfl3vZGGe
+MxOWudiwCLg4fRWNA3jM2mbg6R8RjpZ+YqlDrjToYOYPZTFsX9EFJwPE567JasPVcJ+E0JvsjPw
Oc6dn9nw2Je1ApqywfOhjdS1B1xi7alJnOtzdNGK0fr8+1nrfQcblhp18FKkRYQUuvIAcYYrLmIJ
msvTN3Zhl7OAKYOnbP0/Rmf2x+JY293G+FM/g0zxqVhxExc5TlHOzSd4Emi/U4Z58sJ9I5n9Zjro
DoRq7dyGgOtWP/on1c1+U6d08m220umC9+AzPqU0yiXASvi4tEudWoN6BcnVl+vrsjh1nJGnoZYR
IcAXlZU5ObIdO9qe7EHWdajM0UsturJGS1/BmXsW+qrs99gAkSjZTHk1INBx/ROWsPx8NqeDugUd
6n7wakOO75KaGfdiDkAaZHyQo2xVLbGGSE6cUOqUY1pqqY0yCHEvQtfvCdpz7ZZWjXGAVmW0M4xS
gWY56/cZ8fNDEXeJlfVibYljKN+xGMVVCIAbjckivVmj1fiOnl9whXzGCHyjQT5NmBuIke7pw/Dq
P2R3mku3hRlapRWC3emk33Um5GLt5K2pTc0R3PqZWWtCHd8u/dIIOA8zEcg0ANA/eInZ2DBOSzBf
031mFubpefO4j8xfqZOfBnN7ePvALcTC5iDmx/0MY54xXRC/2EQO1LQ2a4HVBX/xTy4qa3vaV/Xg
EcUJIRlsdC+i1K/tmHlzX/pczhtlSSvQWsPnCrt6M9iCqe7ArmkK1ldj6vAczYYCJJbYuCbDAMjK
ibc4y7NtnDlBkrejICiwNdQWONCCMIWDOhsd/oyb0eqtEX/ifWMXpmHqZr1R7daE5IQJ6VIzBbwf
dOW7xm0/jff4Tvv0QX4+mqoFvYwVI73MoikZfJokVAIIaxcYYYVdIB4CL3cKS7eqTY85iQ7Blm00
AOigHLWBwN0a48jSYnMP22YQSj0aWiwHLKsImA24tLaWF1twPHzapGsVOvqzcbWKA47MtPu14nYW
TuXvOTxbzdhvodKUoOHuM/gBSU5z3kiy3d5FO3/7Dn0MEzIHZme19vBHdueVcqHrbLJjvXI/+/YP
F7YxH56nlZ4nPsUIVPQNUvdNsgtBLxBsmp1/8A+6VdrVxjgSB0DSTbyBKNOGbuR947RW9nPNUuUF
Y+KD+L1e5qBSxxW0fxg3/ZadfLc7TLYIL5Ji93QeSFYfpb20Z7vc/GBWboVucyxOzK1P0i631HvV
XlmS+UJ9aUI4N1aW3QA5JUyIXtoDHFjwiKSMPQNBmx3bJTCrd+Hdb83wDuorpmHXnvBc7ta6/z6R
L3XPXaGqLsfrIZ93hK1Yr5CZNCPbt+g2/B3fBzuAFcY72cMJ+OI79FQfug/FyezCAa0fVkfcdBtI
o9tr63I5uSIZPIPlEE8pjcL5rhKZyN8/M8T/f2r3+kuAC9KhPuVf9S/x/vrML10j/snNG5Ph12Au
86aT/pTfC7+yI5Ckm9FRXemAVV4pAVi6gH33f2Z0OMFRZybOm81lh/y+vOu3xRaa0g590rcTCEFU
i5gg9Nmq+3F7/dsWHAiftjdi2hl9hVXtQ9GCiqclBmsJsAXHx+fsx6kswoRg1lhrIEiypWNoVeJa
GHrpXsFnb4le5USbD9HKQQoFbUsP6r7cBXfZTvbKF0SZPlPVUU61Y2yaX8lRMXMc5fkx/JLfrs/d
5SpNiMjOUamz9dJyPCLr+cjrnNHK92xPt8Gu3aZ24gIJuU2s2u7tAZsfqT84KbbtV27NS9ufz/uS
GRTCDAkXW4hQv7J7hIRfpP14Sva6m7ylbvTUrd0nlnY/nwZu/c5Xq0IePG0b7bpncoyfNNyh6Svd
Fae8NMPbtiKfcqMS0uKyj28KEAuKY9mWoSN/faUuyr7gaUO4O1EPGc+Rhmg7PAyOtlVfoRO0A5bu
EO2JU+7bParAT8aKp17Y+Hyara7aXAQd6+AZ/kmnbwLZ++XPGz9kPhzOttxAUd0bDhOujg/ZI/Da
/p/0TXmR3srC9IHgMsPARBqMQgVjvwbfXvoc7gID0D8Feg5dltVkjRFKszJbzVaybAv+h8+ygTaz
7wUFMQxBQzlVvp1Wif+XWubeZLUIlo0gRICnqpWNEP7KmmGlmOdiBBjqEZzZl0PfBzMjg9ehBKnN
IzifTxK/sOFTAQaJVmtGfjG4jX7m/s/WGsHfkIUSmW/UiittUrBNxLbwyLxqA9G7fbyLnPio70vc
e/zN9f11edIon3ybBh+fVsKj1RN0017AN7Zy+b58n6R84k0MJ8ifB1gNBHcA6e2sQAHAwJeBdSvW
jHxpXTgjJ1ogNNrsQCp7eo0+gjvJjXa5I3rCnb4RjsU+uA8fq7vc9VfePAsHNuWzciC37KlewdL9
9yoyjcgUn9Wf2UPx4r8F0Fa2hk3pjNrW96RD8Nnu1qrfF7idKE+4qSugX9ICfCkU1VAEdxqcxu43
1V625wtyYoGB1g7v2J9kn+3Zh+HmjxJ4uOabw5qzvuwUqME5hWyiea4VWM+66V8r6vSheqylbsWD
fse2/r1sQqDl760vh8GkJwwfWG7KDUQq8WSvt/2xxnOxst+fQ1y9U0f9VWyTI7Vzr8arHc90s/pK
N7GXb/D3xrhPjzeVBcMSOV9Cu26qJqiCgwVxiExJlVGbmhOLdfpKBHHB7vgE39QjuVfU8LGVHpnd
cAiTr+sGvRA/AkXn3zOZFqqW6zG2KJQTNsIJBNsec4a94cQnIAFsaMMdRXfE7siP4y47absKLuV6
3wt7hM/71cjvJE2PRRwa0azZR6RCmM9YmbGlxrnnSNJMo1b18FSIvm5mAe582gmqurk+9IULFnSA
/p62qJeCuJgwdvmkvlbPyg9yTJ8qz3eaH9Fv/ccYmuLb9a4WvDyf5wuQFAuTBD3pRmQjCWc1KNVg
/k/aP8jRHx1lU5PYrZ2284a9YFc8qaaeSX4vEeyGV8l6F83Yfn4/JiYe+Mdfkev8KkwnMh9DG5Gi
1BwsY6sh2EvMPyECYrH5x/vxkFo/rn/20o7nHAhUfxPWtTjcUiL/+T+cXVmTm7wS/UVUAUICXsH2
2Gb2TCbLC5XlCyAEAiTWX3+P8zRXGUzVPGZSJaylW63u0+dQ1u4JczaG/pv9eG+WhveAOKUAUSnG
lnv5h4h4khEEjufPzSf/Ofxe36tTe+CgJqRP03nYA5uW8A/FsACQ/v+xme0gr9sWm0kvuoxdH8lx
2fCJa5eNSbuRphDPdlDZTdLPc2zv+7vizB/SUwpBHOQph711Y9+6O7TfnASIop6vb9OKmZlsHJBO
XbhdIz4b7TvPe6nyH/MWicLft/o72+T7/79YDShEoRONxRoO1sNwS5Piqfoc3E7n9hH7cy4e/F17
vD6NldP2Dz8HhDF96mHt+qmPJVomtf94feTLj31vEoajqMLRngCNRW6Af5Yg23eAFNQj3dNgiSdv
I+L8+xx/7yuXeb0JBQVvhq718ZXpgTzM5+YURuAIRP7Nfuj26a/rU1nxRL7xtnAriHWHE/Ya1By3
g753W6Te7DCCjOAthK739kyPVVFtLNzalhgOQOFqYBXH12jz0pAfLdkYd20WhvFXA7ReHffyQoII
K53vOaTI5pHuKvVJ5CpmoBrx3I1jtbovhr2TEdXLIZ0QGAiozNanTraxurAre8hwQ+eYOui+8T77
Obtt28e+pNH1rVoxS5O/Y7RBfDAIeLg+fUzZPZevWfD9+tCXC/Sdo2Zyd9SB5YAhEfvS9cvnJoXA
re+f57F6UpbY2KKVrTdZ5WYyi2aS2j+F6HLdabdWz9QhWwdr5bEfMDM0WERaLVblnxxCQJ5SeX1+
M9CeQGfMYScLVNgHX9RQvJaieZwtr78BDkDFXIXBcfL/a90UzWa1bJsIsuhTADnfoNy4gFe8xT9c
H2kfyq7x/JO0wFbRfguXYRcuT2HYRKTI9td3cO1wGM6ClZAgH6owOHXDSB7yxWUPhDPAA/gmAc7a
JwxXwcKg1Lp3whNosbsfIy+Gm8orsgdCbG/jKl37hOEfHLYo2UDI7CSQEY3SJbuTdvc7W7ZUuv5e
M+8ddMNRpAGwBoMDCBNxsx4AnDyMxKL5bmES7A9jEfwuQMZzCLwpuAl7nr64UkMKeAjIkWSyheh1
18zIKHJFTy4o8ffKS9XDYhEn1paX459OebBBwnvIZge5wLxRr5Vryxcnl/Und2I5bm4ujsWyhADp
lstOeX6zFyzrTm7moMVCdcvBV6GOIUJc7EGna724i89vQS0ILMnUg54R2M9iOg0kLJZoWVpUmOzs
rKbGPl949E9VUdpfnE5Ov5lbyp9+WbksBi8I2mVdsImfWk+qk2c75HXqNXmp5rHbVzalzUEzNA6q
jLt+LEZkULoaKLqshYq670JzATWn0T6UQCmBwZSXLiIOdLPuVNU7d6quaNRO2m9uFq9CCS/L+qjO
23AnpxBKdA4I5W9nX+onK5z1w1KNyG1Pdvf1Q8ffZEkQoeA1BWjrlNnsJDqQcw7TXQsaievDr5iw
SZEgFpa1bRmEp3AiSxBN3bjcDSUrI1Tby33NgAbaybHOT9c/t+IrTeRKMxeqKnWrE4jZXmRHBh4X
k7eRwFixMRO4Uo3CZzV124RaL1Z178wvgm14upWhmXEzVn2asl5B7gig5RaG5d3q3CfRpLKPbbNJ
caPsuSkml/qnySqqWEiw/rTCzeKure3d9bVfmYNJdePrzC8Wgb46CNHHlxbzsbjlTrOREls5SCat
DQmBSyiIDE49719wbJzYStkxJP73uQmsHWXy5fo0Vo6QyWtTBxQSs2UYnlgtHhvgDYSYNm7ytRie
XpbuTWA6WKAoA49heKqJqk4Qkh9ioXWuo1FqXAcpGnhLH0hVoqKwrtIIbQnyiER8RiAr0WQZFMpG
aGjOCujjIYA3uD7llSDGpMKppUsGNVk+puzczOLGYx1kQSkYljdqdWtralyASkveoy08PJW6eZQ2
wK1yqz18bWjj4ht8lxYKAN5TSllzMwHyGuWp2GqaWVsZ49Zz/ZHamS9gl8D/xBwSmNEYAJRjq4es
RfX4+vqvzcGw/jITdToUoX9C7+MzKGqOthy3ClIrMzD5Y7TMgDWx0PiFeye4Y7YTvNKgHe47t7Gf
/cXeetmtWL/JJkOkLoCACPxTAw6ozkkjd+qPk/5YmG3yx2hFrKHyK+vU4uaN54q1LwMj5OQSzb8N
trWVkVibxWWH3hionboL6KOxWhCC/1LT4AXo7rNfDH+ub/TaZhh2QNKlAumLHZzsCYCQ6XZxsl3Q
nstp4xpZG98whq70OAdwFlwJHjSCRyq8uMvSu7bs7peq2fjI2hoZNuF7KRhxIGNzkjM7yQvjhxfU
0PFt+/3HVskwB16mS+lSuPqy/MSzIa6ds6qAWKAbbnjlKjGRwI09OmXYAT/beXMQB0OLWkOt7rSe
wDQGtrZI+FuceCsb8g8eeEgBhVeTkzT0dSqaaKSoerRVxMeNXMfKZpjsLnJZPOFOnU6cNNjLGlE5
GjEfymn4cn0v1jLiJp62YOGos7Z2klZy6wgiDvkqZFgd9RCER5/45acSrEIHFljzn9mr2gfXmSE7
4y8Fsjujzh9TnPinMG+YimVaB7cE7a5QnB1U1DT5+ChZOPdxFl4CBjsbRXgYuNOfdDPSrbbv4P03
uonUtUC9p9HuOidlymncV2oHgbFjR5ohcqr2Cdp9X8dsUw/pYgbvPJRMjK5thbVIPeUkg+x9iBCl
9Qvef+W4671G74J8gDTt3ENvZJdyCygxwccJjHN+H48j2fJjf7NQ7/0Kw0i16DIv8OolAdXBDMEl
j7WQA0IHBdql0wKhxYzuvp+hRONmNLa2/E7HeThCnExFqm3Ijduha30G415kS8eLlqnuXmp/GSJG
rDIudR/cjxMrfqiyEt+Fo8VD1Tb6B7gz5mjM8vQhbefp0+R79p7RhnRxqxzp4hVGEOwsbZfQeaof
AaZpHiE+EHYRBwHZDUQzHYi01/PrEKBXxQ5BX8GoVHswKgwKTCM92XWz1T/xEX3fbtO4N5mdeV9m
AHYj366nY98peoPUXHvsJkvBkkd3Z6MrfFe3RH+eq0r0EZpg59sQMpdnFK+Ww2jZAKRldXnjoIUi
dr25RmOA8J7wdNH7mTCSg73HRsMJCh+5G4+TXchdJRXyl2BfVudlqMck75pKRqx2qRPV09D9um5/
K6HBX5WDNxdSXxZqKIZBJ2xa5l0bunQHmcPgY97DhEtnqJmnhRy6pKuyX9CrOXMW1lGJY7AR2az4
PxPOHA5u0GR4eiet862DZ3WqO5n+yOqtnpcVV25qzZPJU0vDWJvUAo8AgLMODC/p2C78M/fJt3Go
Xj60DyYIWS2Zpzy7Dk5oLE3S3P6OXvoNF7s2h4trf7PFFSU6r7V0kjpDVkMLucuq5lR4w8Os8Yjt
Q3742ByM4KYAxcJgXdLi2eR+5kR+rvIP0Qu4gQkWnsZ6BDYOmV24FeSEHOGcahtioqKjW0XflaNk
grgmdLxSEfZOImj15HajFRW9/Tq0zZPlBz8+skL/dIK7fdDYFUjHkkrd+jWN8naLKvL9O+jfPnAN
PnUHOICzqC9itGwkJ+HSxMnDo7XMGRJT+Wf0Sj5fn8f7a/VPV3gXyGl0OgbvP+wgAvY09NNtNfFk
qtTT9S+8f2j/aQ2fG4cg7J6WpHfoPlQyIuAcq8slzkV+I/FMuv6Z990fCQ3boIL2OTStl6Sbxd4H
0m3KPpQp+qdFvJycvKlAl5pIMMT7WhdRNYffPvarjTDfGYmYrbBvkwB3U1X4X2pd/74+9PvxHjGR
JBdqwqDWnpPQ0ltiDdz+uW5TumdjtxEdr33BiBzQbVzT0PJhAzznyaLD8g70kWRvTQM9Xp/E2q4a
AT4NLKJkij5Ou+PfdC7uy+ZDbIcuMaEhyGtNbJx969xQGeftnzrNP3YUTWgIdzkaF0kdQsuy2dc0
UXKLamZlxU3kh6b91C2qDM9e1fRIqJMOMCVSl7+zpso3lnztGxdP8eaSsYvep47LAG4Crwi1y900
ffeI3l3f0BV/Y+I/wJdRdaWbp+fAAz9HEbHlq3RfHbRvXh9/7ddfDtKbX6+ggkXpYodnd77rMxY7
5R+p6/j64Cun0UR5qNYfB925S8LzoT3o1LF2ediwDVziyk83y/ZLritnqOs2yUuUP1ihnoKwukeg
uRHCvV/AJWatPkeasEOKJ4V4vSSRVYFTIXV3YhqBI7J/D1XTRd7YnnOv3DhJK4KvxL/M9M1mQLsa
JZKADMnwtV/i7lv4hQJAW0XslsyA1Tb39sv0/VPzBFHr5dP1LVqB8BFTcWNU7bJA07pLJkmdXZo1
gRc3Y1D/dMcl/Y9KWh0oy/uvnFsVAFudpp/msiwPzZyO+6ERbRa1YAdwY6to2z8tJHAetC+K/4Qk
LOodBziHcuzGmxKaZSj2dGX3hRQ8cA8gBfbAflGhAy1aZlH8tjKnqj9mNmbpVcjLycgqvK2bGn2q
c4vlFK7YhZLQ+9Jasg3zWTFPs45aTIHWqeqcROsxGoqfVpdkS7ib1cYZX7EgU9dL44E9Qj7bScIg
jRx4FajLbRjnivmYGglzipILc2wnyet8OKCMz/aKp+1N6E1bqmoroYwpjMCEAGLH672kb1lx4/Tp
3p3A1any/q51ipuxKz5UPwJC6/8Np6kGa1jyYEwaSFu+WkHgxoNGrBzZYb9sJOdWtsJEpThjZ0/u
0JUJJJDPw+jdOjXZeKesDe3+/88vLVd0INpuk4u4MoKQF1k7v6/b98oBNQUSZS60V9euk/j2nzD8
mZW/CvTPk/KDwxvxRlAHueP2qZf4mXhw2/Fxqq3fwGlBpqQpvn5oCibGBOxIwP3biCcbeIrAqaLa
W9Bf8ATi8w9acfD/668WRWmxTF5ST96+LZZ4GL8HWQUftxWIrNSniAk1yXU20C7zvcSBLvvJ6dri
kAdd9r1znPA3bbP8oQH7+u3cjRoMeF2wF/ZFP8QG/WAyqorhWGSA/KZj7h3scZo+VD4iZnWUtZ1X
V8uwJJZzS/QUuf6WZ1xxL2ZZtEHpn+LHDknLEo+OUQtCKPKxshoxC6IztztSeMg7iuBHD8kryCkG
BIsTfCVLOe2vn7u1GVy82tvbmALBtRA4la4Qw74fkP0oQSITsXzauHxX7N4siComadNTf0xQm3Yi
L7ejuli2yrprP//y9zc/vxPyQt1iWdCGmoH/lBoCpKxl/LnM+3mLD2xtBpe/v/kIekU6WzCPJ4Uq
dlTNj4Pun68v/1o0ZOqhFxAOYUiicbxl5HIk4FBAn2tT2VASaJ0bS4z2zvMC+rT4DNXdNrCW73ZL
ljQKmVRxLeoMTAOZ/MG7JnwiQ8ifPQ9/0xA6+Zhnoob389Iut/TlqT6GON1BBcVNpwUffNem7dHr
060ew7+9hP/mnImp1T7SFq0+w+VZB6LQHXH7PPIbdZ7nFMBs66vKrccU8alPkRgO+q0U4Ps06C6h
xrUK2W7bDtkYnHMN4qcCfSVquChnMR4j05ztFtHSo931PK4Wmh95r4Io6/qNC3cl/jbxMwWxGYjq
wxmJ9v7LEDa/odvlR1pY90sKcbtGqMiaunvQQG3lVFdMxoTUoM/btXhvB+diwDtxYgAFfO02eRbX
dtEsGGMHsY459fGWy2IBwZfMUvvOdiM3fSVzu1dy/jRxHbnVxoNi5fI3K8fIjRQdnnc+dEhacGp9
k+B54OltX27cHmvjGy7G6csm5fa4JHZzD4KvU9PjYQJtdlXOG8mwtR0x/IvjCNRRCK+TsLkrZ7Fz
hh+hRzYi4LWfT/7fedXcAWdbWAVnB3WccGkBs0Tpw/spl3kjsFgJgE3iKE4dCMJyqDYpXUV59+B6
xYmUnyTQpuOWbNvaEhlGOmce9/IBZuLXDwxsFan3O9jET6xNwPBwQVd7tPD9OclHUGv60BuZ7ntw
46RkgVzR63VPv/IRs2qscqLsJgucxLPIseoEBCk6MMFVQR7hqSYiz/mYSjwxi8Y0D200TVo1MnBf
AvTqQENg12RoCoI+zfW5rOyGWTVGWrUuPZ+2iXTGP17rT/HCxyOoB+fdxz5wOcxvblzU/jKQQcwM
0hT1FOfDJI9w0vkjeIK3hL6dFYYSYuLx6sVmyua5f67mnJ3JkPKd22p716ezBnFY63Qgr2GpTIIZ
CtAjOmhAxp7VfOcD8nu2Fi+E1Iqke8jw8JjYQ31sKn+BuPaSyahHre++9e0mIWAMv3VkD6oEOndn
NLehHupP6W1VwEN2qvc+j2nVP9AglDf20OiXvgdJ9eyqZle2KngmWYNGMYBzd23pNlGtPHeHfttl
11nFTzZ0AIKyIHsodNvuAfkc91yPxYOrAfOKJmnPD1MdoL1o4lUkgq44FNMwv86+Gnde2PGTGIrl
yIJxOktqlWeW+uhrJ8MvKnl6QAdecUb8k93P5Vx96UWY/UQxnIdR0WbBnyIt5xvGtbxpFxsk2uki
4jbv25vasSA93KTqXqXS2xfz2B+mgbTx2ITLlzJc5IETqwOnucjvAi3KPdOuJaK0bO17h0kLCZcm
cKPMdbujGLv6C4Tc/jAgMuOGWwxV1iJMFkePN0PgkHgeuiAZylDFAQg7f7KRyUNty+qL7y7ZF02y
fJcHmY7D2X7I4W2BBq/JfllGdeoV/68NMuco8rE60taRiTdkrwo62p9FNqK5k0JVeUaVJSaF/2Oo
7PylWkBTHXhC3La+qp8Lv6cRG/vgELoc7WTL8t+HzMDk3Zh17asU76IzUepGOiKLetU99VO5kfxb
uRtMcMbg20upL17VI3kayQLYwFLz71Pnzruim7behWvuwriCBo2czjDwLrFa6ykv08ds6F5F8SG+
VpeYiAnmZKSyPT0nlHIgRx5rlUXDbG/4upXg/y9XzRtXFPY9ROYAPzl33H+UTvkCR/Hz+vauDW3c
O2wIcpCT+/TcViSi1r1rf2xgsy5PmzYfuRU2ST7RV1bM973jbdS9VvbSrMgXUCmAutU44zXnRLq9
UczZsXTjqbE2uPEYtXLhoV1jmBMy1HFQl3hPk6gJt3rW14Y3bhW9lE6/yEUmi1erXZ7TIAaRI9od
fG5tXFwrFvWXP+XNaalmall1U7PzkAIkI1j+xbP0zsknuWMAlXzo3Jj6Ji1Li4kyUiei+ebKz73+
8rFxDTtt2qBoqwoOcCC5ekCLdI/266XKN07lSgRkEvvwgkwW9bC7o4Cdiil29LMoPsmORcTdyJGu
fOMvecyb9c+YzNHrQJtkYi5YQL1A8F1NlT7oS1TqB/N879jNpkDT2okywlILUC3wBlPvXLvY8o4d
nKyL2mXciN3XZmM4CKdr3LQrLA9P06I7i562h9bBJYrHaQOFLhHuXa74p+u7vzIXkwLMrm1P5JrM
yRQC8Ql2MfspbJYNL7rSu0dMaq8ib3qdLhh9EcI7t6M/nazU9c8DKixxyr30MM0KzLxW8dnlWX8z
AxkWD3IiJyA35P76FFce23+TMG9Oh6Zc60rk6CxXKf80XTpHUzmmB0nDKJTMP3VT2B9IPfCjhD7W
xhN/xc3/7Zx781XbtsaBTP2c9CzA/fqgQPh8fT7vjxyYpx0E7kWNUFInKAb4EKqs82chIPrwsdGN
w91UFgOfp56SitpfiV/tnZRvBB7vn7XAJLyTaHtEvnNxkrkKH8hQPGb+/MiGbMNBrgxvHuUqBNq7
nrsuaZQTl+WlUh3h9XB9Wd538YF5kjVi0LKrO5Kk9T1X3xpkHG3/Fy9+fWz4iy94c1oAU19UvSid
+J62onnuLrH0hKSmhQ6xkP24/pWVk2OeSfAYj2RegIYaIYUhRHAovK1Wv7X1uWzKmwkQVqLjbsGh
TEnr7nQwuPs2hMAtDcvgKDzIb1yfwvvOMTCvk44gVzcuIRA4Mr/JoHeyH71GRIFCZ9xSNmh2abfa
q9amZFyMkHosHa8EakaQivxX5iOaFxu0J4a9sG+8gauN6GFtV9z/XzpZh56fFRpFIE/fsbQ5LoH7
en211kzCMGZJkDrufFgcJ708ls5CTw36Ce7CdPyQBo0b/M0Ivtl42ZUp5CRnnKnAPljeMkXZNP1S
ir+gZvYxRFdgssBNKsfZqkJoFnazfU+F7R2zNmg+tgEm+xqozOahh7ZW0iDIOiuvVPuCZFucqCvb
a3KujXoE7mDs+ySk4bn1KAREtljQVozBpFyTouVibIGLnlwA4/3umNUo5PTuYfTACutsFOpX7MDk
WuOQLgqGTnRJ4PD/bGEVJ0tOT1MakgjwEWvjVls5qqaWETDLaQ06Upwj1A+djNXR4CwTRLy8LZbv
APb0b6UhsA07I4KgEzdFLk41RdSXj236yRXkxC8Kro0fj7X1odxxYBKuIRVULLUgdkL0V4TT6Fy+
X+g3moUbr7G1iRgBYg58LHpnqA1mAhfJfG61u147R5oFt8iIgOM3HMY4WD7GH+6bXGxcW1KwMeyQ
9+O3nsMiv86ePuKffJN+rV+8cW4B30/0BALT/t6bcqCQvn1scONOpfWogGOA88vGW8srdqFdRb7f
bkTp759X32Rbq5E6I0VNnWTxl6OWyHy7Fx3b4GPkS74JYsVzu4KjALrB027szu0nXeY3Pfr/ry/O
+17JN2nVZE74bMteJzptv/XUfR4kqAevj/2+W/JN6rSs1hc4IgDRTVDgIf8NXSVHP/8E+d3Yaj+G
8fFNTCskUvIKkgM6mS3/pS6ZEzkN/6RxUDcc0toKGXcn9ZTdIxM7J0VfPZCwumka+qE4zDe5zioe
zKK6QJ8GXb1OKb91c/Gh8N03oaw2n5FgpbiOBbciGy3zrNuUy3nXf/omlrUZ8rTxFSR6i0KODhq1
8UzzFjEeW5CN7AOvDDcunBXTMqGtge+qkON4JhWr67jPkdHmDkNOaLC38ntrn7jcdW+iFgZxoWAZ
0jYpQZxeOOh6jJUvN+KJlWevbyJb0VUHgAtB+1vVoUvNqneBEiOKy/2XdCLHmXt/iNUAPz7sHb1A
wp3fUp09Xze+1Y9fzvObqSmLB0oFFm6fps/jOgVPSdSmEH+NfFCzR3z27B00IcQ+tFEljBgLw92E
diuUOerhMaSp2gg+VwzIhMimUxYWfEaXYSp1VBPvFn33GwmftaGNq3wgjd0HCNCTkZEBTECN/YgG
ta100trohuXLWqKxq2904vlf6fDqzv9d35q1Q2fc2403o5u9wbgMtSFE0kdINiX43fvrw78fFvgm
eVlWekylM8K+mX11kQlv0d5WZ/xgQ+XNgahVr26uf2hlHiZhWcPZ2FTtZCezGzz2FfEihF88IpPc
0pJ5P+T0TfyzU7qhyEmlQVzFgtjq7OYA0WC+oxDciitoRH7M05g46MAZ8oyNYP7gAfk+oVJqk+oV
rQXX12ltFpf1e2OJoC7F5drjjlWpZ8cpTa1PkhEQ1/sFvwmdLNu4b9f2w7B4yQSF7ggMjfClsxGU
99ZugZjTmS6lvRGprdzpJkTUhtolHhU4u8LJ4ywQZ91/Jgptm+0vGX7sIeb7hln7i1YXCh+NSHOe
I26X30IdbqXN1mZgWHVYVp7oekUSby5/2A0/sxCiAuV0yDL/AL3ojcBqbTMMIx9QXPPyNHQTkPz+
YYvsIEgx31n1XG7EJStk4b4JGq0EnaZFCWi28bb/D8CvbhdC2Wyfpk5607ZEQQnb83dhZqUvKQgg
0Tct7B+g3vJfcTVUSRiG5HD9hK94SpPIjJWeLDz4HHQhdp81KEFQ496iVFlZSBNWGubQcqfDQBJg
iGlU0O7bIkG9zTq5kS9c+/EXs31jnoDSCaKyET9+QckjX4Yvs63/XF+YlcNmgudp6YuK2A1Nevdb
07B9k9EdsU8VXc6ier3+jbUFMsyeDsyuq2pwEyt7Lv0gdlHq78nG4lwW4d/Hsm9C6G1UxGeHahxj
KGT7Vfmc1eEPFtovC+Mba7T2+w1rt6QObElTksgUNCmeWxUP4F3vojQflw2vtTYLw+ZzhqpQNTMP
qf856tA4PzdDrJspLrYYxNcmYZg7+Krz3ksdL/Ga1tm5buPe9SLN9tQqpo9dUibcOM9mqjKwAyRt
lsLIs8gf/ZjpD45+iSbeWgFUMQNRVFWSNzagPYKjgYSLZXihkpXDhs9aWSWTh6lo0fych+jzcuv7
Sb3Y+hsLv1+3ghUrNoHGSwd9ytnJFRCiZR3PTmCdXYiobKRaVuzY5F4qaGG1Xg9vDkd+W2TDf9JW
r5rnXxtFf0tn2V+fxMo5NbmUUIJDow3Bg3Bk9dFD7Bmh7AfahJ7EWettaeitfcVIaAel5Rdu2M1J
JvmnbOLP8zzcE6WfZsE3TtPaJwybRiA+UMXQnDTrZxsxaDM92Oy1GP67vk5r22HYc+CB74zL1klw
8XT72a/aNLIvBWtNqm8WK5wvivT88/WPrR1aw7SB70EPEYFRKAaakbmpmqOa0pe2EmqjILZydk0Y
cGaTEgI7SH+JkR7zyQcdld44uOH7/vsfvO9IeZeV6IF2QMYZWRR1pLR17+q6vkWW+zvFMkYheJAA
WYOgwvUFW9kdEwRcL9pO2QD6EEwlR8cim24gHuPkpz7w9fc6hajsDrrQ9Z/rn1t575gQYAowgau9
eQEt8FD8oG4THjJe2QdngsZuzJA8A0CRpoi8J8W2XiYrh8LklALnmeUEmTskubdP63IvqhPttwx0
bXDjRrcW6GVaJMWzJ7Md8FpPY2Tl+Uuj543M9NoHDA9gqSAswm5Iz/2g7ibb/tkG4tBbVrdxAtYO
tGH+judkIMJHI7Ua7SeZgSmCZ05/c32/1368Yfw+qrsQaRzDs2P9mPT90gGut+G21oY2TB0qOEU3
D4uFZur7EbwEbC4iyTaCkJXBTQww+GYuOilzep7DRzk3ca6eVVduvP1WVtyE/faggEAOqbDO3G4+
VRXaF8CctNUC4/7FFLwTBpqYXzz16xRFEwg+ZFAng8z3IP+wogqfS5bZZbx0AReRzyt9BD6UxL3k
X8jAl18KoTqQPoSC+RSQ07Rn+tQhwDiD8p/ueTHLHyqsXJRrF+4mvussaGvRXbBLlTWmcSXQqbaw
JgQnft6r+0q15Q7FLffH5XqJU83HRLSpiuey7x88a0mRKahZGFf9FH7v6wbEwqHHQxBXWhYQJUFa
D9FU9MB+gfH2axtOtItqX08vSvlgUy1VpeJCaXT6TGFu/ceskqpdC+rFhy61gCOQLlXFPmSefnEd
Bg6fISjpL855asOD5ux14f4Sjwq4ZTrZPoSa5/aLl1n995Ezn0dDWbMdKYYIMk/5CVBiEuU8dc/o
KYKSCrPB46RV/wKQ0h/hZfIuz+G3AifP5ydRlHW6s8Os+ZmDtSsS3G4jXVUePlUG4xHapfqJFVl3
cNOmfk7nacF/65+KTQo8SCNYIPtQn0s7h1/hg/0YBLDLwHHoL48yelPDK9wXjNGDW0DfOwM32y6n
pXvS4J6KGzI18cCmNvZn1z8singPwOUPf2wLBYk70cGz1gNQ0lFVA6hUpXYTeUPdf7dCt/7SWQTA
ZMdDBaMnUyw9Bg4BO69201iQOEjb4s6d3RwcX9O4s0A0Mu7LNAdmK2j6wTtCm6epYgvd092Ou6r8
bpfz8CwBgPk2eoU97T1FfXFwXCus4r5OxS3eostpGWzW7mZHsi9tES4q8pnLj8uQEzD/wjiCoCCg
qKclBQA/c4Ld5Mnxaz1C1XOXUV/ugVMZRCwUcW6YCshdwXjw3E2F74CLCr05PeqGx24Iqy6qBiaA
52bAXYKN2Goimwq5nMgwCm/vOzRPWsiiHnzOY/BLeUdAulS0wA3gmWAPn4W1kHHn5259EFSmT2E/
T6ewB4EJIv0OKBAmuj2ocOtDWsrhwroVSDvuGg3WhFKwP8j1W99CsP++Sl7CcPJaEr1XpGtOJPXI
jSwoexyk5C16uGp5xwFw9/d5x5evgYKYuL904ytquv/j7Eqa5OSV4C8iArEIcYXe6J59xuOxLwov
z+wCsQn49S/bp7G+ponokx09ERJaqlQqZWU6OaThU6cJVdOIblvZzrztlOHucOdQgAC5RiRas3jn
+ci+sMFHOSUZHPAe0Dpgspqe48poD01NM2QA+uHUe57YlrWZvpcVnicZSNw+eN8ah14IY8uy8g3J
CxJNtd+2AchTh+8yHvE5pi82U+2YAVbbPJpzmT2ljMzFnvieS1d85pJD1o5ZesYkwhXIkw+0AtYi
3zC80YTxXGxvOql07jjKnDqladedYs/7FrPhDEmc3MCRa688f2FHl/yydtBaTgwabctjx/nRbILk
Sb1PP0DKJu/TL+Oz8d36YB/qrXvu7vmD83J9UAuhvQ6JTiStnCRlKCmScxngiYEDn5TPRhY0lEmQ
T89rRRqX14fqvA25TNvJje3+VKUEuqQeUD2lVfwWxloifiFQ1QmfuT3lIB+wwPfiQ6aCduAQpJs4
eal70AnW8+76hF0ehqdXmhRmXoM6QXWnEqVxu0Hw9i0bhxFKvMYa0dvlLmxdzbIbz2x9bVOdaGND
mTr/hQq/gxnzG7HTf9+YPiUHABiiDi8reeKxdyfadifKDPx1wlwJ4S9HL7auX5nTituuEeNGypyn
xHW+Ina5KdS1/4NLIg3Uzl1WnhrSBJ4NiJgFfmL6dH1tFz5cByQNgzNUTmmhStuYIpBu730vvunV
wNYpy0q3dADaSudT3H/p6B/AAgNWfaP9WiXo0qefjeLTmtYE3DWyd7xjgnfW+4qCN1P045po2WXT
Qh3rv61PvjtTFLCUJ6vOED2U9ql3/QeVVfdtYoLcvjZvcuK2jn3qOsaB+MT6krQOR0GCAZDMHlHF
9QW+7O0gqfDvOEbfAo02SPRPtZlsjDaJeE9AR1kjw3qbeKutI56k47c078fh5KamiiavR6w394g7
fE/+uD6Ky1dkW4c8IXQnrusm02mgcifSOttkgv5A8IVoey5ecEPf9WAUvt7Z0sbS7mdlnCMfnRNx
MnIR8D4y12CrS2uh3c6mioPDzyH1iZTWLyhzxkFH5rO2h3WXQ4fhprurpcOcWi5GoQbfOZqqeGvY
9EWKacVbLAg7WzrOae4rd+JlCTYEn9ivZeX4B1r6CcJJ30B9MXJAIDiNZT9COyfp09BXtHtp6jre
x3Iy98oxvTPFqWmk+95Xw+8WTHSg/fGLtAgUBC9ChIjprncpubOqNj0axFDPqGok72QwUHTnN/6f
hMcoJfOsFApxpUTmZ3bT6sHsED+YrTv+TPF4jKrRtHm7vh0un03Qs/nXgnI3Raxa5Cgzm+ujFYtx
wxr+Kiv25bb2NU/jd9YwNllanVqrDlvl/oBawT6v25vCHUvHXyUd7iV1A95LhxdRUseHuK52idnu
6jldMZjL1gnRin9niMWx1fV8rE9gM04Ozmy/2pa9Tziqd42OvVo+5EdBxb6yvy9bkaWjshITujhg
KqlOuSxCZDODpPifpO9Vv7LJl9bb+nc0ioMCN+V4MbIJWHcls4uvsV24x0G61sqEXT5cINfwbxeF
b8VgtxtxptSQyTXBzTB8FeOXhA5hu/agszRNmrPBW+mcximwOyNlD2BYBZdx7R7mRt7F4H9YOV3+
Fm39N34HY/C/I4nzKQdoqmxAQRuOuxQyqk7YhsXGNAIjdIIGTFIb437YmjseHF/jDX8ov9LtWveX
PbWlI7mcZALWoRDWaRxk+V6pxN71Mibytp2m47c8H4jnM3bulFe/axe8CfbjCJErZ40WYOnzNcsn
BDnFzgKnUSJZ6DPvzpvWpBuWmj5v7k/BkRpTK0NW3II+W/OK3PEzLb39dX+1sLF0EcpMpqSYCzRt
0T4qCaBYLqrFg5JXJlLzag2XumAjOuqqlpNLajaiVDMGDzfr8vFbWjrx1zEzaVhbaR5DMS1fY+JZ
GpRm9LnF+yYv8UhPZ9wL5GMrv9tsCOp8JTG71L5m8U6cCeQjQOGXGLt5xnmZfwDEHVrditP6Wxx7
yRA1c6+thghk+JyTGTohe1f3oCUsv3TB03xsoPLbHKxv4LdwXs1duYHe97f+a/W1/Gm+jFngbbwI
0dqKS1hwnzp6iw1VPsdxgifSxt9DD2ve+K145a5sttf338LW1lFbc9sDODJRG6za/vzQxnWGsnky
rSzUUuvaaV9Mjl/1fYx5JHY0yOJH5XXPt324Zu6MtzUBy7VzalSdISE1iFcwEqCa9HrzSxOvmTy2
MKq9HNc+laOxZyaSNe6YSigyrpF5Lk3N+fdPPgWxg20oDytLwUPcNONdzv0Vn7L07fa/TZeuIdkw
94CZkGrfifuZ8RCVritbcunDNeNGGaChfG4DoFH0vxsofY0G39026ZpdS1u57mBV7mnqvaBov5bQ
C42n9sYl1Yw6BVvV6JStdaJpfd9Rb9ubvbcFK/68Mu8LM6NDsGiTJKmVevZptJNIyhoBW+mvTfuC
B9dBVVlLLNc0iXcaz9zVxZig1o0/WHmZBBAqakJv9G56f7Z0iBWeJpiCuKB7cqVXhmmn2k1cOCvB
2sLe1HlK/RHlFyCtGE659eZOMhgkiqSn2+7nlg6wQi2pFTumg5qtQf1i5vxBE+cj4/4DJ8Vt3ImW
zlAa+17jk0rBumyokQC0m2xVmyNTTmcaQjZHbq8bw+V7ANG5cTNOKnhNwAASS/7ywFp4nKdJgI3M
aQTkCUrzi9nRdgjwRsl/X+/y8rlKHM1xxCCKpiTP2LFxhq2AztaGuVO2oT4EEzPnRqiipaPIiqY0
eQIU1sloRgQ9TpHv2hhcNa1MvN3oGA4eUGQ9HKexrnduIdXOs7P2YNRef6jN3PrGUtxzrw95yWY1
b0bHfC4F8+1TKyYfD4+kJ98APIMY/PX2l/a75tKqJhFcno8pDxSWtv3Dydyom9cKFpacgubS5sKb
Gt/LBmgU5nt/ek9ovEX4u8vYHy/7dX0ElzeFpQPNBm4I6rTnEER6gVsDjVIeUAQbAPCwMkcLa6CT
WxaDB/IhP4EMtYj9MM44yK1rsZI4/VsDfCGW01FmYyK9Ke7gE4Cr6cKee8lL0onmqRkG4+GsNNYG
JbCFd7Nviii1RbMD+QEENAejflOWspugi3MexsUsv12f0aXxaqGLl6MqGg7EOcVDcT8o44XN841N
n7fhp6hiclzk5fPGwju4F98LOSRI8CXpbSeDDkgzeFZnrY3LSpEM06HHK+Ku55W7EtEtmMp/6C+d
wnP6GptZdT9m4xFE1nic/7g+5Utta2ZupRN3CjcdwCfZ7MSUBIT7WxF/vd76koloRl4IgbxQARNp
Ohkk5l2myj02UWAUt9XB4qT/d11Hj3bliAdZFHCxSEHxNxgz5xupyFqe8/JpY+mgszKpMjfpfISj
UPQLzLL9ZjjFBgzmOEohfpTbCSTJs7WilIXl0HFouE9bluDoLfNdKOnG7rZJvCTwjXjlnWdhRXTQ
mQfasMyrMV9K5SBpU9XWsus2IMX47I/5GrRtaRiaIfO8yCC2CSCxcw72qow9O2IAdf1twCxLh5XV
1tAqyBUCqAw187ToAgp8XjKt4W8X/JBz/v2TsxjlaMSq7MRJtOIrSvjeRGevvSctFJxZeizRKRTl
uDWc3OgO20lC2s/L+DtNjATaVw7oXEA+l4NxtGLyh5qyBzMdvxcZvzHY14koSYE4HCx6MEkkVT7M
IcmPBshzt0Q4a1yXS3tMs3rXsyXoWHFbGX366hXnI7GtDykQ+CGe596vu5alNdIMX/RFVdkzzkam
0kNTdHg4S5+uN73w/ToCjaReXM4NKqFF7ARCPYwMalf2H44y8esdLPgUHYUmvMnNhIrd02x1r2LO
QmnT/YC62SqHjpADXtb6tpItS0ekmbOwJg521lNO4L6QjMfzHF4Vd3Ze33b26eiAsQcRu58N9EQR
g5feFztZaXhpGc7O5ZMVQlRTKKCOTFBhFV7Q+EK8xeAzDWfWZDuWl2tMYQvOSif4I15n+4XEAAqU
6dr5fYx/Znslylpaau3mMLWuabNCUdCpIXgb7rhfBNMMYBuXAaleTVluru+pBU5hS2f4S7K24GmM
p+R+zLw9b20Goc28elPKNA82SIaTrVnyEtBsz+3DVLZFsWG5TNbS2AsfAJTav+tFqZPmzG3wUj6A
hCc0J2hUgS8xAHU+yChtA6wzN8XFgMn+21OLR/M0o1KhDhE84/H0lNfebYk5HbZDWzyNuT60AJvW
+jGOxY+mWuOhWNrPmscqHahtmgRboTKz/dQ8mPGLJ1+c7DbmFEsnNDSGYhy4QvseoKalqEEMuBI8
L1iIzmfYQwPKTPPCOhEBYXOQdRQ7aMRYYdVBCOb69l2wE11kEFnlfownjmp5Jja2/cSt6s0kT01r
740G4L0bIxNdY5DIiogBJegnMFKEBYkDMfz2VLy9Poq/M3LhTqVTG46yHhHu4lSqN/ardaRheWy/
eD/9Ux21W/dpCp0tQPCv6TP7Zr769+TY32WH4rn4Lr5Ta7tGsLhwNurch6WI+zJtQPDnmuKt9Lr7
frJuMj1LFyEEoSL3GjCVn0yrfbZl/84kWTkV/671pcnTHEhf9qbo5JlxBhIoQOt6dciTuHsd8mwK
qWOObuhlcgpFpeZH4UFEJmuV/ZFYtHmcKIJxEIXGG+gmOEdwsCCNmbLyuzEjsennRToGucO7YKKd
/SPpBrVrG9N8LEsw3g6dLPaGjL3QVTHbkLTob7oAEUezeSL82jLPrBhT+dug/W72i01r/Bzlmqz5
ZadC9FilaAirBsjUQ7Tpvsv8beOOUQEBL+Pj+o6+3L5laa4WOqxyGFAqe5qbjWUEuIqCTvFbMg4r
i760VbUJqjvUo1GFZ3CSOI9EgBxyKF+vf/pC0zrBnQIqZEBCDM+2s+1thZzY3prFGlxxYWL+w3CX
9EolgjanLjffG+4dkilBYVU2Ptel+/36CC7fFQjVvSJnJYTGXBMiuo3aGSgNES07uFxEQ+mAoEC8
SdVvfLsK7VkekBTcDFYaXe/7YgYNXZ/H/Sn6qgzP7K2m6Y6j8Zxa6qFOynt5RkTZ9GHu1ErUstSL
FuMNMu77Fg+Wx9To601Wtn0IdPdRcvE9z2m27fvxxp7Ou+TTeNzaSgYTVRnHqmy+A0X/ZmdQ0ezi
EVD8dvrjDGOyuz5zF09LzJwW8nm1N8uxRfFGk+V+mOQmCQd78oJhWAN2LPWgOUpiyrQ0e8waTmL1
CI1k9RRTaFyh0EqsPEdcNB4MQrP7yRo7YHp8eURW/6dbGjuvxwX1+gRdNB20rdk82DKNITPw+VPe
7H3jzZrNrSH/ZGZ52wrorIedkjY0qYvuqGaU3QSFG+dbsHG5wVQ11opjXNi5OpaYmIbnOVZcHktV
5B9pzUlYgwsvAhUHYK643wdeXwwrrmxhwXVg8VCTSQyzWRyBOlObVOagregcGsm8XKuMWupCW/A8
GeJ6hgxG5JM7FA1tPevAh/bGBdFWvCpa38STvYT8SF3uIXpqR7bTFgFYY8Tz9U11MYAkVIcYKz8D
zr7w8qMkGVQ7RuBzfmQ5814GYYPLviSFDMfWQ5nwTKACdL3TBSvRqesaZfHYl7w4olblfqqN1xi9
3Na0NmV+SqsuG5ry6EJ2+7E33T89YFArm/fyd4Pu5F9nKIw54TbLhiPJWlB7t/x7PaRr/CqXLcPV
0Zvt4AHFlKGwHMFD8aOIp5QHUjn5PViZ5d0wo6wpNECvsZLRXNi4OgDcKWjOPfjXCNrnP4uJvVE6
fa/B8nh9HZaaP4/y07mhBtSAG7Mqj6NbDkBMjyIyvYYEiY+g9HoXl1eD6iBww229XrHKhZw36bYx
p2qP9OYajfCCt9WR32Ml+6S3M4BvBIMW1qNfjUGZM+jHvlz//KUOzsP6NEMFKvbGprTro5P46nvf
psDN9rM/7oA9TCD0yVm6v97T0kRpJ+vk9GSwBwJzy0m3b1vfvyv7tNjc1rp2qipI/ll4C6mOoL3p
tzYHyRm3mmolm3XZP7k6vlfOwmF9j8fb7qxRK0zD2Wc8BXs/K8+ENIBDIC37q7PF+y2jcXXCxaaE
/orlWfI4z+KlSvO3tlzjvF4y8LOpfFpwMpXgWTY9eaSTTELKkWooB/fe6UrUq6VOWGbNCjvQ5a3l
6pDfcnRilPDVzTE3qvdsEHs/dbZTbhyqof16fZ4u27er43xxje2ABhqaYzYZr3xqvzBv+t5OIJy7
rX1tVw1JnZpuf85hICRoUpT5ZSA4b+bD9eYvm4SrY3yNCW/EjY/Pn2z1UNUV6N1YuSb0vTT92hmU
gV4+8/ymge4xtwPQ2hjAAdA7SNQ8Gg5bWeOFEejY3r7kfdY5WOMx8ca7zkjUvmjL20JlV8fuimao
2tlxzuLMKJeOVfKrGokXTsVtcZOro3ep4jmB1HpzVA0ZwqbJf/leibrodm1+FjYoOy/OJ2sDuTne
CjKODaq+Svq1mx4LvhLkX66LJADQ/tt2biC1brjVcKR42HQ2JBvpRmKx4bVNY/zm2bT5Dlbs/r0e
lbflrM9O2exMB0+RcUey2N7KGCoLXWclKA0GgZZTmD97irxvrAr76foWvwxUIK6nmRCAL3PSphWP
yrywGbheuva58TPXA9sLcMF2nSWHnJctUs2D7wKSOottQ3K8SMwQqsqZ/zWDaOK7wQtze/2TFpy5
Dk7mYhYxQVbkmFX8hGTOnUwYdG+aFwB8w066z8ZsrqlCLHhbHaGcsaHOK9uzjopuDMvfQX48sGpz
a9Yf1L8Ju4WNoE3x4CR4VXEmHmGdf7ddNgXzPD8ILn777to6Lm1k7YYxEohrzfXEIlShgatg31pG
mCixcnovta75qj5zTLOWKLxOJ0/tIBVYPVpznXznc+Xd1oWOOZY9noPJSI3Ixd5uJZ1DQuO9NNs1
Dt0Ff6tjjm0A2+LZs3jUkEpujK68VwKOdyyKg/IhdXx98y44XJ0t0u+YGJNa8Ij7X73+j9WsRDgL
K6CzQxpQUQQvZGZEHbkbaRWq4TVBDHX9o/+KLvwnOQwncO71kxukwjXMqZ95ZPJGngxl23d14pEA
yqsx3E1CJNRQi/o3tLrolsWjHxKo00NNS857NYMLwIkdFlQclWFTEvvbCSjIm64Irl6AnXIjQ60u
Bl61YASAZFc7P7mi3F4f+dK0akFvx0iKwm603lYPORj9RBZZ5q/rbV/WdcWsajYp29TmVt/j0wfQ
4bXpPISeXQcZHH3Z1rtE0TZoGe62I9gPQD5ubr05X3kaXXBsnmaxjjEgSm4Jj6y6f+RxEoxuH+Rp
uZuyY1uvPfgs9KJjj9s6N1NHyuRYNjZwR6b/ZCVg5ohd53HmA3hPJnMlW7uwUP8BIvtgCBZ+FR8R
zqQHjqrBnTfV/8tsq17ZCguWqwOQKdS4momNydHxv9YKcshesRJGLn27FmQ0JPZnUjAe2ZX1g3ZN
sYsRYVMOuonrO22pg/Pvn8wXkHgGGQSTR0o5U5gaqftYk6Z/4bxIbpyd86x96sJDsn/2K3iIujn0
JA5Nsfa0vTTvmgn2oLwdfXBNRUWOfHvjj+mmLlW/8t3npMsFz0a1s5fbpFG9wndP5sQDcJV8mLb7
o1fJz7mynuKJkWAy3MCXbH99LRaOGaoZ/dg7ouKGwSIvG9toIOSDZsVr6zc9NHvrl+udLC24Zt2z
cDs39mweJQU0NMVL7nRhpW5C0KAoW0tgZWnquqJ2eNQ12UNiN7/yontkQ/vWm1VIUvu9oLdlZ1wd
hEuNrEZKFwOxbHo/uhxKfjdJRWAUZ5/1acdOgDHYtdXiTKuKZyGStzxe41RZ2LI6zyMKk9uySmV6
tBPE52CtDGfQGq0cxgs7Vqd5NFCFXSUgwDlauV++ImmcuSESlqgcqcDaffJxhwNUclTNxzh7ftT6
YroxBtORtqkaR8topuRogezKpemDo07T5Lxd37QLlqEjbYty8qTRYWDd3IVZvnPNIvRoGQq2Rvm2
YBa6fnvK22HC2qRHJ+/yoBwPcgIfIwRkb/OzulB7VsvSj80UyvOpG+V4tAWt/DNY7KLbJkizanhY
q2rOVl17VlCjIr8xv7Pi2ehuWwAdbQtCI4KrJuw6z4HobBKTBxncecHqtzRhZMXjLhiHjrJtqsGZ
lA1/TpRxMDN319fO+00TpONr49STftxC+pjUcjN3B9Y2D7gYBk1l7m7r4bx3PzkN6rdMpg3CjLz8
4+aPBnGfDP7Qu+TpevsLAZOOrbUrAlkqgrDMLQQAP/H/ICEGa5b9gQj5tersNSjJwiVaR9kWFRlc
O+dwrD1ElxFfgszGt5vNVMCy1YvIbiKhJK6OuI0nh0zeyFjkjI+8aEIBhQxWrV3aFixah71BRsin
KC/AaUqG98xDFbHKyZvbrq330mbVTmvlVdLnU8MjkdsHllsbUIe9Xl/qpU/XrFkO7kBQSsUjkjnB
YOeA7U0oS167aC40r2NTkgLF2hYk1SKIf/5we6RGQAYLnsMSnu/6ABb8tQ6k7WebUsPEAYojuUmr
IPbfx64Aj6m30sHC5OvwWWQRHBBR4EbOavlWdkhSDt6KE1r6ds2Oc1ImOBYREUOXe2Nnb37uhCMk
Re3itghMJ9RyoB+KKvoiRgiQDLsGTilyVONta2XwlWvD0hjO0/bJFw0kH4FxgC9i7JVAss2goOB7
tfmNUYzODJeTdE5zx0Nlh9Xd+eYYmlytZCsW3JwOlx29uqKTgJujJXU+3MQAO+aU/Knj3g7MirSv
pRTJyjQt7SLNhLMsJ2qYBrwhqkptS6PMt87ouit7dGkRNCseMzDzO11fHIUZiyKwW5D6mmfFzXqs
svsCkhArU7bQkQ4wTakPqi1A06F1f0+6Z5Y+tfwHZE+v2/LfM/7CPUhHmc5Zw6jLmvj48fEYGdvH
+/TF2Tv7kwrAcBpMoRkCcRqcePjbDaoAWLSw3eP5KbQ3CKACYI437YYc3eP8XkXeXt5NVQCd+fDV
2PRBH/xe+cqLlzVTj6s9CRZqSER2J5GrR+ZUdxBNW5ney7vE1KPq0RP+aKLW6CR9ekhbd0c7svJG
vtT0+fdPdppUaeYbJoRbqPXGq5fcX8kfXfbwph4vO6BIUqmE8IzKpjiYbD+wY/JEk5X3icsRgqkH
y5ZbVUgEyeoIKsXkpSsND7G+N2zUnEO/gds0NEHWeaT2XK3kpC4DeImpx88JxfLGjYhPbdHi8bqs
p/mtKAe2m5F42cxOVfbBIIg8kdax8QTCkwccQC6Qf23abxOnSE9ewp29LR1bhHOr1DeDpLGF43V2
Dhab5jR0qziFLjyrKbQDJmVGRYOYPaBt1t67tt/jhK+MsLC94YvhO2b1QsdkrWxmYcX00NfPfEe4
LvasF7fsWTYW2bKEGzvTZdXKZrvM1nMOIP7dbWaPQssKtZynCiTRdeiegROUG19VVeVVRGO39kMn
KYyTMkB7DJphMJ4WjTp2FuiOw4SYXYy/k3JDjcR/J7J0AubX/UeMCZrCwWvlT+hCxXOYW3nxVHXE
+GZP8dBtUcShHlgKQdXrxn7Z4Zl6cWHeeRRCA5YfmfMMDVtapW8Qc/SzQJoo0h5LdWMgY+r3nsyM
idsOxI8qJvhvEClXCMYGVhuB38ssC2IBrrLrg1rwBfoNZTCGChyYLDv6SRfXAU4mXHW9mn273vzS
BjvP5SdX0w1ZkwxlGx/N1vnpMRBKnGvziyxlK8fd0vefO/7UQewRKQRLEW9z8tBw69Ht6rfr376w
3vqNhKuBjAPY95ETM0JUspz6bH7IAGAKlCA/rvex9Pm6cYAI2/Ytw8Pnd6+NZBuUVKys7NLnW//O
DGCstM5Ygge2eD6a6asls60t/XAC8vH6x19O/Jh64Q0on3nplcqLUA1/3w7xzs3sY1Y/pbQIZA1k
orB+VyndXu9taTxaYFPB8hphmF6Uu+OLReqvkyP2hWOnQeGvlfcu9KHfURzDlY7BPCfKJJ8PlDQP
cuoAYfHseZO07crKLBiFfk8ZpAkwtUSKd6D5K+vonUvGF4Q7K/t2qXktj0gafDcHhihiNPU/8PbW
vsiCg7UB1N/q9/XFWOrjPIGfzG6kttEDHsCimAh1bPwp64O27Y3Ayiy4qds6OXf+qRMA9kHa0BYs
ItJ4JJCYSowqSqVasb2lMZxt8lPzsZmQcQaUJSpH97lNzS9cIlAUw/a2r9dMO2+6ZnRb345iZgZj
OWxTjv+yzW2ta9Y90KHtVMfsqGF7E3f0GKx3dBhXvv3ydcjU695kMw6khmuKMmPH1Vny/Btl/X5M
jdBiu+sjWLI1zZ4BM22NBpYV8YL/roVRBsojJKBekYWuGFZCuPNi/vcaYeq3FMZiASJ8x47cVn0h
0DkIDKZero9gYZb0K0oLSTU/dS07IpW/Gdr6u9PNRSgyVHZRMKvWqXy9rSPNokF7zxIblElR01j1
x1xMXcTrqt8UfhP/qmagH0toT628Xy+NSjNtY+pUColKFnXGHI7ZgTr+Xd4cynnepfaX6wNaeGk2
9cq4LIVICMJtGlmjl1tBNir6a64oKrK6Jo63NLd5aNaK7Jq57zZ2T8ZXAImAREo9w1kr7F84v8jZ
MXx2AK01AuXSJae67g+Z8ndTSTeKJCeTzvus9HG6nLhdr+zEpd40d4P6fi58d0pO1kwj02BQ7+Cg
tq/uYLb3Jm93rcIFgLVv16d4oTu96s9iLSQP2hG8Yy5lB0M58G2QBIlix+8CG9YNmtQzQUbhWjTq
0rpfiZIvF/4SUy94kR00dKVh2BFoCozAJVOjTklrDcWG9CJ+9MvWDbycsyyoTT5tQC3jvlspXwNI
LODDzL9qLJ9WNbVZm7ksd6CPMM5vVgIYzYn3k+0glWzlHlRqcnWIp94G+BZi7xwSDDlqpUxJrIBk
WbFNnalH0SmdPqZW+Cse9bynLvkhLekDXmHaQv3TjWx/euZjNYddBlZyIxufrq/3kqPT3KkabMHi
zHAixURTBp3ROzsLLHFrbPZ/a30ujEAvoBMu2GEgl+NF7C+mJd3WiXqpgXEZ8WRl4+pWMgacWHXG
a24UTwKEzVtbgKbmSwbGWdN8cyGu4riPGR5ASrs8MJOvTO7CUaJX30lzhHxKDNB/joK7xkhDSQ+i
mB4F+3rT5BLNAU9JI4ZJuR6ufvGXCndZ1AqvrNvfe/CledX8Le1NM7WamEUoVBGINR0vDY0RFOBK
QVEHujHlcZodHzzqo7stPaAsa6N096kCulfMTbdxGLV/Xx/nxYm0PFvbRA0QMbKdOTsqNhwNlr0l
2fh9yvgxSyrnlqgOmPOzw/pkn11N7ITYFjumWZRVH6L432yI8Pr3X7QytH1OHX1q25xiBp1uCEoO
wxxZNNmOlO8atlZJvTA9egHmKJEE9ugwAXAW/6xNyMLVnWlDIDz7QJ1LdH0MlzcEBqFtCNue0871
aug6EKg2w1fsvKr5Qqrqq92LU16MjzRTb7Y9NYFhuioAVOApg1pGkMZrOrwXYwB8wnl+P82jn4yt
tBunOEEnPN0nRo5Yo/DEY+fWxibxPbInHStWNsRFz4XOzr9/6qz3Ujk1ArpnmcGGexCrz+F5cG/X
p3OpdS0ML2kiRA9nD5bPb0P7KuT/bmtXC8D7OS6Ntiv4EZV31oOkZrwd/VTtrre+tJG142LweSaN
qelPzO/aOeCo5QxwveL3s1NOK1Hl0sxoxm7Q0ubMiceTmJoq6oZ62BszbX5fH8FC6/pxYfCmkril
Tyfau92T3w59NIxxd2PrmqF3BjgeLWHxozMMZZCWw0PdqbVCh4XJ1709KyCtxXwvB6ktSzaz4DRC
5ajazKB5XAmyl7rQbLxIFVeZUfOjlSQAy3gblk6beI2EZ8F89cDWdSQVZk9z1LpbSMILqIeVSeIF
cy1+xjMkw+xVqeOlgZyX/5Pxqhxp/ikZcUKw/exTeKR5W/rDii9cal0z3hHpnYKURX5ChjdU074G
alN49eH6Fl1w53odrZmzyaQk609j9h3438DKfyIvE/Y31YNauLz+OzdzDZD70PjqlI653KAoq/jC
DQ+Pcrd9vma/9tR5zlRBGjGTIsw6sM/JR2vEnWLNyBZmXy+ilVbqU7PuOYqas28WEkpe4705Sfy/
69+/4CH0Us0acxO3hs+PdqPiu16akLqV/spta+nbtYithuK2BdZl5ySkefSo8SMtnKMo25uwBpan
V2kqaoByfIToZXqGzZ9wWEYIC+sh3l+fnAUT1us0aQL1szxO/GNdFFWgxuyBECfwu/9zdh27lePa
9osEKJLUVOkk51Bl10SoZAUGRYoUv/4t39GFb7sNvEmj0WjIOpJI7r32Chh7Tl2JidDTv/+dz17C
h/WrlUWsMYU7lNvBbINLZXjvr2H3xQr77C18WL+Tp2A4royGAz0vxLYV/fiXyJd/v/VPlu/HfB7E
jvIQ+GB88UBC8tc/Nh0QpPbCSfTFAns/TP6nMsc7/rB+1yYhGJRib4NGuYMV35I+KNJtOTTktYdc
x2a9Q7bmggpcuq/arM/ex4dFvQ00HvmEkNkp2Q9pPN75Y33/78/rny9NPsq8NQsH1ZIFl44hVsHQ
B7E5OviiYPns4u/P8L/OgaHl/TrWqOo9zq53Pb6E+ivnt88u/WEpQ7CsYofwlQuoT+EV2rs0n5vh
K9XbP3+i5KMyVoxwRNsaw84Nsin9BAn3qs3M9hXD85/XMfmYhIOMxonDO4Odw3H4PZK/Vl53AaJF
A0xBBV2+2C0++xHvj+6/nr5HkHTJNf7KNAc4hvtHNZqDm8gXm+k/rzTyURXbh9q3fvq+ELzHsOkK
/Z4QO9p8+4p+89kf+FBMNzLBEN1P6nM3//J8zaox9i698W4WwI7lv3/+nz2jD6u5mZoFAiS8aH+T
pXH+cfEhm5D5/+/qH9Yt4khtPDcerp6AizKXbEozMn9x8U9WwEdRrAwWZIVuWFxAeadsF8uvLVr/
/vuN/yNOGJKPkti6jnuB6C52Rg4qTAhTkrNJA7zW/WmL6nKk9VUdKZnBMekLRsAnL+KjRhbeBrVP
mYLlaaMLBiJUtiRRQZj6QkL8nzr9f/dt8lEjS83IXY9otks/eO4wO4bupuumZ9W7oEBUMM+9VC3V
CsAVozcnntHuymxKW3kQYZAWc2JIkMX7Ehz7SJhSCwQHALSovyoePnuf70/mv5ZryJAFEaARhknm
8IdCbcuzug/Yn39/o5893w+bgZgW0GiHIT23huWB/dFtL5774sz97NofDvTO1lEKsb+97B7gUqvS
XwRmiwOe4f/v3j9sBGKLoIF4N6ukhGfr/o2PT3z94rv7ZCtmHzaAbbOSDzvqzdDprE7WyuoL/ASy
ZR/L6at01M9e7Yd9IBHG9F1To6hN9TP3/Ys/8C8YYZ/c/0fBKWzZZ9nYOD17i/d9S/e3MJTUz/Y5
0FeBrnnJ2y+tCz/ZkD9qTxEgHYzCjPBe79u7cFXHuSEXj8rbnn7l9fbZn3j/mf+1CALsA7bpfZyM
unYQG7Y1BvkyyYJmA8k8Kf79g/rkfXyUoSLcOmnNjB8SkLgSVh6QyvrFqfjZpT+s4jlwtI0AEcAh
ZCSZnV1XqmD59e/3/clCox8WWsoCuqQbTqtpawoABGcqyYN1X/nYfPbwP6wzL2rqOSC7u9S7uPNa
L69ntEcTIg2/+guffa0fVtuAwdCsoj24wPDl0tc6KnoTF24W7+C/Ggu7xfEXx2PA/qN5/Ict/6N6
VDmIB0Y3uotq57DEOCl5igBmn0w9jYdwEPMb+CnzC9ZP+6z3hR1k1MHrlpER0Z6INP+uIMgqBeLf
Vcb82fthFe8OqbXtw7T00TdI4rtLqMx6hEV+e7cQ1lxB+QV/ulmwyxyp5nqKYcEVIb2t8AdkRHGZ
7HcYMHYHHK+q8P0tgOUv2NHVsO6yZCII/k4QTJVhuCNzHhy5ogGt7VUjKhq0Nq9Dyyo1fwrJNqzZ
hvbssvekRr5SpO9qr+1+K7+ja4X/PS5gZwHC3NzGFZVh92ZgF/8Ng7ioUqqbv6cAZO4wcLXnZVqh
A4pad+8F1KT56lt3gqmR18Ets/FPvqjNLe/dcJn4Uv9JvaWpUsiMi3Ft2xekVC+/ZlgBXnWEbV0+
cgNVlIiWDcFSgbhYQaLCH8E0AQ3f3ovNq787GGz88tDrI5t+7R4o8qghKG5aGMdGCUJ5pk6jounS
fcc4kEd5YolBLvAy3oy2lSXa09BlWMG7PuOHuzpPXOAPRY88IvArjcnWWnmXMdn9R5mA2JoRVidX
dFmD80bhrsxpwp50PPRRCY53A8/xbpqrrmO0wgoTqvL7kd6D179HJaKIV1XE4cJugnoJWY64ep4l
3G3PxB/coyGTV9C1DvA5NFM1x1JX/bSoahxcD9OvYTsNSdecod/aShMqVcZyWIvdrnPB2nA9823d
juHoprOvhvkUMh2W0q7Jfc2m9QUNml7xFGR43CkkZk4u5oh6hGTrEC0qwweb3lt/sQ9pFMN4Mwy9
70hjqQ/KsrBiNFSICFbxYbdtkntgqWbd7uyfhLXzlRyn8RsMMMW1P8upwDEy3dqV7i/1sKl8mzE9
CEy0VW2U/iQbURFCBvBND5Ni5caSIR/XSf6lwC3vJmaTAseNvprx56rYYhw41cu7T2+NtmCIt1tG
V12FfMAgbtmGx4DAK502044sOKD7180ysO+NDYYqmXl3h+iw+XZow6BgC8b+iluI93dP5DJlablG
wfot3vahUrWZSuUzUTa6w0P39VZSjHcrpGca5KFMy7UDleWKLIGpdJwyvLqdVHFLRBn5as77Malv
JsyfsjaGP+IcteExlRy8jXlhMDMd1VXXqRiLcZFXyRyze2fq7joYa5svcUtf/D0wuR94/r0J4dMk
pB822biR6N6OIjySgQZH3+LL5MHmbuQGQMI2BMpd4ughFXF98Fi4lnMUr9+CaH8dWQdiCrzlD8u+
+Ee77jGsVpy99pifgLsfMFUhbF0caW3jF7ZqVw7+3AfZ4M0qa1Yb34wooPN+n7oG2vWEFD7nbz4J
5UUsc/onTHuSNU0j8jhNmrSSEG99E+36rXasy2gMyl6y8mOyD77KNs8k3/rGNH8cb4a8U8LuZ0HI
ctY6QbCmFwy5N3P3yKiGzUuamroyMhJ3YdyPD1xzeNqGW+W3dHiYBi0hm6TRd8OJ3+Vig5BibMVQ
QpEY3dBEbM8igoFAE8zNa4R/O6PioNjt+o1mu2IYyLvAy8SURkUzDK8GdkOnxe9B5/c9+dQM24As
L9G+8n3bohyThfZnakOwqpd+4zcNkhYOam+kyMZZDI970ItTyuDlLgMkFMcGMGxpSFIfhE0MUiX3
5Wek39VC3eoNN0QjQgCLLP2bzK2XIVU2KLVS+L2+IdkipYWfBU9ySz1SdVoFR3BmoiIisEJm0QwI
vJcgP3Rr71fWJX1cJTVtDp0U45wtK6dzLmjb5TESgw6iJv1tTZFnapcZDzKogzIcyVjJOgjOe2O7
fDXRhM83bW8baMsenfPGR6Pl/gwHa/C/kG11xZi1GAUrir5/3Q8JszAfTL0ayVfR0n13PRLEiUrj
g4MDUmaWZbus+6Ce3TayjM24e1EHYU6w6cDvPk2eoyaaHuQ+rGU3+euvRnmAFgwXzVHM7f2qxrSa
w0Ef5tHDSdo6H1p4Z1YwPjTm/qxfXoiJ2rtgXOMD/H9MsdB4y7nn8bzxtbzGsHatTDu3V7vctj/T
OKgbho2/6gYmfgjXLBcKH5c+x+wluvbiwDttfTQc8VngC2GJPMkmFJUZmraUoGCDomsgWRfYtye8
phXuzZJVAczKnwekR3fZOLLkXnPC9rxPR+/PAlzjGmo6fpuYKTiQJXY3nZHNNxGG7KXzRX8e05Ff
t8SQAwPXrjC2ns46wAWMmyT271nfwZVxObdBZ9JswNn7RGH/lGlSx/dyXia4yYbicYeRS583m/aX
Mp3a+rtiNjgPwKgLG3N+iKTsvyMWQGBjTiBv2clyJzQliLKOorxO9AZjODcelqkbn9WkdZWykX+L
9/73ohCkUWyU7lfxgHdFYdD8hGICS74Ouu4EIzBzivcA4/spWOBAGzRaIXAAW6t7iNBpvYI8QeZS
iI7kbTg+ODreiC7NFJb4JrAt8mjM7B7X7JTUbRTcJhJRXWW4zRbR2I36llJ/PofSw9KalTxGtJ7m
jEJ/p3NpO9JcLyFv51x70bZVC7bHo4/cxTBPZ5y+TsN8IIMrrnz0ZRAU3CIYYetF8DjwEHEbNkJr
IIFHRJOCqkclwiu9vSb3bgj8EtuWXyASzbz5bBlLhALb6XbfYDilDHEZUTWG1Ek6/2EueedISuS5
BiywQ0aCNopxsvWpX8yof14g9B6fgzSRaTbxUFZabzrf8LXIzJKw7uEfEzevpMYBEI3B2yR897hv
KgWNodZMZzP3ozA34IjkjMJsPZv6gVUwmbK5Zom5jmJPH7AVRtf4vLfTNiAEQXQuHrNhS1edB6PX
vCZeyi8qjP1S+pPZcoKtNEtQqHmFJBG2xJ3SU0upPsSNc7cbZKvPMd39C6DqCGnI2uQjlsIfBJrz
bN+nrYDVDaS027YEJV8IPzjb+VMOBo9ri7FDG5BtcSpDpON59i5puq2yk5ghd4FcBeRxVXLieLXz
bjhrSfgDUlYafktYO1w68BSe4k3bNGvt7N1EXgMvST712O6j1Quf5SDpm/aS/qefahy/1MXLuXOo
l3uJmTZ8i8VxW2mI4pKpO0uNONRJqJ/mjcz3sscBIiyPinCKHUXSHUH4rkjhTJWtk++ejJJ2KZBv
KwQ4bNtGzhIBsOWE9fa8TLIvmrkPw1LVu7xlxK+jQhEZ3lIZE2xFRJiorJ30vofK1RABd0P0BoMK
d4nsPN2A1YFZWkdcaajQc6aCXoJUJBgih9VUv8XTvuTjXCc/NEh0mbDWlCqm0ePKQnvD1xoOaA1Y
O16BzO36z+JTLzlyXKpHeQkr8nswYFaVs0WslUemYz9OMeJfaAPgMO6WA6sbmBURRZBpb7lfuS5N
kd8bhvZugbkinOvQzRI2u8Isur4gomJ3eW9cMOUqkihmrO3UI0yhu1JPbrp1MPLS2eraUEHEFNt7
5Bm5ikDwCBpg6vr30t7Dv86gcsEiH1mT3OdlsIDd1Q8zavx5AlAijA1zOU0cXtYblzmfNHa4zq6K
5DGBkkzU/qay2eCOB9RpJxXDVQljmubU0Km+dJ1Gk7Ot9WmKAm/LUuH5pQ1CeVpsb8spUeo6QmN2
xuMNcrumQbUlcgQFJuhvZjvUB72QKVugA21QvPjT1RwEPIcZizy26RxdJ6hIfxgC/8YT270Z5mjd
cD+xNCyXRpOrPsF5Ac7DfkfbZb1T0axJNo8a+Qx+D/2erx3YbEu/H2GVQXzMsmv8g7TTs+/GKKeB
15SwWJfPnljJdRyNsDadhmE69ClPqqjTBmc7SpBMgamRz2HSH2rV+udYbOJgEN734Dfe8MOhyD4O
rhkuYHELmaECEwXIkiKB/otPQ8EH1+bJ6JvXBrKTl2mceAFd1ADhTwyX+cxg4VZDFPiXtBH0NzcK
4Xy94EveioTkqO3aK9bNTelJbd7pSbA4zju34j/wpXkGu1VeOU82f4fa+oiXqqeDcDJAcLIIC051
XCQOLwnQZ3tn+9X1pRmbpOpCbzxFkD0d4iVIrtJdguzcibDaV92g8RTBufGTqcvDaBue24VPvyzy
MF8l65KfuH/b53BuCL/ZGokkXuB5JXp1+X3mjb9lIQCDaoI7bRH6Kj3GPFlfyBjEJ+QTuafZt0Xq
3G4yPcOhk6KtC2x9WloJN9MIdVKxyL5TQJH8Lc1Drx6LlvR7NbWRq1ETB+83NbihQIu3ZaZNR3ns
cBKAIQjdmz9PKTSLnmFVw5rhaqZmKde9piaf4UaP8avXd6/vpkX8MG0DuhgQpNF1wZ2ghbVw2XVR
kvmkh6Nkmm55SjsfhauW30S3TD+ZREVahjtP6G03Sjk/hh1YSa8tJllt2aNp7nJfTu4bqALhRQ59
eKQunbJ0xj6v5gYx500MseH8SAZWl1aHSTnGcuyKIVXBqQ6DNcwEHgKCtSYz/sK0QGWh0utLQvu4
gEonPqESW2Apa9T01G89TAkSb59Aw8XM5dlNQdIWjU4i4CFDCs2siUiPgs6R47LBURc7GWXVmta/
Q8fVHWqVOWuQGh8W78FoNIeq3MZFUx81+gN1p2hoxtzFjKp8hMezKdOha9OiHjmIjUC1/tZmNJXR
Q4rCdpewce2dyFZwzjMWrQhIqWFZOqQQ2kWwWv4FzcR26PeZ5xse4kMIi66nSZC6gOd5hE0IISQX
Bfgn03Lwl2yCTdVpW1d1s79HBsxc8QpELe9Fy82eU9RoZ9h+NVfUUEQPKh9OHMawvtBy7Y6GefJA
p4RfD1sAsAVQukPcTAzlcQTd1566s0O1nQEDwqCwGdyNQG9URAYFYCYaPzjG3i7xNaIvgmRPK3kt
U0lK0oj54HnwwWlX0lU16ey11bs54gOmOaQtQ5kiMPR6FGBI15TCDjGetwx+aOZ1EkGPWm7nVSiD
8a42dMX7db0ssWc/Dg1apTDl5pHyfUTPouNjDLpzXvOVVUoO7HZO6/CkwxqU3MDFNdwFVluOCII5
MyzhFdXymv7cEyxTqLY0uxq9Oj2qWWskYoMENa1b9wSja/cT5aN46b1tQ54QjvBCO3jlZskm7E0g
POVQgQPG6DQht5Lr/srTy3w1YHCIExr4UeXQmN7DNlH/TY0XsIxSn/7ulPEgokVnXXhD6q9wEE6w
K09okRYKjxdsxK9pK67rAFTtRPW28IQEzjVNYQ4zPFnWvkDsOAGTAbMdJMjCZzwqtibdIEdjBDhj
1D1PyIfBvK83aFTs0Lz4THb3WE1Nxk3QXVEeN8XgYMm7yF2X4XtbloFfJmwG4kJdoNkMz0sQYSmO
Gn4xecTD5hU1lF+CNkfPy24RjdAjdGX2FEx81DzeEBabe4qg5cOUhOFlpu14xSMuf6UNOie9++wQ
RCSG6qW39QFQIj1Zq8Is8oV5DfZoP1BSG55h3+pvdOr8Sx8EywNpl+S55TwoRCOjNtfcj88oBP3T
6G24f7pNh00CaZ29nVwBWkfskNiTnKEDwoHva1jRUWOzvm9prhpM93BSjHDEHz3yJ7U9Ts5awZcD
G/IcPvnrFLCjkTU7ytGycka8TFrW6+hsBspyDwyE8oG9d3XrlqNDTstWW3uF5boeEHS2X6dIFsv2
xLi3ZY7bg2vb4IY1Md4YDcPtatYuflCazZexhUICF6pRk9aesReBHknly4RmEMhf/DdQYN0CTBs3
DG+i5NYLMbT0zEIRt5tQkALgfdz8iMTWPSIhYU0QAzZuYZEEzUzykRj9Rpnon4CL0WvbLLEpWNip
W8h6bdUJ198q1wYFXlNytwUhxYHJx7dGp/yBTe1arBrdDeaj8Viyjc0lj8VU+sjNzHc/9a9g68eO
FgYn1SBkWI3dgFYosCOwUFi1fa+Xbj6iyhnuamykJQNh5KiXsfkj+pieB4h7b1xt7aEm0XSK1KSe
Qj0x1BOYubyELTBTib4dCdoqOq4EQRlw6PevNPPtMQapY4cBPabNDMfxmweDkiQT+0zGAhTu8K62
TB593aFi2xU6+MyPWw+3IMMpa3ovOLczqMRLFIhDjId6bUEd0Vmr2l5kw8iam9lL26Km3VKhIgxf
JzXWW9FA2oYebgLPAPT+BxdJ0QPeizDO9fDFHyK/7+oDmTf+m6GGOjMhaZz5DduvRgdQLF8MIZVJ
wJvtrXQ/BzvzADQ2Mh+2LQm/1caOpdOhNsWoF5YTrPqHza5oD43yf/qq3Yv328k9h62mnmI/S5GX
ekTkN7+uoR0svKBPYQDqvfn+vFUbAkyexzURlZcO4wv4/OHrPCXjbTTa/Qcs8YHMsnQpF3h0Pw8o
MkolG1747VDgEHuXh6TmyHbjHWyckPi4mSH8RiYCTQMCtsb9vuE+8NjVSuSnEgtQHlrS+Jm+12aN
1yCsA47u5QCL5cJ4qa5W2IDDMRat3W5h6Zmh13ZPul3TjHuJ/8vfXHoK4cJ4r/Q8XwG6UO+zclah
FUuPukZ9NnYA1DnOsQNsCN4jO6U8t+jyTA7+TXxIWjkcNhf8crSmD4MnGE4//BreAK2z8H//k2xD
e7UCT0McZLA8+TPkfbqRBMderW8Gq+ZiwSAwS+FcBRx3LAxBG+QU2/KWAHINIBR/xci2v/YibNeR
bWweTTu9hIMJymnl3U8lAmALmGlcj1xin+egVOENdsOe7RipLDnwYlVudYdCJRXRAzaGunKJN6B2
jdQ12+sEVS/qwMfQa0BSQ+F0GLhyJ2H8JEcrhs7D9gtKbODg0V6Hh06vyWMDAkCBqgPHqt67EpYG
toEkhqY5BiDTTaJb+QOJ1jC2bhMs4FTIPIwdCqLG8DKyXZCH4zt8P9nvaUDfAwx9jivv8rsd2uV2
l2PwFLjk+zZ7dVlDsfYdoVVv1vf2rJ82mRQdgwMt4XFSYAj/Fu3K/IGfAQA5axIgzakuueHtXsYU
O08GwB3+dS72gfTCBLViImUvbpDuadxb2eS9TjgauahPs56ktmwj0mWxTmkpW2yXlAKGjhGDdtq4
Z68aUB4f4mbH8l9X/sC3dqrC2mcnjSqlxDGmrv2V1bfdPA+vtTXu0PBIHRDjNuXxe4DC9p5XM22j
yySqEpU5FO8VDSip2h3QHwpOfmNRBqYFQTZqXtfUK+M5SquRh2G+DTY9wiXcL1CJspISDSKGjJnM
5j16SeDZVwo3QFMYO1kSV+v72czqsvUDB8jiNcdxWtMbsCKWUkcosfmqhgLlqj7U64QDfGvomtU1
c99QEyY3BHY6b9ryFGgrsZlxyb5mXpMqKI6QDtck5lfboH/LhlUkz0HrP8aWiaWcFddvqRfpPPT3
qepoMN6sIRD7nvTj93hvKWQ3ei8TRDIUCIJ8/7zQndhuRKgcEjNy5MWZLPBwRsWq634Igv8P8dZx
xVsfonQzr/qU7vVwiGoMnzzgSa9dF/vHxoP/EqbSaJSaeWyvkCyBVQgcNGsZ1CqUra/YgwAU1FCV
SjmuT4KnSbUBrDg2MUnuodCJ8EMo5i7cg10ooo6BkB4spgDv2/ZokeHS++FvEPKCF2+pg9sandRh
8EL4I+sNiZwOg5oO0ttLCDu9DNMjZE4gXbqwOyadfWteBBldgUoHV90GXimP++eFm/EUhpTmEtj2
oV9SU6Rbt+bWG2RRS6aPbYCv3ipABNmOOvyBeSM/+LqFKzqsjgqbOnUeOFrJpDfpqY4dKum1508D
Eb8wglGlkaIr0zWGDwjaztwznX+wbsNrhbPUnMWorG7whQZFj0LktIuRQ+lD9nOtW3vuMaMr9hX9
qax7ja843u7mRm0H1BeMYm3HUzE1tUDQNan3zIxze6znbj3D/w+czlsFdjnNmomtvxZA//mkzB5k
OlH0HLBoOdhm6xKMLZfkDkTirs27ZUjA0TTLnxFA/20S9TNMrgGwNlnHwvDW7hsWpt+OYxXzQP0M
4j2+ML4Gt0ij6s4LBXUpN5pjUtX1K4VlDvOQbYu5DpMAgScBJ6Ngw+xs1EAz20bJPJGBjDJ4IdCS
j0nwwtIN6mzp4jWbcRhVyriwoMIAMGyxIyKrbySVp8blZzh5ogKVvi86Cy3miPLwu1lcAqLTlPY/
u0gNW+n5o4xKix77NwQtgytF62+XtA872OoQ8mNcuTo3VNnfK0ZcS0bgRHJNZ7j8pC2KSiCVwXW4
DDG+Z9jloNG/7hCffJ0i7OkaAmkYpDAMzpJCYY+cixgD70vbseag1kDIMmrUcoyWBdUOZlT9afZ4
X3YLb08Is3M/lnbXNhdqnkozBObnJqj5bltib8zUxJUnSHjAZIpkcTD215PY5hsZGbjLd2H8GIjY
8wul4dNLJZoILPf1MKklvRK93O+tW9Myafb9EAwtcjrbSQKwXFpeuWVFf47dCRDtCJdLLeQNELy2
pGKP0c/6UZO3et1+ao9CLx2G3AcwZrEu4K1T/4iXMSp7xCkdaNR3VU/Yei8DZH0PwEtyqnf4Z1Ff
3fuIqMp1PYVV46fpI20a+0Q7lRz8gPXX428WePoJHHxEgUNMO0OlMEbjcKMXq3XW4/PLYwOoNTPA
Il+Svcanoym/oiGnuN29roIg3K94z9G9+XpObnyyjb8w9g4tWoyQvKLQWRFJwvpoK9aQrm3eNxxQ
B0T64gqQeNJf+Ws7gG/kNAbIsdnu22kCZkCSiJQwOeRQztabPpI1EiWLtNmPLLbNSz0lMBEYE86q
zUjvyoZYN1mgAvWjTUP9poTfOVDJkvo7eh9egBUUnBI6tZD0zLLcQQtAP+TiHUPneLX5yNj7ZF63
ZRKjIUIZCh/HFHcPT/duypK9d9cMocB/utbz8oFvXrnBJKbNld/bW76H7iHwbfuDMeUOjjkbZrGx
An5vGGFil+j0zQQB3mWP2lfmFD/YNBF/tV74GRCTfg51lMBD1wNssw4IuF4T8zJ2Ct/HPixvBuvu
ecSMP0IUAF+PaYsKYTWc3qami65lPIP6si7Lm299DrGbGCuvw/2BioI8FeD07+o3g4y6bIFjH7Se
chcBulTpbmbRouHrcAoWugNf5yC8qF2gpaYoymrf90t4K2kPc3g5PqUa5XSmaYgxSZdOKimT1l+r
dsEAJXV0LVd0fWe9QwCW8d5L/9CWyEexQuoB86p1enCD2ha04PuInKhYI+ulbffjGvgsHxBreyc5
kkJyCQjgN0WieHBed+2DRzct5Y4OAoNeD5JkyPkR0g0Ai8KjBRRHWYy9xMALDJ00B5LV3LsYnW+H
SMSrFaOIV85Y8kSnWFyjaFofBN0FTHG5LFaFMQVbHOx41jk8rAz9tMH7uVMqkCXOdZGzJGrup702
d9SYazIOf1tENNxMCSylZr5hEo70+cOMTiXz91iWdsBXmiHXhhdJ1AVvBkP+01S3863DwVgkfJUH
wMFD1TQmveydQ5MNU7rSsz78uaJkAa5Dhjestv4ukKmppjoxd6Fx3QmQDr0LMfzIZ923xTQNwA7C
eQVGrm1dYmK0H/cOSgWDpvQbFLziNvFZfJNGiEvAmAdOdnhB5f9xdiVLcupK9IuIQBISsK25i57s
tt22N4RHQMwSiOHr3ymv+uo1RURt7qKvAwoNqVTmGViPYWvNPOzUBBiEZpW+V5p6HxhLvL+4W9en
plSdBiplgCRVH6M2xWhMPwyEysOlB22A68jBgaW4g6Aj6qNuG6NBQ8as2LsO1qbsUIGqRd48kBrl
cLiDkXoHXmB8wpqWUS1UcmgZF4jJ8HyGnGmvkNJXPrSW9lDp14+oeoAePfFNj3vx2UdDD/0lnLqm
Rc3cS9n4iPZHvxmSTn5zkb0OW8OL8meVV3+nIm6OeZaKfS2xgq4j5xagbbbEf+7nbeEHJYHJLqAz
ZeXyA0AG99IZA1wd49uAqra8v1fGrEyB3IgEyoYlCEy4I6BoX+Sfrn/FAv7vH9DtDTpSaYL7ZthO
UQbRhnTjlEENBBUN/qb5tKZJsABgFJcRfPOOaQb6qzbURCbHbegDIu71377AYBbCQkbiSpGTYITn
Xys7+B/kuIbKdHtpkGYFfF2z9jxKOEhRc2QAi5FU3Clg6pxmBTu59F2Xv7/5LiguzwhuHADo8rPy
XxqAua9/2NKkWKDMMoHzeA5+TuQV6Ji0m975LYDzv/7wpXVrQTJRI8s7BFIQiicw1ojaOjzHvn0Z
brJGpMIW+m8cHAxDkiWRmXJcKU+ZaVC+XBNiW/r5FvC5h8OS26F5HM3o9HkJjXe4lR6gPdJvXLda
M35ZeIut9D+FZG7cJE0iYB2R6zy6rDnFEBTJ+LwSPhYWjy3wn4TK6zGpQ5TTZpt4v6tE7a5P8NKT
LcAz6q6QzzBdeHZleaxZvndHtRKN3meqCVuHtKawETQJv9yG2kegD//oxOMbNZa4ClMFzbfAvDpz
srYPlmbB2t+k0ejjxZA9FeQbT54pCbZafqyVswLoXRqpy9/fbOAOtxKIBysvQoeje0jaOoxIG2S3
hQdu7eJeDTWAgC3YNEae8z54KlDQum2KrT08AoqWoZsVnvkcXLTq907l32QtR4WtRTrhigvrcuDl
6wAgE8KGk0a3Z+/m5fP1H78Q3Wx9ywJWSd6AnnjUV80jy3BRADH0T+Z6364/f4FpZKtaqrDiY6zH
EpjzKYVCTM2eEveSUoiAsKNfNP2HHn2ED/XcBA9zPVTdbZHVVjkVCdFmFiCVBFMPpih1HgckHtt8
uNyDPUVWJv995SMqbC1NnSAT80LwpQFwPaYAo9CifQKgDjnl+HMsm4h4/CWu+1NL5mwlqPxjZLyD
fPcue/TNXkkYqajDIM4f+iN7dEhYPE3A9c07lP5RlgmSZg9j+vJQOD2HJE+Y7Tj10wNc3eLNQD1n
q53RO0k1DoDRxPJgmqx/ApiRH9Hp9qBaBw2pbZyigrRxYAb1F8V7ueGyUPKUdnqEzI83zQ+0a+Qr
K+ru1IRQTczmYHwg85g/awjsHb2O6HsddOMLvC5wq1Bd4aFwUvX7LsMi3uPnlp+yvod9H8qlUIYa
mwqJQY3G9L3ry+mDp4pwy8MxOcSjEMcwDny4puKqGwK6mGVfYtZ+BvzaOZY5Yb9KVNdO6HcWx0ap
/q73/AvSOKARAUkjMrGYdy0bpu2US/o4hX2xl45mxzKBtk4+exLwoBnt9dDh6KoO3fgwxcBbp/qS
RRaFeJbCM4e65bgqjUHn4+425fUxH3158PnE7gE4ddcOjYVNacu2G9TqKFoxwRnA/Et5kEAYSHQr
KhQLcZZZcbZkBhABEIzPPpJ08DmTdI3GvLDXbal2PnFnltILzqRRz02s+x2PnU+zSfTWRSbbdvW+
8+QdAZj7enBZ+hQr8vJcZq5mSM3gwz4dIMbbR2B80JWkYGEWbBeMIGUSLSEnPDM0qIMg3Qv+EVF4
JT4t/HZbaNa4iQnaYUZ8QrH5LiwB3WqNJ07XR2bpt1vHneqnIlAcZ1Jg+s2EVm+NsniIOuNtj7cG
3nGaxodC/hwB9/s8zyPgzG63mahYYa0v/XyLR2RIwtD0x8+H6f22iuNdUT9m8iYDIYRsK2t1Nery
sscOiNEIJyed+WhOTStDQ/4t93eCs60nG+ezKwtax+cZZpSwumD9E6T/DyH6+ZFflWY7K08A8+Ow
XRd6v7KyKX8OJf690xe4tA8T++yplO3G9FLbg51ZsQfeLzlUWVIAq9Bkn4sebVvXKdQ9mmhAfVbJ
JD6EDKDaVmT+E7qB+uilHTnGpGt2zE2nOwifAp4oVQYUGs7AT24SBwdcxCCd5nY/oLSd9YAvmeG5
8ILiENR98S0U2XBGbRjOMlntvYwh4lsdhOyAxhbu84DZP/kIVMlWd2MRedBjBnjO9XHE9tUmZybd
xF4+H3un66N4JkDdO8m07yRxzsIAmICyaYhy8Oj9QAnP/OBlUZ0rOtZ/RdbVAEJ04muaEfFZO93w
NLrd/CjKZL40AHiOenkxH0JKis9ENd3jALdmUOvLHiQhMr72hc++mpDUj87Uoz0BvKy8h+kSP/eZ
9lCOyciPuCr0t8Dz5moXK5dsvZlWR0hw8Y8+Wp5nwIjVRzob76GcBdD4U0CdUz/U2UloM35phRPc
uyEn6JTlgJVSAmwLNliGEp4HlHjD5T6XUwF6ywQgX+OOmwz4rE+gt4mo61sC+DqagZvRGfkmzSio
F2JEiaWH3yqoAs4Lk6SJNM287w7v2p8kjccDJJvMfRbnwDeDTn3vSQ2QEGhPd6CsoMxHAGFSKfkM
N0oO1ELgpfeF3yP4pnW7YZBk/+Q0Qm67QjN3dbUj43hvsVs7FWyrUhFNkPzykUdQWOw+A6GWfpqh
YAVsmqq8k4s29lM24+rsVW23A+0IpThQTB7y2Bv3qN/eZMJJkdv9NyuKDTykO3cIz9q5N1P/6IbO
PRyGdtdj3sL9x/aBMWbCG0M3PIv+BygJ2ykBBlg8lsNq5LhEz/fG0srqCgG8Ogo9ATxCxrPAvWJT
lmhkKfYXNCWzmemoN4CkwR9Gdy9QvX0dQ9ltM39NuOWfVNT//wBiq2jO/oQGZqXHKIGR67muRvXY
zmb6GdBEbZGV/HZz5e1ogosy80SyjysNLJiYQeCieT/dJ30MOKRscVQmjbdylL1/UJJ/0pRvct2y
Ei2bWTCCUzrsGZ3PpVYr+cP7xwyh1kEQI0UHFBAJC59fRWLOQ/d1qLxbBL+x/S9Z0pvf3Qugn0fa
yGiq0EJFlfbQAWQSC8oOtyxIxJf/vqBJmPaAwZoioH524/hHzHo3+L/aIV3Z3AvDY0uiAavS10iC
WORQ8TypAtYhDlCITr4y/Jcf+s5y++fz+2aEdMEHhUx+ilKIHX+oKUtAEPCAViegIe0bVqA3gdYM
VJwGeH5fH7T3GcrEVkmbEnSEcTPMIjcB4iec850q+6PW3Ve/TmIU+Jtft73ospzffFzh1bh2wbQj
csKHEcQkMJY2Tozy4QxqZ5yuBKWlIbTyvAFOXaTsQhklBXr2G7QK41cNgDjayoUm9wB1DPexy9g3
dOa8m5IztBD/+2WJ77pSxfEUlUyei3xEf+klGdckjJcWnXWgABXMTB7qORJAlAD6dcdiwMMJW9EJ
WXq8teUdiQ660YF/rpJilzeAIXc7smZ4uhCqbO00kxehgReTD238/gMorY+ize6uL6d/+nHvbBZb
OA2MavAvgF3EqI9PSZ4+AjKKgo1zJBPfB1340tUKlYAWWVfreEfVdysj9v65R1yrgomsU1Ht53NU
DzVqDSCm3829D6xpxih4l5PMVrbmvwX03ida5x96gjOR04T7oynZMZ4dfaeMU8E+tvwS53n5qONm
gAX1RE+AbFebmgXOYwdcHi71w7R2t1kc6cvSebNzadDVIGoHUzS6033dQomharC/4kNeuvFXyIJ5
uJJABK6bc6C6qYzvOj7qlXrSwoZ2rbAx5QpUZYOg3oDgKscvzA1BjRvORv/s5VOXrekILuwD1woc
oKR0pq+KGR7fQwVgcDdv1RgTUPPL28KErdQGPKvxZg2lDG/8btzfFQonvrPmyLv0860o0SvgtXTa
BGDXf/YF2B+Eb8p4zQp7aR9bQcIlMtdF0gdnE0/PrAvveNXfNL9Adfx3cUF+CNXh3h+iGTp2sIzq
0gnl6IZsw3yqfgYqdr/TyjFnQed2LbF8/8xzQytR8MoQZhEJlKRmJjfa/S6nL6H+66hffvbnenR6
fzrc0IoRvqEVoENAmfWASz1WDhhkDmrgHq5hK8nO+1Pi2optAQebRIANFLmKfUEiDhKJ+X79x/8T
qf//uINL23/nxEXYoWWLlepCs2IHcuMIwFerttQzf3IfEC0n0+42GF1cJF1RHPtRkQ8BLuZnDrzD
A7iDryNgiHcaoJdvPVrtm0kPIJK6c78H8c68qiEL9+jzuacBEj6bEILea+Y1SyNvxQtKcKudDZZq
yecXyBZGngwByUvW7H6Wnm/FCeZD8LAZzBypPpmgRqH3rhvCKgy0nuuj/69d9d7oW+mEbnofqpfl
BKuwxvledunvyZPmI0COPuS52v5vPU3lUeTBA/WCaTeWrbwfg9aAeOKG3yqYiwKd7LvQNizy5xi8
v+/g3wK9y2LzMIhY/ajByoAMwARqPjHpVinGQJUqfgFrKfdzURXbLu9Bk5km8oX2Rb71u2n62yPv
OOaA2n2AGkCzV8Do3AmD7mwLWuW2CTt1quhURS4RP5MWEBNexfUpDiXqMcAAdhFwgKmCEAEeTSkD
YjwM6mfh1ecUVFA+1O5zqSACM7FC/qhNM+WAdMIri0M+Z9vQPhxXjtWlGbRCZVjQoQ5EW0eD+210
AQ+q9a4d/16fvaVtaUVKk09tXDq1ilgDkzJ8LaBtUGy5TcfbtTXwhrDKQug0ivOAyRQwdQsd57Zf
bkvg+UEOdFCa0MiBDMshnsFsEypb8/34p2P+zqq29e5EPLvERdU7AjVhhyrJJm3Jrmte8sGFJkKw
ASvpbvDmc0gQLvLCnGT/UU/TXoJRVStznCaQNMEuSXm7n0LvMXHyYz6jDoaDrkUDhq/hNhZm0NbN
y3iDktQ0+Gen4vVmEjPIl8VNKQDqPP8NrC20OEYAwqZoqPSmIxB36z/zdlyLHHjKe0Nshb4OIoay
gcL1GalS9tB7SQWOEM3PsSrNmmjfwuYJrPCXAjoNQQHln/P8NMwfwHYt2c/rW2fhVA6suJeFPZfy
8uhW99t4APlDQntBQ0rjexWuKZEu/X5r8w+QYTd0dMWZyOrR74ovypDjUPjH69+wtHis7e9THyoa
XoWrYI2CWKPAMZ2715uebSvfGZQOa+R5U0QgFpW6P5piBam0MPC2zF3huZBBa6Y+qj13V2TlCSZD
Gzf86GqJFmGy0mZbGHn/8vY3twgffft+gBBBdEF6B+TVyL8wXr4+NORfGHln7dsKdwi6EyeBMhF1
QPtsXKFOYFcOINCDsuTsuATkBFXveTRb0hO6Y1nRnQoD2aPQm9OIZXfQsabHNmnqO9WBLxaCJi+2
PbuUkwDmdTdD7CSoIoA3BBI4a7pxIyCMBa2nysvAJBxCeRxAf/sWu+rrkALXB47HtE/cWh1c6AXt
wsAZDjg+gychWoLKChoSqOyoovka8rjc+h4t9A6cWjreV0ZCfgDAtGYPxRD+koPysKNgGG8ALy3u
NZdZVGS+PDHg8vdt6w1/88SXP0wK9U6fK7kHH0Di3M4pOrJqfAFrn0OzI47hqd1COOrDRBJgDvy6
BOq450kZGScXd7Wb8iNU8ZKXAVpMd3IgMbSPjA8Jj3TcxXlZ3RU9BEuajEPABEap2950/YlIqCiz
LAcfEBBGGNd7uj92Ze8da9CNKmjvA9eL6wgNO4iDxBp0qxK054GDH1Yzp44SRvUnsCXB5AQWC02W
WIqTwyf/1QnDYB8P3QRpJTrtwwocQb8S3QtUnMuDl/jBvmUGtDdA9iXUm8bGe5YdEVB/kfzBM5kP
f+y8POWBYZ9jOoOU7U8akFOHFOPPohxnKMbPkIxxS/mQgue4V4Mun0glq0NXgaze80afShN7mwbR
CTqZmlbo3qgR2mYNcNxeQNk+aXv5CIJZ/gDVs/oPFNPQFqnVnENQDI7m7d73RX0qRj88U8gLPLdB
C/2qItSoYnupTvbEn1iyLyfg7WEIpLcOrvOv7aAc/E7P7TeVBkf7waEhUOZFXcoU1BKQr1MDa7pq
ctIDsM3/rgDAVfegjTJw9I6kac2eCN68FBXlv3gzufsijgeoeIugvpArwuyzSsHO2bRDwD40ocZ9
FBUGUNSKeR5e5nDSYBlMYDhA6KvHKt01/ovj4axloeP9Mm3ffiw6kh3com6+yDj7hBbGdKTtVPE7
kRoQXYIUHfV57rY6KfUpr4fXmYpZQApOg+TtuEMJ7iJAc9tWxYzfJy4UePKeDdnOy5P+NmFi17fO
Fg81NFitAe0kmdNv6zk4Fox+5hfjmOsRaCm6WecKVJPQkYTeXkShOd2PuBokSu1jCmD59Rdcaj7v
BTjrZAEPhvZe5vBzA1wNpNuMOkObDGIZvg9GZpzGK3W1hRPMBg6X4yTaZB4kdAz75CeobLAkbFOf
ruQoS4+3rt4ZiByghRBIK3o5hVeMrO4g2U13Nw2SjRd2eDBNwJzzM3Q8INGxTZACUfI4Gnfl5y9M
sw0WTicGp+ice2dIQFAU+trwQa5du5eeffn7mwMSzfFioEEO0VwgxZ8ngGD/jE7s7kyY8pUc//1i
mutbr6DJOMpGAv6jJ8hMyTH4CvY1YhpJTzlxngDgPhZC35hWXJbAm+8JJdhGnQc0fMa/giKwVWjU
eRlyuhZ0jUrvr0/5woKyJWJB/eTpPLWo21XQpagvCsBdPXY/rj99YcCE9Q1QNEXxCSzkiPJ5iHqS
gnuaAjBXAZe+97A5Ns3cTRs/LNWKPvPCPhdWgs382vd5KVBNbfv7ioDGGBL9awj0nS5uMhGm0Jv4
78yAEtXFDkQeohTqxl84HaYX3dQO+EaS71maOisp3wIW0LXB1jhnUaqGE3zE/QDUUdA498r32VZl
BOJqshiyz6H0w6iOwUIC4iPZG6XWjEkXVoawImZFIFQ3BAAiUmgGNcOFEBqi33R9YVzKk++EYxuC
TZPCK9VY4DyPg3oTq7nbDa767Ybx1gR4JbJNOdAHsP//XH/hZYu+90IrcNYpkBAjA3yTwUD8RMRw
ckLko7DvbVd20vsrT9i2d2XQBCpokKIM42cCxbcavphh87Hvbgo+wra8E0KmedxXwAtA9AIlgJ7t
C+ikgUUn6QbUmeKno5i6m2lg5pVZen/QhO2EV0ignKUKYGsRPHr0wev0Fnj8lbNgYbxsH7x60qPn
jIhvxFWvgWrukhS2pq38XHrDygZa+v2XV78JoRzed8FQABOXx2Y7eF4kefNFl+mNmGB6ee+b50+0
5BTZl38ONeq6UN0V0ytPM/UJHPnJ3XZQDL5xsKxACoZ0E4KXBa0SlNxrXHdKX224V+384dP1DfL+
LRaogf9+i3TSZuQlNsjooWZQDpvSNdCW+9poZ4P/ubKilt5ihU7OocZXVgR67aT+CWTYgw7L9hC6
w9c+78HuZf3h+ucsTb2VUAI81PRTmrAowJVqo5wSynBtuQ0cd+VoW3qBFR69KQeg00EbE0XWTzlU
B1tQDvnK2b+wN2yshzcNwm9cTDcDQ6UwdDMEPxJ+b5y1dHjh19tYj56E3SgLDapdwu/cBGoHUwOb
yCx+vT78Sx9gVStmJ83hvoLhn8vM24ataR8goQ/lqrrWx9LVN5m2UmFDPmABDBo1Qt45YF8hsLbV
NdxhdXZkzp/rH7I0UJe/v9niQ6uHVGdyjoYUyFeoJf4KE/5VyrXSy9JAWRs7xhXQJAkNz/jPpoaP
n2P+lird1/PKB/w7H/7/5BP/+HVvvgCUXD67+SQjAUT5R9Sl22eQeyA4kVJ2QuGqOYsBSkwzAFjg
bLZZDkYaz/YZGhY76Fo6R+UE/Kjagh9TPxf3RYyugkN0tg0YgRq3AT5xM8sExOMqIScUCQBOaeFj
MCtH7zKvHR+ncepPZZ+ErzihKETPdHob/kLYFmeTnDTgozPcAdJ8BqhSfcszpvaQ/t5fXwALE2Q3
0BsGsTd1SWH7tHiNzfhUIEWeuwQal5W3VhZeCIt299xxkjyf0woglfBR0gEqn9Mmdx9J/zRlt9VW
ISL935VcyiAUuhc0anKoSncKkqdjQr9cH6X3jZ2psG3OQGQAS4LDL4YBp3ZSTOe73OuR2+mOT6dy
ys3HeMrU5wL6VdBqBp501m3zDApN82dqm+QAxh9UAnFHh7AyQS1yM5DGh3RVCskA0ienISF+c2g9
OGClnQ9F3Os/fGl/W6PiJXkHrvMA/w0W/q19k+5whYDjL1+pByw93zqHmK6TcDYxIJAea48l6lR7
F2JHJ8aceOVMXXqFdRJBsWMeOeFAFwTOIe0uou5Z8hUOZ/3u+hgtrU4LY5BP2ZBXAi+A0nF/mtCY
fEyU99kUst+0CYJDBZHe245VG5aEym1hkhkH0zA/pN5P5O3QeFoDqSx9iHUq4ToKuau4k1GjIItG
p3QTMiibhVERf0+Ttc18Cd3vBFzb1dFgpAKjcXhjyoNtHORRJ/kaVWthsl1rsmN3kIGB8nFkwLoi
BlZwEFApVnLA96/r3AaTzBymzJBRklEXdN53ty7M9yoYnM/MKN4eoA5aVFAxrtpfLpsAGr++ut4P
sDywdkg5KAQBD0l0M7TbYmbJDmHkCPrTY5ZnH6+/4/0p4YE1ajOnCNgukKGK+gSUSlND8WLNWO39
KeF2YwlhSekYXMszvCToNg2aPRQCsr0kKHpf//lLb7Aur0T0hDWqEecuNLt+au5EPu0girOCyFt6
vLUtOPrKTqW9Kko6BtsEqH7P1Z73tz3dRgsVTTdRiqsxiJMzVHN/FwQ6DurlppGxgUI5Qx5rOvBZ
mT+ek9j/WuT9nZuuwWEX1qaNEnJZPZZ+wf0z9V/66hXujnsDzaYS5Yrrv39hYdpQIdAmy7wyZIrY
0KMJA71oZsADuP7whXkNLy99k/kNQZj6HMZE51RA/YgHXwbfzbCBixVC29LoWFdG08Qz4C4YHUca
VFI++H0Mbb6/Rb2ya5eeT//7+4WEShNMCOYI6qoxVMxZ8TKLp8qpVgb//eOAh1bkybQoKwdsubNf
GeiFjv69owMAetziEbpfL3FZrhQllybCCj9qSsHfcmqAqmTpbnnuHxkZKrgQraE8F5aRjWuBHkor
GcRao75MNmX+DA7HbWvIhrVQCo6uZrjmJpTTrQ7nu4YgQsDu97axsYEtkCXNJDom0NlAoPhUjiTd
No2YTmPRNYeb9oENSeESgglyugw/14/wzvnRyOIHNNhXHr+wjGxUSjWks0LRd4q6LghP88DqXe8U
dJOmejwDeQX1Oq5+Xv+UhS0RWFsanholg0vNHIXVE0lc4M7uA8g8qWKtpLWwVG2AClyLNIy+LhHP
qzdlWm+7IIDdzVputPR4a0vHadUKSQCNpJ2/1eCRdhxIyHmtvLTweBvGEHfG+LE2oO2iNgdFX17h
hgF4XepD2ej6DCxsNbsHlLV9mMweqSIYtaJTf5Ag3d32ZGtuJ3iNzwB3ABtu2ngTdAyuNc5arF76
2VasLkCQ9KEPWkXQRYQ84Wen/3X9Vy/kjHZrOM94AR+GDLmJ213kwx9H+MTBGsFAKGvasbikW/Tw
T9dftjS/VsSGv1GSNXnRRkk2EhSTgIKAzZazc7W3UnlbAO9y2wSQoM5DeA2Y0ACZ4IMo/XSTZTre
VOBUvqiw4yeIHsqoStDxT8aUnetBqEPfwIY2EQlguXFlDkPgCpgYJU1wJ1AQ3hWcgi0bp2kD1fO0
+orIQOEFBd1TZEbJTpsi/HR9hBbm2e6w9jHMxpln2ottLbwQGpbu0Wrptrc9/TIvbzIKqCNmWJe8
jUAD3wZN+1063tfrj16YWrtVOISBSV3J+BmGfgePwpNwHn570KW/7fHW+gcYt4EgO1rbrDYdAhqw
QLDz28167QheiMx2458XagI2ESyPFPhsaMgiTd/AQWDj9enK4C+NkHUL6ICB6WBMAwKgy345DbBF
mnJnp9Am3l8fpIWGI7cBAPB4a8ER93CUoe65lZWE/j36NAdACguoqIcQhHSGYh8OZXZOyEQgsAxX
0esvXxpA+2jonMq0Yz9FIPEWMaS9vVddN9sp/nbb863YAR4M9I2aro3MiEIngW7xjqumgkxIGxz8
Jl/JBpY+w8r1hNsalXYAmuSQ/fWLTZwnOze/z+pm5QBaWAZ267SbTQZfwg532VhvVPWIjFtma8f/
Qviwhat46HS6yAGiyFBMn8BCkrFe2YELBwW/pE9vYkcw8BHeYnmN+aUCEpngwPdENHLjOGI+geEA
He8wHj+aLp9XKLNLX3OZozevbAH/yAIVhmdJ/PjZFXG6J/kQrnzQQt7HLxP05umsj3uHahmfwxG4
fMp2MX+BYhO0ReF1Nq8x4pe+4fL3N2+JoY/qzgyQmbmF2xdgiJA60nTlbr70cCsqMgXHG9h+eYgk
Hzwn/DM7we/ru21pcKzdHBIIYhTwb4tKzhzwFsUJ91p3C+kpiCjH+kMpbiNXcVvSKszKDOf13KB2
bh4k6+8GJ1jZy0vDY+3lwh2YF8qmBr4VcrFa0RjeGPnu+ggt7GNbyapvW1geVoCbw6NOANIT8ulB
1JWeNqVT/L3+joVgZItW6RBXKwh6xGeCaxXL2x1MRjYwRdgkaxKTS2+wdrXIq6ruGodEqQBvRrJt
l9FzAICoL39e/4b3oSLc1qZKUWyZ+ThCcVwZYCG1VyIoDe62miBWwAsCNyX3F9wFfsbdbTQRbiv1
OFMnYLQcl5Ezx2m4HTOlIaI4lOMtU098zzqK6sCYpHITde7rC/oF2aUPMTyY+K2piL07K3iBtXCn
otOq4157Hqp574VfiKq3LHmawy/X5+TdtUt8W5Imnet+ZLA+O5vsvnRxUZS/AA5fyXPe3XV4uJXn
lKNPWkDd1RnGPNVj58CDTaI6vzL27x5DeLq1YCHhNefFMJjzCK+rhH7NiLNNArLp/IMXH3C1W7lI
LH3FZWrexO0wgNhzOZbmXMM9YguxLx1J5OSH6xOw9HTr7EkFWGe9DGEkWhr9BL8N7wx98LVkeWH5
2JJeroEpHR1hRx244IM7Cg4IbQsf57mF7ECwRiNdWkTW4QN2kkmLeWrOMmGnms/FFiYjBSD946/r
g/Ru5MBUW2eQ8D0hGG5x55pCwG7KWsgYVMwv9pVm2U9wfcQ2aJufaoCUHWtSs0aSWVpi1vZmlYDu
cpkAvV3DRVEW/a+wa2BxNtfgWQkUpyGljXDmBDddy/Ch1nYf4oDAHw6u7KELZkRSB92+GWi9UqFb
WGs28MyDSFJRmEmeDSvht5i29V3TpMHp+iQtPd3a7cZAVUdDm/tc+1myb6E48MRDr1xBgL1/oyEg
EP13G3pBZ/zESP+OqfE3nMvGTVDxZzjdfSQQiYJvVnsXd8MDjHJ+4y67Bmd/N/vBW63Nj4pA4YRw
zzzHPCpgaCM0VHjZE53HExwEN9dHbmH//B/6TKQdnNe4hIAQS59GCXUQuBfBeDoN9JqEz9I7LrP2
JoolTUsGV4waDgufx/gAyb1N2JY3foAVAEBShTUPc5popMl8bCikM5LMqx6UyOnKK5ZWlxUC8qru
DddwiID064NOxF3os5XLBf3XFv2/Ri9m2d7nyitBUSnDcwXwgwMUa8meWAyy0saURf8MARi1beQs
tqBs1MfEg+wMygGdgrxE0u08UaTDRsHg+VhmHf0WuC3rH6a5QeGgd5VqT4Aelx8HpLPudqKy/A3x
yFptBMxCHxkFEgfuxTB4j0ulIgJwz6X50sFaPgiySHM4s80t1MSn2E22Yww7CAFfqRFkBOo96VJM
h2qW+tmNexmZ0s0eCt76Z0byBvgLdixaxT+UeZxty56Or8zl4WEaGM7jjJFPnULr353BKY09Dm1/
bxjSTzLNvAc9Kg+6GhQOAqQULwNsSLckrH6EWRL/5Bq+l9qFUYHLXPc4C4f8hl+o8zqahv0Q0Dg7
ZE7uDQeHO+ke5hLBR0IVrx8rno9wLWjG/mLIRh5dp64PFTjNZNt1DnLzPJMThQ5OUNzzxPWDbVLz
HiZ88SA+Z4lDIGvmwF1xDhP60OJI2CEya3C7gDzc5KLIWYQebnOpabB9rer6kadSwcY69M4c+p9P
8UTNQwxfsn08gTg0NBN/MGMQfoAfgriDKXkZdTk8rOI+4Z9aqNbtITCSRxCjY8cJqm7fIR5Xluhg
QXioyVH3k7wt7rKi1odYxtWv0gzuvg/hU+BDmuCOAI13NBAIOPozTU8MeL2fgefAai3lyb4gUB7d
w04b0sAGSGMGMYNXHnf1V9yqgIJylQHbe4Tuf6S7AfxepwOLjKIDiH8aE9Tbs+dAAP4Fm15Yg0tx
MYnhTSUyOCJMsG2sKyw+8A0PXqGdI+R+BjDlQJupRRwfqZ6RU8Kw8Y50MJnP22G6V+DVR41I0ke4
WcsTNE1gZO413s6tGUicuOgMXwLYkMLLiI4fEjUHhyEWoEmOlPkHlfEWjCawrHZQf02jvPTybQ07
8k2WVOAJCFfsDW6OB5QHk63PW1gmKQMjO3hiU3h79PEOLC1/6/Q5eXLaJNnXjoJhjJuO3zRslWBC
kqr7ESZc54bF5E5m9aC2ioC8ns5MGBgd+91BCDMeOCrY3zS8iXZNy3TUaF9BeLcO/4R53jyiZjSk
KNlCbwmn7KDhnzjC5G07NrC421TwFAMVfk6KZsNHrzhQGMyD8Sjm15nBRTqGNNiLgaj2I3wKYMX1
P86uqzdS32t/IiQwxoZbpmZIJj1bbtBmC802YJrh07/P/K7y8g+DlKuVspIHl+NyzlPYKKMCz5vh
FABTY+GQkO1OZal905REwq8HuO4KBJMDqdLymY0CnkRwItjgUlnsB6vPn6HhJaBjy2CNmSZPCYIQ
fFmfwzOscOAE7Vlwz0n+McY4Ht69xbewcxu3Ar4RcC+LOST7J9jHGDg+yTZXW6MdYPPkAH9oNvrJ
jeN2/t/MpYkdVZVhPvyNfPeQ2pDmDIIx2cLvxqfwmyFODF9uY4NM5dW/HcC8tj7sQGAckqldVsAG
Bbiqbn8JLTjb6gAodehi0QqebOX7mAOWa3qTwc+ZahA+WY28XJn+jWFH8SO3g+klnfLyKGk1/DWs
se+YL8i7hOgm+JalgqcfVE7TTk73ArihzejWFbSEnOAuy9P8kAR+s5/iqcaLNIU7LezpTXsHLKcT
Dl5DjrHnQ+y4EDHfO3Vli9A1sPGAEVpVvxNYIbIbC//AVDYwKM4neQ/PgWwgxV0Lch8sxaYBqDXY
mrU0cjmKQyu3ooVz938wRN3olBbv6ogN7RDayjdbGM7CSUeK9PCl68McOak1p3nalnVUlMkeKI2o
4mMEga+vvVDmuEnuJjzoARWFOGXsAhrqHWgP5s/1b194oMzxkp5beNjE4yry7ZcM6woOf9vWZLAy
U1+7OMzRki7kzjQXSR1xmG23QXAXeP5K0m1hbucqgUkgIXiWj/HJa+ADAwZEC6wnwzSskroWhmcO
H0fGPm6NUjFSJuZA6/i9B8l3A6+637HQa8pDC1erOYQc9gbwooq7JoJT84NPYfAzmpURWrg+z4UC
KdRjrZLKOtL9ZrzTcPzIt7g68353ffksffrset7K3LKmCt4eppK/CflHC/Z8veWFuZ3LAdLeVnbT
0zpSXhaWXb5JbZDUrbWH3tLEXjr08TpuS+LjZMGqFO5j0UxHL5P7uBl/uVWycq1dGpvZpVyncFIe
aFxHVvvdy164er8+Mkvtzm7i5RjIBgqydVTV06MJzJvTJk/Xm14aldk9vB+QR3WgqhFp0LuJfytS
eROIczWMK+tlaVZn7+u2LCCfBYf7CNfk3H+R/GC8h+vfvjAsc4k/3VWpBxf6OgrIP1U/kzUe8sKY
zHG0Jc6oJrFyHQ38GQmBPTTItmUbHzzAg7/25bOXNQ54yyoGp446PNpD6PyTsMuLlVXI/oNmfvK4
mgNddVcPSQcfrps27q09CIPJmxGlfwS3Pd8PTlLsmooYuJWlpbOZvDx9zEvYBgPgWcCjCnr3cNIK
lIn8Om4fLHBd9tBKcu57lvAfkJ0Vv1yYKtwVYGq9TFUq4YyIxHLVm/ROItV7zkxX7kD5nw5uo6dT
T7R7l/FmSkIX+DASTkpVUBHoeufvWFrQmcitfzIbxvcKRMBtW8DPfmsbfyjBa6QUPnjMhzku6yBq
nYOJdLln+R3He1eomylTw01bu0Rsqskx5zQlub8xga4wbcyON5BonHZq4voQGDfd+xOFizFpa4Dr
obqHthVwudTtIXcAZO4WXgxml4DI0QjbgiE6Xpgds6AemU/8fXKFuR1jA5sBBg13p5/6OnQSA9wt
HJYhMs2G4g5Fj+mH5njZod5fsbDqpTymPVTIDihtuj8hGA41ZuT9zV5kNZ4gQZbbYVyJBjIOSXxO
xyw45KOTP02QcN46fltYYcDz9K5BrF5s6SQsH1Ez/wnFVlh9tYIf8xRujolXw2vYT/vfHnyL9zAo
dZA3M+JlxI1z60xJACPn0T3hWe3+dlwrj4JggDIFvJK3tU4Y2Mu5onuR1gLv2HaAQLjDJ2iDW3Gy
EbwaN+lY/s3wBv41QjvtBEgMfZLMro5eGtCNbZHsR84AKyHa4m/gqw9wem2ydivQo60nM9yreQ8A
Lv4aKkhywpW28w4FT/izB1cOXHSy6ugrA+b84Fg+zFdrmv7qIHJ2OX/97zVpUj9MKwblRatX/ZnG
uTrAnBW1XD1A8Rzy7ec4K+MjLNT4TTVCE3lrYg+JURFrN8Jn5vALgyOtvYNRryw3VckHteNJAXkK
7RcqwsGpT8zzzKMxSbebnGLaF7muYTFBWt2GZUCbH8ShkKctWh184wipPiQI3rfAKHbPA43j1vHE
z3yyg38t1ER+j8hY3iMNmMuQcFK9slqZF0facGcDZ3cSe8/1GWTpOcWDp9NVCCxoc0Z2pDl13mUF
TJ6CtoMbPHQlsyFiDj+QHlz6vSi4s/M0bIRDrt0RjvGDtW/UWB3tPq63iubi5EoKyGHJjIX3q1uc
tA9oC3V0tldaA0+JVxr8wGIPuYlaHzlv29v+4lLMHFPjVeWZgxdP+U4GNZQ2NLs8MqC1osYWD3LI
otwqAtEVl9vDQRstjrou6Hb0NFy0Yb74HW68cLRISuVs+7GEHqrdmP4xh5INpLKn9vHyrHjATjWh
4u+M27rN4aYMYRRoMNYB7NJ90SrIEcT5E+OD10MvjY0H38nscpMmfg1FGDLsTTw1d8ppxA1ehP5L
irf/Hix28yeh2HLwkunCZmAW2jUtvJWbqnpNfe79FKqn277M+ztpM74jXAINaLUJ0BumjjHl0rj1
o/RHqAUXLmxRIbcMpTnLYVC+60CSQqVrBN2I+iGMxuUJtnfTBugC67HufAFPP0v7B7jbT7+IPYgj
rDfJPnYF/a7lIN/hQpzvBDa8QxHY03ORxvGbPfH8pncgVafSwKuQbKDiNoPX7COBheg5g2HzQ1pm
/baAKOPR9IU5xTamt85Zci/ttD8C5gI1ezJaRxuQNThpJ+zdt0wbTv3U/hJFOoVx5tpJONU12yQx
vPN4WeW7sbHLV1Ts4HPYuTrfqNJPThK79b6irn1XEIVVbg94vVJrlLvKqHif5276Ksd4Av/IM+D+
GFeEo10PuBr+51YIxbQOGdsayj5Q06qSIyTh9QYSyS++04HkDUNxbOg25HxoE9+UnAYPfgm/hBBE
O+2Fyhf1XkNXA7Y9uXnQoP6EeFyP50Cw4i4PbCO31HC6H6irkWlhKbhTNqZlSOitDaP3lzi2xUsn
gKVz4IC2ZQHJXqndioPHEhiVALl/57R28iiHLNtLpYPm0JBSfrMa+IRtPAQflNgo8hJU6EOMGuZv
mI52yNvRBj7rmhwB+YFbeokQIFIVGyFjdlQNQGt2ZvUHzG4dZlYGYLoD6z3R4y4rMhGT0PXhFd41
sHYNuawBch1kh0znwN/yHvtJll/S+YpCnzKnTn0LHlT/baiYwQ0qhupQCTTDaFiyKUGg/VZRe9g5
HfwH/MRih4E1yXcZj8Wtw7v00MZl/1Rl0t0mcK86Doa1WxvS/CFcvKFSokhzgmKViCxKAMXgxB93
jBZ0H8tg2hQXaadLRtXZw4+33fTZIE5DatwNXObjwxAQEB5K7C1WML07DUt+gqlldiWxvB3+M4YN
MxAkAD9prCvtbz3ewXccd6l7CEwhV9vYlv6TCjUc20R7bzh/SBSryoX2eI9dZI8Kx4tjmXqXxHZF
tsrkcEniRSoeinYw+xIM+1tk2UHljnsikKyr21+ID/q98ZGfnQZHbyEcWj3VQ0Nu4kzCpsImQCE6
etwGsTs+oXxyhLuPOOC21GPl1PQWsUsfoE/EfrfI821LPDh3vCirIxKO/X0g3PqYx7G7UW5aHczY
+PBDJeNeS886p5VFNnHRWmdcTJ0jxKEmWJeb5r72q/ghy3PrGU6+9WubwSyjM60CK6V6SIVAJhX+
NlscDdnBpqq5HOvdbQ4r3b3BkjzSBvporhP3WyfGsa5p1tyKoPZ/QGpKZ1uWGnkrHBXctT3r8HDK
u70ZrfYP5LVhQ5ew7KFwiHc/wUt4T5A7f6vLUv6C364Twi+q2I2QKtvLtHAfQRN1HnleQB9zIPnf
EQrMsEQXftQ27Mkr6nxXJTQ7lL4ub5OROM+uU1l/YrcUz72RsEuGA4fZa+w05yAr+X0rHOiIUKf7
Ba9b8o93Pjmhw2Zn67i6SfOYPiFZEByCaRxfaQPOLDOE/uk9Nf4A5tzZ+a2O9yhFKWjFVOQOrnfs
t4rb4s7r1fSaIBmboLCm+ue8hz591av2H455CGACayx+5VlTPfYZA3UJs0ueWGEDlTpIGMWFTZEg
dRjAJcuGt2ol3B2FsfwQJn2skDgqK5hYcdIg7+VQdU7xVj+3ugjOSlrd7VhQsgN103qtDfRrBgBe
6nAC5BWpwIHJrXR5d4LaUwedWpFyAI+YP2w7eIy8goJZYq2X1U1Ry2abNl7/gKJFGir4QeaHzLKR
9BTkzbFhUKMMVG59t/QPsFiWm7ERzqPqjbiDEpl7aISLkysv3VswLuCurvzknJERFRLgGA689b2H
gsTFa2IEBVyP6X6X0MHbBdrqtzic3V89dTlOEA5lPINE8VGbMngYWtvdFsSiSNebctxh/II/cZrz
Z+StzaUc0+48RpzbvAOVP4S+Bji+fWB/97MWDCUB8bsgIOTGb5hz04s2JZg8KGoSlST3RWZLHQrt
G9RWYmdbZUZtLcejT94AjYMdQTr9Pus4Owfati9W9cMua5tuV8Y0uS9TLztbzMr2U97xP1bmliFS
2bDlxuZA721tbSkE1kKAK/MHjgvnucez/G9jjyIAihgO4vDEbm+8EblimHyAxxhX2twluOo9Ctjj
bVVtFY+NFRC6TXGrwh7fwge4Hw8ud9mBxMo/uHSsH5GuoC8kh+eiKLxpl9OqO4waRSVTSwK2vmfh
2u6k1d+uMvQhg5H7pu469jRC/w9m14mbeVtaBvkKBPTzdzab8w8JrEm8JCbwcxdy04zfURsMsZiu
v1eXGp8Vmt3BsZsUVp8RiyEIUZ6U/tPnK2Xmz1/bbE5Da5AAHi2DtlusQ2z9G5eHfrLt2jXfxs/T
BGxORCtLYkMLKqgjeKKd/DS952aN3bvU9GW8PuSUal3ZNNYW8sDBGcc+XiArubClhi9//9DwNDU0
MBbAZ8y2Tt3kvVYyW0kmfZ4gZMEsSZXVNUoL0A48FRY9QSv7WxGLW9QKRBiM7ksd5ytdWFozs6SV
D+FocLdSHSFJswWSYOOyM6y8ry/IpUUzS1shPxvgbQjBoAw3zYEA5WT9KEt/M9nJ7vovLH3+LG81
lj1UdtKLuITC+9EFF6At9P1g92vssM8tFhw2J551FgzndY86RRuHcocHVLFJt/KV/eAbSFriujqu
JYSwaP43HcTmPLTYbmBN2ag6Eg3MoKuwwAPJs7AdiS9xPdGVWT4rswRcI3miI9/DNq07qHuT0CFT
WKzBSRdWrX9ZCB8Com38Qfk1MmYxh5x76SYnleljXtrd1h64CXmGZM6XZn7OSZOycHk1APeQw595
7O8FDNULuSJwv7Cs5iQ02bV2PtpIz9fxs6KoEnsN5Bq/hG/HPMxi2258a3Qsdkmht1sr+8YoxGms
NU/JhU1prpJcpjq3BKx0To3f7Sxc0htg9K+P+X+Vj8/W6CzclB3jjo58402uG6RQkOyetqkp+iFM
nd776WvB3qYghoaqEFqep1ZleDGK8QYK8izbxRToCEFIgzvtYP0xEkX8FPg1iP8AbZE2w5pgxMLG
MyesEye3TSE6F44jkBgpNhk2hxH4Cka+VL1kc0XkmpAKhX7fOcVQe7pNCph6VRZsO+rMMiuDvdSH
WbTKhFBZdKV3mkp7Uw43ChroDXfxBFm5iyz9wCxYY9sjcDN1CVzUk9Av/ojgIRnrUFgrY7SwEOc8
QpFzH0LChp40Ryojd8Uxq+XK8bgQoHx28vIMzLgJNsWnPH1qym4zBPdjo1a2lqUPn8Vn3zQutwY2
YfPqH0GgfqTIdF2PoKWmZ8etlHAXTzpk0pLB/wZqOdyg5PZrTc8OW7dz+WCqlpzwboYoNEw4Mu38
ut720nDP4r6poffBbYI3YTeEUP6AyDFWzZek3xw2J5b1bpvglY+Fggw+DCG3FVIVWf+s4rUJXfh8
NrsYQws3awxEvU9IFYSSYY07Pxq2MjYLZ96cUQZHUCBq4o6ecK2H2zKFYNQk+5eA0VPpqX+6WLXw
WVg8c+ZjguzESH0HFgjxL2A8NrFcu3wvbAXsMnAfzu2JZ8gXQtD8BHRtu0fJSB4DPI/unR6vUJnF
Ml/Z1JZm4tK1jz80jUVgjalzIr4fbMDF6jeuk37nVrD/0kpls9jNBk/JitTkhHrpxvgvbDqbcu38
WxqmWfR2ScW7imlyaqqNZhfb+u95zcK6ZF/bkudyqGAnch8puxFQYRVs4Qe6U7G3x932VaMG8sU5
mAVzqaREngrBnPhy0wYTZL7+BFO8ssMthMOcvIdc7pTX0M4+2eptrJHQOqp878GyHBWklQ4sTMOc
wtcKy0ADPSAn2buokSbbUqd73f3GA/WLnZidvRTpitoPwPOJW9yfkpcgT+5T8Q+mX5uar9p0LgTD
f/4+H4KhcVXXa1B2byqrwN2Y9u4pCLL6lLq8fi2UJI+phARzOHLYpgELNOysPEW9TSlkc5CHBzSs
KKAEPeX2cAsCjHNTFlBTtICO3uhLKStEMFBA33oxARvGa6Ql23prA7m06aquuhWQQhBhN1TNLTRH
ynPeO8XGLz3vCWlstuNDP24EadM3XHA65DPBMB7CukjbG2qKYgs34tYLnYF0J2Bke4xQqU4dT/3u
iPIj8rGdpEevTNs3Bpv5lWfS0vqabVVO6kM83skJCjkFgJPFvlMtyIjD9xKgRN3rlXzH0tzMNirH
hT4UfIWqSOtjjexsDmYDYKQrK3hhJ/dmuxRyfaSHJHUVeRU+2lV7U7Lt9Q1wqenZHuVOxvhIYYMe
n8B73QunNRmEpRGZ3S/aLCtiBkpBlBY/oQyxpaiUtvTb9a9eany2J9VySJMOusVRDKcGkmW7ir8w
b01Dc6H1ORGxn6YANXUxndo+skywtbq3FPKN1z/dWRjxOQUR8oxjlvmTf5O5BayxcpCX9wxuETvJ
IULpFW0VBTJA4rjwcbPZ+LGudxKGjRsCE9VzF7TBvkpHMBc9a9Ui7PNcAp3tX7ULzH2dD/ZpSqaf
osjBCantg4Ua8coCXhrRy9b8YesiQHi7JcUWDKPbXZM9g/mzrZq/10d0aUAvP/qhccez46S8XNck
V8fadX95TfXva01ffvJD09Dx0JxkDTlBsHUTpw9OtzYiSx89C2k/US21eoxIbJsxhM4iLEJMsHIe
LZx4dBbUXe83cKK5XJt4+Qaw/yuMjA+5D1GqHKTy60OzNKWz+O60zRQFHOjUERo2+R1YEKEp1qhw
C9v2nK8ZCwY0LuyDTmP9Lia6q8jvWF/cs9jOylYmd2GU5pzNHMjw1AeS6OTzZ+3/LJoACq1642Xd
zfUhWujEnLcZu9IFI4ZA+aAu6l+ezegxU7Ydb2GrhVxLXnQOaj3cvF//uYUZmRM526lq/LbN7ROs
wyO78GCeY46sWFGLWFiw7mUUP4SCYwGx70uBRxHtQ+X9dOhKw0ufPQtfCjA5dKIa5zQaj+9RcYm8
xjyk2loTKFr6gXkQW7CpyGRpnzK/P05ZdzFd8u8zx9lfH/elaZ6FspdPcNYuJ8jt9eVdj9tUWDvu
c9ngMefm75yRr11l3FlUq5YVQZoiJlroUOzSStzxnB+mUbthGlgnBiGU6x1aGrBZaI9d3qvCs6YT
rChgImR78T6wAr7zhKSHr/3E7ABP85IUU9wmUSmGk8XpN9HHPzP2NSbg/1gDyGBwpJcmA9xrqxMS
b1swz14BRF7Z+/4b8k8Sm3MfAFSRSzuvY2x+FMSZpLH6fQa84i5vWzA8BoADy3ASJv/FG+NEeBVX
rw5ux5Bx0ckB/LtMhsgYddsK+lbVJu1L5BkArj+aUgUBdIIhAbeBFahzZ8lkBP7SSlGtkFZ7X7jU
/qZ8kr5Nkzf9TbKu3LtdPzyCOUxOngOcUk6qHjb1BIC7qR+HP9cnbGGRzxH0ehDAlcZuffL1CK9F
2d4Vuf/gBe0+H/p/3E1XfueSY/lkZOcg+pa4PAXIpD6Z0voRS0B7en2TGvEgZbBhlfk+UL4yiws7
2hxUDzAkgDdVrEFyI1sQopLQEWsi40ttz3fLwdTYFDx9CqYOzpO+DXdG+NJfn4uF+Jxj6kdJJdQY
IDYAet/OjZufRgx7O4M+3RfaJx69dOrDVp+ChE6A31RRAVSYqk+8S3Ypf7je+Kcjg8Znu6Xl9FnS
MKGjnhS3OcnhaeX8/lrTsw2yC6CeA0F6uE+4sITlb6P6CuEb3zzbEDNo8MocNoxglbLQN+c6eb3+
xZ9eQdDwbBs0Q28X0F5kJ9KzN6kTEXodaGIKwDx70GuypwtDPr/ogBLBsxIct8iKxYZlIGwNF3jI
9S4sNT5LlqKirbjVoiLcwOYvTC3nX5er3fW2P9UrIN78RlMCQys6C3qnEOHaTIV3poV1AOPvVnXu
GRJc2440+yphXzmU8HOzoO2rguZWDdRLVd35sGpP3H8FkK7X+/Jp0KLxy98/BFUQA5loO1ASg5cd
iiZ8w4FxsYYvqiLNFSqsytODXfoy8lwMiQIsBmSkfuXbF5apO4tZClL6CIkI7+QAwSiBc3H+eQ34
KmsLdKn9WeDmtq2ItHUJ65BzyevQgAfqP9nd17Ycdxa+40hBM4CFYgSCQxbaI//jgf11fVqXPn0W
wdLz3MmmORSR8gpVKw+IJmDK8tAHsWGfwRji+s84l2/9n3MRyrKXEPmwfGSWmVzZqF+j5A/FNokz
H7TLLDnQzFeHoVXQ6A/GIbJKQkDscIp7z5E58niWnW+vf8NCpM8vPV1Xlm6LkDy1lnzKL+jIsn35
WtOXW8eH3okUdJKCQYfesY0C4GbYWMCXr6zeT68UGLpZWNOuN0E2AFYyZgnwyWBS0+khMz/Y+Oxl
UFqFX8fKLy3E+FyAQmStaT2fQj2MaoNcObjJdg0yMszMv1TmRWcuk/NxpCZgEu2R0FPgQXTYlqEB
4o41L656uj4VS32YxTqgN2mjShxJYBHjofRtAhLVGdZ2waW5mEU6U/bk1LSFClpOyn0yOs0+RaX6
KAStoaUIc9otQMjZjcC7+M/XOjSL/qFLbaFadKiiuwEUjwngImGG7fXWlzo0i39PF/FoYhTvLKHu
RptGBXhZoymASYZprgUYa9d0zsqPLczN/BKe1YklYhvC+lSYAOGfnHOe3Tp58qVEIIGpyP9fXVC6
7ETA0Zs4Fgfc0m7tRkMi4Is7yPzGbdrBMRW5OFKWcI4N/D2g5sfr87A0NLMgR/l9cAYfcKi6haYI
Hzfd+Bx4X6qBYVwuv/oh6nwguHGJnxB1k9gRmCXkqt9OxYoy1sIZ8l+m+EPrvJ3aSgqIDtbyIMhT
F/xFiaTJ1z5+qflZRI9+XHMvwMeT/AalvEcGuYjx4s0sX7429rOgNk6rGQVeK9J2d2CMvY3IJYel
3dxcb59ilD85+/47Ez+MT5mOUEosbQeHG4QHBg6hBD9du2MuLZxZAINtEMejXfGIp+JeTm4cwrt4
Iy/88Otf/3nCn3hzRuto+U0TiFRFzED/hsNb6oxy0QTXYBwSDXWDsPFZEEGdy0AsgySvMtX+vRCd
ueVcynvWNvlOOzByWDmmPl8QdO6xMOIVYwAYp1E5ll4IT83fprIf8p6f7QLZsevdXvqRy2R+mDQt
BQqPTuNFtYQ3eXJvxqdM+tBn/369/YV5m/N5E5ZC+hoHYGRbl9T8n6FothwOfddb//zrPXt2IeGX
9CMeNBS62iyU0NPxAaAA5Du0iLcyQAureq5o4SMzzJIkoFHrTZvM2Q7V2jGx9PGz3cqbWFroGh/P
2FbSH3UBRbf3cq1iv9T6bGKhWdvLAjI2kWLvVL+WBNSu+qnwVjANS8My261gTO4ndRyzCFJYqBbL
vgqBglo5JZa+fbZTeQoltJRcRmaQYRffWlC87vxftdevbFVLq3J22UAwg4Pi5rgGMLkpqLtxynMi
15bMp0k47CTzvYo0fuDWI4mcEuwjWr1D7gys4wA0H5tBHT/u2pUj6XLg/++WS+fEAxtsF0uDrxcF
IPpAPQMk7xcPvLAeOjw0+9XYa3WwzweMzs1wap3V9oANKfJAZa8HaBrBjmpLu0nurkfy5+uJzpkI
fiFyU6foia1SmLw9p9nKBvT5ZNA5A6EaRZIiuc+iHtbzN0FZgx40ynE3iRqoe6g3gpTpFSu9WJqP
WVQUTYxsuVcCi43i9D5mBZSAFPCvY4XCpOA5ycI+8YtjOqXBw/WBW+jfvChsO3xwRiGdqBFHp1MH
RZNjpd+l7J6LaiUeFyZnLmWbeFPmtBUA4LrNbJB04js9qbUq6NLSmgV7Rzpm4z3Jo8pqw6Zkxxhy
7dRbuyt/rqRI6Nwtxy9cXQyoXUQcgdGKMtT2oQJqaUgg3EmsMKH3Qa5B4F5Dgy7cJGgwi//cZTSm
MPuLSAYmHH/PpvcKXqimvrPzN7f5bfsPKvtm1/cG96/Ge2rx2L2+GP7zD/1kQ5jzGoQyoJwpeLpU
pN2kWr4xxwkLEFjgtJwcUekMmdXeGJ0eALD5a/xp2KY9e7HT5CZzvH2n9c6p+ZeEEgmdkx9o21ng
jdVOFGcwlR6peiyy8oYDk3S9uwvrck596G0DuYtCeVHq2FHcukcgnV+/1vTlaPpwL5KB3XppzFGh
rfQmN3nIqzXyyeenG51zHAZokqW1bJ1IwNIk97ONpW+9vgih77tyZ/kvFfrZMrgM2Ievb0E5rjxs
dVFOXXOX6qY4QIwaaphtDHEAkPo3Y6Wto0b9oAxr7ZRHCzaq91CSo0dnYGabaGhegWWp043IwdMF
mNcHRHgc/gUTPAEnHmTw50jtZ+U79tuEQtM7cyyoKgxlm3zXdTBFxGTpDxf2S48ZGOcmbGsy3EK+
je2BkrbOicMtCCjE2V0lWf4S5wwS30b5UPz72gzOzvhAZlMJm9U2soIaUmxZFCT07/WmP6cPYWHP
IrylHOmCTlaRKOv+T6yotU8gfnE0Nm9+g9nvnc0oPLUZszJ9gN6e6UPkm+IHgNuHw9B0oKtd/5KF
zXNOOnF62uRAj2D1NyXgQG7xJlv27DvuWsJ66Qdmu7OwO58q7XsR6CebpDIbpaZNaz1d//yFw2vO
6Gi9JgDwdoTMqbLcu6aoKMR4ILn0UPZe/yqoFqhrd5AE/drPXY7tD2FhyVHkDuCNUSzabo/86E2j
IFZomHkA+PJMh3rldvx5RYTyS38//BB8qYMhgM5PVHQudPYSqAKdPVGQrVZVA0X7xgNgk4LUz8se
iiK216drR8DC7jJHxcU6Z+XkxXZE4WW00RU5khLuec5Y/jbNGo5y6UdmAynysraGQjtREX/rgHLN
xSNFLb0hv69P1MKqm/thTQWH+gaETSKc22+ZRUacX8FkV5Ak8/jXQmdOZIEwhxJNXlTRmI5vWQJl
9alP842bJs7KLywcT3M6C/B6bl0YSiLL9c7Cq/7A83FNq3thBvjsphl7QW0XmRyiuil/S+hOhiX8
GCFKQb4PdvV4fRqWOjAL/iLVqLXxtIfIV3KfjeV+ApX0etNLETLbnZ1usobYhV0V3KT2XQb+PeO3
6Wg2XYYsypBtUDkPXbY2XEsLarZhT2Ufl6mbQy5XlbeuGh9aRd+TWKzddBamY052AcrHVm1SuVGc
jAEwJTboaUaWwc6/nLNi0rTdXh+4hSfG3ONBCZVCOHlikZIwJ+9JfNdCvjYI+l3mJVC8MulPNlTv
139soVvzUiv3aUZsDfc1zm7c5gVSvjsb/s/CfEkQk9B5uXUwTQVgOl76FSDTpJEH1b8G/Y3k9cpL
f6EHc5KQZEw0noTy4DSdVXlHx/Ip7djRid2V+ViIkTlRyIYGF+RXAaBm8TfGH8phLR+8MNFzXtBo
l5AYoyWJxnLYi9F6h6gBFIQG/7aFIKY7VT+ZVazM81InLmHz4bwS00Ab1qU06rLpjsLdJXRMc7y+
hv4rPH5yGZ07pEFHBRLp0NiOkonUzzUx/oPrFv5D3vrmFSaU3jboJv0vqSpvm7FAhe1F2bcthJWh
eMIgGWJb1Nnylie7AS7b+9KV1Z4UJICPoUTOj3fqaA0u+KgV9R+JN4wnSFYNW9PW/gHSvhDmSpru
TpYckmQ9W9NoX7i8eJfB/DBoCkh/uxDeEPkZ0sEIv6J+gK9v98NnajibKkZ1qVXycH0YF3awObnA
saiWDgSpoypIjmJotwToGTzbvtb6bKcfJeRY3AwKQNYgH70aPlpJcFdI/eNrzc92+6qofcGcFmUf
JPSqSm6T/rts1wwol4ZmtrnD91MO8DAco6RuihBydveuob/h1iRXDqtPNxHcnS9//zDTFo8LzgbL
PWX1O+uKUHEOOROxTcgakPrTLuAXZgE49T0qlDgl4LQ7gSJGKw1/tMzeK8HXcuWfLlf8xGy59o3d
24BvuifVFlHGzz67IYBsw84j1PFKrC/9xvxW8n+cnclypDq3hZ+ICETPFMjGiduyXT7+J0RVuQok
etTQPP1dWXfio5MkEZ46HJCo2ZK29vpW7mH8mK59Aje7hYCnLMfEb6ry2+yB+NcqyJaUMrYqbdca
TRu0YhlaVwSkTYeuPUkpd6Hy7oxxK3Ct9bo2aCsL+J/SBIUiGKw+zqowv13guLNDX82HuW2rjZm9
9h5t+JYe6uHgYG6dZI+kIezZXubAeOSFQW9NVA1cn4GXe+b/vSA+DWGvRgoU0Hf7NObuDDx7cQPb
kA9T+Ac59m8+G/bX33O5Tyw9UexVclZygeYt7+Rvy7TiumQ/RsV/fO3x58/79Bmz0TmQouG82wF2
HhQzMqt3lHxcf/jFVRDnQG2aN0VfQi8xNak5qVPZFkcjz5Lrj15rFm1+92NYtq6J5jcL8W7k5hz7
5fKe8XHrMmntBdrshglpn/GSm6mtkOHpvgkuIuZv5NnWHq5Na3BsWo+59pSS/N4CZhV4vH21mbRc
G5raNIYvRcHmpW1T4GzlEdkA8xsolO0tKbmT2DSs9kFLna1CyMuzzdLTwQx1JuVkucFpCccPblm3
FispKsLsdz9buuh6d6+9RJvStiUp7/1pQOKz2XezGUaFV6Vwt/jlIi18/R0ro1VP9UJE0guuUC4H
aMI9KdVLQ8kGx3ylv/W8bRVw122BCzzRwovAZ43K2owW9/n6D7+ckSeWnrYFuA6nJaLM1IA7T+9Z
5clx5CEPzA9gbeOhIid/kbssnH/O1Vb9wEqP6AybkJYsh3XAkjL352hZCSik0cCqo+W+bnzVeTL8
Z5uLrzo35qfQZOGOr3JmhHFjAcE+NFR+hItM/wLgvLyHqGt4bhaDnICetQ996JkvU7NYkLFb5nfT
aKpHOZlbhdAXjw74KVowAK904AuSD6koptiFOwX1xmgcxghw4juS/ZbhRlhba1UtMPgVZVbTjuRk
q6WBhtjbebZ4zebxLfO7LW/XtZdo8QH1ym4xOVAeCUlnF4cBL3xg4+AeoNqoE4ELjX7jc9bGvbbi
A75sBRRFFinJrBFSAJXMdv5uueIru2z0ixYWOPe51ZuEnKBLAe8TV+cfTQOUaN4M9a/rw3AlKvwn
owo3nVnKxj4Nbf8xwFGpM8Nv1x8dXh7gOh3HGKBKL7oa9s3dVEXOeL4+M2PcwDz4InsibQBfFvXb
VuXj9fetrAt6EtWr7bnl2bycnal9DwRgOcVB8MDtDmzst6+94zzmPk1at6kMaODL8DT6c5JJFx5S
NLK8P3QMI3Az99ffsjKu9FTj6Lut2cD5/cSc5cbImyrC7u4N/Okgvv4C6zwXLgQfPdU4wdt8qkcX
hlrTZJKk6JBBY9xqXousWGBG3RhOJGwpu6RBThKH66Z4kAWxHyeYJpaR3w7gkLq9e2rBjUvDrHGf
Q89zB2jwy+Z/vi/LhzzMKhZ7M1C/Da5/UhiFQwhx/fevjFo9fTZajVG7SpgwPGZ3VSESuxw25vTa
o88x8lMPQ75FXM9U0AbPnnygJWF7XjC6UfC99nRtPxowQUYY5sEKDhj2GyH98R4kg2xjBqxEPj3J
69RdN3BzEmkLxGww1yNQUfldXpAXG6Y/G2Nn5RN8LbxmKqxHLiDSh4hD3M+F46FQmW2tEGtDXwup
5TwRHkwgTEorvMmD7AUXLqd8ka/XB87fmtRLA18LqQPsAw0L1HHUcrfmsa/qIqHgkuxJ4/8hQ073
RtmRfTlIuICxyr4pms45OlNmwJKg/ygdmiV5WDKAcdTw5Iad/dKCRrwRMVfWYf0uxizbEnK8YTq1
nULhYE7Bwu9f6sl5gm4lYYDbJ82I3ef1tlhpaj1hGJ6Nl7g/t2nL7VvBvI+x7o6t320cAlYGo3d+
7aeJ1M9UQb5imSccim9zYGDC7yjPgtnf1nXJ2u8/D9BPLyB52wMVvNinAGiTH6CpNycORubJHs8X
5dfbaO0jtA0LLOgrSDJGntbGrcfaJ5PcgqhyAABoYzatLFqeNptyTitqVR5UxvN8lN6zH/gxNQNc
K9WJr9Tha5+hzSrJl6aEXto6Uai4cNwjJ3wVUMyVOvnDvLE2rvWHNrVcCsnMmMFDc+Hqkdv8YIbN
vqnLjUVxJe7oSCErkCMSp3I+KeViG16mvB1215tnpRN0lFATLEUREg7nBtgv89L95XH4VQO7/Lue
vSqWTvB6/UVr6657/gWfxuwMGHINpWSbWv8T/0x777SfbuQBBS/YPv70Xpxn7yF/NG+z1Do+V3fF
6xZIdqVv/gMZWqSh5gbvNeqXPuzjMoB33ZZ56lrPnF/66aOo5U+l33KZ5pK9l6P7TowtZtvao7U5
LkM/b3IbKZYBKI3Fo98C74sUMmj3/v2zUVpkMlKgmIAzWe8KQv5USwd+ui83htVK8HC1uc0GswiY
UY8nFzqVe5bZyzezLOekmRf7LZ+9eSOGrL1Hm91KzX5r0KGH+WuZhhVI3zCbBit83xTGRvJgbfxo
c9us7doyZ4Z+GHjs1PX3we5eGAMj5PrEWFuXdXxOOIWw+pINdhWO+idzGOgBf1w4INFsue9hSG9Y
sJP15GmEsU7sQb45BW7sGyoSZgfNJQxmaRmDafW1YKNXSeaoQJ9g3tWleTmeBs8+ZMu0MSpWmlIv
jiQVF3YbYocDi6aHxq0fzdzYWdT+cb0l1x5//vunyZg7Oe7m5CLTRjQs9on9OtdLC2n/1lBYCZa6
jLxsQrhPZDVm+4wCsFskVY+hncHCqIDfSJ587Su0uYlyMljctiiYmhv5AYFk2tvLwyyqLenrSlzR
UToKZrTEcgzsw1m/t6shctnXCkjxFG06tsiaL/0yyBSlNb8QF9M6NF5z2x5iIctdL+YnOxcvQ0P2
bb3pUrbW7doEBU5eOV0N3USwtDugXG9nXh89Z2szt9JeutacsRxesTjQpR0MLkXoy9gI5dcgzpYO
1FGTbS/jLGQ6s7cGpTue/8tSGxN5JQmha83zsoQdgYeFr+xG3MDNVUd/Yqk3Yy9cyC/uiOLBHL3x
1e4ViGAwTd147+WSP2LppRCKACBTLEOX9iWHgcIDFfcwlUD2GDwKk+xtZ7mnXXVqkTQQ7QPJvpjL
0yskZoMIeLR08DWcOIuKLOr6eKnUDoYhUbfA2XXcSE6txAFdmk79wK6KpWlTPvnmaw4X8ES5hv2r
qTloxSw3YtL0W2iWleGtS9WXDHkwW/pduoyp09DYy0UU8GWjs9aeri3UvYWs2nx+upjemNPGObJt
4eYW30PkvXDk1HXqEvfX8NLA0obl2f1hAKF7trP0/sDhiCXWUhcbHbL2FVoIqGCjbk014s5ohSCG
NoBOUMB9so3z3EoI0KXqVHXwQulpky4GvzHFtC9ta+P+YO3RWs7FzoFRbSu7TkOkmVTTviuffqWy
kliWtuEuKZm8okJclCgN2Y9LkJiWF+GoQm7zBe5fyjcO0xK6u8APviR+wTvPA+HTEuxmuJwfAQlI
SWXYsI+XfzhlIGwqe6uUZGVI6Yr0rJ5FY6HqJW0F6iP6dl/5d2IKTplnb2zIVgaTLki3WeHZwUxG
CAO+9WEeZeHRc7c4Tit5Dktb3d0FRIvS5nVqNP+bOKCnrowdx4jZ8Opb7iGwNmbE2rjS5rWsQMwb
qhDvcUk8D9VN4Nkbiby/w/7CrLa0VR5eNpMp4N+Xho4UiSQmi8PCtuHTSKAOb8EKizLGpzu/9+0j
gErZfqpy5w32WgLMvtGL4H0OyzCe11FDautPxTIOCCtU7CN15ueM5vZ7aBH7aW4qcQtbLwneXN3s
QFKCGwQt4d0AL7X9qCZ29t+rXpGE5Y/Xd19r/aNFEt66PkMySqZZWc0oGir2vcvjzBnffQ5JV0ng
WD99jSpu6ep3tdi0nuYFbBBIhIYMpGlxrFmbXP+UlVVKl74HPeJ5nRUyNc/YxCGFqCCCoUqSV3dd
a20cwFbGmS6An2EPIo0GLxH8XRT7jm6V+az9ei2S+GKQDJQxCZPi2DZ/u6FEKUYVWcjTba2sa7/9
HAA+BSsoVUE3HumYshBeIH1gfhd82X2t8c/v/PRsutSkm8iMnbCE5eU4MRYRGEjB4nFREZz57sqG
vlx/FTnHjv/MR8vRkd9ja47F2OVuKkdWHujQoPgxhPXlGyQU822H7fDL0tQ0yQU1EttvsmQ27CKe
lGXsu64q4rGT5ffrP+avxfmFH6OfkWo5SfCUuymVRqAe1VzTY2Hkdoa8S5EfWBgWr53vq/mbTTw6
7IfcEW6CdLo1IOvUholF/WqfVwEz44KJ3N4tua1uDLBoPkTI5yXq4Ev7HjpFKCDQgrvKRoddHAwo
r9U6LLQmaWcQ9aRuI2Gd5qUWMzfW+IsLCh6txfwsDLnrQSuUjs2M4m0KLDuAk19yOkfva5FeKfCq
xwGV57B3DSO2jE0si3zjp68J9HQgO6VCKLtQCO4oM4G4ZYlEscTBXP0os7K7aSX/ufDqpZElLJuz
Yce95ShbOAVPS43tftg/Xx9XF8MBvlKLy31FA5yHCzutu/aXSwVsuOrEEqMX923/s3e9LxW9WI6e
aw1RSE/4IIbUCNwpqhua+k3xYsxQyQPz8nT9a1YGm551tUDKQnUTvL4yGHLGVmY8EFb972vP1rZ9
+cTKvLJLkoraLnEKGh8FrGA29kZrP1yLypZFlTgfSNIsUPvBS8GBPVz/2Ssd7GrBGHcBTlkFwob9
2SKeeJtPT0bV9zegtNrJ0NXqvvNKbyNKrcxIHdkX5CMuNsoapAIgKJwzFkjdT+PGl1w8d1uOnmBp
lckVOVeIezSLpPzmw0e7KZ0oAE2uG+YI1duR2YQbPbL2KdpmzKRtWGDSOynCPBB7Nsq7yYlYG9Pu
3K+Xork27SoGx4fQqM4N1cKkqDsCnBZJCA8b6e++1PF6fkU0yhiZkUFvAk1kIMUxlMHJMGCgCkco
IrdKVFfGl55pgUeTP4CW1qcTEP/dPMaz3dxImdrzgDLrH9e/ZaW59JRL42cyGI0CkAGBcmEop3FQ
2bsLDiqtsdHf5G8V8oU+0am5Z9227xtY7uGQXsfT0gRPomX1sezhBx1XMsseSwYET+RIs/3RdAF5
zsPcu2MmR/8pt40na7FiMeJfo7A3wsPijKqIF2HVR0cQAjaCtKoE5RHQyc9jeAKkd7yFI3exQ/7b
P3aZK287v/GTxrP4kZZLAHKXy4IXYgIWa7TSj1gtYHfFxD/Ymlh3o5CgC82Of2jo4iWdA/F0E2Y4
qweoBZCF8J5gE9vGqFdtHtpp9O8FA8xihNMB+gqi/cgbHHJkRpiDepA5h8ETZ0XwGC7wKu3AR+qW
+QXmP/nBt3AQtN1xvMHOy77JoF5CSSGynvfAYQexZ4dhLBdqwQPbtJ1fGQBO6TDDq95bpvl7Y5Mn
R9CfmRIpzHiDgzlVPLGHXD6WHjxQc7nPDVyEK0XpaTYZhVdwjzkdBll4Y09uB6fxnPFEgqEF+Ndi
w30bmSDHt7NkmTr2bcZF3snEXGUoLzHwyYXpi5+FAUk9yZvgpbZQ65LUKidHs6+8HbrUctDsAVxT
C58lSjhm5MB0/FHkEGPuDN6qEg6g2E5uDLCVgKLnbMoWptImCyQ2cO58tJSRpe6UDXvPctmXlj9b
d2gjpJ57M2tQNMnGuGxBfSDN5gRZ+/1ayDI4g6N857fpZEPlN8IoHXV9lMegen7p5tpy9HyQrRpg
9roM1fROeXCnQcbCNH7AADoDLlTdwsh1a7avfIxOKOz8oAcTyJapI/vppoBz0BOfCxvwpGB5+1LM
0tNEOMP7Y9giBd1bxowiYq9GvQfl70vN5jvL9MuN2LgCfHT03JBQklcdh/DP8+3ullX9cGiHrvgI
66l1dnYA8gKBldm4gwzCeYKhdfmHcYe9MRL61sZis7J/0bNHrGlCF7BeXG6NsI9v+3lfY5WOv9aS
2hEi8IxwRtYNmVo2QLJVf3CJjT4OBIk/FVvalMsjwg609R5+NhRsai84TcGHskBhrr+Dnbkx99ea
RzupeKgt94wFF3TuRE/SY8egYBstv7I0/i0L+HQgbqbJ53ypurSR8slj2RR5apyj/uz3CTPIL3aB
1jr+BJdFOYO4P3VNzEr+j8Xbfetn93br7q/38uUOcP4efD99CB2JILaLOjbPkiA5VDSCta551/Bq
2kg3/516F1Z4PS80WBA/h/VipZPJBiCKSjgQVROpcKAq/O5GjHnziCv1cjfJTB3VMPpHvD5/hovc
GBet3d0HJPAOYRkuz641wwEiHMhDzi2ehEoGB9j55S8BvNT6yOYG7BUgroiMZW5uchGwLAqAvGgi
iNZBLfVtsXV4WNmC/SWxfGo5mCDCKhxyw7SwPlTgRWosIgDPImr84HLrOLwyznSwoYX1Nwflf0yJ
K9huaiYYV4WEfZjm5P4hjRt+JcGKm04tcQ+ToQHdInnqMvU69+opb5bj9RH2N3Fzqf/PDfipoRoZ
KqM2F46LrP6e2KIgZ4xeAW93y4ALU7nMx8EsbZUUNRVvsK6X/+uwhb6tbKM+oMyc3HZcDq+2xd2b
SRT1HQzajF3QQljh1n1vxvC8HY5dUJC4HITzw136Yh90OfnVSyFSOJgNh4w1PYicnpA76HyAG8pC
cuTKWPbQJwYH2k7z0elLBkFC0T0GZsG+m5Ww3ozeofusEMFxCfNu15Se+m4uS3uTF5MfyZq4iT8U
43Gay+bGEf14V+bTcsyD3om5XdETO5NzQZqyu3gyxiA/BkGhdq4/IGeMSpu5iuF33N3XVeAsSdnW
kt2EXtF8FEEIBKGAxAOZNvM7mXD6vd4fF3PCuKPVdhRD18xw8iqC0zDbacHh5OYlzjAmJA8PXZ9H
vNkYU5dDi/2finQ6TZlTdj5sKpbhhIJLkgSeXJI2sLaqcNdeoQ1ba17O2ZlxThmEF91Ns9xRc8PN
Y2Xx+JtC+jRqRZY5wwJ/3DTPGXiWriSvyp/rjW3K5U5w/iY/Pz3dm8fZ7krfTAdU+syj+WSVFcxD
x2+jTw+iCv7M5rzRDWshxPr39OvrnhUC8RabhBqmvND/IXFbBW9VMR+uj6i1N2jL1FAswTQxgLaM
Ud5DQgcjsVrt8tFtIxf1aRvj9nJfO39FRZ+aDA5bFfVzS8G5m0ES8F7SXV7kX1tpdQao2XYoUKu7
7LQMLx38m+F1DXDWnRH+ud5EK6NJp2EKw7DGphjCU9GzOmnVEhNedLvrD/+bzbsQYXUa5mS3zKoH
es5SL0jNtybwycrKXeQ2qJ/A1yB/nEZB46Yrw9uxaJdIdm3RwdvMdncdoeUe5cnA3WffXWTzsceD
l7gVNJFV9naclV4Y94UBN5S5b3AZHdBiZwENFLtBRk+VGtydZfjdU6HYeOe4Qbebsp3KJnVfFaO7
71qPNjhBTzWA/bNKPMDqnonV4vJ27uHAOI80ew1b5b9zwyaPFhnkbTlW000Iu5S3iWX5LTNaOBW2
rPyDUk4jsYKWR9MkOUVA5v1dN7oTsIdOsWDzZUw3jW3ObiK6rtx55WwdBAuMh6XNOnOjwS/XhFiO
rguH4ssqGsszTsgL7OuuTHB9u8vofKjowTTcVz97Mzx668gXjhQCTggbc2Blz6GrxbFXRi15O2Sn
0ez/+EufMAg7PKf5xmBc4PhbTMaVCf03V/Npqs28ZN5kYarBDns3VHZSEhBmvFe/bZLrQ3btDdrW
nDcLHNkr4AYcU0ZLsERm8IOHNC78jfC91lJa1DNygoPmYBqnIDMBD4KVA2mONDiR5sWgW9rqta/Q
Ah/KzoQ9tviKPnwekULMihmU/1shzI2wtBY2tLVaFm7thvmM5GvQglwp3MesCLeqtS42EcEN9L8X
hoVWXgVNokwht4Xyo4kUroPLOkQlJm7xh/Er34DXaD0xNl4X1mXXIOk6vBt+vXdNsXGfc7F58Git
/TNZlY3RN6g3G7Bx5NmekXZ/fYBeXG3waK3loZuqBjfETbDbLHAGtnLz4NlkbKJWttlG6cHKO/RF
R3me6WfGGZHsuHGBzGXQDI95vYWjXGkdfc3pLH8uqJ2JlM/2YQmtRHpb6pu1R5+H1KcAAaepPgzr
HASUAW7thVDNaxD2bOPEeHFaEVQ7/fvpndvj8o+XY+oOeey07U6Gc0QrLEpqy6Jp7QPOXfLpAzhs
uly3LlBQMjY7XyBrrspNZu7aw89///TwHPlXaRRlnYr52Q7bKGy/lNFAy2hTVtI6FH1BUc/hy9+g
D+JOD35c05Z5xdqA1KbqPPqEczMQqQ2G5N2IQ80L2AJZqnBZtXEaXHuFNmW5FL6y5ZnEJ/I3E8ne
EVMtkqLcEhOtNb42cUM3K9lMUOCKQtTbIhMvQas+rseEy48mOnQZNwFjZsD+LB09WGqWdTxsRZu1
J2vnmDIXk8F6PDmvrcjIp6j1vhRjkFv891gcJsOHeSOMckvc44DklppD+OqjEOF6k1zuTqKTM+iA
Agw4nmDECJSymNlrdZbYz+WWBPzyGkV0FD5xGu61imEnoupd5f0uJ/OwtDksaFhUwYnoa19x7pZP
E9ZrAQgAugnVOUreC8M5itZ+L4ctqvlaI2mz1jTr2pp7R6UMsG5BrWMpTuA/fmlGkVCbtJJO5VJU
KC3KulYlFYHdpCzJrYH7sI0VfO33a3O2VZw39rDkgHXSHwUDgc5kP+eufb7e+pfDPdGpyYOYM1+0
+ACe0QdjgM854OZ3thOcfCZerr9jZYLpzIy8zGoYuXYiLexbx2gO1uRtbBRWRqiOzKCScGpZeDL0
rs9wd933gfrG8+WQYTFXzbRsdMLFe3hCdHaGbztdNsKdD7589p9ipjf9NIjIsunDwH0YTNWoxgq9
KRqCTaLoSr/r6Iypc7kdZlAhd1h44pHifZkQJBqLYavC9m+l6H+Orvis87s/Tb0SNpvluAwcp5ex
fWJQHJ5ygbNiEooh+2ZTjsVBPk0mxSErQDFjE3XGeZfUC/grmTi1kzjDNe0UZZ4Lzxrw2LDV7yX1
wCeomofZHfqfuWnKOWb2gousQJCzk3cBI+Ggdr8Yv3UFbguOHXyDpzMvc3whdfhQzfm36yN3pRN0
9S24FGHQB6NKC8N6dLLgphf+E8gYyfXHX0xEEaIz+hafhbxaTOgYTfG9sKHPybL7evAlbp3PtYoO
+7AUZDXX37byMTqfhM9e6M3IoabEVnMUtOQVmHAWmdNWoeLaPNdC7WKS2QoHvIA6T34DqNr71364
FmSBQKJGDRuKdLFuKfuQ7JbPH9cfvRL+9Csw4ptD0IhhSOES0AJ0y0uji7gJLgJAFG5zl9XC3Ojs
tdbR9ka5bdru7M8Kiq8g6qf7xdhS+688Wc/1BlDJ5D3Bk7vmf+7wy95aOteeq22MvN4ozLHD6F+s
blcoemcr70unDBSZ/DvyGOG5JjqgKq2WqUBZfPkdjOaDSwGhoL3YiNorA17nGReu8jvF4Kg1gPyF
U+ZDmOd7K99Siqw1jxY9SQOlv0Nzhh2ppEd/nNvbHpLBjR9/ufqVEB0uQu2w8dQgMV1r6R8NmFfA
a8d04mEosdOYax7RJZNGZARGsR+mksDwU9Vx5ZV+BMvDEkjvZXwfIf9M+gB8lSCzIfwzTBSO+iBV
J46024fQqeqNrdBac2izv6Bd74TLoFKTt+13VobsDobrwz9fmqg6L6Mp6FD2NBenEEhnINHz/MYY
F5EUPjwO3LLju6+9R9tukZnReiiwmIwzau0cH/JxGn6fy85ODEhZv/gWPRb0YPliT6pSZG6F/7tG
Opj2N5azce5Y6Yr/gF0aQ4rewNDh3W/Kfob11rXr2oO1iIB7gTHMYamdAk2PTUAM79+N4b4yV3Wg
77TgFy/dgoAQ1K/MJDxmXv6NZe736/269su10bmgkP3vcSl1zAei8shrts68a79cW50KeI2zngto
fPiux8mIoXxqqL9UtYMtgjYese2bZGe2I4x0gt0w0cg2rQRppa+1ijYOA+LnKDjAby8r+B4bd5Pa
kgavLKz/qX1uiWHMywhUAiwsTGOOl7HfSfZtqrfW05V21wufRUuwReZ8TD1uR6q4JWei0ryx5VgZ
LjphogcrMhsA+oPgRUbF/GCKt+stvnJi0RESgz33nVfhJNEb6sSLNiaDFanm2aqKZEHR1/W3rP38
c5t92tiHA1IPtofEg8/8Z854bA310/VH/y3eu3Bo0AHMgS3Gjs0oaoQ9PHNgCEhMmHJTJ5kG7iWz
JFCwNsJPRq9BriBoABk0UcGVlHnPEly3k2OYQ85twQUqMVSY7TqcpVJj6PgzlLBDJKE2i0FZd2OY
9wb3rju3ZQTDeBIp2tX7rCoCREoy3vusCw+W3dOdX+dOUtUhdhKU/Lz+nWsDWJsaJoP+vPCwnLmu
X8dNUeyFCF5c3DzFNo73X+sonVXkt05fnYPqqc2eITRFa24xd/7eJFzoJ50F4Ze2ES7gkp7GISo+
yhx+tXH5m79TK6ruy3e7jbM62iKjrAw4nfSATHoLkye8bIAhRU2es2XjKmmlG3TOA0PRFZdthdHG
Trj7jAa3jjKjiupJJdc7euVsr6P9g5YZTFp2lfo8/+AK2BiZfwPnh8WUm7s8L294b9y1VbYxgdaa
6vz3T3NzqEZHtRRz05nfnf7m7FJz/UNWAqKuRGhne5Cji5jVBV24Q8WOijqbTzc1PGo3XrHWG9a/
f3s/VkPvFEGZ1tVyUm69pKKf+B8XELM7ZPS7jS5ZayJt0ctUsZiBN7XQnaDuSoU3zOHfrjfSyhfo
uJomPJt0My5SN2jsqAr5M+/4i1gAmJ66m+vvWPn5OrFmqAJUZQcZaq5c9ujy7AdYaRvT4a+G5cKs
drWmmTmWVeX1Kp2CcI5RNOzsIMk1YtcflRMBI1ehcJhlbYzKQrkTS+vvZ8oCCNyyctrVxVgcGOfy
1XN4c+szSmAg2QdRW1ATBiAqf6oBNXw1XcsFLR6KA7RKv5fzHCS4rASGobXyPQ3p8JpXkp9sFO2j
3G8IWBEXE2n+OLKxnpd+UHsQynwVKdxlPzTZ3O6UnKxdiMUjdnHIs+o30zey+qAqz0+AVjHvlSTD
TQffob3T2OUT4bn5p85z8TaWQj1YeMaBd2AFy9AKjti3QHDAbPeh4D2uL+BnsFlbeN7MXmhiR4v8
HZRmzELlekpdTxxQayZeYZI4J46DkykQE1U0jMJrIyvk8LK/PmRWhqWuXJFG7llZiKP2NIzl2RUP
98LDrbVMP3K5Zb+5Mix12YriqhxUiy3ZTNhPSopfkENurTYr2xpdrYLVefbabqnSfp5kXBvtS7OU
adH4L6MUdzZXX1wwdSCIWYRG7XOIYZ0pT0bkhNrA/NqeT2d+iK4Ayo+i8KIa+0SQdzP7eb1zV1YY
XQ96ZvUu8DwUae3Nwe/K5nSvqAsy9VL5j520aTyw2YApnVckEt5t++uvXVkPdK2ocqjllRWOVEZn
7SAT2ee+FeUj3xiyaxsMXTykgN7yqInrp0yoNo87wNF2vPaCu8kJ2VFkTZt0JqH7PJDNPbyj/YfG
IxlMvGn9NBddfg84e/Z6/Vsvi0sJSDH/XplYNQB95fq4b7dlv1M1Ke8ABOhiB2rZ49w4XmIgGu86
8El2XWVXu5Ea5OiOqF2yiRz+l7co4KnHrNxYZ1aCiH7/Xw2CLNAFinQoJY8cgSyF51lHG+bAMSl4
Gcugf1Mt/9j4/r+9eiFq6VqburdyArDm+SZqKFKI4NzbJbBlFQV9v/xjQkh406N85c3sFH2dLN/7
EVQ+5Ef2DD52MkILAM/tGlhMu7L9nU1Fl5qZ7G+g5MoeZFiaiWna/r4aq/6HVfjqLugKf0cXxx0j
z3SKh4wANGZYYf1TKAG/XQQuelu6qP7JxcIemJiNW6cvyN4w/OnRlK3/ODfw6ZzALDoAtTpz3OIY
QeKCpfyO0tvhUXTU3fG+Hb9nHqWvhT/SDzLVxV0zqCDOeW8e6LzkfVSRit0CI7o8O12DujPZd6+e
wD1xjlHxO2gtqAyLgZTfcM0xxWO9TID4wLmEVL79IBZqRwy5sginb3bvytyLC5nDsbaTSKU1DYTw
yD7TWLbdfa+86TttRrIbTc9/V06Dew+nFfsWROxECuUdVF30id8T8c9CXTeqqoDEbm+68az89sRM
qHRxChQxpwCCEwgWIgMc77ux8I3ffuZah8LzssRoPXE7mm4W1SPavm5691gUgRmDTuUfDJEbP03u
FnHounliMaf6P86upDlSnNv+IiIkQAi2QM6eXWW7vCHKNTAJIRACxK9/x2/VH+V0RnjX4e6GlJCu
ru49w4D8vnCfQqOd7dRU6juHbGhsGSmSPADwBwvf3eeE5slQQygEghfFd1MvYhNMjb1DRdAHNojK
u9qDuXsVje3Oa7027SeSbXqVoyoOZbki9pyMJcKOy0l60d9ejdMuy+ouDQLVX8k2mnZ85FBa7Vvx
suQm/y0at4ubaoKyR2HqS9ItZ86yNUB48jyv71SEMl1ByiuXdd41y77kg0fpGptFwcpwe4OrX+S2
t7jVRrGS5daTX0PT4gXu/wYrWOzpbmxmsCElrOxvi/ZPaC8kiGcSiTUqi8jAawcrh1O1tCmLOHDu
7yp/Mp0uSeOdm/pVetTZwIe0MyIbbDWBDCqr6IAdxS7EzTOH1j+wrBJrSyH7OhlG0tBnMAoGVWVm
F8qMHx7FrvuPxoiw0GCBXcoJzdAg9uZoRFOgWjYLGJxpqfxdoUy/gcZrlA79/PR5cP5wxvDS92/1
nxtf58FtYQrBJIKL/atu8t8U1ZLPH/3hdOHR73//z6Px2LbxF+JCsaF9Iy6Y7hBXaO4Cg2z58zec
+/Hvf//PG0BD5kqUhXsqIjnFxuG31lu+ff7sD7NG/PrVoS3pQtGaCelpcsYk8Kt0qnUO5jmM7qag
v8W/ufv8ReemabXhctp5eYOX4YShJWJVVMciaCbwZPWX7qwYy+piNgAQHFIYMZ0GVn7nNtv22fzF
aVrtuMiWQ8boMkOz7fcyd3E9/widNjH6OgcD+0sztN53aoDsBnxA6Il7bABMXOlk1A2O/xKG7Z+/
4sPQ5LrrlIg7UGSKkBGimR7wfYjWXJt6mWj3tJX2GLVafM2aDMTS/12zmnQtcUJoMjRzxp8mbvJd
5uvsCLJt/vz5YD62U8FoVpuauY0ahMVFrZxIfiAUYPqm8MfnOq8tnEZUlJC5dw917+eHuS6aBIJv
zYWbyrmZXO16eB6XBsBe2KqAI1HjErRoJpAFFQ9lSy90aM/szTUMHY4MrnX7kp4izoJd32Z2Ay2T
IgXTErUSYDieKRqPfy7M5vtG/Cd7xWyuIkFOUBOGojLEIcKJPeLerY4LBYwDjUt9hAak/U774IeN
ehhKjxZAFGE43HFEHfF7UbRgyH/+Q84ECrIKFKGoc6dawu7EnDElkZOi4JuAWf7508/N6SpG1MPQ
9B0d4UHu/XUcJGFoMbpDF5vgp5ddYseeOeLIKlqIaiDwP85gGyWru6irnQMcIBMXinAM9P+mFzu/
HH/MTSYviAN+PGf/IDOrQNsOXsv0FCIqbSoZZvGYdQ1yamO++IpV37GZmrCJGJLO0O4reT/C0zt/
/Mo3+QejuUjD+KKc+TSaYMPraYuED2pA7U8dyA1AJ5dAzx/v2X/AmpTNoS9MSU5aHsu2ia2ed8TK
tLcvnw/k3Gd4//t/DuqAuBZrNyewH3IeSVakjSN+aBFcWLsfX/chMLdKBPJ68J1wWeApgeJFCq8o
+NM3PEj6IbNxQ4RKSN7UcEJzvSsUUtDIEAHDfQpOezqGLXe7AxfO/+KCWMWLyU4+ujO0PvF66GMd
dBuvauEp3qovnbn/Ajut2wQO0txTJcYEgl6b1tdb7QZPppE3k6MvVVHeZ+/fwEfXxmiDJ0UuWYaA
M0rw2T2RDtVcpJ8viXNrbhUKptG0IXOyBT6/eaIB9faV3kNPBKqJX5I0duka2xnVOVCALVlOWtSp
CXE+VJdSko+jJV2DOzsoS/OwrMlpgskkq2g8jN9x6m5mHcZldWFZn9k1a2Sn3zloU6IGAuGWLpm8
bQa9Me/SKj1DVQNR/n/3ZOlBttjvYABPl7w/mhACS0nR9U6eBGMZnRxjyy1q4nzjoB64kyimpFEI
C89p4A6kZdjXrgn/AD1REmP5KAtyatVT5Imkpzsn+BIAAktgFRiI71RF1SIb0bjeV1TE1P/GLrGM
zi2C1UaH3NgCIQGJXz7Vy4apAJJDpgljIVmfGOjdH4tgvmTneGa/rCvkkx1byH8X9hRyX8STRmFI
vnvYDAWUrisrLyQZZ/b8ulgelWXdtUMWwAxxJHFm/AJNDf9C3nZuQa8ymL6qxFBODEclrZGn/RgC
1KD6r2XWdI2X1CE4+X6I5AIt0w1co3fGuIdmvmSzzt8j0wfhcM2PH/JaWTYE0HXgzPkz9SYTYMMh
F02g+2g3nT/ZVzZDaXKrF5SWi7AJ/dT18wJ13xkewZ7pgzBmQ8G2E83MUQ1BtaGOV3oJz6Af7jeL
jefKkSYJJ+UD0zWaPKkAJLmGLmCRDoVoDyiOmr0t62DbcJ9eFZ2xP427ZC9wDl0euVRAMkdwQx0F
spzcmaJ9UYVhTEN3TgeuofNL/dY+S2jPxBYTtl+gjJUsjerKpC65+TYuUYe6m3HfWhlW6EAqdbRO
qx4gmbAk3bwUB3Tb5jAevbE/5Khrb0a5hNcjr5bUDSJnT7nDeBw0AsgBxXliSDnFAriE7TSzSm9Y
UXsQyALYXrcFAkqfFeqo6tn7udSG56kQU20goTleakye2Tr/YFBnmavWDstpMRBABbkeGPAasglL
XVXJ2On7z0+0M1tn7YbXW9pTpth80kFZJN0IL1rRjBfkDs+N4T0G/SeDagrTtdWAh9cjwnLzaovf
PIeIHLDtX/v1q+MAF7QKksbIlNEL/R7ms7pDDf2S1Mu5qVmF4cJjnE4LiEZDPaIo3bkqUQ5ENb72
01dxuGoBjfZRfDixrGcxAPcvYL4dPn/2xzwEFOVWMSsgXq6EhvVKVnKUZsreLHdQ9lqeqJ8hdDG1
OInsmvAerQm2CYie9ySs5L4H4BSYmZ5DUHMckP6VlXet3dmL26mXt4MDq7+RinAPpTr3OgRF/gAN
QjctI+YDPptJ50LQPXNK8dXFzkLUO+hFYE5Cox0xtsFzToerRQBwy7k66hytks/n6kx4///A+Z81
yhljZIbT7YlEGHAVDTd1FNoENbP0Sy9YY0cLE01ON1t7EvkIURQKGaC+z4IfFarilypBZwaxbuKG
aEjmuOJD8MF0yHWeBIl2UWcvLNVzT3//+3+mqFVhWc2InsceByv63PuOwEI8+OL8rK6iTsT05EzQ
yHXUN9/TaT//FCa8kBmciUBrFGzeum3bj1N2LNwhmVke5+xmRHnadS7lHmcmZ02WidxMeksIL3rj
jzEUedMpe5jIJQz4uaevpp7DukyMdgqPPk5G1oMHd0OmX19bmKv41k4ebdoQVVCmxq1gnoX2Qjsk
rs/3n7/g3OSvQlxNA09CXpqeIH0aQ2n1mIssIU2FLvHu8zecm55VnMubPtNLaRH/p1eqXhz/iF1w
Yemce/YqBNGhLDgCKWpLvN0rKCHGXAybbiKXbqrnpmd1mRwsMDChoP6J89DsyoHqLe7GErLbClAc
iJ1c0BU4M5A1cniyc4WMZ6KnUf7g5BcjRwvqw+cf4EycXmOGO2RVqGYiS2nK4pVx99T67qHrUENE
YaZoL0l4nBvCKpEIcCXuSrUsJ+pC8qeLaP5swHHdNY0cLiGG3uPNB5nyGki8TLQNlMbFCGfLHvD5
E4pYbryYd/k1KKmGnfPqmPnCNzlT7aZrSWXt0qoMQtqdiEP5q8UxHEEy3VTFhka6uy2gG5jQsRgS
CA9tfBHVG2bmS6frmZX3D36GwCahRop9JD7JHoIwX44dz+C2CQTAPqym7EJof48kH0zp2q1jFFx1
5L217aAMHHcefastv5DjnFkSa3wKFjQk6glEcvyW7gZZlrEt6vd855L325lJWsOyOyubHM35+dQu
1/Xw2xl1TOxNnfUXJufc81fR0YO0auZVPj114/gajE1zoxrhbBjU636VKrp0Ap6ZpzV2khLaTeWM
epjoRb0R0urjqDp28gHI3XweBM69YhUpW93By8DBSNr2N6CRKZAzcVGWF55+bp5WYVKWg8xJ2yD7
6MpjNvLndsq3ufTKDexmyIU4dmYIa9g47m5S+n3Ijz3P4oneGmB9W34pPTuzD9bI8UWwIsD9OzpW
wHFSv7iPrHz7fO4/bk7QNU7clNovYJkdHtvC78B9KNx928CxJOfRPaBp/FUURXOgwK9s6xaS7Z+/
9dx0vX+r/2SEjjPToZ2G6Cim6satuhf4Id4S3X3//PFnPvkaQW5ynUuc6svJBGkoinunUT+mqqrj
Szzhc7///UP95/fLXgvZBtQ9oaJu03mAWKALX4GEDYvzte29BgtKeFJFIu9C2MyPh8Bp/5ouTCyP
dkRCWvPzeTozjDVg0CUOuMbQrz7JhtFdk8E/rhSzTvMmv7S3z3yKNQou4vNSEbfIji381jPbQFYJ
9m2oHA62vTCKMzmEt9rgbafAcQFq4Sipv3EW4OKCq2x5FGOLpuS3L83UWhXaCq1K4+Id0TJsGkkO
Mhd3cgovHOdnhrCWgg6hyNC2YWdPpFLkgQh4esGKvnzQjamTyF+6PUC29fPnYzmTqKxFoWsSjn0n
QXEpoFnuhl5SBoAdZ2p5CUYTJZVhf4f2khvGuZGtdvoyVwI0TUecolJmJ0heL7E2jt2QYq76OIdN
zXcBPbUvXpbXGtDNUImatRXySek1SUndGzjhfPc97+Hzufs476JsPXkqdDwyKij9qaKGxjkq7HAz
n3O+KRQa406Jf3Ir6E6nFYyvfgeMI7HgSxVcCJwfbie8fjWdqmiYcoo+P+IEBlUY/SNgGWhsmEg+
H+CHIQEveP/7fyJbCCDcZKIgP4LtsZt6XaWq5N99O17qfHy4IPCCVeiMphoAVdepjmjtsm03M/M0
LKw8sLFQOq6sB3F3X1TLheDw/th/Uki8bpUlQSSkzMJuzI8oLN9CL3lfhflXakx4tPu/U5UFdGRV
BUs/4ZfTbQ6h7izjZPuO2oHi+ZwA8Pc15Dhbu7LBYs1zR5ghHwcQk5X+4Qp2WLJLx8DHXTGMZBVB
zRBNbrFgUS/gtA7L8n2QTngUPLhWpPpL0LcoK4TuuphewV3s0YNBwGiyS1Ty/19cH3yktSZ2VhSZ
X/SAX2ofuprq0UN1pffN3vF/OyCY1FTGfvsznOBOxIbyOBK5E7hWLZLekAbgAM+7M2zE3dpeweJ4
6/H2uurVTbE0j9Tsx2h54aX7JSo3W2tDi9qRsFKn5TGo+7+gosPWvnv7fO+d2dxrLCQt4G0QQnT8
mIWweSmjq4botBmCZzBUN5+/4szuWyMfwa0DELrDl+aO2Nb1kwrNAUBmkt0R/sUtt4ZAage8wxz4
+iNdYPgOs45SXTLy+hjzQNkaZqxGQCtpH2KKejcJA6BoQ4Spxk0V/ZF59WszfAOvI5azSgZrNo5v
ToGoL8TGc99nFUssEWE42Ko+1gVO5F4ucPQDWHur8rk9ZqXsLnykMzFrjUbubAaynavzIyTW7qCm
cxwLSPp8vgA+ju/+WgEtcorB7yOvPvKl0DGQ7ZACwgtjzYevmVz7axW0HO31QrJKHHXjKmgHz2/5
CBGUUO8+HwJ1/7+79FHAWN0YOe3bWrPFO0pLiy0x2t4OYa72sNTWS9zpCjQLwurmlwp11+8R98eD
yRbyBDmcsT9GjtfxeIBj+RPjjtyjyexAUb0vHsXg8Hh2Q/eWObSEA3uVPUH8XWCqvIpd6dytD70M
spORpHhiTKARYvo2vIKrKEyJoapfP89Ft3iJUwi+61G9BI+VSLXxI1XAraR2eaJ8o6JUyzIC5bdw
SSJqQlOoqQNvCbNbcS8V19uud71kcBi6KiwTMWBq+T4j6LRHyJy2ABmXkCiGbDXYFpbl21F6w14G
Djk41Ig9Dkc/zZnU8QQLbYRT23tJq604SuWzRxceCjvtWL2VNguPdoJdzhy4/KQa4zy7ltT9bqCD
+jVY39lDCrH7FaEvnsLfSoOG2+lNDpjBnAwM913XryCPPLLaSVF8yuD6HPAp6WTL+0RUZfFbTuDS
xQHcVMq4KYn/2HZOB6PjOY9NPvSpzeF/HPlgE2uXweYI8wXXez80vye/pD9NboYmYeg6f4NtmIK5
sP0DlawI3xgq+A9m0hOgkEr5sQq8YgvOWLWpBRwVWBTZN92XKKyrCRwOV5HhVzbn43NUzfYVJEn6
KMFMevBZK7cZzfnLDHqcSDmpoGJsl3CnoL38KyitC78qOcB+qLVTdxt1na2TXJBpA+D9nMIMsobi
mJmi26XuokSg05sQ44LcsszEuYGvGvWSEYsGAl7vBEvRgkxZ5iL4zjwNUodnxYHaefopqAqvIuHa
J1ghdhtqo/GPUxbRpg2CMfWBJEwFR0rrZT0H8Z1NYQwR3Olp4FFwwnfxH8AKiVSczZGFLGPPlgSO
2ZIDC1t5R9rX+QFzz3ZUutFDp+fgL+g+oNr4ongHCAby1zJ7zp2OiPMmiInunGhoMNTOyV9hh9bs
dOaDPxU6DaWQx9V9Ks1U/lS6QBcyV6H/Bvr8MG2jQdNriyZ5HTeiingKQTAJjlAIiuiuhBBQ4tSe
NXHvluNhYjJ8GLKJ4X9mYWLkgFYOd9Q7kzVTQww1AbXzfVsmtIEWV8HrLs5JAGDTEFKor3Uiw0Mz
nm3QLAbHqXH7xyYK+VVeC7i1QGZLY9MFNd1EuPGKeNSOfm7qwfxlPRr1MHNSVQo5+xBqeC70u2kn
RCzhbLAtKt8eOceuK/NpBNSR/qi0RCdzbMa9y+T0kru5BibNN3dwrOq2daWaO+3jVCISh8RMO0in
h0u27SI2H6FaE1y7Y+QdeeeDhTR6wRbK3eYGiiLzAToU4EG9uysfxDDSDXWFemuRccXCbceHkUuU
WJ2miWldjdf4peEPJG3ttrS+vinyDtrRMmwT3xTQixvT0EOkM357pO3gjHAMi4Zdrcp65w+eGZJC
z/CG98Ypula9yFL8ZPY8EvrYqRzY5ayCDnrkRVunB/PKeEt1HdVFLhM9eeamH5SzIdVkNmNLLDbi
3Gd7WoGwDEnHESqysjL1hnRlcAjr2t0bVbR/ofzoP+tcLXvYWoop1iMYyLC0GKC3XHGIIlSKfddh
0OwDqGWwGGw4s3PrbjkYa5orNxrdHWddtUG+2qVM8OKAy9CUBmzwn2eQRBM6FTwpi8zxYx4BmjHB
bHTbDY48hnwyV55vyTfLKmcPClfwQ6hJdjFHGhEj9Na7sAJ+BvzEmm9VrQlYdGEZT8qBxVuv5q1n
HPdpcRS/G6PC/+n3vKm2oNnWKGxEo/4xVzS4l4xWd06n5Q5GoNkzOKz2OXMsT/qpgmBgoBE+PSKu
limChIwv6n1obL4dcqI2GdWgn/IWhGtiy5cA+/4alow81QFXV0skCTpgEI6Sge/eFrwROD3eqdsd
POqHJiBXfefwG1eNEPCNopreD8TP9wMkT2/Cks9QmF/6gwMHrXSZ+MsA6txPoLv1FI99CFASVd7w
CHeyqYIn8tynwejIIMXQ/LTWU3uoRt/eg7/u42t6ZttzH3x2mZUp3DTHp3z0m4cub8p7R8+wnYs8
SGMpSuEWOtT4HmMj3ZtOl9mDqpv+F7zmuhGum6XeC267NwlN/etx6vOD2+DKHHjTBIQ+hPX3AhWq
AN7AJIeMHW9veNuyV9+t2Ili+t6avC6PzjhhJXmzg0DF6CGcWbMhOWm2AWioWP8cOohDlcESBZB5
kP+qdoskOPs9L2Pv75FdmXudhdFVhkz7J5q+zV7UxsUlXpf0j9v3zbdRsPwGHP3uFqBe79VCYvTZ
ARjym85aBgikAQsroYGhGza8y6xAM5U88ZJ3ceCjxNI5S/Qs4KC+pCUppiktO14BhuDBZUTU9XXG
CgCdp5wdAHVxNwTc2IOBkS8g4t3wOgvH3yJIzhsXsjQxy+HrW7WySbquV6kkqNbh7O7eDM7IVA92
gPc4LOTiHlij3ezWIFZlXXbd+QvkICva/Q6jxdkOs1fuliGCCivHfhq7tvjBKSlSDZrl90JCp2we
MwVvP1LeWFRywIH0yclW03MezOZt8OA2M3Ix/qbj0g3bQrMa1kUNeZn6Tl/7BnGIknFxYuHBoy+R
dVnlSQYmy2vrSm8/F24DPFJLl6vZ5pBDicDEbGAUfDUsbnQLiDnBRui7NobTgptkJqK4eaIUFzcQ
mLz3Q7jtosozbOqirv56gWGnZhTjTc/L7gbWBx5cD98NDx0CLeFDrWpWp9EchvamKfWya1jpw9ct
6O9C5tVbUvpsgxouP0BhXnzzgc/c135m5Z77cr5HIcfbutA22CDPqpE6odADqTk3JRRixTHNQbGO
NTKvKNYex6wxaMQeSRaBSltm1X0ZLGCNjm0l2mTqeHTdAfz1OAXgtXkeXCt5Pzh7XFVwC6uXpkm1
D2BVAt1+d0kHNqmX0a8liWvNWwSAsYtu5eAiCELR0yRMFUUU121JXk0Tme8ZnWkyRn17izKbD9a3
Zk4eR2VRq02YUfgIDRqyMKapCO7x7mLe2ah1cGBh4+yVXySOKRMcqm66UBCHJyhSJa2auh1kPSOR
wCCRyXSQop23SI3Ym9PP3Wu7QGVSwdWujkF3rMNYQ8HxrgzRyBlJwO7zLoh+zl0k/sxZIdMCB2AB
s2G6bCEEZl+Mjiw8VIdSPUec+Ii58KgyEO9tPDio+IbdytCNSMIArHuR1RQ+GkL8Y0iZ95BrDSPZ
PNDuZszHIsVuC25FyMPr3uaTTG2lx1ucWBRp1MTJjQ+s77CZumrEdPTRFqSM8S4Ui/rjGyJR6KCK
/oGtZXBjs7EFvRYlyyvPDfz37+LVFaCKU/40+h7ZqYWqo7cM9XNECnkCRKdK6yIE7rCpi2PYqaGJ
I2CP3pNktAuQP7O99sFyjznsK9u0zSm9dTw0LOJIoGnXOmEebXwHV1qYE+oCQkeo1+Aw8Zxd20NQ
d4K47RDX6Dtsyj70vw9YJhD9PwILQPY46qKXcMDywIlc+1tTNeZVdMGcQPzD2/WjkDAI7fpf8Ioh
cjOENQQOVLYk8MRc3spFqxyS/lOL81850bdorLmN/XqSP0rHCbLY2tG97msmrgdmq+9CBnZTMOo+
QLlCHGu0RUy6VGMAp1KPApVWFfMfYOmrGw9O1hvVz3uPFTtQpCfQEBZxi1NKwyKktVVio6DeVAOg
kK116L1wzQxlAjAcYgMXkw36y+bojlyfIsuHjUFhcccX5B9lFxHA93SW+rMFt2w09k6ENbkrfX88
iGjK096AHyGbPrx9j6HXxmrUGB1VpjP8Q65aweDjImjenOhQ43NJ7gU7iwyqxnYz/EQgDwT8JjCf
iz+bv9C8ck+2kc2O58r+gvpjfuRYD3tg5txtKSIJApSa9mCciNOgw2jLdQXKgkNtWi1L8LPMCb/X
uOfB07eGpWQeZSqBxY7ZzPOADQnbz84FeJUNJqksgae8V4OnMedte8f9tvnTtyOuF7LOLaiZY7cV
gdclWV/aPHVkod/8CezwhaupTH3hyRQqm/q7rARksFVIuiSve2xSP1/mJ982y7ZuyuiXNOH7jdFX
9UPFiLxhbZN1V+Uyhns3WtT9DHDPvh+GYdctPpIjEc5Nt8smIgDPcSBbA0F4s1GdXvY+GXObkjkf
ABKE200P5Zs3RIRhFwJ/8ZQ7vYOB1cUfRzGbBIa8S0OUyONNJgtnMzNi/7Qq9+/9RopqN9mAIome
kVwkXd03V5nNwzxeyqa5wiAprHcChq0pRMWx9WFy1o+wUgvhMHQYsP0T6hO9HyvBEtcMUIiZRGWP
FtHw4EF0aIhBFcxvyszt0wafvoV5YdUhG6q6Oq0i0X0jFYEXbGfLh5pT/pPD3QxeswTmdvjBDwEr
3d99xOzDIEi+b41XnMa+4Ns5dOlNBA02nL7OsIU7R2lS7ZYoiij8+QkaO0iRuTB3zpI7P+DCkP/O
W1p9444zZsAp+hn+w3Yak97C1HaD4Ox5qeZl26Wl1wQqAXLYeRtc0iPdtTKDkRuH/EEL6xgs2Mhb
aOJ4zbu/UTQvrzXg81C2q1S5oQHzThDrGXHLGYiHA6UcgiEeu2DYUleZA+qaJFYlNDuyqIVRLc2a
w4gbVxmDRmTdmPRIyZaJBGBHNPl1x4X35s2w44nV1MhTYz0gnUpc5XOAxFKUxenJw1bfFlCKedGt
7+/kxCfYRJqCnwYTLmmOwqeHIofXdEkNQaRb2DjrO/zr+s5ruVYQs67qIq79QP0sFw8WLSLAVun9
5sjcOt8Eg8b9n80CajHW2r2E7tmmcA37hUKBd1Qt/Oe2ldf3aQ881lXjDtkmg9xLms2o02RNFKDu
MAfjFqlKyJOJuv4fCg5IIkZXbr3ZyjvJjbtdpqZ+aSaaX00hkjcS5OIpkLj8K2PytxZa/xuobQAe
Pk32qHDZnGMfFrWpDqnzskwFSzLUh9Ish+2YKX3RxR3xpz++66gt3KJGFjtR+wytU3Icwc+dY+ZW
+akzEPz3e+gUjw23z6FGuS4pwJ3/UbX98ALBh5nHuOGwaxUMMiUekTjRUbmBbAQ7EmAvr5xJBKgu
+VkC33uyNVHUvsnGmVqUaJp5ibk7VE+BN9iNOzV97BfBkABPP6e4V7cpIB9IKnM9oaka5I7ZLYAT
3ci5RlTPkXjN0yIxi217NJS3jxAdqn8YsBXaeFxMjuiNtix8nUF88hQ7SV67SeXO1Q8y83k7t7p/
9pfQnvIZvVvc8dVdgMe8OvlEnxfGg/0Q1e4VdQrUfMBe86LYmbi31XlYbkDZAGh1Iby6ey90nOCj
+76S4DiP5HRUZTLDu2ZnYa37yABzffRDQtJ86peD7Gyzz3EL3HVD0yTYKXXqzW55m00qSyYoi9yC
hY0TR01k20eduAFvB+5McxC1+2mp9KtnJ3H7nuSlNMhgGbaAsP1bMxVeww+VxMz6uDYCi7NxvVml
xYBEi0IfEbc64WLicPRTXfU7p2pJutRYIQqkiC33UEuLZUfajVu2xSMvcMQohdZPgBEmuM7IDdTf
aWodGS2JlBk7LVE2bscgCzYhTqBtPxkIiRkQs4ZeTdeecFmxqYOGfM+GABnXnEO+vn/Xa4TKl7ex
2RwcnAVfhRvjPBDkO22qp6G4wdJoSdKpRj6CywgxgGhizoM7T/oWFqQ2gUy3+W7K2tnV9SCvetKY
rXJLBYUW3LdiEvnsmFuTk7iti/lVIg1OIOIoK3STkAovY5bfWJzzL1TT8XcLEbVHOTcqbfBpE7gv
y0MRYOfHVQb5T2x/DcO4AmdpDeV7f7iv4f91gx28nHjU6S0Nyu4aOC7v4Nf5tJUjy/a6mpzD+93w
BkRplIjGOWQIMS0yLkizLBpwddsmbhAsO18V+YZo7aCmJqK7wes5j1nZTekQUP+XHwSQblxIEH2b
yirYAAKCPE8P8g52pMG1IA5klqKeQ9NaDw7K0siYsPX667zIWpESRvu0CCt1GIWX3bOxLqHhgLnZ
eqHCqEJXkr11Ft+F+g8inhmhdx5UI99A1KXYqbZS6Hmw0aY1ec8YQqVevUh4G9+PtIFinNJXQTbS
g+1Et6mQu71UgaOuIQiK20DmZQ+90OU3OhlzrbhL9uMyFv/H2Zk016lrUfgXUSVEP4XTctzFduIk
EyotrRASnaRf/9bJyJdnTJVHt+K6BQf12nvtb6F5PWNw9+oRKs603xzB4AjPvpd356jT5IACIy9m
WARv+miYYRxfy58IXQ9J2AdF3CnCUxDGfJMo1nLETFrldmDsBLo76s6GUansxHGIaJWOmT+JK/+J
f8M6L+6ZmdwzMEjjBdlSIPfLxr0jwrB7BIyyl5oM3a0fuvkulzXd2WCb7oAam7D1wfgLhqDjsc5a
78WfC1zMW7sa4dTlmmPoOtZfqgOyny0H/2bBVP/BplZC2E6aBvnfK83UCPVp8JrhC529IXZnDHfd
zPxW13l+LBGmOwj8z7usc52DdhG29jzUhWSR/BHhMvBUBn2wwzoVAHmXlYcwzK3bEOyBGweFRTvh
5uWLVfjdM6I67k0nYWiFacWARFW8Uoc5QkFpUNets/Owpt+6VYRQoU8MOSL+0IQwZbXoL8jJRqyS
UefeexO0/g8QZoxjQiBqeBShkz1nIp/uFYwvnmEH0+TnBihb/+CgYOZrNWDbThwYMeC2OWfi11gP
/QP8DSVJHJjN1bFC+PyZ5DN9HhGnJnEkwfOkuNpaMIstnC9RVE4K12vyJTOwsKw7GBTCdfXJJxlA
512PyJxrLB/B2tLuj5ai2b4jOObsmCvn1DJUFCgOUwSMIRbOMai9cGkX0GHBvKF/Uk2jupiJuv1R
qbyHjsH3nU8hzC9OQw5H51laKs2wGP5RBa+/e02ncExu+8+qNX2wx4I8fiuRLj1FVT5BZOubreTV
WoJ0kQofOjrBwrGFPEF3TwyVMUi31N+QjyFx0XY4sXv21/fTWG8q72xvCfiAUwoZVGtZZ1ZE/S2I
CgWO56p5iKxyfKTZ3HziFmx0gairb3yPRRui+mDlC5fUDz15EqmznKUVWA670dRO4ji12plOXZnA
YwN2PW9g36cmCfYL5eVBas8C84fS49gCQQmFf3OkYLyfEWssqliDI3LMcTV8Hltb3Gm77b9xH3I4
VUrrSPv670gjisMZ7Ga4HwYX0Q5n0MX7LMGWg9hCC9r1o4gqxObysWp+N8GAYERdZioWVWkwKHqu
9lleIA5fOwIBShz87FvEr1ACWuJ2XSLEUVp/rZrlf2uceR7yqg8PlsikC9ucfEbAZhIGGw9CSNNM
ir3PkFHiPS52OKSEN1PpuLfNSP9Q7kyP3jSHmGcAzE5dX8dSUv4F4lHQMovM/0orm33mXCHb5OJy
Y0UTOzojwhZT05k7YkPxS3trPhZcomAQRAG4tqG0MVEtAqJuPX3D/S+LRUg9eHHTLVeitV69/v2V
bmcscvialgXSey63zlNoF7uSY69UhEx7GrX2DomX9vD+0P3H0Hkj/7pkrWirB1yuRIrXcXrqJrg9
9L+lgnHikBXAvc3i9zwg1hsbuK1eskjgMDIhCPM0wt7jaeM3XGfkW79hoVSqTJ1hraRNOtboateH
ayaXZ17LE1JduNQFqKwe530DWpzT+xs6wJXU/BLC0ocNyzNPVSm01/KFGKRqau64G+26IjBYQldm
z0ZGxCVF2oB4ejHT4B1CEs33LjLISKCBIruhAvin9/j/xnOXTmLGd/OsQxAohS8FLi+5vAoaohBU
cFAxpkdeY/xY2A0Sg00dWE/l3cIy7Re6UpLY5HZ44uDQvVR1NT4UxeQiFhV8tI0XuqqiRzUwdFs8
pX32FRFo9oISgPmDHbhQDgCM4mmv9HFPMbBLtmfhPxLKxg1J2NrwWOwekDdy4Nh5nlYgYlMaJiLf
8mNY7bLrPvJqhks7QInzNPA0tAb/a6im8JFgEvyE+8MMopzlf3EcJXCQLe3TDCPwOJiQZ4pwSdyV
FdU4DDfDA6dWefRVFZ4Dq+g2TAveXnvc6Co0ffXLRpwlAaAcedohEZAUsnwphyqCCQgQ6solST5N
1fH9Wf92A7tL5skA5EyOwlM0cJTFpcAR/mOMQTdaiHsmsF8bOSOK2Yc1YDAwk/lhQvjjmqbdqghZ
+/GLgR0iBaZ9Nfln7EAPLYrN8tpsCIjXHr0Y1rRqIh/8K56qwYOIEhWEL+83+FrfLkb0iLtnkTdA
5PRmmn9Rv3BRntW48CazEYYuHBCFauhRvr3/thV10hJeAiZPkNESyieDS4c13bn4j4k2SIwrMkd3
yS8ZsIXjzCy7dG4tcJ7Arb7MdTGFB90S/4jcS+mcEerL4U2EE311wvEiu5TIxtCzg8zQGFdONW+s
wG+KsG2kAP87Z5AHYH0LgX9KENlPAgSoB4W6WzYep8A/87A4KCz6Gy9b6cTw+vdXEzTwy6nz/KpN
cyJOo2U/ZmEH/kJjfnshlLHIjyfv99/bGxgycP99Ua87aoM6n6c60ynh+ZFULdwHftJiY5yvvWCx
6VsdfCkbmeUpYxWEEO2gspeOqvBYGuBbbCBV5v37n7I2FK8z7VWbGV4EAmn/PKXtQw7y99QnDQs2
2unNh1OydDOhwxyRGXKDdKbuDjVJ0LHl+yyrNkb6m62Exy+6IZBCR3MHFIUi/dfB8g9B2d6Mff7k
hFsAsDdvL3jFoiP8yuN5CPFXOsEP5zg59VHQ8ux3DFgjt93ZViAhnlHIB2/5b6212aJDCtk1lTM7
WQpq9q1dKaTDin0lyUe2bnzQckJadVn6EjabEuml3ljfcFn4yKqGRy/WfbeWZupHO0rD8EVLXEPC
Ccjr4wfGKR6+WPmhLoMLV0DClJXNAamSb47ID+FUbvHd35bc4gWLHSCEoYCHatwwxXWLQlwUVPc9
nMV2bmZPMBDi5D5DFmXvZnyEDqODIKxn1tHnBAfxq6WM8RXZfehbl1V2gNpXASIqqMIRxa5tOyjO
Cn3XMqY/+ILFSYb1UEFDBhOkk9AVQvo6S1yPPfek2xhlK9NmWW43Q5oIPF+Jcju3gCEcBCPJMNM7
zrMDKp8/aUDPE93qp7aNfr/fZm9XrFCyNGwZwWK2UeR+7T87O5RDv++4cyiE/6tyEf00TvVlhH8V
L8tnxT9mgYi3LtaHzCbwbbMLP4UkwoLOeFbnqZTN/v2PenNDw9OXawEoQGHOkMYdMkT0rOILFFFf
7YocoX6AZEvpLQuXlZV0aeHSOzaHSV+DZc7L/mYk+x5pdg/U0gV1QFuggLWPWSwP9TAHIW+j7uL4
NVj0VaB/0dBmieVq+zuYKNNtzZl8eb/l7H8IlP+7+qHtFgtGJUgAA8M5vxRQ6v8M5lyWpw7hNy+Z
87oYzxWkf8nsOp2VwsHE/ez4rH+xOgiSAMgpb7zSZo8QtlYVMPJz8+RGDHZfs5rKE1KL88+oCqsX
5DjCDpEZ0F3DCb4mdsFciBpsQXcD0r2f2jDqEwvu2LfutZ4pHpE9m/cAlddNrOovZfPLo/ymJwaF
qLVtviL4i371Avk9FND/OKXqftkGNLo4AwZKIspSyS85r6NTha1qj1zPdDOKvufYjUj/q9TIPU+I
kSTSJ/YhEATGVAoSFd9BmIjo3H6hbg/dSISyXZ+WxfVcaB+VpWaF5KuwXry5nA90BB0sCNRwLizv
MWPefDXWaE4IUrfz2SssWNgRNg0QtDS/28qAWJZb1m0JhURi8hCmVUj+7uB4M+4rpb71c+ZA3jHD
CWGCuKBCvviQjVP3bJjPpj2w284jmtT8ydvK/eYUgfw069MU9kjYQo0GAbLTBe5vyas/hU+RzjCI
6u+8jiHZYnzPxuqIGkL4yfrel3bq+cFrjUxd3c4HyN4IfiugsZ8JgFhdTJmFXocjZQ6Fc4/Csqye
grh0B5U0szdCw9J47t6DIu0ekl4Iz2vSBzegzcNRRg95HBTXAiGJVEkAzC78NLpwbim+P1eo2zG+
PJR1mJ1qwPJTn0z05M4ZqbD4ZOAfRhX77BoWvHjjJE6i8TMwhGgenlEZ6J4cHcLRoKhRTo9yNzQC
6PwRgFmm179yuBqnXRgVx8aDeg0ZWshrCq2jLKFzrgCkyqw59kbPgjShRvqU24RBWlx0JIZvD7+V
QV2hhijM93VdNgnpm2k3RML7qSMXTkch9DwxhI7huULE9FTjXN4kfC7NQxgxfZSc9nfu7PF7Tiv6
iOuBBYkEclAwZ0WqFaLqvJh2rOGDDb1L3gywXSb06f2ZfF3r3prHi305Yk6nXRb1l0A7Fy0eUcv3
kUM20L/XzevV0VdAsGOKAh5wEbVeSMf+0NA9h4U5MWZvHID/lUu98euXZL8MiDrNEUe+5BUaTYBs
/bPlMEwaKS1SOo7tQ1MVfDdLe8iSAISZ6ICc7fyTelwXyPtHkG07lqB/CzfPn4E9qWBEVPWUQx6P
3HEcMp6LjevTSksv8YAmkprObdhffDrphNd8SiIYUbzfjW9eBNHYi7N6Ec4RZo2C/x4BP6oV2WUu
2X1hxufGg4w2m+ZkAtXo/ZetbGdLR5121iPqmE1/MUAZQacLL5JTWdwN+RYidOWQviSDEAaPCgKv
hjQk00lkOfKQst9XOeLuH/uCxTEdhSalrxFbvmgZhCm45Z2A/K3yPwPnwv9ica4/dq5e1sYrK8it
oESMTFEITSDi/ZEF1R2Pttgma12x2Ia5jcx5xMRwmaL+oEyTaP+3zOFMs3UxWBu1i/VhoDCBYROH
1I3WXpyZ4St0vRsXzJVuXpbDB9IEbTG64lLo4cnNsjTK3YRM06cPdfKyHF7qKLI0iey0r/WY1NiU
Ek+3OGp0txPSSR8bSstS7jLsWQMjVw5Ai38OCP2Ul/kDm/o/NdUbK+lKHyzLtaHW0I7vdmACBbO8
0WFe3huVi43ZvHKZWNZqq8KHsw1izihxvEaN4in4OkbN3h3dmLdQMjXFIScfba3rJ77aFGoDa9Ar
7gsG4eDy2veBl8IxIGmbjSDy20XAiBgvZjYz0LUqFGhd3GN2LE/qiafD/Xxrn6A7T4JkSkxCD/rG
PzQnmYp7cgLr9OTvtypj17qK/vf7HNMGUWYwpCevjJFLdKMPQSzJsnZ7whFlQLocpKZyfEaVeLmz
VfYogIT0A9jBvD9j1n79YrIDUDq2vWighA1nqNizT8LdAiWtbFDL4mw1llDuhG6UMockGYTfI9Ky
BaoLBvebApaplnLjI1ZWlWVpNRmhcOzCKQSGN0pHJ4TWq+2fM5P/eL+RVpbcZX21mK2unkNohXiR
dNqHOeO97rtYwqT9/ResfcBiL6+dvoMZlAduOOzXoizrAUQVn3mQfaT2HH6N1/e+moOWsOu5YA7E
Tt14S/N67+AQ/v5PX7mELgur3YoNuVPOLQxZvlBx05X+JSMiicyz8bYKd/8N+TcOff9CTK9+v4a+
EpnpOkwzaGOQc88weArvFoW/2R87aotngC2bT3aWRYkeQeQdK4vs+6oN9rry63vhVhJCNyFueAtU
DXLwoY6dos2PZoS0CH7ZNcLoVvsCRoe3MSbfTnVT8n8GFBTC0ywHXLhp7RYVe+WE42cLP6JYWnMJ
0J6DWkZ4ftV7SUL95BZOXcJ6r6Qq7rtCboysN7sHyvHr31+13DXI57etQQUhe2HihkEBCS+ezqTK
KjZe8ebswCsWg9e1/HLUg9ddAvF1wN2MlP1+clKIMQ/vD7G12bFYYS1ISbgF6WxquwgTGLW3rllJ
8sGg978OfNVEunLKTBAcqLjJz/7k/wXaZhf1+WdqiY0FZO0LFqtsXbk+gbraXEQ2l4nfNefWOHuW
S7axo6+stUtNEGISpSYKCnbT0ydLjMMOxNyv6H1vN1n5o27MrkDVy8acX3vb9e+vWiz0GtfOhB+k
vPJ+9PmcGhJdgrmD3NFhiNlkfzubbHT+ygZFFgM4iypczXk/XJqm/eKHw61Q0+8PjaulGKW2UQWe
ldV4aSUEiEK1vykq/ToFqsH7L3hz8mEJWCy7JHQR6AokTevsRbAH2FycUTGEKqz6AAX5xkvWGuj6
91edgbp3OZRuDUffsryzDU11JTYaaO33L05W15Jk4QCdcamuYB/LjaITcnPZCwLR/KBUMCbjQIpf
7zfW2iJPFhebAc6FhTf2NFUT+zQwMt8UtIbwy0W1FYoUgf1yQlqdpGOZFKql6VAK+cedXbEPXQLL
RjjXRCjUqMZT1xKK+skRJCc4DjunCh5Atx6CdN+jnspbauMS+/6PfnPtQw8vJvYE7Eqet5h3Yup2
MEqF572b8PwLVY/vv+DNlQOOPIuQilXpDjFLH0cPBfp8TiH0Hn6iLF1vLN5vTmU8fzGVPZU1ViB6
kpZIy+waDyW0CsXv+8ruUMtaZBDWZWGdsBky9I990WJC20Nb5IzNKEn2vdsBgsDByp7DfOue/+/g
8X9nBXzRYjtqQyIHaIPttGXT48DbZzqovQGsASV/s58OPqJ7YeVVMFH1h1NOu+aF+1AG4tkjDDxn
uYe/SrkxPta6b7ECWPXAPXfM7RRhy9+0Ke9H6NYToO02GvPNGYqPXUz+HhoyC3GsIO2YTlr57Asr
dqIpGZubDIf5j/XYYhngVcWg1C7IJShQkzU/TJ2OqTx+7OH0v8tXncOJCNav2NxDSffghWXAHlCE
+yNwIt5/xZuTFI20XFgaqRxZo+9rFiVu83uiZ9PWO9ltzNFrY7814haLgAMUyzQVvUnZYE/pALhF
3AxDtNFAK128lLaEw4CqRxP5qRMivxxFgIXRGHmSOETV2lx9rI+XEpcGsAjbqS0nzSrL+hJ6EvWe
0Eicx8JzTu93w8pcWIpJcurBpSL3FHRoNyErIB4+SrqV5F9RuUVLBUlG56Ydha0vhSnLMoHmvH2s
LIBVa78w7aFvQ/GTQ0CP0ke3cQEmCSefxlxmMErmcuZfeB3QP1mP0jRDCvk3aGucZbvG1Rtxirfz
qTgnL9aCzh/HhqBYL0WiHXWuYRGj5HmMsY8eJDGAzsCHi4lG7VCVezMF3vlDze4vloi56gNXVgBp
MtQT7QjtohQDCnYnlao3Bs/qpy1WiCmrC1GPgwt1HZ2elCfVrcuD8Ohrr4NEP1dJ7Y8ZjFhlICCH
Rwge8ewf73/fyuwLF82K3JVAAQmDKK4NqpgKPNyMw8bpc23MLhqvLZu2nsXV1HJqH51etrjdtLdO
YH95/8evLE1LNZcy5WhBaF1d2u6+rehRw9VZwLc2zPL9x96wWF9b6fZhUPpwW2zqryYIs6Tk0UGh
iCDWmZEb7fQvFPLGGri0EzLDmGUdzFTTapDp1Fi7FqwgHE2RjTyBtXCfjWc6fnd8kqAaca/h0TvU
37VfvFQzKhmd77jkbVxO1rpssRpXKIakkGKoFFrk+hv0A85+mjKZ1KFbfMSXAkaDi0OZoQTSAQAI
0qhrAMTjiEbwQxRufMDKgr90xhGs0nRwXAd+QENs+X+y2onL8L73feg+9MaeuNJK/4o8Xt0aGpzs
u2aOmgvoMqpNhhrJBBc2UGI3c7HFh1x5yVIaRbWSlqtcOFhZV4hYmPH91HXZLiOSfXDgLTVSng+B
FGt9cWlp0xfxVDD9k1e++5nn3P00KoUV3wLSyiS2Y0e/QdsAO6QxcHDfVQNHGDI0OTIDVoa8Daqe
Rx8c2+ttgqAguBaB2PidKxM9uP79VXsrj6NSxNMqVa3+5ABHwYoprgJ4O+qf70/0lcYOrn9/9QZK
clCJJndOM4MaYAAD+mNoLHsveO1tjPuVy0KwWA1RW0x9x+Qz2lr/tTmwKHMhVEpwRGExnzxU+dEG
1ZZWb/T+Y1+12FmGHJW8HeX9xc0Caz8V5ltpyxnXunZjtq11zGJ9FLWuw8LHV/ggmj8YjwX33VQG
u6pwrmI71Ny+/yEr29TSWCgr4aoFGiuq04rghFLYPYnIB7tlseK1TTMWturKC1JRofdkdQLUPuxW
qGUJH/Jh2uiKlS9Y+glNthMI8J/LC1DZl77znqHL2Tgarj16cQs1fjWXpUcVeILDDRSAaVHyjbPJ
m7kunLoW/TsMDU4mYeCkvacoeCVlN+0t8EZgPgVKUtT1zt4aQEtHdWT7154svjHh195r/3c6Ao1h
wySyo2kOy+N5aLu4pd0+Ah8PPmfzxVLDN1JFEM3gwLLRQSsbh78YB5Uo0ee6JxevheETn2coe6C3
iSs646UwdjnIKwXvQ+N5ae7iqALaXbRsOjTF/ZyzfZtHWyfllQ9ZmruMqgVVkOJDygYCoX0z7sfP
+b7YuTs2xflvwNW6O/6g7pp9fm8e3v+elXVgqaw2KmMGqEF5Ido5lzqwbwH/Vqjcm7tdTlGO+P5r
Vkb6UmGNAne3lwhoXnBOIWcUqbafwTPcKuZb+4jFHgBSOpAqsA5Kmwo+XxqhMNQMnqeu0ofJ1lsR
x+vT3jjr/Z9BibJMM0LyerGDI8/vRfEgrOePNc9i1jhQT/Uw7UbeO6pfGqd88ostX4S1X72YHUE+
N9B7BXaq/byEYXd0cunQ4NbVbOTsV0btUmQ8sS4bPA2vIMsDkUb/mMouDrPvEMvFzqZF68r4WTp6
1CTIMsuGN3Ru6k8gSkIciwP0hxp/qTF2ZhOMlUKWgkodS/aHqA8eBJdS4poqUCYnWBwNJVM3kGLw
BHf14Bzl1N7YX1fW26VuuLKHqB84oH1yaJxdN420iBFYAoKwFc2+h1yvTUT1I5fVwQineXm/ydb6
/NpNrw5dY5vLoiaNnU7UByVI189VRGg8dPyuntgzbx3vY4v7UlBc+NFYTTbcYGX4GfBVAFJ3AuPM
Ez/K/kMmCPAFX+yVxguz0gRQfDfVOIH1cRU05Aj1SzffKmXz/mVX3lg9ljJilBnXATCLiCZaeX2I
wMZNB5uLP0HkAZZmICe/o1LC044hTlwf/ZLUp97WLaDKMAiGKQID6iF2kM7F3tCLFMpXlYDm5uJZ
gdxzletvpKFNXII+vGtGYCATR8AjA5RaLzsj1eenJXoq4REZdpPJnD8uI9EZhmgegkN2Gd45Hgpm
bQCKdmQAZYMOPr0pC3hK6wb1VeCDA5rBVPAS9VX4bNsaDk3+XHpPuC5UBxVFnY96baFvrZnlNzQY
HECl/BaE+opnRyjP8jQfCv4TUSf43zVYhHq3Zgngb6BmlGFzoLiYgyiN+nAF0d3Rry2xz0M8PKaF
Dk6AYwafQanNET4fySdQS+bbAU6SqbRrvWuihiXTtY6UDJGMGzFkJ0AH21NY2+ApFKEFZoNn/uJs
4h89qCViGeXAKVqD9zzVTF8s4pMjDhITrCjotAPBiMQzC/Dh7tzeWKhS3Suaq6cRPnuxBKznkVoQ
YwKKYgKQKT16UIKwMzD3OO+UUFVzHyAUbrs1vEmAmKk9EFNUI+QLgGDOsVJz9Vn6qJ2QAtdCt4bM
GQDGEtxn1MT+HDx/3iEq3z0JDxZSuuDjhQ/epfcmQPsAmjsr+DLt+WTAXhuI3HUCJVFNSeVdVAX2
J/iDBj+dfEDofRABbil8PvstA6KD5OMlqLS6jZSdH3QXGDwK3IYgdH9J0g/IhoCyC+hqDKNIyIBR
55eAKm1iNyoeLGbRs4JK+xBE7Hc+SO+MmCl5st3+uW7qAVSOiv6CIAHcnYiL6RsFSjyZwVZqYlwr
mYjr3HMSAJjYX2BkuqTVSp9rIftd2DXlDoLL4KGCrvmJDaECNpdF+7BT5hs4sfyzELy/y2c/B4BA
/wUsSEJYrap70EUyNIAqbvug/+yLrkS5Mp3QIZxdlOKwNrB9cYAiq4sdxb8EnizuIoEWtuuOnTM8
8Qx0CdCTDfNY0k19vetCX71k1Tyn2inJEbdoByBt1DoS7pcHX0dezDvA0xufy2NHjfOTMs1uZIn6
bzJo9ssCQescaTXhiFjIo4PT/r60SYbiLwhWBeaPn3DYNdxID5TB0HHwkUxkCUZ0t4sEQrhg9v9D
2xSHagzGBxBqIVR382gH0vN8sF1WnLwCkOgWSwpolVAuhoYmKgLMv55Vu3OkD0h1hvjnVx+clE+N
AMVlhLf0rqvHfOcpHxQVZZNxL7xoBrFygEF5gwsBWFjg+PWWVSZSEVQS5IA9fpKhQx5qWYGIFfIu
VXLQR+b0LjKw1Z/MaQGX9KpslztI72eOX558O6JhDFpHhn016PjZE2a6i9q2YqB62dFXRkovLmiA
uLTNMtQ18CkKT6qr2+82qi5KmLHX3YMyDFC+fqSwsGhR3nAP+k1417hR/t23rS+KMRlg7ZC4axRY
QvagbEUHJnR/YwSUfq2Ll1hMi1vEYEYAOJEy8luEIFr4XwD5Tbl5MAVGYdH4ZkdEHl4Aph73UVTI
XdR5JnaGNrizgSm7UwjhHGrclm4L4Ncugx2ILxjV1ZfMIc5njJ35EQHfGeup1fce2E9aRjFpjBdr
E+ljLan1iNRj9xXKaIKCjmJKWDZ2N1Q1jrXLZoQpu8GZAxiIadjDd6ETIGDd+VhIQek62bMVIXA+
Ym4yWtBn2ZTAlRcAYFqNUd/7WdIdjM/k3iqjDAaAdRkV+xJcREwF4GCTgZX01HQR+M1FMyfDIOdT
5DjOvZFi2AELxe5KqDROYJ4YmAFFCLuF1GUnpSGRJE5F7ue2cR5YAfyPNGY8YAZjmHLMhS5oYadJ
5uE4X/GG4GH3cNud4O97dkjRfQZ9rt85pDa3TVcOO7us7EMVteEdJXP0qBjcZgoDVko04uaGcgP7
HnXU0BFLmv/qgcc78FEUdzlWnKRzjbOrfI8nNcq/4jwiWTo7xFRxSTJ9KK/iozqKcAbC8asB6RHe
hQ8RVCKPbS2bJzJA9cTbqt0Da1zfosiZPbe1ymJm8u65rmq/jmeMnrPgBO40MyWHzgH0FpTAXekS
c3a0S74jFu6fMlC4gd/sojvIe9s4RM4zhp+gvg0LwHljv5zhBGNcckRURXxqkTNPVWP4iwcGyr5x
6uAIlWh4nHSo8M+rv4St3TPXZf/MnRpbV8ezxwl8vp8FZIVHiKaCT84g9bFRosI8IVEC9QX40pbw
z+BhgcQ28v5mRJjz4mLx/ubY1vzcDN1v1VAbUC9gR/ppFk2iEB6/HXul7tzI6n9MbgeoocxhyTPm
0wEOWvpm0qYu0MTK0TEO29jMa1hEYAHHKNrXDHYL8Ti5YufavvUVecbqCe7jxQ8N28OdwbJwT/Oh
+jb0ACVmtGgTSgxFS5L+M7ByKFKwfGjDA7vDxpJV8mags/NjNAZURq1tJCx5YZ0bfT2MDaMcnwbi
QT3LvGrnIOJ+VEBBx11OzV3W8e4PGSsAfb0wQP3UlSirJjg1kKL8mvdVeVN41fiIddvcYOl1QAYx
3iNrdHsjsMSdGsuK/joa2okdFwNNgwmHrrYK3Z3dw+Sjaglq5qa6+jq1lncgLW/OnNnTaYQJ+sW2
u2KnHOPaSGI5oFXDbSqtCtSqx1k45+Duy5xhOefh2dMN4Mog6P8q6Xhlw1btA+qO3Y2Iz8pFb1kh
0ruDq/uoR+avREnIXDl8R4U1Jg5gOhvxqpV79rKwQ8Lt2vdkEKWYhymKXMckw74kOd+Hlmd9TJqx
LPDwQpDBxQRpBhkl+I0DvemYdZNX48FjxRkQOw+BCWfj7rf2RdfGfHWRQew8xCKKGxofnJsB+Kgg
r2GsXotzZrENQfPK3XVZ45FLHgXl2JF0sHSHIkBUXHVb9bFrz17EieHK2QalrkgquHiBjzyWkC7c
qu5de/jiXhRykF7CUcD4zgeAWgM+m6LwkH0sJOQuAhOuzRoXeO/x4krre63pr4mGGyGJtamwSFT5
M3S/XeOjHgJwyxjM03PX1XcEAMr3r79rDbMI11hQNQb+DHsB4dEh0UrNsNSYv73/8LUfv2gXMWle
NwzHPxyF24Nb2e1JUw2rCRlMG1XVK9f3ZTkKkyhfRbQGU8yCQ4s3QhA8u/A6N9942D6azvx5/1NW
ZteyLiVgNtUtINQpLlOJkCrJ4bo8jfCbAiD0Y6+4fuKrCex0JHD9ZrKBlBaJsn/1TKUy2neo63j/
BSt9vSxJ8XOCH907YNN3OCL1401fBx8bpst6FDZPpeFM2Je8ebGwG/XyU2+2EjxrfXz9nlcNI8pM
gsSSwznFg71PZrBNVZasgWisj/CkA5NwQMTm/TZae9diFdKsAexqQBAqn7P2IrzwOIIv7UtwwkeX
OCg0DLeE3Su5uKWJYER6RGsiDZmbcqOdz0rQ5qkPfPeAU/4M2BFwvDNUmnAW3L3/cWuDeDHZcXpq
4dnlVdjqkfL2lTPFRokXDaEZIMD1Rhx+JY63tBSsM1Ki8DvPUpM/jhyVwD3ZMfOV5SwGR2Ivx2/2
tBEyXOmtZYEK2HuzgGsOlLPdX0d9GYYHuH/M6KvS+vp+k60sYcvCFNhvyWDuLXYxRJxbV/yEF9aO
j/6H/J1xDVlMeh1keUW0Z6fGAy+aCPoyzoPZOH+sNc91HLyaOF7LRRlRBOpA2nRiGvBj4KDK3y73
g6s+W9GWHeZaI13//uo9rQWre9wG7FSM5g84Y0/loE7/4+xKluTEtegXEQGSmLZATpCVNdnlcm0I
jyBGMQr09e9kr8q8Iomo6EVHp90CNFxJ955B5PXWd6wEriVDhUyQD7UkoClWS+tTiZztpR+RiLg9
xCurYklNafPKAMcTJcur0xdEzAMje6WS72pty/h0rX8Wpw9RuZrpVtBRmV3n4JbO7zgrU89S1sZ5
ea1/FuvapU1mmg7ojLh2QrmhOaSDON3unLUptNjCOyMnxqAMnA8SaC00MC77C6n7QKWo62ycElbi
4JL5gMsU0ghEQaWkgDwCd43+ARq3eVSN8z18FvaUJmqnxYn9uSi4VEHtJkjoDriohpUJDWf5dzCb
QOc/eqQxbvfZynAvCQ/CqjTJahRWZ3gRjkhRCPHHrH/cbnxlti4pD5RoDFISxMGdojnC5/Ar0i2F
r43NPTIqbHf7ISsTakl7yFsGEYeRGeFV5UCb1NcC+iAbO+xa71yf+S5YIAvVO52ZOKFodBhC6E9S
g5GivYGkWJmvSx1N13Q68AivbMiMwYuvhfE76R3cVfVT3TJ4O2Rgi93upLWRWKxqJ2Pw/utiFbnN
0YUnGit/8mL0kP7bmKhrPbVY1kkOzTYO5lvUoHDh2m9kumR2vTHEa2+/WNhVzjhSU0CwgCLwUlcg
CxtIRpdAQXtuKrYi98ef4Pwf+UFvIA+dTHOUCWAiCeGP9WwSpBCnjc/4eKY6S/ZDCTZLV7rCCGVc
Q1yx+61lzgaI4eMecpZ+qUjNDRXYfIhLJjtDFOd15nCPgEseymp/b0+hj2er414f/W4t1BymtvVE
2ohVyu8sVDaFMJ/L3H7uEoiqTFW2hRZc66frAL17EvLMGWCQZR8Ns0DloDVfCak27pAryG1nyWFo
M1JAK6lG4/BMhJcGvMb0mvW7OXWPdj2eWqkfALJ8SdX8Rozq3k7pd+nmD71ijxavHvvMeHYN/fl2
p/5HW/z/+qSz1PPUWx2CM6hbhfnogCdux1fnjUweTEuTF6dqkvu5EMkhZrWINAaH1IJQctITOvyw
k959ouMEXpSi5TOD6otXaUX3FSQlVOmHasB/Q73kmTVAtvTDDFy0LsU9IyM5U0P8pkyXAKzXZPBc
0y3vIVdlnWUF/RkICiJnllTFo4LdJ7yWBEa5VeRQwC9+jx6UnjYM8V2M20yEPIhxV8Dj85ThlgON
HmHsDTVQ7usulF41ioKPcvoyRNqv+F5ApDyoiDKO6WRkOwRuuKpk2A1EYThRppUxKKNAkakYfwAU
reO7HSKjckVyySc3/RZLwz7C9KLeywSGNxVDWM5kP14G17Y2otnaDFyESyEmV1Do2EJKpbynVJwY
izcOKWtRZhkoCxea1BbgLC706Nk5sx/ZtHGZ+e/W8tFkWsRJ2cCbo2BmEw0hO4gzGL5N55ln+1j6
ya46kvv8FN8z7rUXXNXuyvthI/qsfNOSNOLipgakA6ki4cAYdlfKElr8Q2uwHckducW7XxmUJWkk
La+22vBki3Q1/2T1/FrAa2Rjf/z4XOcs2SIoTFlubtokbJXWnWGnCm8NyeZdX7tyh+Q1/Ag62wmS
Yu6/3F75a322CKcUXnFu6gBaY0y5epNNm9ao2akeQv7j1oVwJWQvyQqz3liV41AChAWxv0KKRt3n
3C5DgySpH9etdYBYffH0uQ+6Dtu7qJ3aMYXMh66iif7JxeCnJtLIzqckgQy89L+tt61jd1BppaGF
WAehvo4dCu5c/XXnVwm2WHD7I1b2UWex8KFZhtrilc5nSXpyr1lSU6+9q0msuJZpbj9kbSIvQgCu
uayqqx4J3n4Ke84f3HLcOFKuvf8iAth1NsQc5ixRx6vnRJuPriFDU4kvaeqUG6+/MnOXfARTWdzG
chdRDzvwuYOJeCzTnySmL7e7Z6396xp9P5FY0WawnHbDaqhhXc+nGf5pTgXTuEFuRMqVEVjyEaB2
A98TiD+GWWLmULKUvxrmbGR5115/sbBH+DvDHdoloeUC9wuZteJr3aB0LKH7v/H6a4+4/v6uh5oE
ruHQDURpY6rTcBwaihRvvo/7eYvEuBI5lth7GWta7pa6Hro0+R5ffepAzv1dpQDe1uobn9inrp8A
Rv/7JR2WWVfRtosalz20ExziCipCgJG2EGAfC2MYjr1Y0Xqe18ROZiu0ckCMJsCbIAtjabD0dHcV
SC4tNK3aeAyVLO6IvoW/X+GoOUsAvrJybs5NTkIMyn1DpfF1mrgWAmZQfk2oaXu9prt/7HyS3zpU
TBrdyDa6dG1uL0IA6oQGzwltACQZgtT+PsHE8/bCXGl5CcknAE7EGmrP0YA0h8d59gUOxhttr2zA
1mLR61DgJw7v26hVLXx2s53MI0sMYacXO31+pvXX29+wMrGXCiWzmWvwXuYAynclB8Bn/JKWXHmJ
3f4VWXlfgrlz+0ErkXipU6LqWE2dxSHJCmcVyKEMRe8JNwPfbuvMshIFlgxPCMe7MBw3oMKRA5MI
yGJxGmCiFMAQvvtUqcRZsjnRMKhUKrZgFJH1F6M04Ic2zSyoBP91u5vWPmIRANJk5oCCDAAxwV6J
w7cYdR/fgI/y55pfrH6aImwJtxGRyGBLl2ehgF4oVBmPn2t+sZPbkMYqp8K0II8/7KiDxATwoC80
q/nG+68ti8VibkapmOSgVME09FHE1cmwtcmHZumuSGGnAZDVeSL6xmivTNklyaLocqeyqwk3Otkx
cHfjFLdN+BFBlRWAULq/3WcrUWRJt1CaScrSseor6P7rKOJz7iYb7KqVybRkVQgNpD8HaffIgruH
XzNYHF19ktPc3EoIrr38YnMvEyTahYRAxqwNJ5PKAxyGNvpl7eWvv7/b1GOVNh2bEbfhe+W5WmCC
UMPU79udvhL2liSKUQdnVBd6E8F4bwiqIn6FANQTzWEGWY/ArudOuXG/XeuhxYLW4R3HsZGDMlCU
Jwa3x9zun29/xFoPLRYz4MJArOa4OkOZ1weCt+cQR9MPtxtf66HFUq67OgHkFld+CedyI3lzrqUJ
59mBqia8qzeO52sPWSxn2wZpWfYmDZ2UPcCM6yI7SEkPtgW0Nja6pADU9PbnrKzlJT2kBf3EUEUT
h5k97iQkrfzSdHRfCSvzWDZtZNPWnrLYtQfV6K2hsODYfETOzpMmnPYgd1Nm2e5z33HtyXerguEW
WZlkoKFmjvYl0eB+bHZOfEizrDu4c5p9LpIvOSODCwdV6FC4Ye86b2YJOTxIYtvc2AitK6tiyReB
n1grBIo3UQrtJyHgemRuXDfWWr7+/q6Dqpbalui1NoKxMYzd2WjAXDppN1pf0beBK+W/zWtj144w
v4X6qBAPwrT5njmF46djOZ2KpgQHGlt485BToB3AYo7h/Jm4kO+H/5jXV10GM5puPmRiK4e+NuMW
MQDgJZc6DJL6ZT6jSN8O8C2VTtmHBh9oVJJsS01r7UGLeABnMQI2GxAPgKKgzDqb46/aNvodLu8p
7E5ZtRF3Vnb4JR7LqEtVmrAvi5BkCkqj9zIQ5MmQe7YWuVVxqXFHub2UVmbKUi+bKYjVjBkq7IN8
03JylMUWWGelr5YYSLcvQHdr0PIMz2IJkIsL4ucYP3O+hYlbCf1LCCSOQAWy1WmDWZ5nrdfqCRyd
XYMeIV0xbYSAlZFY1nadqkpGNiZlJMzfXVXAHRZYbkBJexrvc/3cOmZweyD+q9Z/kKddVnVZBk0W
ChXDqIoVP2gJLw6JnOY/oOPsEi5oNEKEy6ssIR4pZelDDCuWQ0mc6RhDiPCYKzJsvMranLiO6Lvo
oQaDy7SI20jYWQRoTYTHb0Tule5cingbREltmK5HDt18TSbyfdDtyZvq5hV1qoAOZeGVs/65k98S
7Inqg5U5mCNhzuZQalXta318l2ji8faQrX3MIgxOaUdjUBiMsEfRweuyRvi26H91ZtofitF5qMAy
4F9uP2ttNS1CHINrBdDiBQk7OBWxcsfj33YGi9HW8m8/YG0xLUIbhw+2DsU7PRQAtrtj+5KOMjLq
wfxk+4tTjoM0tu0M9RzadXVoK3DNxhdNxp8b6iWK0pjMrpV5DIkZQU6acaWLjTWcH5Ji3N/un5VF
scRP8iTOspa3KrQcdWFZfqxgeHK76ZWxXYp5N70xDGbuGGGZm1EucyiIiJNIX2O60TtrD7j+/m5B
p06PNKPZd9HE2mMd55ZHkvaUyPT7UEJP6PZXrBxjlwjK1CUJatnQ549t4ACNb4Y2ekQD4SD9qZwt
k7a1Ubj+/u5LzBw4yqLBLM0y/WUmwzOu7hunGhdNfBB/lxreNu3LFHdoHdLg4huvtSemo+6KPeWC
VeCnwojaHsw5XRVbtasVUz9Iyv37NTHk/lydJiTU5uY059BN4bA2GJrAYs8coJg611HpJXu9GZFD
4IFKft8eq7VuXCx2WUKfVS8ourEnD6qHUkdMg9tN/9dfH/XjYqHHkLIRDqixkEsR/OCQsQ/rrpiy
Xd9M5bmAA3LpqdKF5wV4L0XrFzRrn41JzSdjAqzas1Xt4mLCDGNPTaYSf3ZqlLibqfklm7GHn7eT
giWbwZH+AQpCPbST8zHJDgJ20H7VF/Pn6pdLaCbvYWkLspkeGnUFoljPvbkYvKHItpCTKxF3icys
dEDqJontQ6+rKeoVfJJAuKjPqaalD7cHY2XhL8GZsLzUys7GOKfoG6e9kCswmz2qbGPN/NcZHwz2
f4CKd+txnBBNJmlPoawhqqQJTvc8c/oHZO/5sa2MOtCreHgBrQfCaCoXmQ+iVLs3wUI6TpnpBoM9
l08GHLEDXe9R+aeFwoXRlbgTZdXREpuW5WtdcR2Fd29KXFM0Yw6vkpG7F0ypJ4jfRMnshops6a2s
rKolylMHsqG0rAxQ2KQ7Vqad+hXC7sYmsdY4/ff9HQ05OGcSLGxgIYic1kWjfOOMu9b0Igy57lSV
sP1WUZlOzRsZLXGx7cbaQu6s9fwi2GQcVY18nsqoAKQ6L+oDNYwIomhH5Y4bJ7GVvee/gsv7wZ2y
0jFIJyFJcVfae0rKQ9XD6cv1WCo39reV5boERXbKUDlKnH00JayF4SXrHiDCRnblaG45tq0MxBIa
2bGmgS9F2keExMMR9AnijV3jbiTh1j5gsQJoqsO/XrPGyO0PNZTG6JDsKHhjt0PNWuvXb3o3BFNa
pIoSM49GZ05AMJ/jLuBDTi4cqiQbmaWVYV5iI9ucsgJE+B7nUjvfwwNrfjGBWRrgSO+CVwHSe+o1
9jCKjW/6+Hn2El9Qi6So9RyYs7qHpZFN3urMbfxcuW+x0T1Yyfjrdt/R6974/2HUXiIMVE9oOlsa
CSvpPIEt1XhZJgrfpLH0LDOeAsA0k4BmzSVB5suzbPOQG/MBG1TjFYMZEG3SDzNP1R47aOfD0Hwv
wCgZWtjbCTaC2UyqYV+0uXZ0UR6G9EwyBEAxwOxrIMgqm83kd3lGv2kg2u7MYdPy6OMedJYOBKZd
O5qcszhkZuYDOGkE4CPc6bP9BzUe4peV8/V2F66dpZbS3TWSLy5V3Ri1k5qAYYVFpVarF143T8lg
kZ3F1Hch3ceypNDDIncxjhwenPJ+3H7+2vRfnnpAcqqs1IH2i8iCHgIXBet2ctoqHH4cGewlDLUi
1dQSTvsoToonyts33m9KJK61fb3evlu5puUySgxEndZhBzqLOzjLb51xPo798IT5t21ptbqtVQWk
83Hrq7rnwUXBcwaJ2eqD2x3/8bHdXiJQOzK5ujkjLHfgzO9Upl5Knd63qdinUPfhbhIldflQatVG
0nbtixZR1Ewbh0MPvo9mB0iX0VD2FwfaCrCv1b4bkOzY3f6sj+eTvUSkjlDqVYamddFQBJJkfgbd
aFJvWditDfniMFG3o8YHK4FmvPPKwfJWW5XbtYYXR4mGSAhQ2xw7WEO/i3R+aYQ43O6Rj0MJAAv/
TiUxVzEU99vr9pXtYRh4GYR7b6SSeJDOyYJ4kBvHobURXixliCRyeyYCM6q9bpBVYCW/ufmkmuJz
D1giI7VOc8Qg0iEis0LaCFeg+CGB1PjQPt/uKrIyDEtUJMmLZKJXZ1ztOO5nPz7ou9QvdxQ6BYG8
UxEEpv2zPItLfymO1SP5lt8n+2Jj11yBudhL3OSYpH1N3evTIVJUeFD2yeVOm3b13nI8U3j279uf
ubJGlnrb2uxYpmPhOcy9NAOGCdid4HbTax24WOV9YluKddr1sFcENdN2WZ9/sunrI9+FW820aTNm
eGul6S9xNnq13W7EppXCjL2UQIZ81VASq4hPswH3UZmB3O4V8GmvPahSllEJ3tBdzSfrBLWV1gcH
Ve0JgsGrjMd43AGvMH7j+qC+AqZCNj53Zdk6i9UkK2E4WiLGsB7z2euJG8Bd9tLQ/KWrUYHPSjPe
CBArl1F7iUHMmyEGQK2NTxnrgBWC2scTnQSBBJ4JUY8YLqyPCW3Ya2UWf5Hq2XfK8odZPVAyZUcj
hlgpOmD8Nk6k+gL9bt1DINBTH+jz2IstI/56e26t7FhLxJTR8BHqPbwPnV7JS19l6UMrU+bDQDg9
l/aYnCjLO1jiNVP2EDO2haZaGYklmkoO0KDpZn0I+9KBzFPt7NxmhhBJgVIChUWdM3yqoG0v1aPR
m8q2YzyogDpcrqB7zS42J57VwAl4i3y88jX/h9YsUptC96cNpV0DwFDD0nmG6xqbqt1ETR0Ob+lG
ImjtSdd94t2CbWK3TNVUd+FoMH3HnfJ7WnZPvds/tUCyB1yZ/UbkXMmd2UsBZWN00xpeDkkUxybs
WhPVdOlOmtn8t24IOE2zlbW/FQPfeUcTkT+UAzN+zFNq34OB0mC3smQKXqaejYCJSKjRgCw934uk
HE9qzMbEUwlc0h2nYb8Gy1a/HBixVUGWY0cFZ4RukJpXgucSTieEbg1MGG3o8Ly+dMVs7ttM29IA
XtteliC6AW7UMJOzm7CfMw6lH0cNIIH0wExoTgzRro5R7SHLR2hlCeXa+472HI5HTdX+vb2AVw4I
Sxxsp5nVDO77EKoi1p/rktMgt1vt4oAmdCwHaCrcfs7K/mYvTmk8E0Y64jobElPTvlijaHzczJiH
2py2EYtWhmoJhKVpYg2Q1G5D4B/TH2aZw5WCAwh0+wPWWl8c2SbYr2MqgNIL1S1r35PKvdCkYRth
Zm0YFjtL2c6Fm8dxA0kUkR4aZB+eoXcFrQ4y5V5Jp/H7p75iCaksW2D5cGRrQppoLehLkGfrEvLw
ucavXfcuuNgmIHvF2CeRA/fxMs4DW/tzu2WDrXS/tZg/iUiJzEy0Hb1p3qvpmV7p/bYDx5e+6d3d
BW/c2zfe3WsUBXd7/HN/Ou1P+7sguLv7cv8EepB3evJ+HQ5/Dk9/Tn9G70+/Oz8cTifvcPpy8k5/
zo7n7w6Ft7uE4W63+3o84l/fw2f/GB4uoY92giA6+vg7Oz/0j9FdsN+/Bo/Xv+b7wWsQHIPXY+pt
MShWA8Pi8mFDX5dOEnEHhd/+jZsue4yFBLLNAe1smCvr3uDC2Wl2AfG6rGz8VqfNl9u9vdbXi6lO
5yROeaPboAraByvp/HzmG1Nk7VS3FNWepTLTLrPs05y4kOPUvL7Qjvr4M7fAslDNkWlPko8PDa6J
eDix+VfdtHaGteXwtBKHlhBQWik2yhmmGvqss9OkzcarMDSoKqZx/utT3bfEf+q4b8FV3bZPegcv
HPJi5ltB9D9w/Qe5tSX+U9N50pCWtSEMEAVk3PK33EW2ElKudIZTZGYYf4aJpclRY3kd5KPQvwxs
Lr7UMbf+TrY9Huyqhn0mz4AyROE0znwIGBrBZKodh4gLTovyKCdGH0Wd5edG19of7ajg6TOrWvGr
ylhKPGbDF8FnA8Enuhn3pNvJg4InmF/bkDUseAfRj3SS/N7qwT41FaSG1JiCl4AJFR/qUnP/uLWK
/SJjElt8ZeQMmms9NFZhd59DXxIVN8et3MNMmTvDBG6IK18RZsEJSsJn1LeZREEfWMkdoNX4G5lF
hnsSdyjbzFTtrDKxLqh2jl9QXqMBHP1i3KjK1qe1Wby2o6zurc4afTY56a7rVCe9UdOTr2WcIUNB
expMExw2sq5vz5Zmb0EWV9bVUg8Ydk2F0Rl6C1VXFOM8Vy/YDs5ZubOxx660vxRD53xKSSqyq05c
yx/iLMl9XjVb9bGVLcq8rqh30d2CdFoqMYBABT9NzpNSyne0kGVb1nkrWU97CeE1YZmVOaMwT5Pb
XAapHeykOHW1CwyEC3+pytfqNihr+pC0UNklObhZZbyRxljruuX2AiAE5J6QZENmxovb+y55uR0M
Vg7c5iKOz7ohWUlEG+ZC6w4Zdecj7FSae9vuyWVs9CLsY9Pd3X7Y2hAtAndJURqFCUsZCviGRHOd
9Xe5ZG7EdBh8eM3Yfg6tZi8T1GlLqdmlI7y0hf6nRsG6N8zcA7NhYyZ//CHW8u5vT1DYzJDMBbPP
2tUlpYFVwI2ztS9W32z54H78ENtcnLkgH2pPuDjYJwFE6fhTdbbXDZf65+2xWOFl2UuA8sTzse6t
Jg9Nd9CZFwPWI49Gk5bMUxl2IL/tewiaThbtDQ8C6yb1Mp7AaJP0AztUPN+EK63MwaXIfdLLkVad
VYTZ6NR7sN75z2kYqeFTa2p3iRohqGT08nD7w1d22KXsvakc0bs24oReOaHVi7Oe0kfNNjcuZCv6
BlBh+zcOjXOuq0r09lVdesaGQIQEriKd2m84M01nM+HkRC3SPxnl1MLWb4KaZlKy+QT96j4HtSSW
QVlNWsBqjb5MDNSipCqTjddbmVT/h4O+7rRpxUToxo19VHFshGk6qjsB6VLiqc6NN+AKa4N6jWTv
wnEyFUlBLbMIJwjN1gCj4hKpTTmEwi07D4wUx0QhIQV9e1BX4uMSJT3pY2nywmrDas4B0jTq7jDY
tb0RfT/OItH/q01CDX1uHGOCjA7d4yzCvdidvpFJN72Kxz8KEyWoEh5I1qi2aJMfjxOcbv/tPq5S
g0IOBeLnWjx6ksBH2jFAjKiLygTVbEsM4T9Dqv8/sdFlJINsa+ES3qdRiTxG1BjMNZEcU+RsySTZ
m0pa8M0CUW8YmJMj45NDez3pyH6mZPR7SJR/nYvUCg0FwkzjKvkgR836ZmDu1r5snPSNxs7woLoJ
cnjwnCU/YiL484wpqAeJqYlg5vA7qyunD0SaGkFbVNVDVffGLq8hlcOo2xkeb/rkW5OCJOr2tNt3
YA16oCVYJ91yjSBXTR3gnKXteS7YS25Z+e+R1tXOseRJDSxAJT7ALbK8wKbTeUgrBUVmKJzvCiOT
x7Fu1D7LmQgKYA6RuzUgoq0KEhQ2XISzMWV7BvX6fTVN3zuREziKEvcOibgpdGDqeAAlnp3At6mC
UlYlAOT1dD8AKgq3Atn6cOLOoCdCx2eAAWCDCJJrgIH9JZO43g8unzY2pI+DGl1eG+q6ULnlVFMI
EGaQJWe3G3w328rQr0zG5Y2hr9rJNZysiYhd5pcmpQ74iDlcBWFC5aTVuAGd/HgRg4O7mPM0nwrB
kjoy3F8uxN+hLnA7Oqy9//X3d7GoqLORZCUI89OAclaN9TQ5EMQHZFhupRPXBuD6+7tHdE3s9EJC
gUNPJ6/o+jBtS0/KrcrrSvPLzH7hYP7i1oYI5JqvLp8fR5N+G5N2C3Cz0kPLdH4Dc4Ic4kJpZFVt
gLMN1DYmT0H2xZbG7vYgrATRZabaqQeaFIk9RCKVkIuW851L2V+WOy/NXN3VLXS1MyNtAgNmDhuP
XJlQy7x1d1UZiGHDHBGzuygnf5yLOrj9NWtNL6bUNOUxNPl7GVmWhHjP45BuKc6ttbyYSbMJjwjL
KTnU+OWjNblAb1uy21gJa41ff383TVMtg3NcB/CWOUc1YtFcbrENVmboMoHa6ykB8JCkEW4Pjznn
R7NNzlq35eu21vxiP9R1Bs9ZOF3A7Gx+k7QIhgbsELtmW9buDnrgg41wqRfQaymBFJ87RqhyQtSp
hACJM3iz5p45LuETB810gufQxjisfc7ibK/PPem6DGUTYopvKkmwzZNjk5KNA8vKMC/LXkTTOz0Z
2zTSpDHsy6EVgSWabuNotxIslsUtDdrvRlKaGIvyO+OaT2fkgJUbpPnL7cW10jvLogaHTUfVQhYg
qttfRsp2mn5nTnJ3u3HYfX481MuiRprDUAZU3zjUmVbiBIBD7zE3B4gyTanVXiaHNn8LcGf0k1TD
lHjgoZlhPDVtC5Sdrj1SOU+vZq2X9qlPmHgGkYi/zoMj32TN9MgBG+trxTLrNWuggV/1yC35wGhU
s2eoih8s2pJzovrpocpq62FqXBGmMEh+EdgA911OkweqZ/W+i1PTH8fO+pkYnfPdScDrGiruFr6w
uf006TpgH+UA76IMWEDusbKuL1PaZwExsuzI27IO3DTV9swkecRhPfG9MAmSlbBl2VkUAppeNnfj
Gfm44hjXdRzlZTwfpYHN0itlk57h1eM+AWeThZD2Eoe5k2Tndkz7C7MroMclqk+/spk096lTwIql
RQL8MNlmd5itsjq1Su92hWzsn5Ny4/tCOOZemAPs/FIQSKMRiG8UdCSIk7VE1s7mJQqLAGWWj7aj
Nfs4j5OvEPkspZckZnuvYk7h4tiYf0u3hsqZrNjjNLn4fKtKXc8uZmD527zf46pfh/NYA3WJ8u+v
2hq6Z2OEPckuBcH0jc2E7ppOWvO5gJtRddbjBjYXgl9MFrcBk0D+OJNVn0nBYMGLatO+HVkWlH1D
97allXf4rQogScd8C9oJO6c3ND9LksJvGsiiAzRYnQduIOEJs+rKt+zW9qe2U7t8MLoXeCKbX/ts
MI+qTeegGsEH5i3MijwKLeSDhJScb2mD9FvTwEimiQOfCGqdZo2aIK3KGDlIKwZ7IVPnuhHxFybn
+ChEo0IHi/HYdtOMS6TFD8gg0sDJBJJTozB+tjRvvyUzJlHrau6zamZ3D47HdF+nlPyEl6zzy1Vc
vtg1pocGZbdfsMjVofJu9rOPi4DjC0Xm36jJ+LHW9b5LzErtGs7c8wghP3PqTyRVQKNK97mcK4hS
O2/wvuI+GAPVrs1Nw28tMzKL5okkrNqLmta7zhIjWBiQrIQ8c7eDpYzxAxaeGKqyGL9Ku3HuRj1B
p0Kd8zjB2DPMGojWNeVo72ze1B4xa3lM7aEFqRomhZ4D6MOhyFVxB2Ii3cepJvdJnAgYteGdeZFV
0sdVV/dbjRjnearphWuoIroNy+8rQ8xnagl6Tx1gNJKpl15pudq4RyZMD1ip2b8Hy7DAp+qAG4Uf
zOg1bJYhEbN6SUYMk8707sEEQ/ZojDyOMruAUw3MbC/KsO0npnAx7WitH1srjxtv5OnVZKRzg9hw
h6PJXXjLKIidVS16UOiiCJQYi8Cyuw7TQLf28G2C47lrMV34ouOF7zh1u1MlAIshR5KQHgRILoGb
kxw8bfyvaYeaveZgUvO8in3kbYq9zik52FMPuJU1X3W86PiD23CFCSqqircuycrIyqv6CZpV3aHR
6/QbjJ/ETyzr2nfbpPHh24ji6JzYTbsXSB1aexAQIAYAd93Y1zVW3xdNwY3ANSYY8tTSUBD1RN/4
3cB15VtGZZd+2eTV48gtA+6sZg75EZdYBhxurOmlMMfybgRhx/Raqs9PTtdZhyyrtGek2QlshQgM
YPzMMsDkNk3WfS/SNn7TpgKGuwKlfD+njbqXLUzWvMaY3QcsDdDiGcCEiDSsyE4Cd4CjqSAK7k1i
bsEHAlkal2xzNC8ShkRRzZWyj/AG4sO90NXgVXGXG7tOq/iPtOhh3K4cirM+rGwMKBSMAt5AmSgr
XIsMImB4aM+PczXq0ICcbHi0pSOv/t7ewtb2x+vv705xdGAMSi31BJQEvY8TjnNKxb9PViGC2w/4
OHlDl7IzpSNi3rlFE6mhPbstKmzu8KbF5bOBkxfWbb5xDFo7pyzS2qgODl3PkFiZRv7IenufwEVu
o+2VA521ODEi96A3maOmMLO4s28yeh41FLzgAZEifdOdNGXes1huFMhXhmRZHDB65GrqCTo3Tf4c
x+mOaPeFuSUGtnLgWhqrp/VMr/CyOtIBJfrr4HgX9ow0UBzt4Zs4aFvI57WPWHQZvGZQDygLXMAT
pOMBvhnyt6Ecv9yeVGutL7L/yKKXSZKoCiIB5q6RHazc2tb2FAGM5vYTVqq3gB79uzB6exxFn0Ms
gU9jHKakLX2LpeJFukqHSxbTz7KrorlHTgaVyjNMvZKjUGO/K3OZ3OcoJF6qgW/dEVeGbZlh/x9n
39Vkt26t+Vdu+Z2+CAzA1LUfSO7cSeputeQXVisxg2ACCf76+bbsGUu0du8ZVdk6R0ctBhBYWFjr
C/hMAJSkU33KWue+hRhzT2HWBcrWM1yDrjSs2Y/+1m8OLuvqOcytW1TyKYS7sAE+2nEKbqehTbpo
mFCsW2ozGWixo6CWVWNnI8WY/NTOCXuEDxcMzGAvNb4OfuOrsPStuusUznCp6Ov3boZTF5wCLX+t
pRA1Fn6yTJCmhbFM2NmgiYQuFsia9NBBShgOrNwVMDyzYxK5UnmHlLj9i4amzhALhspOOEqY5obz
NBAkE3AX2aAmMwIpwRP1MDp0fudRmUdZy9F3ZxWFBxWcuj5CPkoQmHjX4gWQA7vRxk82hM8OPDs7
5xV4F/EPulA0JZy26j4ILhob0WCwj7rxhtgCIoeyIvgXyhTBvte5e2tMpU6lSvX9WIE15sx1CztX
BjvcuBgH9LuWDAK+qmMSj96Qs47b2DkvGVmcItTKGXa911RR7qZoYzd+BQKETlXyjjhegiH3h2cY
2dEnpxWw4GQaRwhRPAyBdveMwI+uagT7ytFmTrcwWJ+2gUP14+wSwMcK0u1BIEHmlC/HCa2P2xom
pCEdxuGIAqk8AFCJWkaed6HAQQymn9ps81YAhgM/ThYvY1E/dGCAxI0ogjBxcmdXgwEYitJzbgev
a+OOTM2n0izZdrF5d295ncH4kMKps3deyzZrtpnPExgUGkg9QJ6vRbM8YH0kdWUAbpVpATcQxR+c
BWt5zKF1XdJOFJGiefBAIaiTx/C8Efdjx8Dh1ZmT3llAx4OooRoDhyQOxOuhvWPI6iGVMsMAJmsV
4AEuAnRk+qbK0E6FYN/i1OzgJSniW2llkH5t8t479qwcswhFVFTDi2B0o1aq5KOdCieEDIkbucKF
5rElFSiSkuKUIlNyR+CagvtPdg9izvDEejntSzgwbhjwqzDOaeiJLdbdDnXZn+BGD7s84P+2AJnl
B8wqN3Jk0+/hZldFWeLCeXOa08ifDfAvyo7wCGw1mD06uHVdxna6cWCPlDvu/eyLRG0tfvo0sHSJ
GMS3bifNkcfAyGXvT6SLjDx7rBlDIyRPejPMCg7SY8phnEdxDmPsvp0wTUN4vasprIj2oTKTQyR3
TspN53fuFwjzurc1GQmaZaillX3nf+KeV+xt1xTnTs/Z0LCbhzvWZ86dtAAYbIOkzj8XGQl2JXLP
D04wfXebqdxpCEFGfmeCiLkT3apk1rf5MM4frJDVfUNxBInSaWkeHRA6yw2Fag/gjyjb771EmLsc
Ar1pqHkjvE0vhN43EJPeVnAyjIltEYmrKnkei8Sg11yxKeyNQxFIJNSwqQRoNtLSLfdAUrY8HnFS
g6dygzYLRMO7Fk6sRfOEzHPpIOtpSBFOEKq+qSBH/BFuiPi9dF0aUSHzO6f28PsKMBTokLECaaKB
PyWwIL1UCI1phfYF5DDo57d3nguhfi2PIrzSM0BITkfn/Jjo2PAESpoTaOXNlQTj0h3O//2nnC9f
MB8T8PyP7TJ4OGS2JGJQrTVyfhbpfK2PcCEhWzdH0cXp+q5F4lfB0tMbFrD/hvdvD9EFogRfN0az
ykhYcqK877/rbvI9TJSjbR8eQCf5BCOjNubvlmNwdHZq85gd92c488t8Bax/6bVWCbNqfdI1xlcn
f4DYKHmu3WsZ7IWk5gce8KfPYouur5cMjReYET9mQ/LOZPy2qv3vbw/ahSR23dfEumbnoow+Qftz
549VlFD6vtDDpqt4WHfTJ0muQfoujdEq+cMWJJHCYozgjtrHtlvSGFrmYvv2i1w4UaxtwG3CSCAT
ok8qq44UnsJE8ncDs7ul+dzW15hcl4Zrlf9VwHRRaIVMp4C6B+3WKkSd7aVjUIAtpvclVw9pBTP6
t1/pwqdfyzmVOOxha1+yk8Cm+QlaeOwFnodV3PbYWt++xYX3Wes6qcnPJEF75ITY9V5Icjs48kWx
YVd35ZHz9tFPr1G+znHkN2nkWi0IYJla55BXP0qcwGyABE3D+Buend01DNOlO5wn3k9LhfbeQtwp
mY99B5uMtIb/QLXvneI9rVT89nhdmGV8dZ6kpJLcAMN/0jBYT1kVs+mYoaO9cA0U6oe3b0IvffjV
Silo7fC2zsmp+8g/tnfLUwnbUfSrw/Hj/NrfH+UnJMjkH2/f7UKxmq9OTZ3kBetAdjz1yxmMKLtG
OSFE5sTWlqk60jJtN1MxNSAnFzBo3vpO3l0hY1yICD8Y1D99MA0/eOy1bYAMQh1zn8NBqPjy9ltd
GML/0BBKOVTc5OQf8+wjh+lRurwg/wr/7OLn1fTTc6MgzSeYi/lHpuxTbtU3O9IyTNvkz3aTtYZQ
Zwwcyk0ZHHs3GHZUcH8Pn+DmShf8whxm5+Xz09NPHCpoTjbkpxK6gjvRFeVD5jkoSjWLPgs/59/q
PLhW6Lkwu9ZCQgqJ0YiOIMS5YfvRmC+26XFMsiCpZhHP+3B22shAiuXtD3NhQv3IDH56tdSfM9FM
aBzlJSzsUanOPjEA3F7fvvqF+LIWFWpkPRQwjpiPmfvV0gWElOFceQxlM1+J+Jeef7Xwy1xMUqsZ
px5Rfq9d/urO11Q1Ln2I1TIXdkatkrRon7ZF5C7shHr4u1EuaN6UT0C0xIFJwklU3/5srFYb5RCI
FicvMh9HIJYCmIWPaJdIEEhL5Pxv3+LCYK01fSYLOgqSd3v0iY8MP89hVYAzztsXv9TDWwv6WFFz
6JxCcNO47gibT+tFven6uM1m9w6aMD28p2Wz1ZT5H4DfJmUscEqB6WvvZHcKyN19rYxX4fyUdi/D
nLiHJGnUqS/64uMI5d+vTnXVr+HSSKx2JRgJCRLAFv60SJIDcDTDtl4OV4b5Qrj4gVb+aU0R1Dkz
wxx1ktBhTNHJAHw97LIsmht6aHR15TYXMpEfKNKfbmOyJCnAxBqhW0O3vqd2KK1G85jeiaw4usR8
IB70tN7+uJfGazU5PVUOBFWd4tR7H1t+sqq5cuELu85aYFIbALNtcC7SmuIAv8vnmcm9EdnXP3ru
tarkQqg/FzOspJLcBQROPDHSf3/70hf4NnytiCO8oBe19cWRnftWKeiqcJzA/FVO3u9R28n3OgEF
fK5R33SVTTa6nL392zf3f58arpWtCK+F6WZcuJ7O3YwM9NKlHB8KagmEhpcric6lGXa++08zrKON
6XKv1qcGtQc1NzZk5lArB0Lrw16J+pjPV/ALF6bBj7zupzuhs5HQfMFBdDEehF7et+6yrbLHtwfr
0sXPk/qni4uRLzUvBNZjWcInvvVzeAF37y1cLv7kBnSdlRVL5ZamaM0pgz0oeoEGaz0tn96++O+X
Hl3nZXJEJ7/0BnPKoRzM1V1ZX7nw7+cQXUs6goOt66xtqvP5D/tyN6TpQ98l5Huz0OxdflZg/bM3
OMfJn8Y/h6STqwfoCGnyUDZpXGf8ysBfGpvVBEWLrZ8HMwwnQfaKDyEAqlfi0u9jOF1nYWDDWHeS
UG5Jy0dXk4OjH1MD2EMJkTa0T98emN9PTLpOvjwADbw5gSTVgK6280M2qgvNVb3z3y9futZXHLwl
aBoC1ZxslCFjt7R4cuCqKeoRyWQRNsU1MOelwVplShPlbloDlHIaBxEvyaFN3Rj842ixAMK4V9oq
l95mtQUNOmUJ+mz9iYiUHmpt8/1koKtNHNMc24oPL+iKi6jOZLZ5+/NcuOM6XSqMAQushprL1BU3
HRVP8O+7ST0yRWWK4q9P02PtX+tMXZjK6+ypca2ROkcMcVoNcLkflu6Vs9GFr7PeK4AdsTxxsPw8
RcZbQscuSobGREWCjpTJSLlFHub80ZZB14qIIFPnZgza4RT4SRotYMeFcBLKjyJA5ZUq+G6j4lh8
pLO6NvkuhLH11lEGEKhwC1i+gGum7lhl64dU98sWHjMsbCFc8mezYb3dO23XwmckMydfxHCSnDbL
sgEF8r5sr9zgwgxYy9+BmzhpA57fCXM7HOnZ6/br2xP5wgxY2wGD+gtMl8HcElN9gL3XIc/bfc5a
QOU1beM2Ga/c6EJAI+dX+ynSp64oHJYoSNJAoM4bHgB/iZm3e/stLrSSKVkl7R2p8TkbbzwBPTQD
70LnPaf1eFMGVh+KxVGhN+Bzw7cD2m+z9B/aEp0zh6Po1PZ02jQGfd6AN8WV3ecCX4uu5d0CuCAr
F8CFExxWbAj95d3YzpsqxfebSfFJO+2TU9dbisYLaoawgmBQA3l7MC6N9CrkMsasm3MsaiheRIQ/
gPUh1OHta1+aiKtIC4Og2akazPS++SzyV57/UZIHVNqvswPwwKlweTKeOGRw/Oa5IkFEp+TKiPz+
qcnaSRjQzAmIEoDZTVdsiDPvO/Re3x6QCwQystZxY762PYN+92lpvBkdw8oDXqpoTryFDB3a9Xq7
5LrfyIbZ16F0XGwO8DPcAGpQHKxbTBHLaxkSqcdNOdRsl4NR9/ntZ/t9+CNrXTAKtQ8FCCF0wWod
lgHZe1UZ0WrvEvpH0wG6sL9+th64rqWbHSzq6thNsV9e+WA/8pD/rG+TtRCYC2s+WQy48Bj1G30o
36cn80RjFVfbbGtCP562zUEe+yf3Rpy6nYquldguCM2QtUBYzboqAVAVmdENvxe74QAY7Ha6rbLQ
uctv9anf1of0YbopTmrDTtkx2cin5koJ95+Z++/e+xymf4qSpfCXKjNZdUqzlvBoTtA1b73xeQ6K
FAxLikwjA3Pogc1t0kMCFTrJoMZ46taann5yUgeOMr5h450wyr1RRObAYiCRBOE9r88kdN8t74zD
6uNU6ToPfZDbw6l1BXQfEiVDEyx5BOdQjbPpwt/NVW3iys2W2CFjAkCrQdM6ASCSU5cegO6d79Oa
mQ8NulHfJU3SWw1K7Ud55nh5YvC2/pR3MdisQejJ1Nw5cA3aFoBewuqUBk9kSA0McHge1ucDazWg
BTR7c7WF2v68yZep2UMsaX5ujOGHArjeTQ6A0xdvZCINLQj8t4XV/jboSnurm5pthNulXzoAD0Bh
nDReTU+QSyhbre40eqOPOOs5JCw97rwmThfcsBZowNSr09gOgvVQ2B6zr4EkMgR4wHnmTQoBHR/I
DGfy0mjUyWevDugLzxi8LpJseQhKKsC6B9Bm4UEbztQUCkKedgLqltbAfQ0mXho93DjuArQA9Stn
J4jp31vy49TvDve1P00vKTxNsp3NDP+IJA+kccIwp52yPnVthnJigwrpbKx66VSXbJsmH+6EW/mn
AODZCDFZHqo55QAnKMBXehi8bmw5Bmg6wlMkYoBFJqH1+RhbxWo/1F2KHxuC1mygt8ZvhMPpo9ZQ
jQqZzuSR9+1LOiF8IC7BrPzkAZoHadAJ6Ny3I9OlgLw6nGUEstZZoOVxLp7nqtsUWXolU/r95gd+
1a8LCCIUaeA5rYTxLVAELgrkTRmAje3v/+zJz2/00wLtB5LPCjiGk80nhdax97Ec+vwKauBH3v2b
5b+2Ny/KtLdswLECumNuDDJp+rrkQ7JJWjC/k7qegY5WkIulUxY3RAVbnMkhhlUtNmpq13mYC93F
hcJGRHrISg/ewO7Ru7NXXv7ShsJ+ffl2NG3Ty8KcwHBNkIsWO1UIAVHXoY2z5JqH1YXJsRYvdB3U
g5cOMoBCQqAuv0vq57e/3YW5sfZ39tK5gRBVw49tgUUADubnPseUz/vgynZ4IQ0lYjU7GmhiJlPf
8SMQddVJ8GbZ+zjPxIsDMzGlwA+mRQbWqUKNDKAvMaHeBAzn/VCNMwRmeQ13mz9LA8maBg1gT5VQ
22BvXg65+lDpPEz9K+fGCxNhzXeukQRaUH6K06zvudQnKebDVNFdMorNlW91TiF+sxTWVOfMCea8
Oc+CCevrCWCg/EYnNT3oRDt7IdslDZMhcL/IoV+esXvUODjSYlt5FQlnQN3xS9e/a1AEihEj87i2
HqjCTdnuK0oppNCmfA86itnlXtsAht4CCZSlDc4lYtnDpnncBoHL3rXETiFS93HrBJrEo+nSF+k5
9th2tt2VQCbeCpkUdxVDxzXXLIsCUaiN5pmz0Z4zxc0i5KmgRsRBl1HA6CjdSJNUwKPh34xTsD0K
YN27DLCwDZjXbiSB1LpSRfp9mYL84JH/FK06gYzSGZFGmbhUGwDOg1ucusEkuHrQubBY17p8A3jG
TeqgzJbTHlpz/lH3wZUp8KO+8ZspsFaTa7MRmEOJWYb+rRnCaaSeOuR+qh4FVCe6MOg1mClp6tKP
NYcVXdd24TLkL/VY7DnoMJ9zUlJkSU6/HHNPdFtq82BXUc2BOhuugbDOR5TfPOWaBz0tbDKDOw8n
3lkd66qHBdFcFxvgKd19CaD5C2mk3JEge2ZD1V858V6KZavMu2hgCjE3lcS2nLzCQ/LJNeTZSu/K
0eHSZ12dx6oO+PVhRtkuT8HvekmKp7eX9aXrnifqTxOyKhmy26JEs6hX2zq1Gy8trmyeF2LSmj4c
WMug0YGA4fvwDAQli7TNBnqPO7+9Bli6MOhr1mxW9/4wOlDZV/bOAJTmQttJjWT7Z2Oz2l1lg2Sr
VOdSKTCqBd8P7de3L3xpZFYFAZtkdRAQrFHgko9ce1+GcdxA4DJGpPkjGAQJVtNxbLMB7UXsBEAh
SHXr6DIi9b3TzVFXX/PTvvAaa5pskpetnCqewxDGf/Rt/k2786FMxjte/GF2t+bKgmXkZ1PPixPu
YzdltfCNmxvvSkC79AKrw90MuHzjdKo95tJNN3U/0EiKyX1uROB9WALaXlkJF6bpmjFbOP0sYbiL
nb9eNiLdV6zZsPzKLL30Eueb/rSC/clVJqVIUWmieMjF9CR9+1LmMmYzgu3bM/bSG5zDx083MUmN
4OZjxrJuOygR+jqNEvnu7YtfiEFr8Ucg7YfCpWQ4DcGQhK7uZIgdmF/JkS89+moVs1YsmRZQ3Zf+
EsPLExKF8eheSTAvDf5qJTPHX2gtUELXdhssWyhwTRloGVc+7aWBWS1ixIk0xfEbn9aHNIo/wXz9
z77nWvAkRb44ZAyF+L54Idm3BNJ7g7ky4OfV87v9d7Wl2BFGB8tcIu6PZESuR/PNmOn0COP1PJZD
k+/TyfxLquy/v8z/K/3WPPzzuv3f/we//9KAUJhDmX31278/NTX+9z/nv/N/f+bXv/H33bfm7rX+
1q9/6Je/g+v+677x6/D6y282Coc9+2781tn333p43v+4Pp7w/JP/r3/4X99+XOXJ6m9/+8uXZlTD
+Wpp3qi//OuPDl//9hd2Bsb998/X/9cfnl/gb395es2rV/U1f/2Pv/PttR/+9hdKvL/6HKwwwgkL
uHsGv07fzn8ig79y1/OZLzh+yPXPFTW4Ow0Z7kn+6vpg+hMCKXzu8bOeXd+M5z/C1SiBL5QfEOYF
no+j1P95tl++zr+/1n+psX5ocjX0eJrzqvv35AiEDzIqly47Px8P2PpgRuAqIBcUKvdlkdsHj5nx
1vFKAel/eG7yGLUPJ90NgCiN4JSS2QP31Hj1DnV0iKqlgxU8nrpBdPFPY/iv5/z5uX7NGc+PxQEO
gY6TSwMITq5zFq/UmVFnxEQJZYDkxOBTQ2N/zJw5ZrbObvSg9C1UUUC27iAM/wATvulaT+nXQIWB
9wjQ3K4HLggjoDqvYm3QoClnwIbcpU7N/V3KU0jXeX4FTXqrCV7/7VdeYWLO9/M4EziPevjCDMCa
X2N7KaVlqs2CnTsn/bgxAf9YYuvIYjCQyT+mvJ7uq0RCoVrBqDKSXmlYCEZLd81jYmUn++NBXOhC
CkxM4TMMwq8PolG688BM9nZVOjRjXAQzewCrK/0KY1d6Jyvh1hGH7GULLuIy/4M4Wj1WHDrhm3FA
qgmSkUmhBFq0QX5lWvwagPFkPuPwZWaEepLQYC2ICCFojzWiNDtXyCnZutAQcPdd0UFN8u2PsZ5/
uBH8QDD5JOQPfX/97alUYBPrdtxR5Agw022JS7eDFuxlaSfvOytniBAXoIGgFuWihpgMKuk2bz/D
r3vZ+WU59UkAmzkqufyPMyprJXxWZmV2OClbEaJLWEBZYLYsntqOpzdkyq81a37dKv55S0iDoTvh
ShRz17UFYFo7hhrpuMv7Sn8qpqpGfSCYYVsKQ0XvhP9XWSwy3v3/Gb+fb4xI5uOLMgHrILFe7zav
F73YsdvBUpNASkETBJzS8TVmWgVIY5jmyXLNM+0/3xYfl4FBRlyGSExW81w1AbDonHQ78BuzfS87
WoeFKaevCuSBr8xv2qgtUcm40rs5r+OfQy7eFUYTPsNb4p9yLaCeQuyNjkMx7FKLc1KUQNfmOwTJ
ZpS5C5Dgdzi9BzKyEK1XWwn9Un/39rxi9EdP+d+PIFxgVc9bBzQGML99uRaxQtcvQcRDjQdooHOD
Y/hIocJ15KYht9ngPempRRrV6JjnEg4wEIA5CtQx8zi13nzqIJ0QUp+rmBUzf+d2bX9IByr3rZyr
pzIr6X1nmd71U/mlRn9mwxWMB7NFTRvmD3WUJHkSel01xA6azfeptUkHzYXaOzpNAi8smFy0+8w6
mQoNAW0WChW587pIaFAYaGqk7dJ+Z23DwJtbTmrmwaGnKVyCpekBNkrzfQ1Zq1MvHBE3A+pfmZ6z
A5v593Zp6E3AwV7OSqyooSjEY0n8ZetDyv6+mvHiJM0eUu7dw2TaP+Qilce8NxB+JE6r/kFL+XGY
axcyfD67KTUoeOC2qDZmPfhLcMQ4Ne04oHo2IjUPaieNxESEhRIhIBYhl8WjmQt0Q1hOTAyW0vRx
XvJuQxBG48ob8+0cYAfYOotR+aMCeqeNBAQqAAoKjKdrNGR8T3aQRRnaINuCB1qUNpKqQQCCVDSV
JzOIRW6tQEFahRWMrCcZUuhaYKsusLLAUStUDkfNXM3l4m5g9ubKB+F01gI/U4gMUKTKGwQ6tUG7
4HE81nnhnLT6U4krQmPUnRgM88RQCOcWyoIov587IWp5aFBh6DZgKpvyBQI7CMtQ2q9RjHft/NDX
hvqgk2b4dQp0AZEEb8C/M8XS+bmiUpwZFG5TbnN/xkbPRmEK0HM5MJRoCxPUrs43tRjvVqiCx//c
kWc61mrngd3qfh9SistSv3HNe3SYcJFFzvpTarlPQUMN3JGEtPYgiIE6KIJYlfaIM0VSEBpXo8RT
pyBCZXHPFH7tSAF6cHZ2P4Ec8qDKOKkFHk+qieDBQNVt5yrsU5hS3y049ulIGPSsQT2HlWmU+HOg
jjNtjfsJfgaQ7E0Y722cm6YBkRTbxo1ru7aNded44s5tRlx6cqBct2070nWnPkXb76iIwVwmdScg
8dP1+lM7wvEZ0iy8nSKO9YaBQroAAfJM3SjglLa+KtIpCs4F3phS29kDxHeq96j+QO9CSvgI3dSO
PybbyavQAKHA3zqPqUyq/F3uju6wtV1Zqy+5Q78B7GbTaJCL+xUKMLO8nUtP32vfY2M0uee2mb8k
A4xBmnT2Q+tZ8sXhA7kxXKdx6/bZ96HHWOGAavM09hpXwxh57BbvfVUsqtmDdit0VJfCBCF0XJKP
NazKhtAv1KmDkrNBFbhyNq1dIPSjW+8cjzKf9K8jjOUJ6JxdAA40mqFPAbhlDPK+KB1vO+JBpqYd
BFzWWFMED2WVe7GHVm56Pzcmr8NK0iXfB8WIWNZ7cBuGSxoqYmNR6XHrVWeNEDgRz10TtiX8RndF
IjFZBtlkU+R7uQJ9WXugAye1cSFvpaCSXPIRrGkmif3HAjNrtR/L1knjspywhWk+Ytsqco9F2p0I
FEe8zCKiewORE1i8udypukYqM5ZekJzSYOEepGkSWDdibbJNF8C7eoc6SO/FdIZCilpw0A3rvrxV
Q6D2BqZA6gZuZv6WwsrkfSmJs5Veo+4pdfyjmaupiAaP1t9V1WfgmMvynqHEfwMMPxjPWLnZVyOI
T59hxgtLNAwaxHXS3AGt2EAXM8qHod83KDNAoKXKeAxxGZlEUAyVG7SwK3z6Ct2I0AkS6UdNDwWk
NnO9z3ZS57XUojEnl9qCX52ARQ4O+wkKSG4IldtDoFl3RwoOfwKo9uYw/k6dPSpXkF0o5yTY1G7G
n0fOICzlseUd9lEgxN0JrTUztFtj26Q6kDLzAGtE01uRpYB1jXKOFY5CkQz8ZmuqaTr0ZWs/Q5+I
b+H2mJ8AaU5v0TR+IbRs4fY+dmOUczApQKlYQOOs9fRo6pKFCdrCMspUQoadMMMYDmi7bx1aIPPr
kRjNCM0thXisY9QBsQ9thHLy9Yw4RdxvIw4sodP7wWvJ2QuBhtWdq5f2kEG3OfaWVB7mFi2hBfXA
Nu47d4AAhJMgRPXQYuyhvppthJWpu61S2KLd5a4jHpXTeg9luiCku6XeCJPAVHbIAx/goJRiB63K
6sGCWZdGdVHIjxBO67Pj0lSpinrQrlWkIHpwM6HRN9zOopdfLBxpvmmkXRuoTKFAWYNQs4GAOt0m
rSoPAB0Ct9cXGqJesrKHuqG9H3HHTHmYCzhxJY2j301j0e6xR0CGiutjIglk18ABKu4gXjLcy6JC
J68BhmsyhfeAMSzitIbv2thX2KjhxvMI/cx6s5DRP1pfk8/cmyT0GTK8fYiUwYklzDceuBqab5Nm
dmMNGv8h451bbcocNsRRJafiUBZl/ZjDGWU75Tq7hS4KhLzcooQeRgn4Bhkq8Oib/kaWBDIcCFPi
m1+6/NAD5oaQ3Q8AXc5Vf1924wTA5QgxNO23kLwwjXWjHJWT57Lizj4dJNZG4ZcPkNVY8k3Su9kH
MhF/78FwcwNEQLrzeuQJ7sLjLOu/ToueYhgzinsyFPO9Eeyd5zeg8ydq2s31DJxbAp1eUidLjGxn
URu/KNVdbqlzCFwF1aypJl+QDPY3M5KeeCSIeFEyBhnUSwy/h3rIMQt6cCjPCjQJa5dwECMaxGkg
IOw84HNHrTblB9d6vQoV/KLuAlaW91MD7/qw6VK0kFKopm+VzSCFYN2qZdCgQI0oS+gBEhlOuNja
IPLlOJWq0WyH3gH3p85CY0qID5X0xaUe3Tjt/ASBlOeqmp4GASWW2jQgRRZL4YV9lkDvw7LlSOaW
Hz2SfMDx/Xth5Kaj6ddgShtIDbPbcQzKPZjbOVyz7O1s4DCULs1ZUa1G6SF9zifHC80ClIYnlme/
He9FkdQxaQkWZKfvCuWy2372ob/SzXvjyeqW+eOTq/Nsm6KkFEFrKG6sUCGdU7NlkKT4PpaDDZGZ
baBJgKqhk/VREhRZGHRMbVwn2NrMHw4y0wT/XfmRW3TLXd770xbevgSKWEvxwa3F9wGigIeuqj45
nuccBwUbGb9GshWgkGpM9lIR9QqBNhbmUASLoM3Sx76spw9oV31GCL5FVH+oeUviQowlVGZGJ8ql
PRNIlLddePUtszDbqwzEf9VkwW3vb5ciazcQSQvCzAffsUZusc08d6vgoYbyTLrrOvCgEYfy/ZLP
XzRAzJGPMkM4Iv6hzQH/dBEUELNpcRCBR1jMIb8SD1Bo2flIgqB+16d3M44o+4ZQG4P7/liP2o+c
XO6hMAjEFFlCpZGiuo6u98nYQ6KjLcpvMnfaEGmlCFHHgLAOcZePMEPxQmH64HZG3WIPwbN3s030
CcGThwlsmkPI/JAnxMTnwrrJJisAVRelrWIijSjhRAaVCK8dIJXYVwOARH4CRGsFcxU/cWJLaxLB
EOa1lZ0XL4VzmEsNQ76JwRClCb6wkj14UF7zLBTUGgEJZVjbo9FQJB8yQyicLsounBvPf4Aqyp5r
siU6gKwmXMnCXPV8tzid3oLhmIZzqp0D9/nRIinZU1+XB8ejbtgP/jPs8vYmxabPgHPc2wxGzSEU
A2TcoHsVlxRGGwA83QUTAVO1t8hoFwKvAicHci0EitmESmV2z5cACLL+0QCHfscWsxx1C1WYEcno
TQFjNnDaud5CifADtOMshMKn7uB0hL8H8Kl6PwFQeSwLcNxQTYHttZjTJ4jTqEcYKS4bqIbwjwYO
Jl9y0jTAcBHfDb3ULC8e42TX1wEyDFd9tnPZtdg6vPS1Vv6HGjvL/UzAtKTASv1v6s5kOVJlW9NP
xDH6ZgpEq1AXalKZE0xSZoI7PTjg8Db1LPVi9cU5t+zaPYNbVmY1qeHOnVtbQYCz1t9CY4XzXY26
6l6OfpiYm23vsV+WaT61fb1fsl7F/ZB/rF4AaB7A33fDAoyxGi15fXWQFEthHktrNna5PXzYMEsP
TW11V6REVUpp7sFt+pEmklr+CGaTYM6ReED0wG79AATUEHM47VVvOA9lT1eNjY8iTE0ay08aI/ma
VFPYJnJg7jctYXJrWc/Z1KZuFU2PUSiHVJnl34Ellqzo3VJQ1B47QVA9sjZHMg5ssx9JbLfAAHLH
37GeYyXqnbwgdaUsspj6pmYE9xHkvkzjZL8WYrx3l7rfjx1uUUXEaaIGMo+o+h3uFK1pD9qMXPL4
5PiSLyOvIyK7xjw2/LU+E+aaf7mid1M1RWGdgJ3pKTGaZsQUOgQI0IFBk9bbVisO19ZPEHdwQGPm
8G8TJZWdZCnliVtKYo50G5GGOLODzVrXv6q+3sak4n2S4Sa1giwdMG5O4LbkX549cEli4XvTvjcr
lZ2Ncli4EYUjCOdeAsZelyDrspja19msZXPIVmfu46wIGeOoEWQFDsfFO9id9p4MUhvTwCnKI9Pj
UCRF2y4uXFjYPGaT7p5KAowaWiS8iP2Bu3rHIuXqdMmMHi6I2WW/zj7hOiUzpuzy8WwOfv+xzm6P
S3PO+33ErOYcKoAKL8mcjs4gVbf2icKfcDncKkg7amW6hf9buO4Hr5+rOIjK4LIWZv4ZWvPwGU16
Ous6jHYEwAM02f0ac35tFEL64SUbjfLEWMclKEv0Cozpf+kMdNNsjcaYTA5xYhFkZ1uRmtGW4m3G
aRCDJclazaXkk5jLvjPm8I/nluJsa1HfEm9/I/4YP/lY4YmRSs9JmFPObA047rlVucnD0TwS3ewl
3Ijmo7Isj/5pFVwEoP1HWEkk07dXzyPDS3FiNXfvl9Kz+U0N+nvA0Z8Hj88ZkxnHOVk2FHPu67VS
XUxqLC/MoTaIfTKsW+VSlVXvIpd639K6+XMzM73jvaz3fb7RGwrgYz9JO9zufbKX47abc0LAHHzu
01p5H60crUudERI5k3l2NXS4/C7Xqftki3x0wbWe+7GZj42v7JR0MpzKBLLM3ILua9m28gU/FwGv
k+O9lTQmv5o6bHbLRA/joohYBWzViDtJRh1Nu37B8W5SssTCPTX1FkuT4N7ECT2im3rQo3Ln2SjY
460dtkM324KG0sg7484J02Iw/SEl2mtI/KxgQWHnp/kloNKESgSdFynF7gFv1tojH977XubwKuwu
BKqx7Lgy1o69JXrqcMYgYG1BPt0IfdDgC/DPOaM5VAQvetEZR5zZf3XZwJLbC+kT+j8vz56BxbXm
DImXXH4KNWyxU89hQvfFEOMXXOuDRr289yM6nXfNuvmPxcaUEDRzgRhNNW4sbNt87T2S3+qtn5No
Cohri5wx+x0U4/iYdYF7RrzwpQYSWVObTIK9Q1H9LpLmukcuKY6z9GsN27oWe4usZi7EOu+sMHzv
xu6oJm9OKqs5WJFHn7Oy7dgpVPTDs8pdLum/4MB90No5mO5E4iSpZ7p6Ghh+lnxyj0qpX2u7TYmj
G/sO5HYhq+zWG6Y9vi2J1idplzBPSUpp1iSUCLWL0DrK3sy+xnDlOF6k9UopxU7WQifozrolaUMz
rw690GJhDFmD8WHITZLnXBPQ62g1c8X+7o9KsYqOBLu5VWmYyTL4PpFjG3cCkjIQ8ycxMnLHdqui
6LzmfZ2RxW8qUoJzpywOrUky9MnVjBCPRWuOZTqSIEg1T9FN5Ungef2bq2Jezu2kMxpuPaBO7K9x
VI7pNgzsgU1wN3l6jBdR/iC9WaRksh7riGoT7Y53bud8ldZWqFhT7jcn6eTUlwLMatX2WdOH0wm9
F17wbsjyVG7Lx7jNPlJE102oIhovKUl6I673vIYJJrlZoIKkVfwDwoMUOrEGF6lwiTmmKlJsNMcw
lNGOYpc/q4ruHTu749Z/x516mJfiMrQEahtGk+2zsW2TwqsZoPU1I8U7CSpzn9nDi1OPQwyz8VnW
smdR8Z/qli/N1e7LuEUnq0C153SRwRBUUd2kMh+Lmu+xASJ3Jbr3oaj9r7YLD1JT61ZErjyQWHol
mOFVeRMnVnm/hPXFpnUEZCzaaEBZT0GZ07pqiTNG79+rP7QgLcV0acNoz4IEzSYtm1GdvFnM+k2s
Rt5ofd3ejRw4O3Nw6rifqFpHk9jQh5XRubCuH0Z4S5nu/W6fh+Bz+6bxx+Ucdcu3sDAIom6QlPGS
E8JLOcwuQTX4Z+mB/7mKLGIB0JOZXFBb0RcRMEd31o9RRi9Iwu2DneX2ez6SywcwfD9T4HudWkPe
zY7JhF9ztjSeX352t/SheCtCw0896WKdrjwnMnYz2VobJL+QPwC32/UvWQ599LZmMvtGHKvylGF1
LB6WkV0jLifLne8GUFoy+dqIK77yMlz3VlDnv6VBpuI+cNt2enIbEajPypkQ1xNjXRl3a+eCVsTz
0Gp1MAbJBcg9qzASRQilH/e1mSH+YuLGOzLrt2Fcrk1hPFnh9A6Mn7SDtI4u4YIpSuoi5S3H7+7h
rehm2qWzINibk+w+GH7CfW4u74yI5X4cQBrnNrgGhgFm55rDfWUQ7Dfn3pO/rJVzIL5qNnEx9kac
1bzmYpVP9fOQM4Rr7VrRbrIX8wcQLk+cHS1uYmWFL495nQ0X6bnVqXcCIgaFk8trHjS3z1fYv3Iu
ZRe3ZQQd6leBunqkLmacUG50JrPAcJjp8+lkFhKTCs3m5nGswCRIbMHK59b+D2Wv/no3lVlhU8lT
u2+myP4AOs8PWaADtK+O5ybVbNr93srzCfUqCz17UpCD5ZrLR2h2Zaw5DK+BM0373FHdqdODx3dU
5XvgGfmwVcF8DZphusql9/ajZ/Oc28P3WsvphOmh+Jlx3sMqGgZWpKkcVDx2JtC0WXrhwayjnMR5
hVd3WIF3e2B9qcbST6qqrR/wmzsxOVEeD8JcH6dpLH9CLW+HYLJUWmxLk1ojXSEEXv7kfNRnrBfU
DfPGio01zyVPu8ovdjbbPg4JCIYJluyxyfMoGYRlnaPCAlKohppWoHkV5y2auv1cO94p8/iW4yLH
iVavgf9G2I773k+N3HcUKu+GgsHXqmqGjnBskt4CxFR8IGjEqkmk3Yp0FvZWpsSZY6DwiuXs8IZL
badx98Sgg1t0AaSQUdOjFOc2RY47KTSWFKfD9S1m/+Jlc/1Ti216oU/js9etIu09o8GE7j8moDV/
JUWNSIFJXqtGVxeHpMqrrEhmj6OO6MEBlcUBL4Dze9G6Ojtkg3JXceuSowtULUB2Fx3N58oUzX4S
ef539AlJ65q2+zR498VFO2uaQabvGQD0OauNe/L07wzXZAKLVMkw2JJDcL15HfcEepVppaDqw5pd
qfSV6cRrawddbDEj0wxqyffc6rcF0FQ6O6m89UAVukQWvQXvCnEH3e4lMuW1wIjehDQbhCDxfGrx
oRuwj5WxB+gisnZWVf6pi9raCc8vTu64vK6bNo+dP/jPwojWg6226PeStf0PO+qMO6qpKQutvCip
I58GwAjQtOsCEmINxsK7YHD8L8PP9XNQLmaSE8X6BrPg7QvSeuO8bUm1L2jHVQL/9Sam4RplNB7x
AnT/Doi+dmHRr3R8em7q2MZyYjwK05pR5d3b5u5hwt8Th12lkyJq3UMxzyJVnX8jGVT51vtzGVvN
MH9gANoOpES2qVPTihp2RX0f9MV8Ka2hvK5V/2LPfnGYlC8TL5D+znfkGhsMeL8ap5aPfNvLNfR7
53UZkdnyb8L5bYbIcROztY3gYQg9sesHAQAGExV37cyCXpMbWvFa39g8HLv99vEOxcAA1a3m0RMq
9UU1sP+xKKeuLFg2Wnyacb26AxG8zjx+mxBHZmIMmf+wdL0Gp+mM7ks7RkUAHgGfvKIacPmi/l57
2x6gNCP72s0UwqSYEy16N6QugWu8Tp6mGcgUOi/feeuiaJboiUszZzopwId3mc2s5FmjcYpKv52Q
2wvxc7a7yMEeny8GMvFc1OlC7sa+0r3/TLTKygMV9KCQgX0v+Nz1aelz/87PjelQbm1AmHITTodm
tfI3XlNGirenIugY7nX1+v4dRmO9WqPbpKYR8a6qMQtL4ldpNJuMe89x5V76k4enXEzh3rEdKiTq
kcLhbP1a7ZUNOVCSZz3aLh0a05hKEufgVcO2d8KR9OMOj4G9uFvMgkZJAu0ep7Jijgo3j3UjgzFt
usl6GbnoSUmtwSNYsrsL5ExW6xKJoxstTux6BcS1mRnUNABuTUP9Q4dSfJvc5SJZWwCyYulcTkka
/RZv2051VuVPdkvwkj9TNNLL+QhJB8DYZA4jYj5hBNd+qhmIErZqUNE5EntB1lIiLTl/dEMz3fvC
NWkxr/UBQMFIbNanNDLK8igidjgKadnh8gCAa87CZ5RQW+IGs6ByoyjuPYyBaZXN64+xMNuDDv3x
BqGG7Ucw+xHXfvpmrsKsIfz2Q3oj5XJVqB7DbrMeWC+9v7JYFSUJvpeGSFKP6C64Cf0p/JwsUqXr
dXqXSxDsmrDw23jhTjhUmaN46MLXKjSBYklNd3D07ddV1wex+r8hsmgLYc2LcYl3eDFakmHXGlmY
Uby6HuYr2mjCw0BB1sc05uyTEMN3ZOPCXiteOLB78rVwdASjStXesa6c+i9NtJouQJbYUXi00EqT
oYOOnJbVhCRn9B8OacKtTRNxO0wnvW3yrQIm2dKeFHbWTL8/Wipbn9YJMU28Fmru+RBy3LkdAPXO
KjzIj63DuprMZdOcpqzufmk11sA4iFLELlDm/SyGTTK+1gsFN0Btl3raUEXoZeFJs4qP2p3GkxrH
gClxyrNHUffsocO0PnsAPyezG9U7XT98SHtb1LZjIRMqhgDw47rPbZNSZJb8v1LmaI6jKfTywxJ2
tO0ObTa7N0TLTdRM3CexeMWdIgf3d0XAL8BTXzqnkPuIEkJ/qwnnnlbeSjr8a5r5+tYWnkjID7PO
Vmbd+Grluidh8KXEvSHND4UoLtspGqY+aasFRG9z+7FxA/O5cOpsN6iobO9Wv8xTlXfbNfIXIm1Q
hukltrqCMFsWTTuuoyrggB1h4h2x8LA42CiPmlv0wx+y4rt0l25nw47HkP+fRVB8r4EFFr3mhXwK
PGnGo4OlhxrsyeBMnPJYSEOflyFULGmYjA72utAdWpbRrW4oa5OAjpiflJiET4WqKfnqis49z+3m
3mWVwUaEav/LoVv06NS5d9SGXFnn50ndL5wwZVwV7nRn94N9NHOoVmqMICmcviCMfWv9H0FPbQrD
BHWmczVmL1YfqFfHKY0nk+K+w2DTh0YRRa0aSPZgO41FrlJSYfIiLo1mspLiBgXpESOC1dKpYoQ3
l98W8PdbDsETMScUKKqpiu6G0CqSoVqsgSw8S/0QMgs7yJSgfmxGCt/9dS3KxC/XIT9qq23o//Yi
Gre7ZkuzIEwbm3KwEeTyEAqQk4PrOrVNia2unN1WGo4b9/ZYvlN5wlSV39g+9prgONyiiXrfno/M
6WSRm6HN1+avPiasfJ7aDPEONXIJbaPlwZ3ko1mIdVc14ZxmeVjt3AwPGRhJ9xLiNCxjI2xw2Y59
HT5vUX4LS2tD424MrGEGcPWcl2nJxcGu64HxXphTMtVT/TpmEpg0cF186VrrtB3Z2Dhr8i6IeSNH
9JpQD5VUQvlrjJ5vA6UI+n7fCdNrmD2UfptF4MwsNt66QlP04hzYTrUeHEhEmPGG3FCVwTLGdb3a
yThW0cs8w6wVvQ1IPeDxozRz46XWcdiMqTm2Djx7DymS2+2pbVx/2DtFE1rXebKnL6MZxLPUfrCm
bIbBbQhUAR0tiyMeW8E8NJbttjNgDVAvGTNE+ZA19pKsvdoK5oGu2MkNQRdxo85B63G7GvWojxTv
aBV7Vc7Vx6i8IL4x7UMvV/9kszgte/pll1i2Tp+iFeIpq6ShSmADulkoFhEP44xUwOxFdhhLxecq
zeqeXoAf5bJ4P+sIZwZBtwtrmEEjPaPKdldENZVHblVs1J5OmtwiETWKJwHUJHc2+2OzVrnbbOc+
NADWuO2bpFw88UBDQccmyrsE0GMO+h1UygTCxnifjL5z9et6TInuz9+DzK/2JdTAHtkAmpPWWp9r
8xbGvzi/a+ErsF9VwCu1Y9rpkWh+7k6nCF9kaGVHvc7gNw5qLNIt970avgNNtiEKnBcPA8tbx7D7
LB0oOdNypqvthnD1RekHTIN1b4jDllfLembhhaow2snX5zqHRdqxB4DwxXNFFiI00eyiwRioNnWP
kfYQKNGvg3SlCmdKfUQfZMt1sQR/4oV94J6mpjWWN70Ma/njX39SFytwlzWWZvNGNns/P1Hl6hIw
qRk3wQ/7Cv2QbZb8aGMekaEatBChXCx1dKszmv0/lpt1nBkZgT5cyBrYnERnNFGW6CX9Xh7PY6zL
CDWUuXIqx9Po9voXz7bTfxmFRhnkB0b3M7RLY9gVRl3oN4OHZXwwoId0QhFI591188hJRzywn939
S09SUcPsHseJiSANdI8aYzYrsvcSy5MNFa4QWj4vC7JA56slSwyCNDaHKnH+KUYytT83hzrvCsRr
N3nerrFCVGR1YFCmaUV6nU4GxHL/WPNOsh8zIyjg0iZpdz8nw+el1SsuA/Ikih3gkjW3LXZAkPG8
QWk++mZMW1l+WZTnfbcM5GAelo6OOcEcSZtHKuCfgweHqAJokk5Nu2Ebgf9QLdoP2TSY11uZZIRC
rFhOLAkN1d5Bn39blVpe2SYJmOa4O+mppB93GHwbmRw+hoMzNuZHJ+zoOi5KPAh85WnG2PLairY8
uR4T7oxN5cEatUiMgvGaQrXqT6fdsmSGxd4eLy3jeJ1b5knMmE1QA7ify+SVXy2T7dtUC1Z0ck9u
q2cDPQIvtrlfi7TlU4a59dEN3JyRb5V3pbSXB3+uV+h6pYkVoEssC60pbl0ejxjyszn2k3Et2vJp
M3zo/sCS/Yl9ZwO5zVX3blvWh6oBh4Wr+8usQITxdjiPKjM4H1cLZEgOH3gPskMw1+Hr4sxuagRz
+boui/8O2W3vWDpdFClBdxRMlb8m3BC7ymdyUZ3ltSkn53ixVYiGyfbFWQijva81i7too2tZBCbc
AQq0UKvhJwjtZzVNNd1BVXmpeLJ/FnXxHDLZXZCofoxZvuU7lxkvGTfyhdzSRAKlkcf5og3SbWNI
o/wB9Bq7nF9JareQaO+9ubIv0q6HpDCj0UyN1tD/Muf9vzat3AsiMsb2r/p318p/Mbr8f2VtQZv8
31lbaK0Wo/qf/+PfDDH8V/8ytwTePyzwS594FYuuNkTz/9vc4mNucRw7oKaEbMfQi5Dy/4e5xbX+
YYIjhSi2LB8h9M338h/mFsf/hx+A9vOHEVlU/MT/G3PLP9MY/1Pm7Eehy28QsWZipoEX+vfuLBph
rDVHA43Gzl2oWS1XdXLhBC99A0qv+pb5mVq+didpAoHwQwYS9kuwc5eMsKXCt984DfUuD0a5i3Td
nUazzn3MJyWwBLkB+mOdbPmDv7M8Bka+HTe/N39KM7K/8kX6seWsNSILSyX0Jw07h3LF/4NHwLb+
GSnwXz5kgFnGcn3bRuhtuv+u2UfwYwab1NbBXpDOWGLs3ri4ZDrpIKPtNTNRFGU4idbUz3w176su
Y+hvmp3e1uqbEHtM75PpPE/hthxCHQXvUbHlL7gDxgkAZHHA+bwi3Lv0hz4XbWQfF9uZn8MyIpRm
8rzBSlk86BdvNj0DJGv/K8tQeSH86uYk19kFRSXQYtZwQYiSAQAevnx84UddU23IXBt+6uomWzLU
Yll0FBr0Mvk35mtiJbsVv1BBSXS4lfhW3fzRbij+qhYFyEnltTUc1oW+AnAzEGVXwa8NQVRduoXM
HctAyNkoGjNiJH0kMjDdqbiauv47giN6KdtbmgixccU3p3r0gXar2dHASVvSaEXQ6Sr3OrRR7kSH
QFbOVtq5XvBmLPP44VaLLfc4YbsR7YscUWeTTZNsOkBztkjwrRViOEEIH2nem0u5C9Y6vA9b3ZwC
ZuPd7Ju88Cb8PU7I6t0Nq3Es21I+rWHZEhiRi1vaj/wbdouxa6YiewgzCaHq5vZ08SYQG1s5RopJ
Rt9bUda9VoEw9stG81KZleXT0lYiLce52fft7CDlWfRP5QlSIFY91781U9/HluXWHQzLrUoKNdQq
nf7dnWpr73jwviqTN7pqIxNwNUOCIyxp7oXr3Sjmoet/szB6j6DcN6iZvCJe7kRpbAVppZUxgaFJ
czgbmM4eumlsDyvxUWk42WovOjF+qjBKu2l4iMxhZ7nuljQ1qUaNo8eTT4L4s+psB4lHr1PUu4lX
dflvTiLknUFbopmx8n3RYFVtjBrEGJfaSTaV9R6G4Rh7CBwPrUCcKSuz/lXSyPc8Msb8vakaKkQS
q3jpaDvZwE9WhjXhqrSz1vkC2xdOZ5p61p9BqTZ67hHRxYI9GQ05NTI7x8nqfU3h1gmx6Glz7W/l
zNmF1CBinbzhi2TYNfbrleJxxAmJO9Oibhn46nwj/OOE6r6QtPZYUbvzZhASD0zKG/P+MZ/LXbdx
ybJ+kk9LiDaLbirvrtfgubk/HIoiOyNxv3aj20E3bb8Rup8gKFHcd9MFFL3eNzVIR25AVNpM72s/
/1hsCz2m/T1U0k4dM/9jWC99ZzxsqDzrqmtiQGOSrMR7q9ZXGpgIfHZejbx4KUV9tYv+KAHiI6dO
Q7nQ2iLuHR8pewb1yXBSoBblYSqbgHNteG2a4dOQy/vAsBkHPOzxjSMscwtg6Ra/kGJX+yoc97Uo
7V8r6NS9b/gtRniUHsJTzhO49++1yGHPlNYPnTIu5YqAGVbEGqGkFobn4U8NohhXrnEmkokRZUZq
vo1Q/NX4akbNjhMpoYSNmxDfPQbm8KJExUwuh1d3rS7IYmKH/CyEdzQ1eEezpwYO/wsXtRDJUCgH
sY3zXflgyAZ5XfcTsX4niJaS4Obm1S0z7zxoD/K8kP03QSZNKuu83GvLQ+69Plqq/TBkEf4xIoSi
/uCd5bK8sle5O9NT7YvlzTu7qfIfSL3YJucocaDd+6o4z2xhrvyxtEodfGvatT6x5CUHZlWawFe/
vBlL+erkJCTLP43dX2XtdKjzOd6V/7AuJEVtAsYYfje4sXXhQyGKV+m4jOxl8zsr+fm6t/u4s7N7
FUyxq25lv9NyDRBAoFI83Nb22yiIy1OcqxmZaWGiZzcftTbvg26I13BmXK+M+9lf5t0qume+3FQP
4RFovtubOiigx8ar2kC+yfSIRyKmbL/YUSIGV55tJ8MV9/3g7TxKXD0R9kkQaVx0/UYAqUgX2T7b
6FZY51Bi2Qj6gOc+cuF/2F1370Z8V2JwfkgV7lhmKaqvkepaz9aEat0M5XmgEwmXTnTB5Y97NaPj
re9ggnKN/liKR+kYjzzUL8bYxSLgp+W+P6KvPFm4ZOK2wZYTaoTSm13v1Oyh06XJVXTd4zLPl86Y
fnYkpWZYY2DfP5UjEtqzdZIVUXBYTXG3haOBL2Q84Ju8t9ZAcbv613ya7irUfghyWI6Md89pLhZQ
vCzAtIt6fka1zFuNth0zWHdjoUwYFee0YMyOYWliE7WKFVRxlaldo/VReW+2YkVi74UN1VO084Ze
x+gks6OyhouuvXtqMOTB7f7wfBWphiGkNkYHdxmKtIRQkXJXcMBfrJy2BLnettdGQ+8ublqa40ru
vm02T02r9OsW+sa58d0rKqc8jmoXsRW+l3iTzgo5Uf3T48DdY9QR97fJazDgZs1VeJQbBObYIs/U
TBZnYTbrYdaFFY/TulPOZ7f4Ml1dqiC8yPATjK9BAr5Buze2oiBfDW4c4MRRyGY/A9i8GIDuN2uG
3j7nYLpmbf1uKf9xc2rnnVZaHV7WLHwLWxpew2o/LwgI/IAiaa5URYFbJPe1f+NlpL4PnYvq38MO
YcRM70k8GuKpNm/PNAGo7frg5lW6NNZ7YARv7ton21yGqEzlT7suFk6/gpBWAr7iQDe3eKoWZtkZ
fwX+8LRpxEjN2iUruoIcYZjcrGNgqfewzyJuRPmJ/4VTyw4RUHe/ewt/WxCUM83JBPsOHqq6oHN/
z03w1q6VG3deN6djV33hAUkiZahUoNBIRqVPSFFJ3ZOsfoyUL1NunzrDPza9eBrL7qWQxVs1irvM
cBMUqgDDzZMOvOqhGV4mFA6VlqkmWzPP6P0tmte1nxC5QHdwp0QHZJnnEvkl77H+LEMHiXhG1Tf+
o2jimmUtsJW5LxdVcG3MD13otBQgGaX6K7PuPlL9GQfPIRqin1qKa2cYfKxwZ0nPO2S5ujpt1aH9
7N2k6MQvgtpHNl5gcN8Iznmw3llo10d628me4M5fSSpGs2Me+wIZxLBZSWcW6QaemN8U6m3tJZit
LiMOjBQ/2pZ03Kg0+Z2ERhndy/4iw2mJZ04wv0fC5TPqg44PT2SNfg2gE8mKiOKQd8OUGhKdT7dq
h/LCF7xddkKaG/3U9FUjqL+7qY3E5CMD8eCK5SSu8ExzSptKdzTp5uaOt+l9RONK8BHOHHwQ0Mju
nkJ7BuXNZAtw/fxA0tmb9np0p9WwnyZrt3jTzhrN6hC2GcpPm7AQlCxObI6WfRQoYhObYXtXr8WH
srpDUVVno2qe3YKRbOFEiScV/IoGkJJBF6m/OlWcdxSQUuIJnOGLfo/vnIss8q8y67zYrzgpKXfe
RT3q9SA03wlYeM627d5yPXK5gj5K0Jxw7fvsj+681KjX5xbon3jEwDhUhsQpYHOBNWeiTD3OpmJt
PupRiPPiMIBzb91Z3jq+14xuxzwPT5kQZjIPA5JqZKMw3sm0FX9JMr2hJMN7aUxPXWC/u254JMcv
ych605NdJup2U/qEPfbFgjc3Ch41HFvbFiVF8gq+xTOJK/ChFqF1bM1sa9pmlJgAeNBKTR7Lyq+p
EnEn4HFcQm02PGMmfJeqONK8fU8WROL5PS4nmM88+IEttudom51DYWsYewI9R12+BZsJ0dLpXYnt
i9lKvfvVeu/S+9j7G93a8w+fUsy69p7sKTqKXr/Rys0L3Ti0ykPedJfno9zP4+qSvrnR16DvhGP+
6UcQ9xxyktnszs7UT2dkzMEvdUdm5pKMHqKBvgfFH73xs5uyXTDwO8w9ao1pWH9hPgM/kdsnv+tn
uOQf7mg+9KLARdTS3GU7BkhnM3+FdfXsrIjBRk+nBkcm3eTeTbji0UhvDeB0eWCLswFSmIX5SbnW
RZgmRWM9UnB9aUazSdw+f21QEh46T2jadcq4GIY+Xtz1ntTSLqaidJeD5zJMT4lfc7gSZz86V7Sv
5yHwU8tHszTJCcUfjfE6RtfLQS9fnVJNCXx8unnOX4t4UaueL1isdkB2r+jS1x3szMFpxfvgDNeq
xAsnOHKnG0D+v5g7j+W4FSRdPxE64M0WtnwVPcUNQiIleO/x9PNVz9wZdbUo3rmruzkLRRyi4BKZ
f/6ma0ZbFXp/yuYxGNIqfiQHWSzdDsoVm3ndqjbkHMHYg7zMwFiYr5ZRdBDahiwA4cYod5SvQbSj
ftfQdnvtbLQkE1bSvMWDtIQ3ZBS+DK06gGyt/IQ0Ir+YVcxKWpqMdVNW0caIYZb2zBJ2OrPikmYx
PKedijOCUDXsXOZOFMhxssJ3LdeVV1EbWQzSZrBEr8kmvzBRSREpIQ1TbAdfysnLxUAWaWrKI9Ag
4xwrKlRqs6T8zJg0qBlXY0a6hvbXpLPxotSz4WY+JyRHFYhQq2tp9rWmFc5zO+YfFTyPPTsRYSNI
puqRuDFtWVEOG6QuwskYdBW6eJmxz4LocA+KovhQn2gbq6bUXxNIEo6W6XDvC2mCtg+11i+tDkUM
yUsfGrX+UInYatqCJYdPetuM7/IaLjuzz+pXXdaxI85XeMlivszok8Qxc2KDxGVjksqNjCfkA+bk
pp9YgrIZkF5/4FiDRgfFTCbYijAV5iYRi4SCZjWmAwFw/tVnsXBmQS/bshFCqFzwKLfKIljUZmkp
d63+EQ7qfKGdIKK4rWL1RPJuwuAyd9puzhKqFSzexz7T0UVJer/pZUt9nhpB+l4pXHwo2z/X0jKI
tl17j/0alKxmjk69omxJSH42E5GYzz4Rg7nragFFciV7ShVXR8FCMdqi62PCQlufdt0VXBBQymis
vOkudOGhj1LE/WGTTVjt8blDgglnOawHOQ5CQ2mfruyAnyQmj2+pPivbVitGvyWF2dHURjiuAzwj
MRz4FIZTTyigVPkRMjTbYsgPkEvF33MqOvx8faFfW8fc2IymkV2yzki3UqV1e1bYM1G+CCfbSYNW
JNXzZjLD0Oa9qV6aqJi+Q7J96Waee3bSEbNUULaKhr9+pCc/RCWlrtadFWdMSwOaWlUMsSvIWtZ4
85iDlLBSfFfjKt2rlTpNpOjSNIqGpLqpbBgYuKXhRReH9UrtrHdjNzbHRiUazGTg52fPj6le6kEr
ofI0IrNl8aSdGoVZrurgDRfyfEJapfNaCxM52KjX9pU+Vf7adesPQRVyV8JD97UapRlyc5rfNbiR
fEtlTdnCYmJPCmX5vgul4ohKfmFeTjEgJJE33rRLgvKj15tUdBY9Ziu5dAazl6Gd5mwCqCcNt/Ax
dijdWGtR8MnCaFdGIhNlp6XfGCHMjwEje38Jp/BQ1WpjN1GMB9giR4/hZLADzTTjrPaT6aGQTLxa
6WEqjIj4V9y1CX5GM05fE2FpWxbJWTQyqvasdX7bzumLavXlJZOxjzMiTJcTkPSzWhnTXdZN4yE2
1vUtk/jS6fGg3cWSCdMrk5a9Ol4FL9WyvvF9UOmMzVJ3s4q4MbQGfck3NE+ONSRPGUl3VX4MXU0L
Sc96wHqhvGhWrTpsi+Snq9jAjuW+3l+l5Y9kgV3zIa9sdDwIIsEZV6F2dE2VMXYPoZKK3bhnWkm2
llHrZ0uPUUnnwuoWmho7JqkXjzU85U0cVilkEa3z9NlKN8NiDogLmqFyelGCazcuGdwqQfS6K9E9
MvjTfdWH8DJRxJiGWLwsZrju0cwqnqQJ4d6Q+3M9FQ86/jOBFY4zPQ5NhZyA4rRDoT6sRjc6MrIZ
yG6axmR8VS2pcFRf43UdbAsyz558yv6pnkUVbgVC3XQs44d1MFEmyDoNpAlzz2ALB4Cgk5AeCiI2
FRbZfTRri2ZcBFFo7tqygnfYRtlr1sNP8Mu0Mo4D76VfxQ0U0gLPxFMF7yreyGjmUCz1MW+3URXX
lX20L7K2E+F7tEJ/XCqoRHbfLOzuyK9EGCW2Zf+IJit7SsK8U+3FIti60RaMz8PkOgsqvJCyUQJg
D0yATPAqE6nZmvpjUa+IKA3VcAkaHPcG2ohzTneiEZ9RGU6rSB1uhRaTs9lWJK2z/kwcfV4azwir
fIdmpn6X1lraKqQgXSHO6ozRCh8FoXWkUc5OJeFL9xBDpRez74dLmbWUKGJz5SPJspo/6Om3JC+k
eJ/h/v1AiHsZ4PfVvcpEkr4LiagHFWFCWwkt/4+Z5OD3Sa7lH0Miyg+1mQg7nQUzXERrhXJnCkRh
2zr4bO03eTI/GxZLOJgMVGQwj5YnfJLM46AOzJRJM7ENX9jJv5l5VH3vIO39CCXgTC8N83YzWhGJ
XQvW0sx6VwZZnOXWY14Iq9/PRpdc4FpaQEsGBiBua0Ct8cZlYHLLWZ9uVaugRIlRV9PUJ9HgMQMr
D6Y8T8EkLNolRljzyBaCJqCBMHwoh0T2J4PGkeW2lSO7ktp005LQ86w3meH1uSL5KwA58oOhmSkY
dT3uVo0VLzNTjPlGB5tD9kYAm/20mu1mHmBS5rAMAkgI6lvYZ/I3VRiHgKtd7lSUuBgRoF8BadSX
4iMi9xyFrxSepzpVnwUalLOGmYpkJ/x9p6gSc9tVKUVeqmvlqWvAj30L/dFjnbOxnuKkqZxiTeEj
p8iM2Nk5DeTBQCoJLkbaRblfaq19aPJ89FghoShF3Lic27UWjkmpz+8RlvHgVgSxJ3NdYT8yR/Jp
wOLqgr+67JaT0WVOVOBAVOc5IpbZEnDjV3AheWwES9iKYj48yUsvbJeZimSbwKmvZjp8ROOCjHyo
LNBjyA5osPWDIMgO/DwUPOUljKIaFwpxJYFiZZyQ6i5ohk00qzMb7krIgOBDEZP72tirswjjE3Oe
9tC0krxH5ipyRyX4mjwTFYaqs+qKKQgQFewjGmog6UpSjoo2t49d3dRPFUoWzYmFad2tPXAcHKdE
8KQMNMsc4Nlh5KVCiDFCA5CNIES/JCcVLhJKe0ulvypbjcZ2zVjjAw4/MdSF+1Efqz0DZuvLeMU8
TJYg7Wa02xLAhqLdAZ9VmJoqC8w3FdMeC6lLTqgY81yMvkPqCp4KBWwyrhvjIarCiJ5fSIbHulL0
l7YS9GDgnJ61SSs3/TQ7Rb4MCkFzUfw9XGNBOJKBahRHDTrWiidN+gpHvfRiq2ndOGcFhV47sa4N
BnRgMi0zzWuTQQ4UEO/5eRga/cyIIZHQIGuy4pJ9uWbeWoezT/BO1ZzVpK3O8FFg3CpZmWGsIFTt
t67S0vemMXNG+TImgvVKvpNTwbwbcihweVeX72tal78KBCc+rcjwNBU170Ruqd/GbkhG1oBV/tBB
fNzMUBwJ3pJAYuFACEfsaPJzxw77FKqVsO20FP1GosbnSmuUQwOFxW5FXNeyXKzPoEw8Wb0lf0/M
VC6DvF9o8mRV670sGscnYLEugxYddV5UZoqDbFP1mA8LH3ZtvE2oSvuMnueJ5+OjK3UaA9ClIEyt
/l7orf5x7UbAlxlh9V1BqYldaVV4FNDdl3cmdicHEeTSxTKdO1y1aCm7ovxgi9AEU7ngT6Hl0uJh
cs270zWDJdpqOxWHHG0eWsLhrh1AvyRtyh97lO0e7hjyjrUgAu7eVHIPR4HqKc4Gw6fYtYFqmY2b
qAsqKI3Qux/aZMo55ql8HqSx8QYd1Ki6Enm4rwojWd3/NCaW/H0viBfdmtdTLxqyL8WyDIldH444
6TA8qUYHAVjMNXq1pqKZmtpLGMLFS8X10UqsxzYN5/vCqAsPTR3W1PxU5NszL5UfIYclD0fSdYaK
aRpsYhdbemtIrC3KPlPYrisbUewsUIBVZn3f8vFD4WK0bo5P9luRmN0bRWY6qPqyHkUCH/Yxc80h
KdX1KZKVmiQIvX7L4lZ+xSIQ7Rs7wB95WkmPZdh9oM0Apa3i0K+BVA6yyg4NnpaSjw53YnWGsRj3
0H+K84hN1ncMvTarYs47ueW35lk1oNAfu2YLIj1f9NJUeweW5bXbahIUkXGbFoeQCWvFCueSaiIV
SCVXshANxHKQWXuPz1j9LpT6+EQVAuxgRA0Yreiu5HW/SGblikpUAv8pH1m+5GjxCzlmO5IpbeG0
85JAEEx6X8fsJ7NpVqpngfyJnzpUO+jPbOrmMF98xtvp2K6oddOrUReUTMyNWnmfG2nLY6K/KGpr
bARlVPwlk8JLMjU1nW+ihkGjCELvGJpYnAbcYOB7Cqc8afT3SBe/4zIZPxPWG5gtvDStwGhFQ/Dj
MnKxY88seqUufqmyAdcKE6806JWw6mydmw32jTAzXWm6zFoRoXKZz5gDYC2SrVDM+9QxxmGriFUL
r6084sAP81QQ7kciCPZjBh7H+DvZcXid3wfpjCJyeSlT9ikzjRfsZ07bYGnqIi3nUg9tYLST/jDL
0bZWoF2ykV+ZRFenilNXNoqnKGyfmnxF3qsu4pYmY7cosLjG/vrb8164i1LznKf1aUJNB2Z7UCrx
LSzLvdngyi/n21my7tO5vEsnFCjpWnApFNQiVngXDa3xLCkEb8blGDqRKcxIEHRiX6A42eI0iy+0
nehzBQjZZX8/6YiiRk0Q/VaYHxk2GOvzKtAnOurc0It3ZEHNbk0XqLKy3o5wD2kFf0CIvWotI8tw
BAIGgk7Vipy8Q2y/fLCwZTcLSgv/v6tfJkpfsMZaTXaOqbxYSdY7UbzC3iHcAaipnu6R8GvFVdDI
FhQJM2B2lylwWZf0sVuQMgLFh+lh1qcScIOANSLKWAObZvHGkpuZOu9av1E0lkCDzgaeMGSR2RIG
41JvLOa2wS4V+Vdaz5yEWIWGXa1IFiZFoEp2cX4HQUM9MZIC9rbWgspVD9fTSC0MZqNAmbuOL+mA
iAdZduiu5EudeybzrTzH4bPY6GQDE2QZwuFWGRqwiMPERsbcwLZMc/KlruQjBd+vvosqeNsbUWZl
1TZtxkWqWK5NMHZTM129WbEQ2uvX/awjRVMPvCz27ZNpKiuM7zXbL0q3HJgWVa9eQEVLRuXcFuJp
eLXYH35kVQw+tjRR/yYuWnUPSX9mZyQhvMVVaQ8UXIquplWYIK1YXfFaxOVRFARcC3q0pHyqpyek
eO2hg4DzXReGDoyPLsNyNKnvPpq6n3dzqscveOJ2+xkqFwvfJdG2FsvmANMOAok6uBhQpROo+HUu
RlAHIcUUDjIevrdrkueDI9J1ALAsk/QA9jY+DeWYrgzWha54HYkfh2WWhMqL+lkOd9gpkMYurGpb
+OzxS/TCLGMf4GSm6DoM9WiYU8bSPxO2Alk9bJVm6Z7dYQOcUK4BPSkaVx3HZ9DHqNiFRLLmzqJI
yIIzokMSuMCJl2Wq+azFxlLaLCUr3pgyrp7zVc/8saIQj01T3kkETWgoz7FDkVdLOtIwqluAayG2
lahCpWhVIg1aLC4tCRn5pHugtxXsIBUSQW7JrasjItiJtfGY5yYAlRZH6allLt1Da098fOjYQzHd
Jkuv8oFFcKaHmfFLbrPksubaxI63rZWzMvACOqMiDDyPer43SilhX9Q35xRN6AtLt/EqLhFcPUtk
hy8258dikfU/p5dM6ng3QkSWkeM1AjzpaXkstaF60nER2yywKmzTMnt/1bXwJEoh5mXxXSxXb0qZ
vGiNDiphxibiTHF8KKS12oj0rq/qWsmXXM568jGy8a2LBRkFXyoc6rLDEROvOt2payu/wCJMHhaI
pncwJ3/ICaidB9xXAz5lmqhivoEAFMleyrZL0MvqXqLVvC/LTL80ama4BmoKw0GGZL1PVw1IulQj
+2/sVsuFGiY0ovALNQIsdi2NnwumUJ9yoGyjVhXJFC0UBIrKGrMelfSj1VUxFARke/VQMLrUrfSj
FkIcbUZNO4jsDHaoO8vTUjTmllVh5KMm/RGH9UMeihUCC+ZF0FWO0VyfJcQynD9uBZQvLJHV1iy8
VrJ+ddm6PqZyLGOElvxU6qbbC0aee0zgyxHnpPQMamw+sjqHqGoOw93CVueY5BnwZ7j27DbYjNmk
iFoPxHE0qj0YqfWdAZ/xqWH6RT9Y6HezXII5YWHQ4mGVMlga5lJu4ikz0X+Z2k8e/6u2pVefu6iM
Ngz5MVCTYPnMoxsrTdbNoBW40piVbvijADdbsUqWa3ktYVsQsw7S+haKvomh8qm0+hAjwUG/E8fr
DpPBDhlpkRhOkinpZOfYFUSONMiAf7lEHCYglnQpSrO6DGk8nJD5Vsd0ipUJJSlLfoytpS0zPhuG
KQOsypvuVyEm8csgaEticwUxWLImwfSqvHhaQb5eQOOAzppKPUSMlDjd1Y1XTdCD8ghYhWWngR1G
3p/TCdVFjYLZMXuEUGGj1m4Lj9le5aw8jGsVbnMrZyMpt1RZy0CpjcjwpCx4/jV9D+WvKKXRzvBE
gw5SsKiQaeSmtcFapbHulFjFqtHKlfuqJj4Nc2PDmWqzeTYmr4Gb4IR1f9FD1GoDbAVEZKJTw23y
qsFQ8SLTRwtIDU78tT2Bjb2CsgyLOGMcoBjJPlfHfK+P/QLBP0mhMlxHZoyacDNR512Le8YL2CIU
GdS5FVSnPX5d7Vky6iRgss2e1lXpz4uGq9+8iMU3iSkviKq1eQ2Rh73oiaB/qEV77SfQZ8FQQ7Q2
I3EvYyl/auvqaeoKd2aOOJtL1+zEYjROg7iSTh416lFW+9kfkqHZL10lBKzkkf8gHr6A+XOukoLj
pgtsJG7BlUN0J+IcZJlY44kBA4uvc1Ofh5Xq2MJ8FGxtKodz1xjW9ziKjY2kND0eO/hPYsSRpQ94
UkClZtWlH9lnTBurl4qBh7ydDnIkz5GDpoDI4MRKlA8RDp4L2H+0xkIFeVEjAzIEqE0tXzfoAkqE
3TDSZvbdVaI0aTV+rCy8HiUJ2oAqlAQKteGPrJivpZWoso8K+s4FxTRmIdhD4MaDwrLBikO0YUT+
xCtVcOJ1eRzFBZKLNO44jrLPQNq8MEY3jtVn1bx10FiCEOYnEKgqx/dZ1zsW47NHRGd9nPEiM11s
+LQPLYnZ6Gt0difQtfQ0wv/y8N9uPKVpt01urOw4aH/YlavqjOwyUtnbC6aEN6WgCV/FR9x4jcOM
NcDbRUW3VFzpTVm+ek//liOByfKcUJiSzUC2gTMRvlFtkxQ9Cm2JbPlwVFpPhWngVUxtB9Mc4sge
Woh5XwQ6/quhN7/D1FTc7/F6F9nuGeKNBXOSSGSPiROGmPGM1C+Oey9RuvQ/HY//V/zu/zvy9rn+
WT707c+f/fF7fUvz/v8xnEDB1PpvDO5k+v6v5O3r//BfyQSy/A8CBkTNkP6TbU1oxn8mE9D2/MOS
dSjYV0muwlbgv8nbsv4P6KgWTw1sb27flXP9X+RtWfyHBtFbF/FzkkzlSvn+3yQTXCM7/ofXLMiS
aqi6KYk3UR5kqJiCOItIgw7SeT6Yl2Ijs/aw9X3/JHwR6MF5/PEYN4+dGrXiHMNfO+h3wyl+tjH2
/Pbbdf5DgMHNG/Z/fv6/BfbiwpQIwsqfVg7GfXgYX6pD5Ys/ol/qF4nAvCV//PX/lto7Abv1q9yJ
hzYes0tvEJjJLp2wyKHFENSAaugWVjvv8knYLHLXbYclCTdTJ85+jr073JVGDch3QMqODY+T5ddx
XesMQq2zhPFbMeFAFNpmaVqdnraRAEzr3Mf02fQmVcYHR05rb5iQNUbYDQUWKeKuoauGp6NgoU50
uHnFcRxIVIwXUwLxR0KCOkfsq18T6nTHqDUVutJQuEJCoadwX3ny4PNLSgICE3PdBjrYYgnHl8Hp
njF6g9Km9q5iBFi9CFBLMzPtbBSarS5qlhfNRX4Rc/Ed9+pKgWA3pA9yguOGiZ8aZB5FDUZWAGxQ
pv5DrAbKOGhKgFFqxNgqV3C/TWXf4ZYY4BxUemRgZKewo+mujIJpOMMfZ574xvUm3hV9Jx3HWIc6
1S4qvhPJtMc7uD5krNptwikVJ1o6i0OAWPVFYb4bGdZzmpqLToGFOS5fQrTNRKMMEkVr9nIcEncc
TgtsW7x9CiJt7Urh60ZQIfmuSvOtkJLxmMq0SyUCuODvzyqv7B/egn9LaIaibQzDwqOqHpON7qLG
UQIZGuAXWQr/zIv49zcZD2KO+9tHxsAnBQNn/j4eu8A1fOYHb76gGLOFYWeNbnofl3ucrmzYwnA5
IldCapDsSvxGx/u/n+JNzsn/vI7XkI/ffkMqDGPYzg227xJRs8fE2Lfr5ro5mTsTLdRe1++mZGta
2why29+P+dllvX7zfjukFZZaXAm5ciiUaQIYGWWnX7LUaQfOXJcbmc3CPHpCLHVfqUE+qwjXf//9
kLrZwKTERcFsEs+KusfJwFK3s9y4SY/A8F5ZWKeyUlhOpZmbGcY3TcVlLW7XateuqgPelGiwyaSX
+DobQC6E5QW/z6i+TUK9p6J8cW3+NV/jf26H/K8/1Oh7PVfLbj0wD+Apc8eazFZdAyvZpNtrH4O8
+fs9kP/8Ffm3iG8dAp0eY55yIOeubR9BuUIyfNnuvhqT3em+AgGXQaqK9waJz06CQQOE4SdDuPTD
pi0e6uzy91/y2dNw86npejrpdRGWg4qNtztMbqkc9PoHxA3PmrZ/P4b6ydnepoJL0jVTgmCag2Iz
sO7PqNIPmK642ik7jgR142TpFNvBxUfAI6jaZiz3Z+cE1y2w7hr/obDL7eI9tI552oHq28P+qy+t
dH3R/lAEbmPDTey7hrTjp0nYGYmMyDZzegEXGffb6hfWsKtOiMKO1Q1WZ3bz4+9XRPrsily//L+9
EfNSlZh0peshSpCj23h5drPlVYWCz/epekL7sO51M/0i9vWzMmPelLpuEIr+KrY9mEG0iR3JhiTn
WFRTZRf5X13LzwqqeVPM8NPKYxT560EPwmB4LrcAew6b0U34gHfCZtyZfu3gm3sMPdjHX8SWSNdz
+NMdvK1nGg28qPfrAeNshFjfgTewKGpNH6/tHssyZlFDe8STWiF6dEDGjWqEaVyVv3i6rc8eoZvq
hnlxVcLnXw+lgW3HkD9jWH8ChvdNLbVxGndSYzvitlC9dRE+u02OUSfO6ZoRNDEUtBTVXcJ90aat
mKKJbRWiPzQM5rN9Vn6zQLVNa0HAgAcNFv5m4tD64udv+HE7+srYe023NdE7p4euukcHIhsjoo19
syrOUO2E+rkT74eUV0i5S7SXlIzKaH0Gt7BF807mF5LTgVG5iEFPdC8tZ2VisIPutCTvxpI7XbgN
19fBDIgA3Ut5dUmraIcv8z4WyGkwegbEoF9N1wToUsgmUfvt3E1uQsa1lGyj7tiXOm4coz1P97Q7
03yEGOjUobjVqqvqQV1guD5gwPHSW8PbPPKZwx/RU3oNeXX8HkvDsalX9++v3Wdl17h57Swzyfth
peyaQbLXZFs85ntpk+2HxCkv0qb31u/mu3iYn/QX7Doe5EP3RcH/rM7cJvomwzIORcyRI+Eig/tM
NtaMdrsNc09/ruTI6SIE+bvrlVqao6i8zfLd309a+6TE30b94sUAvlq062HOhyMUegfbS8+6+qMP
8RS05niBd7G1AGLV8bmEiWAJoOMmUK6J/cZj1DWvnXW/zvuy7d5i4sXA7rzZeATYt4c09EWp8VGq
26u4QPgIGtHLCyh4LQ8klNBZHYO6yaAEo89AmmNGRMNM6ZGau0ubzG5hZUlAxkZ2WqODFO6itrXD
7Fs7H0Qdo1xYaA/Y5ttFtYFD6cEeOwwyDStGI4je/36JPrs7/xSx/laORZZW5thTQ4augnUJVRHV
KCq3qcQepjhKxbce23eqhqXvTAAcQ0OTA9NVKL7IYf2shly/E7/9gHAqkhb3v/UAm9ApZoglB0US
vji9f8ImfyqRNx/5jO8vjMhGPiRtI77NabxuWvj2CImwhEhba2SbGGok9sCjalMMrIxYkXY5eUKc
LQReaFAEFWBeYJtrlvhSqMNsDIcRZ2LyfuqIhTHCvcLpRvwgVkuHu9dL3b3MOplHCLeL9wy7z+mL
0/mk4BvX5u23a7WSEWP2EdeKhmUZsayDYbziyDC/f/E0fHaA64v02wFmMx9KteWFWXbTyfLh4HuC
Izgt9UHyfgkfiR/vyq8+X/8KNf13y2ncfL5QqkkqdtvLIY6CQQrfTFX3xOKO2SsE7cL+0oIL17vA
tmq7r9IzEtu/n+ZnZ3nz2SKLQqrzhc6nKYMS2J31TiWc2/mrXlqR//xhNq7//ttlxP37mu1BOlDh
NW+iZ35777aTu5Vs/dkvdsae0HcbDrpnbkr7Aq7pyO675PQBgPSP7Adf7Y+/n6j8SVdv3Lxc+lj3
lhgaC2Z8R3V6XypfqjaomZK34rm7GxNfDyBRQUwy7TYQdjCak8f0KIhBCw6BowMaz1/FtzHadCyx
dsMXGKP82Z2/eSvHqI2EUU2XAyR7tpFvmfncowRbx2D9hdk/RqGzYyHkPDVToNW7dXCTGDOqxUau
JYTbbna1bsdqaTGOCUC49lWzeD3+H6qFfvN+NREc6iHlvq0+9UD4PvijV7jyi07X9sUd+eTUb/Oa
ZTJ2r+4zPPSHzusP0313hBbEUmWfuuXGOuqvzSXdYGjqDLYc4MXoKnbkS5cvDv9nfE3Ub9oAAESx
hPLPC56/WHHQE8FQka6AmyrqEV0O1lLgm+QqeN1icxXX7/mGGAaUo2y/1a0JF725U5NvlqG5rW53
P8wGr6zD8EWvoHx2da5v7G8vjoaRZzGTcXkIQxFe0bE/91pPOskejeE4PkGUgUustEQUkHUy7qJA
J9hlgXsUiMkJPwS8tklVmMtngqw0ZdfproA+l138Nh+PqAymIkNSdOnKU0zYEblmX9Syz954/WYA
KI0SpcT1h7c+WnoPq0sbfyybLaq9utQwF3qMgwmX29uFE23hyG11N8DW2kEYt2M2sOEYBf+PN/l6
dX+7iqPUaQsO4rQ9Sbxv9TkwzG8FMl/jLhE3yyQ6g3JqK8suceuqobgusCe7BP9aDNYxDLDn3o/S
t3Xg68JeU0MTwyKWhTkTxeiuyt2E67jI2uaLcix99lDe1ONMMK70sutrR++BgaEvMSbjUf6jObHq
JeJPcYEUy5NoPMFsaCwCt77IHb9m/f7xjb+p1EWdNwgeBOlQFe6wYceMh/ZOLlyISBbLM7zIAoie
TvjcvWQndZPidGpDcSnAa87EJy6bYvXTV2kf9d78sHj6Q3FX/ApPunCp0xelkzzziyfss0ZNvynl
hQJdMzT5pWaguKuLxMlnYeYoO37zOXPLXexp7hcP0PXC/6kO3tRnFWQ2LQeOlZzwZdlpbv5YH/DN
pxUQnOIRbkOg2ohCL9k2eqwdYW+5xhfH/uSLdZu7ja1AjqkZh9Z32gEkwJ29dLMejS+6zc/gh3+O
Cr+9G9BzcbJFUnSwoPY+zg+ocF6EnzrgxzETQFn+fgU/u1vaTZ1N2McYMC6kK8qB0LEwCPV4Rj56
nKEDePIWwUS/pxfVoax5fz+m8sld026Kpz7KyIyKSD5oBBiyan1diMAo/CUYfsm1o0geo6g3a3bz
gHjM+vadacM8t0+89AT1YM32DGvoVKPVp7FN7PmgGk5nYmzw+Pffd2P+89/9nnZTI4t1iA1N4prM
QxD7CwYfhTd2fmrgckVLBL+yEWz9YTWfsoDros0voDW1M/2MMCzbTNsKpm93V+lnASnNqfwKxZCu
ZfEPT7t2/fffHgn0c3OXyPyueAyIA1LnO5mq96Ah1x008MhzQr7XHketjiCX7Mffr4b0SeXRbooe
6dkiXnKhdJh2C6YTlex3mAJG0es0eCyi+dC9D+Ml0cptpe+JzEGYcBm2WIFPhV990YhdV41/PPWb
8hfD3xZmnVOvsENETdbssGmXLJ/VUe3WeA4w7XqL8Eu+iL6WOQKi6sgdbFMLVMlrj+noW+MvUb7A
C9NVOBN3uMY2xa6u0f0yJhKyYSPojZBWktbx7Ysr90mXpt1Uwl4Icfi5VidUaU+1O3yXNss3jI/L
U/rFq/RZEbqpf/IkoiaHtX8w7yT3cbbVM4LdL0v5Z2ihej3sbw+cAf0zaq81Lt2qGBYeqn0ezP64
JcTxmMAV9Xsb0I76ul0ukodupPjioVOur9ofHvXbJPOwhfptZRx5gdVwSp4JhbyvXRJNg2UDV2e7
+sX3/CLtMUN4Fo76pQqSp9kZn61daMcnnn538qMj8N22evjyy/bJ+3fdaf9+OfrSWiwMIynJDwIG
x0ArJ90BpOXD9iq61ZbPzPmrDvOzLbB6UyQJ2K7E6lr/MRER4Ak61n39jJOO5KXHxP37E/pZpVNv
Kp0pqQIJLxxkdDOv2Fm+7FVB7td+6ZrB6uqubsf3y7bfq25zwJDz2AfiXrsswVvu1U9//xGfnulN
WZOjVh9btDAHxSf1yftpBCgRAmH7VZfwWdum3lSwSRaHvLvWc4xC7et5dYHumo+JU9uii7Mm3a/g
f8RfvJOfFUz1plZFOUak1vXOxeGP2kRVegTCSZzOlXuHXl8hOnjXCw9xAJ8HVnB8FNbA+uKOfga1
/3O/89srGwtZOdXXPjF6rr5P9+t2+jUfjI3+IL5Xj5hk++vz8JD//Put+wy1Um/qTxRCxW5VjiY7
ZqDvHu8x4WJxca/yn9WV/DPeNGcyrG3ZLdzOe/4Pzs6rOVKmidK/iAi8ucVD01atlrkhJM0IKLw3
v34P2r3o4WvExns/o2qgKqsq8+RzwMrU5I33vLIlcIvgRBRWnpQKY8cqb6QaIoGxdSriVhIvP6fw
u7fYjDWRxXlKNib4b7w1mTJSH7RaGpWTGukl0WstMNFvqgk2AHQqlBNYMidRrT5YPTd9HLqB0dmh
RIZrq05vfNyfR3sQFX92x7ufxXPR1JD/u1xpIzMHr711aucyKgoPDrxQVWLwVovufqO+oYdLHb5z
zz/CyMsbjMaykYFw0Dtjoc8Su0Rvh05gSs7GVJhn96PftohXUxJXMT8vssqEONprjdaa7MKILRr1
QtjG7atDdOJfKy3Zh5ZoyVpk/j7yz7Hx0cjCv2G5SKIQZnw4TtLKYXa9JJov6yUBXkkdKDVDz2O6
L3L0x5ksdv+jUu2p/NTDyQZpmhvbw77agGwA+vvsBnMS9jwwGjI4kI5KpdlTlF7DVDw1efKG9qIA
XbMEJLcT2l9lxR5qe5gRHio632jyt/XBmY+hawGmSU/bU9BAFHIMLnlpyBzQM+rvT8ysbPs/WYm7
eQDIL5gTAt51qwkmWnYtxkSByGifA+MFWTprsHiTNhm33m2t9LW8wc9Z/m7IWWogxTSGRCehk6uh
dWPwneFboLNaiE0wNCEXUP8yqAYD12zIamGVRqM/D0ZhwWXACdWnjYdfOY/+/MK7X1LAIy0f5xsL
c5y83hAt2EIeSw0kMZV1ah1aREc6l6diT/YbI65Fg8U5LqYGIITmEYsARD/pSCh3Uk+cb4U1JDh6
UH8wmHloaNBiQ+ah0tlY72sHfm4RXmmuQO/5/J3hsGCkh9jNNUc4G/CfM562Fu5aKusnJXv3PsM2
mkSmwCCsRaGAtJ+AP/xKWhhOGhO+MIwJ+xN16JyBACyjV3C7s7tLp/GpBhM29sbAT+ONA9kj1ukT
/KdrmGbhOH2Q+1OLc3mzNedXPvvPEebuZ0pdAHDJIDPe9EW9TlcUtpAFqv7gOvaBpjn+WKRgSKqj
wz31Dv9Zvmx8+7VhF2c+RqGLppq/faWnl/F70gsEtXAO9VBd6y22NYIEKLzWtybbHLUeRLOlrpak
DTJ+0N56E3btvz731JbnGHXARD0LrY61hXKD2sAsJtSV68ZDro25iKAsEDEkgYGIN56VIy7laW2G
fzp0Gagt2kcblXuvEBFjmDiI+yjaSGKvDcr/G7Z7NIPNQBVox4Z3RrgpEVrgYbiz8Ujz2nz0Ghdn
vgbeeFLV4TUKjJqKKrsPLoUZ7/kn+hWOtMzt92HWZse8Gd5NymFAn7GYiFigYyLhQk6B8R2CD96A
ZafIIHUVPnaSgWwMt3be+ima343nS2jch3M446GXAN2qB7QZ38o9OQIXBGXQtbJrb3LhIK1G37XN
2oXLmihZ6c1ziHP774+8dsL8uSze/Qb0HEzolMNk6b8F3d/jYsi9khOBDt8CIqL45tziUh3Cs3j5
bwP+7IJ3AwK7n4hg2uBIe1C+FP/a9ioGEuFbpqjCX/aFfYpaYCg08U/gFzrz9vuw7DxTHsygn+P9
3bBhJsERV8YMOnZP+aWZ33H9nBx7PXWmb8UNnjILjnbsLjfiSRVxMy2P6NK3fx99ZXH8XGXuBm98
YFj8BBwtCazzvruE5a2thY3FsXav//m0d3+97JWyGXJMI9Fi3caJDPR3q3Pif0LSP/z4+KDtyZiM
+YxYbOxlP1eCR69zEWPQNB6MHZz6PLxLuFl6PESUsMfC3R7kslP6XvIqkrRaf6Rf/BfJbWQtK26R
I1z63gYQH4qbCcXsCD8y2g/f3A3Qv8KVPwEj6F/Qj87uwnO6McXXXv4iMuVkCtDIiJ8KAYoRX6ON
vWTl1MYsQhLVtmjlrPFnReHVL8xEgo3QJXijfR1OKsxo/T5z1kqpPwKzu4+LdrQUeOk58n1FF/YA
xIrJCipx0C/mG9kVQADxKuzlI68Gz6KeqNhSkMY5QD6LS8I+NynUV8lG2WLt6v2T3b77MZNChXxZ
Y6aNBgTCmF+hRmuJCY6jKup/Oa0+hkZklhurZk089JNiuBuOGqNaBr0Uy0aNjAgXj8kMTbR5mqJ+
gu2QhgZ0FVx2F3AXI9sHG3N77QhFz1/8bthkrHlKGvFlW3e+aLAqS9tRpMWHEGjOnXLpdq3F7Ng3
9gpmyYnS+XP1Ve/Cd2AZHBiSh6IpCCbcltx0Xx0Hw9/xwcZSn48pD1YdPW9cd7+MrztYAUcNJkPz
mgAC00D2w0JuR2galbFwY5SfquyjYRanpBb9egGhGcZLREjkwriD7S21BxjViKUvH7gjich7enAE
KNcbQOYI9Npyg9xI/lZ1Tw0LXCsklqANwB7PpiNMVgiIm/hTSmEhBQduNMBrTHOAXV5DngtUvwBe
OFMQM3FAq07hJ4BIKVqMM1z//CFr9RLuggBT2EQ2Z2hHbPQZEJI0+5GgCAuQjMDZJLgpkipCxAvp
4TC+V+RaAXYtwvq2Zyw4xahT2xUqkBYgElgkeYnLY4xOJyABTH92huY7pJmB//992f5EgUevcL58
3H2pAmQ8pu3hjc188Wh2L3TqEzjm6qlx2dZK4QKoTeDUbYSitXVJL6Jx2ibw0wCv0auozwE0C2ow
IHMBKxXmQbUxZCdxsOt9IsJ8G00cTkslKqowCXQWhDV/f+L5wR498CLK0k0lCbmPn9DOUJ4Ye4Ip
sejJK7ONAdauyfQi4MIEDt4jI15pZXb6aMQ2aPv7xu4+KYN3vshlvpUmFruDzfCW8Gmtnkaz/35G
Hg5wVQYmP8TawDEfhh2zI0+BC6iAK5qNhV6RcZdthfqVQy69uJgmYQIPAgmtCT07XoXRd7hggFdn
ZPYjnALJnIAghzLkLUYGaWHkjMGP0IP5Z5ThJt5wdtG3WoSLW1O98xCHRiLS5Whf+f37Pq7ZwERj
8etEtgFzP0NUJLIDG2iB/WYzWFcZfGzksMYCOyEBjKYHEwGMDLXkXXay6diBt3IOKBoQtUinpXpc
eREy7EI8G8G7OQz2uEn1iQQPXL2EIKotR5gaedB6kOaN5z5SvHaUqcri9ffHmI1IHs7TxSU8zfiS
b0EH8MC4rPfcm2RzT92RoAaoc+m7mHsSioPAeHv41b5gtE9QFjOAO2jTsw/VPASJYFVsrNt5bfzP
mpEUZbHRlFlD4tbH7JLHj0q+tmD0/v6UD88m+MOLfSKS85wMsJny4LTqM26FyiWT3TrBqZVnIcqN
tDJ+H2j+g4+eQPp3faQEecJmwBPUEVp1QJoFccMg0g7oIysJ9/Xw/fs4j+MpnmgOO3fxFHQWEU6A
WBso1hzzj9Ltn4MznIk+5Nfp1r3HG1+EnRf2owdaRFIIyWFrJ+DN8Rbs5r3ECbVEl/VJU3DaECGn
wc2oU4FZ2RXPiY0kycvWseNxrMEjLiJoh4ooCHgYujpxoD9AK42kcPAuXTIbjKAv7gMmbD6/LeNf
+3aLeMpU0UCE+VF7jTripmtM+mCHZoLMGxg/VqS/AcOgDcZWeWptvEUsBSx87P0R48Ea3VHUK5h3
3lZr2eOqE17eIjrxMtUKgHAhxQ+RyngAk0Al9mCwOB/+PgPnGf1oYiziRgh8KNq1MAGT5J3r/wjn
0ulpPew20iePz7qSsuzYifi86WEpjtqdmbuDXR1TF7R1nZhI1u26XWPken8ESd8IXVA2+x0pN057
P+nHB0+2bMgRQChvCIeIiK/yClg+rQqsOvlWDPqjYE+A4jFgi6qJDdqngHxVYtQg8LwFcExojXEH
oksJjAIquePsWqBJenTkTr+/9MfZCbyVRXyRelIWfo+3XkKzbooajn1/gO6lLuhe2ylnVu/2nZXq
cJzZGHDlMy/7dsBoruQSPchefpu8+J3TmwiFcWk/Wf4TNCqKgxKfeGis6C3dOtfMM+jR+1+EnBH3
jZiZhywN/xzb89cGXNxF38Z/DGryIrKUMXhNPosREgeJx/7cOKnLvUASpMceGoTtwh71ShPc5CND
joC2pOtWOnptXcqLICNFALGV87FQ4MBVvObWzAsCPmU3EDfchRsX0/lBHr3CRWih49GnlBKX5Hhg
tRFgoqS3f58QjxMdmIGLwEImim1IhGMPPDnIG6ju8YVjtOroc2/paAEmTnK97UA+1gRY/FZPAX9R
mDNuKtJz119ZG8SP5NAe0WXZwgn0zDTWxBvwjv8LzDucSiLfhNbIhe9pbQszBv3p99+9+uIX8YoP
/GAc52gL0wMkgwKLmKwDva8lX/7bCMuugJRwRQG/9Dmp9eWnOs8V6uzSkOV6B2Rg3UJMcttsTX58
xZEUad5V7g4ASdknMH7u8R3Qx2p0r9IRV7lL42Rm7Ezn8OY/NQeISYuPfGNdrmxXy84lGHHCb4gm
c66jdJlMhU8NRDN/N/Og8wR6MGeX/UmAsMJ0FbsKkAOYUi8hyszFntYR1NQ/G19oJZgt+5CIH/EZ
TyGyz0ZlWOqAFXepmogWDHThpuFEisc+AcbJ9i52Z5M/wSYBZVK72liWa+Mv4g7o7jxdAh7rIWPV
fydPnesnWrdVWpmPfo9e4CK0MAE9glRK0d50HI7+R+fMLuEn8bm/BG4PJr8Fbit6eMmkiZ+/v9CV
Y/Wyv8IHLpyW4frhdS2oLjC/QbU+dwAQAvPovyQrMc2X4QZwhJAq8Mpwbf9MdiG/scuvvaxFOJBH
AT63Ff6uDwJe09VqRx1CEKpj/fdXs7ZTL3sYCloplGKQwaCAxdQhu8rnANkbTzl3mu8xLmVlRnqk
rv6W0nUl5C8bGmp43ERjrNAeIPV6PZxLrtQBZIP7FZxWWTD8UM5n0PN5yK+hcM3a8+/PuTKlf1Jm
d2GIYacuEub3CHXTMxbMvty8/z/WCMMHc/52d3+bkgU2HXy8wuAw3sgpv3EoTwLXO33Ex61r/Foc
XXYMJJUC4x0443mhwxvob99Jr4MTuyz8wEukj2GnFu7KI/ZPOYBJzsbsW4ml4iIQAEYytXCox+nc
Qd0lf4YJnN1+Apn+3z7KIhKMPniqdI/zjaQgxUYLGvp1+M9W2vjza5dPkf33w9QgOw5iPM4F1bFS
AVvsepAuVejPQWO7+KCMmy2jt81GDHgsFMBEWAQBYGxL+EFg65GoPfMp7Hs04BM1cMKzn6Iijyyo
B2nixmgPEyIYbBEZxiaTOpD5UaHG9Q+Sso2D08pCWQrqZXqoK4byEZ3FWm3GGwWLLOEmCDD32tDU
cys76FJTn6ddpfSxhO3FLaBXEdDjFrnNNTtJO2hoXOGc6cURoE0xVwuNRreLaEZ6CIEZlP03eVcb
gIs5W/q1x8Vc5MfmF3G3elFlknuFzFUD6Mgyk3ZZK0Zi0r8Wu9ZDSUZDYsuEQ8dBtHu7tSkd5z+d
h3JKePt9FayE+KUOP/IFuWF63CCrEXYaGjqs+w68Z6yJ3//+yiJe6uhh7VRHJQWLduDWPeoASIpK
nfzL73/8MTABr28RItq8a7CB4K9PyXvkhc1ugEn1e1fefFaH80YCqQ6M57fKamvJlqUMfqREOE1S
A65E6POZDPlMSKFWjDOFGmqQEY6XsazT6KHSklu4ValdCyTCIpBQjUjH9Vw1LfvPD64ye9bsRLN0
CJwwAEiw2+rFf8f1/vd3+rjfEe90sbQbSvK5HLRUj3gTtI+DouYXyQSGSK92vTmoxRVFUWS2xNPw
HbwNH9GxBpXmVp9+H/9xxl5SloLzIYD3bQAslDeY9K29tYfA5Q4oVeqCkXvERcb1S4SgLLvQevIf
T4VLqblYI3cozXmUWdAm7HJXMuNzsYtQomw06o3eNefG8jfSn49VBXjCxaJnYY0mFx2CJ2PeOhNn
+X1zLS1yifbC5+D5Tu6Fdu5AbojajxVo5PD/0Zk1f8UH59+lpFype27iI+zk6NCyGRCQW2eClXCi
TrkWjkYKfFI5/reT/FJZzgAnqzAJTlshBz8ko3vyk7dBubEvv8+Ulc2CXyz+omx9qa4xUfwedjdw
LgHV44Keu3GrcLoWnZeicTCmQEirBHwonX+eHPaZjtXU8k/cy3w6RQYJCvUR6nH02mFduGT+WNZ7
hqtDu7EaVw6sSx05XOnKDuZWPLjwpFOBTd3ndbexFa5lKZY68dQXCC8IeDz4kQH77mRXmjVxJ+Id
TtEbxezkZ788ieWtz/QJ3XSFUV7kEWD5lxzelzCSyVKYZDiD5LY+LC57kKM7AFfdDvkO3KYErxPU
iHcGq4dLJGWzqCFK6a6o4LkMp6luY5at7DA/T3e3heZiFuH+g3PWdGyCZ665zGDYyIRXNUU2vsLa
IXupMxcLqucYYCY9+hZeObtBEmzAtVhN9jgXaL9P57VD9lJwntdiK9Vtg0N2K51bjv9iwmcW5XrB
ThVwWr95JQaHHla4JfNWw1sZPFq4V8HyGG3NQn4slK1t9ef08SBILDXmbSYLoJPiaEzHO2FEKxUN
3vW1bC/leBRBc6VCuCG98EcWHV4RAWrNqsbJzA9iYXEQMITAYE21niUzqKbByoSElLbJMeX/FiQx
geojsEaGSS1QggpMpHNaDSFao15aBeYEVsRA6tjoCh4r0QJY/bF/afSwMrDc4ZM9kZA36yOV490s
2ldw9m4DHd0OBosmV7nxaP799++xcm//6Qu4m1dJPSlCUaByTGvVk+j+7dzMhR2b9ftfX1nY3DJ/
y8M9iPErxGHhi27e/GBjUa+c537kKXe/GiTBoEwDfLopPSIRDz8ymHapwSaiamX/WGrAJxEWaBmP
62ZPHMHX0+fO5VzGwIkddPStI8B8BXs0/xYnnnaAD5DUIUnYmWCeqLFaOIydOsT0TWTrlFOyseRW
bjE/d4S7lyXCvoypwOb3Jg5NKsmbVIUqHB9+/8JrVcGlclvJg5rGLMIEwvXvyIAaCUodjlGpXTlQ
Je2QPjcw4ys7u0G37Da3yoqvm6qrlbC4lHSzctWEfB4i9QmvFw2nOP4GnwgvQh//XJhQtMiajNCA
rFh5kzYuE2v5nKVAO4/BZ5cFzOrE6Uzfqi3YcF6jXWrIumDJJlA88tfoSf9xnrCLg9Q40siqZFii
vTscZTfeQ1LEn6gLjGk1+Fmcxsvvn3Jlsf6cD+7mSVjlHUllTHo+AXoakikiXH//y2tB/0dxcPen
h6ZuODlA0Gfadh9zNTKpIfQv/lHiQBMTBoOrJS33nwdaNMoJJWSf0wUKnSVpjStq4xU8B++/741f
s7Lwfu4Ed7/GB3MVdGncpxq9N+pLu0/3f2Hvg74n2e724cZxe21qzqPfjRKHZZHXLD5bxcQezcLo
ZsiNroT7Htxy4frsZPWwsQjXbog/i/NurJ4HuBrl+ZlEwLtoUnGh+1E9WOqiRUvYGOSxPERSlpJs
mNwwijQr7DKHNWprHiQw4j1M03QoDi10C1U7tNFbwVNikWf4+jmhoo64Uigbv2CtcLMUZEMBBKHD
/JjQbKAvDV7EEBygG1XbisnK45D8c1u7e4+jTDq6gs+sF8NSJcXWbcMIrDYZtPk0bhtu7IprSayl
4LqaQMyVBrxJyq5V/+eToafGRTsb2COjHh+3dFNrz7MIHRM1JQrHIjg3tQHdRgGaQOREp+q8JdOZ
/9CDPewnRN69MMH3YT4iYQDRrVWcjs/DfksYvvanF2eHpoMjDsnxpznpmeNvnW9yMTrKj0W4ka9e
WaA/X+fut5ec1ErUgAFGxmovPpgqChRZJTrYNNHf2HvX7vk/6Y67QYYpIxTuV3j5qQGwXpt/hIkm
I0fqciDXjwcGF4wauKEA5rbgTpTfrKKDhhyBK79VrVvLdSx10nBz5aaewW+ACROwQjDwkRIPskcJ
vLtY7embrOfUDa7lOhmstnmVR1sEUSDdy2aHcjvuPsWe8gCf+rMRgOcTzqNZs0jijn4El4oeP2h6
6nRqlx9YIzpbjCUIKvopNhIQq69+PtzdvfoqFOGO2ePK1IwvQu5U446GuU0DnuAkvpfyqPKtHYU5
7nc6Qf0yZN1ctkdqJw1X+iPr1Sje0ko+bkOQlKVsmsokKWAV5AiEnj21QWVGbxF8BRVJtDvBjLh+
T7h9xMH7BI7zTkduoPuljEM3uErsUxodmDs/Czfm5MrCWiql2yIPFb/Ej6HGTGsbtDuxwJxL6OsE
ijPcEO2snNDpReTBbRV2GSFCXCHZ04Ryl3ApQ+R6NraClTMtPQ97923bKQbuu8AzZC26kRh4iIOO
GwpbFbSVE8JSNAwTIbgKzhsNGp+twpvUbscdOg1dzgZkLkh//L4QVsIzPZ/E7p6CUqAcTWUM05nt
B8jS6tyeQHtbBa21s/lSFgztaMfDqxNVAAC5TsHTqCXH2BV16TX96F7YVwm4GeCdgj2jJbB1hJ2P
HoCwslUcWpsDiwtOxBRJ1nbz40EWEg8OsOxKmOoF2SjPrATw/xEFw6YOrqrz46EjvzzgOKDJKD1v
LJO1Qyu9iB/1FMBFkcIxX44RHNT+lpnyE9DvhtyrrT65MOu7jkhhCufE/n0+PAYqSHCa+HdCtFM4
5fl8X2Z7XUZgsBk7p9QE3adEHVCjYe2K6CL806z4BA/Z6jBujLyisYPJ1b8jwxWVjnIWIw9f6LdL
Kh3eLyKqxUZg8cfEpDRyAxUDT6rs42sMzBWOXsbWMeVxJw+eexEtlChQxhjkCpSrgnf477mTyWs+
AuRTYPv6+BZb477dQ1yqo3knu1DnqVJBwd6TnWjmdgvDIzX8u/ENHpfO5KWcNggVPmQ5RK5ey/TM
7HbTuTbh52bV7hb0ZfU7L842FcPD0FGAdi89KK8Z/JUirfOwFG++XmrAJXu+KRi8iSZjAeqnjeXy
OGbKSxEtm001TeBn5MkR+001EO3JI1DDMIH9/c09Xu6yMgfTu2g2IuMf5iJenHIM0YxZe1tSx5UD
jKwsAkncgwNLeFzYMo/9QBIcK+Ol+eJM5MsKrzuV++gZU9SIrPyUe2xlJ5GWuMIb640br27lgiUv
NbRSCUrwjyC4AuPgA7Rg2Fag+wAuxh9Rrw1/ZRjKbSXkV/ILsrIIPGM9lWEloHLSQUQLx0mtgOr+
D32CZTMskZHn+gIpu37p3d4VN/Oyj2//8lJkO0gU7Y/zlGxe01uJNg4cR79EHWbDTmPQu9jcbKud
H+N/T3/yUlTbFRwzlQMUD+2FAiRFlawBO2u2LxHmNu7eaw+ziCetPHbMFDWoxcppa8ss3APruKw2
tu2Ve6i8VMLKJcyaCIP5GHyAEUUZnQaGW6A9M1uqjbVwLC8CBNxexrBtS9qD2/QF5Vdy7b/5G6Q8
sCmIIrReo5eQOY0u/Fp12DuPerbf9Mx5fDqXl5LYmCf/Tw814RLgVuYkHVNLMTKACGJTIkallxvL
aiViLBWwNTOQZOJbCJWQDJ/oGmbzB7llYEC5BVN4fMKCBdO/MUkiUhWM7Fw6901AuytKH0PwbVNI
eahMq4CFJBu3ydVJsbzUwExoaiSEP6l/GiLdrz5gcqdJAOC3wRv1Sg2v0Rbb9PHBBym5f5+K9xUh
4QMIWLNI59BpWjhN+qdVzEEyhzrR/1M4X2pY+ZSRBdqHl7fPhMyHSIpUSwYCFlDVh61apEqn/j7Q
Wrxb6le7kPUDpmgnL9RIDz1uTOBw8pr4egstYaoD/a1zAHnmpZpnDj/pXfeWVaHOba22te14qWeV
ZLlOJNJNXue7fb6DBaGageuSGTQaBQH9hZPzBJa8Gw1O6jvjF8J+G/xNE69I6Y3p81OOfBAVl5pX
v5FSBVx+4GqrK/oEVaYgej+90ZIRch4ZjMkHgU2eDm1xiJv3sfRxaOA1Jn9NYZ5a5lqXlM/9kGk8
jc5NODEXo3Qhic2BzKwMgVG1pZFypZb6NjIdgLcmuJJZImDDTLpji8JIyUePSlTGAhFIw6z8Wkt/
xtb8j594Ec8imovKIcYbpna+y35nV6grXEkbzeRQ2cw5v2ax+kSeN0ZbWfVLjHmk9BmTdfD+aLXA
pgFD7Q3Ufc1ghmeBXhd+INcLxDeo1urGYnlMDZJkaXH4yRlfZmBABUwyur/Za10jk5RlRzYApjB5
rkX0aAQnXgBYa7pmRLDgyquKWWwkUeaJ0nQsyyuwJDAqwBIAkFgUjYCDWiGE+fOgAbDZjnrB52rH
ZHBEGFQpNPj2MDbixhr80Z49mn6LQClLcTNJXA8PIL8BbgLllIk3J8GOiYRMxFVG60tdY10iRdOy
o8WGf2LqUOTVH8DB1SD5muKPNmesMfgrJy8Zg4SW0/OUWvF2Q14ocmxBBwczWnnyYytGVj8CyUIg
/S7FKhfB9q6hnPITvWReRBRyaCE78rlVFJRK0XAZ/QvKiQZjW50NKTXNXocq2XeUlShGDaOMEX8O
RByFy/boUtCkyhDRwtvnGyXSFWkSQBj/hlsqksq4EQBDppELYHTqwtiZjoTtrXRCCNaojaLmSlSX
FlGdwKK8LQV+9GQo0XmAqNUANhhBjtbs8ap0b78vjpVmVXmpRo4woZJeABe70/s9fFMUM/6uLIg3
BZu1sPfWKuqDEyNrrUU86bVjDDhaCZLKanlfqKwXI3lpXqjZ+qi2u1BrayQzwdHoDg2IIfLGhFzb
FJYi5pZheHhDYEEhIMfZJ1DsO/44GfSMIopfJa1p0AiPJhONIfrWRWOl30teSpgFX2zoYCA0UsIF
hPL1mZ9QXECvn3iMXgpZD4rjxFz74qutTfpc+tooq4P8yjODWjf5C4veRLR+fbX+pHOoWtGR2fX7
cdTCRE+R9BP2JBQ3buxrV5KlJJqw6IemOBwRmRo+4ZOpELwT0AmBWWCMOnhT0LUPpXT1RpdbKZGV
GboUSMM/uRhiGkOCx3dJzMAR7fq0dT1du+UtldBkzOo4m/X9HToTLNy+2YNQ4A073Sd/RZocEHwQ
JHfjTrgq5+y7u1SJNp0YoMetfLdV5VrJGsviIpCPIqfkST0v9rPokjd4DVlkzziMHrvdLjmme2Q+
KLDf0j88fsrva1Jgf5RpD+Lv/+ioZR6yDnjlemFKrjytnOnxtaDiz6xrzzDJbSSoQkJGZWKoiiYw
Cpj2lWMukRC4VVTrVZ3t8zLQWUTB7Dz6Jzky8+rc5U9EgI9eFmslyg6wToRZu6IHw3DywXaG/fuf
0G/dJhgPlZDaco7qPCng/kMAXmYB4I5rHIAqXDYVX0tL2FBG1W7yG2RheiNIAqMH4TMJDc5Hjyzd
XChGGdVKEYEfyU0UEPVy4HX4B6gy62Spl7TlvleeSnRJcrQDTZvRZHKInrcj4xvNIGsU+4EtT2/8
3mzl/KONHFroNAaPK8hvhPCQ5MBzglb99jPN4QKTJG+jUmiZ9B3Uii0PtRZPbKlju4kbsxhe6NSk
GuTUc7kiWhIAixB3kcqOp5BPUpVjikOQwkVXHnvonKK+MKcmNpp2cHFYkisHdlkuL4jvfpDs4Nv5
0pFEV+LsGf67VsHzb6GSaEOdfoZDf2yG0GEUqy3APW0y2m4aRUWnAFsTr4gqgJR4rMKRJRkISnyU
wb0+h2k6B/vjbIKfAxBX7FscWynrkuBPXrc6DwIQLfNqSGRE30yVOvS48h1aOdqCbs5lL77XMndQ
KoVYldSKqSGlIvnqUrb8bPMyBZalhENEpgx4g6BpwdSJGjI9gLuiQwVw9EjLWlLxFke1qyT8y44V
jZHvVIFD8EKHvJEpQFxT1WsoVsGrkGcvJH1vkqbzhFiwmEHQ8y6W7YQf35l6TOycE+rXMASTWuGz
7ykvramvwZc0SPPkh8e+fa7EYwhzehhMg0Y9NsBJdja8BHCil7LwFFZa7CsGF1gxoxHfHbMUFhEp
LBZlpUWFxqlCGLae43JEj9Yfn1fZ6MShDzfckcBJid0U7lAdaxyFw9jXuLbQfeCeBhXMvLBX6UYH
mxZTN0QcFvWUsgZwqpvI41t43WstfwZYPOFtXEQBgJOpSzd4YQ1JC+yWKw0JbMmAky+n+fGNnvbw
2Eh7qCQrWq8Y1afGXUKXex/QkBR1FKDQTvIUXhQYNo7o5MiLQx8/FZi30utIw2KshIvnkyC3Xl79
Tcu/A9YcX8FUhP0oBkwSrrvUTWjJMf+Cch1aqyRcSahBj3gCuR8dAvPZarilayHWOFNcM/40+de8
Z3NHyugjYCPHpGL2FVsZJVy+nLEJXlpGNgMR+cTpEjOHFB1hQ/8+xfkOjzH2qE1SAPfUN7+ctE5p
diMdgDWhuD3nK06TsU/cyF/gactdZb+v7RRWuFSoU9yQ7ASCpAQWb5FmMGzKALLC1OBRwKrAeiJq
kdMan7xwZagPI7kCUtqP+OYhrGlLyczLQzdNpSbDJ13ijLRLjQFm9W1lpsP00pXo7IbVW6dQOIuq
Q3Bo3xI40Y9Seux6eOhS4EmFHVLlEVAasIahAhSyGoPCVBGSyMT1DN2WMNLprwNDzEqa9FzgtFyq
8ZHo0mFKPWMNem6SAvUl9zIqC8Av3VOS3iGrQgMZbcA1Sp//Dg9XyMHLBLgEsIpFIkExS7rObS4E
vUMRi7ey4E8FO/peGjz1/bEt/zakUuE83IxWXF5lfHUxQrao0SHYx+pIxVyTWlqruZ1I2ZGc+XrW
HiYgXOWo9KgwcVIk+wM6TrUqUq4+zIX1DrshR4lPbFPDL4CKXbzg3iqTPTJPSmC0jVp5EiLbkUbq
Wjp1DRimaPkJkzMN4/fkHe3FsvIExxW6+xQVX1ApyDXeE8WiRxvOI0KjElFrEo35xP8sJ4c0WgFD
ElmFtzoDKSMKApzagcgvRoce/kW5R09qkF5y5hSBeZUZDS4wQWnKzK7xz9T0Habobcu+mBTcC3iG
SIDVxm3w3FWhTZHEEcPkuSElgLRxzlp16oYodJR1asldKJkc2tcEBQ7Ag2jV2K9ajgXsPtbqthq0
GAReIEoFbGkCouCMctwF3BWRPBphpzQCWfQuoJQQCDsF9ys+68FukApNEOyQnhotywuMEDTNvsyk
6JN5qiJzEAw/QZOcqLFzeRZ6y9TiJMlCFxUA2sP/Iem8lhtHliD6RYiAabhXwtGTIuVfENJIgvce
X38P9z5txOwYEUR3VWVmZZqOYiQbXh4v6oQjVShQEhZ4ouukq+5q9mTQE6VonjoCiqyIS3TdFX/5
iikK+xK3miyLjPSEXW9kTl+RUZeW04fohsvcEw1BIgXQx+KV+ZEouUzFrowku9EblH2teVLsNRqc
Ma42Pf+uZTvxlPTYyfDUvpLs3GFHmzEWTSwvnsp1p2XMkuJXk1nRF+5SnVP5pVilTQUS0O9Nw1M6
KJb2BeuoQO+OkXCjmIW6ZnjSq3M9eh2WXQIggGDUglis/r4+jQh80v7GDmMZtiTnlR6hLJbpDQnp
AuJlWbiPytk32Nnu1MHpl5nAaneQP630xyTZo2eM8ZPfweKSYAW14p5C8IJoljQMZVfZmqOqvqJ4
dvvcRi96tdceV8XGGE9VeYCNioqzsXgtZtsg1GJTmU5dc899SPO9WJ8rhhYxuGO4U1kGG4Ky39ok
f4Lxva/RAf5RcDjW+Iv0Ld9S7aNtNCe6PHJ7J5B8U+m9oSm4h9LlVi/6LuIbrSP5IphC8zrpjylx
R2XbQkdBzzmiWT17nfcprh1eJHeUmCW7GBa4kRJ7qWF8WZ9x6yXlykubOpqhbqMuP2BFtR8fDx9E
15oyfyAhtFmJ0qj8kYu+5rsAuenneY/hhaM0g1su5xyWfmzMa9s7dr/P495V5yZYhrF0mrY56uAA
BknaQmsuTX9UpXuo5YdO/SJAulxC1tr78aol0pWVE6fBIBSXyefBBFOS9oZE/GmDxeQ8KRsxO6mV
nqa50bieSoOMzqo9DKpZOfa60FkpWzV6H0wgo0GYNFVyR7NHUxarpr8Uc/G9jhT81NTctPARL2OG
bFeBiAx/EQMuTJ07rNpmAP0HtJRPZs35zXYUAVOwfV2te7FYvloyVqpGEDfTZZ7e4Ys3jegcGe/A
tphclQzGpRJOrB/tXEeXXS4He22IJ8aLg8KWGPd66nw2EsmPJE0WLMCWCuKT5fi9DM1ACr9kIAPQ
ts1q723ziZTTwI5Ugk8fLzOLQGEpNtZT2wZ6Ee5r2/pbtEhzx1S6FuUurOUvJSW/KuGr1scmUOuJ
JwYy/9JDO62BdUdIruvWxjYPCL4bupC1/VyWObBb/JHG18L+VOXXfn0VC22dV+dPK3krSu8vBHfg
7x7uYjwraQUc1Uhvk6r9jixGOTJBKPi+DajSikuT1KdqtNWNVko7o+aNldqtOfpqFchF+k+YjRfb
PRa6D1qxWgmPJ5y1LQ1vyo10w9r5TM5UdGjKYjpORkeYYNnHu3iZ9yOG2xu2YG9jpZyMfom3mjx+
VNTwLUuLdlC1X8qaemVq/84zGatV6ozGa2rQviPZB2dPrkS7E8qpFN9ZymAyFoQGTliljI3b5ci3
lmFPN7trQulQKuk2rsOAmNFX7PsOQkjBMtHijGXyp9lYKkdk9OmE2pvWp7yYNGm8dgYp7NyWqCSq
8kxxPmioi7v2uKafif0h61wVZzOz403GgS9HQj2JKMi8GpCp0ztParhKxhl/GujuQ7fOxDuzirVJ
7CE+zr21bUPtUpvtUYd0i+risM42dl0MA23o51HqVkrJ46vlregriPJ1Oc5R4Sdr4ujLmyyMz3pm
TFPKQ6FwoEBcU/037T5iOqS+qIlTZxPAa3TdW4fuoia9I2t+rH53cL2WVt4l5VbjOtJOL2SiHguR
X+c+YtPA4m8iKOk88C+o3YLbe77QtGlvXVt9LJq9rbrstYynVxV8ZlavzXCcy/iX3AsyQ0mMI1ts
XELqIvxNIeFLswnr54hEUYU38N6TJcJZyLysPnPDVpWndocMElrxFzso8rvNOECv8Ti7ot73trpV
SjLfqP7NxFtCgvizOTS7JuHabXR3kVCGKl+T/Gws7pCyOSSUXzUf3vXph5fQZR7j/nDCovDaOHXD
bHbD5p9hEjeu/Vajt5rNcaGR66bkqGjyRup/DUvaKKRSly+a9VQkbmHiSA7UXeHfMIOlauWHpqdX
O1TIdJKy3cI6SWMs3HFQqFPlqsb7Guf7xapemgT1QFdsVdkpZAytWaLJdde09yZ9ovYvjVzu1j77
FCYPyUlYw0h5csO2TjyRPIespZbvseZaOF/I0tGSt8U3BGOrOxGW4eXHpL3r1o4uYZ2DrAPJUPbJ
RHhSF+9N29cbKjVjykGfh+s6WacIpwn2jeSudCXo3r6npcUwdTScERuoPsMzlZ6o/5lXMrFIN9Pe
wyVICWto2bNOishT07NovgzWl6wxJVCS0W70ZeOUgdxigklOW5/5jbk3qjO3Z0uFGdOjhi+d/KRi
LDlzfuretWSSnsh4FJZrW58RXjQtydjqToeDDL+WlxhhQvPwHy5U31xfZ1b6utzpAZ1IGVF2NQeq
OYear4cnyyagyGHSqen4eskdzHOvFdxFh7zH7Xa1zxZdsMgaT8FICUB4aDNXyQaSi7iy6bK7ItpF
TFyanXkR04KacaxlOLXbUgL69m69RCcc4oKuZ6KY+73Ux76t4JmZPICEhJCoxov635A01iRf/Gas
uOOqTdIGYxS0eo4T5EsrMKcJCsUz85AP0R7SPHKrVKM3TlxDni9TZe70CL5daD9yhItT0W4p7Vdp
Er6U+yEOi/N7yP5GW+a7RfY0Y18VfyZXz1wydngKcGmY7lSUlRuLfWeYnN3QfJpiNyKur5avrr4K
tj7KDfxST9IPN0C+ofvORi9fNuUvSQ+bpjJei26nxudeeifdO5Am8t4stutxYePpW71L/q1ln5Sc
zig82JTasWJJLa0rcLJKT34e1pBMy6Y5PMXVNH3ojTx/iLDpgCqtQewlqfK1aQ7SsvfAJxonjjPf
IB067Jl8VXal0+rP4qxFZYsh+yT2eTvvpygJVJvoCGO9rorKxlTm98u4K5X2ZzWM5EQL/GzLUblF
auJgdfTca/WtKaa/KGJwg8PchGFsBn1c3mqL/anQsm/yYhub2YiZXpaQ9F/pqVIXpyOOms/lysvw
beVjHESh8idZilcN4c8y3bLmvHZO/ak1/+AIB1Y/mHkGV8ud/J+BM1c6tt4yPBo4sz9Ub5JKDg42
bni7WcGDbLGYyMSpTljw80yJtCxXmTZL6Smz31dfVcJPvxHKs+g2ee3E4rGesOPEispL8r2l+HoX
OWHrEyoHxLAU7/hT0giWSH7dXj4oIHZ1Qxj8jrwB274WFdaQf8a3chGv2oe0+IR7K4EyuIrh1p2f
J/chPQ1658Ac69eeYq1HLmAFm6z4YsdxkFXnll/N+XgzaNumy09Duiux3hydMg0aHC/ti5YGBuHZ
iIpL02vIcWMKjvYSjU71YuDGFN7GRvWGYjNm/xLDD1GdKztx0lAiVis2hd9mmm3yEMrztWFrrdum
2qEo6l1qBITAs+o69d/x4KrJLkx/pfgrXJ+j/t+Yrbta8VtsnGqX0a8EJoxaTII3JPl2jWfXl8pc
uU6Rs0VgYNmeRm6tKz+1vuwxPec6nsIGv43joRN0UJMzLEpnTnk1sl121+qICfTWpB61ZEldtcQ7
Ko1PqImDpouPwjoaF70+4php4UCDbKZ27X/S2DBle5H5WoBMlJdu3CkrifAZVD1+W43BHH5o0z1t
gsS+u0zOAUuV9kth72r9PVZYQMynmyH+mRj0pgBMhNRPXGblu2jJxJQMTzTHonRj+adTsfstv230
c8VfPV512H+N3fLKwyFT0QE4TmrxAc7Ux5ew3jX6vcxOrX6scApFAl7gFIq4SZY8it7S7hR1R0Ow
Vj9l6OXklueFawLa9R52qBsVrCqd+8caIo7w8Wi48R8lKSSicRYvZSe4Zv1BAmghu3k40Y7UbJn9
o8dzm3qr4GX2VlQb65ui0r1Wv3rjR81zbuwE/qPk3BOr07PZgaVxr9njJSyqJ5JfN1rNwySoXr7Z
YUDwZ2y98FnM6qm8i/g1mi94DUvrS6vR2cSJkyblue6Z4xmqjbhAyjQEhsyHW0/hWymtrEyTmKTv
BCZrWQ1yc8jtPDDLlBOPt57tKvFV2gs8pEucw49FU70aVMmcJkyNGWbzV726RsumKp7Cnlf+ZDDO
lIJvAEmgLLB/Jq90cSLrumR3e11p+04w62N7Qa62Mc3jUl1L7aUJzzoNbQULlvta6I7qtsgPCXvW
gwZ4mPngVmm5624V9yDmzJ3KK8tcc69L3zQ+h3VfSGC8QfPZZduJxV/zSyMiR6ZosjY4f/K5zDiY
ZDIdlX+l2AJubvJqryc+7iVEkNimP/xyyiTb68UWBnSiA1mviflSl79D/mU03RN4OyoErTvWvSMy
vrt3ftYy/Zi1dtO0UIbmDbGozdfX2fI2Bouoq6e5+FiS84q1RvTeldGm0J7SMCiZx6ONab+I2QV2
s89pCw6mBVq5Q53lmNxUI4MYIFBO/on5pjQHA9lRFh9GWlnuEcNpO973Y0rdHwzGeYU7ZZVcoCFa
irbc0QExLCecR8KHeBfCmY3qDc7soF42i2y2H1Lroi9R/Zvy9651BDtFuLfYl7IqHSx6DbAS5dBV
4CjGBRHDWBJqFJjpldmpVCmbRr4xtVeLtiJ0qtWRUcR2Tw0mjAXF4y/Tr1p1LXLHiIJI+9Ht3NWN
5yxy8nQXt8EgtpAclOHRdCbiHOoXfIPTHL8v6bSU944M8vo8pNe4e9NLANxDJ03eyM5Amn/O9k6T
/+joGilyDLoUlT4mPmQrK2yZK81ocJymIRVjU/LO073I9CObuLV2UyjufRXBn/D5cDghzlbfdD9T
teWk1LGbtoGVbtuW5uW5I3mzi35D42CE+xURbOyaeTD+NCmtGtZHrOnrXvw6k188u2p3YW+YXrBj
wFOfbRD3o0Z8tMWIArgkc5YTSmBggJJI6a6JcjdvXzODFPkCwuOQDjSN5k7qvlbLdIxkX2AU2FWO
bG5LJM4kbaiU08A8Z7Mn1Nf1V0veVKLoJYbft5A1ee5lo3Tkgm+f/Cg3Kl2TG6s4ISWR9J8OuPV5
ERbY9qZ4hNlwj+YECve+xMIkKU4wAvPPLLz+gBv5oiABAl58pgKZIdZv6lY1/mXze3utKCzxNsHw
hDYt/DXytwklMFBWzlUrHK0PXTQ6o0F7DuwI/rGZut2CWlI3PyLt1AmsZjJ/inlI84s6HXgT8gaM
0NFYx2tcuzvLPdJOwF5XFW8J4IN5HWcX2ySNOVJ5leC7BUiy1BjuOAOJIcYwN2bzW4XnCVtpeyc+
DPCcmLZ5u1iXilytYWNY+A68TlLlonvcrMvPAw/8QPZrykd5fpqRFDH611WwdF6d+vLkVJIbdl7X
77CtlpNPa9xlaenOE0yYPDxpY7hZTSuIInzmu6dy5oQxfuokG6DSu6T1LRq9tt420759aQgBxWH+
j9kzRAop3iLUipYX3gcE5R/m35C5seJUMg71W9XesOVjTdtx38MfDJ5Kjf7V0r3yWwic+3Hhi0Lh
DdGn1b/PypN41rAhUMen7l1bgoqfSPPWZQWqvJWRsqUHIbHMYYoPk89Vkx0NyRbmCXpp7ijJ4DJM
CzyHIHtAdly9l0j/UhJuSq8vDoD1tvobR27efSd5ANJKsrg1vyjSoWvdbN6GcsDAZ/yJzHTaj1T8
1MMXIC9R25v0U6WlvmelxUtWPzQNWhUUIO/5OZybXWuc4LE3+XIUVF1pAIX1aw18cCZi9mvAAcB6
kv+q6sYokRtbEVWbZj7oFWV6Zm7dmdm/RvnR9NsD/8dBiZtNLa7/AUuPV05s0mMSb7GOsR292sIP
oOKSAYbi9dtIdzIJ1vJLzlc+8YdXFqSzO3jzBq7VDO/yHd6kI9PamINmftHze8o7Fde4cOPxOt3E
rq/PtRaYixvOPmgJgjDCAHCvLlA3MstwujAGClp51yg+75s5fw6UhejY654ZOkMUhHXpEglbTfc1
xvLgYDd3oOLp3xA1TvUuxJ2vXe7cHItvIxhbH6h6YuXhezUOaUisAdHMuPw1NDVSw7e2vOrQM8lr
J/2uraPy4pgLvMfhEUQgHjo2x44KR6s9W6ncofjB7cGMvPS6tm+aAF9RqIRY779jsiZlW7roevFG
9FIS5T9oBRIAMq/bb+Jrbf2Q60GabXPFseldicixsOXqA8vijvZzRl9uIeLmpWKbDQFH0yh8EG6J
fD7gpNyX7df4a+mZ1Au4KdUZ461unhVkfuqpb7a2+m/iF9fdaO7qbFNKb2H9Un+VargP0xeYk8fQ
Yw+I9Fv8sbr37iSA9NtZc7T8qTUOykgxV1hbfrHDtzlGFFI5fAn0agqN9qq7KZQYN3FH52zAkI8b
eXyYvSduVqHt5r/2SkdVP4u5OMwGQ5vwJ96tjDXUjfRssOxQ/ApN+agUdm9zsLwZIoPtqlbVqByH
pXR7oz6Z/y/vJDZUJEAt0+TEpDRV1Zcg/4DNFePJbNR3CQBiI+nDg8OuCqdrYe0pQxbIs15koESk
1UTdc6s1+26Jd2pZOcZQb9s6/JPT+tMerW9JTYIGanmTGYkjuq2RZX4xCc+0PNUYKSybMvIF0+wV
IRMC0o2luFX8o8bfKmoE9RBaASM4YYOttlPqwwOGi13Z+IOyL35sSdsmGm7V7OxVl+Y+NJE3LH/D
qLkoUDoKF5jzVvA3y5qnrNoQzH0TO/ie+aPutYq/Wn4J1aIPyd9s7FWok9kaPkrhMYw3nSOs6ZQ1
mBf342HpOcQFmJjKeg0gtZqcq5vdfUS67KcTfmhN5kdm9gQE4GfDI75LvY3jY7AHqJ2JyK3bR58s
44tPCZrb2Ysartd6PYGphev4oVj3REufqnCX8rt1XboJ6Y4pZ5tRJnCIv8bxibo5Lf5q02Md9b9o
+p1QWkcgABsafCwoTFcRhwnpokYyQER6gMNV+2h6YYb7B/qwAHz31ynaluN+AYmFrIJK0KInu4S/
gOfZ6cphNYDcVa/OuAXXfbUAE+3WFTbuRBVOBscyfDHfS4yq201oeBULmiEpJsEod7tqOVc/Jpqr
zByvgMugFON4lYa9dFv7I3EW7FCO5oduRTxdN1eDwtzadYS24dfAKqW6qPdZ2xUZpnc7Qu42GbGN
3Hrj4DNwi/ZZ2DfULvgwIyeQ1LvKq0+fzHc0CXeODildhkyDgF+LhQcZhFGEkRQZfCO/EfC6+87N
j2HamupuwamIuK75Z0QTWEDgXUbucjHQrRVeBk0czhh1a/G2Gy9F+mobp2U6Z7CsAL36XvTo7QB3
m0cI4Nz4+ZCA9r9jjQN7cqfJo0VRMDZ8GZdLo9z7P/snT4zNkHhG+K+eAbCS5D4bw4dCZVj4w0P8
VtVfOUowezqM/wWrT4kPKar1rsR6Vz861rEZFVqJj4zukTYy98HvtHljb22SqsJLngV5ebfHYzt6
Un6R4ZaH7EByvaVZb8t7A+r5KzNrg3sG9U8V/uqWk9kM/WiVM9nhucv6eZ1dnec9O1jOGs4iaFyd
8jWZSEtSCi9OPurmJH9b/J4h8+biJ6xeB6xQRXZlBISEhD0S4rRWqdsL6icbg52yj6ruIFo4QByJ
oBgLebeOTBIgx0B9Pme5p3c6GflrtkKnI2cZEAfknS94vPkb1jezWA4NfZxquHZ/XJVL3jjzhFty
gNGGLw6h+Yg4Fd7SfMwyPL8jtN/lIadAUWN7TB8aspWGZuMx32QqjQUqktypQPxoGVD62Cz6ph/d
s8JoUju9tp1XT7vZ17F9bd5S2+F9AAQFrFAiyC3pLy8/cSWrC9/+KGk0lfcWmCVKt3Jpu0u5iVDI
Fq5mbupYdtVrUkKHu4/e7WNZ/DDcsgkkW98NeasX0HNWrGGKLjbloFJ46FMg+n09MNHYhGaoh2b4
ZiX3aGKWLVZfgsZcv8MRtUT5PH1IDyeY/iih0mhrUmx7P+HSkHczo1K14pB3ijRUsY86A6ug1l44
nNbonC0fTfIexZ4tf8pQdIl4MzI70I+z7M0G3OMhB4G3oX9IvJAT48VW5O+hkA5RQ6UJcUh8tcD2
pfrdSLlm3ZhEd9zDxy+85uPMZdYoURlax0XH4srgy0GoL37ncF+kUiDDX8fhTp54QOl9GBvfLrKg
MeFwIO7WS42WLoIARYg9HuuQeyJyDY52Xf1L43MCMh1FTouIJGq3Vls4C+lsDAxx+61Lz1oxIQ6a
0OSz7skJiUyad6SPZeyna0kPAa5tUKUawzOzyVt09Dh5BPCgZZc+nza1Yp4GGH2MkSVHU5+G6E7E
JFx3ZCOQ2tBvj2bLeJ/d4hpHgDHXWzRQICZqvc0Mwm0spvAi92NmRZhnEJP+zaq/LCXgvWQYB1KU
plNbfeU270QC4EJ3asXVWbFUp7SepM59POrxSfSXgn8wyr/428wUGaP1lIufsMZm+i2VkecrDODq
s0TMbqz789pjc8SwS58cogrnqii2yp8KaG/HPshIs6zIIUNVuKXxJtU8lEPNVbh+VfZ3F0WPP3Lg
/U9RxRgRY8JJmPTdiaOK2zTHKL+KD0q2pQAnmsZmRKJdmNlnZwCh5jOeNm/gIKzpICCDGHiXu2MZ
/3Xw8AvT7vi3is79T6hyWfXzALUeMaM13ImyZb1XtERJ+z7m2V6z0GTF6V7lB48s80As5qGYlfuA
J8G0L8VzmF0FWsYofJW7qXNXW7kM/Rh6rfroNquPOE+D4iDNH7YCfo3QzRn4KMNrYt9UdfTnfN+t
8FThUxmBKGlPfbSvVJjDmyJtdctb7dA1xt+28mLYFcPcEe5Kt6uXu0R6SdSRTvufUX0LIKak3+kC
umWTtiROliDvGVaqxa2f+nNaqLdcgFUTXxYXex0bxeKfaJFL9IsM61zAdK5fU0chje07/s+cubn9
NubkRbLh2utV90tlhH9C+ai11a4ZOOH9oHOvmf+GHqSECqxMkrUdMusrjJc9OX3P0bCf1RcTWXHF
CkHSvOlS9NQBarcMGIkpjacEdh84zZKdMoHYzWhafF2TY79W9ZtpRMldEwiEmoievlyrnbCje2WS
eiMQjlb/1CjzVF3bSQ1qxmJ9W+UHBMSVE8k2uv9zHsPkIoQS4UMZyNwo7PatsInSk6xxL6aRXQB8
1TaiVLeDHYdOk5qZM8jNGMS9+I5aM/JhQlEtLPHJChGQCG0kO1Shuy8voeT3+VYoNvttLnsHkza9
StT3UL8u4zPjZ5sebIvdiSZxSxRJ5bduCNckQWDd6C3jVIYLvcUmjNNGf4l000j3YQhlVcbWpiey
jSDhFIQNmcKO2dxrxAQ21S23pEOjSJNjSZqn48uhclBt1+rvg564SrldtC/dgv9Sg7znbVC/2pkR
v0BNUZdwJXCW1oOgw7630hwTI6O1bs5tXL8ZhkLk9ggTpXqI2cU+VfTLiPEmMMFCF2sBYRF6TBu8
TQy4Au1DxHhUxvG4a7viOE6DgNUKYbtw5o2toGlkvkwW5hzTKkInlDqxaRuheHHE8zZtaJJBTRcX
gufUle21UG3H4haR5vqsdZ92au0LjEaacaiIPtLd2UaHqmv1jy4dzarYJdHAbtyQgO8XgRxe9NFP
iQ+xWcvSyIFfpItm4QSLU0B5TjUaZ4cu0lS2pDdoVIs5OrGnlNB1LsXLYuyl1lftfaUH0XwfrYMg
zZT1AE5bX/dPvNaR35N0AZ0lVrD6VAKP1NCAKUizFC+dNXB/xXwhIZgyX2LSlKyf3dzuwVeYRqve
KdrnmriJiOnmAr0tmQcR3wzd67Ca6Fw7AWeC6E2oLAOTRb5umQBsFqRYabUsb2CjQfOQP/gVYV3D
YrpaxMetd1Fj7YYl9gcUCIPKYNm8xpPXDMO2ybVdI3oB90bLlKI5RPTM/fva3Crg1MH6Z3Jv0/z2
41fe2xjWaB91+wNwFrbluY+Ss1Jtc3U6rvavsAC7CyaUVt0veucvBs+hlnZW/K0J0k4kl/Uz3KL2
udLVjl3KX7IdEPnotjXyF7sNv9qyIXkmDRGRoMabFeFKlfGVmMpK50MwYDe89Yq8VdP4voSZEzYW
aXfC0cMEJUQlocMduyXoWhO7z7ka7J+xrWVvkBfLlZQo8RQ9/FUq9Kgcam3oCJSse2TDqUxQQaFr
Ff8D+iCuqeRrISPp7IjSMiP7gARbc2EAOR3dUPhZmm6Hxj7E8wyTR2oMKqYJQr6aI7CxWp+duKt8
oLaqEkjORuAbayzTQzo34FLxtWGprQEeGbLyJEHGaaOyXVEizkP1MSm2n1jZBXnuOUvSp/CxoKiB
Ow209yt7KwWqG8MwZE8eysE36odC7DzrB1mk1m1F2llNhu2XD9EuOndnivGXD+OdMW5Wq9jaSP11
GirBdJKym1ShUtDuPUe+gV4Ki5aWrZc9Y/wa10/RbFXmTg05WYvSJqY9YUdPciPj1qnn2bTpdWqX
ZOtQ1Tdqz4/419VY/4XGMUOB0NIolyZduvGVSQ0TjGS4c/FW1tmLYi3GZYHmBkvIGc0f6m0l09x8
vJj11YhfpRaUei+X1ePAlQm+k4XxXRu8aNo7mhZ/yFhHk1EQx1rzVyPlz5zRek+iKNASyIoGFC6T
he0svbUjb4fIor8OT5hupsex70g42vEylj9Z+B2PwJ0cYWv5RWQw0WEXKfv4PSjFIitea/jr4Hds
R8jXUQRm+BQqZy3s42vG5qaGCvGuz+tPUo/TPu1erTzoc+NXLxLyScZARy5Glp+PUr7SLsaE4f6Y
Q6y4fe1k/XNiqI6BP6w5OTlq3Ezrt/1DeYdRNNqQ2Ubza3lJnwMxXKvmtMQInlCvWmoBy1+4Rtxu
jRgltoe9nbkQgcDbtZkwl3o0tSX8hAyzJ23tXGJ58p3ii+wECVeLCkRm6q4/E5z9CoXrVXhtOZ3X
aZeEB9W6dHrqRFwx2fg6tjdIJ6jlqYBI9e0S5A3Rqc1ariMpuj/KlDUYmnjMPkcpvmR046I9zNLn
MNk+l/ZTIhpfml6EJrBendhN0Nwyk/QnnV6vyJEzjB03bf4UGZa+7dsVDxDaf68KB3hT5Ym/f1Rj
BxETDTKHtsr6Y8IkVhTrKVJIJQSn0ACB+jGFVl0uVm48VExKUMjbvPpaFxw/ZuG0q+ooykcfVnt7
zvkcbMFmX6aJdoo/2D3gQHhI5a8YEMCq3cYEk+/Z1ai0PHEBw9fFYOUUpCNf9zb51erqFnUMQUJo
YWFFE7oCxt5U+i0sAwUp6kaE9kkaxJFf4w9TAWBnyXasF4v5btdY43WWF7Zbxi6pMVWF0C5ziGvR
M342GKIY3QLmoPnj+Bc3pnVDGdBsxrgcrkMMos+1P8NrRbGyuLLMnocNUJUe5SFtnLEWryYyFBY8
KkO/1qUWJOy57Fu2kllckcqtVZCDKNF4D4vFgV0RUc5qGLsPR6f3usb3d1nfsnWUEG9slV4uKYCg
I23SB2p0molAqk1hbRo1vZSSlyMQGSoM5jSNcdGUYBZki63HvN2qo4SkdQYDpBF7GqToHo25u8ya
dezn5WuWwA01XW5dS0U9XJn2rVHIHLPnG4jr/zg7j+W2lW0NPxGqkNGYkmAWk7I0QUmyhZwznv5+
8J348Jhi1RntXS6bSB1W/2lF5Us5nZQr1fvObOLZA+WkUYjqeRfNM9s6qRWscnxU3UdU6vEiCt8L
OnX0L03JppkXD644awRYoydsZCL4xXMffbkcvsrixe/eFBY3XzzW5ktvgOoqTzKgYTgpgl5CHbJY
4zoOw+Zgd3gHXL8o7qwBksk1YmVtBb764eJWTSBOvRFOLnNdx6a4ktulNh3uGohzdyxskFRr05WR
/lGPxaJTCwzN7mMftGvNtZwk6pVHWfxyG2nOtmAUQfCMRIqGBiaCjFLLLRTBnfRZyh4OlPCjqpLf
3uiDkr3kY7UpQvdZAl6Qm8egB5L1TQQ3lRFHa9/qVaYPqt5MdhKG34x1SBiWghHAu9PNdSx/DT7d
+YSGrlj7SgKxB7xoRiFDJ1ObYMtB+sY6bmQsmNYqTb+11IRgrIkk6pVmJ/e+QljwV9a9mA0+ITB5
XbfZ76JVNSRrExTPaz4yUtIb/xEnFnJ3VIgtr5vloXtqOqShupxyWgkdA0RFHWGHLD1Y15TRIOhg
U930NGG5TIsztGzMSd4Wb5Ul33up/Z7kCQU0+KU5JBLagincAdHjKknK59qkvANwC812TyBxKC3R
jXt1v7IwRKFg1iFEhFOWnHbKcJKp01ti5kvQGxDaiYbqxTCRf+eh4b4C/LKAFb9NNf9s+bLoOBQf
6Shhe9GJIGNgEuleag6Cfi7zivOFMxQv5DqiZtG8edKBcpKW3GDrUhrWSQ5zSWacE/6rROOibutN
IyMCGcWO9qAzbMW9gqilFPO4DlaBO9DHGHhGehk8vlih7HPrDghyX7YA38I8KV62Rj6deF352tNH
Nm0y/EOo1Uh4tmr+P4X94LA8jCvdQsVXMrEMog3z784FyMt6+7WJSqhnn1O3hMM5MXVwGT1fYk7o
yTg9IGsvNlVsi/VoF8Cvvn6XhqB91EKy42V2sdcalGZCKREby1tXpRgOKycMDU51HqOwklvqUpwo
lYE23bdhC3X3bHYmAJJlHCRLPFhRMVfcQzaUdyYVvSb8ZSUAi8WcZWwX2dQrEGBe9VJEiFO6fp3p
2pFuelB3T/CQAx6LVdf9Vgtrl4T2Qhd8YfgvrvcIulsm3dpri03AbSkVGv72KVO6pRG+s/CvhyzZ
Bba1dqsVh2O/2RtPLpqdPKe3N6qVKlPmLtjuaLVzZNhb331zS1ZHBgriGj8Y73LPWNaw23rfA8WK
p5yIuKyjnYt5MpF6Y7eGepbnxfhbR6lVu82mSN9tmhgR/zBVTh3auPSX3bxI+kNj/UIH5gcfngyR
go6tcQLpoyOnWzdtHhVEo6RNbjQ4Xd5iIgtRj8O5AfFH+kkL39zuRHma1WBYObMY0YVkLeVaelCz
cm372rIkPn4+TFyM1nsbTukrTaCAH7J1K710RbQySbK1g53aP+eYkdSWhmi6PBdBNdEcphKX87iV
ACOnSd+xsIcEtjRfttH5a111N5Fhvfs0hm2LeNVbOm3FMbylGG8SBHlqZKIyQ5hgKruAOkjHvOlW
3r5qH7ouWOUD1j8z32pYCDAFLghUnHzwjc6bklrITmRXlj7jjNxin89AyzgmeUa/jVB7GKB0if9Q
mp9S8CCbDv4i5Gtvg/qp5l8WvLxSkOravGXpiAc07L6GPsNbn6dvShae8oAQ20qrT0pvPfmjTH5B
Ms5ze9hJ8S63iZiraAsnNgqoWMipcnoPns9tWlgQS74ThhbZ838hSmI/3oEdM7dYPTMrWnkZ8vMI
KnPf5CfffeAw42eQwrvEm2yTy6IJF7URfhkAp93DID1R7weFe2oNqKueAADZ6xBbuzXnDSB5zv/b
OkIHbnTdWUaSOqK0tYd2XXM4ESKIZ6pID2oxOKORbAffUO9pNIUmVqvxTAZ1vxANClxF8Vi7Y2WV
G8OXKqzPVP2w4tMomnlcSghc1ApJVmJ7B2H0HyjYs8hetC4icreXQZWzqTrK3ORJKUHzOQI7Xlg3
jIt0YsKndAcqmz4fOOsSu6GlUFkDZ+Lcs9ayWCol3QkD1KXpgUYzy1ot5xazmWx8XWi7KIFcroW7
7SPtQQ/9ZWRojmf3GDFWebhSJJSlSNsb3VHLVRoeJOHeY4aog6+us87e8Gp4v7D6QuVzCjUNyVH9
e8U4h5J2qsDZSys/SL08N3WxzEzZvLf6CCWUb2lLDnEEOCXdEivie9DhuupIaEtEqH9YbkTabFvQ
RTPu/r9cl2JEpUrE8UQUEsRZgRW4afhORr8cfTRHGCb79EWID5R/o/aVQxZoSB5ap5eoYVhQ8mdh
jo+cmTYmu06qwI3YnnxoMUFJ9Wc/Rgcr3g0FTIeXOUEaY62wEA0N66gfVr7wDhJag6IP90aYb1XP
wCPTG8smV1UH/88iNgpQJ3lbuKAGQe4/l5G80FG04bClbTyK4axa1kl38Cp37kGvZOOALn8MHU1Y
Tpx1aOiqQvnIR9v0gVaIeJVeKqucNzYr6poODgDXGxVxW0c3ABO3mhN7gLRHrXtj4W2UFzFsdJeP
NsdmSbF/P/rEt6Bav6fAzr0Hxodun9Fzi2pjc2R2xWOemrAxD6O57LO7mkpCKQAN9HrVCfeB+ZXK
xOlJvzNE8lofzUu9YZbEOcJEO0cqFeaSo2iingdexQtW0mQbVx1ZdIC8YeiUnNy9wCnga4qu21q5
eU/XqtypjOxcVQ+Dv9I0Rw+0XQ5CrGhPdZFRQnscBBZZ7GqzosCSli1lWFdN9PN4Sl/itKKlx7Bv
MI6/YGnb2HK68pRIXY3K+NWb9x21WT6ebOlX0r9Ah3NEnxyhNMUhmNcQ49zNwiV0bTwY6DbFtkD5
IKq17CufbZUjMk62PUCMmm5F+8vTRuTnwZelxmDhEnufTS7Yc50F+54QcDq5iU9/5LDmauNOh8Ef
qSWa/ojfBRRlWAxs5MNRYmK3soEVQZkFTf+KZai2fwXat2Kux6o6JcYRJhOaeMBvLBUHv0wdDUd+
aJT7eDyVeryiWeqihDvSknOZvlnh81CyD+I1F7u4Q8teIhfXDiXZVFEpACknvmKZWVinAieeVIjw
swZFKyq0arT2pfStEZkb4xs2S2wwk0ipCXK8+WKBg8gnl66q1/QZmieBv4DiHWg1qOK4XSJ+Vk0x
99rWycaDbqb8ZRg5F0IkYG+VCqBFhKhYEtN4PeR3iXqnUt/Iq3rckhkLsD8byUGyegyt4/NEfHmL
LN/g0A1AJY0NgJGur+r2WDTzBJjLe9C9RZFSZKPO1n8XU1MpgBERPUmoO9BJoFTy7xCTzyLtU3B+
hk1AXyW1EK8lDl3p0PhIUegbGyHGszmUqxrfCHYgOMJoSgbbK8qKwk3mQZUuu6G7yyvIjX3Q7Krh
bdCd0DTmarSrw3PV700Eo2pwzGWJoelHb3mibywheHtfdn4qpXRrWrC8pY0qE2uk9EnZseFYDtyH
URscaVHFvjPWYpvZNv30MG5xxM1qeO3eeJb1byNJ0XWZ28Abn8Liw1aaBN8KVoeiUxzcqc6g1sgf
opUUIpAVO296ouaTYzpfHr0U6DTWv0Z3F2mdP8ltcxdAxzQWwdHlTmo9bGLSwi+9Ry+cRkVwNuxg
W/CmVVdZwrrMtbLZ1NpeyINBIiolbOhVtMmL1nJdHTAbU9w9Ci97xaiBAABCYEn/skWobtyIoOTW
QFQyjKkztJ+GoQEXNcADXr4iFws8teTk3zUklVtz1R42ijwMTtHpRHKmd1kYk8ziU4WlbQ26YrZe
v3RFTZOygmNv0TerMQOAiErcnSBPTV89BWXGbK88mdZwBhkreq2qJ09SzKcpt092TM73jtcazcZW
AA48GyxBt9Ftih6ZKBYoLCnS8FKMR6SdkfIaldl8rEgqQA9fwD2/WWztvfdQQAIZGCfscumG5Yde
n0oTs8SAH6zrk99phdl5qFxq1AZlv1I8W/TqLZOG8qurv3xNvSsLZSumLIg8OeVkF5mZCNZZey4B
juHURiWaeYBgAuLYUtgWscz0hrEszF80NyLnKOw3bvfbw6Js+xzgfPdst5RJqRjyY1oiUsNf33Ly
pHGrgbevU47udHrMoUI0+S1WjFeij6Ss2SRx+KZ5+HHTZLi36CXwAGq6pvSsdTCv9tTFCJ8UXA2L
irlWNveCuB5k+4H/NdQbNZAWsroQVrOBXVnlBD3lcfLgk5dF3TQiVSNbkBKdzgyo+wb93YuOSeJ4
yLNRhQYD6obhFJBqPqPOJj8A6a8vWadkHOda587DauFX1Zda5yvmktNW/q7h5KRF0tyAfbRiqOvC
XakgQ37/oA8UZuaDAHV1KncY51YSU2KTjiUl7XcyDbhgSduylWbeIdgp3IdOp5uhKFb5VF6AuhX5
O5bfpluKADcb/alMMHKeFetBoS4REYkMlpo8o8w6ymj4Qs4XSkSYs4n/2C37nlICyxv+RT+InTFN
2cfH6mB10uSJPIPuZOFjUSwx3uLFPwWQoQOntyf0ouQHyDx176n4xgAZll7yKJqFO9wrZLJIG6Yl
ltbcXpbSe1cjrAmXjTHvy3d03x6NceX7yt363eOgbFp3HXmS0wcnN7yL0Z7aTq8+xMVy6H6lycJO
PwJYefM9MCCnnmtY1ODNZ63onuV4YdGEqturAJxSSjxNynl2rDjfJ6c+ATEXyiTyDO48i8LmGLFo
2O3ZNJy0P6jtc6o/iNY8Sp7xnrN3xuJADezI7QFqspKbp8LfNvaLRrGcg4PHrZstKtt0j6Lp5mrF
RwvweDQqJjAOKwWtSbrGOtoFYYcVKvsstvSdNplqi0IQ+QktPi/JOE+Uikq0OtDt0OnHkCVqTMAY
E+1Yl6ixtGxYN5KAicqqrWtlLAvNoK5aBFjzAtuVkrwU8lccDqsCL8mQ0962HEcCcNqAv2TsBs3d
KGG5KfNiHUu4pWJppWACECTCJHf+1A+mX/jjL1/MhRse5ay2gZjNba7InDwU1NOgmhsb0r8C1su7
Nz+iA3yqUsCYcBvKSrOthzajikcOvCsNCqIBO16RvJM7d+fLHKIzPMGhf26tlOV3WAkycvpkVZtH
TT2q2kYACcFAytZdzFG9GvbCUGZGUZRb3fJdJ/SNV7gJAkeguUufCCmIRZ8v3ir6l6eKdYjHKxph
tCMU+LAcfqsxxbWZqeLJIiBLDj8TgerVh5oZVH0FfJvrFLVi3JZatE+06iHQkfxK8ZPkBTsXbYYh
eQejCrSZyDGh1eHaFv5aHTFEkLDWZ4ND1EYLAZieyf6ZaeVzHuJn6BaZdOc2REYPiTHPJ/tRBEt8
bhiqLYurNjmVzYiFrihM1N2mpvGc9T3oNtR8NnM5Lfpqj1kgqJJZU8ivUuG+SSG0MMyUaZJ24Bu/
TDbrMl4oCPPtatMHSzOgXPGHby8Md6mNgh2jAhWUkQHSDZOyM101drOwkLH5SrpwzbPvBfsabY4h
g1JM9XmMAzc17a1SEur0qFrEyFlogSKAXZi1unBCPPE0/zZwF1bSs6eWjg0zUMc+go2zxx0h6w6N
whlHuN10+FXYyEAkKBlCX9oBQ5RI7ixQwxKBaRMgKUIVONPgA5M4XVR6ce9m6dGM/RN9kzd9Ik55
sw87QpWa5jdCmlBaC+noRYZD5Mar4vo7NzHleeRjTqDKh4a0Z2BY+8hF4xT2CIp/jqNSpqyrf4VR
XQTeRV46JpbdYbeZyfPP8QXD82yKTDx3MzyDNyITr8RRXzbXzaOwNWTVQMGnL33pMa/va/f5xgNM
N/qPBzAuctQL3ZeHWFOVnSx3+SQQVcv9oPohUkQDdkgZ8uKtiTqssUZpUNH7cK6/G09AK+mjj/rg
xn1cCbi9bMMb1WpatjbqnLE/TPG5MX52KMDl6KDvwqekLop4TqNxOE9X2ofgDfKNS1vXXsFFBHJZ
a+ZoWuwMvU6wLtldpufKGPL6BVgeaumHiPaccDfYa5Mm3rXaplM2ZvPR1wQdVAwwqVjVNl5F3CBB
/VrE6iKU7F/sYpW/Zv4CzKW8TXNWgD3o1Vk1hrk6UKnZPFRx7w8vKctw9aEVyjpA/yHbmMxDz/zw
uyf2UMxPWDLnAoeZm/e0nmjWoSFtY71CXk/y+9hQ0WKcZ2BrePGTmek90pHEKkk4K5jZH3KLrTJd
F025VqJ6m/oSWiSdJq1Uhb9izgdqsVX5sz7GeafB4v78Sa90yxSXTVQ7P6lazy+0nd9VEkrwuHY1
Ei1T6S3IZBzlAcjDr05FLaK3FsdMU5XBWg1iePQ6xmBo6f1XGcUTeB/nG5PURzJ60ird1R2y3CJS
y3NvUbGomVs9drYZwsB3ChiejTALK1IAIRiP+EsbUbk3Jrw2DYp/zZdp/P4V3d7mUZwlqTzSXdK/
OzrJ1j1lq2D26TxX66ieySv0MvLsRZrjF0QAPNt2s4fGETMQ97m3+vbmXxir9jIC78Wt13xt6lwk
xvpCUivJ8rQ7T23XBG/JCFek4pXc/NfSUme5rYG5egvwyInZQ6qLFDYIO2xXGocNMimhZOKaknPb
wMG11NPrghT/z7B6CThwJMS0GqfCP9lKvLaQrzceUfID1FlHKqtsqAe0u6fuS86fYmPXfxvDdAGL
FLJxnaT3ofYsEf2YL5DoeEfZJ4pr0jwc1E7g2nppER2m5hYTr94s0HCe6T+9sB6A2kf/aTCWMpkf
ERmoe4kqrXEs6lpodebJ1nurFWTuaJxwXC5GHSP5Mu3A8VekLt5PHlHA5+/OQsCDn3JOuxp5r32R
q5efuuZDY7NhQ2bEJ9EuhsUa8yNEcp8TXiBtUZmWop91JLO1M5eAqxRQB6ise7Ze4KQN7U5jb6YI
bto1fAwuvqrbmIQhNdFhih5LtMeehGC0ceqvKmdmc7B30UjQTG1EBNJ9Gjoia79ZBsl4wHfJtun7
6kyWTWavd4pLD6OT/hyr+ikI916G0Mc+JmgqSVkIwb2qRT1sKlVHnPog1EPj/qZDT90ftb5YGMXn
mO7wSUG/P5cYy0y6leSsOqRDYfVRgOfUh4h1QikeSj1oiBMXD2rensom/VQjy7E5yCnUMUnKwZXw
PQIvhl1k2HOOR0G56Ik/4ARNWToT4afq0h+9z5c+xDGdr3NvnbgflXxIOR2AReS6IJCXPC+ViBa0
WusoZinVDmzMI5SDhp445a6iboVkFq3hGBLOklP5anR+014GHA7Y0MLqqRy2TbpTkU2UCLgRBhYh
XvYgZFMwmm9BEp0r4+HUu7mhfpsjEAfd/zBmWP2p0fdJcibaRvE2tknuT7Cg/u3o715hrouw+3lv
lRq8Ct9/jtJ1Ks/t/Cmqz3mqOkrr3UsUs0nb4uOmv1kq5n6DXabS/FWfRTMU3Tm6zibJHn6ez9qV
0H/9YjtqFDUMZfLV9mZjkjlkUVdmy4zoKMTgc1ocAzICRcn5u4SCxxDZfghIKhiOnhZMmBPcVBX8
TpvkIY+HlY7sKoHg9+moJeiL5KGdKctm3ZVAUrhtujIHgCCgygro9WzeaMH771RpS1xURbVUpp4V
BKxz3/pCOpiYNPI9gvAbXQX0f67BlriI/9VRvnkKkDVPrqLI+IyrW9XQv8s56zLJ3bWrzIyrLN4b
6iw7cOjg7EcKQUMp/z086hw2DMd98W50frrymi7T3KWMZMFg4DkijjXP5aN0Dzs0ZaZm/+MFLoZS
L8ou1cnc2KM+GtHqHcw39RFN/Phh3MhIvlIAW5dh7FEhKUILuYT30X+lX9G3/l2dpXtONLWyEl/1
Xrl1pSlf+793Xuqx/9x5EyW0VA2l+b77pjsb+xxUIvrle1UnGnxebv3fzY3A4Cv1tjGNu7/2+IZU
15iOUOqdGwFyBxKbKOs2yqCMsMCfZ7n49xgWxkV4bipPRUos9XfQRLiVCAIsCYhDGktcreGFM4Fi
NfHiJWqXfYqGI4/upODLJR1dckfkZL2TtIcRpbL0OyrAwYNo41WQT6W0FOnWj1hlFdDpHA18BeqY
tI6R2I6GeDeY3AZFunKhIDkHkvMXVeLej78U5cEPWwfcbs6eWir7irgyrQKsjYK3Jj1kSMjJ87Bj
tgzlvaRPZ9Mvbek597+USD6XI9RjmDitj0ZQIQ3aDqEMpIZees+Ffm7p+F0nBwQffU4jhv49D4hO
pydDA30z2FvJRmtExX3XpV/9+KSW0EZ+cih7TDScRGFqQ0izIM6t+c+f4M/A+e8BJYxpoP31mdmL
W2EPOYYAsrwwOZL7K7UfQQVKgta9xQZhohfxOe6PsXKW9CNDcFWQO4yKqvPLGRLJXsO3HoGYx+6+
K6xvSccdk9STle8jZ+zIgJKgQC3NOvwzthXidXY+dhiceVGD/N0s57gACouzMHVItFGqCrJ/30nb
Ot5LYtsmW9tUEOc9xug1YqSVcXXOh/UQVqcWOiG2IXrzpl7F0H4zw/fPRmB/Za4xz8Svyt25iEVl
zGFJ/QCjuMjr/hz13afmtmu9H+Ya6St9TNi86h308b1PN1q9t8bxRrGsXDtZXewDcg3kYpgVJFK9
8iUiDHFdv0q696R7WJW2bkKiMHEH7Y0Tx7/XU3pu/OcHpeToBsQz8q72cvPBKqPqCBOJYSTJMpuc
/TQlJCa2HOR1EQF5wjJOPw+laxHs+nRHfw0lWRpllqZB20lVCYs7uukyGswHqaEwTFEFplbvYZU8
GnINBvo7KeRFK1XoeTtgkwaUOwM8teVA3FperhURF8eUXrddWY3sjISpDi4M4c5c/nA/iLUO4RrI
WhEaFkOxNjTQKQftZY4g/LfxkJ+D9qN7kjgLQBp+dge+HqlAq3EnoYlixiNgp6KgtwlpPJ9mSbbH
2go/AEVJsVVn9kv9HcV3qNh53N8xHeBBb9jRXkp6hVAKfFE7Ssg6hpn5G92SVC2ibUVSARZqmt6t
kKrXKUlss+Id53Qpz5ITYZhCX0TVmTSU0fcQIu7A7NMbDQv+RPn/Yw3QLzYVdVCKbCQ96o5U+KW2
jrbwIHdIN2c+7aql2aOg15g+N7c0bZ37SxvV5Uyi2Vm+NOn7ZHKuixx3RmW5Bsib/pWTzHFZOuSx
zHWgoA9tgYtuFc+xMx7xTRziFcXuHfHKqHFXsI+beNWsm52/EEu8Wzfm3dUS8mIDM4XnlmbGU9G2
eY7Hf6Wu5DPeVwKmaS/eOeQ0LcwNr3nWz3SHcNT577cnz4mW1CE7bOXFjY1UuXJa1i92uWBsop7l
W6VDHDSng11lPr0ic4Y8d06SwCxY+k835uC/6wOhXyznJQhAFE3XcvfSQ7qhD8Jp+CLRe54u/kcg
Tr9Yz+wa5UmpDtada6NKL6KDUJH/pX2k3vhyV47y+sUKVsttIfqos+4UafJaNrTWKcKMQHZpacfF
zR4zV1YH7WK5SjW7JN99BMSAXs27xtGHJ7YfdA7WsjNpk1DtBGW1favaubIwa1OXhL+Wxybr2sKN
Udm3DZn1RGFKxTYB6SXFjrSWzslVWpykNwbClertD3Lz18U0qFw9jqHowIZWo/yhYSw3b726K2Wb
drGuerqZD5Gu0Z3Hs85tgQeQNMafB/A1aEm7WIssKxGZ6TdAoGVGRFJUQuFHvm3Wcwwb5Gr35mgs
ZAt/bo6c56j0UMuBQaoV3QL8RWL4FI80kCVVWyOkoClqkIvM9mb9KDcIklVSSAbUlzTHIYtdloKd
WanyJha+vGuIqHD6Gr9Mi3WcdKtUvOkqoZC09nVRtQWjbd2JRCFQ1HXJ3Ipl+1dDqu08znu8ArGe
EZRA9t3Pb+Ja3SBfLBup2blGoyvJfjiHqCFpBPA7yZcqLMIk658jvYK5/vlaV0aLfLFqWK6fN6nE
pbLQVzYiLZdodzWnn6SsP1/hypzWLhZjyONyRJ5Jm4yKBCGiyVkR54QwzFTjxi525RAmtIv3FZSG
iS+JS/haFKxKBIaEmfvGorXQ6xmKJS+63qr2apu7x8Avm22cYMwjlzbEEZaPTsgyfePof+V9/un6
9Nfs84cEtt4ye0ZhQZkabAU6sCEobnyuay/zYgWWTM0M5d4b7qRiTxMItV8Km8CbW91FWI/+UQ38
2U//uvmqdfWs1+hnEMQlQDsRttW+VeXF/zQQ1ItVV66DJC6Q8t6ZguAbXbbfK1Jd1ar7jNvw1tS5
srSrF0stDll/VEeZiwzU/U2I0D3J2m2Y6ABE/k7Y43HUBmtGULuj6mhofn62K+uieoE0FATiFIWr
9hj2nprkLQtvIBjTbf/ji/zhFv76IsKCMC4LftdTtlE6Jf8hJFcwhvoLc3T+t3u/WHfNoG6KNJvu
XYJOF8sgSm9M/Wtv5WLql8RnWGXCL0/RbnX00Mk3GmBdmQbqxYRvaHmauJLCD8cOqciD4iCGJujv
5xdyZQ6rF2tiWXWeJ6n8umH5Mzp0uCpZ9jewu2sf9GICoyPqvXC6cxtbqoy5aTLSp/dCn6Pz/Pn2
r72ciyLKT1xvbGPUN7qKN12D6TZJh/jioP3z71+pZv70Q/prTAZpN3qk9GZ7EzW7J4/uTLEsdaO3
JADSvk8wUFl77RgBQKYSVfrzVa+U0n86Mv51VT9GGzbqabZvguYzizQDnF5LVlFMAkQWNdgyiP39
+VLXGnT+Kef/upbZNBnmoDHcYxWKDvLTmOCenkvn/kmb3QJxr3ylP0fpv66RB4HIaZQa7mst48iR
FgExt4X4DC3kqjkG/1tNgq+MOOViesd9YCuaW5EUi+4eK1AcPFv9ThrwzVWvrZ/fAB+uzHXlYq4X
iRTrOpLUfSuL4Kngw+9cO3PXP3+SK1Pyz87/19vyvdCzvbwM97q3bIPHsD3K+Y0Zee2nL2Y7ZHct
uXoc7iViRBOrJ9J3UZQ3dtRrc+ViuncW9anS8laSZ4LcU0xfhLEppB7OR7Jkb62z165yMeMNLWxR
kE7vHtKtXZW/YGRCGkq4s54ckN8/f4Jrs0K+2L8HodTtEHOVkBiu0glbujYQ8DDDrNdIWxd3Q3Fj
BbvyPPI0lP/62lFQR3RO5kpojxHvg6Ni8BXVglj6ki4SNx7oyoeXL/Zsm8a4bpQRPTnYL238FscV
CR1fP7+sa789zfq/nqBODNvtgyQhXeHUYsglutuvgxuv58qMlqeL/vXjeMQqTUX5vtf35Mg3eOAA
wE9ysdCzGyvglcksX0xmvW7atk25QlM/E5WGhfDGrV97LxfzYUhzkfudhKti7An//aowldY3VqBr
o+ZiFqRS2YVIcqJ9qDqEZMjEVpA3N3kZnIIQvls9gP/9biz7YhrocT6kwhqjfUaom6QetXjz85j5
945A/9H//Kxoz/TSDJoII2LCcAF4tHRIARSmRqo+/3yNK0cly74Y9JoCgiPCINp3XkjWuJm2w1GR
0gZxMMuR4oNOjt6U82xn4QKpXrewx1RbU7F8RrWQ1orXdjfWxmsv8mKO2IbrN6mZx/uqP0r6HU2Q
bgyyK+dny76YIJU/xKKIk3ifkzNhwxtgHcBdP2u+3NcKky2dy27JT649xMVMyUel8UVSxPsQVXph
PdfVjRXk2mi4LHGVdBx90472YpRWOhkyJVh5QBcA69ae+u+KyrLV/xxvTayXUp5yhUaipUBNOMvJ
lb7rkjhWLXR+Hm/XnuJyvnsBkiQDJjzEn93oD5GLgAHtRTbe6tt+7QNczPrIzAZT6X3oIjV5jqsa
ibH09vPNX3lB4mKm+6Em2eUYxfvxq31UPvNv9xW/7M+/feW2xcVkr7W6jTGBx/t6MA1C4tSXUpdu
YBDX7vtijtdkyPy//KBBfkDPyGdz6Z9/vu1rP30xZ3sZnWIReswsel5AW6KIVHWibMbQpCcc8chu
bP+Pb+hiElt5YjZezRvCnkNHr4ZEiZ+f4d/bp/WHkv57+yxo1kZMHiOmRt6zS5fyyU53+cetfeja
71/MXLupjFR4jHmafiqPcPRTF+4SS/IMuvPnR/hTVf83LmCJi7nb5lngy5PCpDFmyaH6yE/SPRuG
9q7NvTexnrsLNMQ/X+vKSLWmP//rdYWSbMrClaO9lCJSsxa2Jt345WtPYV28Kb9z1SGetlJfIgEn
8+jUVhmc6kiWQwVZyXi3A3pTpAnAb4d3zpFqK18Is2oOdZXpqyyusy0Lpbv4+VGvfDnr4q3qZpXV
Wq5E+4I+sujTXr0nYxKPzfAZ/HyFK0W09UeE+9fbrOQO5zrNDPfpF15v1IaxmMUv6pd1dl85Evx8
lWuf7GJNtIvMkmmpEO8tH5gVFDsryxsPcOWnL3uC+7ncoXnn/mVA9sSipWno3rjrf9eG1mUfbznR
hhL/D/NmZJilEs5+rc17kiK7wvn5xVy7xMXKmMkW8RBjG+1b0rzwyRPpYYLo3zqHXfv5i9UxadKB
frrUHUkCPbYbglXn3wBdriy8lw21E1mraSnJT3dnIrtpqFM6/Ufy8PNruVYwmRdzvC8CQxIdUht6
NvaP7QnNy9QN+li/V8f2vfq8cZlp/P1j1TIv5ntcBMRfRDwE/d3oHTNMvSNmxJgpqwAyjKbN2o1R
emUim+p/rll94NpugG51j/aADC6jJmxw1bmz4Cu/tYFfm8nmRWkzNa/WSbujOvBpb0vDFRw/LPUL
q1witybjX9yiD6/NuYvpXDRJRdtlXltBM0JXWjcs+j9/kSsD9tL9EMpKP7oFgH8rEeVGW2XpLSMo
6+cfv3Lbl5YGrZOa0cYBfVfnNJZgB3SV+z+//H/UnddyHEmWYH9lrJ83asLdw0OMTfcDUiKhBQsE
XsJAEAytPeTf7Lfsj83JqpppAuSQy52nNesy6yoQ9MwQLq44519fpn+LXqvrPx+Z7h//zr+/VGDV
kig27/71H/dVwf/+/fg7//Vn3v7GPy6Sl7bqqi/m/Z9680v8xX8NvH42z2/+he7ZxMw3/Ws73752
fW7+GICPePyT/7c//JfXP/6W+7l+/fvfXqq+pD3t9jVKqvJvf/3o9PPf/yaP9a7/+vXf/9cPL58L
fu/D8uk1Szrzf/73t7/1+tyZv//NU79J4Xiu52jX1o573FmOr8efaP1bAPRS247Qtgrs41tRVq2J
//43R/+m+Q9eIFz8yUIcV76u6o8/Ut5vwhc68F3arZRtU6X5n5/uzQ365w37F4prr6ukNB2f5s2b
7wa+5zAyQymt+ITBuxnAdICUYgUctAgTKtos0+wmqxl3kTdnmxKU3P0Yqf76q0v014f4etDjPv2f
081xUJcv7QkGxGIIWubtbMBWO/BSx6OOvy/ImjT02dCJZVyEbZXIMA/klPZfZEpGLurjuANqG+eT
+Mma83Yu+vNTSOUKrYTDXfbefwqKXZsqt9N9EwPQpPkslJQARIs8ehKKp0Iu9wFagR9/deH+cUnf
fnvqQj3perZvCy3eR4uSdrZmS3fVzgK+9wFd2PkMKm6+HagppEMhVNONa/owPwvdVn9OqrpzgBlU
KKcFcMuTLJ3ml9ZMo/ME9lE+RKkHLThJF+V+mOIyJdJPzwzSMVeX7T7WqczvdOb28lxMA9S+hvZw
VRfl5RC0fbLLVYAjw+rdaw8bc9NlcPtDYU9yXUldjWdhkpmVNffqoaTGe6XhulUwYdBkce8a5GVF
gK0tnUYfsFy0OJRvVymn4so2EX0Oucw+gDkuXzPWGcpWLQepiHu6gMAD4DRGr4Frh7Q8K7DxI+1y
ZPuDnVyy6zror4MxfshmVFZebqwbYGrh0bNh7uj8bU5nIesre8nom3RL+0uOk+RkHso7aozdu8jJ
rX1YH5v1bfxsQ8ggqZdKojclKqJmzrfdtFy5zUJXV4xGRDTtpyYMP1q5YmtbuHIX1Mpe08bSnsj5
CII2wMXHzOTAjy06IgdZUHTvUtuqVe5+MrN/iApafxu6mVbuIsrX2nf1iz/UNX3x02DfDpHzUHjp
UWurziZd9+l2tNzA3STNBI+kpF1r3+eqJMjXl9WV4+H0mAtMtaKx5telqQ1O1cB1Jvo0BgHJHjhW
ft1PVodkln61Kxop9Zcq1/QNuyjHIO66zng1KqPhOsUz5DGO5s7HKZ5ptIn9PvXQ6PajdxXrAjSs
yTK0ErhZLeexnQTlNwCciuZWJsvY3mlu1LTPsyH61AdWN1w0jYdFWJeBPLiZM1NfFkAO2BheNB/C
G1rh1TKNtK8QLPMurAlC1kqz+vRnEXzWe3IR/W2cpWguhbXQbmOFPeTiCnTPJpZ2gNlYJkXM50xl
ufPihL4PqoS9W5nFrtp7tP2Wp9MAAGyb0d3/Ekxe/yFfSiDOUWFRywc9wRcUE9GqiLmjz0dIFynQ
PVoYhHvljP4MXV05CaxYv4gX9HJOBjahJ05Fla3qCwA3WeODVmp6vQ1lZlCPjnrMN3Nc1beZcWq9
xvRbPnnMr0ckY51b0F/rVOycJAbF55LIOM2rUtT3g6GrkcaM2R1WRZ4BpmSyB8TeDDQEr7zWB50+
dBalvakfu+V2Mim+b9FzAAK4ncW0k1klBkciQ/R+FMws69xxI5J8aXLsCUS3Cc+PpMy8VXUL3Cd1
kd3FJj/2fRe53x9onwXvb5MnrHl9IwvvWzTQ2j10Bb1GhfLDoz5Pms0gfchxre8682Pax253Pg5V
8GFyM5XfAThEx5Wk0r9vynAExeKqu0DbU3OZlv2Ug3lpMi50nGDhHss2yR55q6GnRJnUNFepBilN
MltonLo29oN9kanygnJ9ADNRyuGTmT7t3DtoBEPymUZIftUu5sk7sESqduPksi/OAtvpTgfpYQCO
vBKgfz8vMifGHIgBD4ScX5Kxq+MzsHec6QgGlsuRUCzhc82mRXkWB8s2zcfxTHVlfKunYtTUPvtg
EB0rACBMjr98WfIMXEBphwo9ukkAIbCB6D/McGH8TZHK/i4wDeXOlQBff9oGIL8KrmRanvHmqhBA
fxtmG51Oy60zmZFi7kYDmDTlFFSXciqOXUiBHEHDgspbO3JuXwO70JhDwHPDANV62FlOrpf1zCz0
Yg9On+2GxMXH1VKL9BkuuHups6EBuJabFpqnq0Zv4zne8CwnuHqHFi8oEF14IWipFbCuzCuOQKWR
Tqq1yDP4/7DJixdP5cFNJbwOUZON7WCFFukIOfKmZ9iWtTmZwaZsLNJAkDltug88z7futVjktVXa
EyhhJ4Zd5xdFDD0opcVR6RliDIxHF1jwCN9n6DBDOqmMaa3L56ndtREUoRv4W1N1IepsXC7aMETi
59RRnOy7JoHEKt0uufLmscx3VuOhCCpn6wgncBV+sdmkjnOZtVSbn2hauK8znddXlqlI11Z1TRZA
U9LC6mC7GdKBiQdnTeMnl9qqJN31pK0J4Bo9NbgGFJqROLVbFB1VG12bOYEmAtSY4iU+yBOTZwQY
wXLom20WmmiRkgPwNt1Hp1qAUhWEyquIRQwKjCk/gpObyPLzeJy5Q0sbnh6S6j6NVA3/h3qhbdV3
8rH0gua56XM7X5tcNAJ1cre0Oxgy/q3pwaocYbHXubLPpRTtJUCNengIUgk9U7a1FW8hjPQfMpAR
1/Vk9/SqR8a97scwQ3ESx76Ne6XAx9q4ne2gNphJw0hrnvOVmntaCBM995csqux+MB3I/tyODZ+t
aWbL2YwRxoydk03IAqnSWo51F/lnnbNcQKdbinKnmWEoPXaIrJ22trDbM9svESVPUNb4IV6U0c/k
OrNzy79sxDzdBg2A8jPfb7N4Ow5EXLdO5sASqfBx76oZTA8eP9G2FxUYD6zMZetjxWUr2J12UFvZ
HDhO9bmf7OHcT6152vfU2A7rRTT6gmV7DHAD9d5znZm4RuqxdOCxcrHAGEMu/Eq3ml2c9UkFOhrQ
F+ButwVvD+Q6iEamBzG+phCgQHjYMBL2A2RiJKk9u9iTOSZkzuoT5bCyWwocMnd8RVCOGarrhxfj
6au4Rm5W9X67oSfIfwo6LPCzeDAOikZtmYNdc95KZA+tM2jNNiPNAtwDnHZYxHthOgzdTYOizPVy
cG2dclkXbaukMD6P6/R8yTv/2e+P59hA9V9kHISHbIxxPo6Vsx/8hTZqgxyzakacaZYB3VxmmLe9
ArYDta4frCDPHiMB1QdIjYD5RXGUt/LsITsneCQ+m7hoDpZyp0MdNCzX6JsgUqfJk1dr+0Oq69ux
9SVa6myytkXIRmEUw+2Cdo9dablt6vw8VOqpcloEr8XxjbPq9nTITAcRAed4OtM0mjqdAQhuol0u
50PTDfa+jyJvPbs2e/7BzPuYorQzz4h0Y7lWQa7ISjcJCJzL3C+u2AtVa3PEpDq2f9uajG1Ah4AX
N8LKl8FFE1AsEPrZAVXALoujejvDk1v7ebnv0RkNjoZkD/ywd8aPvnKAcCYjovmKHlYSrDiGii7d
qKkNLgq0KFsxeMOe6eFLH1TZTnvtUwfE0URpuLe94He7KTC9IWWfxFBdZSHFlKQ9DvyZEJ1TW4P6
yD5WEbMzRzO5y2aK3bTct3EHZbu4YZdMF61l34R0MTiBpfdR0VG87YKWBHuRHpY5IFZobInLHjKM
ninW5ENgT0vcQ1jRgZ8U0BwFJVGxqawL7iDSBlekt/GiqBhrpI7Jh45Un1MStC/VCHo8p8fDEo4D
vF5sk7Gur9m9T3h+hhGtmjQ9G0BLPxsRj2eyKd178truM+tbfDlkzZNeBuSccW7Oe98ON3Xl5QdI
qtdSIcXpdHgvNBaccKDDlyPeyp69j15sX7QtRHaOQua5Fg6C0cLdxQUVjZWu9EFZXgzyh/puFMS7
Js6hvMWPsnfFekxRfrRyZxnriKSrP5qSuCkE0wC+5FLv6jbDJCXNxTKlpyKekodyiCEmQaMkTgkS
i5oU5ZBQC+zPvsRxJIguFla8r0V/X7cuCx1/16Ej2r3ynOLSden+7nzxwM5ltsCo8fSVxeR+NK33
OzIxsZkAc2qwBzsgr9Omh43DMoS6qOcxn80ZlUP0k0vAbiov1K1TFBWUcedmXrxbFWuQvYt0L/G9
+5/0CLhwhDcMyLI54xnt790WrbGtzusyLM9jICnzmF6UyoEhlNXEggjInoAUodHaZO6phmSwUbQD
59DWeipBQDiPWzsQR7R/RmMXVfrjAcvHznGcW0vOuywZyn0HRBB8TeO9zHMRf/THARiZoo1Z1UH+
cS49eQlROa83tC45l3Hch9AUW6BXhStu8qPSxgrhr/cg91ZJmsCBEF2Jpm9Wn0MF07lI2EvZEfrY
vhzCtRVg4A3pU8+Hgn6voK4PeskPlZ3yhKqwv6mBkh3GeLm3A5QpdtV4j5NQx9QMcYDaqwg8D57Z
hsV8cEAsUEJuJYcyk2pf036z8Wzw7NUYAoep5rh4Xmr7boZpdt8rlrvRJ4IQMvsD5XHvW09Et0NK
2LHIcja90svXoQ3DslRJtZ6z8PdUtmcNaZztXKSAxatyBK3qOsQG5tm4j5F0w4uFCfxMUXue4XlA
VJYEyUXRt8nW6tVu5Nas7LGC9xsrG8N6v64E2LgstloWZQrdF1WKK+EETPWVQWZaWeEuCTKMTb2T
YL0WFGILEG4HMYdKnECnGJ69IDI3aVRD1k8oLWG9DE8cWtXPnDltjiqOM06dyVrPk3UfLmmZcXwp
9SfPm26CxATPjuZaccIEk5IiO619BExsfAfAmf2pcO1DxcvDhhy0xRTY9spuG/3gcZsv4GCAn/VM
SUao7ukl8nwY9ioqIGlZ/Q4PCvA+HZn7Ms1plKQJdsryY+N95qwX+GGHZQmz27Z3IfMV4Jeqxn9o
a2IXmOMKeEpqcPcF6vjVrDkSFEDNzuI4eTDNhMegZ/sgaUuE9hRCaIrNeK4qJU+yJukg/rovvctc
ORytnpiXSyTICw7WCX8HfJGhDTZhsNQHsDHykJc8rh0gpGVtlw1aLC9XBoXAUGTBXayHqatBQvhq
unaU7asOvFoYp5xBbdW5t4kZogC8+rTEDnwHl9nh2LzfutDY2k5G5MckXGeLzaHukKSEgW4iPAIz
JVMnS5iwfUYrIWOBvgt+zSc/CPsBnpKVawdB/GTwHTjW4tb+1lZEEVnMO6hmapuayK7mFzGKKLh2
uuaDGUvMAIlMNLiGdOFP+RejbffSB3wxtP1NUBNBRjAfUHPBOSmpBu9jNKWyaJ+zPi11uZ9qr3PN
sWu29dkgJW2ZwAdztaOm3bJoMSAMdFWB3rjp1TwsOETHZFEwIy24bcO6WAabDgxOiZOytnEYtD7F
BGOD4VLk1RNNv3STNY7cKlhaQEfy1kdQS9NjQxPFqnOiblWH7S4o5AuLrlkFedretQ0VczCOldg4
iQVb35lGvBAFgoqg+lLVA/6mnGvaec0HQFKbxYfJM7rVVUulW9rQAZLShgzEzOEAu6QgVypghQ1z
ALpAWz1OMLs3zcSj2STkOmzd9PuWXAGMGjGIYxvheDyN2R8L3RUHXsV2G8WZd5Oowrog08mZsc+h
TY8UlYAl8PFa2mBNRm2hHjbuGR0Vidkvjc37NC8FlFZWEuOam6TvFF+nm+oHf0mRXYemjdB8T+D+
wrrh7DQJK70Kyjl7FFaYAj92s23jeFWzafHGgs6eEjR1thQ8r1EXp/kamVZOc1/kEJGYm5jz76I9
ctpEHdlLiKCWp2McxDudyGhY17OnHuJEhLiddRYfJLd2nRowYA4UeQ7QY44QAFBhErfTedONLpCa
+XLqnOzU9O1rgzMhRVSx0u2wdQoHll7ub+Jpbk5V2aG5CFOkFbAhb5xlDPdV10ZXZdiaD1Zsr6w2
Z6+RIzHPBKcOcGzVF2HNcDC7UXbnrRnEuWXRnp8otbNEoNcd09AWB8vF6BfWtsU/1gq7PORxnu+C
ga0tuVNaZpP+SNKHWODd2nrUgE1J+UR0AN01anKfLStCa+Ji/ekGAODOGIld6aK77BL5UKugPhVH
bRex2A8ueg00Psg1+gXGsp02N2pEe637RZ3by/DFlD1wcRNVp8bD70NzenfqOPM+LcV0U42Q2xNe
9as4adzTJAvkrqYny2ysqnKnvaeUddF3AO/XI4GM63D0TLwqeSoeCNFgEBN2s7eKElGkY3trK/Wg
mToedlwtUwguCQ+9tKrrZpC3rgNePhdZcVMF0mPDE04H0K/C2qoqAU7lFvXaivDmJgpvNCBwQLpp
bnieIY9GhDlj7wIdMbDofFjCg4SFskOFNs4bfGge6bge0GDWWYA3UjpvwTyisO5Svt/QtsAuq9Gs
43Z4tLVX/75k/IpOAzog8BbpbqNHKvAsWpiLnv1wGwzNnSMI440zrYNBEtPMGQu0k8wHNEDbwK2d
mJxmOgqxLSDf1W6zbQNjPvW2g4mZiO0+7SsOB1axrPWEvVhwRPyccsQAGYemvLd1vDNwCy4dAReu
N2G+tbDw0qQ29w+c2DWQsLiItAsGntgutBpoTfY+y4TbfkwmgDuSiPIm9OoOE4tozwM+/z2xjWmj
OeE/GZfI5EpH0++6zOhby3qYv1aT0482TayFcdxsLAMDVxCOHkbRHkJdokYI3Mj6fbbLhauLoK3L
wfLSxO7ssPLAmA8BeBjH6T+YjsMvDVLis1zaL1HHJpmQcamxsBTDHaz92xkt6Iqm9Xk900h+EVbM
w6OxmPpdthLlCB49mqNt4qh8k6bOR7IOoMqWxsVJxCZfEBZgH8cK7CdAw5tqkOdFZ9BpTUghZGkg
IS9lddrm9rQtPN1fTZFyaTmBlU6gLvh9jpLkkpaX134Ky2uVgEL2XME2hL32Sz0YML/Kai+HfAJY
bndQlkqIYNrY0V6SErkZQ/ORSBTEUGvdB+zq8MsenCMG2e6HcR2W7SnPVnmrqS85JYtqCdxVbGBO
2hHCMscevF+65vUufdPcGkjm1P175WZKQPd3WUGn8GIeC9lOILX9+JwYKfLaOlaY47P62u6xZ2Em
gbWOWubolu5PgtlDqqIpdUE659UZEKdWfXKltnZFK5AtVpUCoxMFVfeZUNTykmXaPfgBQRW/YFkQ
s6xXXdzBCnVd6yoF139q5RZdCYSvoGiNJr4nDFBuJemG1RLXcKfa/hyNEV7oAuWxKZx9Ykr/MonH
i9YViN4QCnixNZ+appuu0xABeTmH0YPPfgPudOVjpKKuEe735LrezRw2JRvSnOm0moFmTk13WjCP
NpO8AwpfrmDkfqD/ydvGJVdnlNPl3Ns9Wu1m15YliQhH30z2yBMd6wWyFiGo7iIG5fSpkWW8nGSu
oHVTlbLLtq4XpFt+3X4igtANT/PoLfmOTUi9J9DvnTZ2aLUrKyhwfbNbB9tHRPjgVmkZnWovEvIj
Sov14umK8GcdfWZjMT/3OmDNso+ppkDLAvyqu4Hb/TCkBSdxmoi8vEOGI+FaADk/r5TON752QGN1
mo3wrCpCkhOShCvYXVa09YJ43dBWyBFHYh4D7kYBnLQ/ySgpt7RGe6+zKjrW4mpaE9QsLxsb7mvY
B87B60NOT6nCizo2uJrCDkZ5VqJkaYi0nUzDULGFYy9APcHQnmY+L6au4xgWZDrflbWseWwWcVPp
yWw6z2IBTiqwcsWgcj6kY9Jbx5r8fB0lI6dWk5o9jc4jNuKRvBaWPKgGtlNdT1ZePQjWtxNZ8zae
FA0NLkkfq80RWrcxAnVgaVR8T/yl3wId6VajpcKzZOYI1hVx9YA+xLsgqxQc5lzK27m09e0xYnRD
fEcfZNo12Opy1xzxZj1aHxXscj9wbgZWtXuIdWQ6CrqwUe3NNbBMyrNBm0+3MpBPnVtmj64va+zD
3UAHn/CPl6VoZ/G0uEgzoJCXLCt8Ig4rRs9PZmiXB5H57okYaoi6xdIWL7ObkIAbfJ/ng+Opv/Tk
btJO7Tlj+0Soq8Q59CqyzkWdNxgXneE8S+HMh1Pe06Ba2mubgiEOTvSK35veOyrHoAaGhDD3PIsB
avgRHkJG7RrhYW+ZAZIUrpqjZ51UVIf7K8uaEXyXSUN9YZy5xJjAqViwUsmgOLUh3ln1yy6xAEw+
2Mae0B0QDQxXLUflL/1kONys2E0Te/Nt35xNtu8M20LVGWj6RVrijCa4o3+oseGdtQHJB5JqLpiw
KCnKTS/a+m7uu2WfY6InEqQh0LXKS7cugZTLeUSWomqJWpL1l5lpUo28ajL7E/k3b1i7fqW2wdTK
S4K1bP9tj80h01qrHrExxL+PVktigNwL+jcrFQjjbW84gD7d4QKz7I2pJ/Pql0Fs3wJ+JqxLW+59
m+GjGtNjbF26wXp07F1QNXeDnfCgIN/r5vgyPfIah+C27sldhima+6W8T1rvKWifl0DVFzjk9n4c
UgUT8oSvzeScMTeuiGxnBwPiQ08DKYWFCDDJ3p1PPJTIHv5IL3Sx6Ibnc0oK2o00Z97+jC+Me0zq
NXaem1Y28za152rrLqNZ4XDAcn7M5lRYT9PyWlslOQyoMbOJL6O62vYTgLypn9R+6OXtBH8NDRzA
WEpf4PC24Oy69LEIIAlkLktFAm9EL6QgiVXsfWL+URHDaa/77Rjk/Jx/gpowN/nkUwmi17EojYoD
zh4WvfZFEo4blcXenccpcJPG05VtUXLrw54DWw1yNxvWzlhfJnZ/OYQeqL2++xKAfVk4SYBgjtMb
i3QxhqNTqdOLfNA+5uGGyHm8auop27ez7V3jRDkTeT+gH6wfhZ1/Ur5/pWdJhNK9BCDbgEjyvqiU
6oX+6APKkiK6KWb0VsX0kkftuMIbfEKQxMWM4u2KGhxi4weIUpMypvUafzg8WuTRJSfeY1XbWaJp
veLkHrF3j701eeH4IgpiELiNIoVRjvVahU2+LQj7RUt/TrQaZ4GJFE2NhN4z6yIr05tCEX1pW3aw
IUnpk4QNPX5oG21vBe63KLoHrs9+HuIzAVpPBXEdrxwHsVHLFLJjxxeyppB9SqcpufDHdnzgRQBL
I0rML93AE7o4E/kN447I1ht97CoQE69i7ke8yrO64vxKEVXqzGR9CNNCM66lp6K1lwn70mFjQ8wX
Z21dVCklFSUSctGHz1ZdyM0xPnFCnvupd3r15Th/rXq7yF5CMjDtIautgPMUVdbVdZzGrbkISYxN
BBZHpHetM3KwGxvpOldePoNfppQqvnMyO5jZ3PVukZBwYPI6dGWVROfkiJJiFenB/tIzn578L1PY
U+JTe7mPazZSj1KWwzYE3Vp//HE5yjsWKkUwfqCJKWoinwFv3/v2kzRrgray42ivTBBjsc7N7Sga
Dk82x4lpPfml7SHQGbjiSd8Tg24oA6BTFkfqIwIueUXBgmNhnchzQFqO1uNtSWa8ozuCOMYJ5lQg
5y0t7OlmwBAGJzsok55yhKk5V4hgHsvZIa7Uq4ESESgxYlNz9//Cl/xSXdp/W3T2plDtqn4t0Ya/
vpqL5/r/g/I0TUnrf1+dtuo/PX9dzHb8039WpVme85tQwnXxIdlQYZSgwuzPsjTLd34LtJBSS99m
O+8dG4r/qkuTFLN5LitBICT/3ZPUk/1VlyaC33weaBkoKpuO4aJfKUt7W6JISRx/k6+VI0QgGUYf
y9a+qsquGmOyzphh13X+vG2ViDAgYI/46mJ8pw7tbZXln6OQ9qcCTklbQGl/O0ptVZROuTlp9npQ
J1NTYQETcYqHTAWb/9lQXO2vv1Caog3yRDHsXCd40UZgA/NDaqGwFP2kyeRtcd0fX0orDWyM0kCq
BN8DL3zKhqmSkP2uqqxoLSoM0cUwdhhaSIvuhiBgx9pBsSXW1j2OQat4gv7rCfvORf3OraOUUB6v
qieUen/rBKC8ILfGfkfJGRJ55klqttTPGiG/c+tI3/MAe5Sl8Qy/awWiuqMTYdb0O1Fb1tmSNgnl
V9IiJz//WtH+nxfUkR7PodbSs/W7OkExFj44tbLn+D74Ow+ZJY5MCgt++bIdCzql4yqXQ897lFOp
+jryKW7bSTsMrnLHeHcycMvVr49CKap0AvJeNnv3t49h7430qNQYpmrfOGdzNYU3c0BO8MejvK2s
/OOKcV88rZkfKHn1jzfv67fXSH+sRkTJERD100Y4huS57Z/mJvcwuvoeRpw4WBcJOsgfj/ydh49z
iHZZyWxHUtv5dmQ7tbzClAYYVj/3K6tyyGMl7vzLL7PHxWPqVNTvElN590R4i10lTcHRrwxFtaqm
hiPLlLgr0SztTzgj3z7nVB4wGTrcM95o+W4oMgmz3cEz3jWi8A4L9QinReW2IBp1efrja/e9odgK
EOX2HSqB9btrZ8idOkuR1DziRCLLjh1PZcl0a3Gy+eXbRKPrV0O968tQzcTJuMgZynD8q5wMTndU
/OwLffswvB3l3SIywPqs69aqdgXLFdtGR1wkVZTt/x8uG1W8rqRjU9IB/PaRIwk/F02EY8lbonmv
Y6hQZPMT4mHFz/gX3/1C/xzq/Uw0hLHBIckXCmcEp16klx1H6tf/0fd5vyi6vWrqasHnXaeFv+NU
553QIC4IzA8/a7o63uZ/VkIf5wluEBvQwBa8rsF7IL9ti3AOQZLu0k5T+EST/j6xDfFrv3hhNsx/
cqe+e/kCxZsrXEdRd/72TsWRtaTGJ2yQe4m1JXJb0l/hZesfX79vR/Ft21HE56V2jnPQ21GawfLK
ovCOFSjm934aMrLezrj98SDfvKuKcgnWC5qyeGxZqt8OQuZYJqGxKef2AYETrzOfVWyaLXxdihB/
PNY3X+iPsQKfHZ+Pwu19UyCrVVixU8x39eBOz2EUQuQPiKj8ZJh3TEaeBsaR9EJ4bDxdFbznjFda
UIdbmnxn+1l8SWV0cl7OJJgoIC1A0JX9lSDufGGRqjtv8kxeocHQD9RKLynyd6rSQaAvF15PBQq5
6/SMFaC7K9Vc/6Q9/pun9vg5uegsNNisxHsYXCjR4yQmAZRJIfNTa0J9KUhs76zI8dZ2Ovzy/kMx
VgA/0kUEKPT7CcaRlG10kYeFUBzTCiMSCY6av/rUMohPxJaRKAdxjqeBr5fsbClDndlNvsNI025B
3gybUA/9Ty7dH8vVmzeeYRjHdnxBnSgbmLfDgIxUttVbiLO5Tc91Hqt57VqEmk8oJMSN06U1oaKx
tVd4bKaPSsXBriEjfs9MLoHGd/WdL0BqjnPjnVNvyeG0sQYyecVA9kG4stpijRF4Y6ahvvnV90BK
eRSHO5SjgU16tz5KNS8Vi0gG4mj2Kfkx1b61kIT9eJRv9k5KSsUBy3ElpRaczN5eISsK7N5vqPQN
2xqnL9XklLeQ45kH4jItibjzcJxfvSU2dz8e+I+90dt7w8iarTT3hq6V93tDDOyl5VNwTbF9nBL6
nlJ1p5dZP1d1S3k/bjAPTK9Le8qc2hns6HpuslXdZRFiaD84Fn6ZLnjKiOU+RbE7T6tMd5iCfzJP
fPv6cbZgf+cEXCVPvm/U73UhxilKst1Cenc95umTjsmHlKZAwHvEGP74snzvfmjmPTZ7NqcN5zg7
frWXBWhdBS3ovV1GyRMKCm02+nj0WLmUFe3crHaeemK8GJ3dnwFDv514SXEEx60Ye3USQe/XK9mm
cxf3KaEwt4LUiOpa0qSw+/EX/OPVfnffOXaQ1mS3Ttnje7hWmVQupeo5KPH0mObNbQENeSim244q
hYOXtOowzyL+sMRxuKqWyDkdG8CE66E00ymtb8GvLtOKF+B4ptPHuYLurLdXPKkWIaraTXZdYaMO
HkHEt2RCfnJfv3Nxj+1zUhOrYLn+him3zNPS5zrZ9TE9opHEICJSiqt+fHF/Nsq7Wyiw2vc1y8WO
arpik7Gen8gys34yZ3zv1eXN9YmVSOK27N7fXrKwchq/n50YaUlxRchO3cVJ1FI8E2s652Ov6Sm6
aWaHALDlJvd5heXOweAWb/3UtU+TwK1K/m8gP5N9UF/qyfsp+ft7V0L7DnElJlDlvAck4Oy1RBT6
8S7tx3lfLP5y7eQq3fz4en+7Lzp29Pk8yg5ndS7H2wuRNYuI0mRJdklWjAcdNM2JFaB9Yec+/OTW
Hk8P71+bQPqC2oLgODm8Gyoe805mvolJ9Y1fptS76kC7457zPtR1CIZcfvrxV3vXC37cHylJSIUe
Tb6jQ+Pm2+8W+2JY2qmMKYfFKVT0CfDbJIzMuuEIfyXEMu6s1iUrleINXHRU/gdn57UjN66t4Rc6
AhSodFtB6mC3uz0OM3MjOIyVc9bTn4+NAxyXSiihvYG9MbMNmEWKXFxc6w9eVRrRM5/S/Hr7p1yv
MieHg6OrUKpJQVe3uKaXQPbSOCIjzJZPlgO4K3ImtCpjK98JBtfR/nKo1RsOwEOHBwRD6aTVNHrz
9M6EBukjohe+s3rM0W5PbW88eR38Fu41ASi9pgPvq3NB97usjJ8xvLijUC0aj65u7Bzdq2odQQgE
sE4h1jRZzVWASMh1Olct8eKOAu2O3peg0G7Duz4G9C6Q+GjS42hXxSnAUPafLAm0X7cnvLWtWGLh
ULyVnGJzvY9xd61bwGV+WOv1SzP25Rcb4jQI38DAIhYD6loau2azSB/cEMhS70Q0i6rhreUHVkJi
KzXntT51JWQxlcBcswYXo1GjjsexO/ZD32CRne05623tX+pf8khRKKXgdvmRg2kA6VGGkd80JgCR
OcZRZJ7xpdYh6Nxe3q39BGRTkFpxXiggXg6Ftvjk9Jkd+rUaRQ9GNI3nvDGDczLHCrySLNnZT9dh
lpIrjyiL/qKmcSNcjpcOjYKBqxH66RIhpdMM2i/VLoqdqtR17GMUcgaqzDpTW2t/1nAduxYQha+W
wfAV3qMO99fQwLwMEQhgQDhIQ+6VfDenxg4lOTANuhCrUBBSayTVLCCPQGX7ayn78SXSjHEnAGyk
Q4ZhqSpXsRBks6/n5bcIoCjONGVYWflLJvKXFPDVj5Cw8DADRXgC52o/tLMdnUUBDqhUkuI4YKYB
edrJ6UrTmr69f1a6cK9R37BI63TOJ6XUdf4Z1QsBBJasTzESmgkZ3BcwOgo3aFvjaJMaH6FdIYpj
zkb9HzBbQ/IlxV0aJMn7Sg9DQJoptm+3f9XWp7AMh6c66HBZb73cZbmqjUqs1KHfYOb3n6oWsFqt
AR+M28OspDz+b/KWaZkuySDFgdU484h9rdVFod+zH76XeuWes6apHl0EiB6r3ipxpWuiezcEtFjl
VfWyTPO0lylu/wpHdwyX5xjZyyohZS8A17AVYJZzsvxdjA0s3bLoMckDplT3Hf7UOLgCpUsSHOBQ
7YMHXv59eyk2VpySg2bIwghQp/XDGSpSo4HXhHul2umL4qjmGUxas7P5N6IVDTxCKybnTHZtACaP
Hej2UfHCpfuidFP7Po5yr6jNifjl7jw4twbjeFlERnkFrlvPRlwZSzp0ijclae/xJLXP5BPms5kV
ziNRP/349iUk6guN1MkEHLO6aiM3ccw+A3MUGu5yGrV0PCqxne6IXW59KGIj30iuIWWCy6PRQxlR
rR7XKxvNYrxYE3LBAHjk7blsBGBhmDx/Lf5j0nC9HIUmR7Q0NaMMjZk8h7MDR6iVZ18FXt/DAnxE
gCXemZr86ZcZL/nJb4OuzkGYIQcFGFWBlrCI9101do91N7v+gPTXdxvK9l3rOIMfVIHt3Z7uxqKa
3J1k2qZDlX3d7UvhyU0o6mI6EkbCVwei/jJUi397lI20gM3oUoM0GAzK/eWixuAeR7OZXE/LLaTA
GizDTJDWGLdqyfH2UBsT4h6jgosQty1j++VQA0CHDMsuF5fNwfnsjPXyCM963EmpXpW/V1+MtNIk
V5dvIf7xchgdlkKzNJnrWY0xeZNVRpAUA+SCi3hSfxjaWHhLosY/LWT5l+NkDuGPUvTaE4L9qGRY
oJdm7tzntgdliYWa3WhQshTl2A5L9T4qJFqp78cdDXltIzCAc9Z0E8lV+ZJbLY7Koyawg9j1TMw5
n0Q2toG/aEbjxEBw+zy/SxS8JSChq/PHOFvEgFNVFP9IlTJFHcIMnqPZhu3XaeoC3JxPXh0kh6uA
Txf24fPtL7mxaWTqLKtRlPvpZVwucZ26vaVoveMp6POeXaxCD/OoZGe7afZMvXeGWrcdVRC7FsIv
jue08fSBa6K91/VpfF+jGbXzDfaGWh31eRiDAIkNx4tSp/1UpI2Kq1bnvKujfk+va3Mog2YqtAHZ
CVqF5b5Mw8SlO+z1KkBppGmSqD+mRuN+DJzcOt/+WhvnziFp5UsRnsmrVltLoeIzTDOMpM7slqMS
OcvZBdF8+JNRbLJweWdTWL/cE7C6IOY17Akq9yDOi1bamUHxuD3KVl7CZP5/mNXWSx0TX42sdjxj
qOsv9VTT9g4Q7tUq9RfMMe2bgWsNNQG8L1UwZ/3BskB03/4RmwtKDmjKwOkCIbuc6mhnWiDUlu3f
oN6nmsADg3k0d6a6OYpNrkCPSLBNVgu6LG6qxSn0OEeLNZ9/Qz24yMO7P5gLuYFrUVWm/r7a9AjC
YEKSF45HkfwXALUQd9162GmBbG53HtqyA8JDbe2o1VPE4b3Jdo/rXvJrlQzgrmP60Oac0+357A21
mk/Z5E4TWhziOu3yR/SgXL8T44JYU5X/wVDgFOTlydOJs3W5DXRriCTox/EGNSzv4ES3D9NcxCdQ
7vYfHGG6E+QBICN4pq1Sn5amG7VNjjAMPIsMrmzOZB17hmcbCRbgd8uGNWDQr1orIwYFRN5iSPhM
CAg91HMcP2Sg1e4E9Bd0HJzmcSii6uvtD7Y5KBk+sCZk3Sx7dZiGHuHvAV6VlwxjdZYdMPDWYnws
u275QNm4o9VgxDuhfuu2hd4Fag8xNmDyq7NVNa49OCioe1WSWk/5OBqe7ijV2cx6G71SI3t7xHBp
j5PKUd03rLW05ZCacLQ7znJXNpC44q48oTO251SwsZTUwTW6B5RMAeusNqSAVzerA6NoajpINRPn
VPCmOGloSB2btKs/126/d0Fv1Q7o11B5NqlTuKzm5TFIyrxqBlbaI2FIsC1U9PZFklCAr/c4mPUZ
MVJURvEctpXlVbHsqI0QKB6LFC0nhbxl5ybaCAGAyVSTojF9emcdOA21F/MML9TD+SM+5TOqEaoa
1J5AxukPvqtpaoIKnmGgLLa6WgUgTcgEjg1tq4lfBsmcF+Hg7KS0GzcBdTtyc9odGim0/O6/VWcs
GJ9qSwDyOps92qv4+8Z9+zbXqNe6A7BoykwkdJQk103YsF/aJECh0KtsKr6J3X9bmqHwb5/2rakg
PoQGIkV9QcfrciqpPagV4Hvbw+F3ORtI5B8aEyz1H4yiAxwDiSLf0KsFw19Lj7NsxDjZbRAP0Uvn
ALug3/ksW/sMNIrhUBR0Zd/6ci6GpmSwLFrba9vZuRsV3LECJcpf0J5s3n7VEPm5ZzTZveOIXw61
hEVmjHNke/gjoCgQWvEZecLeKyJUjm6v3dasHJX6BO0hOKTOKjVNIyRglim0PRAL1WmBSgvA385P
oYJayu2htsrwtJHI5uh6grNZF4o1LQFnDczD0xoTGjHuyUhD4C8W/W0rHSavof0ZcmN/rAuVmNHq
/45d/f32b9icLigTNgrKWHScL1c2GOMgTekFEr2Q9ClNh6peKgp46FD4bg8lU9PVw1TmQLAObEK0
LVY3nTmhMYfug+W1la48hiVqcVWoox4WaNp7eOvFYRoLGPBdNLw4dRv+QazifjWhSUsY+2tm/VsU
Cd0uVTh6lpc5mTjYouiw11b3oAPX39QVbFFTXgS2UM21wV6pQOuPB5QRlBIx5bGIEbZGzdb+qWi1
/mgumjhVbWBB8UzKz/0IlyyGGf4skgXq4e0Fvwo2/BSCJlAZ0Es07+Sf/zbjpdb0CRqPhWgYKljC
irMHa1C/3h5Ev9pBVNd04VCn5PnObbP6rGM1wQAE1+4Jq+zn81L3Wn0Ymxz4pTpgzu4U2oxMTEo2
hWaDNlFNQJB7RqbDPtjoCsEWF7E2nbqxzCcf0UR38AezLX7B80/NAxqP3KpNUA2Pao/CJdxyLR3+
ghKnfrZb2nbnQRthhhWmBmVNAaWyE+ZksPx92wq6KrICyzq6kjizOiHh7I6IpwyDbzt1+b7ltXAs
CicW7NZFvYMQXX9GQ1H57/ayrlf1dVSKRIgBg3ehVXf57SozRDoVryffaur2nOCwdkJeTT0UTdue
bw8l/6rVBIlCXEZU9XkGrZvaMC4C0+GuAwuSu96ATegzxHUbj3BdeY4qoaIGIpxv3YLK1u2R10tL
VZScySYFJdxyK8o//22DuqgTmHqxDOADxPyLuuzPRUU6NW+w7YSqF95NSzt9uz3memFfx6TyTIoo
B7ZllPptzMiei0bHWMkXWaNjs4MQlhpBEwVeN+/Ed7nzf19YKnDoNwBqJLgS4NcOxyaCdaFRWLUf
cI16mcbU+lLl/IN4PChW4e4s5zrAyvEo5bNVhWyrrr209LhEOnaA8T0VRuuXk77co20Hga+P0+mM
vFeCrohr3U/c24+02COxM+F1wHn9ATwEdaINIWFd4azdJHMCZGj9uWtt1Ou54A6w2mC+3f6G1/uG
24PGhEP2ITvYq8Ph9BovDR1Si+vEuLhVhT78mKxBUg7KIr53tN445eBI/dvDXm8dhqXuLtlQXNtr
lo0IMF2waMn46ZD9mzlOcmyq+tOi2XscpY11pFwE4YoSGdWx9Yc0KkdSTefSn0ip7/MagYc5VOa7
N0/HBBBN2ZXrn6fL6uGyhKNqIZlU+o6ljl9HI1Duyb2RnSmUdO9Ncj0jaGUuTVaHPE4F3XZ56hYt
bdxgTgo/kpLNwm5xk7OQb709o+sDB2ZPp7xOdk2Ffd20QzZJjSki5D4SrcnJ1TpxpLnmj0JDRUgJ
9oxftibFy4eKH+8+cvnV6weRiwolzhgltHJwj4CGQi9Lpz0o8MakeLiaRCqDk0WUvlq6ZMkjE/FS
K/2KcI1xTFJx13bITI2KPuws4cac+MgCdXQJLYPQdTlaFyNsSWZW+s2kLi9GV86wotW3wmrlA8uQ
aFcyQTbE2v1HBIo5aLVW+mhIindjpk1fjFLd82e+Pq+MQkVAaumTnKirmzubixl5MwHVYFEDLMfx
/pu1QfhTbuz5am8tG01GAGi8hAx7nWolqlmnqaKW/lA1PUInVUyfvl+82/t7axR2NwAWnQextU5F
kA4bzGzKoGmMo3bUq6WDcKDsNd62NpzDk47uLGBMQEqXW8CdSqJA5Rb+iBT239Hcaud+RrI8dQc0
ou062Emwtmb1ykvj1qA+v8aiZr2Wp7W+FH6f0LVybCU65kjnvfluctgIYDvY05QRX9PY3+79qa9G
vRizwi/BFuFygJ6UigTDzigbW46GEIQJiAJcxu5qyxkC8R4tRmk4Gof8jkcGNHuWDcBp5+4MddUK
4BDxcLQpu4B+pJqwiqlVhpe3knBLUKFFzzxxACkbX+nVfm+i7FeeDY9Y+/1Vzu5jFTc7beGNbyav
DhC7DC4JmZd7ZGyCbKS4gBpHH85H9NQqEKfF3hS3VpNKGGxkHscmt+7lKDphscUNnVHKFkAwEkNe
0mYvsdPshb3r1InivynZpST4wK5XI7nIJymQIUofGHrkBTWyFk5r9H6QtcmTsYQ6gq5ueQfsM/xY
Z6LduYq3lpOePt0OSJpQtOWf/7Y5ofTaFULJpW+X7nxsFN30aIZ2Oztm42DTgeAKBourASlZTZJE
I1fNAZZS1Jntc7IogLzjRaA2N6b4fRWpOuyMeJ2oObQkYRFZkvbFM+pyXqkmpSyJw37Wzuhilz2v
v7AU7xvk06PDAlv4AMCg3vPF2jwaLsGLsI/SAbjZy3HNKWwLJYgIYRP+ImicKZ/DpkgfnEYXP6ZS
xIcemZ3nLi4atPGK+UsPyudwO1hvzN0EJcd1QLJI/1F+jd++aSzyUetVN/e1zkWvcMJET6jUvJEz
gj+a6MN7EAFvxRgQE8DoydsBWQfC9yomQHjvmrEiA2pAjt3NKQqgthJ2b9+uJjm+JCdxVLiPVlMj
Wjsmjgm+Ws/hC3pX3UmhsnC+vYDynrl8PjmUUUgO2KvyO1691GxE+LIx94O6iz+US6V/gK9anKa2
i074fIyoWkfKoaz78HR75I24Y/Jsk9Brg3fxGiva5b2eGE2dI5ui1weVh9IhNdCjQV9q3HmzXWH9
5Bej4Iw7jg3fhGToci35fwEPjVXuK5b1Q6uKd6bSve8wFUmy5lnvhjtrRHMaftB9LTVlUSeujfCu
qcqvt+e8EYIoS5MzU4gE27Auf+MoGRYdl5bf9w0REHXCAzpGy9t3DhxgXvvyJQX8eRWCjATqUBai
JlYLLSZbNkwvRKp+5/ttBDoWkxeHxDhTAF+tqTphDtJiAeeLHkXQosiUe+Sk0S1FABMXg7f2w/mE
kkXHTiW7IIlZZegGorl9V9mpHzcVHh110fwjhnF5k+mcRPTQ/pTIcYr6nLp1ipnbSLIaOLT4pptO
/0aTjhX3MiCoPSXuQ1YP2kMyhNoeEXRlC/l/wxLFwU1wDsk2LvdntCC5FEHa8MGjlii892nm59B1
7mx0xfwkCcczOs36y6Ll2glCAv1mBEC9sRU0ak0H7axqMXwzQGD+9oa9aryxIFxlNHzls1v2OS5/
GUq63NgRyRXifQhwKYF9SCPkfMDtvHNE8hQEiDrravjBjvJ3STE+5bWjHxJz+nn7h2ycHAAfFAnJ
Lsma14CrpCnEYNaQ0xSr0x761q3RoO+HnWi4OQqoW/p67AHu0svZUmecerNQUNCsxxY4tIXyZGf+
uD2VjcAHm1F+aqDQUinmcpAWT5ZKzFbiB0DtTlMULUe3hSDVu/3OSBtHlH4OG5kWJYdnjbg2JrC3
SzInvjUt6TGMiW+tHfL1yPyXr0uY7j0GrwrzbBe4UriukQ7wD+v2AwJWCIDHUN6cJQ4fTGMqykMe
KvFfI6qhfuViZKNMcXNqUcg7TPOMlcxcJscFmaadnbv1KZHMkWRiUza05J//lhnITGlCETTxNXVo
zkuJRJYCsnIHr7/1LSnLO0Bf6boD1LkcxbGjMEN8PIF2W4Zej5HCCUl50HuiUHdC0/WEXqu3lA3c
1/rjKgCqcyTQdcNvEwKWci+C6XuLqNz9zt6Ub6fLfIBRbCj23Mp0ttcTKurAcPsiyv0K26z5iKp2
XL8IErn5DMksaI/FWHbBOY0mB3m7oWrrA/ep/kHC6QHIBuPyndpvNhxbYOM6BSG6YadITM2L2qbt
RPAoq+9maYc/0wg+MUD/POgeF6vt55NLrooKNFj7n1NnxJ/GHPnRuczn86DqzYc0GRvjoGhGKzw6
GkXuj/aMxJwRZ0N5pxABv6hdO5Z+a84oZxLLTjOq7/8iVg2Kyib7llK46je05bL/cIRS55PdjZNx
dBpX/R7hBaaduwz9QKGg3nnWqzJHDDq1gW7qAh09UTR2vBNwNpJo1pt3F6FA4nDXVdZZrZOk0w3o
4Um1fB0a1/qnTkwF8X+leanySHuv5cLh/m70BxvLpJPmpG/txpLG8hsoGoLbI5NePyB4f+Iakphc
OdYSepM+LEi2m9geYXi081bZ2sRyY9HNYkAk4S7PC9LQvdq6SB7otRWdSxR0TzzA3/7Sc6nS0zRH
2QAGmL4aBYM5s0B+LfOjNDDwFBqHpwxe3c7Z35oLySScWinHRIf+ci4iTFnSZYTBVZWf1AEyRRDk
e87m1wEG1ZjfBllNJdJnBJ5nBklj1HvRjE79KsYLg8b5HsNpcyhekbSLKO1ekQ+LcOlLu8HJcAjV
FnZYHXgoBQaHfpq7nYT8+mJiVkB1Xgu6dChWYXMBqjOrFsLjUVMVD23V6ZBpy1w9op1fRQipTnuM
l+uHIiNyp1PNke+pdfqYBE3sNgkjmnVrvLcp+R9NJHdPjVPqiOTVlTckxtsLVQxK8VWSnsC6rNO6
FAckLEKjzLeGeHwYSgN1QtgZXMLzXrdmYzPCLmHD85ijPbyuyjvTOCxF4ab+HOfje5z2rG9pbStv
L8HSgpYdMHqmVC3XBqN2mwMObAyGMfXxSW/L9p+uCPOdW2jjY3GiyCJ4XMCbXGOReFWQ/8Mj8ZMS
T6ioqrX7Ola16QinWns/YtV2Ghrb2cHrbY5qcpnzYgLVv879oUT21lzPqR9CTcMpwKiPGhYgTxZ2
N14ZiuSLtbimf/vC3fpuzJHuj0DhCH7hZRCxLGjdVKVSv6u04Q7PRKz07Pit6mREeI0eFBVTMCFc
6qsowlIKDcf31B+XOnw3VWib4hGEmvztychju0oeLoaRk/0t50Iq1hITynu+2Tlo7JPn2oepy38g
KpN6btxafpa4sBwQ/XUejC4Qb64G4cDKUQMBSccD/Nfl+G2hz0FUB4m/FKJ7GlD4Ok4Cs89p6PXT
0IrmXsnz8MvtSW88kWghUjjl8YiUGAn95ahxO+dJVdcIWeBGV5+5aNwnnH1QCQ9a49eILduPoVHt
R9Kq4aCryXQXKYruW1Ac3yN8GuzsqI0wTgcQZIxFLV4iRi5/Tk7s1HEUSXx47eMRwmV2LmZNPdWR
Ee2c043NiyChlDVh84LPXaWkuRPMejbxKCOrQE02qnE2Tvq9HGlrQpgpUzgmIZXowcsJiVht1ADa
pR+kEXTuZam8Qk2c9xjT7bUBNycku7Xkvzxe1k8zu1QDrTYZKqrdf3EjKR7UONpje23EGQNUBGxi
7kCAWqsP1E8RjBdHT3ysQWMw4/V0roo5xC5uVo5RaFn34D33XmZbM6NETMZFDZ429CpZSfBG6F2W
DWWBYERmXB8/TkNZf759FjbudXqBXLKvFVJ3/ehC1ywQes6D0zbj8UMahs1zkQSIm/SF2+HAYpg7
EWdrWi40VlppkKaBEl7ujWSuKyyEGgonWun4piJaT5nVPVnCrSydlyTKZiwdUNx19SFT1HwQ6ZD4
bjaMD2o0TvdjrsXvjKpPn1FeDmUik90DJ4+/te1CvS3Kl/J4e3E3zgFLi8Aa8liUQdYqa23SAnVe
QuKMs4gvGPjhcquiWtEEwx6XYmNZOWx4qkvlBMFWvVzWfuzHycnn2C9KtfjmxoLd2SLtfXtCW6OQ
jdE54zwgBbS6+/A2AsA9pyjFKNq/dQ4q08Ch9e3hEKgOc7DY+2jUyR/x251EWZk6RxHh5pCGypGy
3nAsNGs+5LrR7cxn6wMBBQeGLiH4V2SafBkLq6nsyNci5Z86nALc9zByVZLgD3YC9Wze6SyarLRc
zonbrxowkYv80rbCYzm36tmY4uigBW8mhZA5wNt5Lb3RDL8SYxHIraCqoCOAI2rqfw34VaGEzvn2
TthIHFCeotxq03SX2NXLCSWNOeQ6eD+fJiCaEVAngtjDQ8Rqz3zT6TzOlj0fA9Avy2HMYHjwGFfM
HQLRVfDi7UPlQ7Z1JCF2/TaV+NEubDlfKGiWH+IhaY8DyN0DmaJ9yvMieGuZXo4H0l6WViUBaxWS
3U5r0LsqEn+w7dxz1bE/OAILz9tLe3XISCBJShBVlehxSqeXSyssJHV5cMe+5o4/agWxe1Vrgp3E
65Xed5H5yVGkiIIs0gM9WmVeNAMoIcd17CvUEqrDHLcAQhS07rKoNTDJcVPMGTGd1EWj+HaiYQqa
N3r+3tbRGAxbHGfQ9R96b2nD9pDVSL42xjidJ5CEXmYqygmZd/MY1f2iHHFnmJ+VObZ2Ermr4yvn
4MoyDFkc6serlcqRlWz0jpUSUde2p7ouBFmyY2XxYSKh3QkWulySyyWDp8yBoh9u0zFeU1pELFI8
1kdkWXQdgYdwrhMsvyiRPqjUToKH1paI26yZ4BUEU/2zWebwyS3HEtmauVQOTqA5DzC2i5+RZSjY
/OJ8fWhDs3wfF/bwFKUiPPd9EL8vl9EG0toXhwHlQDwZF3HfdYnjF4Pa3OWjMO7rQPkGpHqPTH+9
95giug5wKeFdEeUv916sqVi0x4T0vMzMpzltk0MqqnjnHL1SjtYriSg2QBAbYC2EycthrMQItQxH
dT/Q8V3DbMxTK/1jVHeg3t0vba8/4vv1jAxfhiuB8HgV37sCn0pcko4R/tZTgbk5LhKHUR3xQRob
r856jIDQ6imNaaf0cb0msiIliSkkmKAOVycF6rerCDqNniiGecD7S2CrDc1C2dlf19GMceQDAPQI
1M51yhKm6GWgXuDgKbwYf8V2UnwvKfvnNOqz/ONCFXdnwK2JSU4HnU2gYPz38iukrT3hGRg6+AIN
yr2b8O4ypih7a8IHaE5CHSSxTraOV1vKdGMoiTQ74Dc0473ou/gkZfb+ZC4ARUjQZTVgTQi38EFa
qpy5JN2MQYdaj1hZpPHO8+k64JBkASaWz0Yy7jUrMXL0ckhHaCFdXdUnq44Og1P+V4BO2ZnOxl6Q
2RzoPBTOKFeuDkhnhF0ZtY7lFWE4P451xhPcsHl7DOb4uZ6tvXO/PR53jQQfAv9e3WyxMLu8Jsvy
cqg9/449KptY6M2HDtXN81hq5k7k3th6koUHGpV7GwL66kwtadFpiHpZnqN3+mMQmcmZmtHk3b5J
Nz8XqRAgUZhr6IZfbnCY+y7aZXJWBtChCEDKXWvMuLLN1h6bfmsBuYsInBLmBlbpcihjdtAdNBb4
LVR/sXqtjQ/DRL9jeWc2SbWzDa9XT2oHogFEZ50guoZldfi4lkYQG16jz9Yhaho+FIZTOyne9erJ
NhwtVYqhXHav1+FveXiZmMvEMLrn1O73xUq1o0md1mvgm+zU8bbmA/pBkB3zKAQif7l4XT1kRARd
96RPFCh5sz/lmCG9ORAxH5Cv9KT5TFxvl6PMRqiOYWjotKGT5BCnvfZZabX+01v3HBgg2jNA1iiG
QgK9HMVFfzIqg1H3qhntQ4RoYi+pTPWvVscT/PZQG8vG3SkZtuAPNG1N7F0ESsilM+nk3TXmnni6
4+2+pwK4OQgfB4S/Rk6w3mtTHajoEzOIlRUz1X7beYhHZa/LdF2Sk1kHO5rUA8AIdYHLZSuGDIHX
PNe8xSmaT00kTVkJ9l30oggS+2ctGNv2gIt5CkktKCr1UEGsDu/LpV1QmVrQ/DwvljnsBcbr6ZMF
vWIDQXNK8sHl71LDvBtjiBWeCK30vwzEJf1/td7pFF9HD8rmKpVsyX2l7b8qirj5nLeZWagsMv01
x5nRmA+zd0NUV0cTe/idk705HFxOOtMIW8H6WU0q0aG55KHqcWCW+6LCoTi2EGYKhzw6TCpms2/c
qJKAQwJAbsP9CVj/crwhiEUjCmF6YrDcA3j+4qwu4s3wJkYBI8qtzNMMquEqilTqgvpc75heO8c/
xdDZx6adBdoB3Q9FMfOdt+fVxmA0ihQ8BSxDll1WG3aq4qStG9X0pkpkRyToq3PoGtlOpL/6UnLP
cUfyyqbZcAWgr6EpxpWCf6kbWaE/uXQBxLCM922F+V8l8MW+/aWulOdfWbcO0QsUilSUWO3EuKdt
0yOW6iXYxAaHahm6APOQNmtwDxXAAYSoKiwmIx1x93bBnO5QN+H4BScOMzmhO1dWR2PQ9f7oRGOn
nbNSw43YVGt8KvuxA5GdjdW81+SSofviPUHrgIcLQHbYIDTnVxu6T8ikEq0WXhNm09cC0MV5LhTr
ZFTw2BBNct5NwAZ2ntDXMet1VCSGqYBIJunqQuknZ1HtkPdJuETZEwak7qOL0sejkznDXVTjHYF/
aDmezLBSCtbAcjwKgeWTKJPg+2BgPXn7421sSQob4NFgTUsl59UxCxF5GEQCS98tIvE0IyF0ULO5
fes1yqylQQH4VpmeriMi5bIOb5kOaYxOzO/EWGFsGdj6248XEAvuA03KcFPFvQwZjaHHKH+kwptx
4DiaA/LXvWCH3V6xrX2DhAIgRY38EKHky1H0Qk1tY3QMD1eHMjjmTjadNBeW1KGx5uaOJ5G4p6L3
5tavLH3DLoMRY8ORWrPLp9Setcwgf1NoJB4AI8DW7dxmZwk3Jufo9LCJ8ERDAu/l5MZC9Grdq7on
pKy3qzHOGaU17RSM3OeHmKB4AJnQfbm9pjLMrs4i0gfsEFBJZNRr1T9rzgRim1gyWtoUHnrMaT8l
42SftWp2KGkF/bl0AvUlcOZftweWH+t6YNksgfohJTkv51trNqLlxB6y4r49d0PeP6UI09/PvaXt
nLTr6hkFIIQB5AuGmIN0xeVYadPHVd/PmlfEKiTrJqqyI/JrLbOeKiU9BZTcfkQiMU+2XThnmtT9
2UrsRBzFUnZn9OSaB7AbyymZq8abCbkPWRjh+WJ3yPwqNMzcvowfaw4Itqw6roCxhpPg7QXbiBf0
XAHoEjNo3q/pZi7KXCqfRvNcs7HulCnFQJaeyc4Z2xwF+RCdESSJZLVUbS5UCiid5ilW86FpA/u5
CxJtZ9PJv2T17bkdZeRnBK6B1d1fttQyJ7XXvFhZCLjx8N3FuRKpseF+bnmm/8HCkQ7aNAQpBKxB
4UVsRH3QVprXYYByUDvDvk8XjKluj/JqD7eeFNV1LmPCIKX81aQKPIGabKpUTy2wQj/CjG7+KTuc
OY4UQpzvSppHX7C4TeLjZKDhRilxGlsvG6hRYpvbq1AiHa39VRtTUB0a5D7/M+x2+TYGzYCjrpPG
4gwVoomPSiPM7NgAsY59RPy4tzLRLxVC2671zcwr/FGFMaNnxv9Aui0NTDDJvwNczONEFP/mY+D8
dGnq/afx/P00CGf8POHNLkDsGOIfLBvS6QC72/wqwhbqAPSXTjuosPUAtuoO6LVMhOp0zJG4/eik
g+ocsTKhMwKvs/wri8f0n7Cpp/BoiFwfjoNaLs1Rq5ypkGQZzKX54bN5/h+ntO3IaQvNG4IsweA2
BB98UEun+L7zaa62GxR2CqWIYcEzozN8efwtHFYGR89mb6bSxC3f9egqlk5L5cTcY3tdnx+ZZkgq
sqBvf3UT9jy/Ri2pZi8uh+YY9sL9EI1R9vOtMwIIzG1BBY3MAZ745YxcJ6sWkFyqxzvTPutTVh0m
Ja6wupr29KiuuR08iyn8wkGQuskYiVyOpZp9k7ZLvXgRL7v6yCN2uacGUZBI5Hnc3E9NMijoHkZJ
f8r60PqCjUr1XS/H/LGPi6A/ztlIyVekRfnjzasg5aroJiHaxNFbnbhpqqukhIQF+LTWjy70zhPd
UO2gV/VeN+H6tiLxkJYmAIb4tmvtL6J56DZmtHhNoI1ndH+Fp6jOCABy2Fvw60SAoWQ1gmtZoqtX
OX2vdkrnlOaMiGjAI1qrg+pFW8QMQFaEyjMyZBgKhfjCK2+Ok5RZ0MCj84mCBuizyw9tdmYWBWLi
mIzu8pCWwS/XHNWdNIddw19zGScZhu46Us3wTOBOXw5TLUXXTJrbekE5pu5d7Xazcs6FtqRnI5in
f4VZA4ZWy9DAWrtzrS9D7CQq6zBaQInrNghOUTll2mkw8wTH8FIo4hB3Rh0fNG3UovPkVqZ+JpOZ
xDkyp/rT5C5ldByDGFv0cUZh4g4TRApwde5OtRdmLcx6E0Xlc5EFs3G3jFGVHqeW2vGBKwxtF9SF
k/AYB1Txnqo8x9JlXjIbj3VTD/+u58FRjpUzRFhuF5XzDkxdKO6ssAYaazclLs3pqH9S+74OD8OY
K6RUQRIO58Fq8vQchHn8YgGJzmkfhU53fJWoPwW9GspJN2N6lEKysmmrBdnJ0GarOuiBnv8dz13w
F8SD7GVwQutnHfTKX0Ds1BT5tkr7y6417Wtv9I5ymBoHI/oCkH50qNvStEA56+N7kWk68Gdzcj8U
fVMGBze1E/M4z6U9eW1UZ8gy28pSvsvRPKJJvJQwcwZM5kNaiA6vy7py3PiJx2Suesugdc8U4lsI
LEukfq4HJ4uPaWUMKQIeS54fltjMg0NsIBri11YV5fDR9CA50dzUPoqxiY3zmOltdZdHTf/FMCPj
G53dDqkRCWGPG2t4shQlyg5OyKn5HMRV+xhHi44nuHDHSFLcSsPvyqoojo6aWqfEmXLnIMxQ/HKb
wDKR8jFngHIiCg38zmbtwzASYg9pPKpfcJURjUdWFbpntkrzkpXKUOIOoGEEpS16R5HHitzuYM+J
ctfWtFP/l7wza47cSLb0X5Hp+YYu9mXsdj8AyIVrMUkWi8UXGFfsQACB/dfPh5LU6qruOxo9jNmY
3QfJrEhmJhIR8HA/fvycAHlKEXNurcvXQhUtN80TPKfpIBZ8waSiuBx9yTOcZfTG/NgcXr3Ytl7E
4PTIfFRudr7y6pcxaRdWpvPIQKe1UJfAPau5l2o078fRLweySi3teeqTyQ8dYzYcLMOG9KM2G+vS
sKfshkYomhSi9LKbktz61kvakiTXd+sx6luPFoSW6/K1WyccmQa3nPhqQsVNSLCbEEkfzPG8SQv7
pYDjQKcOJJNvVvmrtUvyZPmQXWHfGdPouIjEGzottd5ZpmhyKVtC7F+BUDHzSQlSjTesR7dakI2t
WbkbCK1kKw78g9CoUtCXeUrjOag8b4bHk2fyw2js+AnhovZr7TEsGShqvJMCvjdDw6cwZjxB766U
88kdk8s2k/H9JFvxQfmnirAdB1WHaMi67xNjEF/zfDD0Q+eX1rI3RrOqLkrH4m5PWd69Mmtl13ju
pV66N4a0yILOG/PrGr5wHrrW4j3Lth3fM/CiE3cnZviBTTSHGjKu742fDm7IvLyosUifl2dk9If7
ZZk0eWjQfuanrj/2kVnpZhMOiFLHwSqL/B4wNCtDjW6dHtRoBLwoH+Rmt2C5aUfDErNDitKOH3lZ
BkttmJygSKY8DTO7dXfQGB2qDFu4t71YEMCz88ILTF31N6Up0RrDJNRlW6p006HPfNZA1W4qAxNy
7YU/GXF7FqOsPu55pPxPTmJ5GJ7NC51+S2+6JFCOQYs0Q8fPDQD6pnuyu7UL4H1NOSmhbl54jbPc
mlWuhVNuMmM8aYt13q6+zqbVU286V8YkGdKloOtDNGKTCs/1dsL3znXUhbCd7BQ7PY73RV3aeMOM
mnUXp3F1ctJWOSxho2NL5vT60aaFcdP4DnNMLm0fMkZUeNqdsrBNEH5fQ+cbsssVPdf71jL0de+4
0m7Pa5zz2lBlI4rBi/JXP8zGIr3cnGjYG9bkzPuGx23cr3Pf1IdxyGUNNFd79bGQ3QgJJqtgsM6N
eizpSagwpUd68OLEIuLKGmn6Sk32pTd0TJeXRqtfa3C2nHCq8uFKbxXyZBUejgdcOQmjNeaA2Tn2
zkmPZ0o66QfbGQmaLXMv912Rl6+pIabkYGfenOz7Ma+zQ4kOF6Udqbp5yOzJJ+2WKbEpTzL5xAfM
gLAp+QmTtL5+h5lHQX+9E6QCHalYDQ9XLEWItLzxZa2wPj10w+hqR7xqjTSwWcWChcmYGJr9arYD
c4i9JmBSs3+svExDdSHXGPWpXWt9xG0bw7a16o2TZxTlmTlAXwiyqW3mwDQRE9jlbpKpY0w01iIj
GVyBOFzj3iWImTuBz6F11fHQueeuK4WG3LlVloGR1+V7mQ0dmmMIHn2lf99dNEjRxjDH9A5QVrqU
Fssql5vYX8WIs01dEcS72J4DN8+ZAs+FVbPMyGuflXNsBw0FzmFoXS1ck/6SISp1M07C5jAimcsD
A+8ytbelHLkFiFdgYZZsdpu0uIcbK5uTPIC7lnxVtqiG0O5G6Pw02PJzbbDlWwNgSE1qD3Ye5JZG
ik0iLGRU5jVpcLwsrR4k0mmyaFlccTlUKJUCEdnpV9Pqnat1aafsQKQ050gKgwMt1XMRuH6O3+NQ
WS0Bs83nG3vI1deqicsmNBs3WwimdsHo16TLOFphnRRBM032GPHAlP4uqcb+eaWZckAde/HOpzQr
jm3H2RHlLlnqc2EXzrrLiinRz9JapE+uNloyMlPbyKNeT3BSmyv90M9Zs1eZZJLMMotWD+tFVpfc
y5xgnTWqCbNVJDI0kN27XkuGZ1+sZQYuHoreuZedbb6nvsO8rqPKSduVvYe8fc2XHYJc57wONK8j
PPSNoz4VXde+9y0n3QFdRPhnpooX6lXCrnpPpsHjWNJAmetYW77o5ly9j6tukB603WLdF6OYXvvu
LS33el6tb3hKe1/ncq1J6SRY9hz3cE0MSBFeIEbXaSPWzaaZi8flqR28/rUfyvFLgzx3GbRMID9k
szu+UaCQ30lHl1OwGIr8zkLwsLzb8pNTOiwiPYxlipqlj5HXGDCfwHRJZ/fDFKLnMafhOq9MDGl+
Nt53neF+kZ7dPxZepoZr1ArqV+aYCyf0lO52QRWL7tqdVfZh97XxaJiWpDi04viDwMbZrAwLJAlD
2CoJeJ/6drBq/XOhVe7d2C4atJ5KIC4Pj6Fso5kwJyKextI/I41y5l3R6POZs7Kd4ARvu6dg6AHh
lJT5Vy/p3RNGYEUZzKlMmQVF7+ukNaWZRJPo668yLuz3gulCsuh89D8L20hNBAns6l3FvvhUd0t9
lU/6vMtGvVh2td5Vmw9DNjxXVdO+Lm3PgFkVx3K9n5ivY0tkc3rXTD5Zu5sUuov3ImOPwRijjch3
KBbGm+um+MwNK8bzEZGXh7QRWcl4RiPk9dp2uohGDbg1con3MgCF40DKi8x2D1LXQWGRiEjsqEx6
I6NSUVX+SZucpfmssi3vUJ1prVExaxA3iQT9CU30Toa17y59ULFVr+uu005LKRxMMrSJ8EbqVS+B
BNetAj3F7jXwhtxfgsJHwzCgpWgnR8PHoQ7nurnLAtrTctgVvZc84H3rvzV0zOAAunO6Bj1Mvrui
dTD06R1NPFWYqayk0mV6OxmcokGWAa7NnRWvgZHC+QnmJmmaQMQsJ49jndTndq/PKZYXo3ldofVr
HJQzZB9zXw+U1kYRR34+Vy4Da/NWfOSm3ocYXsgh7JAHFecTVloZ+hJeep+75WgR/xYxP2BGvIxH
31v7ZVdRBuLsqDkt7XXsUjlmfEPY4LHOIPdOvGb1sWU64dLo+n6JCjMH/F5Lv9jHmdEoNPFM+2Mz
jCYXnWrPPmuGZn6DNurK88oyky5Qwo1Bm4ykCguGJh5Ns+FJKnqXg6Tphll9MrAfro5JN5R+2E12
VkT6vM4PtdkPzzGEyiQshjFVoTH18jnzsy4J4Vu6r3W+4uA61PXqBF7J+oUZjtx2YIm++9JrtPog
flXec9kMKAcyGQuEVlV2comCfCt2Wu/o+c5UMsWjjpPZDGZI7klUOrmWRGJNRm7Pmm1Sg0mxVofR
qJi/MNwxz7BYQZXk4LglyhqTM4AhJ3ljTtdIYNTTzahc57NwUcEJ9aknamta5h7H3hxUoMUeQBwy
uGjvMe2ywH4F2gvtZGy1Y6tK0/ha4nsyXAulpBeiuFRfpUvSNmd+saTXFXmCEwxFbdUBhWj/FQWh
/qbTcVMP5rWx89AXJKMhTzbDd6ttDHFYU2c0JCy0xQOvXXLS9rws7hCPKs1gGGsff081qClw0Iyu
6aj4ajr0LLd3yHxMO0IvScf0wqhNf7kgM8IUwpW6d1a2UoNbVyMPG5a5292VejF81AURMZqKpb2d
6HedqqEg6c8T6sOLPFYlsYMZCdzGZNOnl0KKbg68pZMjVpdVgcB3NvPEzenUdAFCQtYzg+0qjQrH
ljfzjF3KUZAGHIqCfuiuGbX4aSm401FHaleEXt9qJzm0JI3mpDX5bhxG0W23xh1OQOqNH/XF0KvA
W/3WDPLa5Mb1ppFI8kmtGchhZjYSIA9Nfah8tn5RZASe83Ts+oYMJJFfXKH12VnBGNJXT0MzIVrX
pFujyq/xFi+nBclGMqj+0A8Aumggx/iE9os7v1coL5yr0aZ6HVfsvwIm3dAR0mRbxYQrrxoDBvWT
K8UE6o2XSudkCI+QrbdJpe0Wr42NYHTInkGG88IFKclSn88aChn6qecDCayT9uqNHUpxhpz7tzan
i3Zk3i3eN/Pqx5FTq/p1UGanRf9hpmMjcUKb9sVWETeFQfLYilmzw/+QDjV7W0EroOPgkrL3k3nv
SqCnxEYfLkQUF6cwxCH8NABXTyzWzSzvuGb/L0txusBDtNE9mNVgjz/2xPRsXBpzqed9N1pXCGk6
nMYKyPgvA1+uC5kOoWOHiXwQxe8RqXwZxCh1bdprzJPC/mXsqdaWP9PY/9emB07FOCoyP0evlA33
/acQc1WaoAKPFdSQX1V5Wt10lV+e67Ft7tvGM/9EoOHfNLw3tj9k2E08AXW1H4DENWvN1baTaT9Z
WPzZPMdVN3K6mfODQPwk8OrWClsUnAN7JXmv8lPukEV3f9X+0GZwyNxm98ytfQW97/sv3vUjJ3pi
9CgP5dNxkhg21agc/OVF5FOQy4GnzDfWfxRWKAyGahJz6vcMaTJT3bmK9ADrmL8IOSOVSdcKHr62
MRh+JK4CjJVZk4yIjMfTeJWX+McAx9pbOl2G/+eP+pdOApbWsElpDm26nMDc39+2fu5lso5ltW97
V4VdWmc3as6mP+kkbBj592gs0zQQpZDAA5JFIOH7T+HirUqxLixOSWNnJNVz8tc5HgHcxFemzeB2
/xmh/F/BdBcy2DYpx8QQCOoPz1s5YPTYazZLVedFqFe5iFy4cCEC/X95LI85A/YFqQiPAAnNDzfR
WJW9xna/7C1saoKMUuWwos39J7viX5bq26cw5sFwBs3sH82Zyryqp8FqgeylWHfkz2uw6s1fFvTa
PoX/Nld1Wkw/cpiSyp1cva8XOg+zE9igWPusx9xxVeI30ef/fJ3/V/Le3Py6AdTf/4t/vzZy6bDl
7X/459+vsles9pqP/r+2l/3jz75/0d8/je9dP3TvP109S/XTfqjfnvusqX98zXdvwSf9diXRc//8
3T92GPT2y2l475bbdyaC+m8fxzVvf/l/+8uf3r+9y/0i3//28yuzj/32bgmX9fNvvzp7+9vPmy0n
oeg///kTfvv19XPFK89U+fzTGV9ukP/mde/PqudNLO+XTWeDcQMAC42G388/Te+//sb5hb3NdrAZ
d6dDwJNVN9S3f/vZsn9hXoDTANoFdBnUg37+STXDt19Zv8C9Q6EKlImxMBicP/9+fd+t2h+r+FM9
VDdNVvfqbz8zlvzd483bcH5yATDDOEEtpm6/f7zlUtVdI0rnc2frb9A2ReBoHdEkTwvmVnxjZzj5
R9rW8VnhudfIX637GKGpXmswC9LHK3RprLfJQlYtyFYf7BZQaIqN9qRU2V5XizefMZbQ38a5UR8s
s7Q/YWxif6Kr7VO1VZc0UdLABaiNVljqcO7II4c1fi018+RimIbCdfuICkuxN1yQfldL3hY9S8JZ
xB5YjLyrluSMnOirPponKa3saDhK7qYaAfvKXb3ArsxTUuYveFY+xRW48uIB5WqTd981Lsg7xkSB
XfZtEJerRq23gsMv+ZNfrA9Gm3w20uqpSXwAJumdGZV4TnWXqYfyY4ibNsg16zpDssUQZnfGzAKd
IEN9IWNNA6OT+mPVFi+Z7t1DXDxK4WMjBg+KzpFzHVsCFMll4rKWW66ZUo2rJhL0MaMYImKk4+lJ
0YJgrNaPcj+kXF1O+RjMs/YQIy4XlFV8PzglbVYBqlab3Ky2Lj9iA3m23tcetKpbDsuoVKgvOiSV
hP9NVv7G+E0blBrfWwMr/xQbpPGxO3lRZ9c3ap01oHutDLSqSd8SdCCQU6+HozWq+GmSoNBJ7qb7
QQMiKwFAbsZSWlHSiEjqknGtuZwiOAeKpDWxzv1+7c781spC1RaSnoRvh3nG57to4L84dqM/DpId
kLnJCpemlPt27VTk4NwoSuvku+Jcn/jSbppV8BZpaIj0AxPojwyh25DZq8tmmb2okNyixLVUkHVD
fKbNizhmIzQptkkW9n6iHZNJ3rpFjYSL1O3jsnbUN13us2ut9nyZ+fo8C2lQjOMVI2gL/IbaihqD
7m1iLA+jhzvn2IAgjfrYnTGVgswmdLN9rTLzSwk+FCQpGyyJFefH9BCLcgldNaYR2rYnZYFFJqRx
h0RzqN5GG30Cq32tRd0C53Q5OKEFplRLQAD9VDT525TPD3nLdRcQ5q5IxefP1UAh3iOzGSQD+krm
Wt87zmjshlJkR9fhXWTW3NSdeSqydlbonbKKltmryLfGMqiT+B5A8QU20l09sPpNzj0opPLDb/ec
dtQYEMBOQq/pXHk9qGab4pMubzRSmdEpL7Goa6hoahnGOL9iCu3aYVGz2VXP7rRn+2AZTRrkDVsX
BmcaCVDsS7/yzph8Z3M39U3L2MtpzZ1rg9WkpJGPYkZ7RoyY0JuNfWz65k6rWT7KMmDt9SFxlzJY
NOMh7tkny0SFKSqvj7K+vkSDytpnyZAhyVOz7SxIIkgv8kRknrpXsAF30LPje4nfb5S3lRkwSbAr
RbeDwWwGjD5cJV55uYKohe7i3ytD3jQj+wkW3nW78p20iU9P00qGatLWo570U+Qa/RhSTn8IOVy1
JRRyasSKDhNcllwDKuo7keEa3YJtbPEP9Gkbly3d3ZJsc5Uau6iM1wfhLEao9XGzs1mkkPEjibw6
a9yWsx9upI6Q0ccXoL+TJoC4KUyaT3VVW6G3urTrMpuY65mgFUJTgdmWMqwEK9J0OjTZZCyYA/Vi
bkmj8/uk6cuztfdg1/sED7ftHgHqHhGqB4QbCPmLDykCa7s7F/wvMGdL3RbbQla2s7e12diJrPIi
YupD4bB7auUxs8cpoHExgVt3j0PKSSHjZ7SFPyp76s4aZIWJm2OPJAfvXZsGYlOrfTYO7n1crMmu
G7Qiwof8ZRlLLVJNpeDJo3I4AR/s06kGHpvMQ50uD3GWfxgqc8M11vRzf8QaVBcMYiY8smVtMyeY
lpdIx1wyxT6CoZvXABVXZhzPu5VWX4hS4lNtdY/dUBnnvUefTRPrg1ROFsqRjQiPfwnNaWhTIBHH
7/Y14/3tPncFUxKYWHVXeKqx17BeC6bRgKI1etemNHED47nTEnnnV/VTK/LPEK0HYgF7oWj9hLyV
pbVi8ASdpnFor4UVFaVzrSdJeQSj7u/MQsLQ6XOgdMFaGhwH80CbqZ2Kc5hCbxJuKWhHb4QTbeNw
Qm3rHIn07JgYFjxQ6uJ72Dk2YJFph9gXnyaz8A92Kfwz16MfMNYqnMCLojl27ptSqwLYQNxjwX5B
Y/ZjHeu71WpuZrt4mrmscEn449zOXpKFlyZGfZm3C57ZzjV6Fe0BTV/3mHlA6pQneIMn3SNTZjTU
cu5E74l3P+HHZeKe1X75xD54rGc2NfS7e7/yXzHPeiP3n3cGjc7Lhs46NLQ1vo3n+qYsloeklI+x
WsYQrnd3ZWJTGdjK5FB2xDsnDZ3QJvsQmuj3bVWbHILVky7i80VibDylyZtItlsPfT20JZ3OrDZE
MM3qcZ4kMCakNo5LsRuX2D8T7vIwN1N8Xnhjs2tmClxR0P+o9eTC0VJxPy1Lseusjkuwi7dyTj6W
rR/Xo503EGVkkw7I3pVIEMvYDs2Uq/Ow+QknsJegtrz5YGmrsWttGmBmy8JyYEFDSCYrquguRGjD
fPgZT1snWDt94gzMHJ4ZprNfRlOcA6TYoV+J+8EmlA+D7wWrvd0Qh+A85Ox9pnvRlawgCE5EA+ZN
vUBzus2ZaLuDgDjR2CcO+1trmi607Hi56kbdetBT7kbSE3TtSaZLZDXZi21y8vaivJG1aYFL6oyA
89X93AcwAxsuaNkGdsHnozdIOCri+9TSTn1m0xWjabBjkDNjrMA1D125yuuk1xVoVJp+Kv16Pt8i
ZTio+SGrvfi5Gx2+TKket/xOZZWi+zjVeBjoxU4jtwo95A8DaRByjKz1927WaFGjiLOxRiNdkAju
jLK8VJX+jISFHeVj81Q12bAnbz70jCbsxjp5ywrF9iNcFQXRXxNusmuRUQQfrZsjc4Pdlda45n5p
O2OXWr46CJMImY/8z5BsTddCCC23iN1i7MbrqZV9MNraScuxnUsM/RI7nycK8ZyGRbyEwyRpMHJ9
i1amQQpRElLLyGHAbG6Q0YkJNDN76SrCTllx8M69jbTzwiu9nnCW6A7D9256N9IP3C8dG7Ww5jE0
tvPFMZO3RhZPMDxAhrcUOy0r5wqdRklr3C+iFLQ2jOdqitLYu/dSk3SaNgoAp36WdPST7PGwvsSd
gYyEuYiXROMwsyStfSV40EuoXWffgmFmpR5ik8Y5hhwfiFFPu7yx0L/vyYNk3B+n2VAHyCoFDZ+C
Y9fG0AAE2w7RXV4ukprzbQssycT6Q/NcSKjd+1WRL89r2gaIC1hRZsxN1HacRHk+cxsLx0TWJe1/
Jd3+P6hT/9tq9v/HyhSxJ9DBP6lM0bN6VmnWfVeb/vrK32tT5xcQDw8mHwRJWKkUh7/XpvYv5ubx
YWxGchSnABq/16bWL5tzLPoMG5xhGBsY+nttav4CRqRj0wD4AM0FmOMv1KZUwD/Upt/UYzUfOwlQ
jW0c6PvaFMjTMYSed5/tMb+FSWVx6Dtix2TSS9MPkgc2oz4cIJP2ee/vi9ptIk5p58oxpHwuNLXs
+rZe9xxWiB8Iouu3hLs2Z+fKohYNnHZ9sExSm66oh/0AjnEUKY1yNMqWwzib2XE1ya9sLbYuMEhr
LvVlholRc76uRkPVo6zTopgSRt/t2WTc/6xSGZ+y8m50Y8jH6NdFTW/Rp0QG7Fi5VAyrmlQ0bU0N
DJZkKCQIvZSEADiI+OE2HiMrzh5hVc68hJxCkdD4a5Zde4XdcaSXL/pinry6usy6/I0u1Evmksxu
P/BjaGopAVqoau8161emEFWgivZu8MtL+KikifmaHVAj1oJRNE+pR809Nv3IuSLlfqLe2q2WU0Qu
ipBh7BUfBkIYVj3H524v1mNmFy8pwH6o0uYuccerWW61XEb5nI0UyWAJW4zPX9zt0EwTBIy8lOuX
nZbft2QyZ1mVpZ+8fu1rWv/rcrFhbwdnGcmEyUG+FbGJkZMjza53qJjAC+iC6ijmOddD0VLPOvON
bJ+0nk9TZf0EIClDa9rOvYm7sP0I65OnaenukPS6iNde7oyaP7ZtGksT0q7Ms4nXb5UMsmqbFlFP
E40w1lWpu6sg9ARe6twPNRWow6mruvKpJXnYu+UynzM4h0aOQR+EIlmnDTTM/W6ESADppCW+IZV2
pbE8hk9aNGspR1iHaxKcno+t4i+W7RqH8snH6DvyUc2gS9rcfCs1Mtzh92Wt5JPMfQohnbQUTV/9
0qyr5jh5NjNg29aZTXXFJIsI/GYcLud4GC4RIcLfQqwkLoFyK+O2JIt6gRvenrJ1eJSTfTDQno5W
3zw2bfYimbigXGvuUkhX13Kun1Tc3cUY+4ZmXt8prjZvOTi16gYWWRKs05zuVSeKXW5UL+5QvC35
0ESWVaZRZpmQVkw1w7EqsUfc4Aw/5bzC3eYcUa47CHqwL1K+b18XsCps0lX9RCZSH+yqobeESSzH
M4eaQorqutGoAhqDAQanKuyHAdXVyzx26YXFBUdkvpQ3Rmcf+1kkkZnUd93Cc7b46QcUptNYenMw
DUjIeFn9YUtHBFA0yhBNNDaho9WHTED7QyU2I6ufi8ivpqs8S59WB9AEUkZzLBH/RX3XHeswRdSK
BtnURLFAHs5ZQaRxEXR2fbJeTTZ7ZrZZTxq45r5044R70euXcs7mT5mh6sOqULHxi7gMEfNNdo3f
GTQ7OScnnbpKK3gD22ynqPWgqK8rlWadto/9TEAYFieJpAaa0GKU+tY3/quZAVTEIvuIPevwLbfV
XQbrLdIkGsT2jUtYRAPVPHPqyopK5qgPNGhFMHilgoTFJ7Y+kMZW93AnnR0D71clANax8QotGnFT
DqAArTTD0zfUUq/mqvjwZqgXZU56s3UBQqsldYKbkETKTyu4fj12RokBxFfmKdBXB70leekM7dnT
RoTGoVwf4J6R+8VDsddBqAKrAGUo4NKG3kK64tkjkbYGxWgyeMi5R5YnFwh7+B8PxwJw7JOHDsPR
m+P2caDI23merC+rse5eZOMMsI0preJxuPq2b2yoadvDlgYItWmB361GKIpuOWo6m4xUJDsKjxLO
yjJKJGv4taP2PzzbQPNxayr8ab5xBzOr6Z+/w9D/8do/Mo5NEB9yJJPQTFt/h4Yj3bZpMaEcsHXq
/sg4zF+QqiYJwH7A/peMw6UnRZFrIZ7Bq92/knEwEvJDxrGlLYxKo5to04hlYPr7jMMxYNkldbZ+
Fq3+xVqMc7pqp7zTX8uqrKiJzQvdS/bACxdUP+5Olc07z80dVMmHwbShyhNXcmVcjuIqW9Nb/AX2
SS9DiB8U5NlD0ayQWSlsYc/kR7KamcN3O02b5Gzwl7ulK07+VD9Axz5z2+WJKY8LiqV7yMfANo4g
k17NiOYPBVfTvI8FqHueyzKwe//ezPW7SrS7zBHHMeGob6BJbfy6D33yPg29eTkbLq6R7n3jinuy
wk8x3U80347tUB6ZAjh2c/W1qvIXBHBqZtAgqqYGmEVVNO8dcF0gBx64frIG0CzqaDtzWzgrxvk0
lrgMN8sTtpS8Zi6+ChNCZ5dXMuKRe0n0+c5y+eNOt0fIcWY0jSPlp9k8eJOW8r7eJ4ufKhtCYGH0
t0KJY66r/VS5D0pnUCwFQt6JlNlXKz76krdSnTKDyZru0FlaOfqMc3+JP4ypuS117gp+TEwr+Nzb
eVyqXWUMbUhs2WN9yzV3lM9Fodqw7QU2vHl1ornA5HtbhfPSPvBauuCee0T0jrdler70CB92z49p
WV6T0VQ7hkX80MvbFlJM+56XXLov2jIc0wp0zQJhwlkWcKpjJVbVPuTJurlP7hZNfIJec1HmMSS5
tb0V0DLshhDrzRziyILYYGvdrT4495oP18e+t6blHQDnJkuyr7WOcItS9XvStiSICCT5Nt5PXvW+
YigboeXOUAwJWVCWOYVjySCrVLl/nPPli5+bl0s+P9lDQsPIvS5d4Qe2KT7gxR6Y2rpLLBtu+KLg
sCqR7ezFR4q/RjagLb3IjsmE8/YW4O2oj9qXsWwfCt0+s93modT6U7wOV4tR3+qNBwLSVA/xutwZ
Ppa+Qqx3WQmnJWnMaM16xg6WHOq72TGrkI5jhKDU4+h1cIDj+KgVfE5qXfpblzRWtYzavHsvdFa4
My5EWpxGP955ixXiq3yMWfmh7d5HrzgWnr7z8upKz7YliL3TDIM7gPKyc1W8E95oo5/Yo/bXHpxW
v0wxAgoRaPtk5hC6eca+irw/cHmozS0fhq6gdYmjRt6OmllIlvI1lhojgQAdk3E5TOWJcgDQaQKf
EwN888l69aX+2vv2mcRQfbu0yfbua018FKl17pbumRTcHGvSLy0/fVk0ciFTv1jGKonWyTovteKI
tOStKuY7rRVHO6+OmxJRIKz0JRXyVjPmp2byPsZafJpaKmbDuMiX9SlvnDOIOk9TXb3P0riYbBC3
fwrov7UO/7lV+ANbZOsUEhtpVdIl5DRwfzQwpErL4IrM6+d6yxfiVj7mzKCD02w6EcnrNJOnuc5+
jevLpFePeTVGzeTs/+QqfqwJt6ug78kIGjIC29jh9xG68tupbbtO4yoquTMT4HZZ2Md2FLvEKC/9
srnLZfVUAeHJJT5v6IYYSQaKUe2+Xcn/8LMeQykEZzmV/3ts4eq5fF6ef7oYuqxUxXP2/BNM8ue3
53+GGf7xNn8c+5zfCAOiXECv+XugAUVdKloYViAAm7b070DDhiZotMahM3xrnLPUfwAN6Ovwjht/
iVlIRt3/AtCwtbj/YLhsauzfZIp8nBdhdyHi//2WQi68K5GO6D47cXuwW+2ishzc650IqmXEi/dF
JRHCX/5EeAPpi3/zwfCdsFkGLEFU+AdqzWa32/a92X8Ggd11Lt0Oy/qMUudObI0TTa92YqK8xv/q
qk2o6rORchiPSOjiFBGkAYepLiJlqXNrdvZbpzpfl12aySNW0bd5B+uekVt4yGfgljdT88Io34GG
f+gkcC/L4h4nGMhye6etLq1m3dGnus+X8ep/k3cmy3Ej25b9lTusGkCGvpnUIIBoGcG+n8AoUQQc
feNo/6gG9RXvx2pB0s0UefMqTVZWZu/ZG6UsSUYLdxw/Z++1vUXx61nzOh1LThN2IOdxayT2kyNp
OSM+uVWl6tDRVptVOCSfY7Paqm127s0M6Ezxgm6y2/eNexvl2ZrO4xOnkjuocXujlkEmxGvMPSWN
oyu7Ga97u0tXRV95ftK450Pm3ArEGstDtrLZ95zYaU8O+7RxLwYPw1Shh/EGiUSghGYwSj6stN10
thWMHfmDuhlI5BNre06PhLV8mSqmtcVQ7MiUeo3jLtlw6jK3zlA9emG4roz5mXANa9XGiGXUUdno
c4/kwbhbuhEjZhKOto3iS5P2Q90PNDhQICP/ZIfUVqK2AydrD1VlB6BKj5pLc6rMfVNM68zugp9W
2V9swN57VdS36xRBCs7YBbaN/3a5nH4CuNVtnXcjqTR39HHwRFpnsdVuvHpa18K6mkIoJ4Y9XMAP
uO3t6Cz2srXZFH6aOeeCeywno5tKOpt6Grn1ivYRtM49ucGBLCvyqq2dHsogmcN1rPUQF0wcevoV
3ZOtYFIy1SRnwhA9J+f9sgzH+7yl0Iv52hP7aFjNoxZ2gTEgq4vGsxp7pYI7jeSBdI1iZF2WSUAX
BHGI1l3DruU7c421iACxZDF2qcwi4NcOTAboDtYzrG7HuuXe3Cv587DoODq8r8tht5uqp8xqDnOf
njPy2nVGdOXZ+WWuO8ckGy8iY7yo6vrGi8Igy5SzOjXvYty8ALDv+ibaaJQeU5hfOiyTEaZOqjcb
OvynPvpiOmZg5/llVPFa4wJjZBrUGleIJjdGlu/dojtwgR4R//4NjxTIzr/uA6g9QR2h+lyo3x++
2B77C/owu71rVO8WlextonLOzdzN1DGxVGlwDRothdFaVzI5yaGiqVReh/0WT4GP+ekCCvu2qZOj
YN6HL3qD653xhX6qrGw1FNWlHSq35tQFInOO1VzvO8MO1GxOyXIaz5q63n8b3dPOy8diP1GjS2dY
EwrzELITtmHux4a5LVhviTOdCQDeuJoIjSWbbUwCo0k+h0xfsX6aKzVOEKEM9zhVg6ozeEUjJ/t8
TbxUkEq5oZreGhGbFUU9Q/0NEmyKcKQd4/LRMzzpi91kdafK6316fqzhdO2wC5U4+2TVniKjv8iN
LkjoIuTOeKY3M+eCdpNowyn39C1ihNmXGtP4Rge0mgRl6Z3H9b1p9xfhUO3K9BV+Ct1Ojggjbkac
RbieDJ3WXAPCBW9xa5WX+IT75eS0rwx2/lC5/PVK/iZL/nDHoYynU87thkpKX1b6TyuZMglLJu7k
Oz7rUyfZUshmiybLb00sFfV04Q3WDnPhFV2ly8rxsHhWW6l0RLfxMXJxVEX5RLdu7ZmCSGIGkBVN
aOrpTWOa2O5M1ArpuZt3wVh2D61b7NGR3tWh+LKsEp11y/lw09g9LjUsQqV73nje39SL1Awf76oL
kg5FoopKlSiM9+/RxAQJFmeWd3HiAKLlOQe9Cybs6qsRT/evP1Htr/ZGwASoHlGDW4wn3j8bOn5D
qQZupWYpD7QVN87KCQyO3k50JmvrDn0TZbZ1bJrSH8nfU0mKW2l9GC/0wfWvX8y3/Iifv15q1OUN
u+hyLZVOxgdNnYHByjGGfrjDSr2ak3qveCQALzfVurCPvWvT76fKyMxt45i7vqp2g7ToEVqbnPWk
pl1gl/Z5Io1zyRSR/fqAr/hY0hsci+IyKaIzRNmB3hf70utOel9egjS7FFbzAGr/jF6gXwj9Llf6
a1vyNoupe8g7Ap6Z4TaZcWxqG0tK9JrnNUlTVuBO3UnNrMBIxVecBre6PV5gdzvDeRvkbnFD0xo9
UDQ1q8mpW5/MkXuN31nBnXiKUNeZ/ALGcvZ5XUF0Yx9HIz6rMuaQv/5clyvm/cdqAxlBqksDiUbQ
R/JQpYXMe2I+Vlsxdg13cSMLv391/92Let0jd4El8e+L+luRl80/LhqBMvYle1fK//OPf5TyuvMJ
TSonLxdSmgsT7I+ZoW5+gnRtwbX51tlbdrUfpbzifkIMT+rvgjcFSAOc+o9aXvE+ocdHWk5ABKJv
9N6/VczDm3l3mcBDQWgLldLilrqkWtgfpoambrK2jao662j9PLhg05AX0oR+y7LOpsXOiApxg4mu
B2GfB/IHseWoMP1KKtpFomIEX5Hytg6ZYe3nsokfVADe3DO61tsUpasiJQljNK+yvfVSPXzrMVZD
MbXjZE0SY1aAqcp67kJ5HF9K3MkHYXNmpeukI4nyivlUdCWvKcepcgnhaN6ZhWN/sUmIOe+UTvdz
00zXHMIzCASNP8gYW51pNleWkQEaGFFlDx3jEAzLym3hGeWLhYX/LSxjRvy47BmS1EYJLYs+Pf9n
6sOwWeeTMV8M02y/Ck74X7+9FthdaYg73GLarw4c5bNYna8mi3+NYy+uSqdWbut2VPfUbimP6naG
CY6kw3nbEJMbWLTeTg5uvePsOCPiwaZH29NpvLmyp8Ofl1b0aFSME1XuMUGbKioeRupY0orn+pQQ
8ABiICHriwweX5kdHYN5JvTrOW3sY9TK/FbmevUEHzl80kZtRBWCBGr0Z3surEsdQ+nJNdHveImm
+/BzzWSVW0W3jkiECaqIL9GdANLbVTkeEtHlzaovivpB04EDKq0e3srRyWUwqELdTU1EW1HD+b8J
1Tq9tsAVGivmRuZ9CEf1ckh1aJ3IRrGbUjO2D1XuWs9JpTo7bILxZTz27a2mhcpDH6bRzplbDx9Y
VKxDYNZ7EtIZobaj7uv09Sppz/AsBvNVEPuo03sy2ovRtjZ4ZLwn1VDHcxgYM/WfOVw4BcNNi9wF
rIFufmmqyHLddLL2GJL0J3hmKd63LnwautToVvbE4BaQcBtwqEaMEXZb2ihwDWIrPh8FqU1z0ZeP
YyTVxzqOpzsR5fYl4YmIMV1+xUzN9L6faUd2oaogn1x6ZDRM1+WgKZRaOfkFiutuTRLt93Uy9/6k
2OnaG5v+jrvThUiqNpgo49aiHI2XeFHSQA2SoNVb5jhty3ooPBtlVp2q0icgtnpCb8dxN1Omk1Vp
0WWedtHz7CrD9puKSZesTd2A/oOWOD1R86cngzHsVaZRi08CCaI2yyU0ArmdtAzqdruzziIEots2
b91T5pGfriaFGgwZqqh+cIobOyyrzaR36iW31uYSzgaIIYEIcREJAooSuNu96WToU/62qJfO7YVD
T/6J8xoCJ9vaKbKcNknUHdCE9JRNKUUFcLT7bBKOWM2KTTh0JiOyNbKmp0bDwloHudqUuzhqx/Nv
6kXMu9jE06EzsY5GxEy0QjqX9NiSilFiar56tc4lrFdcOmWkB8VIiphll51f59PJnqW6DochYnLN
mLoAonONjWOdtMUmd+ijMrBDuIcWMZBZvvXGYtVlWdBXPCx6zTPXfnU07OBbK4bJ0Xc7YduQbs6S
+QWSZK1xmkSrk1wnxrbMb9sEbXd4h9LSNqisEVq2u4IKGjmB74Uc1RAevxTjXW0U6zHf6+VFMn6e
sniXoB4SZ3AnVp0Hkmm46vUzmECSMpBtqQKXeSwSsXaV8YUmRhOlDDmaTcwSkuICnzFCv2hCQlV1
/XlZlUGM6ij0kSfu05wU2qDQzxynvY4+V85O63ayvDaGoCgHP+XYyqRCvUwLwJhOIHKCEb64+i5h
c+4yF9C6b1bhXvDOog6R7EtYi03jTEwbHEzOZ278EDafjewZQ9w2ZKxd9ftI4/C8BKzbJeDNtNt2
Zvc6Ju0t0Vq0THRkH+MqGaxDXxtn6Dxf7ALcWHotrLdxRI1IDa9rovVruHgHaDjdc4P7ag/eSerM
RnUlkMOg7rBlywfDBkLcTLWP2jOoPOMAfu2o9LnwdbR8hVkZvpEqt7Har/rIgJrBuIUR76pAYurR
iqDtsSRs3BrCWre1fWXpteJrsv2iI0ecZvN8FtPDIOUpa+z7HPYnvz0+elZ/7LI5aLnlYfsCliDM
k5NV48o2qPOEbrzNw/CoFvoXI5ZBal0XtvuUWl7pK8ZtZUyBIdz7Wryo/HZbn9hBfE6GdVB03cUU
tgjlTsun6AySiUrj18O404f6rJ5jfSVbzmW5XEnm0KjQD2l20StgtOIUJXO+a2fNr+k3Wwp7MHet
mFwVT9lrBRfbLqu/VmTb9MVnMEqbMTaOkWIdqgHxL6FF2ahxRz9Y2p6LZO62aZ+fC+1zJUSQyRBV
anqsCmz7snyNrWk9ZfZ6Hj4jI0fTQUhOsRvzG4wec3Fmmp/nTlvb1jXqFrR7PrSJycLaP4x+p3EZ
ECZPX2xspqNFINVhEDrvzNEnQrBzAZMkpO9h1c3OcXPBZ54Y2JrM+rz28qumk8xypnPJzEnoySmZ
vc868Ja6e8pVUSMLUHaDBqorQTC1jgrnJutmKvLPSX7oisu0DASso8n9bDi3ahPoNC5d44iltE++
NE11FPlFb9wWycmN13nxmLcnNYzgDCEbyaOLuju44ZGrcOc5+/xzIhq/cbcuR8/iLXa0FeyFoBkO
dnPdZZjrvU1mEDKJtHoVua/Q4TYFrTwn2mvJfW49RiilrX0BTiX38jMnBJxxlIoGaHKjOei8OS40
K7P1FatUn0FBTE+5HV50QN2s4ojMcJXJtTU/iGall4HUaj+eLhuEVy64VS9gKrjF2L426fqo3Kxw
40qOuwCbCu1RCdfjVyV868r9HL7V8sGu9rr6ue7OuvpWmPeoaPp5F8NfjOMSLdMqRXIiGdQ8GneT
domIYdW1e85D7Ji3LhHx+UFtdwzmkuosV6+n7Faqw3OK5YWvzdyb3NxsSTjEVy89UxZtbzC368z6
GiaHJfWH0mWnJ9cj/+T+5KvyTFfqY2LUCNAo0+InPV3sIQoUEMiB694ibOnK1KeVpXaI0tctcn7d
ezKGnYMOdUr3dnsux0PPVkXUTj8f7BhFGeIxK1xLHWYJ9Or8NLPl0rBSu7ehu+9ZQUpLDNCh6Z/y
eqdlu2FgMMnIsByAyTSDb7iGr2QoLfKA/HC0as5WUc7TBosMYAe3Pqj21xhEk1o7gI8W2WrLbe3W
ai7TyIW7JxlzT8ApolWeFOfpINdZcxTDGMiezlON1Kka1k5/O5cYj7ACZfHVzCTLQRrerUW3y9FB
R7wJhDrJvtMSJPh0bjZcZgWAtTa9yKjHBog7w1A8qDT5mF5LTLVAmQhtxJAhAq9fK0XnV3wwE1do
OtMUvsjydBUqV3b6XMxXnNjXrdig7FmZw1tW3dXmTocRkUU71T7p8UudPM+pWHd/FyiiGe+Pr9/O
JRzDPDzBpGJ47semD7PtKjK0Mjsby5ArNmmGLDBdsKOB8GquLdyJU0V7WxYXjTnlJCIA5nmuBUNS
7Bf2ESkvGcnQ63dlofWPle65W3Al3aOViAFdk+y5SWX6Q8pegnQZHQzwkhseORLs9orL1FkrL2Qn
mp0sWvMQD+oQGB2ff9sk07bpgQ+VxCueVQhmAmSZz668aUr9UAHxXM1LsRYLIBxyA3Px3NHyV9GO
Ny6k/BVF9Goq6iBOttm4boz2ruSzL53CCTqnqg4IAI5FnKp+1Ie7kMJkBTxxZ+QToWuRr2AqyPQ3
WLZym9tFhFqsm4fzuFLKjTrvHZAP0bLKT0CYTsDp7Ol5Uu/06lVPjZE5/Unm19GUn00N+vtM55tM
F8v6Ql/hjOKxduLbLKT2ry6yrDjpTYTprmfH20bt4HeY9iavSAhMGne2x3ChL+7IyVmRRTev5cSW
SBu8fZ3FuWEql5P5ksdyz1K7Ipasb3ddsVdiqETDsGnzdLtcTF1vb2Fz7CqVC6mWZ7Pr3GjIFbIZ
B0DMHTC5LesUzkP4HJfVmTFea/WbPSPKdwOnvAvdjUo2kCBY6m96ch9muK4NcRbIsWPgKUV88y+j
rlm1mqzBQXCWOMOD188qJomMplj3TL05n1ItrYnuHcV6aCOoOipNcWoNdYM9Lf3ezfn/0Gq5pbws
84+G4XeW4/9K4m3PsWlU/lJOdV1+eWn/8fr1H0fxUnwpER7/3JH54wF+dGQM7RNeeWIC6KPAhbX/
7MgsP2G4qoMTMpbGClvSj46M4XxacAuQCpjoL4NXZo8/hqvLj/AEAzDQVPoyPODvDFc/XHIALWjH
LD0ZV3UY/6ofIROIreZSsbLyKsrfEvNuZGbYcLtlHOyPWbGGL4h3iz4tFNWYfb5gof7UyPqLudnH
Meu/vIIPDSEOn6nhNbyCGod/NqMbLrjrMaAYTtPeYqDnIpPtnnObgFxbo6B8/fYCfutK/3+5ht9d
6Q8LhO/rq3j5uB6Wl/OHB/8/iYGeKwh4xC/VBJcvSiaUL7F4AVrU/XyZM/P/8dffr3PH+8SA3kWM
yNhkmZbzPX53K/ATftfVbRTN3xqIP13nxqfFi+AQJsq5FNkhTcl/Xuf6Jy59dkIH8gnbIqFlvyEi
0L4Rnv9sTyu6xojQNVg370cPnk6mWsV4eVeWAL5Cm8lVATjHn/S5efa4461GHRKOpQz5Ti2FttXR
wa7DSahnhHfrFVgsTjspsRQvTt9QoKljdG+ZpXXA5P2YDO3z2NUtt3RHOUPDfms3/ehbLhgykG08
bpxP6KaqyqdlgoE0TrJtlnqHOM6c69gYFS0oPZy5ZeteKGE3HDNPpvdWmpqPTB1NDGKTQEbLiz/h
HsfB3FHMAXtbtSGBV6ZOPYtW8kazXuh/NX6vYT2ORRuiADL9QqeU1tqWA4WhlqcijKddWYWjr3Fu
XZWwBfLVxG/vLGb4Xyxo3zcxckoFF3UUHQcAns84ovUDEC3QpLVTo7ngBjqR6H6UWck6LYxMMJkI
y69GYpa7BBfUrlScBnVPUXyZEYxtGhC5tyEd63tHajYaf1Vw5CaRQSHnZVdEwriqAUGuwZjOmyxL
u0OsUZloDhFiK0/ln2lI6KnF9eXbTuHd2I07D6tQ0qfUqZRWdLyj8yEqUswCZr8PrbBg2F11X1pG
Ku4q4drCJOyqNTY7zkfQSstDmav22vJaY2uahQSsOGbJqa+K6kS/jJNa2BS7UCy2viyV6ia26SUY
TVmcQEPqu4okh3PbbfqHTvSVXyqhc20DuLxAcKYci6js76Yyyw5NaXWcYeoGy0qeXcxVmZ6DrDZ8
ZoDl0Qz1IrArrbdh2pH+IyM3WQ1lHJ+6ig6XTHpjUZXKALEBNjELH7bpztpaVesZ51mcoJRWG7VF
ZC19dzQYKdFKbj13uh96I/kcIe8/WaK/QorF4YVakaJFuBdOw1ytTWS4DSVfF9kvsBwhOUJ3Ts87
k+m6E+vD7vd32X9bBvy8N/6vv96L//Pun79kkNy8FNFf7Jr8zR+7JtgqZNVwRgwkWEv88I9d0/2E
gg6ACPxA3eS/P+2a2ifTBfVOZDBqBeLW2cL/uWtqn5BdIeum0mBiw178e7smxclPQ70/d81livPT
CHyAnMsNV4RbTR8fe9HRGoxkvZXg87dphEsw4Qy0BgxcHMTMebxS6V+WBaeQLhLNlnfDOS/CAJop
9PsWcl0AsyoHg1E8M+vSVj3W20PtVvlLE4X9XihhvtGsWa5Hggs5GLf2bjS7yJ81iygp2aKbTVLr
Dlzrlzpzmk0W6dU5mwXkhNSTsAUH2sEq6h7msWJT1SnBF05jD5+nQao0XxLVNxlwHIqaThhsXeza
0FYOld2ba/IOGkDEHqhWNzdd2BolHDzUbxrWZNe+8lJOLqNT2vTNiNpibkLqllA5VIFUp3E2cL8g
PMSvvBwfaDGPewG8ZtX31YOSePKmjM1Fq41LW3jjhLonnr6iUOo2XuOgs3CLAV5ZZvt6u8h40kRf
e+WSQJJVb4qqSdTSdbVSOTOsABYujR4HVbSJBmVacposrdzEHDJvo2xyF11tZ/uaIzqfk9R1Zlrx
OjaK0zB3Hm+i1vJdFw3ZTtGb0Qf/Eb1mEkFmlkTOtYtHdkuE1nyy9KkPYDFyLhQtkDmnVDau27cH
Wu+7wtYf3TGFbtnGk49No/UrqVbw0c1sM5lmeQDrCNg4bVJn040zOUTDeBvXydYdaTpiKsL6Yjan
b016q4livK29ssui8ZjzeW8Nh8Y1I6LbGXXKkoq9nxxolFpnkTnsStrBUG9XdU+btADAvKtRQuU2
w5VcDM2xw8aEco2JPRVNwVvMvOfWkIZfIng5RCNFJjhS5vqhWt33KM1u+h4tbAwGGUES8stVZkhC
zWfE4tkwDkEyiua+69pu68xDuzYVO995uZ49/LffIDnHLg6Sfz/WZneEO9XI//g/xT/+x4YBxBfx
8j9/3i5/PML3vZJ+yCcKRagIqHMWcan3R4mp2MYnFDucogz2UL6kRaz54yyluZ805nIOGyJiTpBN
nO1+7Jb8iI13GZRjofk2+P6d3ZJa9ae9EtkfnHYaQoQT6hYqwGVX/nnPBNHbypGAjmCCfoyRLzcR
Zs0q3Qwx/s2hSV9Er39Ws9+fy+OZtOVQ6ZC39/65DAt4+5h4Bkqrmb5jC6e8TQMdHTsU6tGPBmdC
tcl8q7G9IsAVH1OabNyGV4L+19zKN6FG2PTS2QtckzWl4tVFj3h0UkIWf/pO/+KEt5xjP77YJZLa
VrnPYRR2lw/up5uJ7kpQO3x5IESce2pJZkuESxxdNz6V3oCbr1dXRFHc2STZB069U1XMh8lIlcJ8
EHCNYiBp61JtVRvuZ+A5t04DaqSSCgipGv6R1RmBjtcDfaQSpGVqbEAsy20UOwfurIQoAoFYW0MB
NuNcZ4bhFxHxkW5T+8PMA6FHAgurJwdXTc4aG73ZooF1w2uj9pgsWcot+M6DFZbW+veX/EX1tbiR
zdevEgDbx0Pju7rovzCpjerh328Cq5fmP/63eGdLW8wL39e8pX4iJwnmJFoWb+mf/LHk+QkqrmXZ
0ra10a7/WR/pNqdKx+WGSNYgB89FW/Njxeug22h6sBdwIFwAbdrvrPiPujZQoNjkDGQzy7EXBOxy
5f90ZVuKZYBnnggnj91ukyT5W5kn4iVh9zrmio2ANsmcrdH3M+3yMH81YwBtaTKa2zD25mc9RvWq
TiGsFmMw9z99in+17Jb95s89go2SFwd0iAYTp/FFm/XhxVXFoCijoPKq5q4DANN5eHQ6ORIT2vU0
bUX4opg1cP1WIuOdYZOzDMFVoMxmtoWA5dliZn65xEHZgtD10ByMm3Ca545cmAFKST6pvhKZypPR
iBa6OpA6YmBTM2NRYgO71yPKwNbple3kSKEipFCYVyS2rTicdkKPMbrh3EyzVa7bMBn81iYlDUc5
rFemDOXJUiQbWuM4/dfMraS50lQTLYJuD9ObZizg5IJgG7q23mQ/T430VrmiJn/Xlv0m9P/4QRo6
PTf2WXp19gcHAnb4LFGQ7wQ1oxAtB7oH3GwiHnY1LD55JTz1+atWads+I4qifS5yWv/xdQ20ulCj
DckKIUJmZyOIeKeNva8JhOk6pt78bwH/LUxF4C4wDtPdmaXyNxzZ97vv98uA5cB0G4PQ0pp5fxkA
2pZllLS8erjHAd4f09dSUWx/fbUtj/LxM2KHX7iHHFvwe75/Fs2hqs3pXgfOVOAFtPhKi/Cqy4+Z
kz/PzsCItwaq/esn/Za5/e5ZuRRQsKoWbw/670ddaQQSJ6ls2QSAiPJ1ZebqcYBNysBPqOOLpScG
hbZJ/rinReWVmbOR4HtU4y9VmedHS0zlMQOTdNmZKhMdFGHKUU305CGptfQunjIDBsqQbkd7snTi
iCLz7+7j1B7vPzbeAHsbZYurUza4H4SxbCuzNUVpE6BJG4MG/q1vpT3hBEj7me/b5aZBDe7Pfehs
bKLgN2IyWHNqBZRfA15mtTF5BoQqrUdQ7AzmqxYoBpGYOda27YQG3LJbzCQg0fJFlZrrlnPSSmW4
GLCUbbHVX8t5Ki6ITSqCDqnJ37xBNu73788CRMTOjc6YLh/b5PvLwuoVnEIdMoWkN5ud3iBKIr0D
aZ/5RsUQuM48/80z/suuxzMCslnIyUjF3Y9A3AwKAYIwnrFqmtupRj0ydYMepAo9n9b4fgfnvvvX
gE5tqbPeXYA822K4o0mJO5p7yvv3V6ap2rRmUweWavuZhEDAVMlB/UHCQ5IbLn4OwhbKS3Vnu+g+
xPj26xXwbRP/8AK4kWm8WwChwKI/7E0dwRTI0KI6iGwvwiWaY1Ps8nCfOXPoh61F2Nqk1+uuaJxV
V9eeXxo1O43lQBfrGlBcY+/s1Z7MydJB/2/IW9wb09qkm4U1X5IPE5uchVPAWGQxgeUnaJpHs43A
a1EbRxkmyXy8Mt0EST4atMu8SGvQSpa1Hnovum4Txb3t467YZmGFWSCh5ThzfFpbYzzlK0lU3p2G
sotpA4tgsAbmoom9H2kv3osYyYNWVlirHL66MZ3H72l2v9X7/2UF9p+w7eSy9f77amr7lZGMePn5
ELX8wfdqyrQ/EfiwXK/LBIleOJfr926TqS49eoZQ1AswiH7uNpnGp8X5D20I1e4y8ebhflRTJt0m
HIP6UtX/vr+fl/J+NfHwBr4gZlGM478NE96vphzmvdMbHUocwgDSLTZktd8MTmXfC6s15YYcWBVx
VtQb9sY2m/FO7zP3hVc87vH4EybYzzZKyTTuTIUqYda7g6qSiHPWMmJ6tMJOZFxxuUfYAD4+a1tE
KW49a+77C8z3LQIHukpY+aPWfZbZ0lJoPXWyNgQOhKeCcAW5YsCO7zmmIVLivHeQnaXqMB6l1Ixw
5WrogyNH69OLoQchIHrVO0o7m84jvS5fSNSu34i3o6egxOrLPC8d7ka46RO6Y1zKDkmbxYqYEfVc
iHR8kvQ47ghcIIcoDmOG5j2rMkdDGgmBs8+Ejztk+Yy0LMrbF5sUIKx7uWbitxf5gy75qlfqFBlL
s3zOi9Wo9XUYuHG7kOlkkz5asT2fFcC97D2twHortOyCFD0XJdPgNQeWPiPzvC2U8yazIL57ZYJN
L0khHVAsTYfGrjx60GTH2oi9pjbz+VQ1zbd0ia7LbBSMbYwwKQ1lWBC/Yyps2+uEIIpwHRZdVWzs
wqhOZSVQFVSIq59N4mSTFYig5soh7R3+bquWj4mcW8zzFJYoH3XpXjSpYSt+FrnYieq8HYmJ4N4P
A1Mxmwc4pd7nbOxTTpVGis6pzQftpVc0jcyeOHfDII0HeehBSdnIHch/WxlVkse+phcSMXdt1vTR
8m6+tFs6EatimLAmuYmZgOmEUUt06FDoO4Qt3FdspNku9+LZvcMktlBwQ9K1fM9ME7qJUptEUDiF
ULbdCL0pME3FqQ91W6F9zCwVCVNd0Cnwq9JrO7BxXaXvZJ3Vm9H0SnB0ZLr269iL0WM2oqHR6iWN
fuMO0rkuRhnvC574eiTOCPALKR8T8k+usSgSUwvftu3vxrRBBOw4ycR37nW5fZjjIkGhhnjgJYsm
FSYdIv4z1OMMDybbpYUKVKoFWkG7gxZvXhnCjxGonJy5tAmzHByXiVbFRAcmswKpKEUaMu/QshK3
Z4rGQgHjNjaNTZq9yDjzNBbrydTG50KO3lOloK7yTelmfD6t2dqr0JuolImBmTgLNd7nZpY8Ug1P
ka5F1Zxmo9AW1jJqXvwyWboekpJla9gjCXVolZ147Snj9JaOmnhyupkgUafHuAt7o7GmfWx7pMp5
pLfg9lHr5k0DKktYc6kgmtCsVIsC1PC8m8xQyozo79B6cPKScZJhjpSO0jO50cFLae7bQmRvGRFl
z3krAdsMTRV+Rf+8sBMImDu3en1OgqzCQwhmq8w1P23g2tKhJg96FQotfnBTTx/8waiZZhE2hL5G
4iDgQCW0aF55nBeh98wmHKxMg5HjT1pB1EO6XDx+YSWtcyhMiSzN5GQUIzDtASBW5sA6tTxlvqTD
Ogi/ZuqYA5uQFLWs0a5ZOS6giKCIW0dFnuYOyVaCJ0McmVG3bcq51IcNCDa2JqKObGOH61pEaMgk
26ERmU22bsgeMn1hVsB2Z4DHiIDnhES+sCbHaqP2DCxLq2Ho6LqjuHdlSaZSqHaPoN5NZdHwt/2W
DlGkb8pOylsa4VAWk6xP7V0HzaxYG1PXaptQQfuyKSYtqth5VCP5wssZu72wczFuVLs1n0eGC8OK
N95dxw7DCGTKSj/smrKbIThnsyavTVL7MD0pk2Vfks1ihmtLzmDJC1Uz0w3SuqEKnLzNXqk1kGE7
ECyT3M6DqsKxmhjMMpy6SzQ/Lh3kaX2KZZuZy8oKCVhpZsH3ShYD35/F5DiygGXYBJaJkTBP5HOE
benmimCYvcV3D+mK/MXpkpPZ2gO2WAttWGl5d54SYmqzjvOqvzBr9UtLZqVK8Q8DTsPuyLyxi4mA
CgeqqVzuFpQj8MszuxJsAjluYm++aKvaxalbnbWN9ciQ6XVqi5sxNViliNE0/QW9fi/rU55CrxLT
zmjjfSuTfUVIKlgL1gNpmlF2MWKJzuv4seldJM5WXe+cZgCyFmpilYhxZ9hL/mxx3ecKe1ttAUh2
T8Qk6n5WW2u1ZochGjUXhd/DNIWAydxUjbaI6FZLWvnBM5IHegnxRmbIoZMkC3TmPQqzZFwcZkAG
LoLmiVFShez6/7J3Js1xK9t2/i8eGzfQJBLAtAqolj0pitIEQYpSokeib379+6Bzn613HL72HTrC
46NTxUKTuXPvtb7F2PaCOfJF5YLYE9GFup4grOUnuy55VTE25IoIsqTyT60qgb+MT52Fo13S3rDw
kPpbFtz8sY5MoyoaoWf+f6Ti6muXMceJK/Fc5CnyzOTq585NPi5YY/w1YLGFddXM5s4gAPOgFcjv
Yv7hkt8ZlejCSJZxrdHbuW33yrF+V0EF6XBewIQ/JCR05fN6zbR5KSrrSiFs7Uu05doV9wNlLbFe
KEvz6gyBnPxf32/eWqMOyyz/WcsgakwQP5l9Mhcf6jEwUrkif19KP39dTQJ6pL7v7DSyUsfZrX55
y2Lk7ORcplEyZ3WUrKQMJ5X16mHE3cF1pZIp+h9pbT+1TekjoiPnaVhNMIcFUTXNy2hnb6ynezI3
krNR2Y8E6ZIY2tcsAqnLRt0Q/YH6b3luvPoKygZ1QfKVpD4MubVlvcwViHkXX4PEXsm52YL67c+3
QLjx/gYJQ6l6fhwTPlPzAkWkeE0pr6MtruXQ/vAFonGGWNbtZFnLrp/fhMaXFWTyJ1/HOTu/g5vJ
4L8f3SAsXTRHbmndZpaInAQIBP1kGdra+FwNN6yQra4FVhNbQ7PrBI1vhATITo2LkT+IbEK05Dxl
zKe6IhjSXW1LIn7NUXzj+LPerLkK82ba+1tkXF4tj7aYDoT7hFaF/pmAUSI8K8GpRh/b9q5Vo8IN
4NxVa77XRn9uiyrgyqcftD9uidzEfcC+Mas7Q7rnfpEPXp/tqTAgUkOwq0rn2XaR4SbTFNpSgcik
o5Tozc+jDRwqOf56s+ltgL8ERpHafOoHc2cb+S3+p2ueywfbKp8qL4YjmEcuS6oygwebjcZF1J5b
FnjHGEgNEgMzaPAsh4lPXGPxPcntg9F2X6gy3lK8MEHyY4u6FsVjutwZAymyVf08LM5Fxtx+d3yn
CiSUjZEhAo+To9bpYVCvBYnQntUe4rY/DMGnUfc3i8yiAfUCLgX3avbZAadpCTwO1oD9c7KcfVEJ
K2oSDoVdMusdmwzoCEKfcfoNANsJI61G+HbbV3Vp9T0O6gehlWkdY4dAU8eUocolANspv3dHNmmA
H0UXszLb6w+IkzhPcncNmQANu6WlGjHX/rPqkkM96ZGBwECNXIlTIMu7ye2u1UzoV44jm0jft3JK
2pCfxgGdJPNd7jbv1Nbk69Xvs0164V6azDt3uHRJ4ey5QWe1mt6nU/T30MKbhHMB59coMUx7k8z6
JrFC+QDOroWN+D0w88DfZ7LwswMp4sQvdr2ZhEktp2nfE/Z9YNTLXtDpIb0T49SV+zFNRbVrZCl+
tMCF3i1RLvAugs1pIr2YGOGY+PIZqICLx0VUVdqG41AQuytH+g/BLNkSe8/2djhnuqv2SwtH39w5
F04ww0+ubT6ebRl7aShT0CA8lIy3M1XioiIEEZ6T2eqn1mhR4Zl+g/J8nlX1asI8Hm+MmfrqXpJc
90BMcpKAVxvFs7aV5e9qHZC0m8ylsHfZMutPXi1zxUJUoE4tR28tCfvbTACzzw8LtddDXbTYGh6n
yaYDavX9cl8YGhZ9abUBtJC+nKcTW4/ph8usBpDZIuMPLCsqpIuppWBb9O2tsgwKW17qPDW+Mo03
7qhMluaaL7jeym7xPi3MfHKn9cCQazay9eP36frf6iD83+la/l/rM/xrDSwiMt3+/LPNsP37v9oM
Dgxi2mGI6ZGU/lOf8lebwbH/8RfExydwh+d2a038p+TV/QcBc7RxaUN4LiJaGnv/KWrh85hfEIGD
rdmztubEvyEF/HvT2KYVB5CQkxOTEfSt20jpz6FNTdyG1cWAgMtxbVtWlKmxMCDmGPcYSw7PrTuO
kOZb6ybQIv6Y6GvjmBVW+zFnoDqQlXQ2+BWhv2TWPDX73vD799qV+g3LLq6HZrC8PmqyHnuvN6ZJ
dajsfBWHP9o6D3+1+P4EfnGl/uw88itAK9I35nq5PsOJv3WOW+1NtdlSZrjWUhL520ocJBwbshUz
Vw1InVDVvcqGb//+1xIqQ0OXsydT9b9dvGDWLpq/wCKGYOGdjJk5I8Mzy3vidC96HG+nFof2v/7O
bT78R4/z90/98zvt/3rD5nkyHN1v32nOZyvWLs2PGFpDY3//119kb5/092/iahK0hH0eXdXfuqkm
c+XU0BlCOaZ+tMxrDMYhFPVN8FSNxku/BJQwyUKRQU2D74Y8Sajp5L1Ec6rk1TDISCE2asLzl9vs
pDpx0O5N6ZCfLQ6Z76Zb4t6cHQZynJ7Z67TToetDBEgJ/K9/zG8Z2N9/jSUdjEEIyyy601ur/I/p
pDVUwq7qbN1jhF2LfaIRqe8nDmVhAPxkjtAGUd7QiCHuwSuZ4aHRata3YNUeuaKTW1zXiSItjqt1
OrTWMNOvBXT1MxELbwxLLOZRwzNieISDIIAT3pzB2eb3T7S3X4tXLT/3uQaluA4Fl8PH6k3u+XaV
pu16BWpa2yjmIgr6Q7REfl/abrvK6Xa9t6xhwpB+34bJmJoI6FhshXQ2aes42gFwDNBR/FyyOsd3
ztJRX1zHrwmAmYcZc+RA8JG1rvMvMZM1jR4DKRutKsE8au0D51euicneTaXV+wxPSHzfjXYsmr12
xniGH8yuc9Ml7cyHA9/pSQpoibZ3mkxi/xJOp7giq21FQFMT7uuCdCjMbUtlz0swXBoFQjSjkhwv
U8Vp25IrlKAKwZ/elU05f62gM6b73LZLeu9qeCraYX3KtHBfaPcly21ieU33YKpgskK2zPKJSU59
xsu+jAd37ab1Ey1XZ0XgP40fqhCL9TjnZaN2LuGgTYRia3mqIY2D6JRLsFESaa0cJVYtjnAia/P9
0gtiiP3epb8wDC1wKV91xZnivhI0QglooMGJMLdL58U+dBXBDXQNp2XHeb4mk8Un7Xw/Ge70YscL
LUMzLTkJA++kVCPLgPZcX6LWZcbbPTP3VTMkbmX/SuIZ5QcrsfOzTl3XAiJpO8yv8nGgTepPr9qq
J0EzhvtcKM4wCFZrhMMzY8Bsb4BrCudxbNpryU2b94wmSKeNEz3FxxyB8R4Btmz2JBo3b922PMMh
hmFAYaW/yG35nn6v5JSm7Ufd2azv/rbUx9ui323LPxmg/fN/LxcSU3tYRfs1MIJIKy2jWZmptePc
ZEBLBknmh7IzaQM4Mg9eMCvTjv0/vcd/X5QkrU62PklvXvBCbzO2P15j0j/tKfEUf4Tt3VdO+elD
gQP9wri7HtKbeWjZk2z7lx5QfQfkSa3gGYSLMS1W49OyLqcGJ8e//qP+l049fxPCVPZQ5uFsp39b
KP/nhUk7j19s//7xfo5kBzMc14TGCNen6A1Aq8122ZbtAv7+G/5/6fXftpX6fz/i2dUFoST/ZcSz
/Q9/1V6G6/1DwBOirLFIa+UW/Y8ZjyGxaPAAIaaBAiMAXLH9/bP6AvPCbcT/yJznryREPvGf5Zdh
22QkMpFBcOZsiHL+v3+n/nI2nuQfG5MUNtuR6QCyJAfTw+Xxt6mpP42tPTmeGY1DO6solmtdyn1m
o8u9xRBgTy+GnS8mSFZ2fqBltVxD+g5i+XBZrz6U0rH3vbf6jConMIx+70i5ZDCchHLQHS8rht2+
Nqon+h5JejC1zoGe9LB4OdGs80w5x9Dbuoeb2wf7ddZsB27ruM2NadbCJxjC8ZLppbK0eztlU4MX
YGzd2olGzpqz2K9903RRP5Jo9VoQupSfRVO35UG03vRrKnX/PVOt7R38vtrabkxHqinPeDnTu9l0
5hdiriDD0VyM0qy+NwbRRXlJTzNd0lc5DPUPY7LdsMNuEnpq+TCJEbuuNDSUqTj5esjlGAhku3Ub
tSLYAWnD1Oe4ZsYVtremT+DSsFZ5f7AkBIVlDK5u5xb3DhQMGSaeA5pXPHbLmoZ5q5swXSZiJtAI
3K05CMtNAkMFmTzG5UQ8e9beucOcnPtkaZ+HkXfZh199Npng7a2FiTdL5U/GTnNoNd69kqRgNKNx
0X79yzKWR3Bb696tlXFo5/RLMYzDcRrVSoJGVj9ahf0RZBkan6AQoYh182Wzs0a5XVZRZuYfhvK/
VzMMEZ7Lmv7x+sORiXFvgnmJyGpsdoKzakhAFKqgOh2f82B4W3gJnujkypAeBjUFyXpftoDs7ylP
wAmCkI6MTs77vvUnup8lsicoCMP8klo05D8nFDOv9mimVJiTN8jnpkqXs4QQ45AATpDOZ8zU0eOB
rA1jj2Qbvs9dllIsH3Tq9v0xI5jiRtur8CPwyk0CHgyHqTH3lVWgGTfGIgstsfWBQ2e0NryX34uE
VtHSB34d+Z1Vuf4vbap+WW6UB9fIfkiEIqsPJ3hvWumFbq+uQrF6Y3Ns3NJJIqHW4QmUaL3QbDYt
2hpGaz1P2rXfvdXz90a/znQYk+YR7U5Au69rTylakL01y3XZjX2c7GXayzceW2e/GgNnesQy0643
6T0nedvctnGmfznK6YkqZGa1J5NYUtao5W5QjIC6CGdRYXSvXRqTYu9lebzPx4p5qJrSO2t2HpQH
X7qRTrknhmyki13KhCSROOMp9uE2j9eS9cK/2FaxaO/YkWcOkWZBqSDUbNBTLcyTH/ToOYlq3Au6
+1GQUEkladx0N7TCVQvrB3lP2JGI0tLVyZfgI0ia+ASiQw/kj8U9laZS8QndBO22pvuS4NH5buC6
Qfo/gr1hssEkZNDJg6jlcvQMw2K6ZAWH2q/Mg2jafjcFCq5y7EvwQ8SRJHX6tmpSKeK+as7WhIaV
oQ8zm6SFcc509THN1vXSidIX+U4JJ/Pvu9ROr22sKzrxLS+s284732ynAxKj9q0uF4OomQkQe937
t7idsndGeqRkzTz2Crf4dXK2gFZ3+yfM8/Dci+Lo55N/7DorUUjvvfSKP8k/mvXGiLCN7kybxNxn
g7vSZ9PBDcpf/66uhBPW0B1Opkiz65RMxhX4P5hbl+Z5p3BDgwQqomXNzrTvmmeT9wSXP1+Z90vz
LBYSJ8zg918VvKqWFWuH7CMFS8lkgpSPvn37fQfrTpsncuyd0Le3TzDk9LOlF3dyy+Q9r430Ok8E
sLR1Mp1VUs0v/sIlYe2N75nk0SDyGC7jZ0rPFaO9Qyckv6/B1D2ZNVERA4dQDwbLOW1TYmQoVe8b
j2Asv+DpSbWbEFcnv4HGy1AL8P01Y8OvkyeLY97xL8xGBXe/r2Gt6vnFnMv+7LcimW9V4SZfTV69
T9W5jDycxPmcs9587Aove++8omIGsGbv+eAQpFfF68dcjmVYemqwQZsvLH1zJ7/lljGfe2UEL0Cm
xud2rYzXVHOqxArIhAU1E6mSlX8zWUxYYb1Mv9LJULd553vXwFoDDHtVoP2vG8DZAFMeZzPRjFxj
sqx51de6GC/EJhHIu8/psKh6J5CbAZUo6HtdhGl1Wyfezen11/lLl7rOZfaWmSA2eR/X5jNqi6dF
QlGpHMAA/hQl7nS0i+5ceQOYs+U0OM6H9v16b2ZKbEeE6mJ6EO4TDffXaXjQfevBh6FPI7dmLNng
hpGM2tYSTvtq9Ey+R1qx7DnLIW3x9Aeqyw9icHUU15AtFmwiO99IyURLkRSUfiKunVN3RzOBGCHH
1MFYg/UFzaeivcoj3k2StvfS9e9eA16MKpiD5bS8ooRMuf71C+y370Mb/3Bx/NDNN56tdmru2EsY
hUxLdbIsu4wyOPHR4rEUD2sSROPqF0TK5PLLXLsz2qe1e1sSMoo83CbXNkXJ2mHQi6rWmo+SYZoF
4JeFW/i/ZrM7rIt3Mi3Qpwg52LLS9Ynz1nA12vnYxQ50JWRTerHyezs3PPCvcxIyyldIZFP/uhSV
uc9zOqClDGhYJl/iSmU7Y4pptDTdpemzr02/HrUk3U8WQAx631khQeU/UpDGO09acHGhtvzqiRmA
Sd+ZaLTQFrep5e0Ka4GrQ/7EsE31TXBTITayvUE200GJ+izIeAoXutU3ZBO5tFvLOayryY8qzuRH
LJTGZTS3tnA7nHlfsyMTdxkNlj73wbZW18m+J5DyPVtSjnj4bR4nQtKOCh3M3o2b4KF0++bJ6iQk
E28DeQHQfa5bzz6qanFOOdHPtKqLdA4VIV1hhyV4DQsP4OooreAxVg4pNhOucJxe9jkvxEQDWCfp
3drhrAwKqzywVqNlthbDfGz9uP3aLgJEVot77eynXhBSkGKwVGRsnoh27S9eEH+mIzif2AZPa1bQ
h+tcWKGvdfmYmk29X5sGXA6bdBSXLR1rKuQeFfRAgqKX87yKMbmLzao5kJ/VvpQ6Fy1LW03MGdFl
36ugMo7e4LZbDlGHpFNNZ7xG8rI42XhI58a4pkz4zm7VWVdHZt5pYr36nIda80hmxn1WtyOPqcpv
LKJyDqyLFlNOgZID6cO814kRlOEqWGTQOEB2snukfmyHHtMVuo9LqFJjIglSJsFNunqknWpvoFas
kdykdRtmeV4c6oUEzmo2CeSaCKtcHCpGSe4YcxVv+T7aRr/LCpvZucKs9sTpYAo9d1yjCgTez8zF
FDFVQ3ZsmoSo68QhfmlYLGaJJW06k0o9jNdpedCTHTwyk9hK6PnQyZxGPdGeP/jg/CGY+iLqG9Z/
Rrbrl3HGhRaLfidTIzuvU3BxpgX8c74sP5Vdyk8f9MrRkB5ZLSoPUybIpzQDXeUyLD/OVoaIaiJk
g1ELmCKdsif5WfwLc14aycLzduzJb30+dbdWm6IKzhnhTVWNua/NI52YRGW1efKCcxyQOE08CLwu
nQ4y1Y/9AnkmW/gg36t+saM/rXYLxoutDKuyfzcGw1NsAhyabKDPbMv2cGpbdpOYQKZHQbb5jqqG
Va2Zva84vV8ySvuLcrtPLxh+4AGk9sLuEla5FrjPSMog3nqVPctl1R6Y2n7ghwvCQWXvXkFTblpR
l1pDc9/yjmFSRzcPnpmdViMOodRAoIkzYCeBEu/N2FwjpFq3ZVXZN5xFymM1r8yAyMJ8Nek80K0M
Cv+qNtJQrVVPqWzvgevVuyGBUTVXrKMtZ7udMip9SE373c8Kfl9mVu/99kRQxBP0igDPSOrgBA5W
P84VfLHBKhq6piBX0syOw7YIRgKkZtJUGTAvFSos0eDjSREHgmyBuxMX4q5y5TvRWF+YvtoAV/I1
AqZDCmsujUPXxBJIcAFizlv1k+FRU/rK327qT/Bm3oZ+Hx5UPc1Rnzc/p86g0G1Qnra6ynedQ6Su
nXjD42hUPSjuFIv7ath67xL1xcM2xK9do6FpUWARHki1tFs2LneetuIYeEzmkbz8GAcbhpEcqr0Q
3KeutePzyFZ3Qkf0ktfO2TGgMuGZQLbkpPJ+zJtbQ1jrEUqjuliBUCEW+oBVhDTaTjHX1AadpmLo
1uPEZaS7ZEHr45DO3NEVPM5U4GGfruZTnDhMu/oq29GlfFyq4d3CvfGlQvMieqGfOsPJXhRdbmyi
rfONc1V3mH3zszEDiRZjYi30mnsaNferWd+VXnWcfCqtSkEo0DqrzrksFxrWDgNHglDyOb0xua5f
Y/x12HAb7uM2uCzS4JLLkRTZuLP2vcu42S26IhrtAjlSz/AFQZMWN5PoqyfaWGQCk9oM4t1CEmXn
5mEM1v6UM7yPRKWC6xgryjPju1clwy0zxjl0oCSD6fLbVye1yhCFSXAQBvRt1i/FZqnjV/AS1V2R
mtNxlW6MosBgC4t9aJKzT6c2peaJuZjo9NTD5DlVuC6de5/WCTFusiYPMa366dbd0ssrmv63QOAB
qpdDf5exOO8TA4jRupTNXQps8tjq2dyIYaazh8b6WYlgxSCajI/zUhjHeTuHUqyASBC9y8G7GT5E
Ijbegr2EhSUXkqFKDPaz0X8kI34IdLopGi/XPsrUHW4waryT6G59A01X0sRECZS6jeD5X6h1evG2
TIXaN0TjAXSaza8VqIXj1MTeS4Gy61GNvbjJAk1zgZkJhXmAEAKtDM30/HGEGrBlCjuMo4qvfprI
ky+0G+rR95CuN+N5GuHp+UkzsWzItDlIvNQP/Lo0IuXyTqxlrneDM7nPaya+tVIw4JVobXeDFsFD
VVVrlAZ291HTZt1XGVIGKrQ4pyNIJTIMhDXE+Jd366SKk9sb5rUCqkuLnjMU1UbwSOTn+Nz5tuLM
nmU2sh+HpIlaWRFn4RyslgsOnInWDUdUgKceEdZjYnXhgEXjpQ5K0JLVRjBEmerfNk6xnuiWt1fk
oGANYn/8XOacdbxsmN7lhXouoR4DnPEhYtbCeOsRFJ4gdmMAbsm1K428+WY2Ql/SAfPPTmHbOlgN
i0vP3OS1S7LHBKaG4PCvEvN74cKL92ln0c0HDawnalcsX/CaZvdL2hRuRABQ+dbYRXOTK03EsTWl
XxvtFTcDgpezZa3vrT1q1LGYsIfWXWnhVj/NYLSuCtjsTTyBjrPEgBgrn3uqicFjAs4rF2Sqg1Fs
qcg1EEzpWP0A7dpFcRZ/jA225aItb1uOXx0Zv/etN1ePnlzkr1jidHeUGkB5aPfRaOP0iG18TRHH
KP29qtzihkuXkqFBoqG32EFomkn3yEjTeYBQ4Zx8BH5XTdOB4X5fWFATB3I/JC/Ldo1gSAaBjQQq
XiuPFwK8KIGbbkjG8ALyLINdOiXdfBrTyjtOdPP2gVtOx6BiEhG0jfEW6Bjpk7sS0drE4B0n+Moq
UZoLkzQXTTl06DQ9xl1mY5vJGYDxEDqzuwOTNaIKXGwiGDaYC/qU5i7PhvhuDnKSlDEeAGutxPd6
4Y/qsMl29DkaebJ1Uz6tlNVRlVjGF9lzPGH404eD7eXHausSmGowD0bGbrvk5jlozP7E35Wcg5lm
Er2G4laMRXtUok9/FWtavFeetg5T3hcnDwMKArNy+dZtobJMdYjUYuETP6TdOEiAV7Tsbk2Kp66A
YLq9f5JdhSSLts1bYQ5LlKUCBlM69NZnMJjVa+9rhLpWOgRPlvbN+2bNzB9V0CN3JK8LZaknfiKq
rJDQLDCVMtI3hyWrDsFAh4YwPZcGyqxfaUHFHyAS6rs469HMbchopfsGG3E1/UiD4SsS0BzEStqc
hr6jsHGDuf6+zLN4Imt12qGTnb/5qe5ZQoT/MRKud9WGOZ5yNm5C2yDJPHUI6Z7HLmYRrhsiM8rt
oF0t2HJmC5xpA7xOML65rxNOzchpK9PZCTxOt3nup1edDemHk09gqNh2CIEf7TJ76NvVCwtYJ3on
u9SneGi9O0ca+XKdVpLbj4mElJOWMjJsYhyE9jpoxEnKppNZ43UwguYsYt/irKaa4L6aM++Jblt+
a+lcvRORgNayMEqcjYwpiY7zx68kV5GutbD/t/TcXoSS8TWQgxEWi2EfbAaalzrFQzlsUfKNYRg/
Bw33grnYQ4dxAa2WN1/quKR/ltfwiKyGtRG2W2Bh3xnpN5LSlcePBrdtAzYi7ppLiwan9PfLUOhb
Tb76hbW1vEtyy4lKt5nveT16zAOq/wwohHStCBoNPgzXfBY0V2+MqvraWxvgc6UeGs0xNN15DtHg
RH5ikzOA/Nh2gu9yyKKiiPm1TqmuNBeLl94SaNHwvpm590VOmkRQn6ahuRDWYqGwnpBZhBZvA+pd
O3QpZHeGhvaYFLaNwRRIZEZUM0Q7lniNBFAv+jLWCnCh4fPYdPntmCib5a5YYaDCwUiQbFwaxx7D
gjhzVQ1vdRPAFnWHqKvGQ81pdGfF5ngLNBsPBNBZXvB1l1qYMHWPcG6lyX31oAadZsbRXHg0Xkwp
VaiCxNvbGeJXKWV/WuaOtOJ2KUAp5uSQxf0tx6RMsbeLD6iXGUQIdv50sB+duplOTWAcmFYC900d
ddTtKn5KU7fPMu/IZM4FrVliSqgUimzvtJY8TQnsIaPP8r0ktzXibIVQkGze26kK6L2WfTFhw0Ig
72fZ22DmZegl0JCzrCecsiFXG3bzAJtkaIN71Bho3NPxBQa2BdAJ/Z+xTOWu6XuIu4DnD42Mk8ex
p3tgAqJCTNvdroqKvito3zLXVeegkxCg6CUdvHbiHOVwyAYJdBz8TdMsLePi/P5lPA7IO5enoKJU
RvogADHHVH1N0+62kxWwrDFqUKfsU3e+xIM9h51X6TtE+WCls6+6U4CUjE8NsDI0UnuMzMVL70zV
PZoLstnR60H7m7F3WgOXnBvlU/25/ocvO+wZfvVGi6fZI2fj6bL95IxHxt/reKvbS7TjM/3fdSB6
i1STx1E7PAATsssKV2THcQL5C+6CwhgNRPdO7e9mwjUTXm4yhnUajVlOVlDp3fR9d+js+m0i5G+3
FEjgl8bf5yJFJJzWEccHNN2Mhw6NWLuDm8uG6QYCWoYTtyKrX+ZN9A2GAJyzQwwOGWU79BMZCcHY
4xoHQQV6gTTKfH2QBaK4JtEkfsazvbPxrrx4RvdtCGjTgfrz98pA8dsL8xojHyRC2Z/CkuCvq/Cn
L2gh0I4OZGOW2nzLfEextOTjSZJoWMOaiZremSGjpl3OfLg9BqgiLtodnjwJsFXMxXhX0BkHlS8N
DVdmTg8IUA+BPX4fk+DZjWmJZHVGVNm0RQDZMWuv9s/DnJsvlI/ZMQ1+rGi96N9VNH3N4IU68qsi
Q5mDBrYHp06e06H6RBKT3eUAQQ6D6YHJMqxPjwhWM9ChmUKLbomqCpq1Ok3I2kFlzxDPfeKeBh4J
z4KQumzHgKCoDoXQn2NfnlF4fokbUo3q3HxaY7AyCBWzG3LA9yqwCFgJqnfpJ/S3Ss49Vjoy2opF
d0bbQHkRs30YyHdv1iy7cEpSl8kz9dE2CIu1NNryFE1Aal2UNqxTPmUQdYOCSRIF61X15P04lGo3
pszRBuT+dOpq6LWLXGF8Ofangw/lGV3EfK6NBgZOovWj45MB51dJHapkSMiESttHtCHLsaqGb+nM
NnIzqSlMkxeW9OlMAItGXDssR7tksDPKWn3Xs7bCoa54xM0u21N3nfsJC8qCKyJEl3Aka/xcTOu3
ckCnoAYyhWaCXubhAgnpHjFAtkvdmCjnIvu21OKR632eCYVwq+3xzNnmlsaM6Loeuzx9nqHEzRmj
vwah/wM6NRisQ3ltm24JjU4/MWl7cub2MNjJWbs+3mEASew1WOChqK+N7q+CULJqSB5gx78aildd
z+c8dxL+6/CZFyR4x4b10ZUmEVa8fTwax2nIbrXpYzjznxE7AAgW5WXuFLod7KECfTupHQ+o2i2A
1ozvAjqUITCsS1F3AefJRr4mbQVVF6aJX+lvzWw8uHmyF1b3LBqARFDIzxOTyITTYsScV7+Za3aH
4GRDl4dsUeEMWNhMBvDRGnqxdO4cS3eRtSz2eQhizHpxfaqBX4HXTkWEoCVmMsusyzbScFI4C7Ax
XowWRPxoTANlVvzmbpWFa1BB4ZQI5VCDeR4QNxNK/61MzCma1/jW5tjijqYZtWQ9RcyIaAERaoH3
614xQDj4jXfB0hYQ7WOlnPCcyvtKQwwmucoAZ8f9dO97Jih26jjJUTPaEF0HWg36TbRL/zB7IrsY
WZreYgUiLwR4MN1UVMOFI4/0WdJz0hny0NvFyJvrDfpVNNn0IRoK9m6m78JDXhXvqXQ5rVNXi5g1
H2S8EZldqyOURXtD559SjmJfkmXAQAYt2RysuPdkx0y3NDvmebSe8EN4EXDDB6haWUQKCrs3pYlA
u+V1bURcxgxRm2bu6D2nPrGqozePkeiGHyLP6TwwpKJnASQhPXMH91SDYMqXoQqbCbb+MrjuxZ7K
J6uUIyMNA2Po8iri6tJ4eb8bTPNBDgRS2B7xumXcvBbJ8DCN9hdGoflOaub/hhQkoVmK9MEVnHLj
YmxQjcXB3BxIHJb1y1CP3gV4Ov54efbjwDkMjROj7cexMIj10Ua1D3Vn3JDda4jHs2Aeb30be7/b
T43O9i7N+U6Y+aPLHfW8HMpf6lK4Ku+4MBhFcQSLPyHatixILJz9+C4v1ZNX0bTovJEJP2Z8dp/T
mIDTiFWMb8r93vnW9wHr075lphiNGilSm/Wvqh5+BGYfNnHAKEW60ShUynPskJ+BE6gmKZTEYfMH
fI3yhGev3AmP+ZyXJyQOSjsa/bUJiZ+4tv0YqmGS59ojb7dmGJEXNqVif9caE7DEpLEOxCU/ocLj
yO0+9dJr79XswS6IgWC3tRjCGHLhYSzZlVk+nct/MHcmu3UjXbZ+lYua8wcZbIIc3Mk5PI16WZIl
2xPCackkg30bJN+mnuW+2P2Yf1XBOlZJcBUKKCCRg1TaIXbR7L3Wt/xSbqUmj4YedHLej6mzX6ym
OgYZ23ba5xTToVpeSg/nYRv7j1aguusSVf9V0qcXXdkNO1nGRysiSM/hNTTXhSbigNEqJN4VRK6U
r2PM7JYKEB3cTKgbDaGZKE4TNbqcy63GTrsfaNhjuGCjkCEc56ub07Pcp2htekKGBscCFJnjpZs7
9+MyIvRy9afGRjGCEPcRhiYgIjjL/KtKztJRfLcnyhiA3PuY8FqSlfMrM0YEv9gkKVoOBxUAlit0
wJAlVVwOdillYUXd034c7XrKi9sqri37ZcFL2YDrpHuP7SevxjO7GmR2MU0LIsO66XKbGB0b86rl
kkV41vk4WS9B1pE4TKmioRPVxoah9m4X6Dakjt5+V2QcUafvu+UpoVQ3feooJdWblGKkPvBD7V71
nD+rXe57c3LL+h61NxiS5p9LhkQf+rtZU68vwO8ciwII7z6NwEkJWKmWxvgcN5UZKhf5MfGSPRtC
b5bJ16bWsX3du46s7wRNMXbTvPcZEjU3rYa7sY0CNq5YoVU4oFEqzyHHrxQ82t0U790AcF1tN6N5
qDyzpdecLVVmXMTUXudrPUVcXBRVlLRc2+kIw/QVp4VNMI4WVKu215PzpWz0YpIJbi0225rJsfod
+x7Pv0kRT/Aea6A8G8vw51BbKiVirvCDW9QU/rUjrb+mxr3Fn1BunHGE5uCV6aHPOn0HwhgtiKqb
YxdFkeJ1IgGnULq+NTID62pb9gvJQSZr6dYsLR9Xbn63jNJ9KOLsS9yC7lAJBXAr2opiIHM+s299
XTzbpHKiM+eUoubW+UTjvDqPDb/2t8yGw/LopIMPgr9txTr+iFy27D7ruveYYJK9EUc/EmewDgWI
IWzBh3pkD9zml6RdEH6iAAcWqkpphSQLTRi8eZMUe5oX+Vk38sMSV/WZRWpo2DYBsh/ZT4/N4h7r
dqouol5weGPbewFPBUd8MImLwk2SUK43qUQDTum7PbSGXZ11UzAftF3/RfLQdSICDMRpc65r9nic
jiYmuKWZ+CwhERox86iHU2trJnwhupfW56iTzMeT8K5yHIwh1csZKQPUP2Nsnad5GmJ6oMtT3WfP
FZuOsJ/aA9Sz6CjrBoV7H5SEAbnqqayDZzH7hBNUw3Ul2+xQjfohmdLpYqTy9alp/JUCBjtSpSZe
5DLZpknHKmMb1KPbpY73igNauUlGVX3H5CzCYFn2zkSffEq6M0KSpl2Jdo1DFRl+VjOf07Szj4Dn
EFTPot45lp4PeZx77BLkl4FkRV6HbvpEnoq3OkTjrScCRfk4ilMUDQHhK+2dU/r1gwzsbKOGxfuE
pi846iaWIc2V5keksUnrNIh3uC4nejOddexGNF4tKlYAMXRqk5ZcLpur37DOGpuhbcozvnbqrr5/
kSKmeW5oHFDcXyDRab3c+AJsU5kFyOhdg7yGKPuaeZw/u5SlrRLqPlMgjAt/8ne0Ye+XqSiuggxq
cBc07Abl0AehW6jpsXLsgs0MGqlzGt7DjNKCe7+hLDq7OI6D5TvyMPFXHuRu9akHHvAkqOpb+zIn
cuPWnyvV7bFEmed4nWr8mgH1QFhOjYsvrVgIrMmdJ3zR4O7JVviMss29QPQ4EGRDg3NYCJpdpyzg
oFF25fjQBPRSXubIBbeNSc2lDsi60uvmxuqM5cieQz2qrMbnPyX6XHTRdM4Exsbaj0ijaGveA5hF
rU7gg1rsurpSY+dc8e2YbfthIkRFRWW3HQc32PkTQeotKbSV0+jzKa6cOwPUzrk/FCKcEsO7DYpp
3tOTUNdkU5V3SV3+gMgprviIif0tcuNTlRWfhPTrs7Y1nHvaIgdKxy9uq/zQaNWlN7pMhYvjfKoH
a8CHQHpZCExZRWiAkqW/8L34m51Xn+k8Et2ZLruhMY0zFXFEFml6N2U08siVNch3y45+YxsvZYPG
oArktiPoVWEO2E7Nos+YIfYuZgBiRPATF4aCTtDl8GosN7JYmb3sKpbm/RjQ2zNz60DnCzqRoy9q
pxdnwjZgWJnIy8dU7xc/495jsU5vpemMbOdL+pF9IjegcOLQRSDwWdS9vI69AoCF1Xb9tlKtuSVM
vD+zEgKmukS0nxeVPYIZZ/EemmcOQP0dEjxUDpW+T5h2YXBU0/TiSeeBAlG6H+i30Km/iwsz2UZt
INl/6we2oGTOmcwTzZDBMR3qpyUoAsqzuT6POpNHY/X0xDXpHZwudKvByRHpGfTqMnZdUj8MLT/b
medc5fghMLsH6WEKxE6hA5qDYtmtpXzGpr7lY7TA5EYCRkG2W38pkwZUhLCMvwbT93bUifwzMaXm
tT/MDl8db1hkoVPRrY80zUbojn3HO9qoAzSew5lAjyWzrpeq/4YzUV8BQASJojrCq4fYuaAZ2V3b
U+NsRrN8BoQahRgJs4umRbaKTy5+8ZIUpVCz0/20p6J/OQu+tKC512OFnI2mxbFoxktpwNrGz3cs
bAQddr9YbMbLFE4QMnp6nB37HywsBiiqhkYDTNVzWu/nwWAdB1pyYu7zsFjZFS2KiE5ZpDv317Ko
L0l9JqQpq8Z9XWDzQKnpZmG+Gl7jJagvgTMYyHfIoXZRKoVt2dBNjfE5eAl2EShR0bFrnfo4UHjj
ehF+gaB7xKhRbbEjUs7nLmUdkIIe7N5mmNSd0RmPRk9cYSkCaLQuQdo9mYos9e5tVYzZRV669LTo
mKdR0V0YmS73iEGPtOqmMLHYklcVhUo7M8FNZv5XOCyKCorxw7bm+6UG7dJTft9l7XiptTL2xugu
Fc4GjodEgr+sxeczvcgXS/WOj9cDM2PGVmGjMaCcldysK6w2JSeQ/zEZ/PjS9kP7AnO17v7PnqrM
957YmlPq5CrA/1HVc8sRrv/fElWAVP0/V8Sv6Fj1fU3kOHxfXgnjycj4d2X86kqktOv/GxLSWrMG
/s2V6PwDKmmAudDxOJBiZ/gPXTwRHS6uxJUP65Ff8DdXlo57n/zff+FHdLAtEdCGB8QNgfJPVPE2
v9cvmniJuh7KJeAyz+I3XKXxr10eZcdRKqpjeIlu3u/HgWPD9bgS8KG2RRQUz43ILvNtXAdnnSg3
seY/ScTWK/eCTrmVNJQGu0zYV90osgtUb8a8tzQBw6j6F87S06RugCxAlEvKuN2xoQZAUGdLEVbD
ZBg3ndllZyh4J0RAZeqqQ7l+nFHtWWT9iSGmxVBSlMlnNlP7/7FX+D1c6v/GF9d618px1v6/f31N
Pl3//386OUAa26jaV7ShwGDjr/7af76vjvMPPLISFyYdamR9knfp3120wT9YJx03EBg51j/+Cn1q
ujBUgWea//xjf/K+noL9XIk7ck3sQDVs4Rvh1/7VlFTCfqGFKwQFgoEAzLFD0JyozoqOiCBoJrlV
ReKjKOPeNDa/fNu3vztfT+yg9jo0RmGyjE0KbYF14j0qm4XjvBOthcxUhUap5gftjJAPRsSiH4x1
epko+lisPTBP8F2E565f7S/eq7HoIAThnQNNV5Ag1dnPMMan/ZLH3pPV9PV1Eit9+f71vTkmShph
o961zVOUpmtkZFEWcgbMPAMFY41/gYMaP1F7I/Ctqe+81nc+GHN9XL8YX+31OklboZ3nIO8mGv31
dbpDL83OgfEKewHZMCUc+yaj0i0ook/5fdGCz3z/Kt8aEQu4FayTnmQX/XpEaGFLmycVkiHdZBc2
e7QLT5KXZza2fjQNdAt/PN7KCgVnxPQKGfJkvI6dE+EZzQxkM75IRhBwMAyuWy9Oz2wTJNP7o73x
DAOXvBsTpp3juqcUyrYDepZOiH7MrCFBaZpv0CVdpcVgELDpHm0/uX9/wNUydfIAaZf9He1N+APV
ite3cwaS4BNzO4ep8D53owrOXVRLH9zDtwbxgP0RSmHhFQ5O7qEwQC/RppvDJbIIf+l0xUFhqXz/
7P2L+f3uSd4J0M5o1QGkmicX02R1Q//PQsCqgYEdvLYY0xvbq0S8p2cvcWLijsWdrLpicsM/G5tp
FX8TwUPMnrjTVvvcr188soKibJJ2CcdxNlBP1f1nKxnNPRI3qDppuZwvJTf6g3nm9M6uo+K9Y25m
/efxrW7/X+aZJVsiSb7WAiG0jIrQ8YB9bBMfJtj+/cv7bSBmMiZQ9hsWMfA+/OtXA/WGh8dCQkzp
JeU5nSTlJ8EB6ebPRwlc+Ny28NZUsZPVAdqYzg03oV/qW/O3TAUdltA4sbw//MykxZVgbGcXRsba
b5/Z2Hh1rKpoCd3By55B/Yud6VrFjekVw0XJSrIF2tvHHzysv1eYXz82aaMEFNR9V2e96XnrCvXL
0wKVl8edysbQE8jxYdfRueqodgn72BlY21Wwi+rhYFLUef++nn4Y0vHwbq74fwemLt/I64GdYe4M
I6M/10ibgKbMJlLbpwRS+yU5Juj40zFcj7S37w97uuISiCkIT4CE/He4wqkDWZbBqCHkIXzxWw6J
aEqXaNioaG4m+D6Vkf4psprxXGQlIINNvv7T1aioOIc3kWGGMeXtMEemeYxoF3zwKZyuQJJCNOEJ
FnwEaTHQyc2EP8U3jQ0hrNPZvZhSOd+2c4k+1zQmuFrp8sGK99tdZDzSzmCxE4uBEfPkGzdaB0Hy
Qojk2vXZLW0wUR9PNOmdab8yMt9/Zr996IzG1tDEpcdGzTpFWQwOJqYUWDfqDDM7a3ufZOxkav8J
0OUE+DYA+a1r8qiA8RXaNjh9tpu/fgl1qhLXIEAz5Owif5RmVf0Ak1l2BH0aRvj+Fb09Fux+vjkp
AbK/Hquny1S7uSfD0YzyHSrV9ApsTHq+YBj44IV/8+YhI3Wwt1tspk8uK0Zuruj1y1DEZApDbsa+
IYvuT2fJ9RHxUVnsvVjlfPH6gkTnBnTDMzrrcqwexrJW50Wsyg8e0Vuv+a+jnFyLV9hNZ7u8doUn
6KYobtaMBgMdJgDCDHT45/cf02mgI47u9bI4e4LssYHTnDwnapkRLhVuXuv1+jN68vSe9h956+mM
NEF5fye2ib2fdeZ5axO5DvTBDoH1wsXN3L0Zj9n5+7/SOuKr+Xr9jdiHkam5vjrWyaKH1FvKueDN
IYcE7KBltZdkUMl9p2kC0MN+NnUrHt8f84TP88+74AKi4MQFbWitNvz6ZeDwXiqkezKcbIGHXbvL
IUBLeMjlYDwim7mLo0Ff9fkkj+8P/OZnAqiZzTnUBxaM1wOj1pqlUbgSSsloH606R5Y9jMsWjbz8
4NSwngp+u6+/DHVyavDLJU/1wjWCOJwuk8S6E5QgITO69cZCmuV35nLfpAgjK5vQvfev881vFFjP
Gt3sEahxMjjAXBuROw+1VQCSdQD8c+4Iu3l/lLfv5n+Mcgq6aOLZS/QoJX3dcbpwaOrQZoEQ4NZO
+8Fm5s0LWqdsZgQqTmtO0a9vDH4eo2HnxIMTwXgopay+yWr46KDw5ntJchDrasD29vSgYIBUcWPF
bZtcr8QMskjkUTp+gjDrfK8surKc592D36D8fP9Wvj0y+lAPBsX61ry+PtQ6pi4EI+c6o9OUNJV1
9MzU2LtDlZxTyW5Dz0uXvW7H7Mf7Q791a9cSm0+JTQQAxl8PvaQmZCJjZGg7lfcLuZrnqZjiD2a+
t96VX0c5mWZm2WnT7pAkGzX56JTXnG2D8xarXzBc//cu6GTpgGFeSD/hyyvl2J2hpY/2XT98hJ55
a+kA9IWUkvoA+Jn157/sc2VpdhUgAxnOTRmElnDGtQeIAhUPAPgJv+o+eEXevIO/DHiydJh2a7p9
ihyj8fL8R0nkJXqiPH3s9GD/F742ylc+lQBihOy/KXG/XFuD0x4kN8si/XX7h2zH+azVU//BEv/W
BVFNkVTjWOUduf7811E6FDOxyzedOQGxsKYVXQhiAsmE8ZPd+6/Em0MJG+PYin2hVP16qBaWdFKj
8Q8bOsqI3o3qWYJxAnWQ9B/sZN/6nKiXE1LurByg0/cCctTScigA0Go71tasG5RQBt2d9y/o7VEA
CK7mQ5tN7OsL8oPMs+mYov4D+ba3bJ8WVqWHs//eKCez0px1nGMMntDcKmb5eDR2qV0V/6VRyCOh
nIjv2T19DzCkpdPI3Fc1i9x0M0JgK1PpB6/AW3csIAeHHBnOmhyKX9+xbIwWXFpcCydlZxOIuGBu
tz+qzrzxolF0ZdUlc2TtqJyM0gl3GJRGqYq5gEZbO0GGIzDZbfcYcOPgg+/099HWIpDJYRfvMGeM
kylhcZ1syKKVEAZ5UCA5hCFHnC7K0Uuzcrvygy3N77fQxYnEcYkPllzW0wONJVJSNc1E0IEvoJHP
st0MsW9v3n/p3rgosl3X7Sj0xrWA/vpBdf4A2pGyY1gB+4cJLmuslkRhYh9s/CzL/vi98CiVU6eg
mAb26bRYPxYNWwqwdGGVmu4zBa7Zoccz6Y/KMX//3q83hB4RjNTkASgSFXIaOVZbwpqRCmPyGudM
/xWVjdfInSUNcz7LghlkyMr8t7MnZ5aOPJijrfHVFAJrLs5gzhKcBfjJHUVvkYJcyf1mH1ioztHO
+wEkZV6TsthHJgnFu6gboRoi/2rtw58+HhwVvinXJBIi4k7PzjHKwqpvbc4LA9/sXmJ4X2X3MHv2
U1ZWd++PdrrK+kSTexRVYQQS0EXD5/XLwBND6+CS1FMCwkM6gfPw69AkCLNi/hzBPPT21R9+VYwZ
CB9vrG2RXADY6/WYQxenFWTmAEIEHJiLWts2hEHfRmeeDSVZIe9f4ulXBb1ubWnaZBxbnKdPT7pu
AO0gyHREQSfBvLKY3mogHcUHs+zvd3LFoeJr9rmP9GtPVgzDL1uF1CQKjVwiMiRAV77MBbkwsRvV
39xsgPPxpxcGGW39hzWemsRpvhWVYPxFC6b2qtftse5K2Pq68z+4fevnwwP59cviOMdf7xAySDuQ
efBkK9a1mhiWPql2WuRl9j03PQNIv8/m5S4VCxm9cWNOCCfmaPhCxrwOE0Q6N1g//Zt4JEABT/5C
AoucgVKESFj7+wZC0/elKIyUyCXgyMyG1Rdw6EA5rQcyzJ2jJUgT3jgqsvHiFEF0jfA/++F5hb5l
o5vjhKXy8pgsTb8Do6nuhW92d4YImnKzWAnAcrCjdX2hXfLNAFb0yXEeJhp1mWXN16VsXXiiXlo8
uP2gD3aUOmdmzvS3S6Vyn0bskWRGNeDJRfNSo70Hmw/DHrN5Yj0XxI0grOjUN2sOIF1D4rnVhsWy
alRt8mAPKWgAu0SMzG9CnDSMUsedcbKDl0O+Pff3xPdh5wzGuUSvpUor2ozN6sMBO6nScI59OOXE
AwFpN5cCX3S9jDCeiCEE09Yjy/Z04V80vVEUyOslcCIcSRi6+uW66Cq1k+7Qbo2xq5ETtQ1mFE4/
JFSPA35OxyHLtM+iYtnYxNYohO85+S1G1F3NcWErUnRK86uMxulROVRE4IO6+Fs7ExOdQjBrJIn9
4ohRjOjVoQls8DLoTVuxMKLR7Y/IGG3x2NeSsAbDctc7VcaxvE6URtwGGhQcdxFTidxHXoG9BC+4
K59sG4kTZKTGfNSVI78Ag0IKWxkWkJHat6rvuSoJQsm6Mv6Z91Z50fGIhwfDyitIlGhofSz5FZQ+
5Iie33lkfCdDrV+KRSbWbRfzB0O7Fd4NXvYgAoBQdBQnsc5RMJjQhO7pX9EeUxorMfbtAecY+XX1
MYJr2u4aYqqBbFYx2TMFHIKL2CzUSDpYMtY3DZOOe5CFm5rPWFjSmrTNRj5hRAEpJUj+2A1+TCIS
IiErmatwrobui5iFBNuAwIvk6ErV9i7uFyffTsijfhAikt3O9YAtccgTayugsFxpQ+AiIcLM2Tom
/sRPbWd6ktms9jTMMfydpPmkMYzTcrW3bvt0nuMjKX7aBRSrvMZFDJVKC5F6kzlzfebUS1LsETbl
13G1ZOYmq6aOdBjyga77jsG2msBzMo8qP81D5WFi3cIn9OcrVYM9Ke4qjjHUWqY4yqbP9jBZfEe6
BmqgcpK+tkXRzMkdC+Sg9kLoxd1hx6jVneciWvKRrLl+TCSkgx/kJmiUUVzHfWcQHc7tEP12cuNu
CBdcxu4myCRWwKEk/KLRPl45CXkx/laSaYEENi6J+vYUMvTzyu+7G0zgwQre7TSqOieezYSWZ11E
ED+AbRxG2S1jGFQSg54he8IzBuix0V76nZI7D1e7QdaJAyE2zZqA+DdQpHuHb3UItYlPmXwYv74F
r+U4+2TKl9s4wMYfRt5Ixq87zRy17Cb2nouo7eytAegoCeHv2ta+SHr0LZDD4CLV8ZwSO2PikAh9
Ez/SLumyBR+T4aJ3s4PZ3slUxaSuY/C+SeFiLBsfNABYY1PcIC/TaTiYjTGHlQWQbNOiL7pMrCUF
cqZ1diZFDDXJJ9jnOUYpqkMku4sPf4JEcfYzcY5zvVTAOGQLN0yrDKhEXfrj13ERmTw4yqLJYlRd
/N3rQBaHRRWbtFsTdA6o0VPF72tlyZPXGsBTbGBoBo4Xy0j3M8FFBw2yKdmaKRRvEjZgMiBxNpse
x14zX8z9Mpa4LehSbYjczkYQCx05k3VsFwKVc+9PmHO8SckzqS3tXbG2U6PlHSiscxNXdrY3i1Re
ZnM6B2SsGwOhgIGcdOg4k3haDZdo5+10WsiljJSHNWacf5qIJZIz1MsggPD9epeEDLFkjW5NdBeW
QOtWNDWJDla7dNjc0Yz+HKwsuGbrBOInSQf3K9ZdBP42xm+aXgRgq6NTAyLeYppjHqmUY73gMwZG
4xRu/TUvSo+L0nMFEG2OiWCdpNUjAe0B8fjpQq5Pz9LxCQq0YIGoliEg3icnMM2NoENt+ybyLyP6
Ns9GVkkMPBaQOKywPWavGA9XfbCqGcgOTivvBy9ZH4NGa0xrZy0WV1Db89huCY/tnE3VO7k6JGNr
f0pIUXP3SWMU5hY/0/RcVYo5yIcOkmDCkYRrOE6ZqLCMJ03OdSEhZNAgCuatKTpNu9FR7Ec73oZv
Nn+jQF8Q5StXa8JglrSd8dVsHfubzlOqwBhx7C+KIDfErH2XZQeLBvOxc2WLFb6Z1jeqIAt0Y9Yi
uLRcFech5P/opTEcKCPS1ZXcBK2DJ7fxkAvuMwodYlN46XDjWzmALaLwqGVQueuqnTM7pKGBeZr8
bZnEE5Hfxpx9BloD8qst7CxjVdbNsHcdjY8uYrK+9kQyfI6WLMUJQjDbN0cu2SW8BMw7EIR4P/oy
Ll6Mgblxi8U7CT6RoAG3yE8NgkysuSOGZih6bCl2t+agVWbC+jYaDQ8QrS+IROLFpHGo5qggnrdU
TXmYqyWt9gM320XqOXOJmsApE8tITmxFSw/9h+tPtn1BHo0km6Uscf6UNilB54k5k0kMiQAYHp9Y
mm7zacVlLhnz7BYYARp2SFk2BtXMqq6TMcoErHTDCNhCpDH2awRfRITMWHqrds0Ik9h2hi8iYqY/
G+sMRfrcacCd0TAra7c4ossANS407Dew5+p5Bxpdl/jTc7v5tDTukg07Gyyd+ksi+66e+8nwIsqP
wDzyg6M93A+fJw453fKNI5OgrYomxVHlJ/jhWkT70e3bCMTZ1Oqa47xhtZRcMpG70IS4cdWArXNp
gEdWWGm6PAQlOqbPaZ6I7IsEbr6mPQ8F86RkTyI3kNy02kyyrZDXFt4873NySqIQxE43bNK46Oub
SOSAlvg1vHWGV7j9Oid/Ybru451sWlidYKQQSE8FVajVElAJMHYAxzoVRzkmhQl7UIGUae+4CzmO
NBryfUJ/k6RBCJduyPcrrvAFC9bUkecJ4IEVYVvW7IOugFipYI8avf3q8HcbYBBq42A3/agPeET7
KsQF1LMrGNzMB/026U85ml4PRmVmfBktFsm9E0urCvMFNP6O9LUWQmij3KmlnQTeoLILRbCPLtS8
LQwfz0++qPjcxGJY4k+pp+Vz25IpFbJkgHXMKwMUSF1JTMlIARcoVz2L3xKM2PWzoWhtVPAUR7d6
mf37KQc0uuUOuvU2wagd7eNpdRzbIvIHqIMkKO58MQZ3cTM316L2lHthpMZ4gWjGA6oJBvbrnNn2
V6XKKnmANpI1OPsWdZNMHRNW26T9eTtrPUBwwfu0M4ilY8dIr+urzCfwSIJyRbxvLasiHm/wnXJv
khd0W5IA+dPKilnCye8ILhpJN2bnbAuCEh0lpztwnOVfTIjigXAsFO6uIJfrgFlLyQ2iC1Kd4gVC
YFn2yc9VZOEcikwMz/jDKmK5Ep/qZgRD4jirvo52yODyn0HFsr+hToNYu8368XZyMsA2bmVFL0p4
K6Si9ti5N1ChX4C0WHpXJU17aY4goLcDoGnN4Y1IobCKrPa8LBN2hWNny3qfsyDsjYxyUWhbCkcZ
SIHa2WWceKBfpdn4pVrcpwiL8dbM4++utttdhxbe3Dhe3wUh3ouffVNj4MG7dl7iLryx5JTeIPh/
Js8iDak1qSsSdriAtCPdEc9OVHW3CZ/6Q62n9GeUumIgwRDnqy8HiExF0mLJLX1Qj6yE3WGm/L+n
p2LsVRbjarSbpfhryMfmSWEpmTgHYTrs2Rxt3GEFozWTZR/GsSlDxXwQEnhB1mXiiXktc3kmSWzs
gCFTeQiKVXRXaN/EE6Qa69KPjLMF8Eio58l6cMx4IjurrbdtD23JT2SzF3MQPAb0Hy8CtghbqBAT
VllTGw91WhpfC0B797om9ygVrfPQCj1+Gv1CKBhj6beSlBXOoAshD5tJcXhdH1sb1ou/nCds7w9o
9sna4y16iv1O34MKXraRWMZrhxyybdm07KkMEgLwWT0sE3jPoS7Qq/TLpRi9catbvuxNsgBLHE2S
Xtj5rHEvynkCzpQerapQXxYWkB0OAmARML/BVk7+lWdQKeHdFDAwjIjLAip830mWQ8KJnXM9p/1Z
QgF7M/XmJUHxF7J0Dr2c5w0SVUx2cAtYCan0BRjDNxkQ4w3CBfFkcsKGCDThUqsm8XVBmU4BMFeP
YDeIyPBiU94syTJCzfYvpjkqP8+GR7wekaEhyRvtReQE5/BrrJ/z2DVwd9IvQeEk17ZpgIBxiMmt
UwgjU+4aT4lpN5czxsYH33X6u9noZ29PKGLOgVUL8+jkM9wQXkV7Ge29ncmvcM47WCbmGV2m6qkd
qOoueal2gqybDVgz3BNJkuL6C8zga9oomeCTi8gJ7QJv4xStf1xiFYezrtIz9HreRd4Vy0/fNyB9
NpCidCbSMOAUvWjzm1d7xl2Ow+wo4t64UGmSHmH2OtUmMVKFWyu+rXq3u3VyK31IU68DDwJHJZkm
44yyxHQEEc1cNs4vA0KNPesPKCrlDV8oRxEKP2AJj/wu+xFl8XJe0XW8xI/2HasoRhDflhvyNhwo
UHOK17FMvxtxUT2g+hXnJYlpuyai4LCZicjVo2/mCGSbERdlRVRo5Bik9gJXUHvFmR7fEq5FlFif
lqANLpwR1evW8cAqLEvJC1xmWuwSD05FTV/23CxLKOmedT7mOjpzvCq7GDIXG7tt3C6+NW3Kzqkv
XPxxvI/LVD15SS2vpSfumDDkS6EAjmdebN/CC/rZO93TwDV85/SBQ75w8+obkMIEwJSvvJ2bqe5e
kE93DpOqPdqmvs3LAfhCyaQKBxsrPt4I+xY1Brsup9dfSSAgbWPhADwNUQo2DRhvzLpkW8m2qBFC
QxiOq4i3vIi+WPacgbI1KZNhzu/qcStED0CAfI3lCH6EJTudsp4Negop89CaHQZDtm+klZWVF3IW
te7GuDKhpqS22wKdpKgQDtGAGcxpcsOAdtd0d5MG0s8RLBcXHgRn0GLasb/UbkFCqhF74i8E2cU+
caDe7jOngiO2DJ66nuKgxIVDoYKE5ibWcdjwtNS2Zooot3be9JAJdO3/sJhi4QPEnnsgvUXkh3yc
SKLFwsx2K+oyYmoIMgdMQ0rbagNOKPYkgVEEm5R3CP6moU1n7xQJdWJcfFgwi7xVK4DaHqyzDO/o
AN6Tmwe9ZzJYiZORRN/MTMjM9Opc3hpRCucJTp90gY7Y81dDiTkhvscjDTA3YvupMmIi3WhNeJBE
lQBnDr5HX2FClLBvrCJ4biuj+8vr+/42HwtN3qUB8DwcmbV/lAZZ0yFrW2Hv+xYzJ1v/qo23vpKi
26Ve5Xwua4OpDUllmoXagCC+Sdla1lcDVZR5m/XACfcjJ6Ig7Oa8UTvVed19OVYgDwPkGHLD6tvz
KtC2g581K4dGZCttjFg9dqw47V3qYbqE1+ESw+t+6mcnuuo7C6dJSc8p2kyp0teBW1vE3TbxQL3J
a+rPsp8pG5dLFz05bjax3rZzGocOW7GfQ5sRCYPBq/5OvF1TnE24dpB560jIKwNfHcGAsveXbVlF
FWJiJ2OhEeXMlnJg549zMmqar/Xocw0w47KbAJZAgqsOQuxGxJBUNz4BRPNWTDVhCfCW/auxzEG/
NmPQkhUZgXZQXjuD1Jo4iofSSQ2TDIQlhmBsA3UH10ijYm5xqu0xcjJFpnDqSCei3oh1GwBqey5I
yisOldkZxzlyv9puIZIdKX8wDjRV2B45cj7DzpyhTRzZbff9LmfefvSAUrzEWLkZwGvKOz9Nu+RS
sKnDNrQ2aij55P5zTWdy3MWyN3kF4yS6q6IV+0j0x7JQ80OsszNSO1oIZi7jz/kYUcjmBYTWSYXJ
S3YIvap6Q9QGblodkzq8gkZbvk4x29kePMZ4tVTtGiw5dtSPahhLzSY1S5SUgvqRv+1q0+fwWMhB
PFTEMsQ/FfjhfjfkhejOLGpuV+Uc18O9uVROfTAqPikOIw1i2F3pcDP2PoxP8KRlBV89cE0WENMe
XTckNNbDx1oGqb+1IwD2kjPLs6J/QwrBApgBj6kqzXBGHXLdZBjJrAkX9rZJ/z9357EjOXZu61c5
0JwNejPQGdCEj4yM9FUTIk0lveeme/r7Mbp11GpAA93RvQcQGlC5jIxk7P2btb4Vzxd1mjkAhSmT
DwKnsGyCUDf6OxFjgfRjLZd4IuNCeRoEuMltL+ZB91H04Qgm5dliDhiFMfEJLR3ZoSkVfvB+E491
D2UATjS3T19P+nPPAii7AtYpm3OKrsfUvVjN84XyLWcJbGtj+N3MOc0P7lQs+yGsJxMGXi3ydZ4t
5me7z6U8KDnrGNeaFrnhdFPpfSVymcK4ySfNbRx1bPw+EvoYOOaYh+dmNizFZSpqoLYJTQciZZ11
aNdR0qsIs+puFA0lwNKvPEZBGpnVc46CPzAWG9c+vM/7OVNa5SzPJVHSztDDtVmKVsiMxrVMbE20
13SiY8P7FGpRYe2nwSlrNBVUCq8z08HBFyPV4Qb8hcBhGeIZkl+mVIoNYzNN7AOOzmyl04E55tDf
d4QgzwFHvjo8Gp1NXxUI7MX8JIsiSc1tlYRt85Tmhl7w5EjjeA1nTY6+20oupAPU4a4+2JOBtI+D
pWkfR2dQEabBxXc+qlirzRi6YaqJwlNIpTa2EOvCct9R5To5B5C5pl0bRQLslZEfNmanjgcF6H3B
EklxJyzFlez1SwXE3SvYV3/3nT59EArjDB7tGBkGvjx3EL8OQ51P+Z7pTO885/gHUZBmhbQA2IUK
akKKoheUmJST3tWZz86UadNlgVPsPCS5yuxHSZKBikjo8RyxGtY1+oDZMTIjmGikizfG5znpa7He
SXDgFNCOs5tKC6hTs0BUVW/ZVmrLVjGUFnSqyrAIzFgj0UIaIwEN9JZwYqjzSpZNON07OA34+4y0
2dbk0syBbLWSdRjDUIIygie5Dh2fEjAqXopmGsXWaqaBalviKpceRjXBk016WyVNz+iOAVb6clr0
heS1s1ON0O+NCgR8SqIJkDMniY4mTX7iRmIghF1jUZCw3x/aNOduc4h6lnKAYQ8sp0IVXllmQDEz
VYICXEc0tX3IQvS0MAA6CF+Xuq+s5r1U2HU9zrncFAbX3STV9e9b4dU1+E+xM37Xv9hf//x///t/
Z9Qna/k/rT399/79v36Ry97Pd+/Fr7//bd++Z7gSb7+y//r7325//HeTom7/ZqqoGFaHLCpM8ij/
YVLU7N+gVpgrpBo3DTFw//QoWr+xXF/1ZH/8JuqHPzy1qvMbS37DZMm5SovYqP4nHkVT/stCWMUo
YahYhVZHG0Iv5y8LYYthUB7ij+dQlpLFa9vO3EUlSU7eUtK3hUm+C6uQVj2yGib4NSOweGfQu8TP
TOW45eQpNuKrpTRF9sTqmXuYHJiWuS/vCtE2lEZQ7rsOI2DRy066sbjEoq08dlO0AUsQmwfEsIV1
MJdOi00M663W/BRNoc8PYVUz54KKCjU9LTNJf9HnvIPnWmJZYWZvFoq9jVk+/SCPhFRp2IDyQt0m
cTWEt/Nd3M769nbuR+16B3BhcB+I9WqwW0CpDM0aKOHO7faI6vUmiW+3SjgtC+Sj220DBJObx1kv
odQ0tSYwNQBm20Geey6qYcCNdTaEpWdX6mtuMwISudnmBvokWBNI3Fx6mPzG8WDcbsPidjNClzBS
CF7rjTnebk9nnpWn5HanDrf7Vc0ycSf9fuuKNaFLu93G7Xoxd/n8nGdGxVplvbLtemJ4sjZ58OYy
bY2fWe93e73q9fXSzzs9JW35VgvAgaAuCG81QnOrF7gyB0YVgHHiTXerKSKsCxQYyq3aiGJ9kQJq
2+ZZb5ScQNO1HhlupUl2K1PqW8mS38qX/lbKaLeyBiZrOAXNrdwJb6XP0ECrcq21IoKGRASKcSuU
plvRBG2ZAipzCr60XkZQPfOulRtviro63Rtr7dWSdbR49a0kiwCdLACUb6Wa1IUP8a2AQyVMMWev
dV2YkRIbAMCl3OsqrY9PDRXPQ3wrCK21NpzsGWzCzGgVzh8Irl3qOBSSbTFBb9Az9kvgN9disxH2
j0iWpZ12K0XDW1lK2gwlKi0RpYV6K13nYcKJU2Y2FSeZoeOGNRG+tdKaImVv3wpgLawJ5YKhssK1
bkXyuNbLM6EMZ+1WRDu3glq7FddMuYHGlGPHxkQt4vwCn3ndGK1VueBMF75yK9YRgq0yIaNo+u10
K+gjfS3uu1uhD9yCoh+VUFvs67UXYGlEW6CtHYKdCIYRxq1xKNYewry1Ewz46+clNmgywlvDkQ/9
eAeXAkpVreQA4bu1O6HJoFFhgk3TIsVrA1MTwBjSNa+6sOLW5GR0cu+OEmGrCG9tUHVribK1O5K5
y9JgvDVN+e8N1K2ZSm+N1SjGbmDvuzZcxe/N19qHObeWTCPGhEXPrVUTt7aN5Q4tnFi7uVBln0Yo
gEGb0kx6f18Chv7I1h6QZpR2UJaH8dzwKDCGGjMaRhLMaR4J71Bfs1tLGWVre9lZ9fwD3jtNZySt
Degcm+Y9HB3a0pGwcFbXi8PiW761rlme0sayLqelLW/trXlrdQlyou2lJqMFTm/tsKPXtMbT2iUn
YkS9BSeUYkO6NdKaExFBY6jxmsOl4/Dcsd6c2JNxln/qt568ufXnCWlrKCJufXtVd8A25ls/D+Qg
u8tvXX6OTDTcJBKaj4hZ5geRaEwEmnU4YN3mBPYi1ON8mx4s6yBBDy1mCsNtvgCQpqh8DUF15bGH
xNFeruMIIk9MPyEf8AEuAtOKSMP4vaWTY4phoIthCbEON0SYsjub0a0MHsYl5h8GSbcxnBPGIsZt
QlLepiXqbXKi36Yoea/zzGksE/aqvWh0Igsp72l8KbmpErVwTSWERqcl8TPr0DX4hpCzRU3vEK8P
J35cEVkY8jUzovESr4zHrGZ7kEfZw2TqxxxU731mlw+53iWXuUAjbhMn1saPIWobbgT12M/1fTiS
UZZ0ku6BkrzX5jWXtjmYRJFhC2UXVnic/9WuoGqm3TYVf6yb5kodd9BbeR9HhAc6HRRIV+teuOMy
XkAIvdBOn7N5fKkjeJ8yL8IEx5O1QnxF8rRVCvUF0+8+TMABdfjMxyg0L0pIaKtjfLCNeqIBMT20
2PxEQrXeDSYcy0LJzsuqcAehs0VnRMBA9tyRtO1JhFs1aqf/qpVpM9Opn3sMFIdJ6/rFFwhE3sAg
wsoEKe71QxftzTF+ApL+oaAojRhw2rCqwxQtEwMmnnc3FKLZxa12x6gOsiIb8ULWUfkQd0LPxC41
Ui/qPNgbDah4yPIxiwK6pcgP1cm+OqWp7pYlM7lXYgn5hPxuscxEtViR1thVzSZK8mM4Voeerayn
QbDWO3Lvk+Ka99lJGuaeLGIwOV+iNc6ZVKTHJSqmq1Vyo5gNNFX+IWRO0x00dPFUDMzOFOB5O31O
n0dgxGd+7DBoaTBPYdYhluUs2tpof2gRKZQzWb/G9MnbwTBnYwu0eKuSILGT9Oy5KXJyVyxuXhZ7
jJhTcVT1kCl94ewaPTuD7tMfOzYHrAsK5aoI1aaV0K5T2zhuYY/lT0NlWmQXjX0fSlwniwmNuey5
qpF33vU2sHuPsDOt8w3WO4/DWJffhjVXJ92ulG02xDOxe7J57qWpusht96WmZD41UulXM+0JuYkw
s/jodWC0ISJ0lXLp1FSFLqrrxQ4iefVo1mPuZuTZuEUHrJgZXnKfRtMQ8aGCg1w1seXXcZFxu/Z1
hABgvM9qEF5aHD+1U/wq1710VShVPUxdbQDG/TUUw+DmY/SZ5/1PxuiUNKvM9lGK5OrJlAwNJFSm
fVlK+JzKxfKcI9508XpTvyyM7GZocaOeDIFCsoHGrtEjJinbRbX2Ex8YOEWhfwkJRLiFpINClgCN
SHq0UO8If4AjZ8xs9OCrEyeJiXPqZ16/Rc2aVKesGY079o9s4wBAd2gmXGRcTrq1WO3te93ZS5lJ
3Ah3V0U0x36WkIeREpK6KAg3tmLl98KM1C/o4Q/huLzNavydCGm4StI4P6lMjH9GfYMEZR8bKYNs
ckiIhjDNsla3TaV35Z5AZpw7AQeqijW+i0sClOW5lu9VRR2ys8qoy2a42GeT8d2gb5oYu2UJgYNj
2PT8jITedQ9tD2DkoBbtOAAriwcn/w5pjBEXZqDYeqZXlbrU/lTJaVneNS143GKTj9aAHCPL2At+
DjatIqRffM9TgZgp0srsjkWS0JhON9B7D7TrAq9trhaI4Vwb9GJ2BeDVN48oVKTph1EUkbWucamj
tIM5L7hbtnERo2V7agtJUdEamYU8ZacIAXVZ3tsqyuTufsjICkjfoeRGDfi8cAi/SYK2CANC2cRL
6tCF/dRxXIL/JiWQAaKpMPUbdHPaCq02H1JnnMGTtcRwmTWaoc6F+WbLsFZTSSP5yK7fNE2t5aBU
Y0V+rZNYl/5Icv6PutrL/2dUnRU88e9pUNvko33P+/f2zz3r+lf+kZAMVwdpNw0rJSD653/2rJLx
Gyr5VSBvYGClQlzxOf8g65i/ISLEK078lSbLBHL/T9eq8Vvc7aYsKzScuGKU/6RrVfhb/yL2NRCf
o8uWby21ofP8/6VtDZnQMk0iP1dx4/2yr59AHb+RVOX0Hujn2jeDr+xQHGJvOUFha9xqO26zHVGR
x/mXcRq++n19D0P3Kd9Ll/wr/VJ8Y5c/LXFgfY4vfeg2710AAnI/e03g7FSv3kc7PXCOy374ikfX
Yi/oRYfcb65UBO/xvf6d7KqzcVLfEdKJfEfEofrSPvWn7kAYV+Bcej/fMAf08n32ol7r0xiE13Sv
baoHuKhBfj8HzRWQeiV8+6kIkp0eeZC3L9V1fCbIjt/prsvJ3k4n8dLvmwfpon2qB4akm3Hbn8wt
n+dNsw19cjsCUqE3ZNV+M/w88CrvtKO1C1+KB/Q1zqf9LUG2tv148KKdYJKZu43JjM23D0Rx8UV7
t704G2MnP0fThRAZ5/5DnJMDiYiH6C6+nw/OZX7hLTzxPXxTCm7CPefqwfTkwDiWF1QKLrqAx/BJ
3VdbXqDXeU+FZwVMek/o0k6xP3jyJr6zn8JDucmCytN9OKzb8VcZblokIW9kVx2UjbORAoIZzuEV
xborHcOf1i7b6o9L7k9XtnY9cMAN4zXWuL1HJZpxBvDn4zOZm9FHTl4gYMSjsScb0ys305E1Zj2d
SHUhCO1HT6gaU2rEo67xtpyKXXKtj802o3vaNzvDJ2qb76t3c96WdB/vrU2xq7bRkY3nU/dTuivO
9j1f4dXZoIqWg3iPBsDmbc+2ydb0rQdt13Ru+sVSWHrNjsOFGuN7PpOMO7wiOnGnV+1IwseFgFwl
3i4DQWY7hxfKAn0n3yUbJZD9eis8ZSPe7cN86EuP7XhQHJWL9MjzOcBlLS9JsbM2ilud+fs+sRtu
tGGNXLgykW9uss39+gf0SLe5DvcJENTeXcnDcA890592sXBb2VeepnBDSpBUbGAZ1qdhQxZd4RYf
hj/5zTb2e/ix5/vCc3Wvekg3i5tvrF3+temfKJnMF5XgnPQMft4+/KwC0qcQA3kA2gI1gAxDyty2
+Vmcl2O56S9VxLzeJYaWzxuPkexN+8lydeViogrOylNGj++2YqOYb8IiLLD/llRSkZzvPDyigzcN
b9J2k3bu3fvPbmN50xTkR921PKRRfi972vNwnR+N53X+v+Z9H/k1iu589lhEd5/Cj93pOQ9oQADC
BcvkzaqH7EHOT0Xjl4NAn+CWME2pR5wDiq1+3smfE1PphGdXDsIt0ZXze3NYXktkcM6BVABfYfN4
CD9hod8jBYzLwASbNB2afRlk1nt+SC7GU/MNcIgN/GN4Z3Eu9Zv5UJ5QQGw0+Zfx3ARq53cX8Vgz
IPAUbdNdhjP7ksxdzqy6N4qHfM5HlJRxHG0q0LAWcZMA6/UVVu1TmALwdrV4H+UeGU9GdjaXJ71G
1bjVntoDH2HXfJbJIRfuUF2HAeQ15VpOCeym5+pe/7IJPwwInOw8YmUSxMI0U2cQ94/S3tw66qak
Mt5O35JPu9wEr1XlOewo3OwqBXyo9/BODYLetXfeX/mta31VfzV9hIXFr7p9lQIQqdm2ZqOC4m3Z
6Wag2meNPc0H6WuJCRoY133otkdKn+7H5E1uEYwPjWf70cq5PGrKzlkCxug8ET1vH4MA5XUuEPtX
P+mOEPkgTsrDT+aUG4QZj4JIs/geeUM/HNQgewE9o/zQj0jdSgr4ffEqXkEhI2x27V09siR1x618
blGC/7RMwr3c7iWLN6b50mcbR35FlF6RU+MS9SxTrRCFQzrem3B8WAWV6WUsHN55r+dHODb2bnwc
H60XnikPhux01z+AyezYCTKhO/TXzH+04PZ7yElLr7I38/gV26fIuUaSP752r/KVoJVhw7AKARCq
sa2QvJ0m/PJZurcfut2Xg2+VWsjP3a4mJ/HdOsuS8MRbc0H56ZLBEo5nJXooN9pFRPRWbvnTEs+i
QCPeWFvVZAU80HN9YhLbrmkBrrVP/Nzr/eRhDObADGfPOsP850F+4t95Q+Z0jRl5kGzJh0PxpfjA
sqk+q87Z/MCF5SZ+GlCOcgNzbhCc55Xmq4YoQts2TN+UJqhmlwmrfR4LqNXCY7BnDb70wtCr+OEA
uegZZ52TN7l8Uy5t/1OJ9lbviejUfWsQepv602ifnYuB7ONQOCdd3vqk87p8qKj9J+95CILxs+gC
E/I8n0R3Is7lNVq+yD4iRr6uCX7moAzq84BkYJt5PPYT/c024zeuYtNje5oHVtNJIt9zY5Wu+Ykx
CSkYXHF9A/D5VWJzd8Yjkz2iZmDNQ8JJuZVGNz2I/ejXXvNhP9h3dAyJ35/Bs3ak/3zwn/5Mzucp
vBhe4TcfiKX3fCl+qAQqBvnJRgjTctTXe5PbRf8Z78UHUTTjUXxo9+NOPxrQbwd3on6/r042G/W3
0bgHBeALH/ybq6BkVjYW0wLioHRX3rXw6GIeNGT/8Y5nlRQqqKrWuDPsgFi2pt6nyQEGlKh2vfE6
Mpb/EvsQy9HiWVJQFodQ9VGcV9b2ELOkBfDqDmeS8tbx9C7x3+1dPLlKtTHtzWgewv5erg7IqYl9
+5IBlev/F2ukp6rgf38Fr/7Lpmn7q1q3L91f/9D/i5BLlb3Lv6/HSc/6ekc49edyXFn/yu/1uOb8
poKso69xoIWBAmQd9DvnEmKrw04H1zxl91pxUwf/oxoHjrlWyY5lM1TDyPgvOyR+ASueSp+NZc74
j3ZI6s2z+ifnncoAHY4ZX599AVSqv2KHhilx+k4VxBOyC94ZEPxP6QImnTU1mOkdC5m898ZI5lnv
kIZuJKvwUd3NLYNbvT9GizXuO0V7gX2BTi+xp6va9D9ElfgaUIq7ckjmZ6mwtCdVamHZA2Mdt7VG
2CROh+VE4AJxRl3d30Oxas6dUZjdQRtJiwvyiQFIoEpm0W4ckrC0g5WQ4ARYRyuQq8uwkYisZpRy
Zq4ieuHZJBoQa2WTcfQrN1YRHLo4HTSbBvoxcZ0otrm2ZDbOAcmfKod7nxIfY8M4j8gZwnzb5Th4
ShbCo24dx2YgH6C2YjtY6plTqkiZA2ihgeRCbknN8asoYkbRjuPerkoVLRCGD1fplxISIiNfBjla
IoISxnu/avvHxbzDRRCrnsxYSd2WgnnmQyiR2kv2mGxX1ygktKPrJ504pyVR5AY7DDN1mAdWEu1b
rXaetE6E8siy3ex01F2soo9GBgVXUqTiR1NMk3XKm5pRQjPhNo4wIl3wXGXEbgErsuVCSc+6k07i
Lndq/l10SxQgRukY75qIWr4HrKz5k2yiiGCrd5syLArJVNGGHj9MnVUiVtSbbhrCNYQys8lrbtUp
fFbaKDb2dWqHRDvBxjalg5Nhv61ZMjo5MnyofZ8RUc34OarUsI4y6limOzxEvZe2Zj7hYhMExim2
stZhfFGWSDb8u43RpWJTlz0U9Tw3l+J9EYOSeq0SMr0ycJhrvwjOWxiEguL2lnHGqTAmBuv5MSOU
hoxsAwI+e6fPXk3BOxI9wlWOdlX+geYuiYICxYn8qLb5HG2RvYQvvT0QkKgjp+WSQYrrGknGnVel
cfYootHoQWLPue6CN0IxIaOsqzxw2jbfW10JyPUTV4AkhHUx9Don2RfL66WLLCxW6DK4dRVEpg2X
cpHsw9HWvy2yBkxXnUP7iCkfPw9AoXDw9KrOGAFKunVCqKDicWkshwRm5PZunI3LA+5DiWhpxkI1
XHfdOWcyoHZiX3NSjluNlFuVNFsqTnKGnlqjjRsvGTPxYSd1z2S91a2v2OqE4+bWJL9Bo5yftbpS
Q5JK5qpEf59SAxI2RraH3lRFdlJL9MVnMceaswWCK8UuhuSyPEZt1hHoI1XNLwE4LwwGvUhjLEYQ
cFg/RH25A4mnEB8aAXSx7fyooAZRNlItiCqqVJ2UoSmbB/kU2XI/+iHE9PUNMetqs6AKVwMdJi7V
06Bhoy9NdIkkG7CpztTiRSJPtg4Wa+BpW1g/Psmr/NxEun9nElGReQzak01Slrhl0oSZfWDGcdt4
uiEL67rU1pRjndLqF6uNul/CIWliw4htekvaInuwcdMgXp7WchZiL37UapiwQvEPES9kWdMFNWS5
G9Cywo6ZSfIJVIEtrN0aoW4TBxROXbbR1BMDMrYrYhU49tzG2Ano9wZLj37nIfxHM6//nUqOFfnx
729iN/mVV20run+9jNe/9MddrP6GgBg6iAbzjjvUxsj/+12sar8pFiZ0AK+rLAOS7v/cxQbjL0uF
dSsj9NBYpXNN/6HnMGCkm1yfFjcopAsdVshNX/NXvc0///9/lYLgIzK3u7//zbJXTtOf7mIZnRys
PBuMNbCElZf6r9iCYdII7gtVw4cSGJFpFicVvTT5QOWG5f7wi5lz9hOpmIg3id1jfQ3V9LupZdIc
B2PG3e2Q6c1F1ZMK40atNr8nBHPBdY2d5D00VvV6Y6nsONSUa5kbXyXUALeg9rgIWTLYwjES5mOD
xUCpMHj3PZTYIJYcsk3Ra6UdWx4VgUe/CJzkdcRQvlgmLA4YR6w6aGqVHQZknlRB19wDTxEE9TZ3
8B1KEg3YFGPAaEiXNAUKbOTrb7DHsqek00R4TTr+lFsP9eoPkoV2lMy0JBZuSoTGZK0lrcIYRH1R
RzQxeG8b84esV+srUBXtSWqVkTdBGFa81cWCy1Jjw92xmyKTj3XrlGwxyJosojosjk5hZvm2UCbc
4YZAz+qiLdZOi6ySyGBWq2igKuLiDcXCRHj4VFgfqKzrR5IpTN3lCexVAmCm5NPhirzC3iOKVFP6
/LXqUhIl9C5sKzbDcvdoLZ3zbUaKcWe0bOh8oVk6dPtSboej0bWkWodY5ImAbtPRZr4y1xWiOIst
7BCyuPWmhbPJS7V+nPbs4uVz4RDpyGJRVpuLEUrl64CBwPZ60bC5l/NqrthvN/kRqUH1PuS9euiL
oafHURuENVkXa9/459PoRxVqzeRrkdLf13rmDPt6fdXegnYlZEbR2XiXs7xACN8WiewS5J69zmE/
hkGWNSWNB+EjVtD1qrGTssHsvYhbHc2aWa4RJx1xUmC2K/UFi2pM/IxwisjFH0yJ0U1yLwVsWno4
AlHkwEV0csUhY8Uabzrw4jlDXBPSsBWEsLeIsE13si2ycSfexUukxNrPJcMGHaB61644XNjqw+kp
71B1hNAYjfZNCOpnT3Azpy5xxzaGFdB0rFyngudpUdA6ezgQC2kD02y6m4llnfE65NMazpQP+wwn
AbaAHF3TzlargoFll6Kkn5YM3wnkeKKFOBDyLOitMvxRFy0qkZbAta1YZax7gL0ttjyk30+qPOsn
w6GSZn5XVz9MtPdvSIXzt2QZze0w6mgc46hT3lsyCSJvjb27l6FukDMuizLfOH0ocvypRsWM0QCd
jECqjd8StjYm+UgO5Yg2Nm3vhbYxMCyscS1uSmk0Tp0D389fljp7lqNCqlnksuT14lRtjpJSoT+l
mHQMNPlN/zBahQm/O8NJ5eEhxFqVtH35HhIPb3mNlGYPhKMZ5OpWU5kHUqMZX0tYl/fY9bBsT4mt
HBypwfFpSiFJ7zC0qsFTBru3A21dWW+QwBMjyDYfTbKZ4XGkult+SuqcI81AIMt4RcbovEFjn1fA
iczMRAozjm9Q2ebvgpqXd8Qq+itCZZKySk1bs8ViKd9lcXlCCWJcB5yNV9NRO4Y3sULhg6BFqz2c
Te2TWpbkn0wyMaccJdP0koOrEB7SKgGUwL5lLw8sGr2lWJaPpJ3lNWYCOEilc8G7+M/6cwR+kh+F
QK+FKF6Pr+QCaw/RpNbNnvpGkNktTOK/ExXZk6gq2vZ0QK2BzwshhUJ263dC9sExDSObUM+Yiny7
0JpNHl853nE/pF2AB5GIsyLuyh9GJ6SnmIvn26wMkwCbxQKL0TVdQa7F1OWPXV+szwYoqxZ3bcrB
RJjkzCAEz0JB8SrR+Sj1BLY5FrX9GFaiuUPMGrNRRFKIYUcfebbtDCAAroG2+URfnIGVkHhQ3Glo
9A9dnvJfwJTsYdvRVvGE4MV9QaIzCtzOOWcLbkJEfq1ts/F3qhoiSY2OmYjQDKGkl5SqdSTGDH9n
EQ12stXLskoCMAvtr06vO9Mbwqr6pvrmfnA6mXrWpEOZXTmdhwGkAV5bRINmjg4ohtQXDMRfHRCf
YEIzgfi3LJ0VgcUZGxLpZmbWi8AOZ84f2+i4CHj7iyPuSIm0VjitBBeaeUoObTjTDoZalx0dYZIb
K0WoXMgxwonMWJNGDWdnqX7boaw+ZwDhnzNJgHuIFaf95KRcjX1Ly/eKDiK7m0PI8X5k5nxqWGrj
haMxljc5PXTKolRC9YLbnUenQjIxUo+W4E4K3r2eUy7Entvky/RJ5c/J3+GRfkojlE8MaUpn1bPI
1aYbWmj0uZVZfEugfpqgbtGtkPbIc3GQFJMM8QLp0A8weVnpq5WqsG9NENAFnW3pQDvUeSITjvT6
bagZUhIsdt1aWPhGTKRm7+h3SO5qfYOCfjqTm4zDN7QTcoJK/JS8Vin6NWH8omlU2+QDC77x0oH3
ihBF8Un3s1KSmePhFTyV2qBqfpzgm0NOz3yBfkR0F3N1zG+kqesWN8WwPD4oubM8jaUgZzqi7dRp
73gD/Ho0uaTLqVRPNeJp9dLNEjFjurLyErVY/VWjrKe5q/LxaW5mEknLeNS+RUfRscYizl9lMmic
MU2bXqIlImIPNeO0ABLBvuyG+hgS3STKMQa/WAhCX3h072qN/byfcnYyXRzz/t4cougHpeSy62LC
vLwoavEUNapCYoy2CKKpJjNuf7Bmzdu9kdfGq5NYzSGZ1epL7lQEEspC3OG2ELzGg2jL9mTW6G43
sSrkbpfCqsc4piTOuCbHDsSO20qM5b9M7KusauIEwAK7aGuBlNjEDp9O6Ba8Mq+plepey6R58ATr
XstDQ8ZoImYeintttCnCKB9TYlK7GA3fwHgE16lcmZzo+RyG7GqoKqAbpuUQxLiDP3NoRNzX2Mxb
4Cg4BcjFqLUXK0yFep9lCIZxsRrt6C1Nlb+V1YisbZJl/kv8KZNb1UyS1qMwGJZLqyG39Ga0Hdlm
quiv97asxexmpqh/UIShAgDA2HGkOSo0ryva5F6odfRMGVrHvjb1TFJmhAuZqy+otbykAvDl2VD8
fyVt4hztLE++EGDzkzQHBGaHgfQQsU0mnv6d2pStHeRanCPpoCODKUDJct8reC/9qe37JzVx7Hur
hTx00iJiyshmjNTOo5YduYW0nuoA/xz6Qj2SaNfMch6JRq015R6xLxlEsW327BXDORUuD7v2VFi1
+AxlmQWatMgw/Ijkm65ayw4+0JQuoiwtiyVi4YMx9k4UisLPoR9CYyKw2o7ZK5pDxy9h2yCEbKyF
ZuxNpg31DpoQ3rKystpnJOjp4FoRGcIuEzd+5oaGFq2kTCfDfM1X6NyeBGv9kJiSalL06fOwRVpb
TeRBOgvj31yZwXAM3WLmQU5b8tDYw8CIJerUg5qV43BZdFSAKNMarMRDUeenDuBI4kvtkHwbJVU8
1urB+gwdi2j3orWQRk1219s8YaAjcKHOUAXQQGWl26r5slO4q3XuAoWDyw7XgHUrq5m5G7Z4hBgR
RcEwpqzx23FdP2SWfRVxgX/LAsyUIz1/6bKJ7DT04f21KZfF5tiwK+Z52Zj97B08jK69FN2v3lbH
mrpicA6dUTMda7FgOi7kDMPc5JzM6U5Fw37FkyxD2izG6bkEUAxLp0kpM3niDJTesGy3izmsaXXA
VQhIxcCJdwrUdIlAUCUwVI5yqX6b43Yi+kxvuK7G0pEHaEwEFQDHd5DQTWPtBLyb07KpeUMkj6qR
7Ep51Naa3uk0lJtrpNteyeqOpTJm9E0PtQx+DbMHdac4vcUOnXaDHPgmrju3dEw2cJqaILxpOqeS
dkU2FM4R0pDAQpaL5F1vcWwTFFwO2n51Hxoe1BuZVddaWKgcgzuwBX2N97gPTa+/XUTKIBEa7CRV
B/cl40gTUt1UB6ubFz7sFIGSV8Wh8o6kii8z8Ci9NOU8sCmce8f0Z1k4+wZpLWtmByl0MAqb1zCm
Q3oZFCYhTOMa1kZrLDGD1ojNYr8UM42EapuqL+wpx0LZWnq7m/WSGXCvg/tx0WCjbQyFzZWIO8k4
WUKMsl/WhEFSx0gtSx2rQBqvSZL6Q/0/3J1ZctzIeoW34g2gA1NieHShJk5FShwk8QXBFkXMcyam
Pd1VeGP+IKltstiXvPTbdYTDobCsRgFI5PD/53yHpOHLnKC6aMehBoKaL0dv3OhGMlXLQuD5HJ3s
5tPYRI2573EkkHjnL3ruhK/HWxW2NbcYzmKGJh7m5nNjOD2Jg07WGJsIcD6i7gGrpsPai/ZAAkzb
65yo6w0fcXlWuoShzzKSZ3AbE3xUHhyZ06QQYp/BWCyCapDFzTLmwx2LZsaCQVEC/xsTOBqW3u7o
GHecRXYYYT0CEummooKAspdQWYybWza88VdcV92jP2r4GcPej4ZVIVRo7WoBV+lCYi1dAiFD51qr
k34IzFk6MR2jPrrBqIC8HrpG/TDbunarIUS+xjzmHeZW47/TtyMDyyf6kI2UH03jKixBMQQC+MSf
LopDuBeYbMk6zfUMD0StxynwJYrW7IxS+VnLU7RfKqLCt3IbTX6D+K6d+31twe+rMd1VyeBpgcp6
69yU0Pcgl+XnDmSJFheynTn87gEVJaDGiEZ3lNf8jirJfmSErZOW2FM/D4Dg6BudSmN8aqRVvou0
tI8DNebZjwTEWbH1q4K+YGkDu1nXQC9gtcnU5iyX6lN1WXWZ+xQ5M+wJt+jRtEInSKfVzyrTh+pt
/24aM2gmb5XSzv/rH38+lNWLntbyL37X0RxsUai6fvexBPowmL/0sRZcrm8+62PZf3DY0k2d4D9T
+Bxf/qd2Zll4oTBVeRCDMQgCDv5I7cyg7fWidkYVDka+y7TtoGF7XTtrZQ+gr8jIuHcS2W7SPose
c5/tYwDkIaPbjkDFTWX2rXCraae58JDXasq0e9drHbYMaVQ9qjShK4u3Mb9N2Db8iQDStdeAz4yr
MAQQB7lFoxNbQBC9jxa/PLbmsVrpnC3OAd5n5TZqi5nNcmcoOgfaPNLYaXsPsEWdhqQbOgYwNt0P
h6e88cVtmfvs9PsyuyF+HH12OWvudeUO6EKq3iZjtFDDTTHJ5KD1aiITvE+ic9UakmWtzUN2S44K
14Y2IoWgANh+lRTq4XqxTS/XHAjQfHWzWweugwlT9aburVutLMcdcZ+QKw38/xufBGiOTSqvUEEI
VaN3mIbsW5TUj/nQZkgKJsBXho1iuMH9kLMz0NG92o0fZYEZAbigTWJduA4IBys2DrkolyRs8G7I
O0LiSj1LuaholYy2JpvNtebJxiSL3szwXJgwYVegK3snoCykn9Z5XyIFoXp1L3KdSarMez5pTxlo
x0EQkgBtxV5uBUZEwPea/yvWSFtrqiCim+AEsZEP133qpYeuE/qlpSM15eYmFNZ55acZBnCSQVnD
DD3cuXCoPiddOd17XkhsrkH9j0kQVBCdDL8cNkVeYZXH1RRd2QgZs8A12BLDdKpZk8goir+NqkJ5
UTq0RleAoXy2jR4FRI55RUOArDK/k3if7XQcJs12gvX7VLD+PSYxNgbynbucA1ypOT94Xmhs20bp
lL2amJYYVcUTyxw1aqK+Kv5sJ06RW0fHAraxRzxOqzqN0Aq3iY2dNnVgiwW46VvqqMDZVjKENLGO
QA7c6NbcPBFQQbsQZofUgkxkHSqjubjO8WfnaxafguXaqpvTdhbe1xErib2Djai3+49PlP8/GxML
c/qfNyZ26uHxIVf1j+fz6fJPfkt2HeMPxLWmz+RJPZpuGjPor7lV4684y5jLfo3dOxZUWha/RQKG
88cCOidPAG2BWP7Z/0yuhvhjIep6Plkbumfgn/7I5MoPe9aWEAKMgo3LFfa1yYV+mmCfU/6dmvrT
BNt1TeDLl7AlnbyyZbIexm5cxeZ7+ZdLq+XV5QgXZHNKSLxLlMfLLkgLfYROoynXLVt3GF3CkxsT
WuZ9VEzqdB46SksJEfDjSkRu/FipqS73dWsZJ3o2S6pHBk3+VYIB4RvHkHyflKH2ua+aCaeXMdmf
zBLTPdXDpSmccss7QRFpRwGYek3YIKlLGlKXpqg8zXPTvIkFdkYqMX6QYLeXQNv0k2maxw7JZyjh
awjgUJEzcXQvqN9jlwr77BPRcyiFLL9PPz0bOVe/ukHPu0T2yybRr7dBzC+DBB0+L4Wx8vxtaCEA
oHJeHo+fN/dlW9S3Dj0RY+NoEDbp7iBgcMbeBZZcavf8yWbitXNoTVop/W6VpbGOQDHlEdDzXc5k
NFoovFXRbVoXHnReil+BzCmAsimemRlEk0G7SKEZrvq5B/9YOcZj1/fwPpTyndOhSacTcCm4D2Tp
7CnvI/l0ndQ705Ou3g+TpZ2DtVDbGbtQg7QJxjOFISP6ZJHG+TUtc+yQid6+A68+wrX/fFKo33GL
6lgyLMM6Io/PJHDWBlwITpCcHSGMAE7CfFxA06Hgs5qMtD4XDa4rEKArSWliNatoI2PAlWZimGel
MY7XctDFToN0y9EZDy874TusOtGu6Mb8V9/2hQH/+as1+GCPRz6yfZsvzHT8JVzp5avNsWnUkAnl
ugTAA56IkPB+9OlCL1xeG2aVMCixWiMNozKZ5baYfbHLSez+UEDdzwfHVsp0OY3QpOSzf/k7ZC7m
BPud5HAjrY0gmjkoDXDGb4/kn7zy/213/nUZAPQ+37Br/Hwcz9JDUpx8Xp6xjGdRRGefFvvaG1sS
8ShzBJ20xr0PhGLDf8hbWXMUnmL8NgNM05Ca8rB67+m/nuYsndAPkiMXOQbm/Zd3LYqwdM2K0Jfc
nppzs8rxDVgV2amxGAa2BUPxSV/kP2juZP2QmvPpZAgTqlWLct6UGKC8uQSVxXkSBWAZXgyqxTf5
9kNbxuzLZ2aZtkDGRUgwihnzaEyPkgZuG+rdmtaRuc795GI2ylPpDPqp8i7lLM1fj+VDh5t/cc3+
981f93mM/3z5DiBGtM+Xbmj4f63dwvyDsw3RSzbumUUDwN/8WrqF/geNG844xKjb+HEWscHvldtE
UoDcb9HwsZ7aP9/iX4gI+w+bPQClid9kCe8jK/eyVP7vaHFpJvNl0cdBYchBi1/ycki7dqENRo3E
vmtr+4J6XHqa6OZ7K9LxRQSmVr4bWyeP0Pi5eXm+IKmKU5QnrHa9hKKeCnCk+6aZwpNnj/xv1r2X
Xye3wlUcbEg8TC7BfPHyVlKv0yo26O0aarF+xiGPhRlKZ9Jr+bbSNePXVvWfzsUvNyG/L8e+ikdH
vB1z4cvLdXYSKgyJLUDOrFmHU+YHo97nWORpy7CNSE7JW/Bw1Frl7u0bXSb5F+9suVHPtg3D40zN
sfbllSu5uAwtVkOAmvl52kT+iczaCdCU1RM80uOnERZiKns6SWlwvTO/iL+5OlOxR9iljRbl5zH7
2ZzcT3iHi5yr+w2mm2GARoUko6PsLaN3Eu5eXwo8D9eAt+Eayxh6eaMJCYF5T1bMGpBrFVR6VG8b
v2upP03Te0vNz1jAl0+VjaLDnklYi/HtODawqMqw6xIo6jmMjyFoKlWQkeZG1zAznHKjhWV773Hg
7Nj9WUYSTNDsTnKhivu8odrWixgPRAqUFuxUH95RjoirdTtlyRNeSWs1lqX7dWyyam3XI2nK2Icp
6Y100C16EHUF3TOY6677OpGt/sVGPHmvGXFyE1LhtzB+zMoIwlBKfW3Sjw6DLoxNQXN2HKqtR28C
l7itn8eeSMLAmUN5XtDDKlc2XagWB6023wnTNL7TkVQ2sv6EZqmRmuNISIHpP41V4lPFbLqJ43zT
RYD+Sic8c1P6CFTNvQuffhxA5ta/k3D5n9wqYqirvC4fB1U3xsmQdkQUSZkXtxxdcXF5Rulgtlfz
LY4M74Zuj30btxVO8zJ0RjuQrjmD+DJs7VvqGdN3XOV0EgoxpMZ+oQcfEmfQMIemLkXfScZ5uYlg
kaq1ILcc8wPdEUQNI7pZqHidXAsJ4mRlw5mh6wKZibI0kiWQ+LHerMTgaGfK94qWQrGcvtdOGf3Q
Xa25QLPUqJ3eUkbVRZrc6EPSoXelN3MzS2tQdOfd/BGnNMd8Djn6xZBqMIXTaUbWgWICpB+a5XmO
YywOvn5a1KatkHBqGiSn1hsXnpZArTqgA6JnRnduC8WfSs9E1CAoVsSmSljaHvu5czCsjgNT4af+
I3Sr7lOiLyArHRwWtIW8bS7IMIGLEOF6VkFcz+ldSDkG+WctQ5/KerkYCdFEPdR1xsGILpM4yyzg
1lsDELseTGU9XqJ8cLtNb0AQ05PInPexY1frKGyI7SPOPNujJJofSY3BST9Os+zQyOQTTevBGZ/w
Gld3+ZBOD7Tl+i+a3s7VCnf1Ii3yPMCko1E7X6nzmwsUruoBZbi9+cWt0zywYIoU26SSDjqE1ttF
cdL/qTxpfW71ulsn1dw/SdkhOh2MzoZYVOqfTGW8m3BlHhUCWSj8hcfEqZfaEVDOo000oRaAYuyp
W0/NHKT0gei+7gb/toxM8Frjhhoge00eh3IIfLium++DdYYUM2j8g/DPx+JySJs1JS1qJ3LakPS7
RWjxa5L/0K7q361kjIbk2Ur2CqP1n+3Dn8nDf1w/qMf/+sfz3dLPf/er0iHEH5SIHchZHgApihO8
nN9FZPY9HHlcnfrCXzaJv8wQJtZk0+Ik4pH5Kiyfjfnv3RIlELQlgp2UwMJAqNhHNkvOcj/Pl168
BuzKbIfWKV1zz6Qk/eJoHaECA1hnk4PTGJW2CyPI/AmVBwTHdNhOIe8la7OdZ86HmqkP6HnkdDfP
6P9OeiYOnz5hkT+1hTFdo2sDQ2raMt0rz0x3Zjx3GTy5OKQyMYBdBYXQ7Gvs83QIp6ZCktlGj6KM
mhN2Orfl7Img9fTyDALG4o+0wvZLkvIVm2WiPYbsWT4DGze2gxjTgAf9Db5VinIJOY7vqSHfx01p
dSd1m0UPo5k736aItkucuPln5mOgWaHMspMssnEGMur53ZQG+LCIfW0Rmj8h2Eamnrf9sG5UaV8h
OwPpoXV2UIfW8ElYAnV3piLUKFZYIQ2yezrnvR/bxNRKSUV5lLj7cEMUZEY1xWyfhR0a69Msy3EE
0vdOr5MoNvudNYxTvXa7MJMXcYZQs7I68yLVatymSemKr7p0k/HWJHGoPJnDFAZ10nU/wtgB/x/n
mPpij+TvVW42+S1Yw4Qv3/Bj67pII7A6e6iXYfYd3WnGCkLCE0jOOyrJk9+vwyGkxbbzvBkWSD97
UwRaH2WgEYM96VXTPw3xSHEhXVE6rzvECKJQoaH9MGjDqiuzEfhVfF5YZPobzCeqoj9ZsDDU+sVY
CI8WYDSnSXRINOrrMdhggF5o0CPTURntBNMofeMCNXyJ06NXLcxPZePjNktCmwcWSH4wI+iCbUfX
ngwNxZagF2nlnXtzZ9LScvo+3JAL5XwJqWxoq87xmn7dzAC32Lt5/oMiLsBYVSLzz9y2F/K8hs5D
MWREjaK2RGcW+rYfFalROaSZQCnLzC/I8rD7z45d9AytAgjeNyHiaSPmsICWrtre/+L7mXfjsd85
ONAn1VaPZfaJHoDXf2Y3UoqTIazb7g7GrnMXzn76GOulZV82VV/f03UsE1RvIIJR9+ZR0FDPRuuE
yPLKY8HLAlVrBfp9qHTxbTe42bTrWUmKYHDL4bsDQSYKMl1LAGLlrve9a2Jik9zalPEZoBrkVUaN
ISCQQuswAw/ZTF9EsHGLUWOczWgFwI76WZWvoNWbyaYttVmtaTQOl2TO9uO+r+lEzpz4/K1Fn+hT
XSjzVojJ1NZh0kzfSoV6ek0YT1wFXaaybQ+nGwi1J41Tw+sn+jgjMoJQ9NZNk0xhF/QA/G7TBXK0
aaopPmkrVCXrQaujMABz1ECGjgCVPuje0A6blmIH/g5asPVpnGZNt4dEFBO4BGmTfOaIhAlMTnqD
BVDL5psyrmNzVU2MRXI+GsO+BLKq5EqfLPexRavpBBpdlGhtDm19o+h00XzGvQAwUBXxtI5xFxVY
eRzSmwyCyOCz+n6xkW0FLIECWvxQZ4W9r4whvnRdo7e3RUmGH0efdFrkCTY2/sEweSmhMXRnUM/4
/FM3sX/MTm1d1eZonvpisLDjRk36hHBaV9shrwDRSd+cVODOsQ6OVsuT6hT6fr2eIr3F5w4EaV/o
CrDLVEXlnadN5td5dtiWgfyvvpiuKb6NhqLk67cOvGRAauilahF2aDhcNyMDiVKmXPGvo3hD49qC
j5rArJsaW0XsneqQRNSouZyV43/RmFhr7ON8Q9tY2sVJ5dZ+svUaQ2KI7kPQBMXg+0RYps2co++2
0fVs0coAVjaTMi+DKYRhvZU2YLE0hMR+WrZW+dVuhPPFyEVU+zuYaJF7YjZ+BQ1OS2ysdZ1meiV6
G7BccbWzFExSyFwknIdb2SMqDrSw0HuMa4utaSlgOjM6LA36mXNeV06K0Q5xhUeyIm6v4b7gvLhB
7G05SYAEGp5avy7Sqk4xD5H2rYX1FfVXK7P7FRyxpsdkPzQ8446PZgDTf8AVlVP4XOlo1OubpjWB
QK40W4s12EOG8jaJxaa5WI/uYpejdc8hAylw02YcR7UG7xfLpHEO62s09U2iDP67mzjqdU4yE1yd
FdMQHDkTbOQEZjiDALUj6ILELlx1KsRjHBExptQGSLE1nBUiBkCzQlTkjNmVZs9onFe17RcNcG5D
+y5iq4CGMKAfPLdTXjD9TeOeWJ8pu55crYTH5KkJAibRVtdJ47tV4MSK1i0inwnuRVjI9lNK61id
h5aN6zYV/jztBSrFJ1qZ3Y02IirBI+8iQOGJFD8g5yB6JKOtkwHClwZEAXGe96ia4/kGZi+MhjYv
8KlHZQ2oouA4517CR0vqs4guKj2HUcfmFdWxT+DWkvvAK8hpnQee1lFGbDp+fLrim+ycdVd4vfiK
CKPGaTW1ziyp8bFjR5cU0Yut02IAp8DOOyFDBY0UwU0p07OFVtk5sebJKc5jXUUnE3i34XwolC42
HJIhIO/0MsntQwp4y7xCt4YWb8zbONs2I5L9Tym8Q2ttJr15H6HvrVe5Mdd+YLVe2h0G2o17b5go
OHJH/l3kqcpjkoEVdsghktogGHpWrKzNtB5lm23o5aXMDHBAHuX0S710syaYlURoli47tO+dgTYX
kR/GkLzRIqTCII0OoteAQtQh0WmxzTQKFT2GV26bwHeNlWEq895IWszTTEJ2dQ/tPPmaGzKJ4GhD
cIT6PM7OSaFFTfIJNVF5bUx0nO+0dHQnnfjCLDdPmUl8e5M3DsF8QYS498muuKm7yitKf1OlRR9j
NJONgIemvC48a3PIO7sUGNe8JXcBd5kMO+okQcIXkYxB3oAmPo1sPf1ONxutEF5CdDgxY3G66osx
ju4x0OT3qTMKQK2pww9Ni2p5p3kp6k3FFjg5od/WiZuo1AQadxRFstiyVwxJ7RnVuK1lbITnCtTy
/Nnw5gjw6IT/cIM804eD4PuNeQ9USXVXxSRQ6Neje5/mNgwIrGimtVNEVqEsBP3UbsRg12AzrIL0
vZq8HwQNllEk/b1KdUG8TIPqezt5vur3MWZgC/UxR+vVoEfIzPPUyr+GjG2cKXHRip3lh3N8gtx2
QlXu1CwNzuymhbvKe8ktWs1y7BKd3/YbKxLIpxNkSVv2YfGFMQ7mFxwY6aWJmfUGpd80kVKCaH4j
m8Gags7p2ZVLgyVZr9gfd/FEZQphOkw/1MMWp7bMb7/o4M9qtPVK0ZwbBCb5HGhddpmJWmaXhK2Q
NqCy0t/j8NC604n4n4BYuJH021xXp6hgvYeQrNM+ICzAu2+oUw3rgkGDxqrvimyth9BiV1M2IRSe
2fA74Nb2odKoq6TK7p5QGY63NR7VXY+nJd5D5qo/z3yq09aaOoZo4jJ1OtzCSWT2+aan+fUpbGd1
STpV9+jGCZJTQ0+UiZLRqwO42tAlbNOyZYA/gvGi0V4kLzTCXo4dI/ERO/oD8AlHK5FP0qULI2dL
ddM+m6kh6eA5CO56xEHRiC1tT8Siph0LVt6i6JDx9ZbztdKy9KySvdWtIkwhMsjmyiNYJtPHB9E2
k72y3IbyhGT/GK+MLncK9tlh654jeIgvNCOEJF51LXoOXNw6S0Ol3Ct27f5DUWQVKQGSISHJQQV2
Zyq+FyulvLVm19vfxDMxlftZxhOqa8XEMxGFszcZdAz+he2+cWULiVxP/eqkQNdLu0jTLNKTK4NG
JxkRCurgqAwAJDi2CaAcmdhXz46zf1OBPirMLu0wQdfFIaZW1zmOHp0O8ZrlVVOSqTGiPhswa4no
Oi1DSoo5SKO4cEqBzkcrrqwEsiS0c3N45xcclfOXX+AuoQY6TXHHMe3l758VZ1ksG4LkmCjrQg8P
nVbY27Cbuqe37/OoDUk3ghu1HJocVGdtbI9HFeg5Xw4nA0E7YqRmuXZxm9QozRMfB+tQaUgGKwVM
ch55Cuyt+KyNxrHmIHYd+2Zpf9XvFKVf37ftLgfyxcpAy9tcWuLP7lumWhXmNgpLlEZQdRwO1WU4
RR/rY3DbaHTp2CCp4LtBtPbyKhnBpb0bs6cXZJSdcFxB52iH5dnbT/e4xsAlbLqMyDLo8QI+PHq4
YvQ4zKVIwnSH0zTTqGl6nCWa6TaFrV2900x4/eRcrON0pQgzpjvzM3f52ZOzPM7tMhxKtkU+H80k
bOSxYd1374zMo+4Mz87TbRP/qkfb2rGOmxa0CBSLDt9GiJIt3VZkjNarcGqp1lo1PCVLJu81hI46
NMslqeMjHaRVQb/WOfoYfMQjLHAgBOA+dE9tQr6PiOP+TI+Vc6PPQ/GdSX8MdFR42TvjcWn+PGsm
IPpjriXF2kJ2L5bhcjRSbGM0hUEMY2b7rJoZh4ynUSziOMoFzF6SvtJIz40Y0nfe56vRw0Ombejy
mIXOYevoypWj18jBbeoK2BCZqUcBEc7sCsIG2ig1798eq8ZLrQkzAR0gh4YbPTAfYuDxJ2HWSY0V
zWNvg59mOa6NLAxpPk23ogeOG3B9F2huLO7IzA3LnWjd8JDUWfL17R/yanjxO5Z0cCQRSKHMpZX6
fAKYOj0lJ0MUQSpp8JD3PHOEMICaRnCtMqjLIsdE8c6Y/pu37DDPWxh6mArpA768aBJaxZx5A9Og
FOKuqFwjAuiV+gIASqn30c6PvBlnTNb6UXF4+4ZfvWehWzr9P8Ax7G9ezXhG2i5nYtwQee+GZ7qY
6TYlmtc9wXLnCPP2xY6errWILJeeGNQadELWIkx7+XQdpY82yVc559MzpXo3WzWe8y3vkH8SLs4Q
f/uCR7PSckEWL6ZaCsDc4fEFaz+VeKCqJKiIAtyrVPRgwN6dz1/dlmO6Lt/oUh5GLvVqpiVUOq59
DQhFVtQbjHjGera72EWWb6Z7Rx/fWziPBgx1ay64XG6ROuNiOBowDvbGCjMfgfOQ7e9zDqxfRiY/
KihirSLqQoCa+VDffpZHI4WLggznxGHYtHyhcx69PDoZLQ2bOqI4OzyGlGQCv1KPuemM77y0v7kQ
5G+AQ/wPa8pPXdqzpSSeEqM2W/zJE58FFLoI5T5c51VqZh9tQi8tYWRBHC+4oG8f648GfZj0hEPA
agxrcp6Wm8rZnq795U9vP74jERJfN6uV77GtoEHKDuDn3z+7rTx0REo2dAzxhDsyiMH2KIAOsr9I
yZ4FEDi76NSqLjygWGMOpK8nwf6OxRzuejt38ovaGMmqeftnvX7Yi6AYuJOh24jjnaO9SImavU67
hJLxzLEuhKELhVqlG3/508cvZTFyOCKzSXj1sMkujkfCjOPAaPpbVw23KPVudf788cuweWXtwhtj
oMl7OckQ6G3XZUwJHcsKDV4jzzdEWsBikO17Orq/e3iYARZJLCOVQfTyUokCttVniNSHjlyzOJnD
g8fGJ0iWP719V68/eRtjw+I38HwT1u7RpSiwIL8zjYi40jDdU33m+x57NZ8gYE339DuiC6GV/fe3
r3p0EmHMsv1ncUAcwgCBEfbyBjEMaCH5Cngj89jHd8RZ8zAIpS79TjJO43j4Qg4i+gWP9o70muKd
nfLfPGBkiliS4J6gWD5+lxyWB68he471v6/NKwyw5n2VL3uDwin4QW/f7eurcatoYjCZoI+2j089
RZHXysdgtGraCZSYRiHckbf/wlzw+kK0/hAcQ0HDrQFG5OVjNUBwRIDaKXTO488vgUba/+lLWCgv
MJjZjnvQ146+BFlXY7KYM4LGmXtCcu3prhlVTxuLP3300aEURlBKC4+V/dUWZpDSiyxscxgH09Pl
2y705PT/8m0zEBYZG0o4ZuyFkPN8A5ELwQ64oW/q2XF1Rr31sbDs8iyN5ePb9/Nq4+DQ2GcfyK6f
cxrnsJcXEsQctSnOzxXG1HRvk/W1fv9u/uYiBD976ECpm7++CISJKangmK1yqyyvbRF3T3xR9vbD
t+Itp3hUJUxRCPlf3koxIEinIwrEvbeiT6wvJUEM6r0z7eshTcS2gfqZHRAThb38/bPVjf1tgkEE
JrZZOYjebe6t30HcYvvsZx07+Ldv6m8vhxISySFbEbF4xJ5fLpy6MnQnSqVmNRBwhNTkpJkoVeSO
O24+fqklSIvtFiW7Vx8rSdCTQWtAA6aVheOihK3OEGfPJ1WTeO7q7Yu9GhKUHwwDVSZuC8hRx2fN
rEh9BDI+nKCQ/BeN899Gh120/uBV2DXaiCOYGBgP4ieq8dnL0gic7gm0J291GW4dFdd1PeFnffsq
r94RV+GhLdpGlmPWrJfvSNVpD3kgI66UQ/uwV/hHiOuzCvcze0m7eafc8WoTztUQdTAJseFn63j0
xY7K6rDuNiH9jCy5I2YXLQNBE58nA5xxmDrRh6TrLMBczzc99CWLkP7VNkNPU6+hxe4TSk5JWXPM
fj36Xrp/+xm+Gg+kOoML43ZMfu2rPRPZWzqp4eQDx0RoTmd6MXIc9MJx8Zh89EoeMx2eMCQuNmf+
IzXTJGeUuwlsK7NoFIa70QSUn3qF375zIfFqK8OQWHZmWI1Q2/C/X46LLhoG4pL5dvNl7u59KCBJ
GJp/FqgTzuvOIiZ6GOrqsvZpfmqQD/K1ERGBu5tayIeQKgldWtEgwYtY4rs70ydQougdAJ0Yskg2
hjupg5K9uEfBb2FDi/Pu4BrFfBf7BIDvKHxOt44tK2DuoaIR5TZItWjk2sknWtxUHGUkOPzHEM2i
k6yj07Cnf/mlCQcrPS1IvPnWCTnGW3M5Zd2OQxseqKl3pPM2AhKRgAR4O8y1Fx2A5oQ2tkDdumoi
EBLrDoHDuT8aAx5IMk+Bn1aWQ13ZM/0fcz86xYq5fIA83Doj2d9T5R1k0hn3qaux3fFcRdHnw++d
sgNHcmp3Sx3m6LvpCOAYUwUzSOF6QmWglTSe3h3Hr79O7+daSneRQi9q3JfvnGCUGvMZy4PtVZST
rHwMD6Wv2EMOWngwpno++dht4bDgoIXISmeDDoTv6IJVO+D5D4WGjCTrnka/sHfwZd5TFh9/nlyF
iZT6KhUyquXHBezUIw1RIP9YAW1kK07+1HoWWnH99r0cT6SLWwTNGbVHJgJKckcreJgnpupiDJt9
qaqztKujGgt/yAmgQKL7zkHjb26JExofKFt/NsLH24UsJU+0qpS2wmMPiLRgWYhoXP6aBD4kS/wX
4M3/mh/k3wjxbC7OiH9uALkGLPPwQtK4/P//kjTaJhLEpfKCG0dnrnYZBr8ljeIPOimozV02+YvG
nbn7L0mj+4dFNdOjOI91mk+MsfVb0mjx32OrAfyRsg7ezo8xJRka/LIXxWo2zDAtl+oepygud7SC
dApfVSo1eDiWtuBxLXR1MFv1BZq7BDiV8HpIi086s3gwCrhUgb3wdq2f6N2cHPN6ReMUhHDoZBVG
LOkV46aoRpDRWYFuIKgifsDZkGmgfd2YoHlvzIgDGVsAtSAglSSzzFdaQhxFLPpEnFh6GN7STMj8
9YhwmVQr9Dx1i8rDiUFGVfCciTryiWdqks1kyKb87hQla+QKYfESkGRIXxKXZBSura4TV44EVgOf
ActiSschXCmSsACerKIdiF3yGz8j/tGS474glqr7PP4KaEpjYa2btjWJL6CMT4yT9SvTyZRqzC6U
P7b6lUdj88+UHY6BznyiLQDxYsR6ftfkhSpPnHKE5DxJF0QsQVaGGeR+33oN2W0eUhVgmBNBU9E4
3eSp0102ykazHxqBOYzR3i2N+HunOXewGA8y6lc99fRz/H+7iZjTdLR+qCT+1BAHlQCnz6NVqRCK
lo2hI5n3aXyk1QVksYGUxw4wlde152z4MOxVSEoKXzvnZ30JM5tnmhBy2mXkNqfRWSTlwzgcqBlu
yzI+A6u3zhpXBZjFp5MEOd+qtWP3syPFuR8ROGJ650Sxb2Zp7wlo2zadg2whq++mubmoecLmhVZU
zenQdpfzFNv9eiIwEJcncDxM+lv07CkMPalOx7E7zOBNt90CwQwpWGyAD2RfZ7saDxRJ7QM983Nd
AuBlYHCQ2MeZuB74kUgvojuYvda+BV73qQD8suqnntQUNgHR0La7YgTrPS4JhVSebyVQ7aBPYfvD
oqJOV0OTamR4CrEEUsKEvjQbc8ffU+PXz92ovKZSvTbb4q7OZLSmk0UCa6tEEjhqrAm0mOv4ltDv
6tRxWjB+U+PFqKniM93/4bheBI9YuMXKppZGpEV7PmhE98wuO13NJBrzFCXDISoXIleF8fCminwt
2tQ6ity1MfQodhkIZMvV+0S0nxN7hlHnhuUWQMthAbiufN4+KZXVobf0OuDdr+PUD8g8rPZE3X3u
m2rv1olcD7Msd/Svb6EgbItII5onLIarRUTAkmHYAV4XxkIifnqIgJbBTJpWDbbqi5ytNMai6TTO
1XwGCAY0DXCxrdu5bAkrx7lS1Jy0E70xDhZN75U/kfxFznj9p1FKVMkNsVVjZtdQZdNHt1ZZHaAU
eADDYJ3LoQY1ypbzdEGkn7k4yi+cReRgZ+MePXGTL8HXXeBl84IOC20wzvXQbrtSYZsprIuUrcvK
SbXwolO2H5ioWtbclX9lgr7uN5T2QWfZ3fiQGfnjYBklCpnCONgeTuO9XWkT/uPa2KU5glP4qPxr
Gvnuehh0cnEhUZmnbmTKCP5TnAS01QUtJnmSmnLYYBY3MFBbFInBPTW7CfkBH1upQOCi7G68NVnj
FolRWdSrc7aiaXFZNNqToanLLq6fnNBBWGslGv3JqZI3kNMJcIrHm8xFpbJwQqA9UGUi58Zjrj3X
RXgatfbXyS1z7c/Casx45Xir1qtOUgPNeeLpBTvqsLS+dz5nAX0ovcMIW/8CKOkBWBrxLomf05+v
tCvbIfYjqQ9J2dlnoNRXqs7tyxzn9ioj8pcZDZG33kPp0nTeZuQoVgLLeCrTyl87+eJg75sf7VCE
T23s3ue+trH+m7szyW4c2bbsVP4AErEAQ90lwVK1S3LJ1cGSV6jrGr0cW04styni/SdSfGJG9H5G
NH25gwAMVtx7zj692y9cPckWs1oCsR79J7+frjQEuST4kREocpTJqu9Wu7jXr/HB6MkyLNhQE6eS
Ja8F0NqbIB+QaxJF7+H235KAfKsr/fWUBDVCVnS0695WYIND/SCWF2kZBjhHYtxByLrkWpRm7ZXJ
cKHF8xXCc33F98QfWaP6pFVVtDTcJiTqMKjMCw71KVNNwJ3Hxb3d+p4zEyFdNtuExNylq+ABckL4
n4260Y3SvE5YLHel3zYe4Fpn2JYVUwZmJRq81ZI5x/TmhgUjKBq6ojIYCAoI4S3PtlnYlxMGqrza
Fk61HvtKbgebyxkiyxTPO8Tb3XNGAWFhu90OGKA570a3WPRpdZNUE6spZIOlbjL2i+orpELCFfzR
WWpUQVahKC+Qbo3LLvrBTNeBPQ3Mq9EVxheduICfev8rLdMVug6eoNI0yW3E5DAl6Z3bkmCijZvW
Ty45aYBTK6ubiEbYIs0s9cVsOIu7+WUa6l8s57Vszf6SsAfEt/W2nv0b7GJXatE1W2XKsJ4VVbqm
U1h8d4PupsQTMYTaFWK8/RSnd4nYgdlBRRUtKn9PNDGhT6R31QXpQsOVEnWXwaR1WMmVx2kyUY4r
NxVu+2WQ18CNg19MvgMpMhjblsIMb6hcpWvadpeO8rvU7jop2G7SNZuDp96dqcVYMVENWKPcMnFl
fWFjZFEKl6JKfpTMk0X5IPTvDr69nqCVOv6JkpiOOVCogMSsUQYIXYFJWY6Yqco8eKBQxmemMRWh
41IIJm407J7R1mpJLLzPlPqp6nYRZX16eUzJvhfMvxxLwS+BmMtWvG6s1qQHb7O8u7ZmJp+XuUGE
y4yCTh+omL0EvcVR74pP9pb95DLN2PLUzhb67oKgZJYBJuMo9pKm3ARRv2/EuG21ikiCH2lt3jiR
fhtmxSqpHPRqDcOoZH/xzVQuM90Aml3B33RiiGS9e5V1clZ8SoBiEbROdWwljJ+1KpinBLxFRJkk
SuxHdMHLerZWNQ5/1PIrR6kugYACwQmGvmfRdou7uSHlLTT2nOogV7L/GN2b0sGimGTbzrqtmpB+
TlDg4wMrfIXqC6HxQIYUCpvyLoZLk+CesGWcKrploBC1h/lU36K83c36xgQ+NPY6SfCNp5WMFsSg
JfbD/dClBML65OQ45s1AzLIk9PktL7tkGQ5mIvUqRQDdHfI9cpNoG0zsSx2U5VXTXBVxy7eft89k
XOs7NKaoIi17zgE6+lF9J4boS1bf2GFcbPuM1Mqumm+E01xocLlFu6p1Z/IE2Q5EVgFqXqhF8sUk
duTrCNFjSz3LWeImQQ8rqT0F8Q1Tcuu64y7gr5CI6npDlt0jyzbgYJrdts/h0MIcWmdJfVG7Kjr9
crp01PC+0lPVM1nv+P52abopWljfS2MA8jOU+EKRj4Mp3ZOdyejGGoLMA+jlIqZfv3RE+BoKa2fb
8VMRgB8h3uDen8JVGKE0ryISTZqdYaYPgivndURqkYVwVTgkJHWei+tyMYtro72riH8BrUjmXKeT
kmAvWYsRPEYQVqdLYCro9gIeDDHexOnZSsyKscxKZxtFxbSeg3blszmeIqiDA4M1GreppXo4c2Cl
sMVDEO2FfrYuFfVZl1l/pFGB573PjOIazO+wUGz9sVHrJ/m3QKJ+JYn0PoqVF5c8NLuHM6epv1ul
fxzcKl7UbAkWLtEYbQVPr2UndTMPuPgmf12l8Tobqys11faKnhEXo7HWgwlVR3GvGc0jtBNPL743
KZ+XjW9WibMLNbUYAdaL1ozfXNTHTm1fBZ26suZcX0QjQYYi2ORR+TgW/rXRmduuQFoZgzPnMJKb
q6BV9cfBxm5C4om/Mh2TMK4ZQg3oxYWCU3Vphkm6E5GxshHzE/oVwuMvrcnLAmyVMV4ccw7WHAoi
fDDjBvXPS9tH9UUoxmrrQ8Mo2dFXA0bEKVp1bYUUPSUoZg9Q+RsVx4uEsdKOZJhgiIK5qPJj0YGm
tbvGJ7QPAEsqWUlInztuzY7jVBx+mx1Lss6nZpuX6qtQdW8U0PqwgjjMjrGP0RYPgmx7tMaerFcP
a9ur3SgPrm8/BGm/sQptkUPXhGM8fifhi0Rkd2GU+FOFBpokdG+suB89Qsdp3s8XsauCQzbNvTKg
MbVGdteGWQL3gKLP/BtgUm0TUeGlfVYHFe4jZnfIfsBQ7H1IgJltT18iO9rhG6W5mV+SDYLxPl4y
y6yqpnhJE2uFR9YbaJULG8Fi3y8dM70sfXMfzjeFWi5s45lG+0pvfweFsurm/C6CnhuV3aIoajZ/
wGF5RkZ+o+ImyPK28Ex2xv7AripQ72YyAPH5bg1WtySQYPzWI36bnmdNiVn52rQ3dj7eV2Z41QQc
VoLXgf2kN04uYCDrKpFc4Xb4WvR6tcQ80BNSoiQP1PZZH/R61pZNcB03iJn8SPlt6eSHOMQH9fWM
vDOYLixtNFMvDTlXcXip0h9J4Br4FWyTbZ6agOnc+HUzcRqCavlkdwnNFscY2YvjhfV/EHiNXRmN
/jh/CQs3xVOdl66xsckgRxIDlPOXDVjlhza0wZc6zIEn+lpEMGpZZy+u2mQGHPw2+137OdM6yFSW
l0x3p3tjSuHTogOfqqtwcElEbSVcTQmmnMgV16yQGb8B2By4fFBBOxxqk6lB/I4tnawBdln1q/oG
chNvUDfbD2giJr7fUCB8A79paCLB7UseXOoUOCoboyaI9A0Yp3adxWr9BpLDlaCoZNRJypwtgXNq
4Y9r26pVKHRvRDoihq+tN0idxNV1IlRf9DeGXffGs0vFjI51BPQD527MV2HNJpnobEBXnMyoWC+i
N0TeqCi4vsH9+8TykGFwgWuI0IC2xyHoKUi5HslcArnHtI9/IYL953VvUL5B8vmMrIMOn72x+4Te
NdY6kUi/2RmIY/OrOLrmhw0PgdKVl4NQiHLDa2TfZ7bNoIkkKDAey+QhkfBAkHLDb8XUIArOKiwo
DndETS1VTSU0EBsrJ4sB2H2ONs6M83VlpGzgRGHM7Nypcc+QABB0L4MeT6NnM2HYS6PnuMlBuba+
+PCsH4gS6plZph6Hulaa0D3jBuv6sh0Rm64bKx+AfqhzlsClz8mbMq3IJF+XiumN8ZZ7ROC8feNU
6UiZqSy6C3aWZCTNmsxLSt6yk4y3HKU2GMwWs70W32stXSS2BDJ1qcQ1Pi8aDBSvUZIpX7W3hCYY
6JF6P/yZ3CRDnGgzkudEWhh2+4GUp+It76l/y36S1hNlOUnz1J+9zr9VK/1/K4T+jzN663Qb/nM1
9KEgP+21O6iHyr/xF8yOTqmk29CCk5oY800n/2dBVNFs8YeJeh3dClJhBBCUPf+qiCrOHwh1dCTR
6IcNW5Lu/rskqrh/6ABfpPAeOYNL1+Xv2LzfxKL/Vu+aHHJks0OlyQV9BzSeLLW/a7NiG3QnnIkE
fml3enWTB56/jvO7SVwU4oIDiK5+KYPLifXfHxG0XJfZqiE9d2+Aln1yk+UcXqbuvss3RbkPrGYF
nCv4XWD0WpoP9XoovEqj9nRrj9cBjtqUzPYb6B+jdtFat3135Q6bYFqN+mXFOBfGzsKg68TLZCIw
jP4yGI1v7BpQ3FebAqlL7zwoVgn1Jlpq8d7Mb6MIdMg3K78Z1SvJpq9uUnGThw0rAZYQi5P414Az
b4G7bDK2U3CZBvc9oD7+r26aao9O5M+uwX9k5Rxp6P56oshkeeU0XmlVHj5RNOxt4YSZet9E5rPZ
B5E3BiToEVbxYo/dIqFgVVTKenhSxta8svWJ9RCwyLmfcdgjkT+Dcjo6ISLKJTPRlg2bdy82zwkE
I+tvvk9C8VXrNOeLCZz4otAvzCh+HpzilcITEphRWbLAboRaQhPT0+m+iBVOTdrju6/ihF9E9n8O
xhnIOYYXPUJH/h7juNdVOGRU6M5wX4taXXdl5K6b2cCLPG2y2NpDrFN2uqNpq7fL/q156X/cjCN4
l/95xlllUf3aFs1//Z//DWTiV/Nfj3n0s2gOZiD5L/wFmQAKAbUO3QGPkAEhuZh/TkDkdSG1obOA
7AqtJ1qv/55/QHLhJDCxmNDZp/MqqZP/QnKJPyxddsbZe9tQvgjj/BspX4eDVIKlECkggWQWlLoI
2S56P0gtN8uqVMTC47f0awwE+S6i3HrmW5Bf3L/H3p9XYWYjj46qKmOIR/D+Ko4+RHpZd8JjNq6X
EjrwonQkyIatGl1qto0irLdqD8eVLoEvxe2713Ni6Msv7ejyULr4j7lUgkiPLk92Ulb4+BS8AWzH
SslUNnukNnl6XTpn7vTwK3u7Uy6FtoTLMKOLo0vpmK+EUEbDg6i8NjLyRCwOJlieQSrYTbTowfgv
WhF9+/wOT7xGnq9szsN8YygdqSXqvlbMNFO4w5AIgcx3FXj//jm7x3F/nsEi0XGSeKayXkryyfvX
iFXTAgJpmp5KIepyGtP8ReG6Cy3KjEs1Sbofn9/VsfVLjk6pOUaUb7FEI387vKBLBIDWDbZO942Q
Zg3b6U6h+E7b0BcF7DXkLkTdUxNZd0JYv4c5e4nIbCKdUyvPTJ+afIRHg4jfgs6U7BqUa8eDqKG6
ahOIYniZzKkgC8ObxugGYgc4o95f6oBXloXfXJn85h1C2QUdcusliCktK2pXLT9/NCeG9MGvEYdP
xskaNQJ1oHsmLTfkBM2r6gfqXkXfEp4Z0ifGlokS3cWfibSIz/fwUi35V/jZa/n14M6EKnaflo04
I8w6eT88FammNDF+SDnQu8UytSnF5jmaQJcvdY/KiUKoHYdbokTKzT94dO8udTSoDL91Ris2dA8z
LAcOO6RaSxR5GzTJ6vMrnXxyLs48qReGYHe0EdHVgMI2M5JXUr/GSa1WF4PeOX97KIAh5OtgXkMy
hfbw8NElMQ2T0naoEdA+3BHuMu2wkmc7TjvNP7gUqkN0X4gM6N3KG373lkJek58bdullQ9Z+hWij
bGcnE1+Dxq//pnJOkg45WrHzhn+E/uB41HUo2qhNQt8Y7HITFhT8KCOdUx8eq8z4h/n3yQh4WxpY
Gw5vaLLcUdULGB+s3tovq9HjSxJp3KVq0YAZIEN9j0Xvbz8fFh/H+uFF5Uzz7il2o11lts9B2fI1
B44IVFZi5+12QQCVdWawfxyC8lWhIWcYYimR25L31yoIXjbMmjAwCH3ypOxW+8po/cvP7+jjwoBC
3XwbfVDDcZMeXkXXHE7zvdl4NFO0rd6U9hYSGh7tIeMxaop5Rn504rWZElCOrFIanI4Hh0nQcajX
Gs2FppI9gLkYlr490pSiabGvYqtbuRAczkyEJ94bDmT5EDlF6h/cq3YRBrqbhZ2XAAJeWrCu9wTA
th7w7/rMDZ54oDK7goEJikfF2nD4QMOwItMX5wa1lK6/Kcy6u1fniGzwkq6OEbrOeObeTiy1rLIm
O032LYJp5GhWbIKkGUUV1R6udh0PZ5vj5LQqINrpoNsLSENEzFlFbb6W4AayZd127Z2rDdVd5BLd
dGaikVc7XGzZ3PKMmdJseQA/mjmjlvylLG1rz0x1dCtjm2o419qWY2kIlOxLE09AHKbR0oDqxVr8
l/LsP54hTwww5mXmbIuyL+Ceo3mhzxsBX4jrd6RdrvWcrEoMrq1HIeu1i91wV3XYSz7/iD4ML1pQ
bCFwYTApYcg4uufBGTQA103nweEipa8nhg6FE9WiIv/1+ZU+vmwuRdED+wL3xkR+dKmy1QPHwqaL
hIAilpfZwt84NMl3tdXqkKCqAR1tgfB0nhrDXgo/tHfOYHR7Ox2qyPv815y4bwSEtu5SpeHujwH7
Q57ObSeUxmshdixsxa6+mKkWPiCTjc8sKh8+KxwG0hbFwUkO8zdY47uZd84doEhm1nqlWoSrmkjA
ZakE46MfUp4Nps55/vzWPsy+XA/1N8YNfBWIbo4+Y0tB9FP7zBh16Lo/EgqDpKfWyu7zq7w9oYOv
hctQkoKyp3H0eMMYvp/k4973UZgO3FaZ+Bdag6oF3UJBpp6Cb3E/GXW9SsaukSKuENxUQNItaLv9
UDrtbabAcaA1FhgUftto9flvO/UETIOtI0HVbyL1w4nMEinyfsI2Pekw3ve6Pq7nIg3P7B7leD16
AEzMcguEDh5Bqhxi795r1IG6ghIPai+JynAZ9nNySQxd4Htl1YmNjpzkqmFKJYfSV7YmhBLlzCD+
eDzAmM4RHrU6/WKB6fbwJwQVqWWF35O6GSYCdbnle5WfFzQthXnRpURBEj6A0EWlM/bMGHVvm6HL
Vk7SJJ4guXNbgoQ9syyffCzAOXgqcu9+PKMEohB2knd8WX4R0cMtVc4K06ASKcpilmzVSPWXQ6+m
+ylX5+0wmoVxZlL7MJHyWNB6YsszLXaOx/sPROKmMtpyaMZadVPyNGRKarLrqKz+Jo9yZIzO2pnP
XPt4Vd0E4UylQddR9Bzjsq2OolpAHqfn2/qTUV/nRQs/VfFyxMpS7I8TaqfD7R/D6SKe13QydsDp
+sb1miEkxwPnYDDffP4lnPhNSGOosRABYXOOPtr1ha5GBHdNp9WsCdNEXSOum1KrbmeDLYQSz/T/
J7v8/vlFP054DElZqJZKSxVUweGoJJ+WIDyrILKO4LyL6XfSoHGkgszSlp3ZQZy4P5ZMDPusm1QX
3wwd777BbDAIKCT60YNsXN8BVe5WGNby+wSxyBZ1unM564Y4A+3+OMJZNsCG4ACX68exgF8zQj+H
DTDhW+QphiKP92gxmm06laQ2ZrkTbbFIqfoidbvpuhVnHQQfFy+ua7BhYmGhnXZcoaB1bmILiWZP
hRa3DDkpX/h20Xwb6lScmeY/TqUYTtmR4DCTT/i4iFbGpdyPzZM3pqb/M8v96Gve6d8+HzAfL0Iz
QnoUaEboFNDlW373FktiiGMIr5M3zZr2SylC/UeUI6b5/CofhyVX4QCgAvMAXnRsYBtkaKUWxpOn
dXW6s8hd1haKFjFdNxC9wmhynb+9DsnFkVgjCvFYhW153+/ua3BmUl7VdvJ8YhO2el0pV2Ig4vvz
+zr19Jhz5EnLQH5vHq1DQMjqTi9TvnElGT2c5WDl4ixZ/4OrsDWmOUU1SmhHH/UM73MYo2byUo1t
S9bE1kUXB+OZ4XbiHcnAI5XpQ9ZjbPnn755Y0qm0LG14+AMur11RVBJd51dfDCMEdgJX5syz+/gl
GZojuzYy3omq+NFeaUy6OItMrpc5kbLXY0WhwWWkuQ1jbjy3Mp66OZyotnxL7LSP4xuatKXg3KC2
VPw29Igg2sRq8FtV6ZMZIj8z2k+MCo5UHCLkJCWXpcMnqQF7tKrJaVH3Vy7HpRYgfVh1289HxYnn
J78ljVaTNDeqR88PBhbVScXsvNgIfmV+ZLDP0b+1zEabf3IhzmccTanNHg9ypatrTNx654Ekzr9U
Qw7ZgErXpT93ZyajU7eEWVjHBy9gOcnOyfshqDhZHxF43nmqq5W3emHqK8VWyvuxJKz485t6K8wf
biFlWfvf1xKH15qNUASOzYm7Ku3gskdFWS91fBRwGnLNv9PbprfWmaJp4HPdes7ZQZUjeMzcZs8H
R69wlzaIHrLucPfNtPgFqXlqZ0cXGEHmL2MO+vZhIMf6V232QsDryybby2Y40N7nt3KMSYL9aUgm
A58QZBvVPk4OUuowDnul6D0Tcu0Km0JzRXhI+zzlJFGaLnBg2/fRzWXGrFyKJvK3k02+8+e/4tS7
kw9U0poonh37N7uJ8+wk6h49IprRQLDNxdzXbaR9+sylTnzMcpvHRgfKDTuro5E/gTCguY//uUqr
5CrH04DEOVDKyxo3yqIM9co6M1edvCIdBYj+hLzgqjocLGbOK+iTtvcMqia7SLe6LdQl2twBbpor
PSnD28+f5okpxGCfQnuHPRLtuuMpZMa2bIhp8ABsFChWCRSG2h2fGTknbgsnpGwSv+0BjkFIbWr4
Uz8YMNbjUqUnnnb7Konr7axG9Y3SgKX+/K5OjVQmfaBSVFdRYBxvabJYxJYo2tELpPUrmCpC2QKB
1SSOiwekZcprppOB4QEeGe6i2nW/Ox17oHPfvhwgR98+WzhK9KwGVJ1M+fTfLXVw7qwU3M7oqVar
reokyXcKJXUgRmA7L0cjDW/03OkvJhGKZWGhvmqh5i4R9xjUbLvyFqSmSgFyMuB0F9k6HBp8I31Q
wJHiU8QjRZtqdkR3Zok+8Y3JdhTiEXZT8A2OBz7HF/R2yuCVzhSpi9xSyCjLBu02z4fhx+fv6tQI
ZMTzSbs4TaXo5eAZuUMA5DnLeEYhYrOwKCuolmaw/gdX4WNGoiA1CsdL5aC4zizKfKSQXPrbtImL
femCvP38KifOh5QL8DKyEaSFbrvHDy4PBwIwGehaFlg/h7QC0Z3NIbL0BLrnTs0CssIFdd3Hyc9y
9P9IeK77Rk13rm79VgdI4Ca7kvVkJ8GtCWGb+D6KHNtRU/uvn//Wj8cqfiq7ffYpYP4AYR4+9zEy
jTElVNqjxjHvpjLKUNDUMTJV398MKcL7TiuN759f9OTAsum7QmrBqnksXakQUvWFW6CZbZOnGl/R
UlUREQfunK0+v9LJYfXuSke311DgjNWCK+V9Tl4Ovo2rcE6HM4WQ0/eD25SutY517Ggj0bUWLnqb
QL/CcQLQhB0M2ggc4iIXpPCemU5O3hLWPiofNIoJVTt8Y3Hid0QTM6klQ6KtJ6n3rRu1PHNLp64i
y6bIF2W1/ngHW9kjC4bZjJ4xDN1Km0KETeV4jkd26sG9v8rRupNoalNpOna5jLPcfVeAxmvHYvpq
lD707M+HwomqNBU0WaFl0EF1O256DJoxqaQBDAwDEMeB4eBFBFM97Psgc56G2tX2o+7Uz2Oppo8i
wWlC4Gl0YWSTY52bIeSIOF4SaJwx/iWxCC7O4UvsEY26itEM3iS0lJl+jFaZGj6Nml1vSOj63euR
l3eYVqK2mRfWGAVAqaMz24yT75haEewwNtvA/A5/RNz5IVmhUIlrYKZbs9faRQH99swqcqSXQ7NC
V4u2lga6D3kYqpXDy9gluAW74JETKWJfzFmQ3CXsX69ZaxvHEyBb91ET2KuYpIzv5GVnJCvYzrOg
oveKA007txc/Neje/56jr9UoE3uAxTx4jg/hrqt5ALQzQJGTeX1mzJ16wobLIkCFXqBxOHrCScK2
hE4IC8GkA+H3DYwQZRKcmeTkV3I8mFB6yZIkJ04ihQ4fcN0NIO6HcPBi9uzdIkKiDGpXtp7uDDXB
kNLjcrpU4YrqOMji4u8CLuULps0jKAKzgfyAnqRlG9hzYA5egV19X/VxvSRDo/5y5vs99d4sVFbs
pfgPksDhbYoqTHDXU/io9Sl8TYWJ8tKeO+VhQj59oRUjHsUx7htsoXn4gxCYkTTzHm3Mbm415WkQ
jYGr3axLZdOU4M0zJbXiM5/UqeWUBytVBTaF8be053dbPaKD8fP06kBVQ9W3pBZMWFZb+3Z2nGxr
FViRDSMzHz5/MnKyOH7/cnNpyNIQBjFx+GBIbI9EkjGxTUUaraKwwb1cxMvOMr8RGf/184udGtI2
j59WBFtraA6HFxNFh/F04puhaSz2euUQvRKb3T9YftAsOjqFfZSuuhwL755jryVYzCOeIzkmuI7y
7HZu+/r+81s59d3A15b9M1ruECgOLxLh6GCfTY+galWi32ItU1bBkKTU8ev2xVcMdxX7OkFR6qCd
ub9TrwyJNzU2AFh0Y4/GMl26Pi4QCnl6gPcyJNZhX5VkJK4yCzL3IlOz5PHzmz353myL0qvEmWrm
0axXFVDo+UWjNwyu62FTNjylj+L151c59Y1yR8jpiGaBs3s010dhLZwh0kbP93Gk683o7unHtDsV
4sSZT+3U24PDh9gYhYZUmR6+vbQ2LPwgCTauQB+uE8zBj77d5tuxDpRVxnvfBUo0POfC1//Bo6T4
qsoCKYvnsdS5VO2GEq3CrkUfo69RUerLLMuNMw2dUy+MygaVKc5D8HaOZvUZhEbUpzrTXQMOOXOH
DBS0KJDkf/7KTl8HCTAMUV6bezQUS5bi3Co5nc4goVbu4E4bayor7/OrnJoY6VyynUTGw0M7mjaq
gBFZG+OI/dMfrrrIT8PV0GnUYFXijMgWzYibUtPhjNDlZAlA8pC5tExJPB4lZd7iWdTYYQ6doeJT
zCv71m+n5pHZ0dr6/djvGnSgm7mI+5vBDfPbdK7OgcVP7fZkwjnVFeo5lFkOh6oxa02hjXwV6eCL
daq5/aa3VFK1Gz/aTHNu/FTFrH/jtNAQS9Ngwgri1rwN0nj+BxuS97/kaMqLCbspk3BmW2+VHZbh
UKxjtz6HwTsxpBCOszhQOaDIf4xvAqBjBGA32GTPfRICetFn3GbE0595uyeuw86VPTSVfXbRx93f
MtNEmTWt5kGtzC7HmGQ+MkXOMadPDF06vUDipMaN/tjRWkS2U1Wbeqh5hqPg9+ut6QcZH/mmRqRD
JzAwMYIieth8/sG4jImjRZ3hSiIFBh4ZAH38pgSRhkGYat5QheIOl2O4hsk7LhOIE8uOsIH9HI8V
kU7hJPk0pXpmpJyYydHKUHtE2S51Q0d3XYekI4VBoHmu1qm3GcehlZ3X070NHOLzOz15JUpjbBzp
BTFgDr8Ox9XmIIVT4Q2NM10QVlat5qRS7lWdQNzPL3ViwCCXgXYqO7rYd44uFQ1xOfiRo3kTGrPF
aFsDHsHQPzPXnVjcHc5vqCwsKipUgY5uqDb9uoZvSNSzjZzJtZrwSW3qlBSqrk+CqyDPk/zMnZ0Q
6bBbendROZ7e7ZispAmt1o2EB0mg47AehmLTG7j750gayIvMyDfkrWUrQ7Eb3ALOqG1IVDK+iki5
gHq/KiJAToERND/+wTOXBDzdwhVKbsbhD+v0DqUXZVeP83d1MWVT6nHgbs9IdE6+WVeVoj521hy1
Dq/SgI2i1YHDN4VcQtBaGqwihCNnnvKfOpvDz5JN/VuMvezJc9g6vI5qd4OrNEQ3E6NIfpoNFup5
xtptaPM3fcJ+mzp1sjF7hy4ctKzwgVy9IvEaLXSRGXd+fh0ouYahHwqWAnNEa82HLqqVgLBBJ78a
uxkHcFf3UDr6KnDUfZW50CAAozrWLtBFXK6jurYDzwqCqFwXmGNf/LEEd4BJtyBySJnISfbDcdrO
czdRNmgbEVxmIX7qBb9hGoH9TMQeZrUyJZvMR7Llkb2IbyaqRxQqasyB3dNE0CCiaQARjbXTuCtt
SCNw8LmROisAljgGzXJ+HIo5pm6Xw99ejE5FXKDTG0OwItjRb/fJMJXtMsLDgYc4hOLNv1K06ULw
rij0dskQLMiPzoQHs6z4VsOvFNucPLB83WgU7oiFjk17VfeoeRaNaEpnk2pTEtLzKaTNJRx0a9MP
sb2RZMp079RdM20TFJ0V0kYaYheN3qSBh0AoCJa9UVr3/oh/xjPGdsBz7bjRQChDTGJKgZcvedSD
aDQfE6eZ74Q5TGSNpyPJYRzqlGoddoQSAo3SbILOSdJ8EpQzcBvBDLrC71c+m2ZD6qOw63054Ssg
nTIqi2U6EM6aUxxJENBPlbJXevZiEFW6mUBc39QWcTC5E4lzvmMTj6nH/UUqiJrFAd00UGojo/U0
J6EgHrS0rTdpZyVEePm+fRlbNoAuw5/FuCGMTX0SQRZPi9ZM9OsomEJYWyHryI7SUqwv7VY0YmmN
YVpdVniWBPyIppbQgq66cHUfAR+U0hlWcgfYY6n5vV1tewfe+o2wc+UrQTr9MyHwgFntgb4E6Ovc
+j4xYl8tJx9uag2DuJPNGU1udRALTlGqtHzHw4NqAEoHY10Pe7uABLJAxKMRKBgUbeuis81G+B1O
4FyrbeMq24G44PFb5zituYjB0OHtbltSIQmty2Iv7VX995gT0gjHSY83vVIrvwtyhg3QPxhiYKLk
jFgV4N8XJmJoMHM+Z09mBmKKPFHKMUtKjuFLHJfODmJ09osgr+h20MY+vvED23hKImCsaHqIEFiQ
PRaqHqhkv2bEZEiBM7eFbDAE4I52xDo2hPGaU/SU96QVoMcY/OJ2FGSVeqDBq3Q5u1H90ySmq1gk
KSyChW+X/UsL9bjcVuAFk5UdB+YTgaBDvyG0xBdLGlX6TRKOrkkrFcZriGBHWbWpOzeL0Jj4KAnj
zODJJW6pruzaJlZWKLN7kwSpArDB54dEeJ+CRcpLk/mvk/az5hgF7lTvv0NbUjCFYimPSNhMjKcI
u0CwcOxyJugrjKPEG1G61CvEWJqzcwFAqF7kOmwWcxey17Jp5uhW8C1DdQcP2y17Hy/DEkBHrgAG
TPOda0QESkVlrtPwqruSqrhFYu0iHSuAWiKISYTvFEGLegyjjoB0NclLb3DMPr6yhDKYy2iuXQi7
SkiqkgJlkNC7Rg9rj2NR/iwGlajzrs+KeDO5NV+nUEMnQ1fe+8m2HqwOaJmAYUDWFJMCPXa/RTnm
6vndODrmvRIOlQChMgOeAHU9aBLoG5F71zXgOnxEvhMTDuWPBTYA2FpmkQyb0aoBHtNss+Z91je5
FnsZ7B9ExZ1JeCt516Pia813dHj5qNypyjBbwCeBkivpYzEmjkXu8OgLmnf/K68w8jnIsLy+ifJr
qmvuvclU9GCKWqFgV7nNyoqsdB/DeYFHM0RMLHD26soWj1Ooxfyx29SPgPNKRlRaKPmZ/ecHxamD
ooTeFVIjWgDIdPTDlS5APdlDPzK82ArueVygVTR/ghSoph7BL2x687rydD/5yapEinGskDWD4nfh
kky6LLvm8W0f8becvv+fEgikxuU/+4GXEX3I+udrfkRllX/rTw+wbv6BzxbdJwpQ9lgoBv/lAdaN
P+h0ogmSsn+0RXJf9C8qK3QCxNwoOGTbFWklf/QvKqv2h9QBUODgsI6IH0/e3/AAo6RhqLzbNMF3
5+SEthDdK1VK9JSHQ8kC+l+GES4OzU32vW98bXWruy0jfKwd5fCtVTHx9INN4C85yRfOPN6KtC7W
eabayxH/Rs2+AgwcPd3LTq2NjarQZ3MTfb4tLGPcjmTFE5Q6CmNDO9PTERheUPhV11FmtWDpALI3
LS0WQbcJlF5SrLocu5JrKfYCucJFPaWtp4uqMNd62CrXw2x/VTpEglTIlHXbW/Fvfyq0G9Fq+VOi
TNpt0enKnZit+rYbInXPQSK7NHuilxZFPkkKK2HGT1oWNi+42UJgf/MqrjeN0135Y7GyaXnEbv+r
kmDBsLO/BEzIXqTNfEpAj62sz/A2TTA26xcRPYsuuocVexma9U6k2cacIF2Fu+QVAiuBK+OtWeSv
vlW95HP1va4hhIluldruBbHkl4U9rqOhvLUD61YL8lvSrNuFqSPH9rUH4HoevIWN5a8G+zZ34vuw
Lu9zG/WuyO1rthMrMCWLatJWNG8uknS8HZznOLI9PfKJ60w3zuheWs142Q8Vbg8oB1ahvFSt1TF/
ZndtE9y7E6xb24xf2v/L3nntSI5m2/lVGnMlAWKD3gAaASKDDJuR3t4Qaem9p6CH0bPoxfSxunom
M6umUn2gGwGDc1A93VWVDDLIn/vfe61vjTgv2uyWCNhDmBj7qffvk2K+HZp060tgYIuGoDXZDTrD
I0bvfApqmDY+KdYB1ZBR3DfkXY44XzXBP+37YoIHF9uDeK+kh6B6HacZ7kJ8SKriQi6gP5ZZsDcK
yxsJrXbMQN7DguCTROZJKGVvFZs3Al1tXbCOZV1vqsY8lSuOiNNxJqx5E5jxdo41R+uTVRufWpHN
Fva0CzS3qv1HGgAvuTGvhPZckOPTOEzcaQZPlZCqu9Hks44sZqH25vm+z7dmON6E0rwEgtarfgKv
J8qPZSFTq56qErQ0RNpry0rXYH1yCGHtnZAKXi3MXhMU15p/VShrVU0vasnHSTGuOzle8waPw+gs
EoKtAN6oJmzdYqimtNoRisZRzk2vKm7m5tbPuy0OjYfZQP+aaRvmXy5Ur5Opn3dGpj5EdXAW+sl6
FNPTSaDiUQuOVOGXr9rGCZR0KyQPTS/tKCU2WknxJ07OOHF3EvVl9+a6kuUTmuvBkS3lLivDB01+
5A7az3XjSb14n8j3sXkhhXxPFUmWfmVn/fDGS/FcTIbLvIc0aobrIKlAlylbI7/LhYrqUdf2NFxc
s2wPymDt2JZcR522atoS6+5Jg0XOTDqvli5IjriVYsNThxMT1pG2h9lBtLkxra1pPMDW39c6Nsh4
JwappywSdV7jRq6s5ah1myZ4sFLC2bXcP5/S4dJYHr7QtK6kflN1F2r1muHsV2KvhiyYa7E3ttD1
8dsP5lavK88Um4NSxJ5eWicF/XWb+qPInSEe7YJEK+hKdl0YFG/A+JTsVBPqu9TQNpPsX1NUu01Z
HoQkA2goWOd9qe0F/bwPKi6DvC6sYCuzmxrmdZ7V7pT3m0ZrXC18mFTtrGkb3CBNuh5G8cav+iOp
KLfsv58lk9iyMhooe2uAm60LJU7Ti4hzDtZtU8IsKjdqsCN0QO0XnJdqd7Ic0HMcIa+q1jVQmjPF
qkkh66gdqU+cmjG0rUupN0pPkzlRCs2rwDK8uV5X3L7U+Th++htZZJ9V1/5b6M+OJc4+29xkjwRi
2ymxYZeBvy/z/KXEq8OC7sN0BjEnyuqunntPD4dLIKzDKjWl3qWJHDlJmVq3Zl42rPzlg+WH9UEN
4/KkbtPKaQxxz0b9VBHmA0kU7IMGAQ+C0Junnc/TygArXKtR/BJicfSl9KBbsLfNpov3hGWcL/Qm
u5Akbg5jk/FX7VLHI9tK8n2Sz5etBhSo6I8NxIV9FdaU320ubrRE6g9tKePPJJfyqPLmudCyRj4b
JkU6yuIdpjat8dMV+ZKrIRadILoOAz1CeR6k3LuVtDYjw2usk8GKHlM4VMgqshncJGEMQbNB5HXe
ZhAx46m4FrLZTcD3pQz39vlaSGBDxnhJ2jEhMZ39v93UvsYEfdhbqWhtMBsTEVwVbhVEt6z5qZNN
l7K/mkmzXadisZdj864K++tC9QU7rI3rOqoAyfFlJQaDlK7qDhnInQzmghz5gNA0OhVNNu56uXgB
kfk8d8oVrLB9Hg+V4wfEoufiqSo0UOAk8a7US/+xrIFrk1xktxFPx7jLCS0iORdSXO4UcMeckN0A
iE7EF23OAzJ0NRIgNlRiVtObkHQXmfQt2NN2KyhxsDWl8SSeH2G53g0Tf0qmIRGvs8wEVIYbJI+F
FxFHVNYTJCPMayuvhlUSKBONjzkgvy49EkxP4QHwbkFl9P18J3bKmzBVtT1LFoLaGDubpgQ+Mgv2
Gt2oHuj8HJLUv5Jm/yEZ/CVN/djn1h3axcfBks/QfHmK2r6E47aSL4JiAAC5AMh5KV0NFY22WBSF
laL1IsRYNmRyIUbrodBzOyzJqBdigV1/0oEaHAeF5Tu9VNJg5JUP9qgnJ6Tu52qtNlrl+csVS6nO
HdlKfa9Ipe6kDU2e6am9ySsoA6Ty+YcsDhUbbUBwiMLkJNJ5f/dmQEvCp/0hqFX/qgqt4ZkMw1Zj
x7wF3plpJ1bU7ow2fMl1IlesZD7g6ARlOkeQ2KSs3+a+lhzCRk+OmT6J60iVWo8mC8DjpjXJmy8R
pNYbOasB30tcZdOgWprZ4OnmCJZYbdaDnq9TRVCQKt+V430VqYdAKwUns/wzxSBtVIEqQXmhsU6B
fmqt0yattyPLiCIOm7pBkTK2tU0+4zFInqyCLSHkwM6VteloDtUluvfEHgRguWIinAPiD1ylzK7Y
Te4m9mdm6NdOX/WhVyr5ZTWGhzmPJRa2NgUxXpc7XevMfd4SQOq0gmIcS4JITpjLpmdmvayeS9wq
MayW6hXSlJ8TrsFVU3alqJ2bwWRuh7C8a0Fqe0q0IbZVuJjJ0bkmM2yabcUqY5F32tAhNgp8d0z5
xoeqzdZVljbrsFJuwXIbbt8Ib/8lKywISb2CHlwxSF5vtxM5O+x/aYFUQretBFiiiwR4LKcTuZaf
oiZbyb380lFoIpdy5Oj7DvDfG66/0Yz41Ybr/jV7zT/glpY//x23pAJVQuOHFWsRDnzbUP2BW1Kl
3xHJ0hVGEs+Wa9k0/bnVWnZd37dWkvw7cw4eWLwNpKgg7f4LO6s/0vPe7azwLSyggEUmzq4P7ezS
Fn/X9S/h1mh0LnUAaEIorJWY+v1sTtSQN07QWkFPdOm4lMlB1QjRAc1Mpq2RVsynxkzXaKvD8l1S
gGShWstKXqEeiucWN7qc0Us3sjy7n4gfMJwqDKZbWn/GvVkkM9h4PyluTQVcjt0RpSSVsBsLwRic
jp6eCdRVWWCGfm2qPdDlmrkrSQPJNPFDQr/vryU9IF0hSKtQKdkA17HwlqSdmtWO2ocSRACRxlBC
y0yIF4sxRmPoRmIgCaCVFTrqB9OP4fdWTR4eWrEThpN0iPJwNaeiDEM1neJs2eWYzZkmRrq6pRsa
Krk9zTXU/3KqkuLRbEUkdWaoKwEhTuwLQny1QpLatZFoNOFwODNDiQfQFoewa1tiAHyU6rivhk57
pNluilcUGhpS7aRWZqj4kRYJZEzEdVxkN7liVv3DNDZjfU04yCg5ZT1mECqH3M+WziyZmYQvYIHL
HGPSlek4p+Dvz63Ztx5GpNDllr1iH56MgH701B7QnsY1bxVh8jXc5EjnZSfmh8ErIpq5JFwIaxMs
Yz9g5+PV7GdlLPjFQA8NImpc1kHGZgyYAWuTbxgFWau2PAPA6d/EiLFB6Frz1Mk0//MyDK8FMsV0
BuPkGlr9KlAyrCh2r7Wj0h7SimELxGyaYcmz3Kc9uF2yZOHqZm2rZptYN+vorepUQb5k7cvXc2TU
oaMJVnLti2X7iMMhhhWcwii28pZqRPTjdF8hdo+3jAjq7MRAQ81rKDe0O9zftbJBHayXu3zIpGDT
hPLkO8Ws0nDtrPR8IItv1apWdV52HfhOPaT2tptBh3koKO22lfvBrUyiXuVysO5aMSufAKqfynVp
3IpBLEzYhhX1vFDq7FmmEV05qtKpICrErr6DLo1BYYzV9K4UR/GyCrB6531p3TPWYpwX0B5faSW7
S6fSrII+cZd7QyRcKmU/M8Yp0v0UpXQi1ElrHwZtLM/TcFAfZLUmhkAOAaYQdhKREZDOimcOUNlb
gXdjNsjRPslFwVtwr0pe5lsGOwjxG3DX5kgRzdP8xt6xcCGysjWaxas+bQGbd7J+0NuYH6HK9UVg
5hf9t9lEqo5vUNDr/TQVslvk1Hg8HAnZtExjLpusKQrHGrUY0K5cLWD0JM50N80TUWcrnSqhk5D8
muwqLaK9EEWSpazMemhNr7f8JjmmojTGrqKXYXbHfRAPLwuIwnKyZvBRuPdZWq0yLRD0+yBuJr7e
aSTtBda9RmUWzn6+ymc4Y8d59JvZEaY6Mk4tKhedqBvm4HYxJ+FbQje8p8mtlxe93ltn4xjVT6aU
tMaSlmaExBW3cstPioprS8AcBwWcoQsgWuLY7iwLxb1bi70kIsdv53JVTGosY5dvw9YpYolNrxiI
8t0g9TVQEEmhUJSHkmzZpI4TwwvVIsofsyZM6l2iDkW8Eco5kFxSH+F+I/MPlMIerSHsbxW9Mkd2
tn0hO0oXxOGhKk1GK/5YN3Nr136lp6/GkMvxmVpWZem1SlHX4mYm+3W+pCBoBfJ8Kjnd1zkhbvmq
oY0X2ErfM01594Y7++OV8VveZWd8uLb5+98+z09ReTPOIK9YhtcB9+bTzBr+Nopno/NJDmgFWi4G
svlVWdbtX5wGfzsOnmb0TMj7wAZ9fGFpTFlmQ+l9ewZE/1SGw/Qk1eFXfJdljv/+tbgchZ45tRbq
W6LRPs35Z9g2qc4MciHrKhvM4hEbozS/oJQd7apMmpPJ56H49SX8QWu0HBUXhY5cC87ND5yMdMgt
k29oSS9Eo9EKo0JkgQgxXjXm2CWHNILCqRDOU1RWBbO5VFK7RGl58+vPsXRTP588k26UVsQboi3/
dIkJLDSISybHJsgDGgJxcOBVS7vUnOrtr4/0402DXGPxjwBgkBA6UOa8rz5M1s2okAinaIPcutJm
X/LmZvpKK/nj+SCDkels4/bDifBZTpEbWdwTy8D+zOJ5aCy5WYVB7h+IwPoKqvqTEwKtiEKSK0fI
zmfKxjxpjOL03Lc1hul7k6lZOMhfmZB+cj4oDxb2JnrpxSf08aqluiayhYst6nqf4idQiUxpfVAp
cpK2X7kefnJG+mLi5snWoR19Fk3DWdf7AD/E4n67E8SebkCQRF/cBz87I+pQ5ELcA7T5P51RqVWK
EKmDZc9KXIS22HVtsk/6fKauKgCjrP7ybacD2Vl8KYs/RVnkdu+KXh2s2hIbSOtEbzpPrlvLxbz0
Va76ZxUPLE+cIjrjEXVJPfxsGDdQQsKcAIMcavTOmp4+ot7xcNdC3+2KXHz59Un95HBsC5jEfEsS
Vs1Pz5LRmkpUNrpBT1qIbke29nshteR93VnFUZkm9QvBzI9LJN5qGm0wuViNUXl9vIjBTHeqaiYa
61ao22kbPCKsoX3fS8dJJ3JA7rMvjvjjXcIRIabwwmeZQ9n96YhRoAB154gw1QpvNio6HlwHuofJ
V/jKn57csmgoKJFRey1Pxbs7RFPzpkfbbdhU34QYJMPgkancXRkmU6VAiqNroxmQFfz6K/zZCXLz
8xQsJk/U+B+PWutpwArSGTZywn4tEDLoymVSeU3Jdv/Xh/rxsYbbxurOr8zW+CI/HormX+5T9Pq2
xFxsHwnGUmc2/ebXR/l8Ty4vNLwMONr4B0/Cp6Igb01CmIyMez7tw6ekTgT81VnutlPan2aMYbz/
wPEWGrqKGX9ZgD+eVewHKXwQpnWWAbwjVFFSdaj073qWlc6mvZV9cRl/vE+oDRicIsPnxS19lnZG
3SwsonjTloYcWUKuU3rLoZFcqfI47DAEM8+Z9Gr4Slz50+OyqojLeYJ1+nSi7dhL9dSR41QNmXqV
lpPk5CnpQ3mttc8TLs9LoUBS9eur++M9I+u4rwF78ILDcvbp9lQjazKEhjh5OrPMOJpUVJ5ktDKr
Xx/mx6eA+QpSZ2SjFoI8+dO50cjs4UXKFpM1Un5gBLywBhXr2CL9/T9wJL4SGi4cDDPpx9ulj8Wa
Li4a8kKUGsZMNPRsdW4gU5C+8ZWVa/nYH6sqamMaIWTSomEk4fTjwUY9qDtJR3VS+OlaTmfdERrj
eQgUOnlK+QV36MevCjXzEmKKjwBYyWe6QWwUtT8LORIX8FmOOPq0irXC+uL6/SDxWAJXZRZlzggH
BYKgj+cUhuWYhrlBK9efB3/V6QODs26Su2mlC0VukQBnck3j3gjvmKvUpGiIpBTaihAapTfxeGgL
vE/NyG3Oxa9AEz+9CEtJAQJBAyT46dNp7DT9RuGsjVKvHN1nnj/pxA/8+ib68VEkqB2qA297XDGs
PR+vgYkgODQ7xgkhsdOHAo7PWSAi1pPMprycjLa6ixDIfEEQ+/HUIEZACcQqgyOS8/t40EEw/A6I
nGk3XNZ1qE3ZqrHS8IvVbVmeP9yyOA44iKhgDOT5+OwUNlKCQIWx0e16yutnLZoSwY7ShE5URL56
tapJJxWOYRWD19aguXyFZf/hkQG2g7KEWg3H0eK/+HiWxtxEWauXHJ8EmUMXzLQt1FpCr5FPTHvn
NvrK7r38xE9nvDCLQNpTRGN1+vSQdpZfRiHLvF0ZoZpfq37hzzbvjkDdzlI8WF+8H3/4GlEbk+BB
eDG87oXc+vEE5ZJ44CX6w5baQV5ZPsYNvOZ/+SW1HIUVlSJ+CQz5zABL66E3oYxoqJqTBlhoIa21
RG0cqZAlBwVJ+VL5Wv/FY/HjZhbiCZZS1jwqI/hun9/9c+ujQib+KbECVG/SeIee+ia3jKMZNlda
1j+pSDNUo78KC9Qev34opaX6/PhF4ubAR4ZVe6EOfX5A2nZuB2lKNTKKtNoVVHHehkHcOcmsjWd6
RRvNqNr4HLDCsBaQBm86R2Py9vLrj/Hp+6V+xFG5fAwqOuDzn30ssVTkCCbnzImNnETOFiYrvfC/
aEr4dhSdpIVlf4vTQ/20GKRJMM3EZWSONlaTE1UhuOg5kb64pMv+4d0VBYQGipVvEta9pON++LTO
RbmMJVUeasciMZEsZF+3HskrjGrXzBV/2LTkShYrX9eG2JtSvy89vW/Mr6xQnx7Q5VMAd1gKH4ry
BYv98YnR5KA0wxlVOKNd4YL3R08EqqKPsicwBG7/2r6Uo/GGw6tqLoxCXnDL9/tuG6DTKAvyUW+d
NmAYkfAFkC6bxF1m68ZgfoW3+VYtfrzEC++LZwYZHl539dN6NzIuriOp7B1RMQW0+FJv5YOt140x
rHsSZ9tdFyO4xAxQ69NVZfGBXFKlTGGtW6lQHdXaQj4MiaPv9cdaxAW/Uns0AytDDqSrXi+ycNEv
GSUG+nwgExEhaGeswKqID1Mq16IbJ1JpeXC/ibqwW+rnAkGCqMaP356Lf08G/6aJrOH/Wop5Fb3W
9eNvL6+/5Y8v0etv/ynolv/wn98PC7/9iH/oMoHF0rqivFgaPsuG5o9hIbpMyGYsKUjIKT/wGv5j
WKhIv7MdAX4mI69eejasvP/UZdKTMBFY0vfgRlONvzI9NL4VAO9uWJm6gM/EPpK3JXfu5wCBtB/Q
YGs4c0lH2MbRoaqVY1AWT0UpE9Qsp6wSKMwU/brzzR3dyh12+5MytlM12YPt0AlFFu+NUjIcQUeZ
royvAQOMKQsOKioxNEKF6XtS9Ni08gPS6MlRoyKwe1UtnLhvH/tIdiqcHQl533PTHHKNtGMoaY6s
Vo9oOWV5E19a8SlpoDXicNWeSs83Xb1wip1V4otda+auMs9OW2YrhkF4oROGB1z/3bpS3UxBo+/6
rSNL9oCGvPWm2LYbg1BIJhpk9zJKd0V1VXZnVnJORmhUXPjxHlNNVTiav1rmognNirWcHMmXtNRt
eplexisMCLgE3qprkrMQVol2Fjj8qiS8oOdD6qWediv4qwmZ2wNSqfKSZgri8CtBcgiGqUjajV5D
6SK/JOT5qkqPhXDDHAIh/mwjewhsQSmc2U7l8qSK12JtMoFzGmFcE4e6qLrsMJtX23Q8AO3Y6N15
IWAr8qrO2KNiT/PUQUxsS2tY+a0MgNbp7qZn4UF4mJ7Fb/8Uv/1z+TV8bN/++DV8lJ/bN/n5z//r
3+JHxsRr9bl/U581lic0FjJL2QSlyPMnz1pXyUEmcF61yLsl2VPpQEvs0jJ7SMl29ER6gXJxj4xv
BkLHzvoufVQVp0dPllxBGbsYxW3SkvO8tiWn2IazO2arIVhbNZCMU/DvkuYN4Qrrgl6c1pUzzqfo
MOBZ8LMMac2vHaPG4tSsNwbTlpnxnZ2B/rVzzQsFFzrB/eiYSILq1FbwR+4q/vbik7wcnbG2O8u2
HnpHPbVrlz9nPhaqSxqx8bDO6k1cMgE8Rehoh5OriOugcwzD0UePyNjpjPMMiYXE6NWuyLYfbPVq
OguffJRXzVlG2nu+GzEx7X1SOTZhR25tsyRLXATCc9CcZvpB3qadF6z560V4M44Xo/Kg5bszXfRi
4Y5bNVBZ74GiEyi9AjrnLEnl5lR4EIdhP0OrXLKX+22SrKbCidR9jaZVGc/CbqP0a3FGg7OqBDfn
hFEzG3ZbneBHcARkMk4ZrDX/RPFPygNRmqNH3Gl7MM8fNPq0FvbW0LFO63YXhm5Q8Hw7k3zVCGdN
v8Cr6PHXq1g8YzQ4vIVX0fFk5a1MPFdvXgX3CM3044lga5FNV9ZyctWZZy8Kz8sGgZLTHOEENswn
XUs51GgSroTTPnT5ifLkaoHbkBBH8Hvr71L5kGRvfnSL2cROJsyKh8FR20ecFW7DoFwVkW1qbPMF
zdagTZOzRIj0IlAUYYEIGyvcp23sSNETCaDEeu9qBMHtIUc8XiYHi82szyiVz2a1bnkmPlLaRni2
btALVhdZ9ZZg+QgmJ0tH16AyuZgpHsISQiTxjCYLzClixbgRN/lLhJyO+pfIOodQzCU82kEsx7+b
L6foGvhofKOxPW6xJCqMgRzJeEj8yQmNV2sQbtvYS7VNWm4nZb8QE1PS7IKrULpVTY0zXeeil+Q3
uXgjpm4JGu5oPsoxbWiS7wy8O/NuSPfKEj1vumzb7dzr0jNxukISoJZeHxy6E+N2YD2U7OI8O7dE
IBYE5GGYWv5HftqdNCff/jP/7Y/fEVleyQ3P7XlZ0Eis/OP/tcZpXosTOJXNsGVhnPfz7URYc2An
TKIZ4q0Aj6JTOqvUI9oxaXritgdeJIxPTZoxqj5qU8qddCuILuFGUcczVQG4E1GWovJIxScpR0sq
XBi14ATBNigF9og5WtVtgwfL0gx7YBRuTjuc82G5rbXrzPUHdzBXCa3keO7IHPb1u0ZkXaW6Ky+4
qjntNIKTQYppAdfmybR9jrwixXi2ZESn8NRqa10QCt/ZDLmt8i4ddA/uB241oyRA3bYe9UP81A1O
lTSOSuBrcdSDm4LXo88kLd9QPBoGpiFvPpbo0FWHSORRvsuJMWrZLwS9wJB3dCOTZwcZgynP7pTI
Zy3J4BmyC6F6pG/l5juNhzZqb1VtdEtwI1arebKBV6DwvXQo3wItdUoIYjItlrgrbOLtV4l87UvJ
Ey/2+zhlPDEKo60iZEEGtKo7rNpQOP1Od0R1suf5XCwY0Qe9E1iKbXaS06nStsl1V0jL/ZJBrU3m
ShEIaShqdxjehuBgNngchrWuw2WOxBBAwJmgwJIPkeTaTLpX6hSdR1quuoJpuWM008IHZmVLDWni
1mk2XkqIGUnecBNZxYZXAec3GCiUQWYP/ewJdHWF8QFt6TGJpQNpv6dGOt5kqf4i5+gD1dMw/w8U
rP+/pQQuyEg2cf+6GP3v6RIS+PKa/rYu0v/9vz4o1r7/5X+UoYwzl5E4eEU2Jd9LUO13ehf0nxXa
CrRp35egyu+MaXQqVpqDjPUWP9GfJSjxgGCUqWkBAWt/pfxkd/lxS0r5yWKGKh1WBIxudRHMvd+e
RWUlaDSORKfyrdmuMl11Ugt4FMkF295MvVgG6m5It5hGzmr1FZRH506FcUJzVnWLttlrmb7JwFkR
zHYqCPqu6NUjbY29OSQ3BDUcxXC+7kd95C1o7FJaBX3dbKSk5wmWnyYx2NWqeFGoICqExModyEwv
GcOwrMeWo0hvurmYX5psWKcpMuwijp+MJNFf8cE2i3RKlq7H3OrWmlZh4WPHt+tNo0X6LynbMWRs
Qtx6d9MmlWYrcjo+iJNPTLZC2KmAju08xD2bNI9BUhanIBcpLEr9uRSjcRXGGoiCusl2gTX0Xo57
9BRPYrhR4wbJQEnbeJnYYUBQ4pSonFq/GKfkMhC14hmj6WKsBYohyKJ6bONOQzas5ISEQCMgvKIi
8TzJTYT3uXFbZayCE1YnJ1Z5k2VmCllUq5GriOUZ/uatEo+Z7cdVsja6+rKUWfV6eAbPWuq7dcGf
YXO7S7ImOLeycttWGCMyVlUmDI5fJGurz9y0mLZDT29BDHeTFm2MZN8Myd6MMcYotVNnWBDabWGS
QCvm9AEK29TmYxRVdjlRa8V+eDMFPX+gOIYqbxurbtmClM2TFhheLndnfPX3Yzm7Qxk4knmHOtCb
rcqO1Hw746mhFBIMfB2WQ0edXKWcdHisVeh8Yks/SKEAGnbszvJqyu/LWOcKK72B30FCSPfcKLO2
ijUqVEktm60k58mNssiL0tw/wnLb1nNae2MuPowAoK/9qbwkxFzcjH4cn4ILVoRip/nxq9rvmzD2
eNg8I0YCIshzgmxCu+zRFHEDP9dJk55R2mibpot2Mez4xOcjZlUvwK5hDqX0k5dIkN0UKX/hPhCc
2RilFR8r8WTRL/dZmp6mvoF0TmbX01TaYYRQvFXUCZWXqM6OUTXMJtvgVJ3n3A6SkGR6a7ij/204
/24QtNP25e9/g39OzuciDPnFwvzU/XbSNbyjWJOiz3/vu45Y+x0iMAsvyCVULe8smxq/A3AcJj7W
S7plFj2y75ZNWfudyARyo5R/Jkp/X5eX3+LHkELAw88nRHL8F4TF3/pw7zoDSzImYwPmItAuaEka
nzpnQkfk2ZLOgAcs2CkTtcoU+6vQV0iiYN3DgxQn7qCFlxY58sKsD5seoRPiVDxFGsYibZamzRjo
23wWuRc1s/j3Hfb9TmHSBVlVYfi3hEubsDN/WQX8jwv30r24cVf/87fb16Z9rfPfLtFFfrj5fvoj
/1EboCMUFShNS5IUY9t39QH3n7T0T6klgZC9a1Epv1NgEHjOgJemNXfL+/oAWRNVBTIWqEFL6fAX
7sM/ZCjvbsSfXYv3NQIxcEqdZrXkBJmv2bWmbQJshy7QtXkTtRGMgaEP14BjT7RUOI/V/obad9UF
FLmaiuVPCRO7Jr2clJgj8B3bYLTXWc0xqZr0wTRH3+kFFVY9k0UbExzMnFG/VWocTVEKHXqSqADM
elJPRdwybhzNb6kW3MOeyL1pNoeDkPrsMADjiml2MZTsHjIE7uddO2GU7At1W0pp6VgttfQ05CvY
eyFyCitie9IXdXVRyxQc4SghHu+icT2hNrdTA84TIW1eMUI/ydmrZabqWT3e4zgsz9SIVoZGlpYN
duWqUJXHsI6OeaZfiCGibE0kWaAykerG4bHA0zIX0Q1koHNcRweGLSdhJK9Rwc9uljQdrmUTi4ym
gEONy9nR5JhKwbDWqtjJbt6IJ/hp3lBnY/cNsM5gsj5k3XyYZhGjtcrAIuvNDheu+NqE6WPj68cg
HBvaeDiaFVVIUOPWmgdwhddtY24xHoETBjhzyEs2PVLPjrhJ9koZJI6fW5eJn24LCwufHMzrrC3G
17qp3lAwNU6oBcsMbNq2Ela6hFiI3Hws/XHrJyjz5RUi25hZJqIiyx184zSP0rduqhkAll3Lez9D
zm3U5ak+owHqUja8cZziZA5FNphN0DZbeRIBsdSCesxrmlD07Ou1yiW0u0ZlUyWOm6KRjMtBejJA
STtd2ES7KQovw0CGH2nmWWlrkB1hWvh2BxrnNorm6yw0gLMQ0gGQ03erfCzOJjTEh7YehrN58W70
wiDs5ry5b5rQWmeE1ZhG+tznSuWh+oVzI/uuqvXGjroopoxbwDbSdDAwC6+Ffrxu2sXhljCLdOSS
Zpnc2QXOo1JON5aRnSZxc8VEwOVVRQenw/f0htrcw9LpxAoRE2Cy7KZTnC4P3b6M7DAotwXNxnp6
wJllJ11Ff0d3GvxPbS6tazQCfVbuq0B2cvG+p4C04tHV6swVfDKvcFkQmgTjX+PhQJ1tpmujPhPD
cT0srneUuMekM+1UR2ym3KiRdpJjzfdNkdanIJ0aqinb5By5InCdvIfodv3/sDZZRiDPRckCGoRt
89/+6/eRyOqxffzwL+63F/s53f/p4rXp0vbPRW75k/+3v/m9PLiayte//+0ZU0C7/LQAPO37ymEJ
Y/jXtca2Th/zlw+r/fIX/ljcBe13ZtPgz5EZUGwsc4g/V3dBEtn+gZUjSQetJEpp/tb3MoMKBFAz
BNslwoa/+m55J1OelZ+3xcI5ZzbBb/155md/LNtcNK5h8Fp8//f3ovNlHP/PxR2xBaorRLagJ0FX
QELlI7xf3KXAaJpmqkunkuV7XdJoy+GKd+M5E9aEYGSrd1fmJ4f7VNX8cTw++VJuIYzQjWVD+m4e
mMiQJfKQ4zV5QudP8GnVlCz6Xm+RCtHqfQsSTSp4SWj1Kgx17Y6IJZaJVi22ZUP0azvQsKU1vIvS
jg1WJycuJJs8tn/9QflWPl8Xtut8ZeyOJUlbdubvPyemIAr0mPcGrpmHqhjCXahUlhNNVfWF0OjH
bwCE2TL+4YteIKqfjiR1jSTOTckbwAornOSjvsYkjCcxNosHY7S+ysL4qLZZvgFmXdQFDNYZcWk/
IHflNMpqstUdORmwWMWz6oRJHjm8pqeTbshrO1IE84vv/ScnSbOKowGPRsygUE+9v5xpnGZNqkYs
Jwq9UyFlmS4bGug1fKaNUnzFM/wm+/h4W3Nv/R/2zqS5buRK2//F60YFEjMWveiLey9niqRIkeIG
IYoSEjMSifnXfw9U/mzxkk2GetWLdtgOu8SqJIAcTp7znudFtsXCAq5O/PRyvE63UBNSRK3OUkly
tmk+3EmRszHWZqUfaGgDnMAEokGI4lm4jZfW+6ywMnz2zbqg1mI3pNmTGaDWjlYaEGjSoDEq4hkg
d8aZ490WYrC/y5FrpyIThwuNtQSfs7IW6vj9qfjWu2OCoNZFyAM+fJ2qvy0ZGsRF4cqGU2Uwg/Oq
RZJZ6mk5h+Je7yr6jHbvj0cEyT/x4O3Bl6bEuQr7iEAPNoXF9cBrFXAmNKDC0zjJ6moTKK75aWo2
cpsLnR7htdZXHFoTHYx2YT9QGw/PapX04Lad0s4unRkkOtnhrEJyBEFggI/lpadGlnjzLvU9PovC
y/mHXSr3Ye1TK0/oU5MXcEQTvZlIXOqjRrb5aa6TzN61s6i+9C1NSKjBoXkcSRpcCqT7LqdX3tZ6
51Nuo0TaJtdZHA4cqL5HWcIJZFBs0OmQNaaIk93A92s+NXowv6lgdvhugnBjA8IqBSo36/CmW9zK
2tldRXyGdU1dEIVMFhbFTqeoUqwWSzXInHEj6nTYKyt0SXq3TdhtlixW0D36xvgeg7H7wp7WwFyz
hHoomkVf5b12qT+iHzj2lelcL5k5ZrthTMxjvV4Gz9OpLL7WNXSDTZCa6iku2uAOTQKUk1Im4Xa0
7cmg/hR3Dk3k7oR1G11d30dbWV8dCArFFe2Ltr+Vsya/Mtb5bBCiTdralPEC/SwpUzL00mtNmr1w
D5abVrhi3AFtEWonGqmw2m5GeeFXQK7asgHCZaQD0L06LARp/sqmIjTPI5x3pEHBBeCViRw3iFl/
UxcJZoz90Bj+lkw4shYni2Hhhdrv70bCojCSkzSQN3Jp+KpHE4DQ0MDEj2bdDO5u1kP7WJpCAgtL
as0GP4XZTg4+mfjFd0DWpZaA3LVI1Vw2VaB5E9hBUudWI/JgEIiOs9d21437DJNl6mCBnxTov21X
bg3hpWWEVLX6MnJfSQi1s6zcggyh4aoca5v/7ZjVfdhAYNu2AM2+FiQWKWRPyRhsSN4tYxT6uX3e
lT1wT5p6pvu2GZ0wAmJI0649m+NXcuvMopZg7JvfuNxExqpTV9LVM6FW2DWr2UGwJHLvOGq5nCX4
px2dKGy3WT8VVJE91ZGKpToSDWSe+603J/GxNy+zt++zUeuIRg/ym06qxZVVhEm6y4eOPpYYBm2y
62U6XqRjkf8cloYyty2G4p5ml/HKW8weNP+w2KQZ5zy5tIoKiODMvB73SVyXtOp2qvjUlJZ9Z0JM
IM0bWM2JLG0K54kmZoUYEw770JvGbDvSD/iEXru6DNogLTZ9Uwl3IznGrA0iXU1C063SZ8zWxLIJ
PQnuYOH7fAY+SXXPDAoPQGUhZ7WVvtEUG1RO08mqTgxZo5Nb7dIsoKZCu575k9ffpFHXNe6yXeZR
/AQ/mZpRaw9Gt+v6Yg6BBS00YIJc9PoITbtxJrtAcNNz4qTckhhclqiUqUtBfKhY8RKg47nn5hSZ
hn41zzUcbyqiriwcRfO0aXTbEofMJKpcgyi4MgoXegYR/lNmu6NN+4lKrzpsMshq93pcfX9LwNZe
UHsPtDnmLWSJoqWRsrZGyopKkfwDJ/fci55fNpapcVvhc35dclk1j4bGS2BwNOVxY5rxzbq2HfDf
FZZm7FLDV3yqwnvNLSXdCAJXgTq4GlOs6LiNIscowx9h0MllLTyNZ2oSdCfKYLacDRbzKTNwtAix
NA5Yn9OuH9ZLbl0bTFdLA9jo3JkYiiT5ho4T71pXIzuDN1WU3LiA13dWt5CIz8CbPbsIAh87Iof6
aBy0253ELO+tSEzpRp09AB7t/HkC1ZDX/Y1XpRUVyq6a+v040Ja8KQJ/4L4IKWc4kVohMXBSR7MB
ZKGIyK6bauO561Yt5JgdSZz2KGoWiX2PYC64bebY7KBuWf1juPiqOLFpRs2BmRrOwyyxDaHvtESm
SMv8mleVvbro5tZPN9Wi8x/Sl+EFq7J5lMNcf/cyCz8QV8PoYvf3x2LttR/OpmE05jPiJ/nJDFSR
70yvaq0N27P7vAANyuCoNtZjn7eSqi7I8k9Zp+weEGQyV8CDhHkh+oCyviTYyfeDB4yUtnJnCn7y
OcfqZuxyigqx44ETzUsHGqzuEut57blYNi3zZju5pX+nDaN4XKRvLltpCMioUzH25mnNXaGLik6i
9+jo633A6ChHB+Ev7icwQ9BHQFmUNUD1NDCpGs4DdQlpa5Njtp3Omzzgjo3nlvt9CMKs2GEEVzmA
VaFdbtPGGujqDybimHIoKToEFCNdDjSswzeTORsnCtoXcBg1Ld5GiRqFjGwMFAOAhSsoqKM2d1wm
0oJfSDps7P4ilw0oR8M4spw6JxE/xfNWtSkEUOi18d1MlAprvVI1yFrXLu45wDp24dFtdg0Bo4yy
Jl6evLzScscMnT+Xval4G1B2gdaKoUn2i1fbdJPWppNse+CcLX/q1R2X45ySQ97RPb+d4QqclLEG
BAkh0n8K/Di3OQ9G5CWxM7LFC9miTeTbWue1Jy2qX8X6CESQ7RflqFpu04Kq0ybFQ57mbGNmUSbA
UjadrpcH21somNtOgeOUM/v2zxKskqanvEHrXZsLW2tvFNVXinnwdPOiDr6LMEEltYx+80ibhCrZ
HGfnxll4BDpD7OycOKulLT0exHdf+eYPz6jsrW8STMF9GeKfyYCfzybnVeV7r13qq9a0+BaObTfu
dizz+Jyyt/1sL2OH0GqpH8t+dj/RuU5NZsnt9qrIDevCqCdoBp5TfPXxlbvClBVAkJvGHYWbyex2
bDD5vsxaDhmSePvcT+qTtM4seoPqjLq8XQ3dJqmN/kfdpMtX15XOrVE745kFcxsuqaVbuav8Hq9k
PZcuAAtgCGVM2fPCsStHH2dY2t+PyMKbiBdnXpBss0ijZEF/PxAwfZtIE4oTqZb8Nq4ri33V4rjB
i7SYd7GDw+u5cv3swXHjmgQfyNm9pXIUS12VFwD8B2Je2iJSFpYJ2eIU0gDlqbonUkcywc9EHMDz
z7gvES6VqOkEmjhVAgzNBvF5qWcURKqcl3tV04ux1RPEm4zGYdT0+aRRaDCFQq6mU9jeTM5YQfqK
a/9WjQ07s4XqHy2OT+uijLRIdLjPQKCC/U+X+Ftv2e2zHnV+i0MJPX9AhawGFxf4e6UMw+w41q37
wKT1b2UzNqecc4m/CUt/MrZiCjAUIjRU4daBrIFArqhTJEtj0IkN1IBO7uOsaeJdJgrydaEsUnlq
FkF9orQ5pUfAj2xgpoVlPRizz4HolQYGGspYENvNjSXPLWnaKzEwt55sSzT9RphtGu5QSGdP9NNr
F+TAjBZIea7gilyq9Axnr6nYtUUR3uD344XHjrZQGlJh15+7mL8xIu863onFzY57c0AIqJ0MtEnt
WjdYBYbPTYl4RvgdDMEhS81pU5lpTijW+MvMRcSMv8bFMDhUKEGPbezCsJLjNByra53CdtoWVBdT
Tippf1JSOyKKwZPA/hkT9nfQleNdWnnoN3BUJGajJguNyiIQUIi0QuOqzRLCNU9Z1clQJ2xJtmHk
z05uEvwt3dxczyK2EMsIazht2mY2N34/oOgiIkjDo8nH+CAawJSoHRCLINxWYbNcZWCAC6IDv3mm
piW5hggrTqM41cjlmmQQJ0HieZgS0ZwInNbaOZwkeTSI2Tuuu17wZfp+uJpmSaQeD7rh+jppJ8cs
S8+fDG8cBnQ9SWhcUz+glzJe5Fhykizih0O4SDrYaGG+UeQAfJEocgxTidshZdkx1zBUajkeg9Wd
dtrp0mnnAUNrIr9X/de29WeIUYPJO43ZTH+oIPHRkfWCknCWL9U2wBzI2NWlSD1k6r30t/RDktFx
82puo87KsXWeaeH+RnW1IN8e5yDwQR+XeVS1AhF80Ur/IlM6t/f+ME3sAysOrvVNMvmGaKecS3lh
ZyAoTPPaSePZRXitajtagF5TfZ47oICjUt2Fb89Lj7oGvP8mR+uX25z3ROj8NPgbF7BWDCL8h5c4
NuLW0hUVkXHJJ5zaBUfHGif3rWztGAbZ4AuT6vow3WZBOZ7Tq5rbkCT8/ARZN7SMgUvziYIznbIA
G+emH2hSpBAj7gdhQsfoWZo2kb6aHmPLWhGegan2iyIeJNXSWHuIYmjuSslRvWsMZ7qOfTqRNp2X
+7cziGlEgXUg6iio+wVYO4knHbklew69boZRo0UcphtnrtjZltQRV0m9uD86ml9oyYihjbd2Wf4M
7U5/xzoimFCCLs1Xt8p64kEg1/KIx+zaCERdU173urQf+nZO/ShwpGNsMILoKij01EY30tSsnKQG
S7KTnLlyW9mZqbaxbpZ73bXOdGa1E5k7nU32pSgqhFKwwNmJCzDJx0s7c7ObmPbwwgrfQTxIzAtW
JS3L/Ri0Vg7mBP8MkM1z+8WYLQg3fHzxqWgBzIP8JIlf9DpbUPFp95QaLNoUKxskD16F8jyEyym2
NL4gseMfB1RipFfkNnelF2xL+HzfFS4vF1NWddAC63HYKNV6C3iRpvg64hR5PSax8SMLFJq+2XDj
/NQe8hEhQAlqD67O1F8sybqnjHE2ih1xUmghlA4AgHEBDY4s5euvoV8V+ticq/Skw2rpOQxnez4C
80AFTAcGQJmlEaQXQqAhT05vm3wwOloAvMnFjiYVFPSzFJAHoYwvvFAlDJ9rszKzyMm7SiE5gKS3
50QMzS1ZYSPbd3gIHUtHxTUBs5N/W1jF7nY2emxDjWQtZckhvbScwfmZUTX7oVOrPYN46APTnPCl
20xwD79Yi+/eWVXCfuHFkOyjRlbZp5lgIYz4cIWOKlXJk7aDfLTxMs/5iQyPupTjd1Pyda5cIL+r
SGmlZ7fmKXkKaHZtnaBj7UVJ6AggcT6p1YRaItGe6eL4q5opqiEtF0ecrEWx7UawLNwagzTY5YgP
zyYn7XiqZEXlm+nAndkIOC4J4ZrvnSUzZGx1gtGUnS+PU9d15zqdQd1C13qkloSwz5lqi1N9Div7
NFEKtEPIydlFxti06pS2E9wYuDE234C5xLSmt8tsRU1XJ0XUQ2wKLh1RmZ+rNPPn3RCMDSmHsjWf
uylA/deF65W5tmV8U2hdJ1EhCh+bj1Zkd243Og+gTfzppOyU82NOx+VGUUdJorAAmMltKvGalW3j
wtNz44BcjOIGshbTjLOcTZi/nNfBHbSAMgTz54h6a9c9W4pkFQAuFQwWjc485CejPQTnYZWnvPFB
yhO7pUUuchypCEmr3n6C7FS2qL8dXZ0gM8DS02/a7BSVf9+w+9axBgpR+CT944me0aoLRbjHoYGg
V2dZd9QXoVeCE/f6ctuWproklywNkp/l7B6pbtFfYl+3n1RqK0g9eGHjxl14lbNHKuPXUVVa7XM6
E2hCo3A9SruT2V+XS2JIPDPy/AH2BzfTdOxC+6RlMXPG1PTi7syeXv1TmWlCSSSo3C83rhauIjos
QcPzp0H3acxq9ykV7cBJ1M0w/s2qz+4t2VV4xUFi8rdeGRdYYiSzUTMlDTRQgqTfz3HOELMR2mv8
A9LyiSNuOtei9OR2TU9KAg7kFMz7DKKn4L92qLm8aut0dRlSkxSxv6Ka4ivVFkQ2Cdo4dUouBZhp
jj38xui5UEZKO95ybqTLiHp7IKewyYdGd1HYgHqEHYj1BBJ4ng0+VW84KJZ9vWmhcXM5sgPU6ok9
yHHnwXx74vztu30IePNiyuPEPQG2jyo3A9ZEBORjZrgDw8KkzOAefCrqbHr4DzwWhFl1Bh+XjOJV
M6jlZgyS7vI/qjifF68EG+oUlVVsTQ7t47YgR7J/P4H8RoWBCWFTaKDZjdang4S1p1pNM3OtqCsY
DsmCvjo3kK9udebnl6o04s8xGq8PCjYH3ZK/6hoBohx6bemus+F4vEyTO6ocMTLJVBQ6XYEc2pzH
zZgV7VHrqGxnohJAOqbSfUFaeJtW9Lu1Opw/qHO8LhthE7cKNn7h1uFXv/wlDDfQtQ1eM1omrBlT
1Qvy1LZ7WbhT9UfmdH8/L3Gxi8kRuWHrsHPI6lvPaB22OIek3hkKSlCZgF1P3v+Wa6HkoBTAINQI
bbRQ2G8ddAtqbL2E8gny7YT6NXJY43NVg93601FWoQ1XCawE1+rUwYwBsJJVDSsVNuyQHtEMaTVE
PVnu/fHngb6wvjGMf1dt7UH1sZJFbI+yq6OJHzqGoNee1gmyvLKb0w+GemMREK3YeBTS4eXwaC9n
wpzHJDwwI40a00tOlwXLEwM3uTPhI9KUC8CcHteQvyVZ/201dy3MHHwttGko0JCnUcw9NHqyS2Co
gnOARDf3t34gNh8z5aE1qZ4U3V9b7ROlxbn/EannwGH412zkpVJatNFMCedwzZtwlMgosvrswaIL
KinGAg/NtgH8lxHycxnzj43JIkXmwaxtm7Y/qynQIDxegma7GEnzwasQb70LmkABCNmuT2fvQRHL
1UhXuGPAK/bz5ibXU7G1BnJq47T86IdxOC8Nm86KBW3/YnTDyeC0iDUcjb8b7HHggrShVYb/Ew/b
5mwOG+w2PFi+BACV98GG+XrXgO8CTmktybKWf73c3yp8LkGzb0rkz4Ay1ZlRxz4mA5m5a5X+CMvz
ej0HvomkG625yX/s9c9/Gwqt4BTokiCd05B+sTXVQB7xQyu0dXa/mIiIGgTxKGwtLIkRqr0chlZr
Y7WPaCITHvsua8gOc6IGT9OAG02+glXcPIbgKN1l5xY1IUdTk3fBifoDf8JXyxBvUgsg0MrdYqMF
9vrieRPfa43eXfXeQ0z3xbAuyKpyz4qJfkYMm2zsX0Pxwab5auoxKDCu0OZfPvW/g0ZvfyQ4wVCM
SGi9wNrEkJtYGfQFdUm+0ZaX0IvcBdsipbDx/kZ60LXPOmRol/ZuWqDZA8zg4HnFXEInTXleiWZw
Y4o4jLKMRq7YKK1zPM5ENNIne5l5rXXWD3iABZlPYTS2pj/d/9ZfxDMhhPHScYw+2P9EHxtdzmUr
ystUR0ZaQ8hea48IrGgyClFbmbQOvv/0r987pCkaejlCOIBhD7782B6XbQC6ZObY5ZqjebBUtHSm
e1plSRjFfq25Vtvgz2lJ/+CLv/HeaaZf9TMgZ7FtQfv7Yp7BT6UKKde+WM8n1cXOd0YCh+t2laRf
4GfTK4j11KYzcpSTXttiseGUW+rZH5lWvtpLOOGQLCMQWjkVwBdf/iJTFuD7XSL2xRYJyyea1LlL
E6ZnY1B+EHK92ksYyhZr87LDFuseshmKUQ1W5xLw08uQH6uCfgTXNufd+x/19SjMIpYToC1/PdQO
HmgWUjr9NFbEs2aLYUSZ3kyG+uPIgB1YAILCQ91ZwXUHp0UnxilIFl1FTcM9cpBlfiSdHC3DgBbg
/Qd6vSWh4uBUQtJNDw8SrpdfiE6OQfY2QxmtNPvd2Dgg29PA25WZR4psAT4QFYnOPwDevF4cxHCE
i2u7O3vhIZglVa2hK2uocW0w8v3sGvbZVMTV+SDG+Vx3Fl3Udd9tvO6j3fCND8jAhI6+haIN/MXL
5xXFaIJWpJfRt6bptuA83c62mR+//1bfGmVVybPnQSzhIV+O4saTbrymrGkhsoKLqvYfpsxorv8H
g/hifQpEW6+gUENP2Gj2Bek5zLuPR6GKq2Gpgw8miHi9htH2oVuCngO0h/Pz5bP09tQOZRVXfKre
ubTHgWoi8fM5CSRjo6lzb0TYmntPO/K6N60sWnSfK9LZmUXjUlYdly7Y4kBPxh2y7ODb+y/hwOd0
PWOgsdCVRqcRTMZXoFprmFIcvbM6wssGbnWivvaNuvHGpT7DsyQ7LTR90Yvbk+P3R7+/CAIHiq/f
jzRwzhCEnYmaICyg+/d/r7cmOJAcUDGAFFYI/Mu31oY9niz0XkXId8t9UqeUbAYB8xxD99MFA4ak
qMq9mMPn98d942uBrVrjXna39VbxclzSawBTBZMi90isDHFAZiSmoDia5Ue71OtLLjNCuKvskw4F
B3nIy7EoXQ4GDCdERHmJcqgpzG1ZzPauLJBIIXg3oyFJw8taYx3lhkuJg+JifBCt/iL/vAzuIPWt
fTGrjBBP1IMNrAhn8kgdNe/BseIIBaa1wxS03PimxhyQz34iZlznKVhM3xoD8IQdTj/bzhMEINRD
lGXITzh8VjupsAJHf7pM8HqV91nOFGiSBgPp7QgOUEQT1LS9aOO2jjxlfiRGfWPCuGhf4Y4FJkfY
4YejUjibjeg5WYTT/3CTNLgBJl/u3M6tbvBqMu4F6oGLySZz9/6UWT/TwRsEV7XedxFD0hJ6cKZJ
x+wak1JBVDLy0xjE5pGJCPaGMAKixRx+tDTe2BxpFfU41txfMLCDDaVCVoQ7o1VGBWLCG6Ls/tNc
QYN4/6neWAg+75O+VUhK6JYPNnpOmDQTITqjig/72UQ8z46VpJ9wThUfJD8OuHm/9iDOE5uPx10G
UfXBHJw612GHwTuy7YSMhF3iJdfM+KkPBuKMLkGNMpqCcvUK/Eit5qgdyy8ijc+5iMdn1qA+2Hxe
v2GIZ2gmuWuseYVDglRTqCTHDBM8giGyI4eeRdQ7eAC8/4ZfzxtiBmSZpEjYBghXXi7/0EpmrFxa
ZI/FlN5Xq/XQ0IbjcYVk9xKW/EdI8tdflPFWPg3yU0Toh/g6ekdMok3Gc6wq3WuYrntqzPFe1jT7
v/9obw5FCxTnneUzVQ8eLaXYV6gJwyS/79sTd42PoPNNJ24aZB8M9ca3WkNkpPXrJY1g/eAt5mg1
/IIZMxRpvaeD2TmSgzA+GOXNbxV6HJIWQR6inpejBEKa+bQ6QGEMVvOZ3PasotIRdZOD8MTLPyLF
vvkCfxtv/fPfbvb+pMw0aHG7Hdp++ay8YNigLM/2cio/SiK8NZTNWcdBa7sCuvvLodpQx6MheDT2
6mADYltEGseIM2Ol/P35tOCgAzpO+E/ZcX3Lvz1VYo3NJAakGlnTOSfYO8agVkpxWZudsX1/qLWb
7mBXRg9P0gwsOAUTx1wD99/GKvGfI2OPWq6C5v2kvJp7upMFV41nYT5X160X9aXT3+XWgoBLt/N+
TWZdefRzR5nbKFgbKg62HWJzqv5do7Z0VnwEkXs9eddfkkklkGiDE7Bf/pJmR9zY9Gyy3pQ320nE
MUYkVrh//128/sKwKul+gB+79rkeXrooR5M6GvwislAYHsm4LE6Ugibl5DhivT/U6+sQnS8W8S7n
8JqVPZhMddp7Ba0IBcqjpcq3iAX8L1OAsGYWHc59Jq14OIcH80dR7BuPSGKKR6S5djVaPRg3DlHV
YvCF3AL7Ydw/kkRTuRbdMTYMZz6K1xs+vj5lqi+X1kDz+Jz79VHjxfGWmqxJ0aWu6mcTycCtUOOf
gazX8400jEecBR+WOOHwrSQhZH2zQ07XWkH/2TCT+qI3yShJvOs/2Kheh0EhlzLmExlIPoB/EIxM
mHRQlM5J0vot9oa+Xe6xnbzm0G0vLQtC6oA4a9qOpvPRins9lyFfrIx3wS5pUjV5OZezBhGCasiX
1MrRd8FozzcQbr32gwdcH+BltEV0Z+OSYPrMNGChL4dp3Nitg3wiE0c18XSZStTaPUU9ZNTBtMqy
EckMYzCegGvwNmGBAuz9Kf7Gc3LhJ1x2yJJwC17//LeNJde43FmlyKKVObcL6z7bYS2efH5/lNcT
GuY+qW6CLwwUfrWM/T4KG2WL5A70kort4aabh2vSs+WDCyruf/A8sP9xuwJcwgQ92ChnlRjpaOAq
lZthvI8bSKS+GTa37z/PG/dM0ldkUUkikvixDmn1PS6Uae/zQC05twI5ZzBt/TnOtilA1B2UiHnr
2xji1HbsbSdv/N65Ojhq0O7CqIsRxWczHI6s+4gy+dZ8YkatFzCAfVweDj6nGKnAI02J1AThQaMH
jqqcev2iJ4QjrGiu4l5c7RsPj0w3BPP7/ot5NZ14JUwYdmV6nPgIBzsXm2Mb9y4+CFk25HcSR6cL
X2Pl+f4or18/oTXxEVmINZNMwHnwmMZYaA5kCTPPtcC7dVJixRWjQK8KatZengfHYYbbeCIQX+9K
uXxzhByOcnTmOyPtu11rFP4d3lXi7xfwf/DLfxCS/PeNpv9VPB06kPPzf/eZWgKYhQ9GQODuTeFx
bbz8GzIkwr8skgZwi1lL1MPWQPSfXaYOJKH1UkiJBOo2GTq2FIRUnfzPf9jhXx7JUBhDNKeSbviz
LtOXWxOxyupfwIFBcLVa1RzOWNWrVKG4SaI4kwPk1FXB6Q8Z+sGi4Yz/7aVc/b2x/97SCpqcmfnv
DZ/hgN5jPgTbyFtrsIf7raJ0jJIyl1HX1s7DEnbpkwl4R20K3dcXgeGgqhiDiipUXVrjE1Q7WpGK
xMIkPJs9+7isCqDVWB1nnxCt00OUSN2H25AOwGunJ3+8lZ1HD0psh+UZ2kmyjiVtUydDb6LtSkMs
ajcTefMHRBuY5ji4xU2oCq12jhKaW0mLWVn5xZU0WG0E2KHr3GvrqxDlGb/LqkfDH8aHZNcVzkBz
SpA+tHGTnIx+gQIUvVQZRIhniTnitGncjdlWFpLWPLYeQ5s6BAIuX37RQOfhXYoiRHVSlRgLu65h
QN4zOpqdABQbqP7yZrhMkLPc6ykuz+qxyW4SvMez48yeHdLQ+ND13KRVH0cm2R4DkYtSV8MADncn
OkT4P9B0KG/Xgbt9TOrQ/SRjlG37GeLAQ6B7Y94MbUF7RlhYIxrGpVJfzFFM6bGhS5pRFsjL1z5K
t3JbzTTLRUFjqK8UFeP7NJyKesvNoMAhvkKMuEnMBdgBrqTjI7pnvfpEiODemofJ3sxTVz6VJbqr
fe3MgBl6pSkEaTPA836ixHc9GklpHzucES6cQtFfZ6PtGRs19mUX2X0awFf0ncGkBRfVbVTRdnLG
rG3wSW7n8BYDF9kwXwAA0GrW4FWBdb33KCdiuE3ZWc43o9TU+Iolszmc8lm2+wpzhKt57IanrB1R
YPbh0gEGSPvJxRZOo2DihLHuuP5gfpovEx5uSi3yqEvG2YzqcZzvumaEluRWDlVzVBrDpyGWyFz1
UMLkjGXtbnH0g8Hk1WI6suEN/0gbs652Do2ScOqYMohY5Yh5bRt4z9jsZWIzk/e6rRLsHLembFu4
eM0AUFGYrYYwVwz9gzOuUARrlhZCaKAFJPhyf3wEKzGpTTx5NpKlugUrk9DMmGycfrbctZkiLE/K
WTvFCU0Fs4yYJsZTkNFRs7UMQ3frrAMhortU8mVlnHGNCmaNwhZCR73ppaE+2627yrvbCbyHsCeH
Br4cKxDMAK3gyrK1RSvqGOI6qFTe5ZvGtdp8R18bWl9lpHQ6muh0c0SIuS435DXGn2GfNTRDBgWr
mV/j1rWnEW5rKgHREnk79qY25oYWLHMOjcgvi07srXDsbxG52viDkNeqdxiScsq6GIZtAPoHl+VU
GXInF1c9YzvZYx4ei96jSzas5x2NR923hoTK2quQYD0ug7F4HOcOdaPVN3G7jdPUT3bOktg/Rtst
u4usmX29n5pW10eLFKl7GhoLNEoQhOPOmqq22rup6r4XcuVhkmkybTqcNOXsekKpiDxN9tjS6QUB
puMV3uOCOggaUNZasHn9+YufavO2KYbqJsH3EtkehjJXbli4YreowEJaiWz6nxnW/zuo/8El6p2D
unrGJJAL6Y9/waf4+b8PavEXwAcbbg+pax8MwlpJ/udBDdcBpcSKi1ijXgyhXhzUOG1xtvshAh+m
+r8Oas5wqq/UYOms569T3PsTHMSvW+/vRycFDH+d89z5KYNazhp7/nZVscLKYBPB3DyOa/MpHTL/
ClHtRHvgQk2HJtKN5rg4iTs/uCM/0B3HvTLuYtWcK9uEHlwYEDRnWtbqk6ycB1giNFA4VIy+oHkc
IGQ6wY4+zwCYM3qXbBq+l2b7uCTFsB2M+Tpmhh5xAy129P7Q6mvV+Unhoe439dpekzjtYytSJL/B
12aExFLV9tk8xXemJ+191c3yKFbtmQhKg+C8ums80V9is/Uj5hBUNfUQ5F5bsxjLezUPw06r2T+1
aPI+sq1u3olS+LvM0MhoxdR9d0jG86uUF0NeRSNtArtwhKtTYTmPgmm2PiVIl/eloM5VsfAi8ESc
vaM3bGOjxit67M66Vhj7Oemr3RJ4y74b22TX1PZz7SzwUAHgb3K3POoDOdwCm7ixk+Y5zo17Z4hp
HtCp+9OYxGkwpfI2zlvnmE34OETifAwsESFL2SynyxBUf7uE/dGqva1L/v0LvvIvGMsvrMi//99F
+p22+vpn9+5PHf2oL7+VP/ThD62/zb/+Wf87MC/rDeidRd2z37+Eeq1/wz9Xtf8XWXLiZLSF9M2v
Ne6/F3WIVzX1aPge3F+5S61KqP8ffYd/QfRyqRqsJJQ1EfXvRe39RZafjIiNIswySbP+yaKmOM3W
8XtEjH7iF88OMQ7jgXE5WNZZkuJ3uJACMcMhPtWkD0N66KbRf4ghWu9tX52GwNxBO9uNeZxODo6Z
06OfZn00WIW3BoLyNnRn6A6At/I7RNg7QzHbwcyO8na2YHxJ6R7F9IWGpQ0EMnW9KMxhGRXWtE/T
Wz3b2Bo73ckghl3LoevVMtkIIjXQuCfgLzdW/tDBRzi3w6e27U9nkAuVjPONM6GecQhW6iTfZkEL
KrI5nTxyrFw0Lip8Prn2XysgppVzbwiNUH/GX54+nRJue2Eun+Q44sm82EdWjCRopNcbG66d0V6M
BnzyxdiWOZyyYv46CXT4GYANJWDQ067ZVjR16vhhmI1jEPFyM/0/9s5jyXFm3a6vohfADXgzJQF6
U2T5miCqu7rgTcIm8um1eHUVIQ0UCs01Paer+y8SSLO/vdfOxygDTd8lX00NcH8+GO3XMASrNvM/
XGp8SZWO1udY/7RApGr5PoGowftjWjsvqAhLAIzuXaDYo/4qympb9/PrWNh/yYO0YLuL10YdTHjA
WVAEGx9udkmA18rrZq1Z8hgU2s6bgFrg1x/tIjnMJifHIAdLOt8tGR/mtJZvHtnX3n/xgquH6SPC
lIxuzTC1kdcuTy3k7WrcFnVKvNdLbyJ3NxhRdrCgt9RVn3RJSjoPbqRn9LcGNeXF4DJ/1uPmbRjM
FaeKrypoIoJx78ZAclF/nNdJKNIU3nTPOXmlCtYWlOK5XFVM4rD8E5lhhLsrAQt5wR/la2cksSMu
7SlsaQDo1XxgpPbASVt7zrekrET2BkZgLeYKMS7XaUjJ03utlueZcMwfJcb5n9++k9xcOXL5Zr8K
k9h/onf6qTPndSlu7JPAhboVtu8wsGQSVhW3C4AWHbevSp1MBXWgs19Q0/s3OdavS1lAHaFtfZc1
S74hBIBbS4eRPVL2Iy2D7BoR3HqCgfGKCBfNxjlT5c1026Mba3Bb2R8f+K80Dy4xIbK4SkIgFLsq
d25tEL81DR/pIlZFcbDLR5CohAPubuem2j+6yN3k3Lr7mEpuqyK1mNo7SeQ00cYVANFXnwOw4/3k
SbVummMBUayv8Htb1NQ4R8ccN2xmR9OFTh30L2YaPGflX5UckyV/NaGSpg3A3mKMkLFDd/pS1Z+g
v7mw+awUQnuzHalySA14C8UR/XQlx4b/fmM5ztrwh9TDSpeCA3h6izEJxRY8ANHBous7vmQQBNoj
K5S9ikV/6gCuLcRodGVvlEmW311bS2BA1xNQ8Q+lX5enIAM0jFgo3OTWQreV5d6LJ5NSamNH+7W7
TqSPgEZaCFzDAxpvSS6L2q/MvOzo+PmTUXRnS4y/c5Z9Vd2YRmrJP0geeds01SMxWZfAhFs+amRi
69xZ/hpKJB+qbf3bXDZwCON6IDSCr6u2jJfUniY0YZ9mABWMm04Qisf1xqvFFWSda4zR6qB7Mnvn
ubOaOyn6cxF027zM699CLc5b6c0Ynpl8rYQZc7ko+PMa8V+aIvp7kWQbp08Pid7vplQ7j4UedlBA
Oq//YudGoahIOTnmHyA0uzIejt2iPccDI08vfxBd1nlSD5Ekv7ohaDZSIrAYWAf9ObQ1ygJEEiXi
O5YjMezaWzeTea2t35lE+Zy78mO0j2Cs1mU7Tu++NSTRRLbqZ45naj/BZFANwc0WSChMFyxa/dry
uhp6otK/5rHwTrRCx+u09pso64ch8lB7t33NYyr8R+6pd7SwFw+23RLmiQ08Lh6SbGWJDxxYcPQ7
ncZBrWefUPrfSfjWmgJomgi4xEfo2JEQ7wTFP3KPjqk4/uiqg9YF/l1kP21P8DAm71SInNvqzcx3
Ey9HSybYDTXvmukHrLRcp7eD9ReS1ZDwamDxtcRx4eBZJdMXCag0RAXegZCAIATKn8ewbXhkrW9u
fhD26sjKYEbCI2H4FMaPC7e0z+WcrWSsEjou0q2+fED7X5ue9qlz2PRERUCqsouto7jUlV5DxNWf
7waNKPncnWCbndoqv6eO+4xSB79PLymebyv/4rXZFz2osEdGCd29DFFFUEaeM/OEHAGVcMVDYuJO
V/7Nt5NPOD1hgucxzvxw7E+2/SxYX4WpE1lPvphLhSYMbRy226SRWD2Da0DOioR335365IMI/5fW
81KLw4QN+HGjHjEhTxxvg4qwq9eFhZZcBLQ1r9HOjiw/M6Jrrnityu7Db0FTsAoemVaUqzmxlohq
wQ6XMNIVovYmDQbv4rZgSx49AenUPZrkDBgpuOq1ubiZ/Nt7W9ExVSWJ2rWShIV3IWy4JZgL3Ce9
lLa/aia+ZdxY9tJtEmGGPiyZVe4M+DfKckt44ShzsR/hGiQtxwwsqGunmaZ9UPdURpTUk7Z28Ulq
5CWe6z82MH3ZecVqruKwooQB1sMJLO4GgtP0PNbGJi38H1OSKTET+2dwg/fBgKM4J8PB5s0npWgq
2hQ6d7OYIGRizWYoSPwFUrlPhgBARPkpATEgNSkMV+DH7bn8MJJF7qXA1CxMhkm+BqKh4pfRpxch
cziaAdVXWrYhXBPlXvfhWNWLZsQ3QyiDMVu7YXgcrKYMYatVZba1WarSQW3wqm6KBlVPWceW5pNY
bke85MALCHuNb4M77b3K5sNvYQ8poGQE/zmZqCYqfONIxvQ65ntckgAjKB3bCo9PRyDi18WhJgmK
nPPQa45ZTYEPf6uV7dnEzHXRxxuInFtVBaErs2sDAIW547/J6lZt4IXBkt2MSjy3VnUjcno1XXnX
0iaSVlx9WgyaytF9LsTwqeu/VWVtx+bXWKzD3B+N5DtxxnVq1ftZH9dSm2FglZSwgNvgtdE51tXn
tD1PPsnpgz69GbzRMS0mGLIAIDjLex3UkdCXXZHvAsjdNTHuJUUfDd4sAsP+/A2jFQam3NAWlPGD
k0zWfJ18d8CydIcLlrOuG4ltM2W7qL7yxwFv0GvzvSud0IwdBkk+4hJCqS+XnUlqjjmOdzQUppQp
W+na+IyL2o2yDhNjnP/CMQrTsTgm9nzKYKOvmJ9e8nQPbBFr7RLWbqVfUMzCbLT/diPJNPxsnGSa
nTFoGx2ZEGb4ri25CJttFgqnBjva3NzC5Pgm/9St2M0KyFpHlYXhmwczc/dlAkVAV3LjuM2rn/fR
4Iu70Z/NjscgNW9j9uvpRagM4tWNfuhT82Cp+ikwzCxUlZ8SNYRj7o1vIjE4fwxRnMUGclsc1c68
oQPvzZ66fcbR6aKRT4AcFGPuKFg4bYfmEu7aRZRMlSQUvBCtYeAl+S5AFfqbQQcS1R8s5zwS+GTR
sX7dWL02M78CJX9rqDzePcitB9AKLbjMzSfywYyXq5vTdn9INgCWl3wnrmyOWa7dAXB9yWWIlKFd
zc644m/cz82P0xBCd7g4VDBcD6U+cw+gG8XJn0f1WpNhDTo+0KbfW0UQpsq0Vl7jn/WyPxhd9zbY
UIuD5d1J57fCM89lZhzZJ9YzF+680Y/IGGFG4BLO0c7UTFo01HiUvSAnbE8zazaJdderoN7bmzTF
cIv9EWBNnh6Fq9MgAndMuctKdMYaP/UL+ftdQEiVi87LwkeuzfSMVg9eK9gcvOV+iHOGjqVpePUr
yVl31NNoztU2t2k10RMnbPPhu0e8o0FL/8vRtft0a9Z/OkT1S4J3icVjqrdZT5hpGg27DrXEdEOa
Q4xurXkM7jRNHD1aOXeJuWxFa1g7BCpnX+ZJmA3xM/JK8lRKbAUkudvXTnWsuGlTzd5VW2Rx/c+Q
vmvQpWNPyPQB1T9K6TZn6W0MM9k1yNu7NfnhkdA4S18bpbX2Lv0mftJMrnqTBfxJDXJD6HuvOqvd
eaPzIjXt4qOW8sD7PJFtg/jdaTMoKN191ECrXUOoP2ymMfK9VHunIJYMQ+3FX5obPOW61mF35sRu
mMV1yT21MUFa7EtmxLQM0UeBqwWhpTkUAUitztJpBW0vKczqdV3XT90U4/ugQSh3orIbzNC1WysS
WaGt86r+xtaTP2V50v8ARO13fglo0NSJzmQc3YSFt2+mQWDrN1p/YmZAnL8vORlkGVbDMTi5AxtZ
l4BTkLp2cCb7xdTKNMRh16xLblpOXYeeNL8ns7c2TT2KXcZoJZwFlV2qdzHSTp215/yzbQ0aYVq4
kxhVgS0GimhCv2kBaKxcdR1EsQdPeut1Kl84/qUZZeTF9OMpsZqhCUElTMJYPFo0ylOt3CtoD86a
vCzmSMNbxelxMDRuf03mrtVcp1cJLmvb2Nxxh4GvLVY1EDKn6jdLZ5k0gmHyHfT+q+3Mj7kz7lZr
7pbeOzVCRINVXyVP9rHIfoXtf3b6uJsD75cwfVjUxb8OGGTWx98URe7M6q8fvCWz8WYZ/XNX2i+O
rNJDvKR/mal8O13/1VT9p6eN9wwQ51qzzSvFi+BllPvdJrwKehYtQcqRWQ773myJysMsyn4qLvFH
UjhZ6McGEKqJQl3mPdDNKKNuUDVVz0EiH9V7pzvJptGgl4ulRFVoL5qmMVdRN7OV6c4qv1oDQT3R
IRRkznBtPKZcDiUkoTv2Z1X26cXLQX3Q3bMmbbNRCcMsXX/r2UJoXXrpH1fCbPyTPpBaXq1aFhqX
tNWQb01aKJskeS/r9Lmpy0vs9JfWLEIHZtyqVT9Thj+FjXedEjlfiSKlAYDtWroc2pYZLp+Ogplv
uZXfy3baDAXDkMVbvtF0D14XTyfPT34zjjkG0fRSTE+1Pv0EAygsvlku/eS9SlV/+MrbIJuCSPAI
Aoo6qjv/o8srPiCdoX79yOyZHlkqM4Q6/pXlwxMArJ0D/8t6bCSmK6LSByRGgIHLagJETR1oQ9p2
vcOTbxxqwzrq84iDa3x1zEqjNs/bxtLbTL4BQ3QOswwYfGatHY6Sq4CVqnCXXQdVz4PUgopivqsc
zGZmI28YPddsgqPzsIeSyFHK+6bJcFf5/WHM2AmHdj9aSBoy1spV8EhDLEF5SjiiLlNsPFmtdRn8
ClCd9gb8eVo3GvY84eS+TiRtnnZJ344nr1lSjqJyjzOc8WKaD8M7J6LxFAjzLzL4atBUaMwc/Sjg
RUubEueCe0wyeMGluE+tJbvM3uNwolkplWCq9eUNrkKZhLPjzre8hzKAmvFsCSocc91aPkB9HsBI
IUpB818NEwSuMe//CNeJAvmTSxtS3PCSZvIyZda/prYHVsxZXBKrJeLv2N3ymsTuDEk3qRCaBDuv
HY2LvoxswF1C04lodkja2Mrj+sh/9rDO9f65XvgGFS9JNMyAFqUlr1MzRFMNbWbiE8Tyfi355jU6
cUnyn1M92xSg1bbkFmH/6Oww9vD4zBVwJYgCScbosEzfcFpFvo0sM86OA9g+Ti8EZGhe44ps5ctH
W/p7pHN7A/6LkRP8zIPbN/duLLLTuMgl8jK4CEw5AM/Lg7LYlAvpSQagefEiuhZ0zjLpK2NOi1AD
ByFDpKBVVsm/tOhEjtEOT0A+NtADMWN6NjeRHazKMJ6mjVHpyUaPk0JEGZHe9TAl7oVFvnj3TYS9
nLsA6/XnuAzVKoEn6gxuRXCazCIEkeUyOr18Xaps+dZKPfktasTO8UEz2GUi+cv4INsmLZ6csQDx
6tMSOyGKUMfYMS90D1P55hjco5sYzywdCP7oPI8e1ppBIuq77nay9r20f60M7QMkSFQ52U029cbK
1WaKEy5kgVBn8v3vmqXvK627z7zEq0mk916f4lUSO79DCiufM4rlzpDyT2l+hEkYNnBzbKffGl35
4lt/LTqGmLZGgT3eg3pawkpYZ7I5P+Ys2EVFs5+64pgxBt2ZKr7nNK8J09jqEmlqmfhfp4FHv3x8
LnDF7uBBzpUXyI2eTHTbCSt7L+NPkEAnc7gH1V249a5R3T6O3eSKMOU6CTpnuW1zCc/JE8aX6uEE
9TnQT2D/YUsdJxnscxb/aa3nZQTkNTmXrLM+ljbCU2AiyyHpSVy6/pRfMkkHD7uSBkQ11Gog/aKf
OIqoDzSPA6bDnWGggGCcOXjQVOB3cRcwxPMUa9zfMudT03ED1oULYYUDOio9jaP+PcNVkQ/uFyxS
ZqhuEBGXzdbGUHkIK+KYOy89OCyHtWxgix3REoh5HsuGWY2L2JMhAPV6vkt0UFYc9syK6gU8OPuE
W89C/505T8tqWPx3OoqIQsf+CpBlxU26WbUatoB6+Oy1a48ovRDObekoZuNZHMopZLxy+xwMj2I5
UnGQhHoi54/aNn41L/l9vFXuROy6Flut0z8G0JE8ieregsyyqY+lAKOr9+igB1AAezfVV5qTgb3b
TsF7wbMjY/02Vs1XgSkBGkMcmW25DwaW43l4bh5LhfbSuEEIdooIOUdmOZynyd4K/bE4B9ta/mWY
/9UHaajiDxdRYpw28+L/y7nhaIifBUyZSqVrd9G3rjceCjls0gqONVV1z6n8Z1bfpf+xgNGM0x+W
7GPQTRF0vLVbfPbZK4qGXmXbFqmdPqUQTeHSl84GHs8xM4yLHWgb3NdIanV/rJLftmFXMapzF0tG
f/oWjtIqXpYOhJMd1g7Qu8xZw+ZfxW3ub7T03XOLDZdcPkA7OZjpV2pa+7qs9tr0VBooyIU77rrK
3mUUSAnHfXLqZ9/6Lkfr4ZaIpsa8VyUX+s7WtqMJHpFZ6hX6+DHmzrbiwBAZbkkBWRfWCoVaaOPN
VfOfyk5+GoNdkBDjU+mbYS6SG8m9g2LFE8ClSl8xmKjS+gDp8b2lctMV72K61ExB4vnNsLJNm/xK
ZgkQMjvzvZ6v8wD6r3qD2smHS4Oiq6onpQESnSnl0uS9mBhFACncuhJIZOEf7Gw66V2DIJyEk/WR
qWGftfNLaX6VAKDzybtPvb3Nl3rlEuE04mPifOKg3cHOIW0TeK+jQxkr5+eTXWTbTJTHZrjGwdi8
GBnQcE3bidwDmi25JQahFz9nOUkcy13X5AEtc9nk9JCqYl5Tys2mT1KifhKph2GJJmCaXewXIMwr
3zSrs5tFyfAFYWVB7B32GhBPrxvWxZyvJ/3AjMfoTtyjbONYtWel89EhTqaHwt/3mdpryaHmdJzi
wuWgmEV1/Vaqa+lWG0f/0tjC81PbHGTi7QCmwax+saf8PGdRqS9sIDHPDt3H1ioroEhj7ix5ZB7X
Qltrdpn6ifFKA4C+lU21EvLdtzF9meQCy/6MvtzMD9lZXQyHK+RsbfQ6eTKDR4DO2uYWXK/s0lFp
XDDBamiFzm2OSShrmT+FVMvvPeFcARdij2L5X8VeHeni6NRHpzy7HD41sIFIRRsrM1ZN+0/Wb1b/
TnVJZrL/td5dVPxRoznHGXIIY+RycjdQHyF1aG9grCLgo6y3FWR224x8tV1aa4cpbO3TJ9d0l87k
uU2oK5k/rfymesBc2gp5ZYU76VTXWz8b18jDg8XCkrFGmRs7IDMgjT8GbPzUqwmkV08PPyKDCsYf
PgXtgXfUTE2ESVUxArQZtpfwrNPAewczbkWNGncF1y+OT3Aj1J781YpJAQXuOU64cVWKhjqVSvci
3wIxsjDQoEMnXk2pb7LgjcxrUjaf0lgJAnd7e+m5npWn1kCyLcdTr4ZmV2vtdUjj79ltviz45Ji0
3vEpiPd8KusDXg0OhUbRnmHEfxbyQ1HXAIa1/9uU2amrFOaxAq1nXGdjG/lpOOj+ptKudMetHhJ5
sCzbztNYjt1Vu1xjnV96+dLLe9bTxq210Sia7BWv8XXx7NMi4mojwUGaC1g6prYP0felYBQhVO8Q
Ec+iigrnquVPLt9zHVXB22K8ifximfGKQ/pKaSJqeEoXCxs0TUHW9GT0IOI1wnDd3vS/sUPec3RY
M3uCpclcpotAbG4TZ4g4KswFZdDlfhmjNP4w52PtPKNzX7rK4gQ+qLXpmEAedWSoXgzPqszTNYbC
z8CZwzL49Kf21LpWGMAbWwmIip7wWVCqfV6qs75YPzUYPOTjkHazKDBxk6Wxl22EV19QDCzUKBhx
hT2dICzeafnN8OE5xJn74lrHXfHpqtjdFIv5xBs2RDmTkgi/nI8mEWif3LR5qTzmQP34CaMS/pSi
Mtq6JfAWV7qb/Yt7we3MPAdTog6ZrKOhSHaipwIxkPWOwqQ2zHOeZwKhbAka4uLi7SZPe9Qpk0gh
mfqn0YJLrZjkalQ7lkXgw9YbppdJ2d+uznteB/IO42cDFPZ3HMSe0jbaBYpkYPCF5h8gUJJZZCoi
5Q36iv49OJq769XoH9yOS6UCAO98L4zaV0T5JWIRIksyudXeC5ZzP1pw+r3EDYFt0lDlp+IGu/Cu
Ru4fo5O+EhGkdtpH50jjVuet6pNdDtv2VhmbOLBSDtjXGTA4Y7sZ1nNmfQepyhBSk4VLp7SvglWJ
hsIFMig2TNYuPYtJGvoBj1Cgjjm9llsMeNqhAm7lwClLio2H+B7aFHe3nnxPJN+GmG0Z2d37PPs7
LXW+YfRsCsBFcJLNN3ycXMIAR0JpI0t1dSdB9UO5SXwBkyvdt6Z+GgL94qX0VOeai6deykOu6FPC
FHSSRaeHpdL0bcCT9OS5y9FoICJTvU57cV045UZvvYWKpLws3/Hb2XlkopNs+94205C8vDdyUbJM
jVUleckKgMArr4fFsCowq+thvuTb2S2jvrWGg2Y5gOlKfEajze/UM3dApcVsGwM1ypxNHLfNttfr
Ownx+t4YjEjBW3vXNjEF9I98iAo3M1+9vj0Xc2VFXDYxUoGIWRkttxsKECTFv4gVKtWHZ4HuEqHp
G09zqYMZl4s77CxVMq0eZaVwTZjZchMTrM+VjRl805rcjrGE+6vKMqjuav+OPt7HSx2T3QAj0Vif
c+WJ3+kh8yamMa/bGa2pLET3qzJ6kYNEjf94Bye2E2u8qqbzIquA+bzA3zoG2HHPFT+Hl2Gh/ZKC
b/4K5jH2tGJEISOGmT9TC/2uTEvzqXO9tylAJLPbeJdj3tikY219MnRnNN20I51iSovgV7F61LMR
6q1eUlSYBR9UYXLULYeZRjjzX1oLe9jV7uycRD9b3x0BpSPElOIf51iQlYvgcK9T6JbOFI7HA0zb
QAm0NjcdOX2oekdaqT65GrJTE+/4LoD0c+M41KL7N0xGe3WClLsjA0l2XemtWzYo1B5tsjndzfo+
1Tid4TkeAZsuzsdUBxRvG30fwDuQ1N3bujZtIRw9OuFnh7qCZglT7jTbFuQu7OFU9B4FbH7HTbhc
yn+d7RXP4xC394k6DkYoqsH+pb6GGCSBXqnyX5BDRQp7pCKGsVNrsSdndX7rR7jPmuIAh+U/4EsO
uN8BHuZ4UJkwr2fz06AD5ir02PwcuNrsWxxlZ3NWYmt2jnmBqpxwzmk5VzVsMCaWUMPALE6pEhI4
beh6GQuX99poTnkOH9yZU0I0gkIw24cViZrOSCUuWndb62fsuhqzRGn7P61DsSwzbR2EOP6WK67j
4A9VKsY2V0BMp7ZzzjF5qA10VO2ARs1Riv302k+afIf4u2BJNt0natT6jYsvFbmyddxjh+f24heU
mEztgBfG4mJhBSDxV1LMgkuFO/0pQfJ320zTuLnE5aMLoqv1Q9f77J9mYtyNIalWHNG8JooDBrrc
wZawybQGba7AgZ3Axz1jCrEJADRL8jQiAUdcNaenwoUtsxp8jbm04c2bgLDE2TGYBycWBQy8ytzm
CnPYFlD+krXW6u9+THnQRlSZ3NlV6X9NxUDXt15USoTsYtrdLDD+eJ72o8eVRGhY4p+qe5jGa8ZO
wAGMKMNOBdF7ioNLkKCbdGUwhkPu+XwtmbM3eucJllzFrlkb9LRRPoO44dKS1Tae8W4DtQM13Qcd
zqK2NC4kc0ZtlccxbFf0/nWBjSTSND83eGfN5oS6gQKeP7CgNiRvs6EmEDbmzWuTZSvjOT/qXT5F
zYxpCICWt/ObbrjHRM5vLbcMYXrVJec4ie1jjn+ztoO0GIvEP7dN9iSJ4W8plKI9EUTJ6FmMcmOF
TtyaJjUYbfIxF559yGfnfW5qcbXpiHgy6ZlguTatiF+LChErjnfISMNRFLHx8VgKN07ATcps6+V1
1ie+BJ6Je1KYzpbyMn5WZjxFdqfvbbtZXtzRRXchJ8ypEBtNhkJx0ztzvKFVtRrDd3ICECKnwA1p
myD+l2u204blUL2mzBJif7bpUK5myJ7LcPDnXvBGJFoofcP/Z2c5cxraHzdNy9yXd4ixiuDOszI4
7P/kc7qckeT+NCMz895vt4GamCUPBYJMKVV98RoIGqu855A/0AOxT7tC37nA8Q7dbG2XAO9MH/h7
z6N2qffJczS6OAhu27e2tsczY0t7Ywi5nKGOLpE2lLxjOX0jpHncu4xr90yrC4SHyZF0c4vizW8I
ijG/Ne0Ro4IcLxZzEoz8mR5z3pmKJznIbJM+9NjBTO9L1VnXhe+W6AeYoIiBkrcrU/mW5X55A6kx
nibbi9+xzetobsWHgdSwrrTeCJWUza5rKqoy7XljTEDWYk6Nr4EzfgCt8qN2fsijzVKOb+Q9H61B
InGpcHDJBCBND+2uE6QjHPqfznluM/uHQE2XRsUkqVyYudiMKhUj0qvnGBizKoQgZslHWczWpRdk
RzvgwGg9SDTNLP/EsaXDO5W4L2Z3RESnOVe2nZpWA7P08vE2mlFL7RJ3cT1mXlw1GDOojIi8uYT9
CleWTYODCJUo7WYZp32FnkfFAOZp9JcvMykMmwUb+i0rjowBZgfFt1Hz1cUm1gKrAg+3KrKHA0OA
A8DohetkEFX8r04M/7Qg/AncNaGyNLw8OVjWoPHWuj7rBx7QYheQ4fhTFQHmTMaSV2wc8MVJrG5L
lbrMeQxTu+hmyu/dFLt4GDt0mES6e50uIoGwm3CBXob4ytPG7TzrRYnbKc7uA9ZGjpj+1IDnM7Pd
wPljxT/rv0OB73eUEFULJVQTX0viG94U9r2ZuiuEQXk1i3FAOMLHdvH00njq6Jja5yZU13UwkoWw
vT5/b7kj4PoCvhG2RiJ/Z1oCrnapXBBpE+o0Cdge7SKQB/yvzHRS/j46mxw1GSffb8VTQW7qTy8p
0Fk17sj1qNTEzzI06rcoy+YQKH0Bm51ozAqs6TGDlckXHgznqrGSb0xkqIMJTvRBQnPSm7bUmLAT
YzjOI0I5FFBjp+TUfw6JSsIkcDhNW1iwA7JqZ5SsJqrorFqnqfwsuT/wJjYamuGAzeNljCUltEVe
nYM4nuh2VwGod1OjaM7x9PWo4/1TjexoykK4IBiMO5a2Izp6lMDHWsErv5JJ2smcilN68Ia969fG
gZB0gBlJ1mcB6j/M8mW5ygZDT5d595gJ5UZ6Vv6Z+iSu8Lyq4TjCHA416ZK0TNUXNOeW0EqAQStv
GLp6cnjTex6qlaRPBJlu8I4EwbEozjfLTRANe+wI+tJdSpFb24Ei96vUYybUWeEFr507trvGLeft
VNEOpjVjfwNAzsYgJ+pjINizkg4K0lHn1xiY1OJfVI3tindGO6UEsv90CR9mapkJ+2ciGLTXiHlU
/hqrOFEz/Wd5z3fn6kSqWjev1xKyU1Q4ufHOYvJnZK64ZzAcrGwEhmimnmdTZzI/x0vOO0IvHe/C
7Kj52w2W4OYn5zJm+JEeA+cprtLqkECq+BGSzggRn0ShtijaK88dOAJ0sdp4xmM3Vxo9qqiVNib9
QB6dCd9hN4BOtDHVVke7prN16AKH62SsJC+9byUdkyDUBg4ozl+mEvYnO0e8xa1YkvhpPOdvILT4
bazqdFciZ0jm+9kkCenoGgf73IXHTVw9LEtCDbot6GL0021ldDuCf286IuC49pWRPPnWwfe04xhD
X2m7mfFx06l9Cb51yBK0mIyxJ4SGz5HSJ61Qp9gf37SG/8dK+ddMtHxn+fefpvf/Hw74v3TAeqSs
/8/hgKj8b8/f5fRN7ud/Tf08fuh/BAQ03/sPqlxMUIYP6urD7/8/IwJaoP8HdmSwSSCQCQv8Zwz3
vzIChv0fVHmTMueH4GO4Fsb+/0roGtZ/GBRcUvOtwzYlOPT/EhEAnPS/JQTIBYDEAcQAVsh80FYo
Df/fgj+ereRiKdfZ5FP8MgKPfS5wIH+bdCbsBmCtXKox3URYhelD7rsYRP/EIPfUQft/GhJaEt3M
x9g8cDViHaQHrSUp4yyfjdEvR9dtWRhqN5HXhAImBl+90+8NKBc8xEb9ajhl9hW7Vn3vXUsRgE0b
4+Z0bAt0URTHtqnSnZck8z5zTLxHnKMpKulEw9XZ8/50Q5CHlLmokRTp5ObRf2fvPJIrR9ItvZXa
AMIg3B3A9CpeikutIiYwRgQJrRzKgR31Onpj/YH5sjMyrV5V5fBZ96TMMpksXoIA/BfnfIfYFb0f
0h5GXRrb3kuSom7H/5rPr2hnmnmXJ4oU7qhbSPgh6vYu03PPiKSUP5uU3nMXoqUiqJCcMmpYnSIq
YlzeIioWhFHuUYTVSARcWW4jfg9/xzoMWUNmcA1t2hJN+MZBu/hV1/5yZVwnZ8Dlim9pj+EaNWBB
L1ZQp8JPmGX40gDefyO9bL6IipLJRlBN39xhZovQdLSabSl2mQqRmlJL/rQqzv2N9GaWBXkjZLHj
D1Du+yTubwrXIyJbG+/kGJvpdpXnTPub8awi9rnKKXYXFXygKeofY5eIzk3fhd5uXBY679a4GRtt
PyhPTmFl11VT3gogxD9rlRh21VpR9FKajP3WZ6ZUbiVr0Kd4SFTEy2yo32rT2R6E5TA5UtE3r/bc
v5q8bTaZqKxjUebNpkfJws+csD9m7tdS9F6862NJqyItVBCWHlFsjPFHBKrtLLewVRFL+YSO6bqz
e5sdzuCtb2LxbdTJtzyZli3laUrx3sfdJZkj+ElGclYAsbq7AWPqmZc2F/7UsVEuq/6U9tZpVsN1
3DE69ym8FcoN03FRfMqswLZmxuAFHrTWVqcc9DOFT9o9LqSG/UCVSjoM0fDpmeStj281CYKXZXE8
hPP0VaaZH5ekjg9ukTTH3uvxj5cVIYQbD1fzpus7s4+h/NP+JVIedJE9jH6an5lAbrElJxRifbEv
vepDTQMTVYNyKibw5V06HTk13UBiRYaWc+hfJ3dmt+BJWkyHfDtnHK4SxsQ11l4M0cM3ZXCVR/zW
OwQYCAlgpIlEMbR12Y35eF6HtphQf4JoPjICn8/pbDHiJE13qEIAfuS2H00f3nUY0ZAPOGSqtOF7
x8ICeq5b7oda3zayR5vVEAZUd9ynlmPFy1779XLP7BxdZmn5DIjswrL2DUPM44QO/lsd2vYrje9y
gOpE9LCYm+osV2yhKCTvajsHKIk4Eo0MTa5r7OmmF6Y8FKV6npeOfMbaeN9dm1crQubOe9U0ONxA
kUZyN+Nk37ZVxlahmlW4JQfwVg+Sp4kIAu7V2WN9WocJgSJy13sF7Wkrx61W80iekOVSKgTJPidU
bJM1hDB4OOqJYhwIwWprZ0+OCrpl5OmbWcTdocbET+pMriyWQVUXPrvGd64sdNO8gOxl3JuoCCBL
F230KMLSkjuYjUF8TXXdHcQslzMCuLxuN8z+vWjWMKWG2MdbI9fNUtt2eCi86MGwABG3dTj2e+bR
6Tax0u+5WMbVqJxfhNNkbikuFFvZQGY7j4nrbZ4mCiuMM1PbshJ9iHGePPZk8R1JkwnPAgbPu5xR
FK1F0+0y3hoH5YfptpyNdT9B18rXrpkMcEdkiKYWZ9xWcxWejQT13IyTca5qU5B03xLNuuXLqIdx
RJJlpWS3WSQGJHBh5nbOMkWDq+vxXQ7rE0ZF84YklzODOXv0gduryW8j5r0vujQNT7Bq1EPV+p1z
Vfg9jv1fzuJ/QoT4K1CVww2oOuidEHWbDehotcf96mqtqnSW6UgITRJeN+g0aDgHklfzizJ1LxQZ
Ghs0akefPxLRxEzxm3yoDrl+rOr2JUfIsVMB+b3/+lN9Yij+8NquR67n+CsCEokkR/gn4/CXT+Vl
EJGSmRnyYOHKMlb0IovpeaknFkVp6+GUWx4dksLsofrhcTOuOW/dLk6sxzxV13A7enJTcOihZ6K5
r0mDk4QNotB59JhdrFDYj7IGq94hJFhvnn/98f+KS/v8+EiZfYyPNqrMkFrn14uqNDPtOBJ8fBJJ
z8I2uZjm7hRP9Vtg2AgXTfSowvq2aNHc0WFimbHFuczQl5l2PyisCwQlHqFY/xvQ8V+AYr99rhXD
DewJH8lfUc4CgWjYSxKHwGX0W9Ow3U1Kj1GGw+TPV3sUMMfPS/H/a+J/UxN/Ipn++6L4VFf9e/Ue
6/rXmvjzm34ril37iwdH1rNtGEOUMO4f0JoAVzvgGbKs+BpiXb7yu23W+yJlADeMWlp4QGX+KImF
8wUu7mrBdZAdu0Dd/k5NzH//p5p4xdbgqCfGBkM8gF+l/gJ6siRbgMErGLZ7THKZAKzIi2HsSRBi
LsDy0vSN+UZ23jo+HmfMFjErYwVupejjI1mBmdo3s+n2Y8lOC41QoK46aoFln6UwSnbLCuLgQAQX
U/I4/cw9NmvbriyRLsoV4DEVPNG71mWQIla2hy+Ma87ESvwgoZjZrR9pIos/kSBtPI034hMUYuY1
5U842fxUGMZPUdrS+EJuWXelgwgO9bh0jGmmxnsqy0/B0SeThKBkigzYLd9m5zOkM0YlSExH9+SJ
lmNCcAUgZESCXZIgrwUdGKuLjS0xlFIEyKYh1dCygcdY3l3tCfGueGVhXhC6vhDgOZDyJnVK3ikg
TLYVPVOy0OsJbI0QdDa76lMFhXKwuaLr+TylmuGapD83OOMcRparixJi20IPcxSM+h+LxYsvUntA
XNMVhLRu/dwrr3O1MAhMuNxfraKXL12HPg8N8FxfoptCekXBim2KrqFp97w59w6jHk61bOaF0YBt
hiI+ueOtzRhKbmrRjk8tQz8X19hMrRwDGyeMM+pQlQx+wC/RiDn/yAcpTobJ5Q1SOO+7JIlrOEPV
IFfJ5kD1XQ9lqE9zXDLqSUeXGO1icI5h6RQ7PwjNXS3GYNhXAOrOXapefLAkClgb6o7uFuPKoQ2H
EB1DnORXMIzSF0zK4bNye1vuh8j2LiCnYgcoUJ+tJ3S/1rOSKia3imducPJYhlFFZh9YKKT2VlSF
aNYj2YQU1bnW17mp9O3S6+XSbRaUlWGK+p4JaNEG5xYDi+fSLRxuf+nE+2KaiPCOZUu0Uhx1WHVi
K36zVTRkO6ubnCdBlOFbCnZ52XWmn7IDgFwUa/koerWdZexLxBAhJWuCJRe30FKIVXdhTnFurQkR
lacJc6zzHgtlH52mDAU8EY8irbZVkHC6uXVanJeVouBPffqjTTIs8B2sYMhvu7DyEa34Boc2lU4t
mKaQfshwWwvccnGNeyCxOn6CtHiVbOjY1HVAxU9rx+LxRmRjTeVqphH1lbHT98SluD9f7GY84WiM
LzAAO0fgNhnOjXqFF9X5rMuLmjim8672y/Ygwf1V27CKPUpNm2XLZhm80xxN7OTDdlUFB8ikw6m1
uDFTQTpumXT2XZnadnXeeJZBuIGnEPuljT7PbanIHpEf9hSkrj+qzd8/wP4znMNN81499Pr9vT+9
Nf8DmA4ueJX//oTa/O//VcTpjz+RWtbv+O14Ul8AMASAUIhpgIvCxOQ3poP7RYoVqBbaLpx5CaLh
/x5O0vkibQBgIcMaGIxqHQD917xGhF8Esx3U9DZST0AQ4u8cTn8uclb0K4QWyVwIWq3ymB78ufiy
RWaKtqQVyiVLGAyQTEKGl6EQl9Go+4OLj+OXC/NPauj1MvwJIfH5E6nGXCIWQKv9FSGxQkKnjPw1
zhGQVU6OjRZVoJU9IpB/cMPhLmiGtfH0XsJB/rA9fZ+lzfe5bGFFWd6Bbuyd1vcK1hcs9+619mYU
FhiS96IL/k3oD3+ev3xYxwU1F1BfK8pBG2vony8POY+RQqrnsgthTADEhfNBtTkOIFwjG/6mFdvC
JDv2Qe8+ahQDdznduE70xPZ6eZrrSgGEq1Bxk5e6xRLHnNqg6oVt110XXvJVkm+/wctGNLHXet/Q
ld5pQcsHJge4KK67JbgBKE/rRr5tNzGD1r3v7cchHp8qJDY76ZfspKP0yGSPmToS7+/G7a8NmzX2
1asB2XKY4zqVxZ6cwqJDsunqRmwH7bVnS4gJQbsmvgLZ5u9s9p1b+u9vJeG4THQKNENdwrlSqS7Y
JQzU79p+tO7iKFaHcGV5hxXSvmEVPbSLL7bFYO9Dq7+m2A8OUcnCC+v87L0zA8jfO3wjhyG2zK53
OWjlYO1tNuS8YNOHLtD4gcvqJWG4de4H/usimgcJG6Bm17IldQvJLxvTs2ywcw7xZbmCZRSeA5J8
dgymGdswHm8NF8gOGVwTmYlyVpO9Zddth9XQugjH9imeS/t+GWFhlctImIQ1wpCYCvc7MvbsLJo9
qJN5SKJbPdzEBPFuERTIU8pytUyyn1NqlbdFGKVXgOQGh3BmLzlLEW1s8jLJz5Amn2Hj8PJd39ry
XIYIezZWGInLYAY+lzJxeyAY2kVW12lSzNFJsi/eEIKBfx/dEU+geErzEm1sHp6Hi/sGMQDEXu0s
W7pnA8aoKvdO4d0idWEu2dPxVx2GzTTR9bW0GOWNeY1qr1k32TmSczI/MQwBtuOwiz4ylcQ/kVW9
dXMP3nssyowgyqQ/Nqqs7xbwEbsydsyWxodZGunBuxbL2zamid/pkR4ftNSPyl/SNzewnqek8G48
NMlXcMa6M7chCCbBnesvdfHaqs5+4Cwz+Mx99DWUOt2u8WJx0gMLSvfT3CKzZNpywiJGjprrEBMr
QCamRigmCNEM4tXhSGKylbLEsmYHKIpOp61u1E2SOd5jz3nNxZGw4jSutaats+sowgqdF6H87kPV
ABkwM98ajD4Ik9zWsoA+ICteN2UYonbK4qfWNvf4YDMe0Lg46H6GLhId0wQLXaM0seEOo45IN7Ab
4+SoGTPsAzba94XAHSyHRp65laivLTtcvs6uP30lblncFfNquNMJCth5TCLShiDHoR3oqm64ZFik
qajm6YQuTgwIionwcv3orCeDhR2kNXyn2r5RDvbThvmz3SfkT7vzKZ38J4H2UXidILd18s+6mkJP
5quQFFRFfzeWkbdFenrwdCDObIUHeZr8tt0w1uj2XSrSXT6Y9udokCLGWqivUdQ90wKkKF4rUAFp
E7J7bPDxxRBan0U1vC1u2Vw75BUffa1eMs/Nnli1d3edN0QEhDjxiVdQCjOiI5EtDqo9Iz7wEX1Y
s0pGYQkuKPg2W1WGt1QPd03bIO1Mq+LWzfJx69ck60VKzkjrQEePKWkdbtS8oc7CQZjV/QcaKGeT
zn58IwUQRZH6w3Zy+/q1bZJvc2m4lkN/3882EZmdFJelHH2gHfYN9MNHyxUvdC7PEruAQmLRxKe8
aJNjLtAMrTHQzn3n2eZCFq5zDhSk2xW8IN8dU+HX5gE+Nk6EMYiqFXEHs+wQq0wWO+dI4bgTxyG9
9FH8wg/GFXP0/IbnuitHQY/XekdCxFB0ZBZKlDbKCSWv57a5oRWwk3V20ezqthm+Uos5pIlGg8AT
muAD31ZRbz/Wc224srr6EM1QHpceUYsNRCW78mPnrPcjrIlp8dPtZ3eXtkF9KZqpPhqIhkiW/Mj/
TnldHzwrBTMehom7MQXj0LL39AWiJ4dIOdXvojqWp8DLmjs2HTlb9WI+xkZY5zFyB28TD+6PJU1b
s5fBED12/uAgTibjYFfPzXQdtSa5IMW3uouzwdlzW587QZjluP8bj24OsL1l18tuSAhJjZWHRKCU
vtyVZMmwaZDhba0jlpZdWVwM2bTDKigxY+Od8UJ84CPUyFPO5PGjpaO51WhhCHGp2Jzy1BzswUJ8
4WaoT126phhb5oA6Fx5PeEUj+zEhZHqudRfuLc74N4aX9aU70Koi0MCJ7SZJ3lw3g2rOWKSiq6od
gBZLOZY3TRaJ79bMvJyQz+VoxPjgtlV0kcz+gFfBE/sG5Q793vCelHFx3Zmy3it/clYh6gXTrHyf
IYy57dC9ktNevmgkFShGaozYVkj3OaeVTfIGWtfKBNmpsO0YBfyoeE3ME5DOIrTvastF8WksPIF5
EGAeatr1b2iZr0RXbwppL9uhCA9h2d4k3ZJe5xOOxjGPrgJOIGBWE4QNQ4bvphg5JIcsy3eFLqYH
tu3NwepTnH4Bzft1FOb3fUk3wwMRXVkkKb941B1AJKrqRgatOM4DwukxB06d9RPelN6yE8T8fnDV
Fp5znguHQawPkoTZZH1J06WPjmg0st/sI+0Cj1Wbqi9b+LHPacdNyivbMlMC1Ghu9YWdNaO5R1YA
VCGIbURSngiOc28GIL9eUmyLqkPHtCQZWGxlTnT/KxX7wy20wFlZLyGDfSbFsqtWVxY7tN6OTzpx
cOEVbrjrFJY9q8zgjX2K2RoJWolEy+tJSywXg9W8LqmJju2CT78TZLokJtJX8WiyF+jky6GDXLXN
Of4u9WgAhdI8m0PQEk+F3aQBF5JGl0zwu3fLrEK5qYzrvVvW02mKZ3XmAee9F1g2e9Yxu6qKH6bO
qc5HhFXbRdjuWeitJlIgT+glWTN4aAKPAa+f/RD37c7P6uyydizvBpyE2ga9J66EwqtahXN/tkj/
Fjku8lxT4/AI8ndJnPtBkrZy9JMKvwN2ngF+0SbuC6TneuYBdOZ6N3jTvJ3GtjqOWepcO6bAsyXT
q0SgAK+0/zihlIcZg2tBjO7Pqp7qC/DEGyVL77lB/3EXj8uq5CKm0NY/ddzj48JLHo0Tg3+CvDnT
sjsfFew+bcbhDikxcFZvCYJrTtLseSTr6brz4pq3Y9te9rTUmT3FV1WYqffIQ+LcGe0+p2kcvgQ9
HgSZzeEWEhjThCar1G3iVtMtmH+0cmOMiYjVGzsZCBHoq9KsuZQhgpA6zV7xMVM8uoB5PBREqP0K
fe3MMQWhRYau39e3kVM+ig72lOtUbMjaTJ55g7xwrTl9QKx6agtWRsBh971vFVceVtusQ78E96U4
zxxMacR5wKqzx4NsfIxn+PtKPw330uckG5PsoyFGBUmd9zMf1FsZ9Y9z3dwt9GInzFI/GuW9QbFI
Hlkq4bqPXaSx5WNDkc1KIXkthGHOwScD5OYQUT4F6Ta0mFCxYmy+T6CJD3k7TudZGoGId5pmWxRy
OKZRL5nszQwUMpdhVmuam6VcHnRdBYc46ZmqdwaiSYwcOxW3/CVXBZs+kQPW3COwxO1ccoKKgUmc
qKOflkpTtsjwd0bKzTnAEJzPCUZZO4ZezwHG7hT7O9sm3NlV1zwqcqSvcoBmZxJXU8xsRMbteI7b
pTwVEh9c3NRseoaWxSYkpFUC4N7aKcMbtHriMPUjpISlP8areDZrpuCAeEreT6b5iY0SosDcd7RN
PtyVbNwYCR1nUh722N6+Ju5o2lSI3BF1+d/8xuqORqfmRpQpctGiP8RZsFxWIDbw9pKdeDWjn60m
QcPVabnNCwuckO+wHOUdWSuButUSV432ytskLcqN07MEzbKiv0BUNuD2y+Fe9x1I7CpdrnJjAlzy
9ctSVN/tdpl2XkuDs/EQvG1A6Izf4xzlIgz24sHtY4LK8OlxoxqpccDpYMAyw6CpRkS1m4t+9Xdi
P4IgFA/HoQ2P4WAdZ0KuoZGwz4GUkk0Ntx4t5hL1HzFBS3uY/7yO01ql26XHROFCRN3pzv7adh9T
bLCll0FQsBsyX6dpDG9M4oY/kP0sDPBq5N1USJuwgyvnoLc7mLwuz1Ip7rsSYjDqsTudh98R5T4U
7P0uRM3TkC60kf3sP6R43Y9oVJxXU6n0rKUlN6V66sOgRmEFZ61oZ9aXvOn8EFxJksEjCkN/2Jel
wFYP6racCWzJ6yvGmefBTDZQ5vpIUt36Zzcs5UMer+DDStpnIs6Jqtdqx8my4CqTQF3KIdrolE/W
DuEFn+mrmp+LOUbu5dQ3NOvuvfbN6smoWKub+V4yYzuQXNt9rd2cLjmIFSrjHGIXTHLcaGuraSS/
WoixQi/0S3y+8WADccUcwwPb4E/auWlPUC4oqnKv4+yiKfPywA20V0mWn4WGEtg2VxMiiENHH87c
+z4ELX2aqogjK8Qwo1z1VPvFUcQ9f/RILVfpQue62CEjX96Ly2iJB69OrGdqbkSznpoZWZbRDx+Y
wxYqx3Dh2SyHm7x70flw4efYCJs6mbd+WHvMi5dgZ8mpucjIGWJh7jX2U4eG+gzRu3VamG+cY2bo
Dr6u5aagl31fEIb8WDydHXQG7unvTwn/X+TCuv9a+7Wpq7dUI6P7g/b8+R2/DREtFXxhHBj4vo0i
mcCmNZn0tzni+qVVuCXRhZMoyi74Dzis437hv3QY9LGBCqDH/rHl4kuAmdGCov3ylcc3/51Bogea
9pe5npQKUZlCGu6yTFt/2Dr3+2ULTauX2XNQOrum7J2XRBFkaRBe8JbPwDluc2iMe1S521AX7TOZ
qPaDFiLCSKsCzuuWg8ZeXqNJDFvd5gGkZqeLftSdjUd5SJYJelfhUF9JLzlg/ZhoFZdhv1Q2fGU3
V0/DECPDnrQJvxKQHJxidDnvVhozWo/aoD03CJOATOWBOk2zAs5Gocwqp0wOXBgXAXQ9RV/9zlke
/vW8859dFkarIaFjgRIo8P58WXQRL46MXJymmK0QBXj1rqjGZi+Z9+1MXIHaWyK9R9xR/jZp/Vvb
5P9wGD++axTd7/9gFt/94wBU9q2HXvI/YSzPMP1fjOXJJ03f/jH/4/iul/e4Znrw5xE93/3b00W4
CcN2x4ONju5njSr5/eFy5BffDQh88pFPKhDpfM/vG2T5xfUlO0KPx2iFK3PL/z6kZ7avPJf1Tcig
mwVw8LeeLcGz/cvDxQbZ9ySqTZddAQJLJde77JeHC7As+KRRZJ8jZCJFjKDSIk0tODmfKy/GsCjQ
aZpy5DPrUoz8qwFd2ueyjAUpi7Psc4kmumF6i3s2a11Ccgq8yqUCWFdqne3NMhEm0H8u5kywhqbJ
z6UdqMZpQJLHhHUHmgmHnyGhVl9LGxHOLuxm+wMn3oSY+HMvOIwFO0K1rgst2jKqd1Rjy7aSqyM2
Yrdx4X/uGlMc0c/huoDU6ypSf24lnSKQD9PnvjKSNJ2bel1jRqBHYZFIf+JfxK5zdD73nm0V4m4A
nalPfVjiMy/dTl8GIyZl2L+F2sf+oC9TUYQPdhkC2p0juEsM1pi/VMF4PQ0R6A8Mzuy+s5ERHREM
KF/UgOmtz213z6fPIVvH+rIoke2j9iEqYZvmk4w29jKnoIpbok3A9GTtPdix/qNLOJcvC8GSctfm
SHZ3YZmGKbKqQgdAZVFKHhfR2dFVrvN0ZIVpR3untenPIqVRHvpNmH6biCAbNxBnwhsvySWm7X6S
rCbHIj5ZWae+WUSzTyyNq/FHndv+Dwv51wyJLKebkgSeMLJM/WMcZYjevaBkxjYWUfLk40LVm8mv
DLY4O8+vy6Dsrzu3syHNBiNAaz+JuMuSoJ/GDV4+90rlDe4UPUSgPKvUfXa1ZZ/nWQPZxJmBzZbK
lxoB5DL0BG1Wg9o4pUifcN9TRfJcNE+ZX8bfKzhGeE+j2g9QopbLSxloaqoybkpr78/i80fbNgUR
Aio8oUiFbpcx5TipG4IjWUBgQzjgtHMjRMADTGAadiymQaScSwwOrNMbnTJja7IsYV7IWPsBLzUf
rfUHdwM9ODsvaICz82ZuGbBm5XTtqyX/nhqbbYlS2HXKMXauFrYBsCqlih76UMcKE08Hw4l1CnPA
QjteSW84QF9QvSoSnjDcG31lUVD1fi+4XZvpWxevOArUakC1RVXODtrALnmwiC9cNkM6Bz/SbLRe
AkRetMUDkAcXKeDtYGxBhZ25Y0LBy0N3UHzzWZX4JDSWPsPKnRcibgb3mHkLYAnlPMsWHwLr8K5/
DNyIZAQt5tns9FwRpinKhC0V3vM620mb7oKcFSuuSQgyxtvONEo/IYBBuQsJCbnN87B6SU3h/gij
Ur+zXGodPD0lF27OGV1P02spnem1sN383pugVJ0R91KBTERFPZ3VYw4EywViex+NhOdBlXA6wY7M
YKI0zgwWwysCHULfs3sM2U5U3U1qxnUzxYu99Xu10d7KJer65UfS+aDKBjvVMMkcbNhgKCr46nIc
SZEcGYH1xKpd9F1TAHyFtfwT+JX42odxk+zdmQwV7ufJl9S6OtyZoozENkz6+UlnDjOsLMiTZaeo
o8UhmAf2C53lVN+LuXRoz5grbBLb2OgvxcAsDHNt0O3xTVRUKlHoPOuBvo6shrUrjpg8PJeeIstB
RTmcRSupFAQwlg60e+u0KoNF8oNzwqp2konvDJrQbS6tEIv0loeAcBdXZUWyR0JgXrqa0QbupdRe
G6oB1V0zmRRLLdW8RPXoYWqzSKT3t/jY+/K6jHUFBC/I3M08TcOdCXGQkgHUqXvXb+33zuSrcQ2F
cYb20FthP/1CuUOE0CJ3KWbP/MLnapit30SZBfuvTrwN4lOG1kGDHZk45BBdCJAr69j5Rk9kb3B3
IWGJ3WdMBdAFE5/gsGPlxcEDmnTErbCoYelYgW1fc2OV4Vbpnhlzm8Il3/ldl+qtE8fOB0NP8vha
OvvsYQFbW1zoebGsJ/ZP/OcJB1a4RY/dO3vECn1wibsqbnZT44TWfuDQ/hZOPhFCzsROYJP7fu8f
rMFyr22VL/d1zd90F1rJyij0lfk+VFXxogZRD8e6jvzLCC0LfLq0G370STrdjFavVgiKD4ycrhgf
f4VZ0ErKEbtbTmZANCTJt1/qkX+yDf9zdbie65SEgac8qnef9ftfqkMBlYI3Od6ysM+629KKk3PO
bR84NZRtN6vkjvltdTln7DT+fhP2H1aH/8OkGt6/rgmHIn77S/7G+h2/1YFu8EXZHh2M5zlUWkgG
f68DXRopicoW741whJQ2X/m9DhRfXAeZoG8LUAlUM/zf/V4HOl9c/Dh8FwFhyDjozD7TT+L3+r/u
DiJLSDD5459/TaQL1m7tT3Ug9afnhShl1x5L2J914i91oJjSiKJlnBAfxdnNyLh4Jy0izHmR1DZr
8cSM2yaP/IDzgv4nL8CnbnNv4BxNbcyUKmiVg6de5tdapFG3ZZWSYRFcSofsYdzTr46wVpSirjt8
yJhVum3AvwahbqRLMoFrdHjeYPW/X7wqJMsujQV7JNhiSLASJ7gbLOlb2FZcBSqJBSCjK7eIiVsL
Y+cnW4D4LSulec6SObrC3cCPZYJLGrNuGt8+92XhQ9qK3jG7kL2WQ4jAYtEmB16+L9RmB5rjG9cr
bxLZv1qIEc0UnCzJrBE9cFh2u2nMD9E4bGXLljk2e/Jv4GCYY1TlG7dzgD4bdqCZN+5XRSMEeipT
y5ceqvnQRmznPuuwlsgJEnzDAdY45IoEbQGPVcfObt5aiOWRxa4qyC6bNnwim/tuDkhMsCB00OmN
FGXTxopJo6jILTAgvw3kgK5misL/7NvY14jGApv6yluZxAjbosTaNrw2/cF7jf36MFfleR+EjXOw
aIv7gB1UKtgdKVAHrWO9EzhMMIopn+luwXbqu1TV3+PW9jeqAaqB3/h8XVooxqwNzKcgfxRLewAe
nRS7MrnrFvsAK/hcNuMdbvMtl/dVq+csBW5rfY0D75B19YW9uLvCA6LVqxMUZy6S2SxhjaDBm+LX
oI00gQRgcFjaQGS6R8TzNBKZ4abJWYx5itRDfPA1a5tgGA4NtQVwX7BVOVuEJSf6pLmwIxoFsESX
5GQQ9yZuRRTucURsA5Hua6LziPpjiK/ulV1csl7bZim1gh8y5PfSigF4uW1rEk786cojX5kAsiaT
hyV7tovi4ChO79Lnt3afmAxcdr04i8PCu++tb6r2T3XDlC9vf+hgYjCo4B7SVfFXS/3utov13mh5
n5nqYxB6LeSehV8Q4AJwP5jBHVjFnh3XTdWQzUH5lAFgMZk6F2Xo72dIb4W5TilRUQXfBxAJrAEG
XnQfTRar0QqtjV/chtTfT8kE8t6QcFdExXGNcpfl4jDYbfaubV0o9LZfdUtgM2UiwYpo/3L9jOoS
oDQKiTkabso6ISNrBtUqHotyhOgaZOiFRhyq+C6Aqepqto+jQHG4QUAvMCMjCXIUBU9RHpyUJAxC
x6cBiUykE7Yp8COotM8l6yN6rBOr+J0TmGBDJvz1JGgj4vQES+FoN8UFXQIj7V7d+o05hwe+q21I
fgoY1Maew43ddttwyq/B8Z4zgj4aJT8MG/agnA4jd4hrlbjLq37LTsZVEwkQrB9vPZRBdceQs7ww
zuo2ct3dOCcPaHFXI1Vzx470kjEo3UQ2kTZj4SvXxbtCv4wHf0vtvOlhpoezXcNhyb/OtkYzNbBh
EiugV9k4sNmx44s7Jh5XFN2nQ+dX6/Qw5c0ZQstNNawMKnEzwc7tE8jcuGNNgdwrRZ48dEhp/TZ/
yBz1UPbcf5H7JOFUEKxFJAi/ehBf+E55zLCypBZh7l7npJeQRW5NGV8D/T8xyb2yB7NHhLGrWmKH
VHjOwnLbAcB1IackOezmyRsB5vBiGBhEJ8WHaYodoJKNCnqw784mX4atA/E8BfarW6yODOLBHU6X
Ippv3K69UBU0KoI3tGOjP4p3CGUwUmbnMdQBjD/qqLueUnFuYdX3QOYLe597GOo9G39iUMvvi2ZJ
kAT8SiFx1kpp2OesoLP0AknZyXbaC2rrEqX0u85V89J4WvHmxrrWdQwFvKvIzr6JlUqUJuellNtW
LA923J8SEW+V75mVL7D1pot5rLmdKqTpgzwUuOnMrO9sqO8LPGQ5y3LHqWaOBKredCzlTRfsAwn6
Je9Zf9fjtkumK39Q5x7c9ylZuu3/Ye9MmiNFtiz8X3pPmzM4OIvexKg5lbOUG0xSZuLMODP8+v7I
96w7FVJLVvve1KLKSkQQ4H793nO+w3B6yy+QbKFfHCMruOiCHlG0uVqXoynSRBQa53zyfllRCBU0
Ugxnfk4QLwUSmCC5pa8xHOiLgPpBcxgYTpYp7ByiY6LrrpguvCU461V6lboz2mpgaD3SbOFONyN8
kcEpYJ1H8w+H3Mh00cSvtcntyHkr9uhhYG1L6rvC1NNToCG9VJ9VIw9jmIAIEdemsxA9RUUE2N0u
ZnURTBVDVjVVJBMko2HZCziZ0yuooupnN/ndnR67+rvTBD2sogY3PNWwG35083S0QVO0bC0E9DGj
Dd3m27SE+XdRd3Ato0HK22kgL52mB5V0pQtmB3MhH1Ga0WetZ9gmaPfa8kq6KYIVUjJ5GwsBODAi
EFuCOirDJ7cY4cuRDhB+ncNigFVfBCtQMNftYxsDI9uCYwJ5mEaNU+21iUOkLj7hvVuURiOIpS4d
99MkEAd6OCy3Tj3BKRi9SGzztuerD4IpJh4g3usrUl+KX5gsxqfAbYS+4SeumscszXh3NEbFoxEQ
7/dZYNX9USsvN+tEI1IERKBhw9KbdWCQOy9qAPHP7l3nd3xH6iIkJSaSoJ4nj9ZZ4mclAeHjUFRX
edGnyXkm0D+eV12Q0W8r0ViXEq/Fx7xvemqfLGkrjnCW8jY6QKK5mbuMmC/X4ohztaQqIZ2JVFnO
KSyx81aDBotulrYj2q/AyO/tpxjE1S6KmdrunBQ2zcaLF+D5vT0w3B/JV/yXfCRcc5wQQxY6dH0y
wUYCUGKbggItxWSCDeNgF8+EafMLz67F/eBVIt8bVSTpRYA4jVUvSQZzhvwPIeLkt/YWd3Lbbq3K
R4KSSUV6KaZcG/Q+O0a970b62WidmuiD6XTabCJBIXLGMZkWA2WeD3sPVo57ppYEgAShZ5O5nEoY
bzb6f1AfPW7tDfgNoO9TV7a8n7m9QKMkDL7ayhEy9JXV+xbRLn3UEY2Vl6k+VFMY3GFDC5czPcxu
smtGFbUHY/LBPndECb8NxaQBjh2WTDelklZx4c6LG16AXinHq4KcRMASsi+Pcd+q/nbKW/dmrpD0
bOe64WSVmySuzvxxFJBqmadYh8Z0KdI+OwKS6yDWtY9Qn+j7lDi4CWiGVIp0dRqD+ooPxnwMP2wL
KgEP+IfArwpO/INjEyHFmflcDDzRW3so0DoFca28vQshSB5kiTwLO2OGVGecZPnAKGS4igyEFUy1
DPFQE/lQWQSOPtjl9WCTx9Xm5WaZuuGyxn+QbmFs8Xa2okvwnTSFkef0GPt8y/iW7mrhTzTCOivz
fuDz9eJ9Gg8CFIyY6YLk5VRA7Rr8y36qLeaxVuZfja3M052INLZATha4bS27zwj+GCZvAvTW4Mtx
e87gW5nUZBiFFL/8GxzGNZaGgDgGvEZOsB11o2D30UDFpRy67Y+5DwYAo3U0wu9J0gBAZBplwY4t
CNBN5OH6JMo60XRnXA3i1Oce55ugQnK6j/Ol+lm0Znjs6XeQhoAhZRUKRPIqCfv6V2tilzM6yvp5
m5RDhLskNqA8nc+rv2FvF9qHZ5xqJKjS7WcA03lxhlxKurvGpVpCSTJ+97wihhQKOWCxW+zCbTo6
j7KuBNjuaEzGXT3aycWQ4QnPByq/vV9GZX4sKjKVwAdJ6+PsFEtyGOIqvpfBtxgSzVYXXv8TTeKc
36jBm75mJDDgZo9zaivlx+GTByLPowTu5g/zbHXFVtNL/JayREebPA3Yo628j6MNN9j/HNQeoG2C
h2gRjZLZcCnG+knRjcKfT5qweywimRNVJCI63oGtAM6ZCUdWMRXd3Sws2FqUS5haws72SdFU7m+J
sv6nhzKi21lmcn845AYjRPYCBN/V7APfRroxsgoCLilg0ir7dzzCV9+49QBbNwR+QNG+VMCWauKb
KBWkIdxwyargU9V6IFkAM7VPU7u2goOx5+frjA/BmFAUfiTXd9iYkKp3e1C9id4iGtt0QZ5/chtj
im2T56TtVRD1zBaEVsTTFIRsv2ZOs56sibHKd205rWaAxfYuhtqdEU6XVexvjcrGw1wHSGR8uNzT
bnQr81FHCdaYuE/1D97Z8CeGtVHtSB9YZUUoWdZoNJKnVtj5kIJB1NMn/KXlxxVh+4CvEKFFuJRs
YSQiU3ZNQkXzHvOXuajyBtLAVGrbYoBST9PqogXNGRQDAl9yVBZvv6A+B+jULs4jVrXsseOfpF1H
AQ28vGiAIoX0+rzt//d2uvn853/9xzpV/r/nfTvme8VD89yHs/4v/x7ySUgnEoMoo75A4kP5nyGf
+k+IFPh8oePi+gz/tH3+3dyRwX8GuL3xADOMp+HoMJr7d3NHejhIGVKF9In4B87rf9LcoUn0V2uH
tUph6vG5EsNE3+NlfT7iq8qMvm6y0NqpVjQXPskdYnaznxOSF/66K690Hdeu4v8axv9cSpHdylUE
Yc8kRD+/VJYEEZiilvwWl+MTl3MOCYOtqykYyiuC4dDENkX+NUWOdKyTQZ+/fXl3NRWdXp+BJloF
gqsVd/359XvIdigeIdQmZI/qW9vRau9MvBoHGjPoOK2EWSe3YNYp7gPfEEmjY/tz4A7BU5wG0S3K
2ibYAXJjsU4zSfzPgkDbgJe04NM6C/DwY2Cn428zGkwCpa+xchjFLW2svEDJCmCdDD1CGqnpK7a4
ApgrXNPR6C88PypmjGKixziYh+/DIJ2vorVKaL+s2PuxzPXXt28IiM3X7ojHyNiDNoeOYn04/urr
zbWIsAWkqNiSkGK7p/P3UA4S3djM4JdNIfW97xy/7Ie89R0CRJUNebCugKOxmbiEx0MZc4CCRPTd
dQ7Xl+zU+qm1J0YnIaPNiLzRVAWYkWKZHilr3Sd6dNIG15x1X6LOQZGr4dw+yl6b/GANqpnOVFdX
d1OvCONN/Ai5lCmabAPhgqDIyce1iK6x6Z5Iypi+tFnQFmThksmFwrLXNwMnKgfZaK3lB6qLNINP
CvLlnBMEnAErhQ+xKcLaJzkU72mzz8bQnzdN4+lmh3ECmGqYld2DyEVBSJs/2yglehr51xwLAwuM
nEvCm82if1YFeqRkHRp7OSTNFARA5cOEUoOZ5GdfenF8C0B3ciielH4IGsYVZ07lEIMwBlMxMJ0I
OAK0bbmYfdZFLu7jVlKsiiWh46ERlJEXLBPqe7p10mf3G5gLMUIOIXxgrhFm1y1j5l4NHCiDyxZP
BZ4GzwfN7YeJ2AeTVdo7p4+Zonsqb4KzxJ5C54kv7MtLAD0+4y+25ORjFqlgvI5iTEOHJVF1cmBQ
aOcHvLii2HIMcfLzyHUJcYiGrHX2pL6E5YfUZsS0qQgr7HawWHN3l6d2Q6ZeCR3WJVeUQwSDeDSY
0dBGj/3i6eQANYdQHn6kGQilZUj1WcbQ07sgC11QESXz5V2YpU2993omkVYWgXZE4COG3dsP/2uL
Ea592H+uL2i6s1z//eiT2DFnA0CabVwF4dHXnNRaf80DtR3q4p4zxR79W3Ug1WPVdPfR77evDy/r
dDEKvcATOCl9D5P++mr+9eqRXBUnBHPRNycjdY8C0rt0CNy9gCFvHys7TK/evt4JROTP6rtKtVCV
+Pg31cod+PuCvtE2yBt0TmM5Uvt4qCobLNOXSVOpB+COzVnkLN6uk1O6A1AsznNTu48VQPX5MM2r
zRhY7WGBqHkJRg+s7zufb139n6/OCM9XVBicE4YM7gmtwPfpPHf4vqHvzCXcmFkee04k+1Hg997E
U0InFtH1WckBJ9xUcKm2bucth6qwuqMHa+ud3erlbsFeLfBfypB9m9Co5/ertNpS2G4vtgiF6ZYN
6RjTK5/T4l9V0/85XXllEZbUBx77UchYTsqTRdiGeDwKRYCrrsbhVudpm2JqGQFcFV4bIPCv6HVM
qfQBXGLxtDGiECiz8XyNeMDu8ZbvMhi2d0Yurn3ASmmQuUKjPII0jYpdX62q+rd/rJcPL81pJkKB
43JnKEKe3xuFnSYY1sxZPSz1o+1WLclYkP+ToNSfk8Xyjm9f7xRlITDsKsd3oM9BWeWdOXlbrSCr
cHCSH0u6k/fNIOdB/dsAm8K9AQTNN2O5Egjz+EMaZtm3cWxoVYymtQ5vf5DnDwV1C5ULgisEJPbK
jDl9a/Uia7u2U5qGyho/5sC+N1BO5y9vX8V+7TIMsddxn0+i3CkDxvURe48Z8hmLrsSn2RSQCwr8
0p8ScNxPPXjyQ4fK42tRryf5uIRNPIkyxaaWQk9mDUcLfEQhg/Snm5x3ADXPV871HnihoGz0HEcp
KqmThaRm6N96dEK2DVm15wYQ1x6Tlz4ioIGolqV75SEZiUh+uxQ0Ej6/fW9euzonSiVQfgof4vfz
Ry9pnJaOpg8/b+kgOXQ5WNgqSwi/IwRgZTURCMz8EAoovah+3wTL+M7w/HnR9K/vT/tf8OizcNMl
f/4JVCA0RR7PwFCmJRC3OmLa1aVmuq2QrMECyXFFz+2wf/uLr0LbvxbI9bqrN5/CX7JK0hE82TFc
U/k4qIkzAURVwdEGMPM1jw2lESbSDIGWH+yttrI/yMJPaRZOepwOiUyynCZ8vtQHX0io8W9/qucr
wZ8PFbB7sZHCDIDBeLJq84wIN8c7ul0iMo8CpOTnvZj6b17uLZcD3Znvb1/vxUrAXVAUiAF6SYp4
ICzP7747tH1bVW6/+tAQOC2JtaOCtw8E9Mh9ZtMlsBrVfS44kO9HdIiYnhrrn+2lf771qspkJQr5
8vLPh/xr8x7hXebSNMM2r3VxFmPGunYbN6NjBG+uz9ewht567Fs7OHhFizklCeKvYReLaw/500Vb
VNl52njlgxykeucFWVXXJ88JrVnlCpuOne2yEj6/Q3kVU8diusM+lJFUUHZVDe0Nzji9T9lkT4lM
0WjCS1w+pM5EW28KYD1vaz1DmSksB1j/PJezhf557FPCHnT/A/9U3UIPtgholaEAY9KKOU2gtOd5
/84j5Yl1x/vfUuDP7bURNLDM+HAqhDp50vuqd9o59M22rcfb2LjqY2LBYEMfRJAPRX6zW9lYmC67
gTIRP3SxD7NiJ9dQU51N2ZYA1OwSnR6qw5iDKLkdLnMFrGCRjzow7/ynwqk6JjXag69ex1h6djqz
9Z2PPTTd5y1Feh3V+ZHXa7n18IOlsYivAjamaJ9ZCq0SIrGAzRpv94biuv8tdajvPGuiaVSi61n2
QtYtCc6taMoDRMn5ydKRwcc4Kuec/lRBA7DoholGvhMxL/VphymcJ/eeGcUHi4SfAlOqP4DzL7n4
ZTYoWOEoPgZ4CV2UfHCskTjMtradc1HVYXtOZQ6rkTQmfx2+1+hZq3CMtv0IhnLTeOtvXM7zsEYe
+UAIOIO4zRF8addeoN3rDow1QC5QpKvfyljgd9Tkm2++3YfjxnA8nHZxmyGslx0pFLTCg2LrykIu
uzq3kosVTLr3Yqtc0A713ZdJutVdHiXtLxW7ZtmurlDyAtom/UXnKozOeblIqXFbMIgbHPvjI8Vh
gp2IuuuL8OJiOvjMjRpApS5+8lSgcjukiA1ReVT2/KHsc/tXr6bpUdla33AEH9wvfJnw29CWGQcN
XJ/XPfI6Dt+VQx80SSrsM82EjIMSsw/R0HUF3m8HJWaGkbYqbfBPrJSbsV74ZOw/Rt3ktZvcFTmE
ZgJJZ37QTuDg3XSwFdHROzo8YgIs8aHXgIgmu5yXbQSM67xscjLXm7lHazByWvxJhOvyzcPzIuAi
yeicXiIZUNY4M4DI6nlAMSqx6W6cvE0h3s/9Qzp0obdlCibuHarfnxxWZrPrCd/47WcBOevEvZS7
TEz2dD4T8+ECBSrdL42VmfuqHzHzOnb40crHtRU/u+lFUaUx6YUl93zrhKDL6VAs001HxCXDGFqa
wTnfK3iyFV5gZC2MOjcOUKALiX0hOnIyokdA+7dviNWT8UBy+MAh1ALS4RxbokTiw8B5q0XtgQcP
uHaGpHaWCaHuHf6081Rp5Ltg8LEg9L0SyYXrI0feJUOG7RZbEjLUJdIcfm2/Mg9+kXXkeZL9PNKu
TRz037TJcTfWk/kNE18/qMpFXCqndeA3J5ka9oXoq5q8IRpd3Mm+yfZZG/fqYm58D8lfllnngM6Y
TmY6B9DaUU08RpbH8J/UYb++4JvX000P4ck+EulCeddjcaLnU0+pANZpR4wPFpcOASolKvWjVxMa
vKG+r8WqWfGgYkYkhgAd4DkhO7ON3QMka8Itlq5y7mgLEPKmksi9yXhYGUYLcjrPHH9gioxa0a/3
0UIWys4rlfsl7IsOIVKchTcVv5HacVoXBAPxctf8gkl3Zawqg6nolwNMSLy4/EHibu5At6BjMjKs
DSe21P82Ehs17PyuX9kiZZTeeW5OtmAAb8o6z2QY/KgrmOC7NKzsJ+a79UdrMMwXe1S8/tFKrJDf
fCaCtVnYXfY0eWi7+03CBEihVSL5xg3vHctVv7swjBDslgtWrLxf7+u0vnZu2H6Z5wUkvUOsLAgU
VAhyIxOcloc2UNa9LWOKuo7Qc0ooLd3b2EYedjAAZ7H2YTa67mKvVnt/4dbsZZ0z/KkHQ6uiHrxP
oURXtQsa1S67ajKGfN+sx3Y+s71sKkxm896bYbig65BEDMTLUFwliS1rntgO/z7fW1wiQVhuhynJ
PwsEImDWcjfKN1nXSJpFuWZ0x/wgAaEnHJehnayZtnbloFEi+/ZNXRHFc6DXFJ/Zy/rklwDWfkrb
i/PtlE0CzptGjlQg5vau7dnj8BZ2RdhjzBss66A6n3KuzUG4xlm7fLRGp/wlFjf9zl/wfrdWhDwk
nUx5r4oGTEi+ZAlTZEIwSvY4hmS7WXnVTjCDYmalhZts0P4nn+wk9JdLYExAhV2HlGvl1F20rYxL
Q1I0oU/khpm/peU0IF9w1PR9yKupvphbHpYzfBukFMihgTarQFCqHaPHPD+b7AWOA5wp4uvscVx+
s3LaN2Ea0ScwLeZBYG06BhGYujC/+lr45/2IbZVkQxMxdhOEDvSHERUTSjvUtQRi9KPXj1da+y3G
4KiF9myTtEC0at4yn2mwSG9qUBg/ymUJkLZFglbXmhpBFTjYyM+JbARFfG3jziAoBge7hCviBdbe
dZgqEhEm1bRVQx1Fh0pAQcRTamvWDVu3F7w5vgsgwh8+ZpXsD6gA/W/Gma1PCxSc7nwBAH3tTC07
oXa0oJPr9n1/JHtwn4+VdcUIk4B6L8pMum2bTwiOGRSaAc40iQnX4DvaXwXghe+2GYmuYahITXNR
xwUTtnfK45eHBE7Ja9lHK3ZVlJ4clM2Eqiif/GkbGgH0SbnpsZ7Bzux6uis/RWA+e4nE/avtrDmn
8yOeaulNXxJ3oqU7iNKd3vtEwn1RzdEqQDQqcTLhrzstlpEyYYEl0we5P4vaxQB0gQdorNwHnIO0
R8M6CRHtkT/xjfyEGOFjkxm1RV6dfiuE2yfbUdnDx7AEmINoX9DU5D3wFZRbuqMfMLfqX9LxdbEL
MS43m1CrZuYY5gyoyMNyplpErvUTxdgKqtLkhxIg7/A4EUKdP5omjOyLhYSsVWIeWGc9GjPWWNti
fjcMc/QZFSuZZyNJS18inpYHXDQTJO+4d3/TShX3+RJDXslCg7E7Y1hbbQWu7mnHwAUxEAaZKYMr
RrV+htEJTZYfY03OkwmJv47c5l4z4vns2iDUt0U5GMSfS1IecxU7lEddF5i9RwfcunSrFNUmhmy5
IIsCPZJPYBuTNjUrcJetdDOyHcud5xLkBBpR+Fcrh+2HGprlYSAVLt83FQExm6ANhUUSpsRCVIzW
kBGQWabRThLYCBWiH9E/lTijkd1U0T6Pe/O9D7HN7HoZ1O626GicbuFG5z8QhsS8irKCeeTIwT4q
MCS/fcoc7yzvB+/QUXPxJi9ujfeJa9fbJMXZs839ufsQLkFCoowZc4SElmq3BvVHu5syHZP264T1
NeWdJI6ssjJrM4a6Cjdvvy4vj0qSaRDWVdpuTvCi59iThpjkUUX0qs2kPUZyyEF+ociria2gOVvu
HeKJEO6m4sYvO+edbtIrh2csf7B8Q6TftDzXN+evY6Q9OzmhWkAgGh3ONwuRh0drbryd3/fi4PtJ
+k5L82XnQrqc1jkbBqvQPDg5rNfTosasZQdjko2Ytp69bWmvXBH2xK+Mu/G6cYz/+PY9ttcl5+Q0
xzrj08xazcKQB59/SwYcpHUNPinZYVJf5eFkfU9bMVzMjKA3E9NtAElkQuOYiJj9lfT/LaAjmpSg
d7h6r3x9D2ekg7DM8UNWpOcfxCpJeEgi1CQttHnaup2/D8dxQKcqsaxr5FwIFMX521/ffeUZo7nr
/GmQKEWz4PlVM28Icgxz7dbN2+EnCAFQMPbQsCSPEMa6Q2d1GWBZ2vDRsfSnTm6iUM8PunOAahkK
jhKHvdOU+6lb4oOxZSK3Ud7314DwfHAVQUMN7I1q7A5ZbVv3wm2pwpw6/7LMdQZvOwW6t2Qz+bOh
ex3KoYIgh4ICKTMytTWJZ6iQNpdqqjdz4eWYm52SaGDGsHisDFyAXcw0rD2GVtUyWhIW6ltiBKM9
yrTIfeeNXH+Dk4clcB1wlYEPApt++PO7lRaDRvNLwkTflNF3WgyZhC1SztM711n/zul1aCACpqXJ
L+jlPb8OgH+FNygi9bazccdRO1G12pgUQOt+jLyRlYqisYHd0ozvfceXr73PC4Etg7a28nFnPL/2
EhOphLKLCaCj7SPRTeM+9lK1rUM1X1hpOL7TUHnleoQr4weGRO0Avzy5p2JoqsVrio7IoXC5Ydcz
CePkKfrQ8fLDjWG+YL1ze1/+jAy1sPcT+0I3wT81GAV9xb+vuz94FCiwnWK8zvOMqPXtt+vly0WT
AIqAyx6JduFPL+zvFbSv2rbxWMCDGbkr7/xKeuR4EduNdQevuNpIyr5z2njD3i2s9Pbty79sVHFg
oxVJT5ZahVPI819SIGBbxICiYJg6deh7N7y1eyKACyGqu7cv9cqPKOmzMhRgwwJlcrKKCtXGOSs0
35S048+6j8lLrrBt7FVIhU1EV/vtn18QE/n64zF5QXHy/LsBYBZWU6H7VCRaHVAsFeSz+cUXnJ/z
lfHH9J3rOevu8/yV9FHJgDFnSLlOwk5eyYrki9YXPDNNQQmPP6R06UcWRQlBXAVHu7XD5ZiN/fyF
vAaLyFYTetgSoFaCtTEi3fpZqutDJIceOFrIsD5IY3wUqLb7T2lnkTIh6pkG8VyFZAuPcWu/16N/
5XGU4TrPZaWA3H/62Be9bu3ZpY0R02+8aHpg2gVM5I1jpAB9LOP4YhqJJGzLFLeGMy3ynffh5RbH
ouah6JBrj5xe+fMfLaZx05ce8Kmghe7ZqMI9TmKuf3cRynu3i4nyEkgM3n5SXnnZWUkdIV30IdI5
XbPrMJj7toGFNDk8lAvTmAtXp8s7Y6fXroJ6iMEj7/raej/5alXQ2U7OVfDRLB8biqUtsof68u3v
sv6Vk4fQ98i0CDwKcslM4/lVGmrAXrTRsJ0abAD2XJAAmbocruEIcP7Ea/D29V5ZQQLKA4mND40X
T83z6xWyFnJsiAxpnVJehp2VfK/GDo+MV3GIfvtafxI5Tr4c2JUgYKiI91P9YST/tVqyZgS0J6CP
0wj4QVO2uaxbQzuZY8d5Undm69pWcEsnldZzZ2Yw/9q5GTCDHzLY6JDjyScS732oV157ZQNKCznc
oUOSzvM7MCxNaJJs6rddbEUflFfWZ4qAvG+dTR7N1hejv1d1VJCenSbpPQ/4yofApvXOvVkvc3Jv
GOkwXqPuQP8SnGySZRe7OhkKTqm9gWFcM/782mYF2l64bTCNm9a6D7JEQWCopumXaoZwvs0TbT9x
REA1X8FLjPdvf6hX3mbFCNheB34Ot+jk1rRDqwqcxkg2rOih9OL53G3BjSH0XvZhwiER94F450a8
LIxWbQhDFzphzNi8kzOJyi2VT7HuIQgsuHaiON/Za3g8XVazDdjn9ks6iCs9DO3TP/62uFxXng8n
FD7ByasXT+w3aRgSEARb4lYzDf1gObgwYlj9Z7NsukdOqdXD2xddMzpOfncoKwGgbaQX7OGny0qV
FPHabWJZ8atGbS3Zg7GmZkvqXUvtQFhc1pEJqk245n1S95JBK9rFvgKp3H0PwPtwZK49XW5nzJsQ
f2Os1+itepjd9InHlMZgbd8gE5s/9pnyfulOsjS7dkR/JpYT1kHjFdZmppr3j3pMHIxocTtfF0vU
vlNDvFxsECRQsAiEK7zqp50YAH6qrhRdOKsf5BFueL6naMT0EyXV+dv39cWl/pyqA+rOMEChuhqa
/z7aZlFapLpSaMKd7stirOkYNSPuHa3lP31gqVDoKq2TZgYQgKCeXylRBfiEkY4XvfFkN9omOsch
XG6FZddwY+xoZ9y6/eQ6ZXt4+zu+lGnwsCp7VW9JF077n//+13rKxuDKCPMTXqdcfC5tjUVhprPc
4Mw9W+bFv81LFHvWwlCMkQQJv1hcP9raeJu+iwN4Jqa9aat1+Xj7k73YK30+GV1o3uFVKOyf7JUi
LFwC7eB3pyBzrrXq/UsJYOLi7avgNj99eTi9IF9e9cPw/IV3snuBN3YKUznTdsKDqQ4JhAS4FQF0
jD2GMXWHwr66E5NcVVRyatAPlqRCHEu3ikfOXNhGNiMDvxzHIHvypul08yMElvUIgnmy97qEfYEZ
dInK/ZgJ8dmyzPChUG1HQgWoCiC16WxwMsPYiuggrvYem6gTfe6Nxuk3jMK71ULMSAWp5OLqPRwh
0xwInVPXYWqikuk2/eKNyDS9xdkjimXT4mdzV5QFfcMk6+9b20am6RQN6iM6emSq+T39SDx/dfCl
0rkWl40G73ARG5CFoMD6duAIL0R7DqCVrAuQnel8XocWTtqctd7C4uH27VnPgDH4VKi5iXZLzAPx
2zWj/Eq8xvBTqmopz3RRpOGG9atGF9g02P5Yf8jR5VDO6KlBQ0xuwjB0j1EeOT+YybThZrDigrK5
n+hwy6Ewt11BxtyGHypCnBxY8S8ZxPM6v8eMxJDTeE+J8ZwK+5jp77Mq8n4zunUul4lgH7a9rA73
fhWWpOLNeXnNKMVOL5Y0w3zho5VCcePG3WdGaFJTXpMBunXg82BQRI/Sb4Q/5zCZy5aTX5D4Phnk
oxtwda9uPgOXbMSxJiKu3smhQ3Y6duXyraxL8VW12twzFs1HQG6E6EI+Zay2QRRqol3fjvWH2JvG
J+WUE8lEYTP/6JYogXht6uKr1Rtf7jUp4ZBF/Mw1m4zTarHhZSEkWw8jHMYRQS6hnIudZcfeicsz
gV6oOaMvonLgprUtdoAY8aQGFmeJHUru1Q6SzZgD0Zc4v72ka4DV0qXoOf2xwgF5s1TDLmA3m7LE
lUM8ilNdo6ErQmKzLSaHRZGNMWadchVdQHaqzw2hkvEevRlkXC/tew9XfinA10Rx4B51TgR4zdjU
vdJOFB5E7+Ol7ufGpFeV5QPnSBOvuWtY5G4JulQE7GrTX6MPKr+n2jhfesbc1b7NJ7xKvbX2jEen
CT+FhaO/kOsbwianG/uI6b5+bJeBVEONLPiuoFTDx21sEml4wZBfWsmItRqgnSS1idmd3kxtZO0a
mwYwwlDL+QqOot43zWKeONv0xIy7LoYxsJXZDrp4+EQlvQarDqY7lN5C57mTHjdmaMGHbRq4zuag
GavyE88WaazkxpAZGirUy2SX80ZudGHCn7LyzV1O1itR79r1kIQ4dn1pz134ax6HmKXA1wPvc+tr
fOG9Mv0GOptmTuv5tbVzETCVu07JQRxIQpXJJZa87IaTDXbjxqrQ0XEmiJ13tqiXy/E69nDQk/qo
WkDynWxRXVbkyUiRj19sWK2g+BusenlvO3pRutFRwjES0lRCk4lE7PllIBZD8/Vjpq39yPyx4XH5
gfERXnVkqQuepfbWyRWWPq+ej7muzD1D+zWUOVdbiJxouED0nE3QFDfwNtIjI9l7YrKsr+D+yYx+
e/N4bfMMINHgPlHMhl70FwC9tgNjUoHX3QtKQjXL4GvpK0YXKWKlSyZoRLYG/jR9Yt2JPhnmtOel
yZKPYxln/eUqIPI3VW833xmIpP07H++V+oXzO1gPPp0dss0/v5eUoDmBjilkiSJ1H7uVx1F5JcDW
Sr9Tgb5UtPGzUe8iM1YcbpFuPb8UcoQqt6J2BH82xjuHSHZQs5lKf9Hw8T/0oJWOVT+rLXOj+Fon
U3U5MCr9p+dePgQdcfrTVDI24rHnHwIDosueiWisKEgwGWeyZ5SZ7l3ZeTcDs8N3TjYvCwcux7GX
kYvNE3v6naeBBqsKaPMOenBvYlEUj5O3ZOd4B3AihUn0zrvxojHD1+OMjYeGag2bzsnkI2OTsURC
Z86xoCqorKgBlBXlfF0KHe+jkPiPMVrUp5aZ1L5REVvf24/7i2PG+gFo3SEcJaiaRsnz+1upeB4B
ekxbUQXVLumLAIzBEjzINP01QIW7m7Qnv799zZfPMNekKqO14DnIVE6+tLAIjnRakuKiJEuZpSX1
+YS+AuVoHLyzwq3x38+PURyJbIftnWxDgFLB+ln+LoXD2dIe49ctzYwk2SaoQKZN33j+/TiGBBgE
emjvaTvk8dFLJQ1oXyTJFQxgtnbebO9TreP+e2KlzufOipHXYBBZ+uMga/urb9kgi6dE3uBWij4K
9IqQM2SB3citGvoB1lKLx6V0SZn1Eesdc7qIX4l10A+RgMazKzkmX45DGV4vyaD0wfEGiDlzlxa3
CqjAsPHxjQa72jbLEah3nuzSHKzYHtx++QBSWZNgYbn1o2ypbxm7jh7nNQ+pSWeluEOI5xHOdhSW
lsfAjYfftNXHeeO0S8MocQTndz0ghTHkpGho0/OSJtVBYWw1W4P3772uwWs/BU8ZKHfb4cc4PZUw
Vel86RoORFN+XxS+czUVfDtrGNE0IZUo33m0X7keawY9W855zNf+DMD++unJukwWRD4UMKHd4RyD
EYrCKaiLNS0x3/Fgi/eWzFeebBy7Hi0s/jqGlpPVCpuVtGzeJ/S3y3IzsaFt4tqtbpCctA9Vp7OD
xkW/Q7OaXjUpqeYEHrd4jPy7OhTzGQIwtR9SAr9TMhqad9a2Vz8cGz24Lg7bSp30MSwzqvC/qTuP
5ciRNss+EdqgAd8GQutgUCU3MDKThENLh3r6PlE9bWN/zT9TNotZzLLKqjLJCMD9E/eeW9g0RbUx
xm+WFCmY+t5jgOW68z+02f/mWEG+yruN4IMN8t+NAp3KB6lZHn+XAEgf13V9rNSsH5Br1vxjKTch
BL9/+AXNf/eN02iTEPdYSHj+3w4WVSYk0jv8huQR42CqARuHhyJ1QehXttm7FOhgJdYeTMs3WWu4
HUVIho4ByYJwKGAQ05E3kmtuSphnAWQhorzyQytjx5nUb2idurvDBG4Omtaux/Wc1/6FP9P2Vozl
1Kp3krTeEMde/qCxZf2ptL7z/+FI+1/19vT1JgxdXFq2a/FV/uuR1vPijiEDvsB3VfMaM5AC72SD
5XsgSIiNJJkcSYEWRD0SMFKpGBCDErJxwrjtsalFs/0/H+f/pork5wEVLGi5df3v3pPGqEKBChm5
U1GlMVUsq6cFW7HoH9p6/MN/P8v/orzhP+bwsAnK+tdfvMEuKqp2GAhqmOKtMvSyW00oTm+TV+Ci
h/DDRTqAU/kE/kDcl+GOAxQTlQNZGxlcLzIiVHZxQzgneCA3f9KpLbx9DUUc3RovJtxbbyJE0rDH
tzjTdFhX8UDkjA03Jka2LkNSWNifHsAfznagFW75h8bX+E7N0aMX153iCcctmUSTkNeU9AXAv1rX
hmtf1xE7k85Wvxlzhfo99RCEBQiK3B/ocdm8nqDB8GqYifNPO8+/xuf/MkJGHseWlTueeT5Jb9a/
fm5R58GaiCsnQBZMipmrYWMFFmcNiGPmHgmfZ7wxmzOffI3kCE6ncczB9vv2a+yE1o1w0SK6UXqQ
PBOyQFRHLRzzz2LCuLysUo85heCnVyuvhVNw97yk9lbcqHHzX/aG/xcE7//PGI2PsuR/7+MP5Het
Yu6i/0nCf/wP/8PF7/+Hz3yAOwwYI+/Hw13+Xxz8B9AepwJTMAZgOAVdvvf/dvEb/0HV96DnM1R3
cF1S2/83otHHxY+RCQsorTErO+v/xsX/gAL87a01Hxh8mwUZriQMePbfDuUpSn2N/UYRPAyd97JI
LgSniK0rrJcEM+OunmB8TQmA1yYOGWIo75NwRwiCU/PWFHodkNme7jJNkLrnf+l2eosp06IRA3Bl
t8f+kf3B8XaaS6c4s9I6eDkRselI5JNbeGdPSX3htMTMUuTaPW7mqB0PWdNuK2kAPBOrxAGKL8pT
E5UnctlwjTMdcfIPN9d/Q8Hf2l3DOyJOXsuKA32xNPu1slcye5XiuxwPvXjtZn3rhPtowG4QHw3/
Ja0fQ1V9WtTIu3U0u+G0EZCMasv5LaovfjrQcSfArMUiNOZVHufXDt07KOGVj30lrl8Ree2mFDmv
WlthdMCBzak+gbm9z9nJxJDQpeFA0O7vJNVfZi7wAQ0FlMTFWOdbTZBZxNljOpek+fVAmlfkl1RT
vSDSaxHJPTzuEyqrhlASz/3C5zyp1yivNnyWJDMtRHwarbPZ7WuCtRBJgB1xvrVIe+5Qby4nBNmG
1j430afvPGZCpHfduc8hFCZbg3txMh6E6vAKfmzlQIzzGx3MWbWd9QjxHtnjp7JNNnM6/k6acZP3
Tb7okUlPI+QyfbhIeCFQALd9HH+lDYkrn+AJLZKUqFGxLRRavDTNDVrv21QQ9NxrgaVdbGQzwB7z
bgcoNLlF/LUyYl5q7a3+2sCUQQ2u0FPh3CGq5lEeF0RhTQqZcoZFZidVeeyxEgSpFgVO2Dzhngo8
4xoWTOw8PORNc43c/t74qULBPm1aq3jgtfknbcp/jeS4MhWYblHpHywoQ4wVfVIb57XezQIXJCXI
oD+18ASAw6Tv1jh1gemQiD0bP4b+bVOELM2yP03Jq97mG1aaQYuTpekhybnGrqvgKjpEHiUprpeJ
HSB9jIXbdMhNJqDeYpp3ousXTldAeEfu27flxZ1Olqt+Em88o4pcFg1Dsq7chCpeOOkves1lj3ib
Zd4hVu3CBqwr7009oGvo0FR+YhJ5aSKxjRJgPAofk95fW1Dni9I/osIOfItQlzYOCvlHwhqAH/zW
meoexsXOxHTXP2JWrOZMO7NC3HtrCY82qmyX2dp2sIbTVOq/Reb8kpPBc/AO36rV2GoDiBR5s7PZ
tJbNoS+WZVnso5K32TcPPa6YxSgkElD7Orn91k/DW9jnPzJy+FoAmCE5Mwyeb7WcTees5r779Mzm
tyAqXf71bTDnk4geYshMo2YzLZY10Pzkl9TCN+HzemiO9YMS9ZutDqWr34tVxoXNLmol5+RgArtU
TbRMovwKDGulj/5thAi1xnFUgXzXi7UxjHckHr+Ek85Lpu/eRZssk27Q38mS4pEEnglVvBatR5ld
RkJplgjvXiZepGbkVNCzLZE6DGt/zRA4Hec9Ta/pEG9rSAqcIPe4+20QVLDocqDdjIzHSn4Zfn2W
sGLNAdormd0IfzMPToWmcf6E9nzJlDM+cYgSOOdNR6PgnW4k01So64yzzIOZefWdTJ1jzDhmx5lu
b+rpRRVpMFM6XwG1vodGXgP4s+8pxQ65p/HK7tgpgHCoF3rY3if2TLk7mbe8hcIwutHOzwa1dqNq
3oaNl6+IbnPXs+SdhB6fsDqJP1KzPZS+QN7Gjr0vNSBiR7+0p2cn198gmlzRuB4AQZ2Ngqm2fVAa
w9Sqj787iQh+CMmLFe53w6YFM0OCDWBK5FZMJv78zE/2jY2fDcDutVeO9svqBDNjBtJQ1NnV08sr
tNRE+qzd2l16E6+RrYXHcJibMz3L+EDgt4vKRgfshDUyownHVzUV3bmr7ZgcXKZRqVArH5XzQre0
fmf6ZbnQK+vFQ0W/S9A67/xOuHft4dXwmlFyYuuncArD906x+HPdMX5tumqA7CirGw9Gsmq7KD4i
0R7xMQnMAq0Nmy3D9FL48G+yCIY63dW8pL0JuQcJmGQgfvIasUY5wZem8dopsLO0AJxnvx19wAuR
ID1XkDvukR/Wq0aRvhDJqtxRjWaYqf5UXXRHWr61cO6sJ/OpjUuQlXbH4K+psCtzVF0bL+Z1gd1W
nBvERGtLdv2X1EhlImZ+MnYTQwYKf/wzyjGLM1ns83KY+xopPNk0k/usOSOjnsTjYJxUE4xslh4X
XmR+2IWuL6VvLsVAokBadSNC8yUfMkpw0DOgCNN013mFvSKNAgLmlBLvIfW1TFgTa0K+ZRH6Kd06
RmOldvZE9FY6FSfbS9LfnV5oiwpX4j5MZx8wiOOjXx2r5QRTcmHXwueTyYzNgJF5zedOIeCaXzlO
asCDBg+s+yDAlO3VsbV+5RRZGNgV5BuHZJ81yDn+NAsHDwHh+aUozE/LyMaNU4GHbKXc0iI+D5Z5
QU+BvqV06qPSKQ28V0J/MelFkxUwCYC6XE5fZlIpTocxPvgODkm99actoFebXkfhua9P07hhH9jE
80/UxQ+aewMY0m3eSKf8Q+b3DfaPvmKWwxFgZph5khcrbndtNJ1kbtxmzVtbVrHtHPVsPpKUCYar
w/n36KUfJd1IrFWbho89jrMNpomN65OlPK5D+ziO5Io9jEGls49bZyNSxJMx8wNjWJbAdIZW7mfA
7cCTFNRXMi2m+lQ66V6M+SXCS5QNl7p1tkWhnXEkbkLLXaHvR6JPqdbaxkpLeTVsozrz2VM6sLdL
xL7KCu8X4dD9Ye7nKGIZy/Mv9d64ZBpbgTYHb4lYWG+DNG+EHsw6AUpsPPwNsWjjuilwsRIWrFmL
DnNFvOrqWc8fXBfkBXNb1Zg8e2cbeez9tJh4RDDfmKChi3gH6mP3C5fcSDpmyGC7cdNARp2+KatZ
3pBLcSVKs8zWbZ9rS5opfeNGBJCaZIfizuicldWaRtCCxAiwcMxYzm3tyZAi2ahhdrYKV+8R/Wvy
McVz/YDzgwPVMGws2ngO74DwwQcYbugtfD2xkMOzfL1gFUh3deXo2yQb67fGHueFPTwMFnr/yE7R
imJbISV8TubJODXCUXtiKp2f3JAkU3ZDd8Nf8ekMBZdphoL77GPiWIxRSSGT17p2TjBIrpVfxM86
Pk0IsvDm0D17t1JRnSR95Owyw6uI1a2J1dbwhs4h3mzdkqAuQDgGgzHk+yY2uTW82pqg6mBz3lqV
tR0zN9r3In4323a010anO29GRjrk3BuEn3oquQp3ZBEocpKUOaMhOifMXl7cXomdjX2XLxV/UNSE
1CdTMQQGBnaGOww05+QR05rkKKUtYJ+WNQxshfOZGrGavE88dXKh1UQscDi1CspRrk5joSXvjcj8
3Wg4tPiAGTD4FVnV/5mzyt6OZMwxJ+w+HLfTORAtVJuask9m6T/Fwtk4YwlGDydZQ7J73WBig1Bd
R30BGHIksjyX2sKKtBO2mzPsqFc7BcAHC8ocS5tHqR/HAwV7u6x7UA3JBCZCpeEH84h1ZgBUQaFz
BDl4RHF/TSc/2+EfffaH/MViVJB0IJnskeOpfOZe3SOsX+lF3y3HZsxWTpT8govKPEQz1iPzzlVN
6vBqSNiyEQYAC4DMPQeLA0xoi+DG8IQP9ITnbCfaT55BFm8p/CjhRq9lCtUwDy9trZlUfigHWDPJ
PXEhYpGaqPGYM2Mlj+y3eSAeSPUmH77XBKnpf4nRBf4OOHvhTjFJk5NdPZtmzbRtnO3nOYuB0iMt
W7gEa7NiNsx1CaWJPNPmZc5m8ZSmuHyLaPaDLnP3oHWWCljBOgyz8lI3ChdkyoPvR7Dyday4Kxie
+8iz12YFmMT4KHEjWNVDatBsQp3kcLhJXg6wU9oBY/JVFXVHEzOum1BQCrNaKKRArG9x9Do/xRSv
atFjgfD3aHeXepOcauONOXz9B6P7H9UyU/MptUmU1xtwVDz6hqOTwoZ5nzm2ywdAMzCkB31W/XIk
oGWpeym7bupR7g0tP6Dr2/uGeY60Vu0LXV0ryQgr9hx/kwn0xXEr2cU2GNPtEBanK6EIF+24yqD+
07E0bCa5LTyQIk66mc0o3jqxZb3pDUcEgazwPoy0daE86M456wp3lbcZ2chW3LPVZ5GQh5F/aBEY
gD8nFGANkzPBf5jZW1R4cq8RdvsyappYMVmX18zMEvahlvdmZWrauHrTbDqshYgL5lG8PWIDrkhK
+pcEXcXdQ6u21VFOrBV5szEuLuG8mU6XnWRfE/BcaOJeZChyahDGkMaQYdLXDPXO0OP8bYC1/Bxl
Rf45eln31VNvkKqttL0ODKtdq9roXkTvqYtKi2SvST/7cKOUwKQ+7fuNjalnQlCRi7MY3O69c8zw
njZJ9GSomIsJ4hf1rhnG+bOyJutjdm028o+oimIxmmg4LEE8Ang22Olsfp+dpjbXfpGO5xRJ7GE2
YnoxjwfV9XLjHpJosyzjRjv9pYLMG6/G8R87hEq6FUc/65ruIfGp3SOXwHyYbZv2DVtT8cbuPeSh
mYip0hv7jr5eviPoaIjdlFP7poSDrQsDuPnKCAGefARyys/TcoVefDejx92NUdwAI+8a82k0sHzS
0CpnacJ15qPpuaj9VgSmH8vXLLHtVe0W0VUAjv5Rdo8VFVxNigGwnBWPFjlXm9mpe8LmTWM9K48W
EW70dEhFxB0hUn/fjj35EmWxKurWWiUDaESe2liMO2NMAvCeoNKNdpmOjCXszn3OtebKvdvi/qNa
CIkIS5R913NJH5OiigIqu0WxAayhZnllFbPxB2Q2YefIjhgAxahXkvx7UnF3Jj1rF4d5vyro1FfK
AU2IcmCVivS9DM1sY3pyDa2NnHHOcMSwt4SN2IK1NWVY+qsoR4ce3Xxv8vxcgWflXdejZ98GTqqj
eSTSqiE41iOuoSrm/pCRqpbLn5lpie05i17pb0qGO6Gy1WA/kpTaHhGDOe99PQyXXWbtR/b/i3iY
+f+y4Via2bpPPQyfdGFWlS/pSh995I3Fssu/xNnlhkosp/7mzi8JrskpY+zARMm3H+IQ+azHHVMC
qyyBcMw73Su3TgNfSw0GQHP0xyez+u7My0yYyYBLB1JuTpcN3dZIXSeQo14G2sBIwyMvw/WXQhzi
em2ZdcY7FLPC1KPvxCjWSe59V9jKX4pcO7Xj0Ky8GpKEIB1qa5gtVTcRWkjZqgud1Y6P8g9GesLD
VKitohZbVzR+ktV65ZDjzO8Q5VjVnwlzol69hxoBbC5zk+QRz1KUdAZd/WjSkt7nQEidjQtPgIJB
cVxq2mtHCDUaOBpTUR0UaX0HPXWNdS3lpg1dwe6bfemc5shUcuaFDgZ4ndhl2z9aGQnGya/aNS5R
WkEzwacUK+5Q4g6mAAUD4S9FaW+4hfxFkxUpbtNcrRF8phQSlbUCYVxvMShraELL9kZAJYKq1udo
gftutM9pOR5DhQ00TcvXBmivqPxPRAR90BVFvAFHfupTgoi9u+rwoJnpfDKQoyOSC2QiTlGoWwHA
hHRLujc4m7B1Vq1F8HsrJgRy+lERYnbmzMZtVbQHOwbzZzSlQD1mJguGvkFGoIvOQGjlYsf6jOaE
h9CtiVQuxx8g4yh1H40o9uVkFfnmGR3PXkRiyVDjM4tj/WhH7lFB7GSCZhgXVbjihNptvKRt420Q
PCxNOR3KKlwp4kG4lZwf3S24ZDxxcnkOFp53F1B6Xq0BEQLpgQW67w47ZIUIbuzhoOuyQggH6eCo
MXq6IyrpiVYbkFy23blJ540bR7cc8NPC6s3Xid57Vc/ibJkRnxfR1DqjGYIEW7tY57h+wRe/pKWV
bQTQ5IOLPwvWjCQYlO10yFPayPFqZLnznDNnjH1LW0f5TLRcJr1NCTF7bZZTskkK76EPK/2bJtPf
9RBdwQju+UleuRNPADB45f1PGOsMuCaTozDhbmQ9uHsAiE2Dnf2I4G/laOW1JuVsi1AmQqERb8ww
Q/9fdLBobf8gqIDqYpw+uKwMav141TMSOiqoPdQVerIcoI1f+9ioLpQGJ6NrDw/x6hKtjLX0h+SW
CiIZ2Et+G71MV707/3YdBIOuQX7YmKGSUml5Y47GIdmMao34pry5aY18LStVtiiN3l+36WzuK6dy
CO8W0aXUzHiLLQkIBVkmCwSKJXETFgpY45q5GFTiyn21VIqexoex71XVlYtnU9S6gBHhO5fOAcVc
cAZ7TnIx3PwO1ZrzyvrTV/NftxLfSAj0hUc0RaLlpUQj1C+ON6bbCAQbEoY12ioEeOayU/Wr5X7E
OHQuSOmti1So98ulZ956ma0y/VNjHncnYePR8Pj13mhmfGMN3vPJnNKN3839cxG2JLX5o7okhaWt
DDBVDeLZkyPVtIoT/xeKOgrFuHmtmYsxaOfgJd9sWJAziR9dVEEFPZffdKyOiT6mSwEYH+2pTA+y
CuGIX3r4p/vkIcJpSNrzvR7sPV70pl7pbmmvUskLkbjE+HXalFGoMJ1V9S6FF6Qb2mnAbd6zs6hA
OZjxy0OJEvSNua0bLVk5Trci+QIvf+O8IWBsT7KVzsKGh4+PVZFd0vabhjM3TQySKGyyiky6fyvf
NqiEx4o0nvY9rZEgOnXpHAriYJYh8UXbwhaSCQJlV9m17YnrkqDTfuIeTKofqcEBKtN6FftwIdJq
Ttauqcglz6Tm7PWU3QQBosgNu/w3upsDtrYjIztrl6r0vZkgO/UgG/dpOuxyYim3CbhaAitntuPQ
/ZZsLdCqqtb49vWs2wymOmaPj13LeUss8lb6OOtWxjStetPis2y+hBGSOMzqMCQvYjgOPg95HHoY
z5JmzbKxX1qNGe1zo/0Nqax9TkL3W4Jm6iN7/0jsHmShrXsluZEigQ83UVySRacbGPPz9qv2nc+0
qkWQit56rvzhmcfgqnI3XlZW9E31Yx4htO+tAcjs6GiHCHkTm2RGwWKCZ15Y0Mh63MN6lupLg8gB
qbRhh3wDLMNMQ1kC8SAu60rXcHGj6E1TEyMIO984c5Rs6sQkr4BAkqamFgCqfDSTYW/n7hBoJlIg
qEI5STa0tmNicVQ5RLwn+7SFmGIlJ0lIeb710uciPXVVc6FtXfqmtw6h3HD3u9naI3KgKPOgAJW+
gHVvLnO6YWaIa79qTrYuL71tkDbGfFNCF+qaGZ6WIy747gmqGsZxLbJvDXpUzoNf6iWM9jFPgzJu
twTFXNE33J0uj3aOGi5GU+8buBKBbU5nlbI4qvU/IbZ/puaxs6njLgoS/oOL91DBpi7Y/hms8CKz
pmXmfeiN/kOpvQXiU7ArUmtt8u8CaTBt1QWQ05/Cjq2j39piEQOKJ5fMGS6EMx2aiY6u8ua3LnJ0
4hZLLu5zrmU3EXX4fDi2ZjItrGlbdHaynEW7cUexH0Qrlnz8cWAMhBnV06339UvFnTfoLzXI6L6A
i5IPmzyFVORk0Spv2jtf64JCKQ/CniKpDcV1eiwdK8HJDCsmgux8scv5oCZz6fFtRhEDsmLm1vBC
+ceUEckndMGQQRkIZ+UucgQ7dAgqHVtIr9GXfnSFEc1VrqEDjd0VWLpLXybz0rd4+VVSzpfY4JWC
yh8uU+U5O2Ys76Iub2XP7zKOYlcotlLRpp61ip9V2+SO+GXxRyqe6cFCBN+pP73kfgasSmpO5p6F
yNeRK9eIu091SOYZUXEZXWNF4FNm/AKYjQfY/Rpk+BFxt7nVgKt+hdjkeWpObqGd7FHtWQ0Hvg5w
pPcucRweiIypuYqThBIQVzYmnlXD7O1ORiyA29L0EaHXjONcorQyfb4LdrzPdTs69wosbaBZkfFs
lX9B4ZwoRKbi6OWBZnkPMAmLLOmqQaTo7ybbGZYYqm8J/QcTa5hVJglAC2PWdlGpRdva8L9FwdFo
sL5FYT1nj0g1Lu5+GhZJ3WC0zY3AJBuuR5wewP109hXZJ7s6T5aiV5c0Ritv6CjGQb3gmiq1W6qa
vZZFtyaRzNftiySyc9/IfKOl5HbZojsgfZF7YWvDevSjt7SSl6lJdwYpWwDmRm/FOI8kLgZLQdIi
Osr18ZAzU3xJyvoHoz1+Eo++M5n5C7RB3D1OwGWMFozchszeaIjFD5rZbRMbHGY/P+UmClc6lVvf
2slNdpJNGqnQzDtiiilTaEdyR9YgyC5zbS4ksDAtnjfd9LsL64vuPBVluFVQvJ0cKDKF9NnPSjKo
zI09FU8+jCmzQ6+R/mk7uaas33Z+ysnC0bWLk2RdqH6jCxwzjN/Qo7DndtcisagyMA88zMnOMTH6
wCsPHYkn0n520/ZicZxHsibjDRtFRwdmDdXjW7N/CatoV6pN7aBTqfmqdW4UWG5ELzMMYegFs+K3
0wW8ffdZkopInpudTVil0zOxWOuo2SX9MhuPjic3dvRb0IbDQAsggNHQtaxuzIWT/ZjV47Yd+a3E
yknjd/cRw9L9RvWlW9V7ljSf4aRd9eEhM7CWEaqoGVtclearpjtmqRno8Wchs6Ci3Uw4hrECJG67
6hKuOoYymYtakdgZ2ccw4QW+83hPMOOy8gDY1U4cPlc1uKnQYJKXInoNXJXpu9mn1V6Elas/JZkX
3Zuora9FzoCwmut+1zaa2KDqMAPTauIvXYT2plA80ZriHAqadjBW7OrLdFEzWmAPGev+IfXJ7UVN
wK86yelUVardh1YxbDr0qKsyL+xXMqlp3saWoz4xmS8K3HQrAokvdlIY5LLwBjvV1DHIzaKfFm7b
Tk85ohNbL9+U0fUT9aocV03iV09jFhLbnCWXDPfxIo0TyPOJDQti9BIMGGZ7TSkHnkeK+iAqsqVl
tCz2nPdahFsvL+9Jo714Hf5cRqu/wqlagcljC5ZxiJamurXIvrmsXtmcl5sS8Bg0IuLRc9qEItYC
TJHYQnic98h762UaZr/NxL2yvHs1e3tnSvkzOCktBgifrskYE9LJK/ep8/29CJnzVqNzER6zXeJg
LnrM29IKEa0qNmFV+M4pT/JlqZgRQ9iif4F4ytQ6JLCq1nlbBrmt2GrgQCK/0upu0zA+lqX5tRm6
7SwQh2f2pXa8DwBDT9ag7SGKHYnP2yTO0DAjGFK+ylnbRmlyzUqX0N04uo86tEOre4fjMQGXnB+8
c+lsAVWumZcOC4jz93q0rrkul77GlLq0rGAY2T+SZ9YZ6Qkrhc6UUH056U9jKC3QKe4DulS0JIx8
rQcHk070p5PMs8KBqy2ySDHHcQgvOQumkeI0A2wpNXm2LXXzO5Sx+Ng21ph+KAD3oCarbxXKL0sv
Ka/deA+ZsthYhbYNI6dbDKS0FRpxUDZpYnO0Fy5rIEBLbLajQxKKVwrDs2VoCRVCfB11hHVyOsP+
IJ/RGRdxnpMTx3VaWj5vHzpk13ucyUa+dEmiC4dpWhQtE5Ky5hdNiZuvZg94ar9Hk/dYMIaY3cUS
sGi2qRxalrD7mKr8koQtd78v73DmtKAmxI/MmydlzQEpER+FPe3sTl0glq4jZhWhrH5MW9Mxd4jn
uERE0dYMe1HYgwpa2qreECpkbT1os+suHy2sxaYIpI3/eshsdL3Ip3Pr2hPf4CY5Tr42+jRkTiyk
q30YarIZMxo/iTGJgJSJPVvwCI+SusrRuIRiPJt6dNGGcOm23buptZeib9aaNz154kuodZzpZ9aH
kKThf5KRAcUQKE+GS7Wj90n1fpsl8bfDepSsoNrgndT7iKRHSg3jlLGwtltGLLm5Q0QcjEb2NKm7
7+2m2Nz6RX4b87uZasuucx96ACdibeY0EIbwxk1huovEeKgnL13JwXQWo3TYwxTxwZsBUdVGeEEj
TidkMLWaiZwPSjpbJsoUt3rXjuuq9jaJJ4CGpnTugkR4PcnQ5eTuH5Kvj8hA7o6KV9qM06xUwCF1
pnVda7GgSaa1HJmb99xp5GF371k17TPP/hM13d4VxhOrNsgZ/okZx552dcLTyp6T/nIB8bFE7pp7
G6uell5RbogJ2SjR+uyGGrBsnTI3hWEyYNf6ikeOjSRlGMFNZX9Uvv4Hi9vCt60XTHpfoZcfJtF/
4+j7o2nhRldhtCSMRAaman53fnIjYZhZlGqeoHJyK7gwCga0VtFRJC1rKbCKKmHD96NrDw6w941p
5qUZ03NrkMg5GLl5brL62HXdRQ5EvedEw1U90ZGi5BxVc3koJSPIkph29EXZO0UuKSHNZ6bk+9CG
1obO8TAOxuvU1z8Fi92FyQCP8bf2rPNqGwygNvP0PTstKeAlp2Rk+oHy3U/Gxw+3o61WscR/yULO
9Ker78uAAmPzUGl4mbFmyT8s7VxO/IrpjNvG2ziTeUyK/MLIjuyZVJZYCKujliNhkilOLWlMPzFm
dA58/HMD0VmZzqY2a6tlpEXHpq0eQWfU+63ZTaw2YhTKigleOWk7v+71hYtShkd53MewB4PeZnKL
QMVYV664GFhJjmEqZcBnlL+0sKVKU/uauw5llHxWGggWAAkwABK5slJfHmKJI7Ws2JJFplXyPBoH
+HVJ0NQRkc1Nxbybd5XrQdtUaHw2DTFfQWjGP04i7pOtGE4nJnO7fCOi/qMjksW3j0XFCmZq+KBl
Ei+9vvkomvFo0ydIxOVTuLArJBqu8yq6eMnS1GHKAWsdrjHWg0J+whB4cUZbHki9M5epmTlflqb/
IFrmTDU+B3zENNbVLzNOjvFE9ttoRo+t1FfXmr9KZJAOm9SkI+6edwFVUc0J9z5j5yVEkCLKMvNj
OGLcIJ8RCfCVr+ugCTRprJSuSWYvK7KBKiLGggwNRBbC1JJI109CnsfuNfYSEjZcd5eY1T6am21d
908+ZMidXvFqOUb47HQuYgnyOBaTgaxRDHvXGt+dpHbP+miSMdPp97maFpHID8bYn7vYe65NPkLS
lDwJf4CJ2GLIXW3TaVQ5kfUrLG+NhuitEvNas4i4rBX7rFw+1cymGcmR8ypuBspG8DBvxLR+1LO0
Nt2Q3Fst/d2jPAy9b4uygTS6/QBmmISgvdlttGFTpbvJqVAvsIVNs9PjtUjKdSbnIEpelKnWQj3F
zAOGVWovp4a+VmfJUSWLmYmINaE5nJgZkQdr7gtM4nvwdEfpIQ3z9dWLFAEs+8fGPS8YOd9q6crn
uJbhEymcDQ9Dq+/NqYu/vbSYt0QLad+pl0HklH1xn9FB/ljS54YxO3ie3ET5EMtznDsDKGewrKxe
p+4tRal1RlCbbwpfn1AY/Cd1Z9Ict7Gu6b/S0XucwJzAojcsoFhFUqIka94gJFvGPM/49f2kfONc
FgpdCJ676o3DDoWclYkcvuEd+uQRuyXnPC+1cXSion2CoBc95RB6fwZFhIm2Qt5qwEQidZrUYx7A
GlYQGESaMg2+olXxA3rKm8ZKfoiaXpKOGyq9lo5GjyJ0H1xg9TRES/MmS6L0rTBy9ay1w+e2YBnV
gCqobyjFZ4G2pTQh7o0HDSVIGprpX03YHLhz/ShUjgt2NVNve1GhPeO2+mV2BsBs9uc2BmOqxUUt
k6h3AmMITym43wya7R/rxFbe9y6FT+MHdL/6UMXiLu3VN0mVvqtTC7u64KRQgDhRR1JwomxyH/dc
4xQP3bs6Fh8AssUfRrvyoIaBn4J7/dCAmUYct43uRNa/LW3taxx3j6WOO5N6iAcyEDozmG+PHf35
JL1P5/BuokeFksZXR30zBlCAxyfNDo+CnktovyvFcKJJflcT2AntlzLSW4yUU9Ir3mzU343k5+K6
1JA/c27RMSTHxLX0uwKn5NgrVPtCKbevY79558zLD0MEj50K9tSykboLaLgTLYoHyAw+lZK3YVKd
Ie0BaQoBDurxF8RAO5m91NwqIeq1rW9OhE141euN8q6EYY0N1aMee6Z+LvP8XS3M4ejEvW+g5Pg1
Bed4RHmBVxbQ45hF3rSUX6LifqjixzKe3yeymDQlReCP6F2e59Ylw52kqvbwR9a7T8HguHdh5yL5
58TTGUcxTENF863JxQ8knAD+NunPQFWcz9QGo6OxuET+VZRieK0eh0J2AkCypRXs38FE0x7ujq+l
MmppYulUyOOKOKy4yyB6Nlb0BnrFcZi0L0vXPLYdMN3Cuo/nEMBy4v7l6lySFFjQvdEmTQrohm8S
u6Y4ryyPSjneD9l8nyo2RuNob+NaPKEw3WJwVixTcCfc4K9IpwfYAXlV3OFN3UdPovsVtypQHZMg
ybQQS++n7AePLocH1dG5nL5iHuWXBWhXh0edZjmqpi6S3kNNaJZrf4rkz6ZqQaLr7ptRkAH0/IcF
ePTOIszOqqY7VGpLzTXLEq6S0fFjtEffgq2743Z26UWg5RP0pR+64ce5C9FPwyDvV95UhYciQueF
WvUAAOAN9luf6XFHh97MRsDXVo6CIlLE/Aoatb9pBq8iXDz//0algIr2/6ZSHOMi+1H8tSJT8Ff+
IVMY2r8sev2w1AWmiLYuOXL/kCl09V/QZA2D6hYiAxAaoFn8F5lCqPAsdBWfJFjjEinAX/ovMoXl
/ksgHucicKgayEca/wNLRMnAoTGEGaKLlYsJ10rS314QGg0D3Su3sCIf0ChyH1bmjA9EcdEntzS6
HQKfJHe/5AzBxoStASXYhB6iw568HCuxwiwlN4x9pCrNn32ftzZVbdv0xlzDvNZSaCktCyBg3Eaz
dEdSbXNwpGLQl0KWFRHFy8FxWeiSIsQ/uDaV+LFQMKJHjMvwzIHGESp8RHFOkD+g9bcnv3lFrvs9
bweiMAJDJr9AEhtfrnE7KCBgUWSpjBi2haLF/tzMyn1SVuPbaawIAuwJpHwb1tH9jLAequhCP+tl
atPkHcEMvNie7/5Z8f9V9Pm7Mi669v/87yuV2t8/yIXshk6DA5tVv/xBCq3klFZg5HM7D08Ztvao
nCA9z5ZcjsFSl3/nrt5AVlb7FigKLku6lbrvHeoBe+4ya6IfP0XgGKAjgMr207XV/lsCrcnJ+QBS
zkryJiloJB/IJNyzrUZ0Insa5u/KoAMM5QK7cSTcWz9bqCIgKwSPgKeYLPMJFI/qIuifOnuE3yvF
AvkD8c9E8MhG2Qku4uVaTS4VqJlUza+dMf5gokdGDU3iEBrH8hspt5GhnfpoZFifgGmLPRKCdkfM
d+uDQTnWNO4DB42GtZixA9s6CgInwTS8mZ7ruDI9Y2myt1AslLPI0LXDxQHixhw26VMapQRgEz4J
P4QN9Pb25lkzfuV6uAacP0SX2DqmpGa92MzQxXq3aMPUL9pE/6vJzPQI+rq770BR3t8eak29XQ21
5vRXOGaH1EJTX1drOAEzYMmHWgmC77xP8zs8UcTx9oAbc5Ory11tI/Ek1v6wXQNKTk+7hEBWaoGW
WX8f2i0IgYYo5fZQ8syv7kKOC5ZywoD3YFjyunqxjIWF9ITaqWyrkWZxlxrwPBaLbIjqBFIw1g+R
mmJnTG1zfsj+UQLmIkKZ4XLQRJmVeALd79t5lh/7PJ3fJS1XYp4p3XeToOVoVRPdP1N1SWw7wkSc
v2FvpSpKiXmp32u4dhCqAyT7tOBrWe5cTNe/T+ogy8fQglqv2qtF4bZCoqZHYL0tO4ordeUQbscj
FRgz2Bnqem+hxKJx/eGqBenGXt07OCZ0Y4Pbu0/nbMAQJqZkyQ/7GNbZ4C1ChM+3v/fW1CS5GgdB
wRzXxof5VC4t9moJySFNkqK2LShTKmq9ler6rx/KspCXRPhSLuRqFfu04S4tw8wnUgRb09BZN5Io
O06YUuzxxreWkScEiBaWukApVk9barYihn7PEU1d7ujcVOaHcgC2fecC2T8kI7qWdyjqGG+1spmf
SpQEjshYAOBEiVmcQRy4ZFsYOmatTrdB6SbbN0lvd2je16eNw6aikoNPHPbP1urBE6OOAmoQpH5Q
aeVx7EgLtD7MjtxvhqdKNHZXANV7/XewVRYHvRuVz766KQGWBRpCv6kftyXtCa5LMH504aO36EUp
P/9Hg61lCmpHXzRV7Smxup35KJGBWZTZJ2VBc+Q/GEnnQxlIUDO31fZy7DnVAv4BTSgtvQzrX2gX
ZKQmcmQ7Q21cWPKS/O+xVks40hxuNEc6G8Fnf0Beoab3AC5ZC2kY4/eBpW0tSvgtTq98qayACnIM
0by/E2YaPeBBU79XpiLwyrGvniiGiHe312Jr+9smrBpOGhjmtZLQAB9zHqISiBWh7cnoJ1pBnWP/
0Udu+WUc9eB0e7wrISmVQAm5DawNON1ka6uNXKpVZy+FlvoAa8XPDq72r3kQslc5dRYKZ7i2fO2G
qHhXjJZDJ8bsp3OkxbR6MzddaPnrgfpjHBagjHZsWu3OC7O1Hq5UKuHcIA+wVkfGNZb9Fg25b/Xd
+Me8jIpyZ5W18plLNn3EYXpPenPjYBPEChtNRgu9g3VUj3WxIUYx5X4SakBvco13I4bS8qUT/FuH
7luDE3nhvr/9HeS+u3y9HfT+DBB7GtPU1rInaaRp45x3uY87VUCNYA78etLLo4qQ8rOlAQpddC07
aAYi1AiXazvbYOMxYXgyid9XGvY3l++4DhMqb4GY+rpTRB5ilQ3dRsi8gGX2LG22hoLczI7TCFJ4
US6HskqC4qwbeZJFiSN4ObSPSYdGcF6N2HXdXtWtj2mYgmfEQFICo5DLsSjf22VvI9TqBnTenUJz
jmlmWqBydI1CXzDd9z0dq9uDbkzQIu9FvMMCPggF9XLQAZB5QMkq9KOmjz60gQg8UNfzIxil5nh7
KPlZVrvGhrJB8i6kF8JvLZIXMV/q4LQ2wo7wsWo34AiB4wgyvcdQPOruMjqNXjx1+Rky69+vHxiF
uN/xDgr3a6FvtusYcJ8rnm6H01f8a9uvBd5O94aEDbV9r/uJ46SfpITQXv60cSM4qHEhtcbNhcDK
ankz02zMMkb3UQFY+JzV4d9LG9vHfsa5KymRC7k9063hGI2SBrcBcfxKzoUkmwQl0BQP4hwlP20W
X9JlqT7XUZF90HAk3FnZzfFQyFA1jfyed/5y99S2UhuYUyJzOnXtU8FjddeaRJXhIGncebeTCF7v
IMwXOB4qg8nvKX/Oix0EZxmkCW5j/hLAnCT17R66lCbqkqk4dEXNO7Rd/ygiq95Z1ivBDVW6PuDn
gvASqi+YrV4OjMdyMfUILfkookpzvSwH+QSMdLoXyeS+L42pwLQl5FTfOQ4A6UPaKnP6WIEUPIuE
0O/QWirFZHUKUcCEK/9XVgZNCeQscT8LOBbPEYh5YPtBbrd3JUZk811UI4yJ0qilvpsB5KG0oUHz
8eLQUL/rAYozd4HS0xvR2hAGWOVCdLy9mTbCDwDYtoqfD4J6AuWDy1k3Zg/neAHIWXeAc9GwqXxN
mPh3TfjGpw7c+mGhcgvPOPMGiQNCliSnHm5mRz2rtYOS5vOj7KEgiqM0OxfXRlGA38ZOR+sPoIUp
Vr9Oj8ckxigq9qGP6ofOWvQPpUYnItU166RqEU0b3cb3MXPBno9jfz/3kwKCDaj+7XW6vkJdm5oe
BSXAykhlrQ5BbmgzTqpW6NvaKA6oqBSHrlzCcz5Aerw91NYnIWumIsqUUWJbR1yt2wGJHzDDxktV
wYxyNpqHwaAXHEOR0kDHd7REW4kRqWFO/okZGsS3cRodD0Ey58GuUf7PlpwOAqbTRwQXynhn11y/
YhR5qagKTJMtktnVUcEkPouqLox8ml463oN6SusW3SKg9I6vK2F0B7N4LyLYHFSuCsGyuHbXCltn
ABYYhH4/cUIpm1XRKVVdcDTNUqRfAUZTWoXwuPPl5e19+aLJgvZ/D7u63W1FHSeYEFx1yZicM8eg
R9EAcLn90bcmB0aTCE/j3SRVuzyGIXipqMJj1I9Lwz5bC9SvPh0H38E7k+4NYirTpO7mHnLXrudm
0EnG+J4ExFkffn2JlkwrzcgfsNZ5r8/g1RFBR6zAUpYPLlD0oyMD/LQANwydB4kG0uO97S43y/WP
oESPATvhrbo641lclY3eUTo2c63+bppTeAKS15xx810+82mHL6IZoweLm+bcAXQ4l5lVPo1podBK
1/U3Isvjv29/jevYF9MXDfknom4EVNdPrGaTazboRPpE45XfTk0BKECMx3hysJJIqu4JcZb8vkME
2O8pzHq3h9+opjM+jm5cebyElK8vd0OvTeGAwDRPkV23x4EM+4jno/XkNtF4WBR9eizB1amHUMuS
ny1el2+AWIvGk267VBgqY+dN3rr9cGoh2DCQy7pSkNPcrh7qpol8JDbmE3LrgHpD57MTQoe+PfXN
lUef93dt0uBZupw5aV5uzOrEOUhT64R5nvkNIm115A1rMSxX4Jeq/WicNNT53wbDpH+7Pf5G9EGj
yIVCjJySBoL7cnwN51Ub6DA3m0npb66DX0ZR9B+nZuxPdGaTsw6eH1FUNJxuD7x1zVi6SvtEOI5G
3nM5cL5Ek0A/hYHVSqJ43OwRera5s7Pk8q3PGu04h6ubRh2eIJej2CUdK0drIYNKjhZes6gUt1bj
uaUIPxoN4Jfbs9q61tAfJiq22Tk85ZfjKUsrMUaMt8T6/GAtDdR5jKERLatqet1Bgji7mifZnhr1
1oa1WUXDVi0LxOtqNeGcljYJDxbsorO8SJnVZ3uM/zbxRd85GlsbhsfBdEgdmaS9urgj3Ahgcbdo
+izL6Dk40hOgzqL3BhpBX9DvBsGqaM77Nm92D8vmLGW0TCHUcKz1MxwLCNbCTWO0z4rc6/PSQPSp
iU5odJs709zaOJgK/3uo1StYFNmUD30OBFFKPTl2Yx0GQ3PB+mB52GrC3tmoWxvHJo9B9pxAA93j
y41DhUWJXQ3BuiCDktAsjvOmCnQIoROEnjhVwTvP2Xh/e7durSdD0RUh4mTrrK5d7MQLek8onpTQ
YbwQ079jW4r2rh8gkd4eauu4c51ylyK+qTlrMdIUprxLtERPkPoaKgI0JeeK/Xp7lN/dnPV5xzmY
ojCqOFTvVrsTn/a6M1lCNBzi5mHWm+BI01pil+K6OoFEehpUlO40AWxdmCAH3brq/kbwpb/X27o+
EfvBLRlg+6aKRmcKAQDPNPLRF7pV7Vy9W5+cDiBNeqFrFLBXQaVYcqQr0FfxF0hfqPbAYasaywBc
HDsH5AoXAJy28cfOCm2EQKACdBwDKXdxjlaB/TyJEj+CBkVo6GZPILS+GF28fJ4hYh+UmR2OhFB2
ajRAOQ7O0YOtjzv94Y1506UGL2DiqmzQAr3c6krbZWFXEP/ocdH7pjotnjk18ck1FBOtIRGjXVRO
O4u9lVlRodEpr4FTgI4sf9WLNLtFUimMMAFGFqDqvqhBSC41iAgWxlKgiJINqQSl5RBvu+GtohVS
L6aOk2NMk3bPQHPj3PFbLKzMTNQ2rxKe3tTzCTWU0C/sUD2aWjk/iyE0PAP3nZ0eldzwqwNBYwrz
GdCeOOqsK/t9lrutgl2NT10brG0edNE3I7dzDZ0HVbsvwij9pURZ8lBFkCkIhHXA0re33Nb3pgDI
lyO2M01TrsaLlZ9MNFSmvox8Gk7mY9GXxnm0+/gMW+TvGhE9kNxDf7w95sb1TU2MeZPgIyW+hmdo
E2kx+ET6NFqc3htJOJyVuHfOUO+yU1+l0efb4228ii7PvgrZkqcRRevLOYrJDKrCQjMgBrrgh4A4
jnaHUgDsrT97NHie0gXjjttjbuwiHgtOEEUxomd3taNdS5mSqaCRwms8w9serfvMUOOjMVnp+9tD
XS0niQrudkCHWUrkgVdD1XTYFrL31E8UUOFkZu29WnJdFqaCqlWg1jtTuz6t7FVeJhxRqd7Cgl7F
bfCm9bzOoB9EZg95QhstPzQAQaBDNLjPcarN504Vrt+qaFmVVRN9gXEF2hMC1s4B2pg67Wtd5X00
dVqNq9uqHVE7UTtqVLi3VwdTbQsfmTdYVw5e5Mfby3z1SMpZY1vn8hpTAnJWJyWpubbwh1e8XA1A
u0Oon+3DXAFf38k6tgcC6CEHwk5aTvrFkcQ5urGQXFQ8COzhOdCAHxaZNu8c/N/mjxeXDwkNG5St
6QLBoMR4OUypal0/S/ETs2+qe6tx8EmaTR3zvTD4Xrd0bJXU7s943IefQYp1z2Y0md9ytbKOYTuA
By/c6Q6dADDFyH1BLSuV8tcwNP3O9r46vfJ3EgOpluz86Osbyg2nDIH3WIEuPxUPumJEP9s0DL44
geomhwpRlW/lXFQ+fEtlZ42uDrEc2lDpNHJBkw+tNrqV17g5OTQoSpGIU4Ol0aep08xzr6Ttx1fv
LrCFBGHUffHRc1YfHTHl1EbSSnZO5/ChzxKMNTQl/vz6Uehe/e7d4YO4BsEswYjPjJGwtQK9PLtL
3T/2VbXXh9/YwDSVaLigGi21pFdx3gJRGZXCOQANXdunmfwHlQYrO796LshWUZ8iQcdie12WiF2s
mB0BAQtiuXMqagUfYUSAdlKNjS1ANkUqjBEdTWd9FYUrPYhu1ONkjyrOz2HUGUc4hpkH5lfbOfdX
Q1H4Bq0ouxqYOZF4Xx5IuxJOTvkHsdB5avzJNOIvabSgL5/k4Z+31+7qTEk1cc6TSr3UoEW2Gmo0
gTFn4chQTaI9INMR+E1qRcTgmn1oUbZ4huj3MR873bs98MYcUSwnpyGz51CvXaRgKoD2AgTpjakT
P2O9FHpm1TtIa+jOzv7YGMqWXRQSfU4Wofzlcla4GTi4MLsoHk8AY7oBjRyLZPixdxMM62/Pa2NB
6efR6JPa/Ba3xuVggw103YpG9HqmAr2POnGmxyYAq3OntK34gUps9QWTxEQCvsPstdcUxqJUiFAd
UUHVXAFEUtjDVa4hx9V0zvc4oDyJD+/MGQeU8vppSjNTSpkEjVfR4mIkkF4xa/OSSceAr+2m2aMe
F30w+yV0DrB+TeQy3OJLGFTJt9tjb31PknBAH9T9yE/kn794FmML0z93sCVSn5gflTb8OgbqKYYW
7eH2ri4wFhTQGNaW2DRTODAuh8J3LzJQiHU9lD2086QuwwMGd+3OhOSVfvEAy2YSGFODooJpwAG9
HMWZtBC9SkNKe+XFg53N4WGajeItyCz9FE6t/fptIgjzwQyjngrxZPXEWCAIGorbKGnFsK1F1CY+
3XHlBAPC2nlntqYGvh40HF3ha0QcOtd6hOcbGsaUlR+6EkI+0jOoCpSYrOqeOXZDfLq9Pa78p8Gb
kbDLZimlIYd/v1xOFLFI57hXPdFRAbob5jJf7rI50/xyDocPuWaPEMiyefHm2nAa6IMIQyrughm8
gW6ba5eGb8Mf+XT7d21sW36WC1SJNIC25uoaGpTGaJm/w8MeFd9VnvjBC8Nhvp+daXn36rHo+ct1
p2ysM+blElilGcxTgWpYnJbgDEpIOnmRI3Jr5Prx9lAbF95vhB/MCNCjeLlcDtVEIsAKFFm2BkYv
Cs6omXGHayWiI+jGRkYzfHb65X3r5uWv2yNvLCgj82phmvP7rr0cuS+RzHRmJrkknXZXD2h6V4B7
EcMf6r09JRdsdUQdlQicT0eKjBT+5VhIa2DDFEr1vRwwZW222hkx8vE+RUPwjM5VfpyNIbivTUCX
uoD8HLpm8fp3DB8qbiLyG2q7ayBrsmgR7U3N8eYZmNOwjOZDVmiaZxWD+fX20m59VOAylObI7LAq
X003HN0RmcPa8XRTKM9DjC9gT58Z8egE7dMkschmYV2ZCSJ6rw9+gM6CtoOswjFZ02LouQEscxvH
C/LqV76IEelzRqansuxUuLb2D7E8hVWAQcBE5eX/4h2pTRfT9b5zCDwQmlxQpjsNafnTHkd358td
34L0+zVZwOW6BbC4CgpGgHgw99GzT3IAg2UsCs8aGxOt/dJ+6rCf3RnvemaMZwqwMWTDLmXSy5n1
dpnOlWTjdmP7qwmc7DT08fNUm9P97X2yNRClFNtkFSni/AavvFhCZMaF1VUWcuIgX04YOS1eIbXf
a7H3kGyORO71+7CrVPwvp1TMrgHVEWlZO9MQyoktpL7rHIOoAg7p6yfFm0WSLwgX3XWbFdm2ZEaT
CNor1MMz7YUUOCOU9LhDaOD1QxGQygeB95iyzeWsoGDJUmiFw2CAMHHamtEBmd4W2IJu+68eCvIA
2ZhOMEzna7UnKqWm0rxktmfVEPvv+j7QTpVelM9I8Iw/b4+1sd9lmY3evZwWELTLafUwjFFJKGyE
EMRXoLLT8xBqWHgoUk0UcMnp9nDXURpoULB9zEt2KX+7Rr7YhZkokPPSRhsiahv46GfgAiSy+LUl
Ji5+PtU/SCxO1mpSbm4aM1Vnm/ID/cm8DSS6pGnPQdKVJ+gOtC9uT0uW6y7fnMsBV1vexAiW78g+
1FIUEDQTjVyKHDVCYYv5Nh6N2G/dotpZSxkcrQcF7CCg4vC2QoS8/HRwaoOpQWvZ64vcfuO6k+J3
5pydnCmKjwgNFId6mcQZypF5xtl0/Hx7zls7B1omdQ9CiX/sr17eyaSBPZoHpu0p0yLVNVLkIcwu
P+Z81RMYX20HRiM/2tV0MRmkxUE1hOzpcrpjOXDyjJkDqDbWtyToFBtx+dF6cHKn3KvnbQ7mQvu0
4UFA4VrtoJoENTVaJjcVGW2cMZzOuLrMJ2CTyWs73GxWzoSgbWYzPVV+5hdHohA9jlELNigj6sOw
jCAUETC0npo5zQcecFSM6vI/eOYkzUY+PLw7FEgvB+1CZWidhBNSz216oj3Uee6EIyZQcOwEu0R9
/e1J9keVhB4iZZl1lGs63M16zCSrLq+Ogy1qsI6mcnbVMtrJd69L3XJBJUGKki/VmfUdUxi4Fjcx
G8U2FRdLSq3P4K8PS/Bg0tF/K0StfMLN2vJVEBqnSWs6HzI8OsVkGDvT3rru2Dz8HGBuDkHF5TKT
r6bBMBhMu5oTmrTo7JUC8/bbJ3Hr9rE4ExLhSNrirk6GUrcRwIjBQgMydDwyqvQujQysIIt5ONqB
NXhtXIidp1c+QuvjSOmEygXRNrX81Q4yayTtrMAml6+wXTATHUQ6Sl1HRJKVQzcjsxwiC392I8xG
bk936+KRmYQAUwf+cN3mnXPexqY2LM9yohyF7KJG9mmOqdvQWB6QlqDKuOfWvPUhSVHp85Kr2Wyw
yw+JL5KCPcZseYCLwuOsI+OJ7LC6w8DaunVejrK6dQKQ2DEeM5T4MCbwZ6Ud7rrBXQ5xOOzheLaG
ojwPdoBAQ6ejdzmh0ahVZ4k1y1M7A9iXGizYrADwLyor9m9/r2t2MOsFf5msk/vN0dYYnmVC8s7B
d8Rr7KhXvWmSLg2hFThfUZsvkvOMBOPfOvqdH2bgfeiGpmL85kiK4+0fsvUR6XxBrpeqAEQIl3OO
C6MvNY0KqmXAkBi6TuDO4yxfbo+y9SzLCJFuKXhoItPLUSJe6hQive0NI7RCBO0X6w2MOoSlxm7E
e8Gso/4nwvVZgadg0D7gd5LuYYq2bgTCAsngh0+PFtHlb+BZzKp0SW0vc5XCK7ppOdpiGBsPiFV1
j0EOkkt2AU7z9tS3TibIIJJRUhmAx6sFNhKr7EKHavg0Ia/V0Fc64LxTU7gaDCTK9ADV8dePCAgN
ALHK8wno43KiRalPsY3ovFeUqv2uVRX1biy5xkPEpPwuhuG5M+DWHpL4YUhjFnfP773+4rVWlCHo
m7jj606I6s9mWL4d3Sn4fntaW6fTkRcNhQwYYmJ13dRZaArEbWwP+KJxgD6IO3WGrL1Tpu7H20Nt
fTMKli7odBhChLGXK2joyCsPI/e4HQUQby2UA+xKwWWlAqrfTPluD1Pnf7h+OF4OKP/8xQqWOqJl
kM0sr6vT4RH7PNczejM/2L2TISCIkLTpjulR1VrnTV2l352xsX3bxQHYRjNp5xW7BsrSSQFCIRmo
JsVIe3Va7UZpCtcm11rqov4eg4dFVbDBtAxTLiv/VY4IJfkRPicwrFItV9jFcf6ERoVCHaJQsCyZ
F2T0dnbZxve3wPNwVcgQVDPXa4QTk+ZMhPYzTEZ/6iiFdo39NE+leP2deDHS6gAhSAVLpGEkNAy/
VE1a3E+LYu9kKtvTIUKR3WAmtHpsUN9bVAOdIS+gS34ym5loExsSr8VIZSfi2hwKmKEOn5gkWl+d
nMUqyqHvVb5nkXR3KU2WhyqtPy4GAvSvPjhc8HRW0ObgRlinX2PilhDkKQiIBku+bEQ1XAXodnIc
zPLw/k52xtu408Hf0OHgnqOzbq6+VJ8oTmUANPBGAbsmboVxmLVCPeHEV6PiVKbpJ4GC7F6Rb+N+
4KKTFVVeNB7v1bDa6HZiKoimrXLB88OwES7UNHLLdAnemo217JzIjeeTbiOde1nQcWiRXV4PST03
6O4uZF5aMlJiwUHLanpUdzgRxcFB0eW+CWfnzRib7QG3+X5n/M1lfjG+3GAvrqdk6Ltq4UL0RtNc
Tgh2pn6b6c5D1wDfN0CNHyxM6nfO+0YwTVcX+gTRCV2HdczgqOFUmFOG1VvZVqcIG/pDWqrACWo3
OrVBm50NLa0OZV/oO+d/a7rERITxXDU8APLPX0x3TqomE1wrHlxwpJ4FGhJGHxuHeC6bt0va12ha
168GWnHpEp5QL6P9ycdeXW/gN1IeaQ5p4lAXJFfAqicrkicu0lerlfweCgKYwRbWyeYv55fPTWYM
M2XPxQ4hHA9Wd5gR6zkOKoqCr78QKMb8e6jVLTcPtjZYmbC9cmEpnTrRTpkWaHdzZaJIRiB0vD3e
Nc1LogBYLFM+pxRBV1GeCCOlpXRHdhkEyq96tLGfSRsXM6GAYkywRHl1UBss/vC5G4bH0sCg1E7n
OPSGBDcXJTabL2lo4dcG+OMPpJTF19u/UJ7V1VPPtsLOXIqHAGBZnWXHmOsMyQXhhXnQPzV58OcY
1vX59iDyC14NIp/w30UoSvaXX9hU674SYy/QMIbIh2Bicj+lFSISsdjjJl8rC1AnJR7791irpDee
u8ntA5SE7LnB5NdtFqF5il3Mf+qR2/6Ka6BGz0qsYbkLqj79Zo+tifMQVsRYwiKQ7NwJugvCz6ce
355KsZtXv7RSc4heEGVqHsD1RSJcBdVcQDGenSjdw6g00yFrEAqOxtrZSVavPy7ZBS8S5CaKOsT8
l+uOxnaqOkmGT4hi6W/HBL1QBEW7V9+MFJmJGmSyLwOVVXiq2PC6FiUhTyVIOzoTzrlEY5R10mya
4TdWxcd2HA1Pp+HwWhgR6RMZHOEXnVk6iavj1XQwUmjkWThj8xK0ml4hQSRN1rss9V67hxmKXhnX
P1kbycXlWgZ1kBlJVluecIvsTRol6mkJ+hxjHeXzfzASGYUkJzly0MuRJAJ7QmqFr+bipFvYaO5C
jiasnTRjJxS7flr4/xMfETMQsVxRB9SyBDieBaYngiI5hW38jfusO4opSYj40xEr1HSPr3AdrVyM
aa6+GR7MSHi0jDlayuCpToibna3Xhxir7mOcjvnOHLcOwYs5rrcnHozdSCuH8RCv8xeh18eQCsDO
qd6cFa+0LLSTd66l6JZGLEYRWID5hzE9jC6WS/il2ndlukwnxXbC+9ubZHM8SjWw2Ihr4dJdbpJx
zOwB9SXTixAR/6DNrXN0dOSKarRyvdBq9+oG8oq+vML5anQlqckQYwK/vhyv7/IspkzKTkmd/Kha
LTpT0Tw9QyZH/FvvnYOi2LgNNkay83hszVQSNYm5aIBdZSZ20yZjm7imZ6VdeMIPmjxU6Qpwo2pz
1mbl2+2F3SiFQVKlY86TzY1CMnQ507oZMAM0KIXpkRKcQduUD4HVLaCwRwSorKz3AwQOMQaIlJ+O
UXzVKCXt3DVbUwazKikythQ5W93bvG5zo4mJ/LtCbL62EhFikqhY5xa9ifOspHson+sHmjlr4L8E
DXUShNWc+8rFu6BGogQTLNyDHMjdnV3NfhOUP24v7+bUGIxqkFQbWqdIdRbbfV1Ry0A/rPLxZi5g
pKDn1dtT9lhqerizezZaDYxGnu5Q2EQieh09G3ozjSWqKdzbEpkVDsg/53ZCKbXX73Q3rs6ZEtoH
bR7NZ3TN2vvcjdQDxtHuzkfdumt5qWgYw34CnyXvqRdhvA42tKPZaBFRi4AUNOQfHQ5dQy3xPTX0
7RN8HaXbGXZ7P8vargNgimB0tZmytM+w/Mb9tG86lzpy0+ofRsvIzh1lkj+NXlH+smYEFTLU79/p
Iujvp1EZ9opymzsMcIMkwyGtsObc2nFrTEtYUXd00/6Ul2n0DavAP0JM/I63d9jmSLK8AHLNgb6w
uqngolINCAhH8s4xPgQzEs29qbTnhQLHztpuDUVQL08o5Uaa5ZeftFbtcFZUhtJncz7F6Aag3Y9j
2xxney/15lDy9gUjSqC+JtCHlWK2Y8ytlJCFHSI41F+XNE28wB7iP28voNyI66te4k+IPcC9oOt7
Oass65xmQWzdC123+aH3Me+LGe2RPzcuAlR0ALuCBpUQpdXaNYvWaT0teS8Zo8a3+0Z8c6ZmeFJs
/UPXh/POpDbWD/UnCeSFgkbFdjWcno3ToCmm6WVzBQUstTGRg9X7Qyn7ca/7tTkW/A/wvAx5pf9k
tu1o5kXMtoACgiGjLh46y/xpuEv66fan2niVeY9J30jQJTBx9anwWEU1TRBLZX1lmMfeMsL3mGNi
GJH1S2MgSOzEoBZd5QE277iz+7duFhN0tqzK8hnp5V5ulNZK9aqdiQlGVSTHMTGbN23cmZ7iKN3H
LM0QTxAJrooh99JDkQyo95dImt1egq3FloeCXYRMEu3Vyx8xlcHsNBPRcqeYHT4Jelxhwg7HBBBC
1e7cLVubVuqq/lPdo056ORh9aX1Ug5xUJ8VJF9tpTCRGa+yODfTh1LOWWpl3sqvN+b0YUm6BF8/G
FM2D082t5bnm0J1bLZ/8Touc50CL91QwN3cTlD5kXAXB3hqWaUylGmU16SJO1nhhkW7V9xMUJYzD
HKFgXGqnn4JJNJ8Ve9R2wq6tsdEscGSDSD7Yq2nS4RjLmgvDK/NYe3JdZFFCXcP3xW4Mn9rm6Pdh
/iMOq2znk26tL5uHp4k2K9U1d7W+S7cM1GdN/EyFei9inG+GzDDvy2le/NdvVfjksMJ+k5Dt1R1U
mMibLDblaLvs/ipEar3L7ay9h/di7Uxqa5+aGsV1QnUXfdhVjqVQ20bwrrS9nMvVG9rBfDdMDbTF
WZXSOuLn7YltBVkAZOjzw+ymdbsu8Ewgh5NMAmScOogw42mqc1QneIkGevHTpVj7cYaW5yklfLNY
Ga33+YxldYrD5g6sbKP8A92W61CW/OXkV9dB7A56bzfEl1j3hXdKo8xPVQl6fWm0b1W1VJTm7fix
NpvwXARgOl01V9lkdkWNM0UQLMS/WMOW4HB7heTFsHpTuSIhI8BBAlu35qEFpWX1wcjzjaHceAQj
IjxVDQ2M5okZhgluGoqTe3LbGw/5xaCr26rKUDkMqPFKqs5wKIXe3gcAz3eega29JkE8Bh5RhJjr
CmIeuEE8jrHtxZX+uReYoC6dmx0sNXnSArV4f3sh5XFcLyT1ClkJZ0DKO5fHdVb+L2fnsSM30mzh
JyJAb7Y0Ve3Vsr+kDTFy9N7z6e+XDVygi00UIQkz2gwwUZnMjAxz4hx1YkJOMX05rBRXTiLVbRGS
fUqUsbiJ5HoOonSSXS2m9jeFRfJ83fyetzAMDgCQIUY9tlhgw0lHC/gMoKwExsqwSyCOQJnXQxO6
PP+LKWAQIMaJW7b5wgqlV6cLjG5doSsHcXoZkPE371IFOdnrpnY/IUMlVJycl7HMy001wqwuoBil
lz0lNHTKSH3XDJPiw8uX+2aN0OJ1e7u7+Mre5mDC1lh3E2z0yKRLKHEyfOKRwq2Bg8DKgandpdE5
FwRLdBy32Y9tL8ncUdDzo24K76lT5DNyqLVQvi6b8dHQk79mGoXdgGIag3i4ISZmxOJfPdhmQcEu
7in5M8xtecWQqG4TIrjipOFfz05vTInFvzLVdA6i9KiX+aARTTdRhsHvmnI8qCLvXTkKTHTfqSJT
FRFu5pWVrhuVFl1Cy9ckp4Nn3EGnJwsV5y5XI/lsxASAee2ghZus9X+qM3frwTfc/QECCynqvBCP
bl6zLgyXLoZm3Yc6xEbNNgNwoY2j87uodAntB+67qY3SSZKi3Ffs5IgJYO+4ordBM4ynFBaezZtS
6dAgE+CZPnmJhGat1A3Qusa29nFekzQ8eCp2VysGjdhtAdHZfFQmR/PSCLGmdsqMovI0vFth0vTj
HnoqM0kKOBkRjrNqxXxcjfmoV7MXiNEpoNRN34qC0MY87UClFKLMDCDGRerKU/ltkFPpo2KE/Umd
+LjZWPdeW3TdgcPbzScEqz+VL5In4OeXB222ukFuhUKWowzrz1Gf+xOF+OrGrkYHgeOZRUtVi6yP
aXsQWuku1ZT6qJux92gKLQO+NN/c3M4FaVLHXPxCc5ka1rsmDyHCjMJj7ZI9v0QfEopXwWLBdOnl
WvMUcpBUBo5uyN0fPe+UU1yjsTbneh9QqTgaud9d1ctDAjqSXs32CJe5nYQ94MhOb1Nvnek8mety
VHrZO7oiAqDWxlw3weDloqQIbax5IPFt1GjWPKlvl8c2h9DytEB7liBGh25fwEWHXpUUWUEjzcrn
fwAz8jwDd6dJA+kPHB6XPwMOYCROFCpt6K1GX2VeGvTKpvJOqix0pKPZQlRkqE+yXWmuXuTVjVYP
4QEUfu/7vv4NW6cpp02SdYA3k4VOs7TG7YPSFepNNiBKKoOHv7n+pO59YDyUxUQbY0pvhpXNYdZN
K6JkrFfVdFMZvXrjoEfw8bqVPU9IqQHqXqZssLO5oVNM1ZKGo+FPa538DPtGL1y7yMfEdcZwPMK1
7LkiWxe1eIZs4DHa7KEyWP1SosDqS1raMmSKbN1dnSDR5tmxhuZSryRMFZRmn0ZuD1/0UcV2d7XE
DfCQ4gxgK7w8R3o7jbnUtZQWjMk+1UW33KxglphmmKeDvEVs3Das5ViKaSJoMUCUXZrKpsUsV3o3
/mrIReQqWe94lrSUfg+WM0igYPWzpTgaodi1+tIZVumvvDk0TQlLUSE6t5mZV7eVmX2qGDo7y3Ay
3EsTRIFlxE39+yNEEY5C8AvAZNv+rnSS0ZfiWFzNw2MbyetnZUz6GwZODwWi9i6FCGgpu2tIoW41
fqhtzlNkwTGWt0hcVrWcPU5KFR1cvb1jKjI2sFCCRXa7ojFv9QHmYCgIK1X7Y5RdOfktXPPnJSl1
n7HC5K6HbQ24UD4dDKbsnVBcLRh7/uXibR5rfYjU2GDuzZ+HGN30OFfdkN24i9roiH1k3xQTDERA
sGpt2aUcpQG3B4GYD3tcESxW/183h2MAL0J/EADtWCKfRCIKqn5e4q2TaacZ/agMvKc1JLoHVUx4
N042csK6OWjnvz6N0KzT/WYQmOLh1sV0kTLOWpUS2i1R4ve6IkHHai+PcUZ2ed3UzouAKTBOHBH6
bNtRXFNnHkpLqZFE1SD9ThF3QJhWjb8PbWMBqi2OAKo7jzHtLuE/YbclrBLH9lXYbilTlsgmLkWp
7FJ6NxWS/KkOnRwJjamrp7s0qXMbydFWZ2hxtXJXmqfl6/U171zAFwUkKuGgQ8jALn+DnUdaXRdU
fgbdTD+PzrAGHVOav69b2TswFPaZ7qSwQkth8963K9krrIcEN0qIJF4/JT+bATXPkDDkIBfaM8WY
EHUHcmV82GZT88rpUBqcdSTj4/ZGsxvzuYyIbEz5kM5t1xQvAlKWYA5pll7u3SJTXZ6ZD0NPuV6R
vgzj22xgknuwouQgWNn5TKJP4cANz0UAPXVpyjTbgWlSJIRGLZlPcZJb58SiqnH9M+0cSIIxXD8d
LEH6s0nj9MEGUiJeG1LkPpjqyg6WaSHFmTO0R8ap+OlI3Q89zIzbwQj/HmUIxAV5AyocjD4QTlyu
sbWtPKyotMJz0tXvUEmCgNcZpkBVpqO4ZW87ISARnS2UspQtKom3qDeUlV5T0qrKDSLeQ9Ag9Hew
nftWdOZ0HUIU0tPLBYVN1td0dHUCg6q8IUJRH2zm6G6uf7SdUyjA7YJwDwQjWeGllczp0VhraK9E
aKudkOxdSfZH+XG00v/+3hJzMPh8XmtI8TfrKeW26uGgoRDf6fqTXC7qzbzEiZeZNDyvm9o7iRD6
wVIAIzo52MZUUZa0djoCy1LJETuOas1VQim+kWLrqyblse6ipiLftMOcnEejI7y9bn9vU2EXZNwS
1yw61ZebSsjFGFZJsM5UsHxmoPNzpVdUMmNtXb5cN7V3SrCB/CpzQxQTN/VSOSyzooBAwNebthMk
8wtEE42j5gdL2tvS13bUyyVltTo1jMVxuZdu+Gb1WnK7LnbDvGOanxpr7c9jURtBLFUhKsvdkbDH
7o6K1AfAMmXorW/p09qc+o4nYJ3K/EFFv+KjJaO9YYTKp+sbumcJ9UwRVTKK8oa8bl5XmiiJSj9u
yLIbZHCdD3FH0g5rrnmwpzvhOeuBNITQUiABxbd99YLPzox0Y0frD/6J/Jcz6PKd0cvZfxH4hju4
zoonY9bGf7jw9Cho5zr0K4xtP6wDNZGn0Gn6S5ppbtzTIxnLsL9xAB7417dSuNxN0iOeG1FogfiR
I7pZn6bU7aoxN9n0M7lNFg79Oamq/D5GAvzU9kb9DFW89MeRs6Mqz04wZvLY0ScCY8Ug8sZ0q6r1
KMUxrc5MVc8FROJeaa2ZyxuhBRBstgdx5t5SifoobYiZNGaNL5cqJWa/mMTqYPhV43aE58dV57D1
Sy3qRKtRdau+bIMk7ofg+ibvOQBmHWmKCNY2CHgvLY+MJzQrV8/HXuM58xwXruyUzYH33jNDaCtK
d9Tf3nB7NYWeJkUt2vBZof9XIaxwrmHXPAhU9m4EEYTgZKVZwYouF9PGzJVEIexkq948V0VmnOuu
kM5WLZWAt43aS0OpOrgQuyvjOeKcQt3zRlirr7VO1RNWRpMw9yeVWfRxdX5d/0p7C+Mxgv0NknfK
c9uvVEmxQ2MJjhlVpgNTTb0LZWfnEa53bpIXtTtUyXDgX3ZWJh4/Af5lDP8NgS/M13IlLxLTEMYw
jK6VyvV9OyfzAUh734xAF5MBADDcrC2JI6mRcsr3ttJJv+vFyD8rtXXUXN+1QhMZGDjuBAjD5dGI
C40eRcYcv1Wb0o0ZSUvqNsOgH5zAnXcOIm+h1UeRDXTZZjF6MVZyOtCVM6xUfyoV6UcIly+89dpd
DkDrXd+O3+UZYQd1tI/KNTtPDwyPtJYEbz3EhJslKjUYiSKMBBVb5NyXXQO3rJ6Zs9sqs24dHI5d
Y9DxijEv3qBto7WBrbrVE9H1KRbnWQ57K1CNgu6xPNTVHFw//rvG2E2+HoO7RICXH2/somgBcmn5
VVP/xjk2H1EdRe1gTY7SgL1jojArgPAKLIHwnV1a0juphCghpL1RNO0JhpJpdZe1Xo5anDu8eSBq
qTmJuV0cx3b2Ip9kSnkNH0tu4a+sFzV+GOuyC5LFGm/yinE+P59WzW/MBIXFeYzU5xGG/lNCqT7y
2ilvmI00YfH2r2/17gEGWkxdBY0XKgyXG6BA+S+tAwM/Kk/r96yNhzsy5npwm3kIT+yH7UBUAzOd
22hylnhmVtTNQfy997mpOAK6EYVdpt8vf0OVNky/Zy3oCxKBRyb9h4e0NedTO6mHsfaOZwWWD4sK
ME3KZNtYW0mMcNCob1DEje3bqq+k82IMrWdy5P4Hd+DsqVHS/cN5JmUXmDQi+TfMG3JqdpZUgDHM
OnP5ok6I1zpKPnwvSGj+4Z5SnqYgZ6PZBnLqci9bMM85PNI4BRV2bjdUQ+tPpuZFeR6aVtZP10/P
3vWBrpf5VqGcAzbh0tqoR0saRZyeGKx29pzbNbzVemMt/zC1QcIJNQN4Ig7I1iMMkMFIZFCMjK31
O6tV7J8NZD9/rq9G/NpNAIq6GWNLMBGKcvRmNVFvOm0Y4uNkSsP3UNkrzyHTgV6cqEPpTnNylCXt
HXydMqOoP1C62bJeodwcOWAI4UJwWvOkFaDq0qwfTkMZZv9wx2gi89Wh1xH1gcsvVQ/lqCClAabD
rNXbslhLf4yi8FTZ8RG4ac+lvDa1uc5aq1tV2zhQvGmMK/QmbQtz7r/1aGnC7zw77rQqaxDrbe8W
qVUftE72jiTYPZjRgAficDfJdNWnhmrQ/fL1TjfeZwygnIqp6A+iwL0vRy5GqEQlk08o3MzrXCwn
h55SoBbZErU3S7ggtg5i8QFy8el0/VTuYdiA0lGmosUmUtrNp0ujCgh9E5l+J8Ox6qnNFL5zaN7O
N/SGhj9ST5vcG5sIHz1HVJSfzDVCPgV9japxzcVUvgHyn89q2Uy/pl6XqoMfuLfjjLmDD2DUiSxq
87075ppyRROtAL2oPy8VsA9wv/+Ao0HFgzIa6CeRI2qXOx7FdWhnCsP0Q6uEgaV3/1VyI91Eyvov
LlRMSRI8AkqiYn5piah8NiYVtCSMxMhZmEUL50EuK0iTZjBEH5AE7J4kynWKAtUWmdnGYatjOddK
JojojCb+7lAqvElzWf2Uhbl5UK3ee/sEAwrVAzgJIFu9XJjMqEXcFwI4w3BpoJL1+ijPdO/n1n6e
rGm+k8xY+nz99Ir/59anCt4nREGEzt+2LKksZawzWsN1bPv4YTZqy8W71qXbOJ3s1914hJPbNUhA
Qu70AhrZ7GeI2oJdVDMkd6ipQwmiOD8ai1GfsdNQyKi0o5bR7qa+UCFzMITdy02FMkdyFpmeW5T3
/VOu9cZnRSqG07hqOSwoTSJ7PSx4RwHl7qV7ZXbjFAxmXXt0m3Cyk6x6bZLXtMbqozG//c3keQIA
Q5tj2wkoNFNSY0HtUJJrkHQaykIRDdJpj2GXZPRIDyFEv35i9i6EoM9WXtI2HMrlhmZt1o3gfmhi
xrr51C2FFkSTbj1mtp0cPIp7mwg6lEEBYiW6tRtTkYzGyExDyjeGJIvdQgbZ5cKecJiq7R0SSlsI
LxHCMh60MbTQfyqVgon3bqyQ/KjMfj2FytTUwayWdDtyxw6coem/Xt/KvZfYAhVLVAOEiiT1cisH
UD5RRnrlxwy3nFO77/9b2xR0Rpxo94YmmScTJIUHyXzLJKzuHPib3aTHIpQSVKWUTLZJOKRuZklu
DsJdnQaDrEapno14FVKAU6+0vqkN5ifQQ9Lq6sMEFHMCLD+59WDrpWeORtK6iKUMALdltTh4wfc+
Cc8qnkmEfKjOXe4NLNp851zEXlWuPQD2jk4k0Jnv9HKZuqvVKD6UQdXBluxaBdjBH5whCNRLq4zg
j9PQE2Kmmizqi5X2O83m9B5yx/WpSijGMXt5RDu6h8fH/SqCBk8WU4+bc0BfCo0p+Pb8GDjYCQa3
zuvKNn6GGsbyYoDF3xwAfA8lzx4aEbJJ1BAm/7M7uLmuH8i9CydmkzgU4LH0baigWrE5ytCA+uUY
h2cyB+jrZO0on9y3wlw+/MIUV7djUNKcg+sdSOrNaU1vNXXKH8zUkA78lPCw25dNsN1whuimA/i4
/JRzKmlaK7IFZ8o7ajCmeU7nbD5Pqbre9oNVuVUILb6Z1vL5+i7uUGCJ/jkTVmQq4Pe2Saw1KLDU
1pmN1Wx4Vm1J9sK8WL7AFT8NgcQo+HDOMk2t3dGwpwcETjMI3sQHL2bjWW+U9AiTu3euSZxIqolg
qOptQosqbOB86CyLKCZcfmizrCYgwWzUW9Qa2tu7ylwtlKNV9R/uEwkhNVLK2fT8N7cYqWBFi1Yh
gRAWQ/ok1V3up1EnPWVd2v2EZGWwnuU40v9lvSLHUGXqOUI98vLjE2UlRjex3ikMHeMx1wvrPKaq
2X3QYWV7NucOHUmj0Q6Sm533GPQ/DgtErpjeFSf/VdoBatKq66i0fWVoqvuwDDtfWYviV9dK/2N2
WT0wt/N+oHRAcop2hiJYgy/NLVmVNZSjOGeDZj7nSxv6M1On382w1BZvGR39Hjob5ZNTCqX4VTri
nt5bLoWalykEjvmWw3PJ20hSc90WjdmwdqURTgM3o5z6fW0HR0RX9vrr4G6J/HBzrcnFAQcI7jPj
zd1qiwU2lra3/Lmr4y9dM6pna8qiZ0ZzzF9JNhTuYvZ15SaG9ENbtN6Htl89cJM7roXfAFIHol+g
39ved2emKC/MC/VPq1zPZOwQDzCsdhOuFkLdJnN5jKpbxSlri/TAq+1EXyRydPgFsQNTvZuDPRSG
CYoa00uRLB+avra/MNZq3yqrY/852GpxWt9sNcBq+huie7NFzxQaBZAY5hN/dOr0iYjA+W2pBRMY
TqyiOBumiloRGGTtkzVFUu0ucimrpyTi97mlnHZVgI64AdtiV8S4ulatjz7E/i/kJFBI4OHc9pFN
aYiLIUug6A2tJUcOpy8eqCVrB7HInhmKZwIfwj/oGFzes8aoCrlKOHNKGMeVvyQVULomX/OP13d8
7z6x28C/wBqQcG6iD2Oo0t7RIC0DC5ZFnjKkzSe5U0O3J2+B9CX6cN3e7rqYe4HeAXVr/OXluhQt
KxfbJr5O7KX8CvZA/mWZwxHyZXdVAhUFEpk1bZmxu7rU5cWC4qlY1+lJr1I6INBz+41k9e/hsji6
IjtvHcQFOveSggcgis0VqWw6gGk6W36NfGDu6Tll45ORm2nsxetQROdKAdke6HIS/+/6fu5apmpN
amuJvzavnVnbxuJ0pBG2lKWfFj2MPvFWcDDV2uTdLxTqh5W0+Net7nkjuj6CV4au4JvSYTNXuZ7g
/hj9Mpv5HNnzkpyoFPD2pJrUnJJEi3/HbeLEXhnCd3DgDPc8EuUvalwgycG9bbbbXJUS/m+K53qn
NHSd5DL65pSZs7j63BxN2+ydJWpZYIFA0KKtsLkhnWMMxG9EVn0eZyeENzM3NJfmoYzCHytp/cHW
7n1QWL+oOBM10YbaPLC2Nk0q3V2b2VftYQ219qYc5HfGUjZnZwHM3g7NEQ503yQZLzQBpALbgZYw
l8yCKiGSQtCOAXSaGqbke3uBvXF1vldmWtwjnGQcIJP3rAq2ILAVbCvX9NITqLmNGlws02bSKFIU
UiwFkhH1t9GaOj9MRE485KIOyV72vuYrq9s42YRqGJIz2hPS0snPDsxgp9YebQhqOQEeUc+kusOg
Us0wE/NJUgf91MDn6Cv9tJoQNoF+NGNZ+8w2dh+jtFqe0Bbon69frz0nCeeWEEBCJZDn/nJrNGmJ
uopuhB/P0XqunDJ8YqCsPl+3sneLoPMW99jmldnmRO0SyplBM8hHGAFkc1HqnpyZsk/41p/+3hRT
GpQZ6bNRIBdf5VWQqsiINzk9WlyKMyIrLaW6m1IHO0NKlRzcn729A6sgII8Qnb4R1ChM4rMys4H6
pnl2QqVKOuWqNR4c3r29E4NZLwhOoATiV7xa0JxmSGNrotZWLL9B5kU3art+pyB8hC3ZM0QmSUCl
Cq3hrfheLStDnTfA1qSWDlqYaZOnl/A8ZRF5+l9/JLSLmFKgd0fatO11lWuW5qPAPFYMi95DlJ8F
Knh0jxHGf3DghHdENmwhScuW50BXM53ZdkD1a5KE0NUP2amivv5jhVb+798Kyms24Dg6EfQKNl8q
GmETmBjwJcCx6jPV/TiwEtgOulQ5qvvuFbdI/cR8jgCxQJBzeSpIgWIlS2vLz1O5OitqI3kJqpPB
MkaDW1Jp9ubMaoLOHhc3XCLG7AqlOcfrXLqxPCy3XWnkB9CaHX9H5wtxU0ENThd485wsdpm3asny
5SFp/J4Kmj9VCqGxaiaeMQ1HVLS79uAGoVlqMjS9jVt5stFNa8BpxJMkla7geQoyGDS+LFqo3YRx
qx4EsDsXhLEaygzImjO9vdXNGDoNOsSRAEia6ul3mlbR7UQkEEyF0xwge17aPJvshPqRLkrDikiC
N5uZTXkIeo8nS1Kq0fSqnq19kpS2g52LJvv7NJPMP4natYMv4U5DdyWohgUGLquGOcJ0Ht3FIFf0
kVFhJHnqrPoDYbBiBfHaFrLbGc76XE+AHb16VcfPKdMRpbtGOZPvzPHErZsTxsdeoUvlU5oLJhJZ
HnrVjSLUQ35VyiwbbpTDb3GKiecjBnGbkXJe07Tv87Uefqtzm0tuX5vQmy1LKTee3PbV4mlxk72f
1mqoz1DsaXKQ1p0q+WZbtB/TVDV+rk1lfoiLyPnQxmG7+h00ZEedBXE7LndXNPIU0lSAEfwtAoZX
PlUfICUxlBGcgq3WX7tmQUgnMfpzYxjl2bHg66wdAts+DRWeQ/nTde/39uAK67xOhECCgGXzRA0o
IYV1Ju5uF0aPs1P3nUsmajyaxtjp3hSr9q9/sAjECG0wWI15gS/Xmy2cG8VimNnGIT+ZwEG8xdSq
Z8WK66Cre/vAE74NuCixkqPo3M4XSN+lvcoxYnUZ6fX1yL7BbRL3J021e69CM4DkWVlOKfNUB9v6
9npilD4RzOOM/YLXuDTqZGlUaHg93+zM/Eu/JiplyNF4CoEQH7zJwpNvz48Q2KbmSB0ZCOilqSgd
pGkJSS1jLqNXJFL4Lkpl46C8uHdOXlsRv+LVKU0WbU5Kk8J5jdT2Xd6UwwOUTrmHrjPMxRq8SP/y
2ehEgetjAIdn89JgaCu5NOHhSV77PqjUNfdAmM/nPG0BfjL9epsiUPnXsQCfTaAxBQpOdIoujTLV
qRmM+tCd6uPug6knoTuEY/E8NYdTKnsnBIowhi2gKqUQsUnmqmboO8ng2g96CYuJPjYeHJOmC2vM
Edvx3g1AQFkQpsCwxFN9uSoyC0GIAdIr6pFSLkfD8Ygdws9Qt9eP5joZrmkXRyPvewfmZdqcgimN
gW1YlayN1q4qW5mAIpzOs5K078fcVgM4BJrea7QSnoLrnmV3nYJdhFcRpi5740lleD76zgZZ2DSJ
eosw7Ogzw9g8FAvTPxrCHGf4CqrzvxglJReDu5RJN9dP7+0EbiTwL10uVwz1998Hh7g7lqTek5Zs
8rJSOVrodm+ZhhYTMoR2TIDjtjdnB/IZJhezbA0owpZ+l0Womodl7NVFPftq4awHVbntE/Vij6CV
mQDqwcSulwcozDpHXsZkDaasb9+LdtM5zabhexYuzR0gQvtcp5H83mmq0FOVBu6f63u8t16WzOso
mHjeeFOrHuJSNWfWa8XfrbSd3yeMm7umPt0WWjz9vm5tb7XUd5DJxH+DKt7sbk1qusb0lYIoVHUU
nZv4Lq1LuTzV3dJ8lKW6DxRlab+Fw5w/9LOtfr9uf3e1dIqZu2VGjgj+crdRBJTGthvXgAKFDSWF
kfl63OeP5qAorrQMR6Obb+hFxOeFKBCeMmp4NOfFD3rl2yfUF8dQZ5Yy60vlZp1W65dIys7d0CuB
vhSTL9WSGgxLI9/rShZ/jAGvHUQFW3fIb+DuWMACoL8Fj7p5MGcaGh0feQ303Fn8CTCFlxpp7qUM
KwXX93fXFCeJ/ACYFiX7y+WuU1SoFf2SAM6U4UmPc/nUl3L9eZzLo4HHHVNcFy4p+SXN5i2sce0T
w+46ZEDAN5ofTK1gxmzK0vsikw72b+v72D8qJjBV8ZaALtqqyY5RKgHiiORAzc3Yl+QVXsB5kX5E
hPVPKRSUmlvqRXcQFeytzyRJJzTlD8/m5VZqNUNCJTJkgdXJlhfCTuOGNEBvm/RQjnDvlIIr4l6A
oWA4cbvCsGeJhiKtweiIsY/ZmhcKA6l5U9Dz+LZoWf5ztRcLkl5DPSlrbcuQ5MDUeOCLdjZa8KSK
cV2QMm+GNlAEGey2l+Sgz6YvUqRLd0aJpk06lcspXkd6M0yfHjVZd/aZ+FUUkSBIZDBF/PdXN3Qt
jFyV80gJSE+UsxJF0ik25uTDTOZ78J7teD+SKVoIoAWo/W5n64qSortiZkoQKo0d2Px1thXIqJNC
XYJGq4cHx4Y6EYGO0q+GOTtI3N+uVBBuMD6I0LnwA5vLqUnVLEtGqQQtmif+XETx18jJW3+J1vX2
uh9462fF2DNJl1CboG6xcXtJ0aYt2iJKUABK8qwiH+4GWV3v6tqpXa3t+s/X7b3dWUVGuEClwMlB
3mFcaxkrhEA9mBkIc1t5Gm86q/+pDXX2bChVfS91jnIn86XdtS5z/7r1nY0VtJdEm8zoU+7evGpq
mIdRpY9TAGN8eS8l8Z/CaKJnq8vk03VLO+skOoGlSiehEi2Ey8O6mMNiLzauaG7VOaiQFPwAKf9y
GxklBe+l7+6rCMFLSU0rX08n56Bc8TKo8TohoveFr4W0hZMKcHULRxkamvJdOS6BmamxdtbMMJNd
Mj4VMnMzih87ihGOh3yX+tOulW46iW5g6iVyn77PSZ2Kdy0inakbq5FTe72RoPMjxk6W+55Yvb4f
zKKnhgWJVXKbd2nYuk1jU+nKrCE858VU1gef7q3LoTlBc5gOFmujW3G5oTTGGyXqK25/aFdnvbXn
QKllsXnUTfKoTvCGYWX+vv4Z961yA1VBs/hG6Khoc7iuZawmxaCeGbebzv0yzE/OUvZ/2pm0vRjL
+L/rRndOKYBjW3CBwrBNYeJyqeYklc6CykJg5GHvIrSh3VpGOQdzZ5sHx3TXlEUrzYaOUKZyeWkK
lJ/Wmr0lB0lX6+caGLSHD5Y8+CWLgw+47RuKE0n0TE6CHbA5G1MQMBdlFWdyUJh25mlJupzN0E5c
WbLNd07oSIGZtPfU79vg77eTeI7oDojd27HQCXW1pQbyF5TwnXooOuVnJbYQe1OM6ODa7bzP3DYe
aPFE0b/ZajPUeHRwMykRCNM1tyDrvi2r056Kkl5HJs/NTd/27d2sAY13yzZtPFCX/cF6d1w6N57s
HWA8edEWZplYkck8ZcvxkZG+TodiuEvGNP7ZggZ7qBpIXw6igR2Dgl1FEPyCDQIpf3mINDuKVK1p
lmDQ5+pTVKVUuKOovE1QiAskUtADe28vpRhxpKFE5EKvdKvBkZnU42i6y4FtJtG9VNoDSDYthJch
NrtTlc/jp6Wz1E/Xj9Hb80uwI0T0LOIeOpfC478KP/Sh1+y4YlsHsEaeKGwhTC+VX+KyLe+ZLvlR
VgJ4ZkgHDcG3VxRfQJeJzeVzkn5e2tUygrql5cVUjc55n/UZDdosye+SLI8PrujOxl6Y2lzRaB70
NKvwBo6dFmDZYK/MI8N+J7fadFrDuvYUbe0PIpDd9YEwkhnbFkRjG1QIQyxaE9d8TaXS06/gr4tf
lsF7MsWFc3Az3poin8TJCb44hpq30fNUm5HRd0sbDMR93kKh6HFV4w96bUl/7VeBRnBcwHdzDcEs
X340mDQSs2vXlteqzb0Cxs5T1dm6ayWS9OH6uXwbaQgUBr6GOy/4LTavRZ1AlcgAG6Ysdbitp7F3
JastTsoMAqXmPLpLiWgeDDpMwS9/L8AKB5Gsw2VL5QcEDGN5l0udhmKtID3tAnlNmtu+nM0v8Whp
LsUi5alS+9IjSOpuyrwe3vOIrqeeiUp/BG6Qe9FMx+PAO+x9ZBDuiohrBaJ7441sCJ/bEOb0oKjX
CeaWQv5Mc4Sul2IfibW9vS+2wrtJSotToGS6ObrmaIaFtoZlEBla6UFw+Wsya+cuHfsuqEZt/RAv
/RHT2ls3JGwSWYr4VcSXl9st51bY5AR3QSaFkZCHVl1TGpfHJcsHPxEKgc2yqCeni4+UZt+6eQgx
oN/nazPjRgP30vIKvDEqSrUKqjw2iFwV5bZO7fksDWgkrgRK768f7L3dJb3E1xMyCIjrpb08LcOq
V/QqMIrJDhLZyjwowpLAXjv9Jm2z/1HNPGq5762RoiJT5oIqE8d7aTMjaCfkk6sgrGbVS60mBmcU
c5nkOfWiyjb/2vlxc17Z2/iJybA6p0qUKpj1OnHVprYeq6Uvz7Jdmwexye7SKHKh3cDDSW5wubRK
yro67KYq0Bt9dCEDpYhQ1tK7DNYM16mdv6/gsTTSH8h6CUQYGrq0t1RdHpOjsJVzFt3YWfV7zCrU
iVsoK9vBcA52cu9evKAKkIggbt563E41Wy2zhzKAAM34EtHx9xwrSfwKTTC/axTr0ejazMtSrTh4
VcRCLlMtmnRw97MYiN9oLVwuVGfgOc8Z3AniMO7eMaS+PJjFmB1Umd4ADPCzr8yACLk0E9W1tiiL
UQa09RNYnvvI1/S2e7DD6H2IZPFdbBVxEIOP9tqI6aw4Zbf1aZge0JfrCetn/WBWce9E0R8i9GOW
CMr9zRdu7Zpcu7dgnl+XKWjSvgnWDpFzuVmnkx33RzXLXXsOIQIT0qJUujnB3WAicco8TtCqdvar
kEfra62qk+yNS1dkbpxU48/rLmjfIkkLL7goLG5ckJl2PWk6n3ZuOt1tqe0FQxI2J0VfIlDo9tFc
+87bBduQIcpq8IeQ5l5+437Rgf6aehkoha36iCPbnr065W1dN/3BedrzrqJMymNCswgm5EtT9lDN
MJLYfDw7dh71aZn8pqysj2FXTA/wgOHzlgHw2/UN3bEKARdtKRhXBavTZkNHipHWPGpVAHtud1vN
o3RTjH3kVQT83lCZipfSrTowKi7g5oIKQgv4C186VFsGyBRgbro6eRP0ijVS0dDDx6zUfxmjNvjI
q0x3saFGLwI2992k5Ae3ZGfJMDpRcOI1IaPfslx20BKtkwanmTKFg1c2jAxMTgRRujpmnyyzVbxE
V48EIN/MePFKQ0dEyq0Jbts3G12WVNZMrbZ9MMK1GdBJYcS/b0bjB7Gxfhv1WrgEBZJy74oZyPD9
kvbhV6eKktqfTUk6eHu2eyB+jfCO8EwBAQT4c3nYFp12Z5GpttCeXG7TbhiCtW3SwOjbjn4a7KZh
VRxNZG39MkaJvVFKpXIDJGDLIwJLrGTEWR76VhyXX9jt8n9Lezgevj1cL1YAIIHYpYT6BqSnhA41
sLEIYcIptAdVkvRvheN0fqhFwy2SZfmp02rD7ZOkui9H+8BBbR2GsE5FU9SIdUFAIDb+VVKqDYOB
ZLzu+NFQrw9xqd1pkTze1RPF6us3d88SERF1G4AIYhbm0tLcVtoEO4Xt12Q9k2uUlKRc226ab3K5
lgdwjl1jYHHECPXLfNPGWOMY07qqINuNNes8PTRbb6Izmnqaui6frq9s75yIIdz/N7Z5vztnHRZp
AFHe9nUN5NluzxYwmfM/WBHZIM0RwqJtS6E0F00JR4G4ZajmpCadcRPbvfXhupXdjQMQQoead4Lz
f7lx1lSjuwpu3ofvsHgfTtFn8HDDafk/zr6sR06cbfsXIbEaOAVq6zVJZ50TlM5iG2zA2MbAr/8u
8uqT0tWlLuXRSDMHMxMX2Ny+l2uBU++V53nV6tqO3qaSCWwPCtBXoyhIXqRhM0TgrgKlioZoJP5T
cZeXuETs7TCyoFQ11LQhT6sP0Thl75Ao/St6/c9v+IPnALYJPdOzjMANSvJMA58P4Uh+M4dtUPiB
IicIXi9VQL31xjOxu3JznicFWBTZF7geALAjpJ/TqA1pYubzBsGMDLaS/qhd2XSIpHUdjgcPJe2V
Tb20IFLobbiIximkGl5uKhgtNW8h/4QJdA2qkwKrFK87rLKVeDdBc9WL9MIhwmqAUUERFKnWuUjD
RMXQ2DiHmLAJ+mM6yOmGxQvZp8jar7zLi0vhhkL3B6EFjpwvH62rJ5F3LsuqOnRdFUSDXyi0o/cq
BsHvnz8N9EM3Ie+NYgao5sul9ExQBYgJT9Uod2IDfR5ABngfaBRCb6904UoApxnqOpCVgmzQeZJj
Gm8K4AkDHYFRkPfLFI5fMA/m4LEl3UeUseS2q1da+tTV6Hk7emX5C/EMTtP4KjEugRrdOagqnCjn
XQCkk1rq5mPULvrWZe21TO7SKpixo/eB2xX91rNIw+BXlM4z4lkuQWtWsZd/C9t8uHIRXDr6gKHh
ewOdd0MWvdy0gXQkGaHJUpnRySczSnbitJnKWNvsGGBsV/771gEBuk0oQKeGfsfL9SxMR9M1wdBV
6MkeZEaGnyoZwndQgQ9ZAdBzuydT1t3XxKovXarpNSuWV2XeFl02kcyN5oqP71WbmbucoMmbV2De
+3TvkrEua2XFM2Dl/qeRDd2+CajTlRlIPMPkRpsdDBDzJ4xyJeSyc55+5jmdrhyqSx9qirIaZgJb
LfRKH6HGcM90aw7h1zXagzuzFFlUJyeFaeCVD/VCsohPB5hYuMZhzncOG42pnzXQpcirVUFyAFFu
yN8vzGZBkdDEPgyNjnZWJfPz21t/8c0D6gSM8zb2B5rj5d4jxkaZBte6Ej3jnxoVsiOUq4ZH0NTp
zaj9dimiOdz80wefFtRPuk/cwMEdiP9pRWvXt/2zn8j6Gn7mwvvAh4aGJrBBuHnOOxuCxsLaWuVV
NgZ9YfDejqvGgmxBk3MITM+LEU6v+7dfx4UNR1yG68jW3Nw6OC/fRjKolraY5FcgU66oFCKIsifJ
BHPhea3eXupCvETjBMgOAu8YnP/tp/yVxLoESPVA4n5z3Bt3sN4G5oHoAZzq1pQGJcKJiO5TrKTY
yRWClm+vfiGQ4ZiBPYk4hqL0fHrVU20akrO8AlgxOo7wdUed6NiVwHLpdcLYExofm74MaoKXzxhP
ZI3qFncqGPPfu6SjnyjO4C2sU6+RoC6ETICtNojgJoSLJO3lSoorOncS73ACaq3sFTRsekislumq
N39v1Rzffn+X1gM/Hpc3ykywUM/uVZ8rOfqRzoFTMRIU9faj1lQdPNV35SDEtTHyn+ne39U8Dggs
YLfpH7T60XQ6ez490RabNOaV7UC05YxP0GVOdanCcLhZtLcemcqmYoTFZLFZ/xYcyrn3IsKxzZ0m
R5uQn1DZC8uZoIEOPz535YVc2mqEjxTfDnYAM5mXGxBa4FLzXOSgVPIIx5mS96OMRQHQYr17+91f
W+rsXQjcmlp2WMoJX56aIJUY2EX8XRKCPf72Uhc+E+T5SHdBGcSs9zwKMcps4yD4Uam4pYd47TDu
Xb3+ymdy4TChPoJ8JFQHoNd1LqRBAfc1A0xDIfXqYV+7NaNFSnWwG2IHzpLJyO+3H+u8bbyFG2Af
/jTbfMAgzoo/TF3XmhCoVtVw3/0UZOhFpbW49wa+fF3Q+nuAxoIpupWLK096YeuQoaHF9wedA0rR
2SnpiQxzl+BJNxuDDBIHRY5B+kNMlbzSgbr4jJviEhbcTAO3l/5XfGXLgrZpSOtqgtbOL5AvoLfG
PL9TkJJWzdcloeFDOnr1aVRm3L/9fi8+JkyGN1ocECbnRJfN8CZKIQ2CBL8JP6sFGKMlS2pR5P10
jUR0aS3EvQ14AQFk4HhfPmffpNFCZoLIkMmwgDtqdtO07U22gtr070+FpstWBWKejFTt5UpwZ5hR
Zw41hNC48nZo9QCWaCfZ25K1E1+uXFGXam0AHjazEAj9bMJNL9fzEw5z4ozVlZt6tCpzmZhvJGws
XMAyv/DWFnSemnxejRIwaJFx2XV6uHJgLwQA/IYNbgF6+taEf/kbWE1jkMA6PDN8dL5A/ll9Unq8
Nr29kOygs4/RMBp3f3h9L1fBxen1pE/RtJuk3+wyyXqw6pJNrTuoYmgKJXsv0MG/eqUiDKBhgjOK
dgYyznPZRT/s25bHfl2twZh8S3xHPjaOfvznU/NikbNdzBvWrUOAReZI16Cb4GMLe0b3Ujn3++2l
XmlC/d8DbfxayLdD+vAsvLRa1m0a2S2uUfnDpkZ8CsN2/R54hN8s3twelIuazzRs5hLAuoHd6Gzs
ZWF8QOCnaemvHZ/t4c6ubaQI6Jmg/Qsk+Plow3MssvEa1JVlQXNA43bewzJvs2GqVSHUNQ2VS+do
kxRDdbrN58/rlWwJpgQOA1gupKxuixFEI1ugObZOJ8zJsnfzhB7VA4AT+lqGciEMAbaHlB1fCvo1
r2bIXTzn4Gd4VVbHgCNB+f6JK6FgodUu8b/nGn+m41AQ39Am5/0+z0uFc5GBd7sI+lK3ykcTmKud
CyQ/vX2kLm3gNoj//0udff8BKPVZr51XsU5GlZhzu4cy6bTPPWvKDuXZlfUuvcYEkmZAl0ASA6jD
l5EgyFXtVLJ4VeDbuVLQ+ADZZV0eZGDJ57cf7VLpt3W7MCTYfOVeQcunlFEThNiyJe+X72sEcdAi
8sfvVkGaeA5J+LRV7ND0FayAXkZ6gtRJXCgfoFiNBhLaj7Gq3v5Nl173hnNFCy4CO/XcSzyqjSdS
z/cqneZgboFwOD0qmLUVHWQdTmDr2n+1at9CRrpBeVBootQ/x3csYlCev/Qe+uCtQRKdwm7LTsMO
blgPa57I/yEaotEB3SH0btFIOttfbmvMEYIG7zzr5LGRFn4yGWgvfLPDfvtdXjpKKcg9+CgBHn41
60Q23rauQTAEV7z+JJr+K3Ar+T5I6f9yaAG9BCcCwzekWmdhN8ibVXIye9U6h+nXZWLvx3h0Fefh
Nc7y9iedx1OAKoChBxgIkNPtmf9K6paUtcOS43y0c6iroY11UXvztTd36RSiAwxGEl5c9ko/HtXl
igYPPsKYLOMh0859ASqwLjxh2j1twZN+e6cuPhVawWBeACucnhfjnp/axW3ijLbt/WpOG/XeLg1w
6G8v8/pAoIYBiABIJnC4XrVU/BX6hJ3X0F3CSP9FjMANl0O39O9btg76SuJ0YTEkTOA/4TbCP87P
xGzCGS6cPd2tgVzLyOT5wYeDXTmlobuS6W9558tDAVEyuC8Ak7FJu59jRAaoDIB4EeObclH6DNIa
PXSD83UBG0l7YoDvHgOV2KRYkzifizpa3JWv+vUG4hdsnBlQV/6Q2V4eS1iehMypHFF7duJ2NjK4
aTqI5r+9f6+P5bbKxqzdKO0Ydr1cJZrMoptRUEBuqCwDj8tvEBIVzY6pwfvoBR0Pq7dXvLiJSEmh
fbxBQc57VPUywJapNRQdqDE/NSuvIQGh4h3DaOOf73Q83F9LnT2cXajr83iku7FvRWWSztwNNSqm
kJL6w9tPdXG3CCTrcWhCJBJn/QNYDIRZwyzd6TmDD3Wg9ZNP82vaupfeHQZKW6zf+iHndCar4rwj
DOKuPR/zA0uGH1TSac9T+EO//TwXV0LkAPgeSeYrrMVYR2sUzTUFTZPTEwlq/0M3cNkXPu/d/7AW
AP4bExe3Ju6wl2cwyHjjz8bzKkV8WzFg6Y560fOOAND3z1MyCKps9Sb2CCoA5wKQsYwGtniGbV0Q
eVxpRI9joGA3lczXsDKXTgQuZGB5//Qmzg1gfOJo0NuQ7cBENTuj52DTr1P7t/fp4iroaG8tfuCk
z9mnfWZ4lrKR7eqcGNjIOXXfjtl6ZZXtQzmLhhtwFI1ldJY3bujLHZrmnDnM9PkOA356Z2Cos488
l+6UlOIAHBJ5989PBeoH+lcY+4F9cQ7NbeqpIzUjDEegJcewa+wTs921SPS6stnYSHCzAHlug26d
tRdjz6MqGnO+64M6Ku0YTSUBTBgU+8Z7FzaU7zhS5ysXy4VX+WLRs0BBW6noxFK+I2PfA07QTe86
re1J80jRIhtmc4UCeeGEQE0ZVAtcZZhAn/t2WBdqjF0Q0aXWUYmtzE+Qcrxmd3ShsbIJ7W22HRCi
w5E/OyJNvylNQHF750GcCbJhLXTm07He9YgkJWm88DR1HT1ArorfjnkMYkvYut3bx+ZC0ALfG3VH
CpXVzdv05THN/88aj7ZAUPauhNof2WfGqw/Qbc6//vtSKK0Rh3E3A8Fwto1CY+oGSkCzq305nobZ
48UaDGupxyy7ckVvzbazj2+z60KLE8RSDAy3f/9XfgoeXyh7JmCYMWXLTYpr8z0MSNqDwU36qPyt
7zD1guN1SwgmvP2YF04r1gYeCH/B9Oh8VyGVmwY0ke3Oox7ZRevcF9CTD8pI4QIPB3dNAvTSDv69
3vbJ/vWsitZySWKsB46wLrPG9WVG4/E2tJG4UhVf+PrR1NmQJ0AzIpULXy6VOWl8EeXNLlyZ/32W
mOvPsWjeKx6nXSHQAPwPlZ08vP1CLz4gikNMAxF1XvFmLT76pIHaxk4lgEvivxNHYESCm1xZduUB
Ly2F+LnJFGHQjBLq5QP6eitEVI69c9xVNW3459Ab1WGE2PKVpS69S+Q9IFqjJw5o1haD/tq2fpRi
1Bgy7uDwALmyTPV76sMKhS1T/Li6tj8Q8BOupFyXzubfi27P/9eiqUkiD1Yg+C5Sf7ghhgblwEV/
01vLb7LJ/KvuDb70DcKz1VLgzIOt/3K9mEHFp62Z2IGbdy+lw31u2QGpFznUoCWXfZ5dyyEuvVfc
T5iib3cGKrmXS07h4hOVOw4Dbw7vDMAhQ5i4JnUF6nXCih4h6MDH7N9HrJBlBu0H+InNq+f8qyet
T708XPjOdNruphEWDl6emjtjk5///jkAd7nRATeF5nOHaK/pAUWsfb4DUz45NpCtLvkc2XLoPf0/
fHkQtAf2C4iQ17DL0NbjlCrNd2Lk9DGhnTgBPr4clym6NvF/feWidgSSFPnYBlsiZ9tmmwyj8DVt
dsCgde+Adu3vYqOu2fq+Pv94axFaesDPxRvM4uXhgKTEVNuNMxXB7xb8f7snmQUTvfef1cKj6u2d
2pLwl7cQ5sTQTUf5gb4zVLtfrqaDtYMQPsDXacfkQa0i2w/Ue0xsq4qUTe6ocyMgm2fqQxTP1+Y2
rz8EgMDQe4cw4MarPG/CM+ukDWaQwdq6TqDfNy03cJ7on+LcGggJKw2wZD6+f/uRXwdQyFCGaHcB
kgyxq/P5eNY2adxlud6h/JnKttX6AItkr4ST3L/av2PMBv4HCiCsB0j/uabWXOds8vJJ7sCDhEVs
YynEw6nu8r4ISdpcAZG/ziiw2h/6xyYCgHh9tpc5AhkZW0hq1pG6cUCbVSvkHMowBVZIZt0HWUfR
CfiU49sv9NK6wDtvHgDgvcGX6+W63Qj6pgkBPokamd5PvmgeHYEJEnXeE5OhOXQNhOnDBUf57YUv
7CQAVxvdBbpamOGcLcz9cZ3wYsWOjqM7BVO7nsLU2gawa+Ff82K5+JQZmirgTkKd/Vz1zUSzIlbP
YqdBlcCowga6SLX0961dHlvl1Mcul0vZTuQa5O3SY2JM8n++KbiozvY1nqcQrXev3Q2Jj3xQTtFB
1et86kZfXjlCF5cCFwNcEMQvfCIvtxJmgIiiXG9vNIswBgNdLPFG+hirobvyGV56n8AUgfsLdCTg
BeeRRzW5aLxe7NoM9EgwB/Vh8KYehOAw+DxFQ3hYwsRWYIFc82hHufk68ODS3ziw6JIhlzqXKNaT
07StZxgVwEloigrUHgEt3AAXuUKzQEKfrfZrVtbRvCAI4TSoylLVx5U3N2FFYYI1F5FZZ1KoxlNP
AWYRNWSbI9UXzrn4JAGYV9B3V2IoUpB3fo8e7t9dt8T0eUlBKyrTfM5loftcKbBU4UhSDHFqYEEK
N0tXLnzBzRJKxrEOZ7M7gr/QDcgvTfTfJFolT/NUZ64KjY1MaQf8l1iohawskwAnF24c2qOftFKX
cqDhV47iaayMYcsDZCRoc7DUev8lS5IfO0JbXQQz59mB4ql3oeUgyZl+tmGJThTTu3iLLVUOt81q
8BoNPqQeAyCF8ApPvu6pLCBuAh1El0MmpdAQCrvXnMW/GwitjmUHOehfqVua9tTK3jzWMXVxFcdL
9DGVTeOfPEBnAO+YUOkVS4925aFeMvE00QCCh3Pq89s140G8j0NP/wCcqt16f0bc2Mak8e2gMs4K
F5LJlXXsTad2iFTwkC3Ev2uJ76JbNq/0MwqA8P20cve9k1x8gzD1+B2gmQEwGi5GmLQEyT1sIZMQ
vfw+/NZrT97BrDp+13VM/ww8oAhKn4vudhE1Lg5/RH2hA395xDUzDgdrFXvXqNajRaRl/jwAjOlX
seFElFM4SVVNCuLUhQ8VBFascvR+KA8tkGKq9bjc5pAwGErP+uE7EwFHdFzXWrjSCBuluzlKO7T8
4aAJx4J4BsRPQyMoK6CYYz4HTNcPwdIaXo1DbL42zJs3nGub0jKbJ3GvUJz8ChukfgUfwAY4ToBy
PvvWsbZU/RxF96GlDdy1qIBAZ5K1na0C3ssv05jXfbnk6wR4JzVDBe2B/jRFHYlhMVaDkDustvsk
JgoBLa3q2ZS1UdgLKhR8yQCSiH/FyMiADwJneCyIpfMXUqu2vpFY7Af4MpEsYQEBUBEKZKQAQNks
zw4yTrdtp8hPyGjh6mrzeh12UkJNcNdCHandRant3+k88tJC+/noF5QYttfoa6dFUyf2d4g250/m
5+7GJXUrDr63hh9NKmlYen1HNN5J7SMdhXHaHicXKjJNTPlSpoPIKTTuPa73lE3zWDkpA75f/Knr
IS0ctrKElFm/vF95s5KdcJRIyHr15G4UzmYFuk/+d+r8DhN1QGlPLgpb3H1D2/6YFAw5i0VK75ZF
E32GosvylJgQjZS4mZegFOjl32mNoX8Jpi6Pf/gpz9N3SwuVvwFN96mKU2VA2Y+HWZVrvUZNV81t
P7D9AvQ1w26gzi47OgHuYi2BOTRAMfm3ePCC+H0dzhGcPrQBIrAwqXPiNIXBAJ0+TytmCrBSku/S
Ggi/DCkR/W/AgwDjHSFo4e8GJPSPNmis38HAg9VxiR9R9zcUAs9twVPD3ANtg3UqgIBxd+nYejGk
lHvACZ03js3XxIsBqZiDrnPlmHrpCfo541TYwNe6TPFB6Y/THEfLoR+pbQvnrckvmHvSeyjvERZB
xDlY3tEWeU+pnMY3lg1upshRhWy/5yCPjQV0o23zaGB4kY1Fr1IWfGgz1P/lShr+abCBlxdpzKcW
fn7BBKwDFISgWzR4DmBIPZu+YlREUZEtbOGHPJrslyShNSnSlmbhcV49pG246FO2lwufg/26QkVj
v0DXPrxboNcjf01rQOunaGSd/tDXffy0AooOA4c8Nv1DApw0vzcZNDF/Cq8OulsIGeTsIfVnEX6F
cF2Y3WfT0AYV2mreh2Fgg0BAoDEBiFNHoozIHEZlvLQNP2gg7X/lIrV3iWudOaoAMWafDtCKPeZp
r5DLc8sUJKlUv5YdaQg2kXsaDhbEmUPEatfsk3aA0oSsU/uLBdyP7h2R8vfM+2QFlYYYVbZ1Z8P7
Rq7i0+DNpr4hFJzmaiA8+5BaP5A7DM/kuIfrYP+b2LQjAFux5RNMdidRWmSA/I4ZPpN9jt8TVavN
YTEXL8FAb3xST1kxC+Xxo/BiyOrbDMo8kFbS+jaKeUK/L2bqm2rsknWtYiGGofCNbsMPWvGOvcMB
VG1JTCQ8VUofx+0hRfoFcXmeglIiFhHmBzK0RBXNGEcG/GSaph8AZPB8VRJtJfycDffmaoLiK8TG
dDsuei/wMOp+0BToV5/b1sgSehUuKvhoyS16pJM85tOa5nvuywVh05stWmc1TPTiXUYVNz95tNJv
JkoaXdJOZemut0n0SaS+G+8aGmYc8D54ND0Bzk2aqosJLGEgV2wjcBWykNl1hixRrlekJBnDFXo/
pYP0QCuAyXZOIbrH5vx3EAnmPwoR+NOXACgmtmvECu71jPliEu0JTKuz/aiJExsQlYw7SLBCDEMb
CjTF3slgUV99CiFPr2AAH7V7T3sTpLu6GP7yB9M07VDEwNY3v5ApQuMUl/PqnhU889QB02dnPhLP
H5dSD4ohKkIaNKhc2vVAxLO1xUUXLTbHJx/00b7JbKoAyxvHoeiBvXJFuqaD/1/Os6YvNl2qCCri
85CjOQg6eYno1bmCZtE8lDN8D3Q5w1IqLf2wRQQwPmy3tr6JWe5AeYEUzzLV7NFORC47ZuuF3Yfz
0N+OnhBNxUcl7oK89eRRQsPbLwMn6PPUYA8h55a1Ajh6QKDKhqsQvRFhbF4A7JksFbMyn29MjCBX
rCF1azmLWX9dIF3yOHVLDnT0mM51aTtu/aIGX+k00y210S03CG5TaL7YieUWtiGERkUzm+Wxm0zi
oeL0Q1ouCKmfczfCggn+OeIR6uYIuRKIKFYFCAVtkdg45O+4b1DPBHErZdFSw/MKdAibKMQwE8bl
GIer3Bv4XbeV8VwX7pdaoIJuoRUmqihalkc9d2NUBuih8aJnZI4ham7EVKLRTEIcxnWiDxS0GPZT
y8bMouynugU+Ha24rkxEhiw4aKChWeCDyJq96OdkuRuyRMcnHbMoPIpu5vMx0YEZDtSrDX47sCRy
gUXGKHPyUQ0LUS3yHqvrHIB0ldIibpIuv1dxL8z90LDY4rcNoLEWYboucVYsceqpr8hR1fAlVUNf
P9Yyp4iBPpJ3B5vTpLXD7eTCFf3rcDbmGNREPlBgNWiVqpaZU1xnmo4V/ubxXyOjMkG7u9NTNUE6
stsRrx2xL02GlAzBQcYFHQNMzCH+oXmx5DAML+bJZv0R3ZjBq6CxH7kPMEyOPwX409bDCjAGLWYv
HMedxHcw7EN/yb7Dv3Goi8AAqXlUmsKLAPUj17soR+p46+Jcf0xX9DZ3cepSMGY6CoeDJtFmfByM
8PxiJukfZL6B50yKAMGKRiQakciDOvf9zJkH6UFcLVMVjDX/kcxptuB7aZL/QlcnqnRpTt9r5CRh
BdhFfPSID9WxReQiKlHTMAN3kaAO4WQW6zucv9rDDKcZoiLHVOJRR3k/HzqNf9dlLG6rFvjo3/BA
gU3lgOHoBx67+ZtxsnlQIkJvmLfgyN+1g4iRf6iaJmhiOquOzNcUxJEeDNSwZvVUkaCN2A7qY7HY
5cMUfEpalo6FiRcFzYNJdI+w5ABf1BPxmJcgK4Tv1Aw2QwFWVW4OqLvUz3U18ja3WTYcZyncV6gB
5vfNksM4x07AqyN7CPB/kClf9JG36V63kffYxZ1FCGZRdrKwHP3ZwrS1e585Gz7iYEYjSgfqPQHg
kMKXS4r2BhiH+lMsPamLFvXEh7qtKRJ6PvYf8Vgxu01ZR7EMz/zH2VvyoOy8wNznZPZDJLx6rW9J
P8dftI8sFo9SL+bYLKSPKh0lEOVAybZ+gTMGvvgot0t8QBkw1ieVKZEWs8T+VFlfj4/Nosa0aG1D
oY7QT3jbPu66W9+F/o8upi3uWeguPsN7K/zp9RTij4vJm/vZKNxsmZ18XogJ4WeHTyH+2ghlup0C
CR6W9yZJRMnzHuLuC2/sAR+dWYuA8uCUjeHWOnIZhbBZJHSZz/4UllFsbLproym46znOKOS1k1oW
jRarLNGJrbtj7uK4g6YAFLJ3Sdh4N6gnPLon/Uh+MOsB2LNOo+QoolfR4oYZcIesUZfrB2Ritito
p5Ngr3EDgEuPycMvs/QzzAQnCB4d2qStn81qG9QKtomSHbD5hBR9CGxShOKWgtXDwrHIF48sT5HO
AuSbENW4HUKNPxswN19A47jrSNmuizistnZz0XEZNR/sFPg/4LtIbElV2nZ7mcz4/kfUzw2+X040
7gUS/GjTXNCqTwIk+W1NugBVfAL4RI9m5VwaIkKYqsZZ3hYBiHKuYHM3xaXogSxGx2hCZ5U4BzC6
18Wg3ChNvk/MjvMO1zbVuJiFCoog91V86JskbHfdrJppZ5MUOie8N3npdVO9YIPRWzmyhvRNEYyj
zUoSUzY+zLUYHiR0sEwBTZw8u69R7h4nIaMvQGHVtuid7jWcU/LoqWHAM6PFw9eKie1uiGwIq1Lf
H5HWhw2aYeVsU/uBxBr0TktY3Nx0ClPFAiTv+COMF/Vy1EOTf1mRP941Iw3+g9lDJ+5WDpUx3Kmr
GkrXieh92MEd/V3TkeF7E3ui26/Ian/NKy7jUuAn/u5BnkEkWdb03kmMmQpkiYYfl7C3ApXtKk05
jABeo1RLEiQQybjeJzRdcUp5jLSlW8l/QzdP9EboDnaNxGXxVIJYl2BMFicyhYjTrHFW4fONe4xo
kT/Yzi0pGjlotDxCq7W1BbgF+n1IZb3unT/3v2Q7L1OZJXOOlGquE3SDgpg9b2UJbjiEbbdHzTv9
xG0QcKgbdhx6csLirZBs5vtEzTARnxe3VpL2Xn4bGxY+AvMcPHVD7rPSnxZ7wiyToXRK0+Z9FyfL
VAwhNMsKApHouMgSoT8Fdcyfw2iMf5nZ5JhK10N/mA0Ex0rUbajHY5TACb7DXN202TrpwnQZ5DN5
P4gaQT1YfuECyPqyHa37L+p9T2ADLMW417TZo9yEJAGgYvJHHzvjDrHMtarwTmF/QigJP9RrHwbF
PK+RLLweIu+HSCAhKPCOx++D33S2aCZi5wKIjP5jmvXmLgFDoC86HIfHsW/EFw7dtV+cJfUR6azn
IEcrGyQgmpxat6qvbgIzpBhUjk5BFymJTjkcTzGzTY0nkTW2wY3hgvNDJEOKrtqI5nYBE8cZmlk5
Raxr3Oj4icClfCgxEVJs1xsf5YAv+/DByHSBuw+z04gHj4MjXkZH4dUTxcMOf8b0BOs6DN8aGam2
oovrcfRzNs7IBczwjK5L6iMhofOHBhl8Bw8hSBEVjSP+zwRDbVqwoREZKEpCP0tQwEgxjCMK13mc
s4dxHHsIx8omeIo8P/gvF8wF5WzG8IcRef++walfy0SF00220CEtPYM05EQs5IfRlUz6GxjS5Vnp
NSbeswXFLcxd/dQVbZDNZJcOtfOQpTm5IEIN/CvkesQXlQftV9346D9of6HJ3tSDe9YT6z/kTY/O
pc6JDqtkSMi3ms0CLw0dpxUj5ch/5nEb3TmA31zpMw+eWGs60Z+Z65EUWhRQCAZh4n8jERvQzKIT
Rf7klL4j0GrzUK23610IXiwrp3wFGivMe/Ix0E18Ctup/dolUODaMZ2QX8i5FnyNniJPOoUMYcX8
pf2C5m3zHIhksaB/9dP3ALTWEL2FFYkQge88Aw/DAtsFx/L+eQmAyy6MyefPgG0iTECIheCUwjQo
3NGhD5BC1RIF3KDn6SBreOZCoi+Jjyrl1C9E2y9ojGTWY1Vbj1vYhmfuoxLBTNEwS7IfM1P61wQq
mC66LIPJS2TQJi9TyBJ9AGs1FeWilfrha4TeHY5V8mtBbP4McHj/mSc6RAuCJ0gjaq9HFBVCDWOZ
8tZzuzUKYBXVpw1+dTtqP0MnAnM6iAfmk1fNOVHbfZgNp2FyCAXORvwx9yiEK0lqXNVOkIksp5jj
JnKoin4FBpkUaJxdcpJWwt8XtU782TSA7DwkLarDEre2SfF5GAm5dMPEDKVWyFGefM7n8F0XpzhD
6wR3yZI5lzxi4Anhqcgynh1H9HlR4vUkZjcROo1iZ1gjboZonqa99D2TF4H0k7m0ZBqCMoMJBmYW
c0ymItQk/Q7Yxfj/mDuT5bixNEu/SlrsEYV5aKvMBeDwgXRO4qBhA6MkCvPFcDE/fX9QRnWJTra8
o1a9yAyTURTg8Is7/P8536EWMg0a+07uCWQ8xeWdl2mjEcR0NKDm5El+WZCGplwZGUf9zWB4Su27
nUHxxostE51DbmhszQe3ohous+Z+HNQ83fSVOXV+V3p9ckPVPv7S6aC5Mc7k3W1XWlqHN0LYN6Wo
i/hQsNR/qKpkwKOQcAII8bJXvS+xrUns6xN7VqFVZhuQFaDtOtlnRdjMQ3nfdg7n1X5y2NFHbD1a
NDq2d1WBuwYe2nXjNQ4+ikUeBuPF13ubxc0qLKRTuWIsuV/Ksal9jZLjvS5GJdl7Mss+syniMKhE
tQM93KMyg6WzlPe2EqXmvk2s6imrs+oQC6P6nLpm9NjP02ivlWR48B29CTcYMw44wSKldeGIvB6C
Mm5ojHmAsit/Yr9W7qbScqdDReHuM/FI5l2sOHkaNCz+nh8zCxQbddS0ngTpqL+KjckBekUtRvNB
jVBwE66lfJ44bdwki9U9NMOc31Z5zV5LuJX7wAvG11W7UX5ZjRGHfVZqV/+geoqSHnI9NtDndrVY
jxn2wN9RhksZ03OZtQJKg+xMjogmZ4psYFM3WxwyN5E7INsjF7jOAnpF1s6MB51sJ5GbFYulXd0x
j4jbShRTxvqAg2rTRpYWGlYjDMpag3bFbm7gpcJRZbnHtqZkemw5woEChOS1t8ZpuLNGbf7Si75L
L7xOMiHGvdT3srQTJxjXxJOgiiz3RWks7SZm0uFlruMuDwtn8h7h62iUZVPhfJ6jBqXh6HUuQy3q
nftctiIjfMLGnCfKtnb81ANT47sEqSW7dNR7bau6lAdY55oY1aUoyojynhXnvtE6vVx3te6uqKjm
baas0R560ywerbg3r0mhnQnUaiFmB1U8zTu0CSa9KENkNRBQxQOo5SXJp7brI7lHDxsThuMV3+YU
U4TfLGhLqeA7arl126hQQ1t41o3oel6TZMpo5NixOVHnZOupbgY7qe8cWmM/TL0ZMsDDbImY4ym7
+m5cIk4oltj6Wphd9pX8OvSOC3ycfUx0Y36sRM/BU2cx4CRjO9MFlTgA223syPROGKvDzRJtdUZp
+lZEgRh4FVHQW0TgeprcHalN20DypiXdm2zCvETd1qrUyJRMrIcsltPj7zvR7+gkuaBJboO70jVB
jr1unMqigzdA+gb5mWK+NiI5BblkEo0lYVqRllNd44xxKAs5bhJl8LZ9mZ1jKv80s52IOUhVwkGI
YH3lrZ0IVBjsHdb+pETdHbWXtCcNey0mGdcyycZhA0+dTWUSQ8f2hyVhKZIdC8GGY5d+A02Fiu3v
n8pbwQxdVlRV5JdRIcSb+/qhdLpWlUlDxifeanHkSF89NEaZnpHevtOzxrsNgXI1kcCTPn30synp
kyxlqMYg5GhdjswAtnUZiyXZ/d0PhPwHh7+JQocN8emwSuiQNkXsidArBs/vk3q8pOuhnmnCv21O
ky/rubAJUOQQubgO7l8UcFXJF+dOJR9ItkwCpVO8VEvTPliRjRd1Ic+uVZrp/vcf7b2nSMPD0lD6
rhkE689/uSj16RHxlFuGS9KMQeVOxt70qmgrk0qckRW++7KguVtN6Mg33rgQFILQFiT0IjST+Knu
q2FnDIMM6OyJIwEc0V4HlLgFdimfKmNpg6LQq3Mk0bdjk0H5yz2cjM1YV2Jj7Dw+7wQ4iJ1VIY6J
Uuh/X+WwZrBDaUZtAEDlVK3pEIU8UxsJuZbtcyDoY9+KqJF3y2B+pTvD1iDLh+Qzyppz7OT3JkGe
8IruI/EZAu3rrxRb5MKMlIlQFGZ/TJ0GJeWctGgLwPh1Ch3l3w+hd68Hg8dGPQ1bRV8VH78MobTG
mK8ULfhZtZhDSveItZXc3g4W3bl+5fH+/nrvuFL5Di3EF8hVHCbf9Tv+5YJ4NGN1tgoRRmVRJ4d8
5kpBpVvRcR7t7LqdjO6DlPTrBKE2BDaPtJGNXFlsXzcHN4yr0roo+1z/+Pv7endogTWD5wmF3P4p
PvnltnphGWkEYDIkWTn/ovS4yhUYz/7vr/Lu0yZdGw038hnO568/fNJPHadBHW3ZQj0g9ZTqJtdG
WtWc+K6IbT+nHn1nViLihZkWwhMV41NpfGI3jTVwPAhJQ/UOet93W/qcFmU0lF9q1Fl3i9NWw9/9
lGvgAVg/YD0AlPVTRunS5JrJvlWEUtTRi2Nl+RO2qPm61qblMJtYcs+sWW8np59XxFZNDBLywFPf
aFJOXpvOSRU6VpdB4LXMB7PwqKW5ixOkKL0DUTC857mjjqc5aCpKVDG//27faKPWewCVaqOhRR15
Krzu2sHMsllhYKuODcdqcS9yc/W6DRTgRRHrW1et3SBriv7v8uS4Ms4cHjmQB27gZFTRVzO6KJNA
yYnb3vddE4coU6RfzyOhUIN5jg3+ZhSv18OyRR4989SbfRNL6BzPS1kReqNnz25i18XG4Uj1dQG0
2gT60p6L03gzjrniaj5es1FQdZ1yFqbSoyuI1htr1UAQnWPLmyFBrZKSv3OJ1sG5RlDhnJkS3qyu
60URwztAmVDbngZxp/0gXEhwVdjXrvA9b8EdSSsTtWBxbo/y3udb12+usgoY3tLWFd2kbSLC1FGL
xreUsin3MMM01zcWtdtxdMi/CB7u7vdj9ueL8Wr3yWeEJYyQnhcVZtDJ0KkGlCXog+pQwTn2oeNI
S33MIwq8yEYDQhqg2ifqflnY1LH7EVWyoAwwRPExQZ5FjyLmDJQg8LhPEi1y/UKnA/o/mE0wTK2b
RPoSb+y/bD6NIbGjKnTrSuwVCmsh6uN653rUgZJlHm5+/0zeG93UVlHcs59bl+HXc3TsNV1pcuIP
67GZcS4VyXZSEvMSYF0O+Co754x9SzXhO2A1XH1v2Br4z+sL1nZJa7Ts6jAaTUrQarTcsrmIp8uI
5KobZ7aXLmznxPjcKbpznamivLX1oY38sl3Mu1oiff/7jxzEJtM3KxXug9PFcOjqZpAiqkPib8vQ
k1W9pwaThFC5tK2D/OHM/P3Om6ZB4PAAYhBCb5xSE6hXGCJWRx55ZqT7vu2+WrMdhy64nO3vv9w3
yzz7OZzxHLSgumEIONnaLWaUmLFO+yRjtyx9W02NFzB55+iGb9eCdfyA4OIrNddjweuvNB4JbCH0
qwlzUatbJD9QpQ1DuXCXYvQNC8FGEznGgSPDOTTV2/PkahZBostMgkkM5ufrSxN97lXOaDShQWuS
A3SOSMNxkk0HzGoI6960D1019qGesM8xO6++SZpefuKIdC5t9+23SiqigaxdszTepFO4dj5yjlQR
aIAIcKO9Mo3TDw/fzu3YWU1/ZsS+ey32lRzjKf6Dd3z9qTkNu6iguZbbqJ1fTAa0XS1b/Gme8/D3
Q+i9S2Gt5LgHh3aFEr6+lOitulpcqwnVWZobhlhx0KPyMdea7Mzs/Hawrm8h3AMgwtAqT2ci2iYG
0lePr3LKF+lTIUYjmsi4js88vTeGEsYMMHmNx0cMGOvB64+EZ6wZzT4jQqqdn2RnPyh4IDbLkMnQ
sgmeXgwKUM4qRmiUJj/zSr73PPmIFD9WDA8L7uuLy0o15mThU45K4W1bujUH1EnpPm+X+syl3i6z
P+MAiSzn/WcvcfI58R5oNXKZNnQyq9sWtWrfzuycQtWJaoQ2nJEs2m5ee6bY8e476dBD+6/rnpgB
dLtJ1JxsVSRlzAljM8SHsnS1rS5quRXEUG6gHLaHMvM8VpiuvV/M1n0WhFWfm9nfGVIc9Oi1siek
GnLqo1nMGNpwLlqyP3o7QJeuXpRZ7Zx5zu9ehZ2hA6vZ5ls9ec4lgQgJZ/M2nOmtbqg0dZcVte0v
f/tFXNELq3OUC1FzeT1wYI9qLI1NG5LTJXb1MCchaXW6PwltOrNA2fxTr7dJuIs5zHBww0LG7Pr6
UhXEvNhtdF6QpmhDtyCXM5aGeJl4n3x3Ao9z5o1894LEPqt8Bh3H8TqSfzmOJu6koQ1xWppNYBxH
7NSbIre+oyzAfmDlxZkv7J13cJ03YYrBjkHifLIsksCckPtSSQAJsRGkwlIpeBRqMPNQz7wM740N
i+hWrIYsDLB/X38ypNPOVHgkZLQ87TttJPVr49lgBs58Ze9dhw01RwaQLbZ76hYhE65O8jwGvdu5
buhF3TVOkHNZae89t5/JmLxRDg7D9SZ++Zp6zrJKHI1tOCYemFg6BdvY6ZeNJXjFfz/a35m7iO9a
cyrYVfDBTuYQqVnd0E41CXCmsUb9gtiLUoneZUinK3jzdtCnw99GQjLsMRZRW1yrr85pWhnxWkk9
ZKMMtZJDu9eO7X41V9Sz1M6sde88SeYB1V3jk9k6nfICNGyFYvSEDN2MqI8xJ9YuwzccjC69t98/
yXdGBo8RLJCzwglwFL7+0uTq+WbrJMOCAJdbWlCOb3bWcGacv/MGs6Jp7EmomHrWaZ6nLSB+TYvJ
OC/yOcySKtkLGm/kK9Dzo4z8P9gB4QilFAxNlsnw1IKqR9LQirnvwirB8t2rk+M3gh1gVibTv+sN
//Ft+l/xS3X774lP/us/+fO3qp5piyfdyR//dVO/iPuufXnprp7r/1x/9f/81de/+K+r9FtbyepH
d/q3Xv0S//5f1988d8+v/hCKLu3mu/6lnT+8SGqOPy/Ana5/8//1h/94+fmvPMz1yz//+Fb1olv/
NZoL4o+/fnT4/s8/XN6q//j1n//rZ9fPJb92kMWz/Mf2pa1eTn/p5Vl2//xDsf/UmWtgRusc6Vy4
8n/8Y3z5+RPnT2bz9fXFW43pcS17iqrtkn/+Yet/0jHA/w9WgqmKnd4f/5BV//NHGj8ywXiz1YQh
zgnpj/+6uVff0n9/a/8QfXlbpaKT//zjJ2X/v1cxDosgiCnyUkFf7a2sKq8HPtFpwLJ6YQapk8o7
mXnaASLTA3rkNISOGR0oorEE9AtN71qxdihJ0ussKvSLNENZp8F8I8EvuY/VHKtTmly7I050NAT5
3aQ5t7882r/u/te7NV5PeP++W54LLynWbCDqJ/vs0a2jrFKEEUwRPYWIo6eD+ad1H2qjshHumQSf
Uqs46LAv6AWg//+QoFEkPcDJtAPuEtI7ITGU2wz56N7Ae4Veu+gqKjl9lvhWiq/Bp2D3Aimlu1bR
yF9nDYbAejbzhGJzttwlto6Dq1qse3rkeOJMD0EAZiXy1QMyzRbXR3HdPSbQxzLMwUp+i1ZPDdLC
qfVA0KT94uGdO7c30F6fLtcnw/90NlZkRKwm2pOloBuLBWlcowerhMbKunnrYQL5jHNCkXuHHm2Q
uRF61iHRrus67RzfccT0UNcOHZlYpEgk6tQJC3VOtBBtn36XNvhgkWZbqPJN4xz+9ic5+PXAw60J
uop2qupQTji5YXqwkhACSwtaA7luJ6LioFbWqqNyReu3qZVcqHodPaLptzrfiXR370TGg45Tr+az
LEPkT6Z1dPBi4wGJG0fxR0Odn9TG6J6iks8Y9FE+op+LZPJhQDJ0hwC8J9x9mdG/sYupAzoSeNVG
Y8q+LBBxWuTsBVB8mH2ub3UjbgHGSfK9X+x8CCiaEgSljsIN+rmbi42cpvpuGbsujJS6b0AUz/mE
cyJ5cMQYfeoNLQtouZcfutSpn3uVj5FZC67Txav7vZjiBE1a6SqfE71v97Pmyu+SvYOPah9Qdl+V
7bwZFlQpVAmVWzx29U1VzkXqe52W3v3+zVontV92sz/HDzsww+ZYSaODD/h6HlAwY7aRqmgBZYJ0
1zoRuVpOxiMxCjdKgyluIXmMaL99RdhuKLTYIyanNz9QEyysQFFs35YEFJrtcJs6mYODxlA11CUx
qMbCNZobvFcevUHEvZbvjnF25c015dpmicBjjVo9X/VRta8T0Y5+C5Vc81WTHeAk+zgYteE4RxL8
hFX0Jr+kdCheZmAfCXaLZyGU/qkYqqXb5jnk0Aql/pUg3xQHo51n9x1pDDiUorkNDBWKBcbWuMr5
UDN2CHNU5iMmA1+rzRrLeTRXIBuIoTZUSYym1MtLyMLyCquiZW+bQWmu51zOm4pay2Ufz8gk0qkr
8s1SmM0xKVfVYo8R6DbV7RtFutNGoEpJ9k1+p/eNinBqSbYq5fItnRDnoz2XlkRUbSX3rTth83BS
5VLRI/J0m1hu2lJzn+ymmI7A0YoP+uK55w4y70wda3vfY6PPcds+bc0U+oK5Vut05OcMrnRucduy
A7xuyCXAF2HYhJMhhqw4eZ5pkP/sf5xOAlS3qWPQ2SQBbZ3vf9krowN00RtleiD1mvhbpZ4+Z+tj
bS39UrpDcUCl3uxI4yh58ZKAEOB6gzswuVI8kIRezVAZpXoulO1n5MfJbQEfX/PtOapyyDvZwmuT
WU1ugZMTtgvBBqYz7LJaYulOnd5fshWvVhtEo5e4DZqxhdyvxMVjXEVdUCVY82xjUHc9kL4Nein1
QknhQsKmiY+I1qcS2r/xjV1BEzTSOhfy4aw71dN7586pL65JH5yFXz/SuTexVSeYGCLFzI62yOYJ
n5k+i32Uo1WO2NYFWdZ6n9SiVLogy9ubvK5/YDbHRZJbCbV6Z+ydzCdzQef/y1K9MddCFqrpGpVx
2k5b1KUItTR0ocE4ghnwIwFNCJ9sH87pIq8xFjdItWcU6TzHj+jm5kCDgRuOoNwytJhqfVm18/xd
V7Emo1TCMyhb5SaLxpvFbhW0qraTPuidTetBzb32hr9XPBtzZCJ30hLnKoumdIPKoTgYmRl9sMil
vS5FyshVZyTULU4CJOyXeAdwxSmj515SZjazgI1BupXE7uzbnJnKRLf0Se/c5L6IMu1TmULr9lM9
GYZgUfR8t8hB9UWWLDxNA5urg/Fmo83S3kQ/1wuOwvzs91Ox9naTA5SGxgaIdiQHMBdff4PZwgI0
a5oWrKv9A+oyE1MWVu5WFEMoOxJAMDUR0ox2+5Kwj3SvqdSEJsWdd6U5DCGtg9Vl5Kj+MvV12Dm1
hj/KNne/v0/jnZEGTI4lem1UqHBYX9+njIcZPanKkjGU+cemMdxLBYG3EZvaVmS2vWUEGTuE2yQG
JHYctE3zuRny8cJzx2ynU8VkjJlG0CnIYAWI6ANm0+aSyjBa8zjbajiWHpt5sTZy6ZyQELr5tk4y
JfRa3/qc4yhFDG4nO8yA5R4lzTlcx0kjjDVx7Zsit6DIx/YYQcTrD6ikaeRSBeUDarl+G7dmfqH2
Zh+ouCVwalCdq8ACHLWqmVirNigjB2+CHGhjh6UkjJu9t7+rrGfnXvKT4uG/78yjmM/kBHgDitHr
O6vdMhKqXWqBJszsFiDaECpz2weaAzTB1Yp92grP79xPNko2NvgXUz96f6s+9PMeUMqt0B9QNaua
4PU9pCn2QoCn+J/q8ZuVmvZ+8AZti6Z/OdPL/ik4eTWnmYwuB/UNS4S3HlReX2qSc6YUKlw7GU/F
bdTU8mZmTruoZGpEGCSs+lbqQn6pHCN+omWMUTCadOkPlqVcQh1P2UB6hfY1r/q9t3Rx6jeFOdj+
MtMYQPaw7DLQHoKdu5FnO0TPy51bFdmD2mR1FORV+ywwLxS+RgbQhRN7kxuaRnamx2itw+nkU9Js
peVKrwJP1WnBjUMaFi/RqMHI9mYjJkKN6EeK45i4C0ph0yR+A1cMC1Ccdb4czZtq1XFs6n6EvoBq
9l5mmGlwPgxZjIs1qb+hgp/v06W9VNE7PJQtKEu/qAcciXPpts+NubhP7Aus7aDEVedrRc5m2sJT
P9K51UJcEaa/Gr43rl3bgTnMHMlLx7iIkqR/ikkQ/VRQlrk0aEJ+HTuTDXONzueYN7pd4S7BZo2p
pYIpkeQHbeloY5cNNUsgIw9210+fakACiJurR85dg7arE1ntTC27MUo1Alkt9fTfg/ZvlSn+r8WH
VwWL3xYz/j8sU9Ct+WX+Xssgr+oU+0p879tn+WuR4uev/FWlcI0/gbjzJtPwXymWa8b5X2UK1/sT
UDkaGl7ztR+0zjZ/1Sk050+wd7RpVkgcc+Q6Uf1Vp9D0P5mg1mM6GxFYivyDf6dO8bp0Rm9iBaVD
ml8FCWvYxcmiCHWsx1nNooIFC03ajKXdEtZlp2Z3hiJNv7CnTR/ZnH1dlDXNR0ws9sUSl3BNJ7LW
NBgAC3EOWyAgH355ju8UJU5nJ8DIa5l8DSamsuxQsXw9O6WOHPXOHGL2ylr0uYgEx32lzGNc14aR
72oQRRMiJFkenGpRi2M9EfHg21aaHNQIdMiSslFqjF4+KMkgLUyI9BDxqnMY0sblVu867TjWcZLe
Zpxwal+2EX64pSr1r6mdqR3ViCh60VGQtNQUW/xWOFy1o2Ka7Zl68+nWZP2orIgrR5a4EaRFJ+uO
TFqjRIUQbRNVsR8mxPa45qIJvlKjOXs77dP7VFOWg6vkyq5V+vRzidt68OWcuL1fCie9woCc3aTI
+3cuTqjv1L+0oI/r8Pdfyunavd6pA75zhTKu/3mT2klnZlC9NNmxW59u4ZmVj5TSwjZhWNAHG2+G
dnYfp2TCRYZK64YzuQvt3Kk2edVh0I3woR+6qEov7WUezyydJ9o0RjM3BAwaGu4KrYSa93rIYCe2
C3fKrG1dy+6+6pppQ2uSyrZWADegZfCEeerGLJroQhLzerTkqJ2pRdNFfb3erDdBTjztJM4JK9zu
5JUSIKtMu42NrSORe15RkIiNi7h0EUKY+ac4M+sNWcdwIXCZbBIIATiBqhxLC7N1m27yVmiXebPo
oXRG9ahY/U5txjGgP41RLR6qDyNaPwzkyry3q4I8UWHpt0ZqjbvJ1NKgzr7MwKeCtlKzpwpNjS9r
kT9Jas9ByYkLyztEBGV8ADRdXzVjicd41iHTQExIHxJjTBTcDfogdkPlPOPe1xL6YXqxjRTdqgJ7
GMQG/0byWKoN4CBOtSm5QLCWBnPZesLUhG/M8XCocIrhdJs7Ncik5X7so9X5mUWdwW1Y5mq6rr0t
azOVw+zBcajxSMXAQwka5xs1tuKLq+XNPm0iwCOQAjYGatbGb5fJ4V1uijEccfxXfp2M5YtCfA0x
RLlFQZDnO3ZIdpw6A088sM4+qRTu4BfY436ZyuaLZ7fmtVIW82Vcs7vvgGSGddSmh8Saqr1iNvIZ
L3iQlak4ui7Vj9XbdIEQFm+tITmiWQUdZFldY+AoqVc11lF0Q7ar7ML+oFnwNupBqcPZHpJdMmvi
iBMuAdcDzBhI7HDQlPresLoCPMbwSehGu3WdaNyp/bx8cgoUYiUKv5ui8dpNOg7wohbpeV+6Mfrs
uuMtuyuoXwOK9IdqxMfrusNDOk4IAxN39oidUtwfawJzcjkplBsMg5AZT2qaDzgkDgdlKYU/5zz7
WabTdawnEoxOq5f3NmTlzSw0e2e1Vbqbpu5+LutqC9kaVgOZjD5GWmBVsdc/JAngqZiApJ44tgE8
R1lxgEj5EiciqRCETNohGmX6oskZZ6fKdqQa3c/zghm7qMbPReIpL0oCyaCcZHJrGdWXKdFEAFms
8pdcHUOQPNEOav43Ze5C2FneYSrG9gZKwFetWdMXvdoK2NQqoDig0GYk1lpKYoUgv5DBZEJuUCx+
K+WkXw6Lcpc02V2BPfk2l+7GbO3+UOSLEfA2RlscXd33vLBuLS1aEAAm11jax21SpPiaFuebgnQv
GMZY+GzfrC2glzzovZRvjGN7oMPIIRgK6Aw2Pv0S7FzywwCUc81co3q+0if655HdMSd7xN5aVA37
dClSahpLq23QSM0Hmn1WqNTeC0u1pOkcdwFjcryp53zZgjPqHuaCA31cNeZtg/9LzIsWelkxbOrW
Ip0g1WbjaDUtHWsM1mrIqjF9wZzkfTXw2h4yRH2fFGiG+L8NE2yHmR6jUqrQ34sc1kwae8nekssH
KFbL9UR7eleAs7xxG/FtruePMcwtn/nOOspaw6zqWNFWqSvzCfiVRI4YXcBiWy6qsozu8slZjh1u
UsDA9h7iFRXyaLYLcF96ts+9TAHakrkcUusq6X/kvKNfEOUork/zo7wp4ine06dxtkU3xoExZ4e5
Gguy2Jds17XwQXyZTfXHXmTGIStHXrfCvADw0P9QrWW8pu/chtbSigUEe4EHbC1U3npSkl9q65+y
ej620egcEsk0RgBx43MCby4Su+SAnxv5JQGg+bW7xPbHFAORoA41icsqcs2ta6afpZfhQ1WSD0rt
NkQtxgQrDUUPa2cUF5rTmBvHHb2HUSwW1dBa+yB1uFmqLilF2glbKBXmKTbQKak3VpzexElvbEEr
faxoPaQbDdpivSmHfrnLTKz4XTxAJDKF1u6ypbF3ldO1F6ohU8BLIBIZE9jbPb3C5x0Xtp91BRxv
8sgah5zrkuLSpzHT0kc1F+qPOl7GK+glX3P08JcAkGvgL4r1MGVFsRGxpx+0MfuBo/a+Lzwgal7/
afm5owKjgp27LJureM7EIRc44Sujdq4aR+t90Q4RxrXyrly6p8ykSozM4p5lCg+sMVGaavvpUHje
log8cNXteMxQFDuzZYTjbFzXqaf5CnyIIE/b9gDGqYdH3mj7PF2cSzNeLqJBvRN90fupOwJHsscO
M3LbKXcDJkh/pZQAbEmnjdqmyZZsoa9iJlQc5h/LHQ63fTzHcUAM1ce2iatnrWnqx1THr5qakBih
mLWbvDetXerog0+pObuE3jfB8UiMvQ1MihfU1MPJG5KDmTTOnUlVa5Ms5CSWhcC4h42YOnxr3mBY
a4qAHHPIdl4+7IFQYONkx/c4ewKQROl8n3Tlqu3Sxz5DNUO23G0zEI8FkTb7MZtlfwXHpqQE56R7
d7IgYHYrxGeYUutFyLT44cQ9/lkQjNAeutUziS170IR6O2UeYoWcKlG10RuYVRRO68w5wJnEVpHF
HdMXMVB6jx1xGtwjVfq+3QIvle5lmw5CCQVkMeE3w6yasIYHBVPvMFUU1Veiq3E/pw78Bj+NChHt
lqZJNoDLkCdbfUeVtqCUVez62ii/CRYngIroGJxLG1KAHmiuWOT30nCyepNajaoGKgOo2guqzOau
JvM3v6+FUx41kEzMTx6IxcG2uu66c2g+7mMyvGe/xEkSH1TsnPZWH412vOvFjFpBoUXAlseRxuVC
uN2VZo7xD5R1Xhpg7xzv9Yr91TXDvOcAA4RSTok4Wp6crp1y4nno88wTmvvIAJhBLvyR+Ey93Cz6
LD+aWqE99mBCd1T/iutauEy6M9FSTlp6z2reEfYMujQUmetIPxkW6fDCooQJhdVjYxrUmPpIbqer
PdyEMQZvzR9kTIOsRZizi7QSepeiDpOxafVqwfA/w2LyFzSlZdDhAH90crNQbksTXunS2/EtNvN8
O8wjppbRUy+XHiYdZHrtWIxV9NkhHaelzebk9WZwhgrWV0JR3/faTF7FU02EcNTV0YVCFeAi1x2s
q3BLgKYIe7w3BrO5wLXSWj7VY8dPqNnuW7Ofv/IE2KdBXa3Zg2b2hwo25AWpyezNlhIQmg7qL1rE
8BV5dHoBSk1rA5hL6a2uR8bHqlaNL+y1jZC/snxVDMLAIyemjFYplfNiiA4fMT1y894px/s28iTn
LvFUNm21iTxyQnluQeROPv6H61yxPsolcYPFNNiwDph4VEufQj2XH8gAN3DTzt1xGSmg92kzUsJS
Cf1DEyg+RMyy2R6wkVtziNWQt9fREAUa9kt4gsUAhdWKUguqq5VdlMkqVTSdfiiPdbF0KLQo8O81
oMbKVRJ1kjbu4iWZv6Rt/n30zN5X2V5+b2OlucSz3GOP18tDW+vFp8QTQWVLxZ8WJw1SRJ4PJJQq
flrEzUU9gIqBD+/dKMBdD+xbnSCb65HO9zL3E9VQiAx4ESh6ZrUJhXJZZmFiFxbP4zjKr2C650+J
WdggUqBLyLydvxc45qd8kBeVtuiNn1R1FaSyTb7YKXxec4EOu1Ephj8jNygPM37kq45K7T6Nhse4
aa1H1MzAXfr4Cr9//Ukb2ByIid3CxsaL+EyMkB1xji7URwgqkO2knYxdkCJVX3ximvCaG3qRfS/r
8lYtlOya97e8qied5F7kDnNMLcswNooGUggyhsXexnZ/lLlnb8qxuxhqEBR5rl6ok5qAksekdpWz
RSYoq+kIMMT2yZPAjA8ME3EuWgW6kZN06+8puRV+XZqbShr43w1oMn7uihGaSKluVLe7M6JVzyty
d9gAZIk+5iaRMNCC3G5nmbw0ztSXNySX7oWO86VwWFITpwGWmcGIcYdBCUDAlUe3adl9ugQ3GTGl
4tZTfBCiL8XQTze5zA6su8xykeh+pBP0dr92Btfb97ZJpnardDb4NNFV+86kGh8WxUhTyZnzZhdr
3SIPdEvlFc/8h1DTWQTebO2NihawMJSwVXD2050JRgImD4rldXeeWt6NcF82ee5+jJsGWKps2Ewa
7XMs49GnCeBQeqyjh2gq7vIs166m0hGPrr40JcWefP4Up7yV0OXNyO8br9zadH2+MqMsuwFkAXl6
KtSUkesVGhKBGhiWB9TpUsLpPcRMwBvSIQCRGLFL4cjMATbS+2Pjpaz6j4QaErudIM2c7KkYkyyw
GracbL6HY4X9ec+WLr9EG6P6TTeND7ZlHoqpO7bkU93PGMB8vYBaGNVoucBUVuKxXqppk0zOADA+
kdb/Zu+8luxGzi39RFDAJczt9rY8q0jeIMqQMAmPBDKBpz/fbmliWn1Go6O7uZiIDoUUIpvFvYHM
36z1rWBV+pb3rIzM38DlE4Nd+4TTAJZx+3PmzxzyHad5PDvizhQ+xGYk69vB9dIf3DgZ0ObJ3fcE
EO2afIJf1kDiYKz72pZBeEewd/FRyWo4VzrWWwEzj5J1OBIs9OxbkQQMM3Vij4s0RdHjFZ+KWvkt
M5He5SRhvVLYWucmHp0LKDr9Pi5Df7/M3bCxwWURGdLNMjtCcfJ8DHwgTDsoQp+2Jipp5cxttKv6
IASlzGVw9MvQuaBccjcw7ptzXrjFrz+GO//REPelqfjnr/Kxf5rg/s/mvPtfzU3JNfz1X/X/4Ij3
ZgH710q0/fiuflXv5fufR7y33/K/JrzR39xbvCVObZKg/mnCG7t/QyZ4WyfepGp/zGr/NOGNHKTx
FCW3xQRchP894fX+xtQoxF/J6JNZMlGB/8GE9+/7wj/tP3DU0dkQl8DPdhsm/3W4iDdETjAdKWM6
tmh163QMMJTcVLV6oI2otsoR1VoW6e+ocOoXO+ytnZqsR5OEB1yW/cbNkM77puboHN35mAiZgikC
zLiKhnBLeMle1xyFK3IHq3XjeB8uZAvETeBoOTx+NkUuV6liikFddIHbnGO6C8WaZLdHjuLvNeTq
FVSXd4ekyVUqp/R3aKIJoMycAdjrfgtnAbhfgDZSqAPgosr91JbPdWiJHQMC0LADwJdtHzENGrPR
rVcDJk04fWXGUY7OZae0/ZI6hQMqPiR6OIuiNxXjXtmUqV/n+7IvILuFjvycVasuM900PF47uLqT
mR/bgtYJZnlRHpLcGzaRrPxgrZNmWUGEu2MNfGf4LK8Rc7mdn7enCW7S3mNSuimSfh1YHaWzp9vh
PMKSCVc1otF95vXiZ5eA/O1hl14Lp78jD+mbnTjFiusv2BMvmv6OCRcAdhbHd02a0cXMrZ9yYLk/
oLIOG6dhFiUrMLS5X1sHLSmIZaq/p1V+9W93uF/54ttczd8o0N1Dp+30WsNsPQ515L437L3TTTcr
f5Mbkf0stcK6+0fJoG/VgzDlD2LM5y/64+GS32qMwQnm701nDR9u073bf5Qi8o+yJPyjRHFv1Yr8
o3BhBU8RoytNPWOYrGlhxfdgvbxVx+LqFDYJU8aq7l6Ui0a3vdVHOYXScKuYcI5VR1jg42aCyX+O
Bh18kbdw6zUD+ZX3Yw5usJtGF9Egt+JV6a5QB2VcBeRJmuqSaHbfWyEyeVomUQji3xIKPFRA5QYN
MUBa0Nj1YWpACr0lUSmLwzi79RN865Jy0SjY7LcashFoLilRvAtKIyYNVJriVnPWdQgS+1aH2n30
BkD4DvXQarYgA1Zt+eYq3WyquX2F5DpsGAU9W53vP8uS8ULYZDQ4TicpScZhTth6Z+E8v1El+933
ySqbq2Djf1D9pLaiHoc3Y2Faz0E2fzLZpomSsbU8B8ONEU8JuUnTYH6zGbXtDNFez4VW9aUicOTF
bqp4X1ghgWK9EdHZ7QWvRxFBwQak9sT2tbw3Q15992Ze2XJs7EtoL4W3zQnMbe6JI7F4Hiov39U6
st6aKjAPY+1Cm6JkROcYFZO+hVlbxX6ybJYqYnjse/PbpmFfg4ejqFEUZITzlJsF2QVAVW88AQPN
V1nGoCdJvkvbbKwptA+Wvu/gq28MZdgx6IP80PXVrxEb25olGAj6yd5VhR+z6igpNGp67Bpw4don
Kv0FKfaqTiCIhr27rat0BwnUekry9M4thq/E9tQvlfXtbmTUAJbK92UCXMl3ssz6JqEQZvmFur0s
h7vWl7mYt6kelmJm/O6LPN4FIoHOthl0O77aEX1mEiAz6qX8UkkZfBfg8h+QQvqnrnNWqlcPy2IJ
Vi8K2J0iicDCiHjoOr86tEvvlqsbngagnfhUZNCCPI6DtZu0+zqb4m1JXDJz6mx6HbLEu6utp6Ab
5mCdBGG78Tkfr2NHFl1ZF8UljmT2o4hVcu91y3RN8iq9jmNddlvXq9kkgeK8q0YINlvG6jvRLBej
84tKwnPE0hpSYf3hzt6RTWNGV1rXq7EdIUWa/Jgk/bNhtrsZYvtRLJhjadA3ulWED1MBrRnAmZ0l
O3lqUJ6wpco9Ae+oLdWZpjx66MskR5rSTvdxwXbBotB/rUJ7XLWlXQ90Sh0ofqewkWSqXuxs6chV
g4iePOGQ5DmA2E0OskJvln75hEP3iBUDmKTt6enYAm3b1Hnm/Z5CqtxyBKg+TvPj7cxc47y+LqjK
DmJxznxf3hplb3PMa0JCRNeBtDdZ8xLIbhfmgXMflVZNZ2ObL/dm89HDEDzE6eycmCk8D35M3EE/
Ny9ekIB7HulxWiTlm7kP9RZ3QXqo2O5veX7btZNjcl7Vyn4ue6t5mgbogbkBH25F5Vl1RbgN0/SL
c2pnusaC6cgb1xhSqcMxrty1zLrlWTnxq0ibcEecxo7qAOHjVL6lLYDUxhfpxgvUvDb23D+kLmQ/
VLJqjcaQWVhyEXk6/1RYozZRmjKBw0+0CxaNhKesN41RzBqgnGdVrO+VA4fWld98Uin2XQ1REv2Q
Ybgpo93AXfkSqvRb4tPiDAWT8kaGz5Nevi+Tls8TODn0Z3q6lJOoDv40ZGtCUDIsEDiLqEHwcPsM
bfsCxHzd3KVmvBsYOW4Z2KMUK9p45edmPiq3ns8ZsvlDOeobWJh7zCasBfLq7K3qmAixfGbrEzIt
4ke0V3lnPUYU5RwptERekdyzib2TIeVHMw7TTvoFDVo49WfoOBD7DAcTlsbVrGTyMpplV4z+9wUC
r5ejM0W8bsaBbRR4R1H4JzzvPgU3BOsoYiJE5sM2CyFLvFplKveWF03uxpVZpN4HVmn3c9zc097v
XEoMWdavHN1iRX5PvlaTcrYmh0uh+qzY+Yl7UKBt3xCBir0esgMppFfmLo9NDTfSmeard4PoeWnG
DRhcG+YsQT7DoUo3BbO3DDJc2qPabm7D3sipd4UGd3hrc/T7NKXbwjUTLRYszZnHIjKgfGEhU2sF
WxQ4dxCWW07G7BzE87HO8q1pgFpO/efI1vuaIqp6pq17oBR9yicn22U4Iw7WLTfdHaRPEcVtF2xK
5N0rnnlOLuB1n12TOc8t4e1heavTMgJabkTtb0K32UYk3bxhuBg/a7fis9QxbPyxvo7OwCFj/E8z
AGJvTNg/Wv3IlCliIHXfSgSVCC/VuBp9aOX0ZDO45e0I4sDftiOJ0MRvgApern2fuiP+atPIO3/w
PHGV41ChffSEYeBpxUrDE86T2SJEISumN4nUNP5EjzyTLPb/26X/kXEHCcu/bpd2iLY+839qlm4G
nL83S/HfhH+z5dDTxLdW6aY4+4caRqCTCZGqY4rGyIn9FxnXP9QwwvnbzdgqbvQt4XA9ooj8hxrG
x7XDGoaUOqacN1Nl8J/0Sn/Z3JPFeeNteRhgbtCCMPqLHk52Ium56+xVkHVGHgyu9ldfivhEhNtw
kXLkPPrTZ/N/ELn8tz8RsYDLNMQlbw/R3181LnZltQpdChFLdc/BlgmI4YvWjs252lOzCDdfHv/v
f+R/E4ezXBcR9iS+its/4U0v9ydxeNMJsNQ2KGcTLMxJimlG2gKatfBWiwvDxwDYJVw0YAJK8FP6
HSwLYTVz6v82Xl9+6NadmnXKcuctVp6O/o2G468qXRZPDvButJf+jU7xh6HiTz+dh7gNi6zXr6DO
YsSf6iGYN8kyBPcCci5g51JHm1o0DJz+zedy+3v/qU/m4XFBUqG4cnnS6Jl5av/8ueQjiYNUTQ3s
VEHp21Ds7Qm8WRDfsam0j3ljw5zMA7e/R1jTO2cEfIjNCQjA3tGnHSXK3I15+SQcqay/HzYMVv6F
oewmXfnLT3dLJ4UsxUty0/X/80/no52vdNCgd0ga464stmwPvT8YBNksiLnEqzw8WL0V1RsR9HOw
h9Pf/CbAiWdJVtbwcxQqf6zGWjLBHvLU2syBFf87v6fDe/xPP+gNoADHEcsBProID1LwF/lLFTGH
NYIPoxCJOOZpQrCK5xZnKUv7ENr9FwrQZctEpX/NUu1/dHXB0oPplrrvI8Doc5GKH8RVMSZw6ml4
tEzImn5GgrIao74LjnhfxHcPInK2afPMmTfDJJz3EUkmsnsNpDGWTNX2XUq7uTGRpZYHPcelefTj
3PlYEvi8hxbOO1F27djX8gHvELMN0os877GIK5Q3Xg/Ovl5VTVS4KzfPCKFjtUN3uysdZykeskDn
Zp+GdV1Qrkt/2CgOt1SsJhWE6jnsRevwRZnoIySxDDo7BcxwHEtLsb0RVc12rS0kYWDMQVaxE95I
cGT9ra1FNf2xH9mk3M9TnczHJQjxydmNslCY9lxyawaCCO9qpc17GrK3ZqwS8zIEyJHzy5yzBIdj
JOWWA4d/49LetLiTPfntKmkr97EfyAAolWTkU2Bfu/pL6PfXOh8am8UPO7+VZcobbVcGqSZVVRJU
YvdkWm1UAx9538XmJmVY3IZEqSkvzH62bPsjpU3CQeUu/EKSs0eYhG3P0k3flhxJSjadWuqsfJkG
Ndw6eg9bmcyK+Z4VFvxXtN7lK4pIKs6YeJKvEso9tOPey9aVMxpKungJPyh+h/Km64mIXPVL88BI
nXN6SWxxRqNxs4BYmUuyTkRNwFsb2Z9RjzN9B+whuUYpS3w0LmwgqnRi4gowIdqg1lrWC9X9tDVz
Cmp+sVKeQXdEL6xMTTtWjNnjEnnRV95ojYQph1O4DCQ5DZXjPKJDYyePbUGj8y1EbF6oYVjI916T
xbsqi5w1QMzuQaSGSq5zVf1mcbJMh8TLgucWwIk5CmuKYEFVqX6Enp3PlEpgM1n+xDlaj35qjp1o
270llXPCN/ZORBreS+br8n1RvuV+tkHS7wZ2XV9zIUS3IkuRo6r3ZhbwYqy7bV7VI7TigK5ILV9O
OTJtH9Ww93J3+hSNW1ztvrCp/e2KJi+mPoeAahiq6N67U4mojinhnm+iZ2DFbI2db+5gwjd+tiYf
utkJNfH3n40788VH6TYdMrYL0mqmXSzxwKxq4fPs+q1ydqx8sbthFuEc14PzuaRRT+JanrhvTp1h
HHRkfZOPTEV/6AWrVNpCL9o5dviLRJjixWIQ8Bs4ipjXit9PCspQMtSmDGe+F4X5iaWZtZ5lFG78
2sMrswztM5EKKOGI9ijeKHAloUcRBbTuXGKtHL5uFy+qTO2tnYIGrugEieLR83IK51E8+0shPmhc
4PQbl5FEhx4qHevwSJZVwxYjYJ1Hb9icW+FyqgDWhXTcKFmoXVDAYN5hrmt3c+dYv5oo7hFOmGU7
Om1rCCxJspOmViVXDWLJ72ZYwFQn6OXX842Du5Iaq6vp0yjem7DBs5H3y5NNMNnaKSL/LFMsK6YY
rOw6K2uMz8SFSVqL0iFfSZkAB5jdg9fKh3hd29xctr3cM0IKudWU0t9bD9IzUcKpd3WHjCiYsUsf
otrJ9wVLOJp3lp3bSSj3UaaL2vDJeIdwiMBOY9t77eK2Yac5A25mz2ih/+vdycHp42KL74roUGRp
iFZK+/lpHrsZJWMp1KVJS//o1fa8x6vv0qMge1lnZT0+c/OXHxEuv9tEFGh6ZZLkUTkL6GovjpiF
oovsniq0SP3BWsbxcfaIJSB2MgnOYmIkcp5UnW2n2SwPVs0qUtg6X1aRTVQkOZ04Wsdh+emlAxvb
Gs3NbonD2+0D/zJ6lHhDrceKJ7095jpeYoRIjpUcJ16FaqPRDuw6nljebenfDaEr8bEFeju5tt4w
nbbWrizGjTWI4WQQk02RPhJa+4J4yL1INP47bam9K909wplP3BFPrR3/Gpz2yWnibSDdD5Qq9/2i
d/5CpJWl/KPoh+7e93qkZeXAANQjlHQlaMDKNrgqbBO7IZ9WTGr1CV0j/03iWOjC2oNJji3M4W3+
lujY7DoWFPgi4+IwwZPYYKpn8lMt4cZK8+JX0jrZ1rfSbs8zSHoNGpsP5ADmPPFHhNw+TcB0nc/R
x3D62hQ4WjfKtg6AF82wYwaKvEt4qs5PPYkE87ov4/aMyGVCCmOTm9A37sjgTY7vRbfsCJOw82tQ
yVEjeII8Hea6LwkLdrHyvVvCjOM6SiLruc3TdMf5nKXHvGAJvi69qhSHhJih6KojKWCNYGZ4aWwO
VbdoHT5hCUl26cbkiY0EmXgkZGi2hGkLBgKt+qmqBxLejBKXiYjgXahyM+wpNTTADYbgzAe0uZO6
QAAVxcwmLiyZzZa94NJisbWLaRMjwBm2ICmngxP1AjdnR/k+ez6pFOwzg2w9m3C2V7Zalqci4TPn
GBSes/azSvzoxjCLt6SpZOulsxcHPxlS211IHfWNd7a7FLM9a4KSIqZh/VQHmwIJJiNFNM2FZ831
FgFJ+RWlqGj5jMLtjKyOlN52FqD6mxwhLbU9FiVdoSuePaiR+0hb/mNo5QmgwVj+RsFnfevGNh+3
sszr45ClpJwsvuzXEkP7Ok6l+80EXvQ9cxElnbombut1oXK/wenvJdwcKFD2md10B79GRYd3hjiA
vOuxUVd1duA2Ke8jKzY/WMa2T4SY9ae5sqPHif8b07XzNkXFcELb4l4br0xfGTUjNMpc5fwUtIFn
ImbiQ5qUzu9i8MJv6Xgj2DTJ+MknK34oJ7HPfHE8Mfz1kh4RrYvhMi9F/xZ0aCxXASEs4JCYO891
/4Ee1QAxxjQuvbE9DC4aiZVsK1BbcUgVcNsekx7MvPNnS0bsKuplfHIYRxOrAJXrJLVX10yYJvIR
ZVNjEMiY9XvGnIJqmPZjpyWz0WYCKdjmbwXroNXSBtHJhsLEDLy9zTXH2Jt3/k2FZBlH6ssUeOcc
udGpSrBUJgsJTQkbh4/ZJgkL9mKwJWPgmHhFuvejZRZbzi60jY531nPZPI2lIGtvTr3pqI1Jtx1q
xActlPMiM1GfK+XgpQ6x9c3IIdCMlHW8k7oBl+rgH1psc7TmCSKd52brIdbmMebW2COUt5IteSPL
fYYsZ2W3BY5w4dER0TN2X7XrJxdw/s65763hm0evfihmVEPkDBIoqJv0AXTmOS2Q9y3wzNuZsN4N
DcApDa1jXfTyO2hJ/S6SsflGqK3el2XwSDbFniIOfWnWDHuf5MnbIK+89KMYGLiSCpKBbdo5nTNe
F6sKN2JxCy60Uu+ashI7NJBqyyyZhrGr2hdP06NjIS/3c43Qyo2Ifc1z6ez13F7CEstmnKrxLpZI
OxGZZ2c3LPu16pj8OZ4Z7j0pk6MOUE15o55Rg7YKkY62Xii5nE0vauvM2gPJCQtLdOZt1xebLstC
xsK++zqnSOIjr13OmiBXDOrig/yXijpkhEUW/6ExzVmRJd6vzu8bKPfQgbd54ifnzsL7m2VDzH5w
du+tiskzycX1tcKRaLihoEiYjNz6drYMajCpEY1n6jy3mKCJV5sPkn3oprXG+Vz59fBCxuTvWAM/
QLlAYM9kIC+S+BGtwvxGcx11sie3q9yXtrIo97Oa0MS6uVRZ9TUngM2pveuzH2A6CIlAWimv835K
L5nXhGalnDvDcBcaYa2a8haWZSNzy7yCuLeayiNZbsr7oOArzuV+8OXyOEbKfQn9rDiYbqqxOndE
LLR1F1/HYkA4NPYLE+fupjPuix2cuvYzpjL8FYIbWI2Twz2TJC6q+8S6YvSTe4iA0Tc0K/ROSpX6
bJXtuM2m8hXxLmcufA0kPDW67djt35wGjD+arpNq4mgCTRHQWjkTV3/Z2RWNi04vrFpx0I2k+ead
WS4oTpydVukz3wkoQC/30Lkkw26M9StRzPUa6WB5NLP9MLC12Xr4p2lj6nlXViGqf/DWXq4qQoNa
HhFSV2dkwASzRNU8sVHLOY4kbYzD3fKSQx+EttrkR+RKfJg1RvYyIHyiGvWTp1pBbBGKoDc7tx7K
NF92lhv9Qlzgnvi2nW3E1XKMCX6CfzFv+07dzaXRZ84CWjdtVc/Ua8tBEkizzlyXu9TkF3cUM2uz
yo+qdRKH4zbuyplFXlOu7JjrPeX1PjD6SuBluz+qUJNDwyrurSrC+IodgsqKmEzU5su4C/XIOSLj
jyGOnt2JaBtwMj3+VQfnrFM2u8CdDxYv0KrWvncxZJd8wYjWzLEjPgKTGnOMNEiMeakfygJr/FqH
7B2SuW13kwqrkTWjTVEjsoTVzvIdiMmyG3xvpBkTI7mOaVptOzQB68WLUPaT+WT8VTWOEGikmvgK
uyVr0NnRNfnEzd5iOSg+7LL+SFTzVhoTfbEIL878xuo+HLBVH5NuFFfC9woC4/ve/54SoHMKpma6
s4hdepeoHB+gawA2TfTcHWwh3v3WDtQ6QGd6nYLAfy99u33ASVacUAX7196tvQdU3T5GZ9oLTaLw
Iw2lOCUkiu/bemxPuJtIQ06tzDmC2RhPSNP0VeW9eWyysr/r8pj/WYHgIYEbyVNl4JfMvv7Z+5Pz
gXqu2kAIGvu9qLUkEnGQ8yEm5NRbscmLjyIIB/6DTmDwOr0l9jz41oaL/QXSYNnGYzR/kXs87LWI
zA5pqya4L3PKM6ZovPHW2O6Jd6UEQbDVcSr4vqM2AAXYH1rG5Fhzhsr7BpsR4mnSCIrORcVvzVJi
SgrJPfo1WcOooMd03ePQlsWrt/AnbYp2Gh8TIC8n07NWL6XsP5POxAcJMO1702hStGvxZZEsf/Jn
UCcYGcIXyvZnllD5BSsxkYyBtzxqfN1vWUApm7VmPNi2nX1IP5K/2haZbeYGlFm92jelPZymaomJ
xoXPxIqofYmmLnpE+FJvCx6aQ1zY9kYXkuDStpjW2PHcfTOzVHZ1/WhmFh2+GB9HAt8+y8Gw8Koa
fZWT/uHY5IdyYSHpWDXGaj9i2wdZwYnUrxvZpGpDl0SImp2b5FCNVvvd9KIjMkpa5zQoJPbjzEE1
g1CjcoZwE7Ch7FZ5UQQnrzaatLSqYpBDFevv0C3wvCsDxiUG03pQMxloT205SwLsyQK1MOAZs2/d
mRAxHSyYQnRxbdPmufIS03xmyvgT1npX1M5jijNsZqoz1PcTRphkq8XNoG962zk5Y99RnROWEAFY
M9rfpo402WvH9AmfQNDaH07cBvOOdLTxJ8GSIxrlvov3iRoJoJfh4p7hyPuPk8STRnx4xewM27WF
9DVtXR+0VDgXMj94fZhmOyZ4VMcAeQilFN2U6LXbyzk6xHUSqyPGiti9tG7KKA35xkSCV0eI5gZI
hrUpVESXdYsv3nPzsUFsdDw+cJzW8r1TmtieATk2u0YeWvFdI7d27jIQ48FvJnCy7fk5JgUgBws+
h+eKQJYx2XkVJTc+g7517v2gTDwOFhahO2z68mtyvOrFpSGAelKOT9AnTHIOfV2+qqovX+meOkTX
duX/RHYbjPuclKjlzp4aN9/ngkWjENq/G3nLaM8LV2Qb9ul5tZ3pWq8puWvDEaenAwwW3NJD75L3
dwrdEbR+U7vEKfp1damBG80E62W3crMpifsjkzan1JzSR8IEQ7J1R2bEPFo5evOagK/fULnw8juY
ksU3MBSq3Dd5z5meOW6J1MptmRy6kXPTDiAzBgVg+V5z59imLvk+0WegQw5CefC6gA1C77r8+npZ
+F6HKmZ/sgydeZjQ3kQbwhH96SnLXeUiNxn45SFlJ2FgjPJekpbHc+dM9rys8PMCd5SLchQR52xk
12FyM91mU08xUc/WssKXENi7Jr1NRwrXMtegGJDppE44vrHw0IdJZqV4Cm7KX7xepJ57ZMJAtch4
rZ5F7UVXqnJWnykLiLU3mioDJMnqCe1ILICJUX2iV0qllqRGQiVbOYgsSMDDRQODKa7qZLU4chlZ
iqq8XSsqsE3c5Dp8XLwcXAT7zDw4elPuMdRoPf2QitTik6k7taqChWzAoFD2wLHCMmLF3WJeiHUO
qZIXskkRtM9cIMTVmeC4wLpCWetWnBmmab8yv2dzP9Jw/9B9kj2w/Ky/VFiOrwFrVmbgwBv8wXaG
lduE8IbQbSSroq6M3o8edPODCGC7HYnlNBHezJ45bdb7pLJOWgwX/JTOKqOsQrTvYdiDx1++etTv
b7Nrljsw1ziN2q6NPS7Uhm2vjc9j3ccGcA/Fcvi+dIAwLCbl3NKmjoJVhOq5essBkFHQVyQQ/QZj
wcgeyswoD1AWKPmZP9esg32upEvKfbuPRZ+hZoMVZXb85B5b7pjdr2clEU/8LJCVmJCnz5OuPvUw
Wr4Tbd2/RKmn7hx07XvmDDwy0JhCEmSoH9ODUmKR5wUrHqk9bZojaSAUtNzkfsWrXCyV5+4rY1NY
WZbjPgisU955JqGV0OVAuOXRcgmeX1uI+ri4E0za5C8oa15nThWfDeQH9z6aLQ42JTFSlrMSpzFX
XnWyA6pEltiCh1sX1PubQIz2z1zcys7crvQzWacw97Jm5K2wadx558bKOs7DxFGvy5CSYk74KJuc
ELSWFjzYDllA8HacmL46LH0l74ZIxe49QEPbZSDhUFoRJI5C3CJBmleTt3JaB61FG+j+8bzbUZr9
MiRVB6QLefWdy1/S27QTW85ocJqUPNu++TkI7Q2rTgdOs0oGVT4zz43e807Jn6i/MgO3yStfXYrO
lpdVeq+LzSxgNaKmYbgeovpplZnuI14/8lHr0Lw5wL00iiKGK2Qp6prGeiAMZxVWrgy2GRHnpLOm
SVERkJrad35fi48ElcmxUjfTEHoqvrrMwRSwD7VoCaWfKLv5E+PK2nh+UjPpnr12JyP0C2nRWdWF
HebcbmIARXd+3PFXG0vb3uOxsNhvJlYAi9pLvU3etVbGE+8k6mi77qD3ZBt6Zo+fENk/xgm2KxMy
jpuDlSDpdTW1utmW/HWQCc5LGW7Hyu3uCdnmzOMSHjfMOfDy0+BU9WUstL4MAEHoE0MVLt8Dv2o+
Z+z1w4Zr3J3Pgv7IPA6EZVOeVtrtSMvEG7/po6b7psEMNeuuathzzBbqvac/tlhzhRHiaBPUil6G
JdhHM+j4biqift7heCVDw+aOvFk92/RZonB3D7fDcxvwsoUrKxvjV+nPYY7nMVJPcc7chERrXTdb
Mu5/odnBtEQCIC9d7sfHbGJctFpI7nsVghzKTT/i/CRSsBLMuTuuOtAQvr4knRu3u3ao472wIob8
iik/Okt8QWafkfXYENZZX0DM1MlZRnEVfI3hkM0PyNi69K4PFC+vqMwC6dJMKFkUgxKIZTIELEV+
BqvESuZA4DE+JMumI8sVt2xf9b/7xsIzay2WfG29zp7P2kg3+eEuwdLFKDqhIHqD06t3O7fl8uom
t+ogcnQYbYWc4nAbMaPonv2kmDNuQWI5HRWPuJFhJW2YAAHFCgbmPlPScWewRAEyAXgtv9mC21Eq
LO3cFB/+gkgFEr7uqxFXHgqqx6rLXYz9mLq2Qxd7ZmdD0cO4DMdS3I/41qnmUnRbk32WqIqexrSW
u57R4FuIR+Izze3kKpaGKMRECNx66fLmi5s+rhmGpzBdEF7OkViJNGCbo4LoICmX7juMyRu3hem4
qZMlvFDM8Se5rT2i0RHhs4+a7FNWYXqTW+Xh3s6y7oE9dvnLafvp97CkcMA8Th/oe1P3lJOvGZ/1
WEXnoO2CfmNJrfO1BXxurdNkfgttkx+GAiqWS+rhRmZL+NP4cfJjsMP4G5qidBMqHoUQqRt2q1T8
qvIqAoLjhe51mgt1DKfavs9uyWuHDO2Ce9IJ0Zd4xVtM8A36Xg4DcaCt6nH9LUXz0WZtwAE+asvs
ZturuYe67N1b/OJglYYJABa5M55ncxKoN9aBY8WnOavYHBoZ3mVx626DWYE9Jko+kRsf7anFIiRx
9lWZLc9ZbgU2e6za9lcpcNlrtPjmUDIhfHcVujcnjOU9b1CLHxCjOFK+bBg/tReXzA1ZRbH0noqL
gjSEvo8xCkhnmeN6S+l0d0AJYrltcOkCyEjpM/J2YLUq0rleIfMERuR2SfW8iDL7zS6bw86Z6Niy
yraLNSNlCPqw5d11NmVolYGo+lvq2vqkVYtAnfzCDBLTSLIzjzKAzTw5zjECriKKxh/B4pSbsRv7
i7ss6dFpSpZjTvJf7J3JktzKtWV/qCBzODrHsALRR/YdmZzAmEkSfd858PVvgVdlxUaPtDcss9JA
JpOUFxEIwP34OXuv/cFRNLdOsxMaaeAhwXQw0U/th3kyv6HZT2/qYXyGCTKzFVbZbqajdcX8dL7V
OB51YNht8lD1k7P1UGojL/UY97Uhcau9RiThWgbMgNlWn2eMRVcmEos7mqk8+MvUlHvhtALxb8Oz
4UeJ3LQhupeAj4b/1q9keIK6ZlsBxtRp74FMqrY+9In4rbA648zgLVBjS2awkSbtIV6mrkcfYQxb
W02pu5k4HQeZdh6FVsUVShIQSgAbiYhmkniU3DOm1Rz07+xhnqdN7UzVNco5/8QBOX9h4lBs+2wA
OGCUMXP6UCVWYE++fyHTG2pBMrKLTQRiPU+18m4SpMOvft3IHYgvMr9p0H8oTaKMYQywpSZVS8PC
ygRm5WGikbVpi/xCCFF2M5fSjfaRAFw9GfU3A0Py0SlrMBGrRCj4X0Riz/zUiN0Ww6cvOti93HHb
gQASILdKjsPqnCY0pTqZkhmvpvIv9JeftTlIOxTsZM4DKBIk/n9rVTP9oM1pWS8F2TSsuekaP07M
ioMcehjfJ0cybxOFd5tOksryz8qcn0VS3y8LqtlF+iXINUTE+/NlywF/wjL3DLRLw1MbuB12uM3p
ebOkwnlNNnDa1F+uaYpV7vN/BTdcdUU9gn/3mOsIz/Z/Edy0nev3Rc70uR/ttZuZVjiQE8HitUFB
1Lf7WE/Dkw57hrgmNTViCJUeGfpz4huzNUgonl3xNuedP3KASgSHV68DXeDI3jFOrkHHHDYLUePO
G+NmaujasVOMkFALGH4rVCqOKKkP5tTs3z2/YgQ0EC1lsjMTn3x08qq8T2lroCfOF+tmNOvhWXHK
BamBFNi6r1oXlIcUQ90fcX2Mw65Pp3neZWv88NYEw45Gh4NR8+bP2OS2LnHUrKK8dLTKSM568pOB
CSreCgOg0gzMBXFlU8NRGJeTA4vyQVsgKMjoKlGF6Ym9DuMbPVhKq71lUFxCWrUte4scf6EsNArw
fqiwhLttwRs6J5WIMd7OXTmf3FxwZtOOQ/cDkU99BpUB/Y+izPqAZrEpt2RRGV+LUhGVSDSL5x2Y
WCWvbl4irU3SUfU7OzTnd/A/CZioVg/NJhtxrRLKphEGNPHibvuaTjQHzQoNvUF3zAhEag3NKS/6
OuM0k9E49r22vfhLxjajlinNURC1CF4ir5qJb679lvMY3vcD6FoEcxXRHxhSXQiLNBvinLaAmfks
38hmgMHlQ3vGRi78faPn5VT7s9D/4CL/v2nvL/j49X3871WoBwj2Zfd1/smzx1/827Mn/4VwDdMT
XDZlShJdEbH9W4cqgcfDbOJf4K0gsK3X+bcO1fYx5pkuMlESDZyf6PH8T3CnkL0J+LYWlr7/iQzV
hO72w9KD8hTsmW17Jr0vjqrmrzpUONI9ZvFotX/H1DBGmL0YzZDeeJURXwarsLZ94ngBbub+2hdd
x9idNaZykr+Fy/wKJvv+SWjNfcdYrWmwvyyCfVhAN5ClBv6eVcl2TD6FrpVc+c1ifksGAwurkvEn
NTsxMFvidDaD5TmHFtnXa98ZDsUW5+F7e+nsYz+ODFoaMCfAU+blL5THn7em77cMteGq2sTh6KEU
+3mPGN2OST8cR4bTQ7o3UsM6tNjMQhjXRGMFhQrrv9Azf0WhrfdGuWRGSwudKrObVQj5w24I2luN
obRxLUAVL5YYcWMVPxomvhbhztU+cmds7uHwMUFKt60ktbbVa3rxCj+krUDtDRPDzylz2n82r//R
mvD/GmfR5xf779/n/51jwS1/lpWvf/HP+2w6/xIWkATAiOq705YK4Z/X2fkX+WSuJNSBTdw2nXWX
/z+qcv4ImbmL4Jv3GX8Ov1/3TxaE7f1LeqjQvTWL5R8y4//Agfvzo+kJk2RL3iEuQu3CQ8pH+PE5
WTyo+WSNJ0E4h5EXbTq3BOvS26FI6UJpp70mE1O/I4vpTj/co7t/ipUfcx1WvfoPJcx6Ze6KRFFP
BhVHnV/eXm/qwCsBOEQhB5qJEwpCzcbFAraLLKbzW+RLtNSZzGZfOzg2f0vm+wXHt35z6kWCCBAM
epCXv5OOf3hDABzUXe2mVeB7Hg2yJc0p4pULjLTqtP9Mqz3/SgeklJwnFzNI+tqsDn0n/oZU/lk7
/f1zeGsk9prYamHE/kXXP4oqbxqqfQDdi3MRVhZ/ZHg4nYdYU9n9+Z7/Uqyu3xn3AOGiNqQCrAS/
3PN6At7BoIvxbhHa4xOtTLV1KNqxqVpy7SQxGbv78yV/f8A4JaOXX6GDeAl+Xfs6bJL9INAT94jj
kw2RDE52ynv61agqDX1oKYnqG2/pxNufL/yf7itsTr4zdecKI/35yUYD6800GTIQGuhYblydMmG3
9NrWM6Lub4HOvz/NNuofgPZK8TChnPv5auOcFIPO2jzI8ty5dEX3JbWHfthjNt9Yo5ntjRmtfpoj
vfjLe/QfbjArCG8u+wpf1PnlyvXQW2pepXWZdp3LmOpsFyGNwz0O5qQl7Tlbn6s/39t1Vfj53WU3
IxsVvT+/KAiYn7+tXsTg5lZD1x3T4ds/3ofUlX+7zO8/ISw11k4H6wxL569xIaXVSSVrDVHEYXmg
KuZ0F5bD8gW1Nm29P3+n3+JXTZi1oGZdvCesvcxjf/5SnoG0F3ZfFYypnb4wIABfXphiwPOZDN1O
166dbXvmf5xMBuRum6lfOzSzpw3G1SUUnCIGif+Xj/X7PSDPmVVSmry8uA5/WaAzJYA0E08RDHFj
zRcRFnNQ9nSqrxMa74c/34P/dDGsStBJ2RE8DB0/3wL4WHaMuZY1EZAK3lCRHJzIQqXU2VP9+udr
/f4MrZubSWXKykDrjB3ux53HZQVKeUeqYMKpcrAgQyYbElxQQ/75Or+/mR7xchZnT5NfVTi/fKc+
NDU5SVEV0EEer8n5yQ+YmJxtjhKz2pA9F70LQxdPBcbrv+XZ/r7eUu1xSdIuWNspy3/+jj1I+17D
JQpijvRv+G8WoGyLm0QBwCiZXQ+1ZOv58/f9D/fVk7A0QGp46veXpjFXWloIxyeGdHFnLHn+8t2W
9Oer/Lbq4AhTLAHQDpHy8B9//mZkRSwpY0EH7IFp3Cksrtdho+xzlgxhoG1VP5q8vH+po82fXVDs
laytHoUt9Fq5XvWXZkvVGqNhjRoJbk5Y7yWE6nPMAZWhJokXRWsVgtNhRLo0rQmQPFAM6qMvzPHK
YyfGxT+lwsusY4b8968JDr/dd37olWZicRDB8PdrPWNhkO3nkdnbgm3iQDBYSoCI6xDLYEqyAbzS
Sy94NuK7sIj8YE4X1K3pGPEaL9nXxEO6Gzh0GYm3tobkb+/1by8B/BfOjRY2Z26da/9y48D0MeOx
sE/0CPM/tP1YfCJUZp25kC10D5DUENdJbvBgUidSBprIM+RuXiREEArED443lUc5eKOHBWaUZ3w/
RMrb7eBF2y5v9bytl5olOSOuCthJOowNutLJRonFzdLbGcrvl6rlYQpGmY3LftZ0g/ZTWcg6YABI
AWgTJoj/PtLiemIM/HUszFIfO2Z06V7jwJn2tSQCAQ80Ps2dFFl+jmZ/SAha5N1qBYB8cLuaD+EP
/YNuzeROWGG5l6CVEbVMOn/3oDEEYpqYQCrG61Fgc0/CTWKM+q7KFmMglcQCRhHZTbmB9UVFRLNK
Za+pm+qbRFi63/35Nfr1d2FVp47HV6o4m3OW/mXP0TlalWJEuGvc5DgKcFnmOxhh7t9CAdfdgjfy
hz0bwyL/fOlR7vvI4+CW//zGpoxOe7+NMT7biRt/NqRBpIapZ7q3UiQj0tt29UHjrtgtAt0SghXr
LkxAKIZQM2irAji9cnXk3Lgl0E3yC/34bumWfZ7FVxb0SDqP7iodm1I7YE8LH5asWJqtxYuH6gkC
ZwCMPT/IqZBEe4VLi4Ax+bTI0TA2TDnqoJuYIVeoZ3doQcTnqZuPlQYTKhiet6gXsukxsUfccBQ8
pK1yNzFmYPjcdDO+ty3Ol/t1SUz2MABtlPhefYcjQ41XaGzToFaVC6m0FyHJcCpm7Y8gK6L0tgBy
lnb7HfBQLgGi0Emgl1be/QTA9jrLAf1khnD3Q2wIQiZ8o1ntTrV7iGOkAESzQawwB3P5YEXJSkiz
ls/86IjqO8bXCHB13mHUt2xc6+w8sC3zYnwSzGiQog5d0NXI4YZ+Tu/NsYYX1HuAKndmQ3wLwRWK
GUKxVNuUOKb7UMz1Q2N72aOUcfHV7gY4rH7cAHc04U3j5qrxvIVDdDvQ5afLAPyz3tCE8b+1tdlW
vGqG8zEcyZmAhbQoZjuW9gJ6/8gVWwhzMJfC5t50xvyEITW5KpvQORu9tXdbX+1bS1sXbr64KWfQ
ALUNXiVRQ2cFhknTeRcxaO2PdE+/xuH8CbgbbrZ+mPyPLU/UQ2w4IFKHgdQtVCmAQiaTKHsBTpWo
HkS2efiCNFDeIevCWrvIL2YaoXlLwErT7TRMJBIEuOHiyX1ITAhTrufCTS/wZJyH2jfRaC5D5OIn
TK1sw8Xab3r2KhVUBqXpYVSDmd3kYf2OMuwxSTu1GVo5IStlxIYlZcmXnKGB+YLYqowOYSTlvk5r
cS9TxC+pcKDBRLUF4WB5bydMxoPDHKMbMZ7UaPcfkG/3zN395hDiXYFMhzDmAMFPBS4PYr9l1erg
yA7cwdRgvN8ZRn8mLr0vdiXo/jBIktZ7MrGQxeSARWcOLfkpa4UVw8JKugPDayfdLWTQfcAisnAn
MwfMaxlFbCOGnQc6r4a7YjHEARkc/B7TRqQ1uPrMMZvUkzZ5HRFNgwtsH0MLUDayZATFFlT/5aVN
nZeUkyMdcByKrVGeZh3qHSOgGimob25kjKDcZRC0z5vBZPqG9OWLTH0mh0XVM7MjBFnf1hVQ180S
R/NGZ1YSRDgBdkmuG6DZut2NdoTOTpvGrWzjO0QVdRDSeApGJ34u6a6fPD96rJu+uR/mJvkSj25x
Kqv8Ku072v1QRtwCKmrrfK718hmlFzikrszGT1Q7X3ybzU0b41tLPs3HFIcmz7Ntn/SCE4rm3oP2
o1tjrsqLQO/6IQ2XW0d7U5BFyau5fGnL5FlF/hfGWDpY1HyeUTmySKH+G8adhxmRpmKzBUBc7nRn
vyLSGoPckbemQcpi79T7tFyeLY95SyE0ckl9XWISYTetniPDtA7OnH0bZiTwSr76Tv0m4uTZdyZn
47oVoWJDo9acm89Yv0mQzOr5nfqOEcbypEQm9kZH/0OakIWcGr9LVRYN05GIVInqkMfhZmzNhyaM
VBCz8V5VhQXQukZUM+Kxa6GPb1Ge3ub2zC+0jDqI0+iK8hPxX17R5qldicpzNm6KnobhUDCMNTFT
cQXhnDUWtq1UaH6KorI3cclEJ0JvV5o+Y+UGB1Nv1R5nIUTi2Lc3pZU+RZOLbQLKtY2AdKd5T3Ce
o1RD7iEt3iFVVrfZLAKAGAWVcPIVI4QNwXFBktc20oY8ZDpfMgqPepMWhv7SY8z76PRmeUYxWF/Z
FY4nGymCWSd8dEjyCNRH8JamEYyG1NAP2z4wi/JZzONlYWiya/31kBElUISwoOqaeYdU10vHmMlv
aNctZr0Fdonjhug/BP0fSxhWHbCgQ6LBDxk2AyqbZhGtPj9wHKi4EUjnXT2q7gYW57NHwizRPSYO
EXInnho4SyhohucUT6nhRPc59ReCAgsYvTNBulTvdGDHgDUWbX/j9DtkPu+dZOY8SlZEIF4o0Nqo
wG3VOVtfZtF1WtfvMm7PTZypM3QD5th5+U2BcGdwWyTfOB7GgZ2HYqfmKgYAtZSXlgEx+Bw/f7RB
+j/jkeZHkQi2xtpYdqIG99UPZrzNomwP2P5A1XyoJzlveCa+SnzNPHU0NYCBJdfYdBXU2PkhNu2j
OY2PRVlf9UP9UHY6/ah1c59EMGoNkGGBrNW7OecRIcS5dVrGVtLPmlOEAAQxmkS1h7luN3Gf3Cys
zg9tMz4wKce4MumDC6mHLL5rC5Qzz7v9XGUcLhSDK4X9M83ic2M4V4se72UMJXgYxhtpZwB36qdw
WbX/dC2O2TR+IzgFdxBQ9TgyWTcQ94w4CzZTtMrtDfENZV+NNtWS+J2ssqJUxZdQdcTIFSD8ZT5d
qQ4MUVGVG6oM7xQSJ2qVPP17kxuJ+oMfvOhfvWjsoLPaB1RtNvbmMs5uRIRrDN/cRvpl+cys9p2T
Tbyx2w6TNlENBLvR+ONZXBjDR958A0nr3Lc+Vo3Bf2UBd4I6WT6FI+m1GzNiE7fclDoF+zc4J3Ft
a5QckgzOSi3D/VTwUNK6KIhOgDcGYqbalGO4YuB6A1U3FHIYZAg7kh0mqEOs8BLaM/+fPnnIpM9O
7kwiaOvi82T4XpAt5RfcHJisbFziaug3yi6hyNuYYrrRui2po8kADJ/csrly85SmjES3UPj152gy
LzjuQM2G2XB0ItvcEkrRbI3Z+DDWbnINLtULhjq8wY4Y4gGFb1hkJ4Ha1ouOmBW2M9BxEOuXRMTX
HoxdoVp2Y6LwgBqSctug7t/2obUb8+ZLMsbvrgeHaL23sbs8OaIlPgLKFki/FhZY0fIXBW042GYm
wp9a4dF1iZxKDsbEPNRp5Z3CGuOIx8axQwBY3QE1yAuUM1SRGESkfUelsRf+MmIRrSGj2l9kPp67
pLosgrgbITEYDJm/6RxjH2XzfvTUHV3lZ1GEX9LSxnzu7Ogc7ewh2VWV9zg5xe3SMXxaiuzVaxGK
WdNzpTAoDeywHbl59mgDJEAotbdUfkf/NN/rYawwZlrEg1pwf8MStbg58HMwR9zCa+pu0hSbb08+
Q0nAbMy46ehrnoKktA6xg3o+mtrHBil4axj1XtFP2zjjWvAY1YvoEXp4WlzlhniQkXdjY+8KXG1c
MCaBWQEmfmZalPNI2TGOquhi2MyYK2fhBvVGSV6w639K6PaA25yRm/SWs9U+Br85vSyqvMpcPd6M
ZfXuASgPvAk+XKWoyKmmP6iiuSOVoLwlb5eYB4l8Vii27gJ2GPDFI/GPxjMUePMJk/kb5mfaRd5p
FM2Dco0n9EBBDwQ+0K79LfFAJ9cLYqvR8z4JH79X4uJYmTzYd4O1XCcMCwMEnPj5vfGV9vrnAZH0
Jmy9eueW6smdTLmqzPcV3OaDXnR6VoX1lEWKGAkD9ozd3DO/uWf4Wd3AiCE+uVo+2ZNxbntynmO0
xtvc8h409DLkw2G4K6L6zsiSPOjgG29S1ztRpB3AIHR7H3MFQw9Y0TTNyUYavaCr3GbPuOW+atK3
rIUeNxvxbVXn1FvkA2uIps03Jvb3BVpYiN1ojYVbv3RC4que6y+VNd2btW+fyI2xng2zR6469U6Q
h9EcDGanz8DSbnvPwW4mo3HvRCsBr5kLUFdx8zkthiuZ19cJG9i5WYxwa3Hq2bJfJeiHWTiuee6W
C5qi177MXfCLM+sc5cjCEnrl+YB7toXpkjkaV+9kgetz3/t94MXJLQaBW1ICztOIZKUuUv9QVz27
zuwZO8NG0G62NW4NhWqsyoCMCrkQawXbbosx09xA6ntpFiKtlWY5Y2XZIIXfzYVRXuUOQnj6Httl
KJ9xyH9dnEbdCRAP10I187nyGrkvEn5mXZkG+StTdG2NDVy/8BRP8sBgyHgdSy6MneXgF8DysTWF
hxK0farKverml2jsXyo/6YJpjk6e1x5YzbaiByvQaajufXdfDbATZd1cWUuI2wLWSzaX6B7hmzBq
iR8G33uqUm0T4tneNcL5OJcARwfrOBTCPLWK22QoQoMhzu3SqHuG8/FsJkR9NqrCOhQ9NGb1UAzI
QrMleRVjc8D2C1zFsa/GvNJB1cl1zH5eFr1TTX2tRcuxhBMMW/UeLw1rFOw+e2gPWHJ39DFOcONh
eKAgvFEQNogdVeV8JVsHsu3onxKyUky7jILR0xkdExLh6wKzyYTirFBrtM5OmxxqcctxUja/9bVe
313cxTFaqZ1H7jkmB5PB2qqWE5xZq5EwZjOXWbVt0mly98bUkl2ZOZP/zIGxf/QFoO6gEQahRQay
PVaVNA2RUlumWG4chOrZg0vCJQSk3s+7I8rY+Jr4hexekzzzrauYsm+MtqNkbLBD3si8RVRtJr1t
nENNzwdcjCO/0MlxXoyx0EdDxNNNT25TfzARBL5gC4T2huEiDISZGPke9568C2uG5NvWHEP3hB88
3/WOzNSWV0o1W9HhJqsH86kaYyjaQIy8J7fu4ztJV3lLTPTtIsMnX833+ODFm9ba3qJUZ70DVT6/
We1yO3mtBUFQpmc3Qo21MeM0zfcIQPpXGFsDT1hnoaiHjRfZ8XjvyAJLI/0so+OwkMbXoRE9aRtX
d8nn1jp/wEexyZfhTkb+PY1gnKDtNECocW51nNP6mKv0WmojC4Mo7MI3J06z2xhtbJXCwkBGFoQL
7JO5gX3UomErZDidcobErO3VZPNHixMghwJf6ZBVc2yn6LxgBSc+Xle3VdlexgGwHcSeTdeI4an1
5Gup6hfPQ/aJp5FWeB17bynmXM4coblhTLVcEr+n0vfiD3HmEK1ttmI8Fqwlm7xzXvJZ5Y9kHn2U
6M955mqSLDO+k21U1tbLe8hgI+iGTViVYE3HBUdfFDWxtcWcM22LCGFvN54MC6XwYN32C1KRWMvw
wnj9rcrS6hAls36Ma6MYrwY9lJ85l0WQn1p1l9fgOHWi8ocIL1CAhwieSA9BtZ2mBxqU2zlS5xj/
2p0eOwhJbTQfYISxnqUmJ6k0Tq9EGTmPvOCfu1bfJVTztyWRF4DyfYSqeGyMZw7CdFxDBjuPc98u
J7ZFvBFsrE91wRkvh69w53nDfPYW/8MiSuOsTO8ustIPuNSGS2UjjI89f3kx3IIHgaKt23WdEs95
xYl+iDOS1uO+ePYXGghuUjiPZoTIGwFeDDTDUifdNz4CV3e6q8mNeEfC4r47ozO+YA+xNnlvvzRI
lS5Yv/Jb5HLU4Y5Or4mIHyklmKJjSSMBotF648/yotpxCHTtrIHvsChikyF+p9/hOWFtapigTe1n
Jttwp5z6fmrw3Ncx3SfeGFw1qHFlZgOFlGm5Q2pXnMayH04KN/0xGcP6WNXO+GzpGaRu67sfpYnM
tKGIDiilzL3tFyZSAgk9wi+gTPn+LqE1hK92lkdEgSoYNcFnwcDcG3fEo0t+WVBJCxSzgNTJC5ht
klWu5DkUMjC7P07z9C0F8jsTx7TLqRWDfJByB+MVVHc1d+lhHhu3eoxacHnbQrrtdV8vdKwsaxTP
tgNxRxI/XZNLlr7SJEFYM7lCBwzozQvOA3FYcSeBYZBVFvfDHcgYOmOOm5/GDGxp72Da3DQr3GsU
dXeca8fb6mIysafL3DhVs5vetIVbn5PINlD7xGh70P1FBJ9F0aMnMue6TIcroyA4xrWc/DXHHfBa
dqmDgKubCK+pPfFZxlm7J7Pd+qrQVjIksGB3DlHSfvZ9PGBXaRdCpCrDnIzpFipSvXaaOS816Rb0
xYq5LcbIDrSEuHnBCuWrzUwtSLmIIdW19vUyYEXYKq9fVaXaNrz7ithbFOeDzQN5nGEzu4FB15r3
e3KGIOpT//MisJxxOFlin4pbRaTDmHHSVqcxxJtEl5re7tnszcT+Ci1o5O3FSxhix17K9hPa5nb6
CIqHvQDknRW9AY5K9BXhIi7Eb+DD0Q5KSP7SFf33qYTLajeQK29sUqlqZJoj1VuApplGijkI8wBY
yXJO7BUuiFXPjZJHrJPuWwST545oiyU6et/HCW2z5mxQns42BUXZHQeR1Oo+R+k+nm1/9Kx92HfZ
dKz6ov9ALB8PVZm5/BcaNWi6kqqY8tMI8Yz0HEs9twEuHwvaWCc1joGpnfPixmpsfUeyRdruscJZ
R+LLXT9onTjkfEXfkX52W8zirWgKEZDnrqqv0Mw7G3QbJp9d6oBfZ1TmCDDr0YRNodXV0Bxpyxdj
oGP4bDuGlwX+FCUMOj1j7WdnKwl7tUvpqm5bQ0I+HA8m8XWzjbOKDfGtQPpqyQmDa/2gp2z6WKW0
n33z3ZhSGoXdbZthmm87XLV9zXLjm80R1o1zv9Bu3Sr0vhd+7deYqhZbz1fVi2UHy3957fIEwTzd
yLlT2OYXenecuOg3YEbl5NPryd2S/9Wxjsgp3ttV7XHU/NTGUxsF5FwwNoo6c88pPiw2BA5kQdR+
SXyF8Wj6ZMKkvancUWwyaETRGDW3/In9SMs8e7L8wXkRZg2F3dFvqrfZuuPFOzZU2zuOUPEApUF6
54rPukkzT/ET06bcde13Ejj+HeKnbNFX7v0EfczDRDCyGujWnWFPjCrGizlrXhG3KayrAQ37W0RO
VBMAThzhdndTYdFrWMetmIdlOh3TLuFATzhKC6Ms7jkXVJ7F8YRz4zDQ3cn9Q1Wp2b5KmnSudk2t
HD+I23qFPhCQ613KxIBUh0cXfyMPjOr21jhquDUFqshbJPOee5RVghHNNpAYhGte3DU8CuFCaBNW
deLnTZajiXFrIXO753N7XoNsDM0IU1jUHOQT4ryS2T0Vs46e+nzOratMC5YCdzT495lVSG2EqPwe
PlAnCLguw6sWU06/16Xfwft17FqwugDGWymSlQXdZZmtx8yaoFv6vdPlR5Hky3RUhZPVzeafZQJ6
z1B8gnDQJHd2Z6XFddZ4XrkV09DVkHjrCJ6HD7HBuPbdWiZH/skov8M2zi9mj1ept9rmNrJbTlhk
Vc1nhxiYdwDU3S3PMGmb7Wj1xs5CqDC9DH7pg2PU+M984iKPAFMliDnaG3eZqNsjOrJpnfm8NH1H
wH1Yd/62nZheRtSdN0tUJidmcd98b/nAlsohiwL80rTWfMvi3V8S271gHsiPReyTudAMq/Jjopdj
Of2hIJRrB+ulCjqjtYmK8qmNSnsiPNCIoR0wfJ/JE+PI4Q7Wl0Glxp6ZefgxLGVnrm21+GPRJfG0
76DVlJzy2zY90oKmthzbfr4qWwzgpZvwLDgQGS65Z9EIwqHr3xR61keZqI5Dl586HEPKEMtXNhOu
U+NiAlEH4mUdq8AjYZPWQIt4zC1VvsN/m3dD61xFYZa96cic7w3iH+7HLplQmyo4T56B8WcR4pGs
DDQ/Dhwx5BkujZwcNobMuzCYG7/bG9EgIfYzQDpDmDEOuGu/5pGRkkEQNo+ylZxqaMjZfJN5mTj+
tZ/wG04QU3T/CbfTitggAaEvbbIKPQeLsSD0a9nNCQSZcqa9tbTCPi6dlZxLM9R3HifVO5yRMDyl
9cEuF3yITGrlW04XgcGZ10uYXvb8nDFofYkzq7rPTO8jxAlYPGahdgXpm/dhOADtytR8V0AqY2Wo
8oDs0/patcRrtVWvIODBv6GVx+8kQIsyneyy8QRKCHwPqX9v05D3B7g/WJWwqt5AvRo2Hh1KTt+O
BA+8rnZN/GKK0Lp49fDWEpC7Q+p38pJQX83E1G3ZMfobv/esM/IiQh35tT97SZaEW7ORuDDacu2R
ptZY7ZkmWrvcIel2C67XfhuMmKhkA2ykueuygicsm9z5c+NlKTQzcng59qfJnc/g7iMJR/3HKVds
E+SpGPyTri1zcW8Hi8kQBUa5nAWTY387MzK7mShF9h3RhF9sp+nuyyXu7iBxn1PTo29kupN3pKFA
1wr0Jo0igJYQHrNqsV5BqKhNP6tmZ1VzedPZkSD+Dh3ARiGuxKw1pNmhSEW+cxHqRCw8S/wpDl21
N+JKgBBgrs0Itq5ZVxX4yaLW9ImBfqE5k5cFe8bB9DHFq7iQUzDVjqC7P0Umr4pSWwnY8dESJccB
FJUHBpI+Q704lIc4l5zZPeLIgojYzf1iC4IqjbF9Ayph3aTZ+HUQpd9wVlpOnGkiGAkhFkWrMMSp
xFd7alwKUSfznYuZ0MsKF+Ec7GaCD98voX2vpTe91gST+NtwbOZrCab6oYRce/DbOt8tS6luaOAQ
RVmFx9FZIJctcPnEgAda6Ac0IQYJZ2V/3zIVo3xNqj3PP/IIX6T7Jk+sD51JZjkAfMc6RQ5PItkM
lUeABQoARfQYwVKjf6zTITwO0Hfe3MTfpkRGg/xzSeOMl1fUdHS1o5VLl7rtvWGH3ZaQmYkTbZdm
j4M1mR8nR0Y3TgYucIS/QB/HlbdSYwN21/4qbuL0MDhEkIoKbQFyvBi/ol9wtuvkmsVpHcI4g6VR
DzllBuEdzCv9r9YUwpfKyq95WgKfb4bh85hK76ap7Kbb1IQb0KQbuA4zPYbdGvINqiC1It45A+fn
2ev2akVVMtze241x1GE5gqghbwe21FmS/hNYeCwDv5pfcbWRC2CMz0WRvTuEIbCYFGtMlg2GSFxV
jt/YlAvoBUNpUBMBZAYsC0BhbxRrfYPXdlvOZR3QV9FXGadxUEs6fqAVXl60yB9GKmdArIlLghzH
CWNgHGkhuz1XZETQaiJ3+RgVxhxfurZJiK4eows6j54fgjXRn3w24IIeVj4uj4sgAyZjEd2RG2wG
+dQhpRL+LhrsJ0+QKQbGeg+mO9oyENxRe5nPvZkdabWTPujPn+rO7HbQkcyvRsV+lFhTYuOinJ/J
L5xgCycTksECn3ixSbSKz6Q6+x/CIsRiIbwZ1l9ipqyVIy6lrVpRZcN3almzAszyFWVWrVAz3YE3
kyvoDEwzW1oMmsGnm0YTHhZa952KtvLRGBP/F3dn0hw3sl3h/+I9OhJIjAtvCjVzlEhKam0QIqVO
zDMSw6/3B/WzLZZkMdo7+0UvXrSaAqsAZN6895zvxFf+ykyLEWre+itHzabtjKFTHOgpcghZaWvl
yl1bAvJf8AfWj8l3KtvKZytXUhvu+RVtCb1tXjluNb2XG2XCdqtWyluZmF1odl5w1Zctu6CjnPci
8uZr4oSaJ2cFxxV0KokxxqQ6G2cA4NDlcOVV13SxQ9G3n5PBKe6HwcEykxbJ2VoBdXjEu6fIt4HW
NcKHPNo0X2keiyv40erKhDC9ieQKS1GpuEPhBQGP9Yypw4rFG+lshE6fEt0yIyIM/LVmrJaEF1Ri
gV2xepZlOD1zC6e/H9zSuPUTxhaKg/9jjUHxPkJxussJ+jxaapmWUK/4PmHVX3zZldddzna472Zd
HXH5u0TSYv3rp7l/Dnqm/PkKB+Rwx/JcgNCZOHrdzLS536sxZjK8fAcMalq9Z+DHtHApGZkArSRC
ktC3BFhMB3om5pnsBmMTR3yCskWAlf4NNMzxDbkTKdqbdp79c7WyDxlyV59nVprpyFsdPLRVlisi
/4Alxl5HCDREn+oIVZg1IMn73Yxc7Vh4BHSjTeBtS5y2/Ri1lJj0PiDdbgFPZxD8BlNcTa1hnxU9
FSvEc+c92coSf62J5WQdUZPpObbFU+243bvRto2nMhmsm7b02vPSLx/Txi9uJo5Y72TqtOcicqv3
IPIKgmRUIU+u1wwtbXSLiI+R4RgRQYApezHNN7T2853DwVBsNG386pS7Jau8q5VJ/1q12t4aoL1D
1+3FQOJTTeS1JCVrB8s6eoohXvwlsyhgpgJFc/J9Jg19L3hssHWmPPJQ4dcoa8ib1ncIJ6o4gJwJ
xERqYLO76rsuO7CgUbPlzoIGjHPjiOTXM/ddv0KuGbQ/oGGY6GcP1T0J5rH/WIysfu6MMi6MyB+5
a2jopQhozNb8YKOpoHhKXXX2y5Isq35w5dEqaTSIukj6DRk3azzmpMl7ijXwoNC0B/VN9KlmLuoh
08KxfSYkyHyW3dic4aSwPjhyYoohl+s6YAaocl3eVKMRfcQk/hxDdGEiz+w7c1jHxiQhDMGbbuUk
yAGpjbFmNLieku3qK57rUy/qaNME6Q2ZTn8mPOR0E6fECpMqxqaWwG1tJpyYW/A/sN5QXZV3Doop
tUOExqpHtX00IwPwlbWmQw8ybUJlRdXBVNAUNu5cVHwmF7ZUbMAQ0K73Qhsv2bdNeegAKu1iko1v
8pTIrzbPBOMrLApIst2NMFG3pK0T7OO5LU4Wh4ZQTv4LNDFEDogpD0Vj9h9TwyTOsYpUBym9aY+0
o8hRjRBCcNiFAN5M6p7vGx0ReryrbEontKcjrOsFI84+i2eaxws3yYj7egsELTGuArEUj7ri7Ll1
i9E3+cOSrCJzufdx89OVBy+2nFlXmdF6TI+poGh6MR+1GQZBBTFsn2SZPj11qqRG58/ErmORZoBc
NIKOGRIVDiTqCDFDtltHjHqnEJbsaf8ZQwh47/3ImBGi4MR8yLMRYU3OZy0dCI4mVVCYWZAXOGH1
n5YyGY+mrHMKB3iEm7KDUyYHh4FqXdnep9Yx0AoSjVTcQAZPr0Yx8XtQ9EXMvDgvq0FoYr3EPd82
i3NXkbs3lNVySmjAvqHEtl5bJTlcSFQ67mrXlz5nX/9C/l1h6LJ1W/1LTr/AP5lw/LnfqTMloh6b
EoE1az119h4YhJEUH4b1HoPgvmsxyAScgo9jFIF6aYg4TNfVcLrHCuxTjaVTCQe8l4O1Jd0qxoDc
zwxnVlD0+Ld++B959kje5J/LxMz/3+Gb5qqi/Z+Nf6cu/1J+fW38+/4j/3LymvIPMkxMpjUWXj5L
Ch6Av61/hmX/gVtI4LvzVkk7eqr/8v65HgZgHBHo7VYHIKrd//L+ufIPi3MGfWvhIeV2XOufWHlf
a/gdG/uOxf9WEx6ERduxXiuCoQERNziwJZP7d8djqnYzXfxD408dIUcLvChazm+8E68dEes1sbgh
AvdkgLhRfPf0/uC6G1walBGRnbsWvtYXPU4lXS3zXen7+l6Pwnnjcusb9t+i578vxwiDgynaY4vb
8Poj9qKnLyE5e5ReYNNvI/WzJQZii8DZ3f5w61Ejzqoqf/Qz/vJSdMfZQbmad+mJioa8FkhMOwCE
hmDN5d3dAO2IAvoKdrb7/cVWc8xPnyugvvd9rNjm5deIsKUyCyI2dxVhf7exbKH3EeH4uUmz4qE3
6Ia2ucVI3XIpy8g7st+4/q9uo2OCQxBYNyFRXzw6WojInXKiPpTrF1c13PoNvZv2ul+GdDs2hnzj
Pv7yeq4DSAVxP1aeC7vJyjNG3kTQ9hJFSD+WprlxJ6mvxOiT3UYF+fuv99eXw0gvsLM78tLN1xR4
FxAvkU3gGTgejLzZ9nVlgSb1nVWtnB//+fXwnQm2edPjzV9/nx/eim6mOZuMc7ubgbzue+Wa92LM
g5vCohc9Wsy0f3+9y2cVW51wIJXDBCCCFpDI6+vljj9AqECSW6aLfY95Jt13Kxolr8vkDZvXT7yA
y2tdJDoF1kjMhETyN5R4iOFMloRcd20IWxtdpVLDrVLWPf5k/c6uAnEVMGYGF91J63/xoXlgcdHh
ijf94GItGNNZ50XOLzIzldkiPUGDHsQJA+tmfP799/va1kE4FMszWk82fwuhv2tffGYfUohylrjZ
OXEwg/jGaUHq4/TQzwBMwq4fXxQ/WOxi1UT731/6cmUACoFUWvi2j7M5QFX4+tYysgiauQE5XHxI
dsYtkeLDJ+MwzNvl4fcX+ukzstKxufFZGJSzglz4SWRrkHfXBPHOs1G+Qxtz7mrTTuON5xlyVwTK
IyY3ljtrhKj3xq38xbX5ki10RRjcLMe6WA50AufBqFq1IygyuZJMq46LM0zXfqwy5Mnm1zG2+5Na
Su+Nde+nb9c02Shd9meqOjbi9cX64UUdcrs0my7OkR+WLSywnloz8NPz3MxiS0e8DHVl6AMQcXcr
VdS8sU78/DKhOFydQhb7GTvoigb58fqAuQIzJdB11y3Oskc8T/Zz1NihrHvX3Fm5a4Y+iEx8jVhT
jxF9eEIb6FOaMZCzf3r/weFIMMfwLXinvIt70IEvF3Hf1Ojh6yaEpfeVEAYZNm5cHkxigbYN05H9
aIr2jSf855u/Xhg3GwcBKEjBxT2ImOSkkVnXfNxOHx043bvMyMvDAmftVqWD/TTN+r27kM/7+0/8
06oJa4QLYkimLluL+tdfvpgjWo+zX+28lNmHwWh7L6CHhjCwxfXvL/WLzwiVgfcXaBkbnn+5VrlG
2mvyXXclx7lrOirOvnMtTcIs+typs8z3wPP9hzKAOvpPr0zt6VMZBh6wEl7s1x9SjqM3dWIsdrJw
yLYjJelPJbIP9WzLowRkeLZ7nvI4KoN3v7/w5Z6Lfx0EKLfTkWjErMt3erQa8qXZD3ZOwyAkXY+h
YnHkFVrGd6YKjNPvL2f+4nqcz0zuqCVRW1ymGyYVgMAm7eBzYgb9gtDa3HoWZ2IiCEZx9KeovY4M
ZP2bWqfxtVqC5MYzDPncE/S2a5I822h7Rms51t0jgDl9TKxgfONmsKK+tu2tqxxMgQBQCLUP1d73
RLsfVhzPj5oevZ27jbypLELh6Hb5bEq0aH/ZWV80t8C3yum6INlVXMEhJSMb0AEDC1w1NDzrhZnx
ARHxBCY1qRZEp4vCj70VAxi7zyR5CHELots2HyI4XKRWtx3JT7KpHHnOsKt2xwg3JKdxC/PMUagM
bxOBpS3y8BU6JnbE+EbLmaZAkR8HxHpjCHaho6+d5qtMYZT+F6YbhfsR0UOsbmpOxPU2quScrOYb
IN+p0ffPYnJnEgNipT8sc2cJnGptjUKdxy4JhdUs75WchizEoMktAcsKVXCSuW1BgK2i+0bG9AKL
iiJtXwbmLB4Hf7S/ZQSYHUunnD8xhy7b0J8ht0JTDdQTBxWxot97mLswU314gIFR3i8x87qTETeB
4FRduJqVtjauMeOlam/0RfclsDUk19ihUVZgQp5PjUK5tikX3Q2HxYvnT0NhCwYqHu2gdnGiz/M4
NvqsWsaYGz213u2EjlVtR84kKPaJa6gPzCxBSRpTTLBLbJNqsl2hsXAi0TYW9Fas7NAySpJhl1jd
lxKqKD1uz+g/+AOj3rBNixkRUd+q6QTYc/oy+aW+HSrPxWNLtIS+03oiHDsZ6njYJ0mBUYYo4WHc
UL8b4DgS59pc4EDH/H1IsPzUu2X8Vv0lHeKLDhYKVec0u+D7Uf2NK1aXhj16fT+xToCwl/LaM0U8
Y3oTdXOOFeIRURDkBWzJ6RV2CWMmZc1KiBdgNuLa2zZS7q2XB/wLt+2bZFu7pplCJdStpo9l0cwn
uMS39liBvewM4pE5RWzM3Z4NGCVWSnGlDpIILmKawBtmO9HN49VkqyHeGU2q+pPbFSVKL7MhqzGf
zGo4BWblJntrrqNvQWCMt26HzDIEHtWOmK4NXNng4PWjrGHVA72sKYhRHMaw2nojKrYRAQsfc4KB
EnxNeJG2MQtLuUdlkD1KaJHchpb0OQC5iBjkQvrae2tImeugUVPpOwG0eGc52VRcIT1LCib4KcNe
ggt9fZKc5W6xVEh11ZiO/TDhQqAtXsG23kGzjvyHmsnDdb1MjdwFMZDnvWxHVGz0TQcTq9OsSqT/
iWwP7WyOB1EOCBsHPA33kJY74rCZ6yAsIzGA16npwNc6RS00gFXXAxUwpT2LfS7SJ7MLog/sLSmS
jFj40UYGUXA/MPsiPqV3gWoVeS4l2GZSCIEiz9WzqxCp7KgUSWL1xmBO9qVIG30fm1EqMOnkRUMk
y5y/sy3lGgdZiXpvCVEWuxw1V8/XIYbgnllCE9xzAEEDWHdAym9Gz5seqtoys3NQiOE6IWqs3Vlz
Vr5MGS5dphGDjraOX0UnpF0M7yaqpzQkSdPjX2eWRZ8yF+jJUZUORhhFkmxymMwEkRQVY9ENlb/G
sqaBBKS9hdhILb51A1q/CqCeB/FRz3ROGLX64q5v0zBCe3Mfx20jwySCh89qwiEmLmyvDxG3orMZ
itRsPyqD0RsSp65Et4eALMa65PXx3VCbSbIDnFbH56wY6/5EhESJ6QCEubefS40ZW2E8GvfOXK8M
F3S7t2goTEQFmpQnygHFfU17wJDvGZI7emsTkUMc3+z43wqhowHPA0fVXeKiVtu4LaqSKe10gce3
JsY9M3wiqEBC4vZi0g4M2BusfdOOmC4y0GUljspgIZ7Si2txYqaZ3jE7K/NtDu1U3g3CHj54ovXE
UYlhfBcEKn4EV+x+KkoGg2sgbic2nE4iAjJy2tmujlCjxFOGHryjNEu2IxqCZud6yMMQupWAD3Vh
YLrE6lST7tisSm2XgJqnTEXOTPxQmd67bYpUsGqQwYFr7z3O5YxcHiZUTiygs2s+EHaqXhh6EKZB
iUb/ym3n+ls2U9GdKlw1MxQc2qb7UgVzdliGXncnO8j8/VjF3ojvJhnYjvxEfStURrw86ZwJ1q/e
9J6CKYn7rTWamWRhnBkue0Wkl7DA/4KZgWCaqevLszugk6LVE/UPuDIJve1iY7yCLWchWkujvGMZ
mNRymCMrx9VXecantluWv8pCTumOeahrHoclwgbaDZYTJmVcEwU6t5OxoZFTIIJJXJYlZS3pzRK0
Iyh9DFHfzNjp3xV1MdenGX3szpGg1bFPEk6FfiNFxYRp3Trbi7T1Nsm6CL+JBFi/j6ih083YSWcK
aUmwE9EGx5E4Tia5Af6IFYC5iSRUwC40gzmVUHTwfszWMyjJ7lqQPIR63EEgzQQGwWeEI2s/1+2U
bqeqsGFyBMnyrExt1LDtRTZBDBgxsmeG54KAbgDPB4junB0iVZ9cVnDofdhH4xKFRdyd46r6qmzK
ih0hkN6tlF732E9F9oUwtPjcIUUQ4HkrW4VUJ+UzjvW6QLNpqxt2wU5vMz17z+uk38LgadaQlAcL
vAXeAXtBW1P0Ew4aPxPXSd843Q65aHdjm8nyqLyp+RNSPqKaeOn89mH2xgjDCuCnJvSUqb6iY/Hd
gzGgBn4q2iW7q5aKCMfAthYsCA4mh4028uxlruz51LqYsHegm2VxIHo1eJx5rO1tjqOctn+3NkEI
xG23rauzlyhiNr2psXZBYkPrM54rJKGUnJLSB/wT1vmREu5q9oYhPxX21OX7cUGYKXpz+nOsUTnX
fuaT3MdkRq4og67Y1nNZGjsNF+ZJTZ7eWzaLC5LwyPwW9WKEBGAgxtzS5AruJ47x8XHxNJ7QPBf+
tEFNJrywxo+ab6mYmMWWRi9CtFHqXW3n3K3ON1ueIZAh5g1Q164jUbQG8r60MlA7i2KCQVFuYqpn
LEYY2WRLWV8ZZlcmLLLa+lI5WY6PfJpYvXKX3JtjAweJKB9eaHJ/F6ave4tU6/ncqDz4MFY1jgj/
mWrSXvVEJIazVZHXgjAPYP4iYkAq9UdtTsmH0k4W+KhYQRCe116XbnRvT0+GGCp8don/WC5p05Kb
GM3jOab+/jpSiNKYcWPrkeRP9TgjsaqOxA4XH5e6GuuvgobsIbB71G1BN03FDfbzFG0GKV2Eo+bW
xHSbSX5/3S3I/4e+c+o77cB7TCMfwXztlTWrmFHL8YROPPU2AaPi42IU5FRWGb2bTa4BjWxmR7vl
uV2qKg5dr+aQb4xNp8B8JTl836g3iltMpDre+wb0m3B0Oz0c67GZcMB0QDmOs2KavsEPbxenvPaZ
1yq83SbWE9KAckX6CuNYbA5XlLx9ckyxn5LS6Tg+mcMWo6gAZxivP8NPdBxtnl/BXRbdgTloQWXj
R+rIgAt6xtLVJE6MUyyPxigrtnXYfsOGiKTu2ZADcvEeUS2RgJGLhQLx1nYcyiUIdWwXCn2iZz6K
NEnmjbsYhhEyy+IVXURi4j+yVT6FBHkUe4/Qn1sDmaO5mVp0JluQOWOwcWyoIpsYwQ9/oVhQlEwZ
VW5ILJy/piZHPoEodZ2+SxvygxHGmeXR6tgYj/UU14h7rIBrlrPlf+1JSZl5POfpxYhtyBzcNVY+
EnOQZMX1zCS1SMeKijNOmuTYq6ooNo02gLCTED72W8gmiMlaZOCfZZmkX3RGX+bQzR2D7xyxKIid
KGghiXkJdF4tcxIZbQrJHr2dsYOk4WV0jUYLl7UkRSezKXUpJ01cxTQJBnvTtwWBjbbfNOSZdNgm
Qws/NNFlASImCuGyRXi+mCDzQTcHG7lKP+5mH+95SJMuqY+23RlUIeNIle0kkD8ZL9TzDs2KcLZN
X2UfNXsXgorW9NDmTy6mFrPOyZpCz4cbKaPOJD9WaHuH8gx1K16HVbSVNfdxMXiP0Hu6MxSE1thD
cuagh9cBLbDtGGI38Gq3TCSSQVCckSC7JU4VTTJAjyO+GDgugzEMHzL6Ex5NxBqqeVobrj5Upk36
KeIAyYPp4W1Hf7XU7q4mnfRrihauOttG2YmrNGk6+dX3+/lo66AadikZos9+kzf2HtlI8ZLylPKm
oJNmryg9Wa/xCWRO2GiSyy05E0xUO9vL7U0GFPPgBT32EpfvyTiUmMiLcCK2d18iNTW29dhXRFW6
+XLUXmG88J3qZeN4ZElu0N7l3JVcQ/Wvpvk9p9iBDXzBJ2OC29cb07Cm9M5AjnRqsdmXG7NRy1Xj
rMkPQyON8Whojyl9nk7V+0zXPWfX0UFF6wzcjw1CrrHdemsaJtpou2P1FeOTTqkT+PF5TdL19HBP
dnSEK4jwURAYdDQ3lWlF7wYb6VJYNuyYu2RZk2hLtVD6xlNUkAgSpRDkmXE9ZQVYoC2LLMsfvdZh
wzkG/D0hTJzOsAt57ZFAMcjny9hT0sV1CYRQCyxNODk1UdT9hMCyw2u7R4dvDXi1rDzBopDED07R
UDKgR8Kl5BdqqxtV+buBcJnlgEDQ5v82RofN2gmCk5+wQFY+UH2IIlMy7fs6bveDmmpgtlNvOTv8
KuAVnETS/mUiNuJXkNh+ibXNlmNauDjQJZns/jYOEJa4w4TuuYkt78HvdHmd2AzO3wni0KMwjlOi
ieBpE6tomT6SXiR+7HqStoi6Yy7kPtoDASir10veAOAheGdWVo+TRfkF0S0GjYsrAww8+tl4QNgD
VisedxXWLk0rqa9Jd/CG+VTX1qj2a9OHAHSoqzzyJRKJK5S73oCAPyYapyynCtVH6gJsyFXg7vhG
o+jBd9JsPaDCVA6HtLC7vQN9q70bXGAk34h7UGQrOgNrNTpfmIQcKSSHraGYwVoxocxID0g9IC1t
k6YzoYV9C8MkRZsK/cJ0lgNNB7+gBVbjiW6rYXkk6QxXXeUP8wd4JKO1d0xsgRjuENcZEwVdOI3J
BMupRiVpxqxIrsIlQfR1PXxDO79cK2NYWEZsJxmvyZOKzbCLLcAaOcAFc0vGpDNd40MtBiBR3tDv
YAAxgK58luFtp6rIwNRspcNOZroBgzR1yKHYPXDTkbfRbBw5yOS2N7wVWMBGRuR5aqFWKYdV799k
RtDsMbN5eutWgUewg9FizY3QL1OaEcS818BZwBTIqfjLzg3vpkZhZe2lWm+JaG3Fjo+sZetyxEKQ
qugRh1LRL9zwGHT4+A18MX5mshHyampzS8bdaJ3naGk++wtpHGfS6A33aVoKCBROYZnnaSBBNEyZ
Fb/zZqnihym2W9IShiDxtqZt9hju/Yrub+BO1ktVtDaef5IJ25BmQTFsJjOHncPPtNN17yQpgXjY
L32UdmTX7dmtCk6/pIpyouhr9SSowAygKbqNt2W/eiEc0nUYhi2jHx9A28HWTAq/LzeqwZsbLlgk
2u0yRzGZ2zlnSI4WraWOI8mgamdSep4yyY9uIQ8MN/QSyDpjBRkJo4GDOG3NelVK2r5VWKEAfMhp
zzOSL5PVDbcxRS0vaiXdkqpZIyeiu0FKSUwsHbFm86I+mOTwVVvYjdN1m6vMhTQae9eLja88TN06
+ith5X0uetd/QkSJs7pAoM4nsFdhGTLU9oFLOvN5IVvpg6xi7FCEsUdfkVZVyxHWvWEdY06S7Cgd
Jj1ySxrvjgpxmY+YAovpvmuJmdkwI6zrbWoX/hzix2tZe5DxeKzLPcyFTpG5UQwVcm4z8ZJVdth+
M+bcexZ9U93ZSzfQtUCXRzVfugRgwoYt6quKxk28k7HjXKeKWe+xd60lOTVNLT4gSO0/oowdY3zO
Y/ZENpn42njmZN3WTUmLTMfkd22FzQ+e4DqqQ1U3yt3HeZMebUcRJNnTKyOWbLFfGN0darYbK9QK
ozOE4SY5gOviDFu1q01kMtB4uQDbTnM6Z19lE5tE/TWG+czyMTTvqaFjFwbf7Pkb16OA2NJnyHje
OY7FO1M4VCO0hmY6i4yCvqrOiKaQUzNZcnTIxM7pJB0bYvC40fbiGp87joYcmAOCZg8eqcTVVbIQ
cruxhR4kKmWKqJqGCTExnYTKNXadYR9nEYtdPSR1ivQ3n2gnSpKknKSg10DvUXe7urA8jq7ZouEN
YMT4VMjM0KEh2Y33mgi/5yGw2SFoYTKYIoi+eQB3lflXUTshjrfsnnxFM81Hnlgycoor1/HFXjUD
mn6vRzMPl9Dr9ZZgKd7ZmTDeMxsTNCyeBf9YgWiAHlfK7C6XcGk2Q9WDhMPIb0UHyzdKIFtpMGAs
tF1OUZp28WeWuqxcnwd1m5HJ8M0Dhb2ad9eYIvrQ6FB14w0jMJ4Y2lmheB2w9S2oHA1g0RVz9IIX
RlNhDDsm29Uu4zaGMC+L5mgCCUGaXhdRjpu/R6UITAJGl4KQh1wv91ocNLr600iQ5u/dSI/vS6/Q
MyKZhUDCTvlmCbZhmk4gJDBUqsYtiiMBckXDFTrWIWJb6w9KMIc6BZpF/4GGTRvsisV2KXtoY9p7
vQxOF7aqj+lU43Wu9pkZz8mBTggnd1YKk0xdGyIKdsueeCw3GhoOLmWtAE8ZWpOR7fn9HRZNZPRO
HnA0TMxmj1cKqwfByjB3ZgwidG79pQrCxFAFPs3KLW7jGtTQRsfO8oFeDoMs7Ag5Z/mIvobw0vFT
Zzd0Giw3/jgEg3ZCJ3V1HPacQ5qNkgahuhiBZ+42XWOCZDQO3xAurfwKkaKkqeTZ8wGHAAAmkOoN
jPy2eeLbMetQGnl8VTM1CjYeYv8rr6IEQvpYOgcWBE4yADigl9ZF7lfYJxZirzjxYbTKEbayldZu
GzFvsbzqSGUhKC1wfZn7CZgXMknKZ040fupDeFELk31zKUwvZAaph+s+S+Y7AxVjsJ9zE8AIC72u
rkXFok7GK1jQ46QFIW6W6v0Mu3fS9nvLrJs/6ecSNkInDlih0mVznD0eF1wuVa4PRmPljz3BY2S6
oAs+ktGMydzj+PdnRjfXRgIsuneubJ3qKs2BpvHd9xMWkMi4i5xK9hs4NHgEaqIqqV9USui1wE18
jYdRYVZyEk5flt0kpJoRhrCAZpHcBhirbrBpLCDB+1xUeF8TpbL3gSrwW3akB32JYV458G0I593k
o9QfsOkby3aBSMkuyzRoW/d++8lQFcftmb5DtFOMIHGteE6JA6VzOGGZLmlUR7qu2eeWLCSOQ7or
y5s+XXgKq2CxXkiMxmI3W6X/4maN9WgvAYzLtdc7QD1aBeqpsrK9mmP5zYMXpsM1fOqj20r/4DY+
rcQgMgzmG16BfD6mfkv2q3lc7Jgmo2ru5PgJnYF+BlFBnyQC3bQ1ED7niH2XmekIWAr7FNECIbqX
xxKUWkAy/a4qqzjb9WAo4dUbGAoyIk+dMFBL4x+LbnbeB5yMiPXrBre7jzkp4/NIOvWOBvfy3gm6
FHiZHVcJYbeoWG6o/jix5DTkoitbVjp6nzCfQGJcxmL8C9teADc9mLzOe2LcEoBPnhlFHqqG9/XK
mKc0fmcVpFPeDtOk8S+maR28r4AYedc2sbb9ZzxMYBmBu9BdZkrZ3ZtOBqeOwWPtviVv+mm0K7E5
IRIwpQfn1LsUNtpFPbscGqetjJIRvIF077CZBTsWObm3Fh7K38+Sf3E907YEUh+E2gJZ5+uZeZZO
BDEyT0BYzJHaDsbq6No5dsqYLKOc/eNvdcA/kuPeJC9t1VV/9b9V5P6fC9pACPE/620P7beX12rb
gP/+b7GtFfwBbhpNqY+ilfagjx7pb62tGfxBBootBUIhseop0HX8Z2iO+YdHU4+pOuLcgBE7ko6O
plX87/8m7T+Qpzr8EXs99xZc/D+I2bik73JUxFnoQANHtcslL4VDIzql0nDRs0fVXAGkcZe7gJA4
Gos4kKAdDbe2N+p3vE3GoR+GBNpF5Rx/+LLeVKh+D5ngwqgJeE4Br19mfUxuMsqibejEDbZ5rBaB
eMDktIq2462EslX89d/61L8vBSeEcBF6M55wL94IPGedowXHMNha3ra3GrwkZUPixxtvnv1aHsGF
ApKNELrh5WJiz128ePX6yB99wWeqpsjZkWQ5HZHGUeYSMeHejl6RYsCLmlRSWmAWDgXMWONEaTW/
OM6c3uhJGU9K5K7cSrdFyLRulY8MjiawtLp0zLAZe1RWqjI5IDFJBw/oejpj4EwvEgcU8ZsEB2Vu
/SdTegd8sVcmpJi189pySHs6EQRR7IjBYECr0wxKTOxT02+seWK8tfgDmD5TufVVW/ZUY61RpNhm
xpj6mqDN2j57uPXjN5RMP90eppboihjoETMlbHHxrU3Sytk3haKOmF5cJEb7SBvZ+feP20UGEQJ1
pOVMRfxVLeXw+F9cpWmG0UqMDFOr6syjAdbgao44qs28LU+BRs1rGrCyVghdegyUad6N9ILCpAUQ
nZk9UbXSBEbig5Wit8Yc9ve/3+tVe/31UOYjCucMSnsMXf3rR6e1sj4H8KM4AeIMqYm5E5vaEHrf
NK3YEZdmPP7+gt/3gR/fCq7IEmUCh8cP4qDhf33FqaDqktHMRK/SyRMnAPqy4HeLoyID5kVldg0G
mcPfRxoLiF+kr4dnpPsuI+M0Ic3WG534TK8pKpgqFy5ktxYEc5jm9fzFjxYrPtRWNlOedB0dI1HX
jf/PvzPbJV+PAx4KMdu6kMANS0n6/AIYLBbF09LiQ09smKX4XG7wIH/9/ff1Wm/3/QYF7OLMjBw8
A5geXn9dBrQvsgOp7+xMQgC1F3phZT7T8onkG3o72+Lvurg1AfeFGp/jALLSiw8Ww2A23AHnfKkT
Ue0KCvJkr3nDieA1jfnY+BxQNlFgMkKaHVt9W5yWcZmafS+Eg2o61IRKAItCKOSfaIFxdKdcAgXp
xZwwskZaG9HDW+HonsN0FsGc35Z0Sb8JPXnFFmNBe7K99Zg3Jlrf4/VrcY9JoF07bVk9ep2oEzP2
Id0Ym0qV1n1vu1Fwxx+678Zldp4nx89pOvZGzYyuxaFGe4zVqnerJQ1VEovbjgeFcjdu4n8ZhHD3
qG/VL7YW61ff37qRrhhzlmPnQrBIXnJDsAX+M2rKqAlNqwbE71sTDUIfs98THOf2U45lgHGInF+W
rodooU2OPsBTgrs2mFOsr51TboB0tc9tFUSfEPC4926TuvekOtrlxknHzNrnepy/TjRnSH9s/OzL
75+5706CyweBlRFMPiJTku7Wh/IHvV2ft5nGlcmGUlZpgQ6j1FdEvFdbFUB6FmXswR9wLf/QO02/
7WxzJfpihGgRXISLLhkFNkq7Z+BEw5N0a4ZdBvvPtug5/77xNl4u46wnwY+/68UKFvkt04R1gU1p
xW0RBueh03npWyLEyz12XchNsi0kYR8Ivi7FqF07ax0Dbw77Ip6fG7TXW4dx2C1TGfVUqSEvkb1I
k70Q1DdNF4N4Zks4w/3vb836ur++M/wa1POs1vwqgbtqZn+4M3UyuSiqV6hfzfwi78vxfbu06lQj
YrkunGIMrZbWQk1sOuMN323fuP7P+wVloC9ZIVwPOpd18W3DunaMwaamMeJl2Mdd2lw7nH829lwS
TQr+wX1jl/7VBV1En6yBZBkEl/FHE60tTRNfhdaMAqWcK5dOYdNuqqljBtp7xRv708+PkyVgI1s+
BhS+4kvpb8+jEw9zTyph3kBSNXUZ/gdlZ7YbqbJt0S9CgqB/BTLTaTvdN+V6QWWXi75vAvj6O6jz
cLfTllOlI+2XYxUJBNGsNeeYHUbpfx60XAWLgmlaKlPu8U6Y9GsafpK7ilvXOOskkQpMfvaJve6X
90LIGUwzNgnQRT4OFumUNu5t7sXFDuGbSkZxX+VS3w/Jr65ir3gPvgoLm9DRqlGETNUjCG8/a6g9
GA30T/SO+YkP8Mur4GFjJkf7B+zk472YEXpSRzIl0RPN6dD3en4m+2G6+/5m1u/n4/el85kzd1Fb
YQiIo+VWFVNiWhAHqaMiQKv0FUrFn+6yNLPAmbXzk5saIH+zUj9xg8fRW0wwpE7xWVNVxVCmOkeX
5gvGIBQykdGh0jcqjMaHntb7No/nclMtLhqVrKdU3w/ldjDeutx9YEMUouhLqhMf3fowj57Cmm3m
WOsZ0hHHC5lJgyKh+Y80uB7gWTcUKGfdqM9cZAEnUtT+Sto/Xgs/JKmgBh4KHEnHg5QcKPR5a/ZN
hdjwia/dBTWRwt9CMIW72Lcwhdlb5OjqOTjrBExvnoaXhV4h7dNQuj7VvbTD64J/5W4yBop77MPh
UBdAH4lRb4eFSRkhauG7ekdZ06CUSfqdlkG86oap+x9ps6ewXPEc8xTKVKe2+pnhwAU58dl/fq44
kkyCALGeIfPXxcdBPIGTkmjfyJhHs4IOT9d8JeqHs0W3ihNf5ed503Q19nJYPrFgmerRXoSTQw4S
tQ89hbbUO8kG/SUUBQRAwv1TNWW/+/67+Xxnq/sJZyLnCBam4ygs1ywKnRY4xKaZ0nSq1ET+gUDS
PKXDInbiMR45gNZNMTdFfIxjYTTVKCt8fI4FBDsaqikADrEyflW7PO+BcJ4vdR5uQf6rWwmDGk6v
I+6Gzm33JEqqQUa1bf/9bX+eLpBkCxsHM3otHMRHL1QfHfh0a9K6Pc71s4hkR1RCC52vQR47eIMe
LnskZDTnITye2K5/fuTrvL66iDnA0iI/esOQJWECDTxyorENHzYe0ToJwvVYgQv4/W0eT77rh2mQ
3mpCS+DMdrwoDmERo5SlNFukw5tWQkkKbRH94xDCiGIZmsl7xSABUPFo/sNoW2vNQJshteFgRUsK
i3SKlctRN6sTl/p7RPvvpMPbguvCVbCaCjaq67P9zzYqzeA9F0iw4WoWIz0H2w0RpeqUpsZ5mqRn
6Zmpn43Ud5M9GcpojAZIhuiiSG4xgyh13MQ3+tjqfJq4UEnqlhQASCSUwlHXjPYt8445BCXIZugW
pQL2JXcJbVpa5Jo3EfE/9ZboBJh5//qiuC+SzXAzr43HT/dlGNBWFsSmhKX0Z5MCVawatfzEVcTn
8UAiL+d3i6QPjErH7rM5pp4z5MSLmOXYvEw5vGaPGpRCSJllyusRsKbjq+443OOTqpjPR4WpIM7j
7oeeF72Ex0zYUZYTXDbHAHk7Qj39Whq14xEEprS+QoMX5IYhCzMArg+nrh7Cll6orpc9ZAtJGjxt
vkU/sfB9KlEyMNbccIo1TNAsL0cDw5VJvyAIaf0+Tx80t2h/dRK0qzEn9rnRocesJlPcTWBcHsKY
mBlL1PqJgL/PD5fPjc+M6+t/zYUfx+ZAb3KE8wLkHzXxlmZWzeyxnHIufnEVNoXrDsfAOU/a5cer
RGOPZgFYtK9BiV4x6SZE2VHdfD8eP83UFFhtQbgwtm42bXQkPl6GZjQbeG1qcSV08rmxC/fPkNj5
WdKEzsOQ6FnQiq6aNm7ixq9hQVGgVIWN1G9YhlMdEW3diX786te1kDWDbgj6ubVu/t+vPtbIcklL
tN66uEM8RBqvhySTPeV84gP5YhgxjbE2oaYxKXPpRwtUPZOcGik0wjCmmQOSDXNBDkQ8KmlZbQxk
XMZjhD7ANsp5g4nEIrltKGxxow6RePj+HXx60+wzLE4zjGxSDxnTH+9a1duiThOIjX0fJpeEN/Vg
8gA9f3+VY86L4JShs0bYAuoDi+LxyXRmQ1vZCSl+TibIinGEu6XS0v5G5yOQ0sbuoZxKG800iR0h
LK1DQ7dvdbEVBmHr2qRsSciIgox+825We9vxl1BZLuLSjc9R23W7bnLMe8QDkmzs/N/AFRjV119v
0v5g80JJ1DqqSiaV6JxSbYCJ4WekgB2reIoRHXcmGWnfP6nPw5AaGzVXDhlsYVT7ePcyddA/ZnCX
PuYFoHwh7CvkaZ10XRRjyfCns82OADtA1XWQqIkgrSum6z+x2UPBr6vJE/JkQ2fdV4YTe4r/4Xg+
fiM2M4JpWS7fLDPD0So8FIPWRxHhkGDgOroyoO6pB7o5YPEplzhtOQjA+CJKp0WB4MiXtC97epqZ
rbwUyaw+9kMlAINa6X1BEMpmcsv8EVw4vBFXGeSzpnbTA5cPH0LTKJD6YtU6gF1ASMDGmDQPlPHK
A/JHJbqhJT3nniwUFLiNoafOuQl264BtVgdeqil/gGEg8hiFOeQb1wnDJ9gCU4ZXpLT3nda7b2yC
4SUXozHpm9hZDMeLigrjloN9jBwvtj10MtwifWXP7pyjtNJmbxbVyk+noPWeiEbeL2lvhBtDjRbh
ycZEeK8nE0RPtO7LtrTj8ifeCTlSatZi3FRqTgEbBDqKT62ZzbfGdnOS7+CSDQGW1NbalnAKKe5X
uDCCvnImlVHGoniJNCFP9qiCzJ9mLAkgQ49WPhk0JVaFHaq7czfKs8YbxfrhpOja6p0YYyc9S3Fq
4mMas9b1C8GxPwgpJT/SxocJm9CGvhv0qn2EYop5YqHn1nqcKtkXAC4nNAps1ZPO7F8Ho9Nl74gy
+58OSVWXFS576eNyQuK2EsXfcKiWG4FWf94bUZtAOx5wFgVt2rQXro4C22+qSnlveqWZ/DYp4fFj
/sOVMEaK2HemoKGRIQkGTomAIdn2I/oPj3Uem4q5TLcQZ91bE80PkpaZyFgKvhAre43xg24XRYKv
923+qzBh7HpkxS+HMoOxuBsHtb+iLlT+IIggfW7qKoOfjpoBcvpAH24LA1dwbLcUhNOlTpX4ooob
UH62HhaHqi3cKZgmYQ3UpEOCa+ahKK7coumczVJicNyoZNa0V8OgF3OQg9xjiwJ+v4QG20+knSFG
B6gXdtyqai0uFAKMWpCbdReBU4GM5b1aTMRYRiWwdlVlhhQvtAbL8kODevp1Xq4mCKtE5n42OqVl
wYwnM8fDBp71qCnyOWiyVOPEKlGpe8IJ2TCBLynbQJSVDo3YbdeHR9wcSYS9SlKmutiQcxOZBQaG
tAulco0GziZUuO1UhP1DDaiTJkyRxj+qtu5tXy7L+BO5VEtaI/afeDtYdnhAx0SwDUqf+HEUfdw+
DaM6K76p1xKrarY6BJoii8gjjZ1y2BB6AgG3NDlG+3GmUbQYJ8ttLyhb148IXF3V18aV5VKgk73N
7ZhTOJur+X0aHfsC0ZvId5Daxgegum3nKzXbaH5OUb702HEgpqO+uIyAoMOLwzO31xLTxsYRDz8Q
6hIst26eVJoTac+HrfUmeFOsQQ+DiuH2IputXiCzhIs5ytqNd3k20BZAATYhjzEM4gf6ThW41KZh
eqnMeCZ/rh7nm2QyVHilSIKMcyyxQj0XKEUwbZIhQR81JUGymhwdj+WYlXcJr6fay1qZ0MqyfukX
QCDsyndUh2S2sDWEFjRd7+5QrqCWL6a8hkANSoj0g0YfW2SjcXWY84mGxyRTLIVKNwAETVJYya4W
aTZSuhrPkuPM8e8pahZYzU4IDdpq7HOrdJVLoVP3Q6MX1q+cWyAThlRYb/JorN2AJg7728wpxFsU
oxzxdQJRUYVjvDSZOtcJNi0JaIV0C8liGlNnE0Vk5NK8LNNwOzjYIvdQL8gt6Z2xqM9UtUgeMQkY
cWCWSHQJttXxCTKFY29EA9ysxqBpoU+MNhSvYszBLDB6gubJqmiJeggFaTU4QoYOHD0sZl8IqaPB
KyA+nmHZRpPd6GZ5Zy/N/J5D18u3dt/rP5Csx40PUJnFQ3aJm/odCpcCGWCGaKdqF2jQxHjh/hzt
csDBmoxkknaZsdyUThu/DjYiqkvTZdE76x3CL3yzl7RsEpdjoZdy2CV7aVCx66mjgy8cBe+fpbLk
PbhmDokiMtG4TRYNJ+S6QaQ4uzEdGsiyqbmNG+1AQckkA2K8sGHskcGm8p3Co7GjV6W2XwsTQ0VE
8ycNp6DgcydCbEKPRBBwNjyUiX0z9eWDMzJmaDnChr9OmvolN7I9h78NEuR3NUnxEBt7E54rZZLr
yrSuQos0wN7NA0eDDcxYJtoIC+rk7tbIV5x1zx2Lu1F3FzPO5HuMLleSfEjCNl5TGyZ6Wx0W7aUa
SPwqMIS/aX3vIbDbG/wLBCBuMSZtkgKoeT7ZWztBRZfAieepElKBJNUkz5Db8KIy1H9GxK5A9qcA
XYfq9QABGpOSFg93IdER5Bya7nRGy+CCgih/C+HfVk0t8vJOLW4iUA+B2jS7BM/jMBZbSKCBNhTV
IZQ50y55j65t3xpTvu8VrFLWBPOrbZ/ZbzwQiESZsI/lTxU86Zk627tqXn5asblpOvcQCfOC93+n
i+LRhJZqJmTDZb24c+roNiWfzMzIQT3oZtEGAyc1r2Clu2CUEVAp/2RNdG5zeAkLIlKKqH8Ec3Qw
Yhyu6SSXnb7E+27SHZqN8p6Msp0cFWjAWHBbVX8Mu/SX1uLrx7AR5GO9I+t3G9IrIlKu3NJ1+TEp
4kYjFiCNabKolXovkj5w3bD0iTCgDK2gxW2hziqL2PVVfK+jBYxTR0d2BRoR8eAGhAhUACTNhflj
1OSz0vzQJanISvqW9vnvLpSFN3UlX/l0GaXZxpUx+6HimjTKwc8VbY90Wv/pJLz4aSaMW5ETkSNk
XYfzBcpNPyZmWgr1d8UA2jT58jvRf0II2ElzvpaR+YxMFR+thb8AIlE0mM2dBO83UpeyKiJ+hNyQ
w/HbgKU8E4lnY4k0G1isCEU45ffti1C6KqiS7AZj/FllMirSSPXVZXjlw7/G7pyT+ELcz4Azie3G
dDe0soER3L9lQzbi/VbSDBVsAaPBm5D5kix+kH2tXrZYfrYszM4z7hPb2KvSPOi2cebM3RmB2PoZ
ivnLbKRnbDuXjWlUXl+B3M115cpKM7KV1kiZKpnOQvYxu7jLfpcYzzAJtO+pKB6AteCBIHmw636N
Ix4Yr6trW93LaOKwafY4jrA8VyEIanN6skpd+SkQfPwuRB4RFqrZGLtR6BELAhJ6FXQCfLl1nVrg
UuCkzB6SDZYb9N3c3E0ucI5918eCNFZ1Jk4yRofc+ThVusSLoVXr8EL75UeKOhb7HKLjMsAa7aJG
jsfsynYaUEnYi5LnXF/XFlJXK34e9tp3V8KEBwhTydF320rdoaU36DvUihYYnZZchwB38BrwVeBq
R0JD1oqzyopcZgMknJl4VVEsY9TTu8XYIMyF3o66pWW7WWuS9K0yBr0hhY4QGxBBc87ZMZwB3SCX
B+5eSuZIh0gKj7vWfhWqUd42Ip7uDEuO6TaLYur3PQ4z6Ws5odEoPbBvBA0U+t8xcVM/4Y2GjF29
am5trPdT0OS42v3WySTT15pcJWud8PSRgs55X5J3yehZ8PfjF2HbmMVQDrzEXoiOrAj8guuUA3r2
jLZpML+xuICMX/0VdhyvKWDdZskSiN9lpitQvBtrRM0jB3xJqC/ZhpiT1r7VnTHxJ4Vj3blmg1kT
4QIx3ThbmSxhV5NDbI+1Nm9jSR3MKxAU/ZlDQy/41NrRRH6ejwbKHGxTgS51amaKLdndSpEVhJ1S
rRovGhs9tjdro36n5wg4rhomWJLr2KPZG7pL0QVxkBB+dFWSmI6f3fyT4nOg0dIMEX4LqhlY9/L4
VXPx122srG+flF4bL4l4inqEBsNMFxGJOre9dGrvdaJLD7ZTsLRbaa+0kFrshSypNFoqXxIghmTc
bsikXty6uyFR2sXmBaLiMU9Xvxtn8vDJbjqM60oiBK7xUvslwtXFrAxqfW1Q3T5ks64V+2JcCrZl
nPuhAjRrfy4uid3Ystkco3Pk8e4cOEPkDozQBomB6uoqaYw2/C8qPgRqRJZLzKvUigulyatnO6vH
K6oA3Pys9Dxl2onKWqmVOCG6SnVIBYUbjvBtocNkVqXNPiMLxU8mb+H6obawsjvDanaElkGxs8pU
EnKbsI72aTEmPyDt6DB20wRLhlNYyOMmoQ+vWFaqG7VNdT5sg/RaIr6KJ5mRQO2l+dqkRT5jIqYI
+Rpxu5XOj9RFe+Mts1OQ0FHWct/pWr7ukNTiIiHFCQvWYFhaYKZhcqtE3eAGMpxpvybWkF6HliS+
eElnANTELo5XrV5gxJFtKV85ZyTIU/Sl77f4TaqDZjdx4+mFEr+iHdZ/WJmOKEdtHNHAMXOdVbNf
OewhOgXVP0+7v9HCvPy1uGSIeOOg4GK3wuqAbmHQfHdUSD5U2Hi/KWycbxOtWDgZ2IXm7IrOSHPO
Sw6FwRZPyxCEqQAV6kiOYriLBoy3LWJsfatUFQ4qPNnA9utlNM2zqEaSeEM3EmMtqUjDG7UQtQ8I
KXXvydwpb/hnx5dcqzjKZyiM7mP4HBy0OUhma3ho/0drypAwxrR76VtLA/jarXNTStGAQxB6cAKL
OYaOh1T28VlLCki+jdQ5qjdtRUynZ4UZLQPXTSh7zFCgCDZJDGXCwrGQFAtyMXnWojh/DnHPMWvY
E//fXGct7SiruG6VnMz5Hh8muRoYKhqvpFRgEwi6tLOn9wXWwFZB1j7ONGb9sefIjstuWv2hbAP2
TsShhqNETQgkvXb1t7RJXQlGU22fq9qo8P64OcY8iyDW8wW7FolkigTwZKcMAC9SpokQYFFYu8I2
L9IOOwu4oTRGcUXwALAxhf6L6Rxy/Gr4EF1teEumEZNiSds89xiC3UWnKmaKmRsGhNcwk9Ykgou/
f521dzRLOAKApQ7Z2WbT8MSOVukwy6Hf52MxJ1YVEOoE45bRQ6Ra3WPVAU9HhVlIY0PFgjHRAHfB
NDBR7wh6Zbb7bWwBmPSlNrl7xlw2EXBGvJ7XymzuvMo0Y21nwitZk9BYI6fO1iQWOWKdAtAQ0Q1x
3FBlRDoDFBr7bAbEMpqcRTq3Gh1vddRdoF7QST4vOIwEdTzaB9VIFUx+WmO/NKUFAwSVp/prZj4T
27Fu1Re83Mu7mMf6NYxCo9vDJbIPvbRi29NlFN7OcUIeUT63/b3CTqLx8y5hiJEZUOfY6eyowdmU
rhUuXU3ftRxME/iiJpkD2VF98kApD69kDeFxYs6aCf+aGjfBCTrg+TL7od/p+diqvuyWASi7hSV3
Yw0FLq5QsXBoVmBjbikHGCpoxobNLBLhpdsRUrMEGfEw1z249mpD2CebG6BjurKphjKH2NuwfgXV
EEU3ZlszGKyOEuTKMoFDls7LIHCpLwtYlVbLfxAtbf7WVBYZ1qdBsGfWa1ZwhSr+hKUPL/NiVT9T
skr0jT1B4ZlzZWnOcOJmbxTprYM+Zf0VkeOMqYw9sUWhsZW/HJk1B5ICKDKRKvC3rW8oxT8qZFhi
kI6aaz3WoFy/St//2xEQ6YK7KU0y3+3K9IJMwenA4fiExOGLAryLsAN3xNoSoLfz8SLa6NIMLjmd
cvRMNm3Og8qKKj7RitY+NzWBZSPkVYWLZJ/+w1HplhQtCBaLCzqoL4vfcaq5F2kFlcaPGsU0gmjO
pIJ6YmoFTsxM/d26kdFdFrWDx1On/AEyJIomsFBK7TxbGrmcnOTbjk12YXMEx0EWYikuZo1THKa5
klJGHr+RaYoHqUtKg/xUx+isPeU1SErm3GQvEOkIATCSbJ4OBCtxLKI6DMmBxJgVlxL2wFVsN1Xt
YMhqBfpQM/UHLKlrTkwm7XttWPrYpyuMpU6fS6Fe8ELXCRHiCeQYobInBT4fPQ2DK/4sMuQAR1bj
cwebgtyQIe3+dOXSvZINnw5YQ5dpCsoMbbxftIX1jvof/o+rO1MTEPOWuc9j21c000Vv2r6rEpYb
TOUQ4q22ZPLSi7J5YbXtbzJWwzmwTSN/joeeQwCJsqB3XLaYpKV0dBEvF31mGylIrDXZp64smbA0
e5doNCP/0SYZ6oWqNQl7UBem+DPJaUZB8R3D6AII0++72nF/G3Zb3UVwObRNrZXLy5QiE/OUfim1
rTpLNuDC7poQaf2YcEBj9oKlR6nVm5HxP6uaIR+FUY14nkleHuB0WCTm2JTOR0/SmIo80EpQanKy
8HgdJLxcGSBNw81cLhPBN8wGqT8OcXmfsf9in8mm+JK7S/8k9ci+E2TASEQiSKs/ylA0e/RYxLb2
0RQ/pGBZ8VyS23wB37DzsrqlfNeGBgf8nhygFtSSnb+SJ7P4SW+OJ5pe2jrYP/QxEPEhWGCO5Hvg
4z5SR1SZTAl2gtKnTGQg+EBCw2cH2Ui4ESNZfpsh07UB05014cJahoQkUJPWLjmGCrIhO5sUFoN6
bK7EQtHMa5GaX4vZsR7GLu0UNgHFAsEG5fzTMqqWPNGH/tuU+/Dz0dGtwnxLgLpFhnvcquyrJOHp
9z6sE84ekSPXbBc7a+9JOJxebNmN1y2M+jswKtMV59DpsZ4sXe7a2q3pgCBWSfAUICejWKzKs250
6noH7UL904xLewiXMLe2Wb6o0bZNx+Jn2MKh98nqAkHjKqZJfdW27UdmtJGTZx3WxJyT0uWNbRMe
EgJtn6lYQKFks5nDawMCdFiy1nD8ZJpxWdMQyV8AxU39nlC/iZQUWBuvRa0vb2R1AyvS+I5oa4xu
+Yi1HW5LVLBd/L7T9sXESysfdTA6BfT6x+YGDjClos0ov8gIbt67Mndf41rrT7yrzz1uth4I5rFP
wVHF9H3USi+0RmqMmsqPJgrJW41wp82UOsMfs86qfJ80Lm2B9YDgbpd5ZrJ0qCYSUkmCykUt157X
97f9yXOC/mO9XwddElIC3u/HBUcoGM4p+tcgMaP6MCO/40zQGc/lRE8CFCEBo6mrX+uwNhhfotwo
efEghomKMXWS84Y8B/CmHUU/g+P19z9ubfh/GNh/fxs/C/ONhbPhaJGaysopCwoj/mwmmifKNt6a
VXhXOul0SntwLM5aH8Paw0TMiyQG0djHx4DkLRUwNskmmyQgiblr7T8uODLfLCoAifrqgl+P+lVq
9VuLgeT3Qxa9LACXiWWjue+Ndq9edpFOXOOUledOr9L5SCk/V60IH79/MF/NWBAzVtcm5kkWrSOp
xITiKGehADZkYDROQDUBACLjcWo7sR8SaC8spkmQsvU8t/jxG46Vw3mihs9uQaBSxkH2jmZFRIlL
Vw9OFwlCwQsjppvtOCv9szkx8Nd9y/GrxBuAaFVFz2gci41qMFqyl5i56qWytxXmZD9yK96ssN6q
QT0FZf7qO0N7j6JiFYLjDj56n4OqUODTpsq3yCIiN7Bhv2pAjkEk1O5R3ZnbZljUO2mLNfXJrqDW
jO2OibP4RxE8A4sWOROzjbQDaPLRGFa1uZhs+le+qQ39u0IwNB42WW4t6u77YiqtE3K1L74ZZOKI
/CgAc/fHJP0pVM2Y/E4idIa2vLaMrvwBlNe+lEaWntirfnUpRNbMG4YNDtU40kE4pFsN6G2pKkZR
ZZDvBBw2C9kcEv/muic0I5/nZ4pcJg/ScjAd8VI/fqAGtHpdZ4rC7YYp0mkLI4B+Ep+4yhe3xFyo
0Qjh4XFvR3t8pU4SKoIxUEx7MQMxTcpVUmrlZagN1tP33/DnL8JkESAKxBWYZvHPfLwhCEGtBmms
8GuZjWdxmxFkrxX1vtFp8sNBS4N/v946s2Exxbr76XppWIUgQUByDeFs7ojOhIiDxGCjuoVznSyY
607M3p93VSZqLnYlLCuoZY61/mOvSVvrWFFzfAscrUV4nwqnOdgtvDWgStSqh6i/nzVnoRlRZvkJ
fcoXDxh5CXh0pgBHQ1f28QHXYVkbnAkKKDOlCVc7jYJSNO15RPJoEOlsdL9/wJ9E+UDR2X3Z+PxY
SATi1I8XlFGlxg5J2r4WKHfLmfkj3xa78Gz5k5/DSYG8euJ6Xzzg1efCgoU0Bwnn0SdRpeU4iIEI
zODn/u79br/feRv/THrBrfROfOp/z50f52/u7f+vdexPniNOZOp6rYvtw5YL7Xa7P/cXtycu8/kj
/3iVo404LaxCbcc11LN7niqaE+4pVf0n393fl8S0qKLfQoN9vFmupBp1nFVqv9l0j9Nl488345l5
kW8nH7GF3wXTDi3GnjZ4FCw3ytZ9+f6tfZ5hVrmozni0VOy0x0k5FC5a3Mw1kmDKdN4Ujs7eFUm9
beEk/fPT5FIkmhCMhW9It47GRx0OutI2fYJJRETP3crQkIX7r2p+pmWVRc50MLxhbjq2ooimoIM5
A0SjM5k/NFFpQu9L6fZl8Skt8Wep5Op1AaXHVQRQLHUdP/+RYi+WBDZpNonPuWEgqBUDTEsoatAg
0MhpzKjRz7xQJJHxmr5NSxEPQSJq6/Dvr9ClSiOQnq2Gx+NfUSvMsrxIytFav6EVJ/dGWj65baye
WMw/fw+s5fjYcPRifGFR+ni/OKNSCOyc+1MFLgfq2wXz3mkh8+fNr6UxJqEOYD9HDn50GWQwjhjt
LvMzBauP342ium043olAGZriTZ9EsRHD3D5VfQZW3gF0+JLUqnNfFHV8D/BQXNIRAT9HJaRDy5Ov
0g2TzlPv1aF0t+Dx+lMnqS8eDcVIDgXY5LE5Hj8a2NjzjFJnLZR1VF5XI6UN2evEC1in7I/THjwG
Hg5BG6ve8/hVD6rbaTONFxrZY3EZQh28jXX4WZzD08dW6JaOGGDqTgywr+7NIqyH+VYAZRFHB3qn
sRVAkRQBzXgw925DvuFsh8WJe/vqaxJYGnBSMEcwuR+N40RDSUanDz5cacDPovWcTn5kNCnFChCQ
LpvzOhYbGPtwZ7RqQYTspPl44dazeirm7otpUeguDkfBlyVYtz+OdAXwMpR3xM5sHck4FpRZEXHO
O0eA3/v+8/3i6QpMOLxRpmD+dzTam0kkbpHEWH/NqdugHIRYKnGbf3+VLxYaXuFqrRAoUZjrj/Z3
kTsWiEWRjEGRbINOsbJfM+WwFhapq+6p9icbotlJA1oRcGWTEK+LPQgfRl35dCHtCzJzpkOPOt2v
0WkR395F6iWmeZSXrVsHkMb6c/oAddAoVRMUI92Y72/hi3fC6ZLFg5Ihm4xjf6OOXhU2JRxL0dn2
FpZfQ6CBekHj8N818EjOBbUrDocclfjQPr5+TLukr/QQASeAcaRljGi8MC3X1wpHxdsUqvFeLHF7
m7WLtUexT8tSKd2r7+/3s1WFXwE3gQwhJnao1EcfRG1NiHccSstTn1kdULN6OZjVDDK9C7s6UJz4
Twu0GYlbpu4UIZNb5iDjN+kk2Spg0fhP4wZdVWAGrnJj3y64QTVULM0uHPUVL0nyDARlmy41YS/J
ZlRXqWDRpE/TTJTA97fzxdz1106A2RbzDdyOj8801BoOpRqoQaPS5ydaJs4958XR06mfgCKU7iNo
hPjEM/xizOCIVXETOutu4DiYL6961MuSFRosBxKQQUsvu6FBk+fEpyKfxN85/mh2tqgnUPH8K8M/
LqbRxYblHKcKyG6kOp4JOl96cUypekxJrvPVsaI532FFBLNQZNlDki3uRo305pacHhetgR7McAYv
2wGaJueEQg2DUlvSh8XCeULfjGxxb1gFwpsmlXm3wwisGb4aVrp5HgGM+SWySvsFMlIHnY/4YKP0
s7gaEcwrNANMC/NxSPMSz1dXQP3QKgI74QQWj3NSFOwBa5Cenq0L5QbsHzxCDVjZFQ5X64eSlfZF
ldWQaRfwrVdZs1A1HJ1Gu0JpHvWBMQol9u2+qd8Ha6gqbypEhVZ7hqqGUlipCfgdUuth6E3teYT9
+0On0AqQsLbr+U6xnTLcCuZ9MMNFo5z3sqa7yUyWnrtuPNOIoXd8B6DOAtbtKnC1YRJD5KVsopjX
VQZiBD5cv6L7zQjNStxX5zT6aOc20dwcYk7SAH3IAgoDAsk7viZHQh8Hjs+vXo+bDmVdXbG3pNwj
E3QLRFg+zn5UgJZbUvMzyYBRPRUBOfkG6DivnQigngccnBBgt5Pz1WDNmb6dlRGde55ZpAe5eZQ+
tWERzQH97faXVRXwNFrWuHRjgxUmbjov+VfdcloE6VVme4n2ylGCHDx/7BVh2dd4xcA2b8k0oWnB
6KoRUhv1OPnO1C/9DoACGkV08iQzaLhlzqVbhHNQ1874SBQeui2FgkkTyCmt9znI+IKoqRGC1Uol
9jIKMr9p/yyL33RqkgdZb8WHcUisaoMxYDiQKTCLXYfKCzXdpKKvRt3qvENZpguSc2uXdq2Kmhy/
wWWsTllnooEcR/SXU6Pm3iSVClWEUU/GZiYn4jdVoik7b8XcCrK5UfSYQz0rAbL0ydw4ilxe6ika
YE+rIyjahLoiOoSS/bUXlwlqXDEh/USv4FD8lKYbXav9rDOIjVAnyEWCbfJrQUN0U6lW/saMQl2h
qbJS8Ra5PurK0sZ+pyRRT+JNJqZ6u+B6bDZD3TXNWYitDDolBeTUp2HdLNvCkka9RmuM1hnhAAmd
uE6rdUb+iqRlIBZUZ+NKv1hGxeiDRs3mn22rhQBGxQp9VDIrtzfD39p9GQKy9xbdJU5baUqD/mGb
uyZJSaRy7WaipSx8m1pVXzlkjBNSgEQ7PcuKUKKUgUopgqxN7HK/1CNK4YjPd96krSPvI7uKjDNW
KcDrSQuhuUKe/zyyYP2KKe635OtFwE/wkDVqgLa01jZKZA36tTtkoLaSCS4waNnod0L4/IOsMs4s
dqeZ1aXRSSbKVh0YLKlFB2/jjMaAHrwNw1djnvunzs4EJHAp7feGDRqdm7HLiCdH5nopNQLsX0aH
2r2nqdSGMSeE7guayBBx0JjemGh1HoE2i7uYZINtocrMXIWpZekrTr6g2TB77TwdilbfZCopPzP2
+kckFtXT94vTF8US4vLAM+AA5xSMF/zj6oRMipJeJ3N/HNtUvcO7VNR+N2gEsNCqCwHKA3i9kfTJ
X5RYt84hBeomUOmo2dRYTdj3R0tyYvH6u8B/XFCo3mB1hDdHcZ0K4McfVa1pXhOQK+QgnfEIbrdE
JWKq5oVVESSEyNww3iS5xTqCFgBbWLC03PVEItGhDKpe/DJjdf5hWIk+kzAUl7++f2hf7Fxxy9Ox
p3fPqfC4dmHiIjaLhdoBLgnHz9mcXxWKmv3+/iqfl3BMeevLIVyX/fjxmSeBzt6OE1dR7N4TzWUE
vapJt99f5IsC/cerHD9qOqgy0bhK4b3eefsXf3N7e+ISp27kaAfe1vbQRuslMs/28uAd/d3mHRmp
d59tyVXyhhMbLv3z+/l4T+uO7D/lCcuJIBr0XBDs1GYJQDP7+UHf/x9n57Uct3a26Vv5a5/Dgxym
fvsAnZlFUqSkExQlUshxIV/9PKA9M2p0V2P22OVdVmmTC8BKX3gDUjRrbZ1ty1vnTtlJj/G+3wdb
BKq2zi7fJhtlk2+NDcwoN7sd9vYG8M3Cwj73YLZOpWYSU2TXzUJBpdZq6vKEOAW8xY1VYqvCqbhE
CDzzvQFMwahjiTqUZ2ZTGglgigHySpQRkupg1Ia8NaM+fRBFnq8vz+1p6XNSMqSMBz0Sku681Bob
WIcpyOIAXM6BdvkVOI+iNfOfnTeaV2nbQ+ZBY0I8l9gOdHsj8pccr88gaDDdpGlKg1MGQTKnytJr
HyylBZ+vxEaU3QBnAeYpxERES2A0inVs2e27Z3tW5ZaDqN+N3rOTTVZIBmLKkda+QQGsHtpWjBOK
XB0yIsa6gCqujOMOTyTMIdBdg/5mlaVU7iQniA+mjRWVGxQl5JSyKdH9vvxdT9S86K3QsLIhm1JT
Jgma1QyzcfQbWJfwTeMYNmtcxxp+PaJ9R+63eyCqLrxVm6oODkXaUPzKkMoPkR0s9CcJrd4arJjW
b7TOwSTRUOLmMUB2O8PMDbHAVQbVYslX/UwRA8E7iqnU3Gle28609P/Yc1QZy6Z3aGskU9cVrb/x
ydZwRSitLH4SbTMAzpWVX2M8hj8CSgrbIW7VdOk0mzbQ7OIgd6Who5L5IBM5W/pNgR6Pj6AMpZTO
ka6thorXKoFpGEAJIPZaIQc8/OjxizHxoRj7Dj+9onwTYxb/XJjB02Ie6RDKMTpZGI39uWYiPssg
OcByrYyqjm5h6+Wuinzqta/q/VWkFdZBsUt5E2fh8FBHQf+VFQHJR4mleyvzvHWH0AAeM+qwJ5OK
t47imTtgMfptTYNvYblNJ/D8s3HbUn+azgxKj8eTp0gA7TqEyVYY/+iT9kV9AMkCcXMYk2ddTZYq
GtNimI1Hs5xWFI7QBq3z2XhtA3My9fpkZVICupvspfZlPfT7hSk4sxpIfjEDdlBNoCOkHr/WiJu4
E/lhsgrxL8KprxfAbBTfkIDA9hL+Wjr7IXMts4aShjdQNrgGjcfv/iibCyf/6Re2J2QQ1T1yfZ5m
tp9HK+kHmoGwV5Fu/xYqmMaIpB5eDJyCr8B7hl8X3n36hMefmAyYVvcnKgE8xewOLL0KP5mMWrLV
OtJHIlBy4KRWvpQRuTVFZf3WMLUSogH2enVkRAfPxk9QS6CYutIgpQ+jkgx75I4oqaBAv1BZVacO
0vzxgD5S09KJ89R5z9ppcNsBxh4hDm8Lb0vmDS4Ol0f5d2R3Y7BJK8f8ZWoFHpMtgI8HA3LGbzNO
q3iNAVNhurjM+Xdgq7oKSKKGXglWlx4Hfz7RzOiSlG9+Uvlf9HGwfladKfebBj7z/0cnBEQ3BxfT
Sr2Fg/p4iQ1R5ah+QBFTxKiZ7zUvkNrbIff7GnEVS8PtQxKPoun8F2w5MrD0laTeOnh59AtBz5n5
VnkUVLzR+7EQqjp+EKHiwNAPKrX/3jH2NcQt+Fy1fk2bYgkOdOZysmljUe4BdDBdubN9pWrhAI8F
0UYxRuZW7u36ChX+5Mmw4vBJQWamcQkWsJ7BFgd3TkVgL2H410Ixi72FF8ABdEF2FzuYD8VhiRmV
FI17hbwrXqicnp7B9gQTRoWVS4EDbhZv1QHA0xpRzNWgdfJ3Db9LKIlyfZ1HSGtZGInAz22LA371
+pKG8JkNT0hE9GNrKrIi8/uwkT2tGrUcWIFV4VBB7hvW2xjAEK5+dm7dB9AcwJVHYw2q0iqdn23U
dl8duRXypgWTbcOJy8SNJOwmWANfQDw1aQcgtaZfKdrC+X96HiMPScql0TAjMJ2fxxbuVWPAIbnS
Yju5oYDhr00FT5/LZ9K52aACyvFnGMqEPzpeohjaUCBrYTfZft4+xakFg5eO23tPxPJQi7InD/ZE
7WYElQv6PGf0O7jV6I4ic4K8N5fP8dgmsPlE6ux45TlotxnoAF0LM2pXNWyu34CRIkQvcq/fQmoe
7hMH+IwbeVr5FSKEucOwxftSxmO1VBo+91gGkubEd9ZU3Z/D3XzVqehi5sgmYX/puZ3cIX2hZx5l
CGwHwP2p0U8di4qVinP4mgdQnpsYS9INYk3WwSvTAlKfj03y5Zk6c5gYCtuGbgn3Bzvo+GtJPXCs
OIDuM0bN+JRSe9lQIzQOsa0voSfODEUuhNLlBH50lM+z5o+40RywCoR3Ila5g5ZFhfLDWg3D+Dbv
zKWo41N39PjSgThgfxYUPtv+s3Mr8BrhlYFer/oi0Yd72IbpxqHnGh0CxS/uIJU3KGIGBfwvKa/p
7VSmBw9VONprHFXUZvJ0DJ5L4MeKG8pN8KDZuQ9q3uIv17oltZAIo7G8sqxoeB1RTKCGQpxjQO9J
ZevObmsNlyNaUD+AwCmviLWI1wSW54siKb9UBxelWmnlH5UprmiDJtuxLeN2g9deiAZKNmJeWpc6
F0ud4CGeR5aQtx6mSl+EI2Tc4XMZiHhdsgGgcYYwmKAxodYiJSBpV1LR0r5spTRo3b5wvA+lg2e5
ixOnVzDCpcDnTn1X3EMwRIb1KfttTyU/i8dVm6g1pV4gcy+hV6kl/Ci//9mZfD436vq6B2fWjq/G
0KOmoKRQvfjxUOIyrs0SdFOn9b8TlQNlpwP+GSComsmz5pvmUjZ62mlhE3EbT6qmoKs+6wJ/rCVY
89C8dCqhfE/vQBFLX+uV022L2FD36J/4UCN7sXCqnYHkOCCNaC6iAKrLSIAdb5a4wxBNVMRSzgAr
zwDWf4PFk/aAaSLGu0VvmWsBIRRyhdTuOxpbazq+zS7RUvVLJTvjFjKAfvDhepHMyaVzk1GuWwg/
z5T5PgH1FhrXFlYScxVLzfBSqaGGvrKg9ONc7MRr6pDRJkMz+EfoW+0dQHobGgkdB42Y9D4nCLxJ
WrPfKQFWpAsf7VNMa7YVEbnFUQLRNHAV86mKi05Ww2DidBhRrmB0GrQ43LD3PpqugA1VlrpRb4Je
1h4HKD7Pg52H6gZ/J7xVBXyHt7jMUduB7x+a8GNCdFecIo+eg9DDn7nBT4HYtlXEraZgW4V4VSVJ
a8VAoAMGNaknDU6tM9Z62YTOHrY/ToCwWodwZYeO9h6OHSxR7I2j+2owvV+izppm6zvmcK/ranmV
hUGgk85p0kddg8teCB7OrGP6aaAeSVnQ/pp3YWGn+IjFlALrManB3VOr3yeXrXWV+p4b0V6jjxUs
4RJPDmKLIjCgE+I6ZoQU+ngZeyIEvjx5BlWJlB48KxJXkPyIXwq80i5fL6cBJAPQK5walOSAHPuz
sfBrC3gPcAwZIlQbr5fKd1oVynPoBdEPCZtTTiMfkXiE2ronKFD4TlBrNW4DdVTeK1X5bVYN7mKD
Nj4bpTV8BKaov9ASGF8XnvQkMqK8S2BEXWMK74EwHj8pYX9tiaKcHLLAQ+1Gvy67VdMNnbHVlXII
b5UICbV1gWsgcgjV6HWTu1JHY5O4jTofco4jPtV2MrgNRrT5fdoW2lIydRJrWuR3JLiyMqHMuEeP
HzJjDTJ7GozpQY/feipUvwcjhWzlpKr3ahkjwrwW9tC//CKKXtpRRi0JHjgxDhJGtr7yFTh/q8RK
SvhNSpf6B7ktgEp3DXKJB7Qoid2dz6ysBja+4/0QPvH1AgoY8jRxu0ZEyS42qp7QMrIlwJ07R8tH
fSFKPa1Vo7QMWwNOu81MAJU5fk/dqjOri0EYiTbVD22k0GnRsMi1A6ulwoJNKnSWdtMoqIUFDZ0D
Bw4u5D3aywvL4iR9nZ4EKBh7cyo1zyGfNVenlmTcNEGTfrdpf7qqIXaBKl35oa/s1LbfAuM5WAMq
mOWY0khLlg6JzyP76Aj9fAauOtDYoArms+5xUuXCmp5BFd1d5wOoRBxZNb+b2M97uOGleJVaFqGD
JdNi8tGX6WQFxxRwDg8ToGQtgmw8dDiR7TGElG8dnc6jR63spuqMZotFGSZQed/vkpKq0OBRzaOF
JqMBECcbM9erLeAef5OWFYx8UZdbO0NMIZdrJMtzW722q6p+ufzhTw8pXpQyL5yCCXT2ec39ccNH
EfQq4RiEM8Lxnke5bzd13lhbRF/Lx78/FKktC03VkMsyZtkKMjhxVYcQMBq9o8WcmP22qCGRw0fM
F8LtT73s46kk76LeMpUtebPP2/KP16otafDLMuLKykYEa8tuIFKD9pZWSruB04z3fAH/ztWa0l5B
/O43fUKRpFMmoTGpH1zZKuUIhrn5Qy6S5jDm2Mi1XV6+qhqczdBmJm1f0R/SIJXuKXUrDz5tN5Sz
J2vtsvW3fZw2CRIOmXzQzKE8ZBiL3JRDXiyAwT/RLrNXVaZLbYqWgIPPU3JlQGeTwmC6iq3B/JCD
LMnWqDZJD7EHeGQL/rKVdjIWJNrGg0AzwuhsUfvskoLeFzkE1GL0BDGVJ9tT9n3d+NjaZoZRrPtO
l/eFYkMXLTsrSFEuSYwXtS60X5dXxsn1TM8DNxzqltPWI70/PoY0h3M+GLEKLaM2vFMw6L4vGqs7
OKMaA0N1KImM4dKRc35QZBEgCwOOmscEeHHg8o7JEpDbrn4gccvWwvObdY3M9NsY9+OzXtvFAnL5
NGzkVXH9IuAkvIUMPcuYwhzBRMpmGeiHON9jf6DsC1yqfbi1RD1erOerkX+QUuBKvh4mIZxODlDG
aJQKFmokLVX4T+/jqd/Efcwioug2z0w1HeXKLkGHczKBR57LKXe4UMgLG/Lce7Pz8ZZEih3Jzzlb
CF+LOKZ7BRJ9qOwbEab+10EtkxXkqeBQO8JYe3Gq3+WImz0MOrBMtFz6G7NqxRa5p+H75QV35tTj
OWjlwYmkrzeX22/GsOsQU0tXSthE380oRfjaN70fsu8QmVwe67SRMyFR/xhsFpsN0PlZZmxQ3/H6
TRCaV1BxttRRO6RSREZxOPzODCOvZKPikCa7hfGnJTU7IIi2eACN9omDXcpsdyUxAFQEYKjURN8j
W3JeI6MMNjpqMIDMuWCKMepeB5qc9z3dg8fKoTSGoKT2LDpjWAitziw3DisA7iQq04KblY3wyy2V
TMOJPFZAs/imZOwNxMOXltu5CYbr6hBpkkiiBXD8zpY+BmrQOuAdyBaxD7LFozqoFcKYoCDdNkMN
I8pZrps8TbMdDEotxGSLx+o7WQSu0OKEH9CRKIoz2Y8oyaZJubk8MWc+xec9COZ/aqnM4QhBw7mU
WcyLb1Cjq1FCvTbj0jhcHuXMl6CAjQQzOu8q/2d2tkIHwqU2xJhnsJFhGtsQq7kkAvdtOspCEHfu
hYgkyXb0SYt/noLa2KSOvsNRgveAc60jYOejNZONT5ffSJmi0tmC/nd7XDcnitAc3m34YZE5OlJA
PSYhT8gIp5ErY29uriNQK1dD0AF2SnuMe7dBPgawsdugs1xcAy2ssoL2SXP6MNuhvNUEG6kpwNdh
5jyQCWa6qrtm59UItQUFRdvLT37uA4H0A+YD+Fg7IbfiRoH4Ww1xKx/ByNpCd64RuFly4Doz41Q/
KQlDIIAlNkec50Gu2nVIiTNS/AwhOVlsNElPS+C5o7KwnU9Z1hNZBAArFFA4f+a87VQZ6AYFNM8B
7XQkChKircRY2X2Wooaa5AoCg6M2ru0st25VDZvFOMd83vN1555uorRu5JbAGK/zLz2gr4W0/9zT
QUPkiEdFQKMWOrttlWJwAghtGZKilde49N3kD3X0zZ9E8Yp9O3iyZR4ihA/uiggL6k2dZO2jqdn0
Ni22iocOlJwK17Z6oiRNZc25FeDjJcjFmXVhq4SHk4sHTgLzxCP3Q2qGYCZWVC+qQ6NC3x21pYv+
tDROcwk3H5tDEd1tjKuOz0ScXRzgoU21yuQKaf+2R1+3GJu1incgiNowXFsogt1FuQjuciR3kzVK
8cF3FHdfR0XS1kCriqVz+jTtgxaBSSu0V9YOKffxM6G2WoFk1ZFfyq3uS6HXk5JdGf9GCnrc6t3Q
7MHCbKQo/ahJsjc6Nsu7TqHKfHljnlkoNLR0ohOLajYPM7svemjcAkpFicqKKYOhTpINHa3ooaIo
/Jj5IxrgGUb1vizj0VlG1sbEWXgl4VD3VMklpHTAMBuzzMeDgqX8QtB4GqnSdEbpBtou6DV9bmKM
QK5jFBlzJkkgXmuR27eosDrXidZjggTnbiclnb3Q4DkzKBNC62r6IlSUZlHDWGStMBr0moQ3cjsh
nnWLhk+9K/t8WJWelK3zALGAhXk4LbzQ41MhKE8kBZXI/Hg9tIEZqyj1lau+SsX3gDXzlAPt+mYX
nX6HRiTqGOjGOW+mGSBLS5lFVVaZgVwWGjNe8mIGdfBToAZwp8DgnZBS1vC9UTPz9fJznnlM8hQS
LsCENPfmM5InjZBquQBzbqX1tsn14LqskA/sMqH9ALK+5LBzpr6HIwdcY2J1nJOYj+PvUoKwKCOD
AfUWWDX3CD6CiaKP36AR+SmXuZr+LPRoeFAkv38dkMubBIv01F57RW1sQlgA6j4n2Ik2FTfbVeVF
8Qe6kSkqTFGP/PTl73N6BU23GxAyMlKZYGAGzkgg0wFWoVivSHJHqOsHd35NUaOxkWD6+0NhUUdR
l/0J0mb2ZVqDCB5UKicIEkUbRBcdt7Cj1h3Qwl14qzNbgoMTxhA9T2bBnI7xP4oKQUwhT5LpS1g5
UqKg03P756ip/pXkyAOqwahmA/bWKnlJwuXM5wS3Rvg2xVUmgx8PjPxXgjiijKCDUpUbX7TOOtOz
2HX01l8IF0/RfxZqrww0xbxIH5jTR/jjJe0sAsKjT2N5cWajt9sHH1kFmXCyPK1rN+41cmYUskdn
21ue0W0sTqRxXyQm6vuShGimS8CJ66xZOhJauCmtSDO1A3+Fgl6lHnzcDJHm9pty4/hq6a0ltFZ/
FCZy224Ldt7BUYE0YeFkOTN3NITpkoMzhjA85wwVpQNMIvWKVdwbwQvOks21xoVwY+A/+Ah8RF6n
YxR9ubw2T+91YiIDVCrhKv2zubCa7VPIQ1wIaYcy9zYFBVBXizp5KQbTmJLjePhTbmHCxsEyw3zk
eMp6pelioTiQy8NBhaMwmF/MfoSrDxtldEM6sQeEOA1q0Lp+J+WQXoHSoCBSEDZBBJHsQ++MYhHJ
c7pqMSOk462woiiwzLeLhGfGQBpZrdTA5tqMyDjWuDAYDoIayuisoqADxx9g7Sq7uq9Z20ZpyskQ
qUwSNEE9y3czkVg/AjmN70NPNEhMNsnL5Sk6Pcl1kGx0o2hHYEo37zXaiU6rqpAhFmHU8MNMAugQ
ua6vBxOBWrdOzGB3ecAzYRiri7uNihdYH8uanuiPDcaZi+2QhHlpmpfaBvkhE/lygBMRInE/iISD
CG5xZWP0rJdXRtJ320pgttj2mv8IgtW8pu28CG6bTsnjJQSJi/1BZcakYzXf9amUKUgUq0h6IUBV
wIu0rV9xEUTfA6MYP/KYXu/W0RtE1uICcsmmzZvmiRJVmm89z8ZkIaFhAgMUactXqaq1d1DZQl/b
YlTkVT8CElZoM/xa+JSn0SNdNU5EYmcqLEzk8afsSkB4ciVLaNy1GJK0IqGVNBj9QaUjudG1QYeu
GPRbpTK7u9KxamPdyoX2jmqyub38LKeL3dBMIB4UnMHeUcc8fpQC1V7ia/QqhV+8wXJWrp1G+wUf
qF4IBk/PFAYCU8qlClAMyOrxQFJghSnLi4GqzlspShzRRqU7cfl1zo0y5SM6SCuapickdNWLgrIm
0YlFwKJoM3vT50hEXx7l9KNxNrLm4BNOR/KcU6m2OdIbphKvwiCvVhPScItYpn8lVOP98kin70NH
3KRNxaeZ+g+zr1aSE0/q9JjAxll2TWGQ8n0nFsWZzrwQoQjtdyIEAnZ7eow/9naNYZemlB482y52
bsOi7z58Ks/rSiBC07E0X/2kjly4tvgSNyOAeqVp1wi0lis/q+hrIoh4nfgh0vFxYy1c7acPR+6g
gJ8mlyALnBt/cUwrnpckkEr18t2LExVlNKE9RnZc/7j8tc/0FacyBzct7TyDHTrbmBqCjRwhseRi
uVWz/UYldiNFFVeAOqNNF/V40ktcGStgpOraMwPx3IjKfyFuVf+21ARCChMTywYmPMHkZnMSZZQG
OtpBXHcgG3R57A+m6sf7hVeeMpPjE9RBi8fg8GT1wGKavbIvNYMXlxiMZWoVf3W4+93QphWDOjP4
FF2OqD6gqh/XbfOuibxbo33T/rz8EKczTCWf3In/wDZH+e54+UFPhsfIHQmRwQy3wUBmSOGiQca/
XPqqZ66xSZsHL2JCbqxk50QV3Pk4c1P8Ce0gxzHIyJOpjBYmtXKNhUqGnm9gGL+TfLRCl2KVfjsM
xAMrT9YBRul40KIGKLc0PkZhR9bq8oc493S4kRLpIa9HAjtn+I9Jh/YZLotArWz0I1sE2nYqnN7n
Go79M8rv1VUkt3K48jUINsBd/B1S3o92ZsMNGcgf8HYZcRW9/FinpxClPzaFOmG0EQSazQ/eFEkg
1XG6En2TgFvT04OJYvffvYomlCFMF4qMZIxAqY5XgdJHtUyGmq3oQEk/iyTMr2mYjzT1DXmhwHby
QgxFD9SWYQkx3nwRIFmqFxkYopXTYVrYRpq/I0X/23Vl1HwNGEnc9ZAq+cPxC2WehJxmh947zINi
D3gJee/KttaXJ2f6LEcbmHI7hSjKUexgEKSzDRwm1th7iCKuEjvrv5ZxqH3VkJF9sTQhH8A3m65v
ytW+R8Edybsx//uzRkl48rxkD8s8xPFLhl7r5JlJagUkZSqkOtmusBs8ZHK8ni6/6UkuxHzZE2h4
avhPW/h4KEBkBP0CIRJVzVHvSt1MVXCxugoIzbX67zv9TWovE6b/E52GmNLxcAKBGadoJ6kZ28wO
KbfzpjQ7mw7naK7VOGp3cdnoK9z0ii18NnIkG8CDQvPX5d4MN6h5t4+XvwCl/dPZ5qFoHwAToAs1
v6HsjovHLrEyoUyA3UXXoN28opInA37J1M5ZGXGP9UWfav49D4D33gCc/C2pKNG5dq7p76EPBnEX
GH73NtbacE0Hu9mVKKeoq1QxVXD6aca15xfGgNCAaPIRcJAz1lwQCSDS0VeaR0AXZg1bpZSNJ9Os
G92F6ABEjDospmGBMlTPgYcM80r3OwQuvLpDMNmquiG9IggFFppxCK9gfqPyIvsSNtB1h9vNJqv1
OFwHZq7eCcnxInRHWnHdIGSFcn8W2B9pMLR7s+gTCY+maETDHxwrxOzWrO5oWtkR4tgdtoxO1WjB
CiCB9BZZYXftBED7IN2HGmvU9zHsbjpL+pEjtv3qW56KlV81fGssob37US79KOTQyLBNN4LcbdTY
crgLGukOf14Jd3e9KxCeJkoqb9pJgmhdtDV6xECyUHaO5RFtJVA2kXQY5SDc9TqqSLvUN4PRLdUC
lT07LxAWwPpOXktCdX6k2CTwghDTvhVY7uqu3Mh4cEkDjLH7OtA5qBTktoEBpj1uTk0ymOamMUos
spJoRHQUcU2mqafiF21pQBff2zRPVbTaxYh+Wh31zyCFVX1t9XL1tcq6NFs3To3PCmjfynJzwO/l
GqIQLQ5DGVCUEo4lF243FM3LiCvjMyLu9KOioqyzbcIq8YEgFn2+cbB+zK/GYmLXFWOW0n9ouNyw
VqCYv26RiW1dVplprPEwpY9XVSbmXH1WoPhHBq32a3OixkHNHJP3aBQ9Gxs5ftX1ewx5NCV3Mtd3
DMyRAG81L42TjjIS1S2RJrXnGMfhvsvfKXQ2/ZMjN+VLjDoYaEIAWKwQMtEbGgKysqoVAYo7JIgK
wGJp7YNco9y9ygKrmoj5tB/AEAbFZLgeI1jBfgpc3+usr6iJRPlKCxz7rhir9kbja/LrLH/ywtNa
fdyMECrx4C0ht67yZPJWYCFaE8ovtjdDnhu9S2GYY/jyUXB6hXFZEi5x8E/4mXnc5o19VEVxAdjY
R+5flmuuGQeo9+VRTjHNEIhIQEA+2ehGkoMcH4JqYVmhmk9eMF2Irm0fxE9Jp5rYFgBI9QI92VMY
cL4ovYYsdGZAc1GlOkCAuDAeLCWJvvZNiZkSJTnnWUsckx521S085OkNCEVhEpWliGRQ4VSPn1Gn
gzo2CbmIUsJDWoWTLLEDVvOmDEP9y9gbw1dQQ+jD4BfpppTeD5c/0ulUAL0ji4e/ATWTmszx+IC2
RqAUOqrEcmHf51nSPwkhOwtveRobch/Z3LUkKOYUVswuego9aioHUbqSOro83bj1dAfbZ/nZ8I2t
lRkvgKduIntE3woz2gFbTpRf5PsqbRcKdyfhOkpduBFDMaNJSz4/uxgVtbDrToWj5WmD99PBPWOd
5aO4Lk2MoP7up2XzUYyzEbvi6ndmfZVOL7uEKHyyeCisXaEl3u9CWH/b44EG5pRgkoHAfQVwcDyB
ujMYlqB5hsVoHW873defw1D4CxWQM5+NSJDyB60pEH7z9j9i9RhaFFSpKq+NMTWpxi0+cJNcv7WQ
x54uSHD9k1wE6EgEZucKkJUGesHCenxl2IQqcWgNW68Afnx5bk6xUcwIPWrwKlOYRFXw+LM1hghE
FOJX76Cwgq1URvVqNcrxaG8aj6jIhaDY4UlEFoWHWDR0r4kRFREWUxooaK8om0OjNUm7sFHOvD1p
Cs1Z1F+pbH0m+X8UM0RQJjp6+AioVJm5gXJpb2IFXaPLb39mFCqO9qTLQUAKVOf45WO1FFh3UiW2
EgXDOafp7uQkURa+8Zk1Q4edEjyVM3KjObzYaGKz7SJlEmBDbrCLRLGlwgw7rbKWkrzT4sfEu6fE
S69hApjNAZmFl+dcmyWJhNXKDwG+Mi/R6Axfm9AI9iqWAw9No8RffM8PkTVXzVe9jY3nsiVRvvxp
P3GTxykNT6JxqNLBdVgkswM9KJAv9kKAMiZyYeHV4I3ytyBu6p8AFEPwaNDghduVXWZfI/SlvShd
GQVXrRkOySq1a/3JozfzVYlz7AGzGH5AoubNYaitPtgkqJX+gp4NcFSlvnudOEMhtuPYye9x3fUa
MjY+FfyoSNPfttdV6jr3c2qJoT6aXy+/5+nkqrRY6LSAX5z0SWevWUdmXyiggFaI+UZrSo06soOR
+g3KpL0w1OkVOdV3dbqX0FLATM5wAgbVY8g8SD8PmhaqV6PcNBur1IXvFlGu35UpFtabHM/Wb1Ql
CmDgnVEuKc6fpm9oZ3JpgLyZ6k3zZzCrckCNBROiHovqlyzCtATneLHVrFL7oQZxv9W9Mn65/I1P
8yVOAggbzChF7hPcHjYmgrWENKw9CnCiXmcYr8h1GbfCC0du0niJaXyqgTcRZzh2mFC6JM68sRuT
ZMiJDmkijpXyKbVHzJSVMcUOrfTtRjsMvuZX+Llp0mOgOnAC7bhIniwna7Auq5PgIew80ou8kJDs
UkB5PcXYsay1GmIB8AI0dQ/0m8pfuciqx2DsclqARhB+x9nJQfwUM5EHAbcZP8iM9hW2WVIDXFyK
kk3h53F803uxKbnYRpawoZoCy5fSllJlbeqgZdbkPfpvyRpEto/wjdZBjQjUdMsKQ9NwjIdvlVRZ
wQS99Jp973NLuhnn1hIt7GRrIMPOxqf5CFSCXGP6+z/O8MrAvBSjQzzMRiFuKJg1MBMwWtYhJawv
r5CTFhJ1i8/QAoIP+3DeYfVhVdly2DYUtq3kNlYhx00CXNUev4JyT4rrw5aw1Dsvj5H+uzz2ySXC
2JONBgcAZVP+d/yaULskH8Yk4ih0TK5AH5QrfkA7fI7yP371/9P/yB/+fXKKf/03f/6VFyg7+0E9
++O/7ouP7KmuPj7q27fiv6cf/T//6vEP/us2/IXPaP67nv9bRz/E7//P+Ou3+u3oD2TpYT18aT6q
4fFDNEn9OQBPOv2b/69/+V8fn7/leSg+/vkXhhNZPf02P8yzv/7zV4f3f/5F4fqPDz79/v/85d1b
ys89vCVvuTj5gY83UfOzmv4PSyWypL7DwQgH7a//6j7+/TfKPziQAR/DkCTmnO6fjBQ8+Odf9j84
QWFX2WBfp7iFkEfkzfQ36j8I7WhP0JOlVQNZxPnrf7/30Qz93xn7r6xJH/IwqwW/l4n/4wYEL0M3
ZjouWR5cg3PcTAu+IM1za7hxwrReK5ElEPizB7dHTw60wYCOM74meqgtIcpmG4+BoaETA0xqQ7zm
fGC58AcnVrrqxobY4LZmZE6Et2yv9JK/ENvMFv+/h2L1I+7qkLjNo9Q2KQOUurPqJvcAPNNgwDvO
MJd6W59hy/GnpNmKTCZeFZTymO3jPRb6WO7JSdnc2KYkXAQcgy0k6eQrrJP2qg7B+Rhxoqibuurt
Ta1GZewi2EPVCu9Mo8JFuc5QCAL8vR4nPtsUstcrE41CZHzI++5LrYFx00HY/Y7v8S0LrmncrB6G
r0o7iFcsibv3Ngyk7xZMMUhDpWO4YR+1d6DrsVR2+mB4jMhKv+pNV36vfcW69oP+pyEi+QtU824N
h6zxcSKXaex7Wtr/cDiol6A6ZyYDJQ+AjABo6EjPK+KqIlJV6eT6BuO2Zut0eQoBDNrDH9vvP8v8
z2U9u42nKYeuxQ4BXDElWrO5MCMsVEVnixtjDF5a5Eibu6Dsip1mekvCWZ9No9m8Q6CaLhBq7xMd
/HjeReP3oVF44sbD+Lwc5JXqp+vSQ4Z+WCXNL8DxhJmuE4tVESMQZ1TbBl1MMciYjzdru3pQm7dY
jnCAyj98/MSA4O9S514TvdupdwZq3HFCrbPT1kb6YhtUFMvU7eiNdtqNgoxYeIX7SiEePVpogfxD
D1+j9gq/HSDtKA6tAkve+LG6iWBr2lGzlXCKj0Y41oXbm6/Cu4/y4UsMHM7xbqKR4l70BZqUV78M
Y3TdhY+cSlTirjwsGQvlLrVQuDO3mu1v1Lbj/77RRbq3C3WfNY9VVK0vz+O5TaWRZCHwBeCYdGEW
TzZhBgRWKOImD0Jlxx+3pp3J2yjOPsIYoOUQK+GN6Y9vaZlLO2t0qnUAZ+5ZiWP8Wwp5i/CGtE4D
z7zGNLZD6JUyXN18437etvpHq+COnGBTiIp2Vn2JUGZ9iMOcMoCkP9WWgpRfALVTET087U55p7pT
H2LLQAo9x/wTTVfMOKUSonSZZE9abBaHuA87ZiobdmpWLNk3fpaYThYbXR4dUT+YG3NrlThS5SJC
ZufGELi5W14YbjmQBiqjI0Vw3IR/O13PGW6R7WLYpn3zRaYeMgRlXb8jQKSMTN9ViVCDrRoUa6kD
UZZsHUCiUbPyOGz2oB35zU2cbnQ9XprQOdnnc2dSOaOjMNGdTmCzUoOrKx+2vkmHDgtFjGtXApr7
ri4GfSPwR9olsFuvO0h1bqE0r1akDgsIozNXD9g9zmpuHdpzn6Idf8R8HQLVcqzGzY1k95x0jhRd
S/Fo7GzDMxfOobNDcbfiz0dREwT18dmQ6UFJqbBpbpwSP81eH5QNsiry96Bpl8LLOUT788taE7YG
vMjUapyNJSu1DSC5EDfY99V3KX7T2LOn2peurTuwfDYxezDaK6ur4ptAkYtNqVZia0j5sLeC0rgf
mhykVR2JuypJ1YWW2ry+y9NBsOFqRISHf8IePv4S6OZSt7YVREUrT92IwOxcagN4d1BqsMmPNNSo
fdteObX2zSshM2Lb4+0NfAq26HKbOzPpxr0EjttNxla+841BXZir01AI6VdubmtCwoDKnRfnPB+U
8KAVNzlqfY9pVuUbcsXkykQEZ2cNaDBGYjRvFA3VuoVTjnc/2tSIIFB6nEqCKDDSADv+NhRPlcYK
wN0MKC/C54yLtd/8XcgSa5Aoj6iS/5KhUlg9HqVoaTKW/f9i7ryy5Ea67TwhRQvevCKRprwli+QL
Fk0T3rsIzOmOQhPTh/qv6cwqVYpaerivzSaRCIQ5sc82mXVVap3caWXK2LuV2H38Lm9OXu5IMAq4
AFPesWWfbNhOrDlLoabligTYvcmt70Damh5QzaLRxsPg9Wn//24c/x3vEqt85X/+R83+5i6x6erv
P9PvR5eJ9W/8+2XC/4tmDDcGFEVcG6g6/usy8RdzZ+3SsLlxw7MY+X+/TFjOXwj2+VM2BnQtJH/8
523CMv4CuwWJI4KBW+n6R//xy/4vbhPrFvOPicwe98p2YAWh4qUUOmmcjzbuJhjqJ7RwCfCuHUQQ
XtVpZ6aYebKrvj4GLjuYMHgLGPdJxUVfiGDDiHAGMmrHR8fotc+towkN7KztHke3bbCPb9PGozyu
MBWaNF90QeZJtabmutpL0oOEBaqaPKoB1Tk1dNpCXNmVUz4nuSrKq9zGcynA7NC+9ecJyimMHYSR
9SizemsakzcHEEbF1zLS9ae5SDG5yIkx36vZRXmQlIP/lNZYrkDctbUwwnv+qs1x2txYfe7dAc/g
o/qPWXK+5F0HBZSYfZa6FwDutOSFXFXZ6MloZUfLpiMiw128J6v6FNvMtf+cju886ATie/Ogk9Ff
EvCmuedBGL6/qKa+bQsvcEz8mmZzi6wk4Oi+HHDo/fixp6geUxqQnQkONQMOl3eyScYk3U5mpWEz
oQBsJ3TiW+hCNR0AN9pZE44Xhj24wccPfYNVr0+FjARbCE4kZdfJptmiU4yoqCK85Ed/dQxLt3nh
ok5XpXHfwt6ugt516OXkxhLCCK33UllNWLBQznR1Xg07/7G41isNCjr6IHBw3NW67Hj/HhROeU4h
IbbaY9KGaDPtG8ocQwapKVszwAAewoNCNHnrxfEsQ6svyps2zez0EE+FX+60YdSuuZfD2zKjTr2k
9Rw9Wm0+Poix9tVl0+n6jCNrXEeBhRuT2lvZqBqaAA46p8ETRRWMc4H2s6vtz1KYEwW1SS4q4J1r
/1h3GY2DRdeJGuksR21Rh6nHJp7gFSDaKPGCwrJrR6u6h+cwFVhk+lw/IbBreXvm5nCyR7yOFn0Z
OKbQdNdS73i0bMeNl1qNIiC5fMQjxmk/q0ioH400zrkMvhEfrV8GM06QX6AZgOeTZ5WY4TgxDSr8
L/Vi0/iD52y8fhyuTWIl77OB+xkqa4E3iqHdilw0W8TS3QM+VMuhIxmmoP4R47VtJvWl0joSFcws
C2VuQYX9eD6fnM6vo7JCSh4qCJpppx1kj8TqXNV9vFGVmPfIt0SHncfch4OY6gcI7n2x/fiJ7w0O
qmq8U+j60A84vbGMSQeZQ004ybO+Hu3C9f6OjLKavqmmi6uAXjLpQi2V4AFzJV8DfqJygOzU61+G
1cRzM4lIXbRLmnPrxbzJJoyinD6lLgGImySdeuPM9eDkEHuFDgClcGykecqWc1KpLmoassjia7Iw
HlsT/2pMvyoW+scD82Y/g+G48ozh3NIDw93jeIKqCUfoYqHKWyycAclEH7YEgDy1YhnuC2NtmDRy
OLN1n96+1ndjTcBI5XoA6WyFIv8Jd9swE4QxliLQEGShdse6LNvbfruKoeux+Wo1Cghg7t3YRKQk
i2nFKQbOE8fMnj9+/3eGGScj67XhCJnilM9nUSNSTNSkhZg8zBnMZQc1Nzo3/d59DKUvknJufEyx
4zcu7QJrXruBqM+14aJw8nqb59hMbRIzcvMgjS3r2zTL4sIbKv/bVEIyn/Iy+Un/PL2tC4/IWUpx
aIYumQv/DyNAwQb/WqdePgWOVE26fGIOTLQiGUKb5OILKpv4z59Cj4irF04/+nqOHQ9AE4P+tX4n
gjjTh3u3nssAbpj58vG7nFye1onF4jZYNBpLxjpd5S7eCfoiGWbdTMqdcPp8ny7NPYR7Kw263CoP
GJXFm6V0o4uPn7x+wJNjkXKTJhiqZEjsp1YlRionm5QScp6IIcDDtk5w5mO6iYfMUj7ezbK+QVkh
vrhqnkmib+JzKrbTm/fry4MA4liD1yua3JM51setNlreetbMqbnBRbcIuwzpVpo72aPgxMTCZoj3
/WhiROw23RWS8fGQ644Ml8IdLvViVjd2TNwRV/jlHE3hnT2fDuF6RkF7RjV8Uq+RXYOzeurFpHp0
+l3uOONDjJRkpUUu07VX6E13pkB/bzKspB32NeqnN6eMrGRqVia+iWyzJZY5/XJlkU70o8IRDEWO
2YcpirgbHFXUl48nwzubKkluFBo0vOmsnFILfBD40q5hreJbRRXWmUzIZp5CP7a6FK2Og8oQ88sz
W9k7T2UC0vcFdVn1BebxEiPTp5sKsPNNy6060OY2/jpPZatvO3OGoWxjokMzelrO5Ti+Jk2czH0P
iBubdyrU9eJ3/OAOEfg8Oi2pVGqxPCZd3R960Ro6R3vVXsZVHdl4yGiN2MJl1C+JBTOnS7McxW81
KCGCuUR7fGhJo/udImmKDwSrevomzkuDuGjokHAZfbX8wF10MQ7+2PYRNonoGmCjWG2BzC1a5p1e
eN6zF1vlFPSSwuegW6OtLnqjhNkry6UnBo1/Xt7FbpqpoMd4+sqMqTjDFozwk+FJc4TOZ7i32Txa
AKddX0CHrTJnDAZ3xCRf+gV4NXlWfhcoOdp4q5fzufDNU4xqXcdcgnGAYDHDTDmV9Ju+KEZbW1jH
vjFcRfE8bzFMmUyq2TpB/1CNm6zMtTCdivla2FZ95Sup3fp+Zh0U9qAXnhqbiwzZ/207aMbdZM5c
MD+e4e+cZ+zhOEGgKMYB4HQ7V4YNojshFs5ix7zXl8beujNuj2ce886uijyG8wLmN1zD0/LZ8jup
+PxUX0mDiS/yZFySZyduaVpoaehFtbrWVx1Z6A0efm+5q5257737onD9UfEhfaObdTy3hzkfU6Vg
EDiZ0MHrVb/JcL4/h0u+s3a5S73ipTjisVEeP4YbXKlxcQZLaGxnZxVzDR4+0q+JrHKnbHBaFACN
f1GD8O5to0t3XivTe6Nf/IsmBUaGz9tVn/HRAXDXcEz29cSii5adpWi93VVZ6iT5rPgNm8wplqx8
LU+HnCOWTDxOCkyiiJTRspemnuPbRfk6jI/sRQ6ac+aEfcO/W/vPcIc44HnyymE4HiPsUHy/TnoR
oH23D4UR23cVaowLTcX2wV8It3DTyfkN3GPCaIh7pEPZfNvVYx3aVUK36k+XAD8HPwPOsrVGPzWt
UbqKDKIzRYBBeBeWNXzoUqEn+Pgpb1yU1rfGaJM9gUGHcWscv7UzWbKK9Bk5IPqGsJUxadOdkpj/
tZOxL/VquZ+58X9FwQsDsstmgsObUoXYa9TWrsC7arvypEo8xNpE26R18WC4i7sn8RW2SxLrPz7+
wetmf3wY8Htf758I3WmYndxb5jwt62EAH5jn+ofFUdAEhSaGTWrLfDgzOG9XDTwRmAvMCQMs2T8Z
m7i0aqErxmbBVupuXLoiRZ9tfqL96XxK69XuyFbOmRd8dx7SYaWNQueGcN3TOqsEd+skcubKTz65
kLh2MK7YnumoVJtC5RhUotLQN4J7FVlUi1UFZu9NCZ4GKaJ622nOyLveG3Ku0WvTF5aGfhr+U5m1
RN5BkSFrnNHjVoJCiWbu6mBOZXSmqnpvQlqAP/DqAILYlE+WoZk4gAM+g25UwnwcZ4nHhpnJlprD
1xI/P9SGIDwFXok/H+I0wtYJ8zY89ZPCG7oNDTlZELBspXvXWRL5hcxM7LlR8A/Znd8SNLzDeots
UmU7iX74eHK+s3lBswKHASGBavKazvKPnlspoBvkI7/dnfT5AR/w7FB7yg9qvP/2dWcVN0Y0Zji9
GdY5EfXbo4y9AqzjFS9n4E52+ExfulVQBjrjoVTbgEwvn4esHDLULFMqHga/6K+7LLbtvzVzXp7l
pJ/tY7/JF2QzAZI3wWVBLzGYOlkwys4j2UzoxUerSp+hkdrklMYuSmf7k9d3/WFaPC4MmjlsiVmd
vjSoRfsg11X2qZ17uclscoUOUYNp7h9/GPg3BHF42EzBNDqZVJnyJs2IYypm+O9fxxmy6K6vDf0m
nURPGtmA+mUX+cpMLxBnVeWnjx//9pTHronPA2SN5yd3huNNVomIKAE35WYYWW3A3CALTcXnLiTv
rFPH4HpKr5fYSWbg8VMqj/hMj7CCYHb9uAlsWLyb2iARKhC1I/+4cME+jFoSxAHKLaKW44dl9ZRr
GBCJoDNBNYKUqCXupul4bg9+Z+iANxkzxNsczqes+JzoG1uP1yWFbfJFgtKN4M4iPQM76+8sH0x9
VlsfKAd4HZxMELdIJ2WRxUEN7nCVb5b5M93r3rxI07r/5pQkhlwQTOqHqtCLVbWXNUEs4l/GPI4Y
1gzFd2/UQdOQWf4u05hgWc1Jxw3/mLnGYhspjqfYRT/98byiMuBABBvAoeGUNQ+maHvKnIiwQd+1
TQdfBai9rTO72turNUoKNPwoJVdni1OHyqJsQT1iniIg1W761QwlNXr9k1kn7jUFbH/mCHjjZcw2
giITob5L4wsV+8kZ3ya56KmCRcANoAoa2YoXw6AZYC79uI87GQcpKWfXOEHlm7jAJ33ApzcLUlLu
Q9hHy8U4Ize0c688OL0X71oPWoLP7fiiFua15Q8EAGVD352pst+bqsRC4unCXIVlezKHjKWWeuNG
Iqi5JnEh7dKDUNqfanheBwcGBCud1ig+gccLLxk6MdoFt1o0QvZlt9gJYspu2H48s97bS3CJAE/D
ktR5c5ItcZ5aM/kBBH9FfthJh0zYxjdXu7FST8/sJe89DA3uatNGbw8fyeNXkoutlV2hRNAQd36d
zml3UfdASVYd+2eq/Pe+EUscZh4bCifCyTfC0RWdAzrWYLE9EpH0rr8ohtJ6+Hj03ikc13w8WHlc
LNfWzPEL5eSLdzj1MIFTd9hQ43e7ehloGPePsseXe0r/1EWWlrftsVxQz7AtEzZ1/EQb250G8U+M
mqNBH2jJ5s4ehDwzw99+KJQGhAS8ipS4rZ6UpjoxIbnqOccmOKA7TbgRoeKL7m51N4n3H4/h2y/F
swBO2fXZB7gDHb/RmGFXLCBnb7jAaCGk+jaIYRmd2dveQUMA8DBrQXTPZEfSe/yYXOHhVkdkMkZT
L3522NGjs7Kam3ax2wDyVvVNy+Psdi6T9srOcKLMXEHgWOagTe/Gn/lc+U8SnvWNZSzZ516ronNK
xXcGHWsjmvAwdtamxkllV0y1mZY+k6knfS5oiQBA/D3MPu3XyPj68aC/nbiAAyhasOyjAIfMfTwa
lh0BgegAIr3mYqVU0d1Twik3ldnJ9cDr4qfUmwc7+Pix7xSOx889eUfE06OsMdffECMebe3O/J41
DeEKeraErlfazwV02z0MRoHeeHDu/Cn/Xub+gr4ZrfZuGjDWUflcf//4dzHCvPDxdZMf9i+XDrrS
tGqOB6R0FC1knxQPWFxt89CrRYhPWrMUxSWOi3b2tFQT4YDUlvpvr2cVbro0cpAfdUPWPNgNHtOb
rhPabeXgmr/LkhFnO6Bb74nWnmMd+PCFu0/j2Pic2Z3Ca8yVHd3pCU9sCmHf3vpIitSm1hbdCChG
EjPwmigTG49UHyrm3u/yywnLZTukhUWIFGxKZN/2suhZOMjc5C4wO9rfBYKdR7BwrrDLPI8PYFKZ
EVRxV/2caj3tr4bRXsPW7cbKg0ia0t7wKxVh8jPT+7pwQTg5Yddm7VAbJC7CAFEvpoOXydbvdBcP
lWjBvonE7eYKrLBVGzSoUGPyJZ9/SoOIX4T6o+z4i7597UZ5bIdlBsqEIbGffHaxM0vJ2UD4HTh4
DH5uu1WQZs+N328pzehlpZrE/HVGHJsHzajrPwahVz980MiKsizBsyFnTJZQk4mAwCCE9eznDOSm
n7p4q3szyQylL8FQeurjZFtXhvnVbSvrV983hRFKe7Iu42iCRl7Y07SvmkqEEg6hG4AGdtQaZNOj
8umH5Sc09ebFQYJvLYzwHFW2GSRwmx8mgxI16GYTRrNemm65s6uM0AQj6wYLHkFn+YGuR94jxjjA
pnhANfM+9RKLbDTSj8x90qXFY4k50pceTsYXqcoHsx2ziy51On3rRWX3d9sb+k+Y8PULtM7lHiNv
uLwqG+xf3izR3IlGxPW9pVUNekrLbLLQxNZhjWmuXB1xjFIy7DFemiClxsOzPo3uEBRur38G6DCX
y8xOPHNbuNmkQyrGhQKAC9tb5EXFvJsTNSew6AdingndMe5d1u6D1jmKW4DuiZchVd7PrOksnC68
OHky+bv6RsmepqMWzZaDtUEzf+t1UHD8JYT2qWiz8sYesN3blIaUxjbvdLO8HC13ZJ558aDzxboY
tbvtRE94wBgGoY2xfj2TdQa/T8IEnVRa/Mizcr4tLHf4kXeqzi7cWc8uWtw6gqWSDpNT1/unOssS
PWi7NEU5gIYuDnJT6ld4C3Tu1nZGowgas26SnaNLzdkmvkaelwP1o8YMM8ITQPljUgUWYocknNsm
+m7JRXAQlha8kkXhY7WBa1ziadgke4lZrxP47mI/2ZOIB+Bdp4m5pY99HFrS64q99GL5qzJF9g0a
rY4nSKNhz1zrFZAHoFbzuSizqg6Ltsc5StCa/DG6OfqRpkq7cdOQSrNs+hK6517S+ymDZsblcivR
b5ZXqdairGh9JHMHMdn5uggVsXtdX6dBqSvzit9rwGwyiul3rrvVsz5ywcSlw57HDZ6e8yUibNdF
rZHMOIPMZfp37etEhLmaiL44VVxfVzglzfCiIv+bVlfTFwuZKd9tAdwOQLJmNwBHw18p5YZnbzR/
LO9EUdbWRiTG8Ewqx/JlXCGJsXP0VZhT1f5GDUaRQHJfhs9aO5sVVwG7v1t0W+F/stjGV3dKovuU
LZvwnD4dH7n8Lw++iiHvVPBCVJC2i6n2cBJadIqmsqbL1rPShk/e6USM65V/V/V18XPo9WQK52yZ
t3aTYbMRp2J+WLrU/tFORX+nzaixgwY29Y+5HQt3NSrNNVDwNRmm55jaeF2a/x47W3tRmWYkVF99
/AB1izx6kdq9Q+LCbDPEjactQV0vjhUaNGEeZ+Jamo0uJ5ltcEhzL/HhHrrQai3sTMYhckLbQu5y
FYmxlKGWpcVzbM6ttwfRsp51YxjiwGnz7FHz2uQHtzQA8yiyvO8GkP1LqsbhyULtshw01zSwH3FZ
3avb1vBCPEz0ugGVbOlZe9u5zpgGZBUR1e6ZIvpd4/Lwgi2HmT855lJ8Yef2vWsN420Hj8em/jk4
UZ4cCL1rIR7OCgE6y/eTVxDKtGs1DqvAm9LpqdNow225o9JCadUYiyvRqsgF/Ul0jFtmsyAxaxrJ
0kECpFTQFKT8pRjcXJtDlNyINtK+9+gSRnj9hfqlchlX+KaAMF/4doZXj2lVzhJYfuJ/I78Td3uy
VLqrhEO7uLTpThJMnun4C1WmcTsUeLUEg232+sEgfo6dw4zyOxrWURfCJIIPRpYqQZAJsGQGeYi9
NISYT0wRoVvUQ7lQWCUR/kU2hEpd/zsPiEzeHHvEXeINer11OzP5NHtLZ+wjODtdhqlyYcbJZTyz
4JToaGPmUYab/OiljUG3HKvcsGYKqkPsLeK2d/wk2fS2Ff9cLFX24WKhj9GjTte39KvqQx/ZtP5F
Us0/rcUyZ+AzE7uqpPLXNiakZ28bIbCZSSfqHEK4Gyua8NIdvR8OEZSfC6fxu2s/rpdtDjmaRm5b
Jl8wpbOazehYhPx0paU9GOUC5LzEGHrth8GkIcnmEDsXmDsZ31ITR/hAOBwcAX0K917qOs1XqUX8
e6JqE0zdIle77vC0EWGjifouVpafblJpD9qevPg5Poz65H9BwxsbmyXt+8tR4eYdZG0nb9iatS6A
nbREt0Wll2FJUKYflq+Eod6uSCiZa2XTwGzg5sXw3whybbTFCfJ8GTG71m2vxOhmaKNda4k0C9wE
vBPLZK8YryO+3C+7c+evAJhWQRMrcp98b8mmoOiyAuOpti2/UxMWBlQHH4HSNFmr4bs9m9+VLEqY
gdR8YhOXUksDx5W2HmTCY+eNRt9oQsfPjFunH/07kQ3DYxMlya1DzMFdkuiuuqx6Vi8UfMzxSlOX
j13V+XEgp8zCgm6Cw7jJVK++Ufx5TdBghZiFkTZ3caDpaT5hjSNRX1Gr9A+xKoyveavlbFqLyq0w
Hx33tiB+bOMjf6OTnWghkmf/d9Y74vto0M7UFpXY8B4J5N3onKEY7VdxtTPSWZt2pqn0g40vKhGR
hoDdgvra2Ln0pdtHp9dkFtqDMcWPrI8En+EhjupNzTosgjwW3tdZ5UlxSRZeVVwVBKBPgZeOKrvC
aKyDqFJoRUc2WpHlF7mtWTcjvrH6pnHb0d4IHdAsMKAXdDc2BrMkpLUl4pzWLsjrbce2GvaGUKO3
d40qbS6ll6H2QlDWxTsRaXa296fOgvQ0Iub0xSg/FZ3Ingi39OW2o5VQYNQtLDtwcdj8pNWEzZAC
aU8Ezuo5wSHt4Mf5VtpZrsJx8vMXKFH4JkV+rX22Szd+tmtZGpcGngeXtVwlU3belLsh9xVlNlPl
vnNzSiwz8rKDryPruPSmcb6pAMroUOG1iVixNscqRNOWDsEk3WLc9k7vrhS01ocyky7yUOWeW4YE
kzCvlS3c61xqerl1i750r4ua0IKAumqkfEmET3rX3PuPeunO3q5WU/RrmobY3S2yiAviJm2EpsZo
w2Guai/5PblZxG+jWLkhYk+7tSNjWR8OiSFEjWf85PSUn1lMtiSvWhUPtTnboCNNed/oSRJdNEbU
fdUav7qDl52ToqbN7b6epxzOAjnKlNWNPslNLAZniw0+DXRaAcjNrZEgFbvRVHndLaOIt4sW6d22
GSSx5U6d9aE1UxQEmrKNZVf0yu13nVPmeEVASrNZYWOebSz03CORZiobt01UyU0HDufYQT4WFdG5
c7J8hiPf3tqw1s1DsijRBCRK5eVDPid5s/W0IprICpjaNoh0LBqwojYtdbBNxd//H/HS5biRQ+ep
bYqrgCIRN9ZhEu2GZktvnME43+nyAWqQ9L76JsJrOVWI5gVOGZMBWSxXdgMDefg1Jhb3PJXAlPL0
iHHwbCDnWfvRd2N3mWhTf1k0MvrbcWTy57gO3p0a9lcGmYv4Xx3fcgnJ06qu7GL6mUayb0Te/+3m
VYT3k0UM3Jk79Xs3apQzsMggRqHyOH6WbUZU1+bAi7d1HZDO1Idzn/W/K4F+lI63ceYO/w5vDbXy
SgqDKbVSdE+gMZw9jbyxAJLIVxwCbZiqIVjE4hMqXchfUUIKrmNXbIF62X7Khdfctcq3tqNtTCRz
LThEJZHftEEhiGzMMTK1zozIe6CLA4cdQBcmCsaOxyMCRVOrnR5XYkXIJQyqpFjQMWerS40n7okG
1TZjVaszM/Btx4Ojeo2tWDNXgF1PsDxc93Q5RtC5sq71d5nvD1ea21l/50Pmh2bUVod8mksHPMMD
VJhJCft4Hqxz6hhZYQGsXFXsKDCmOUViDWLQcq/i+d2Sqcs6n70D8aP9196ovlMZR/eyBCzoEcOd
efDb4cbdHHoHXTJ62rQFj4dbpoIQ1dlGYiHm8ZIrUHlpalG7XYA+k6BSxRd64dmZ0V6/4cnb0j23
kd4x2DhdnwBcotP9Ylngb5pxZl4iYuGysFAL1XaaXPMHZ+Pe3qKGbC7o7ehGQ5QAdTl+S6Glo2wb
+JC9qOtdPWBYElsRyfOSipNzzYn00JUWp6Vn5WhUI7SblF9Wkjz6SON3C0zdS2YIHT4r9ZPNjB/O
ud7eO4PCUcguCPcE7P+U2Ddnk9ckhowpRBonmHNgcq2+TjJzp7X6r4+n29vpji4DS2b4g5AJ32jl
Z6EVpaxcGFBTXV+TLdyJQ2YJ39maCWbAm8G34pdxwZdhbyZ0gwOM1LA7//hHvBXagOmgAaGNqcO9
R2lz/FXg1tlOvDJKjEgN5WVtLI636ZLUeir1bn4Ubat/k9G0FGHF0UP+gGlQXKGv8H4JofnnbAre
wV2RnMN2Qhfrwmg21i/0D8JCanqieZUtTFlnbNtisSCqU2Q0S+49lEkNyF0mzT6uW4/SnAzVYjTb
XTtG06HLsunrBB64HZs+Cj8eqLczY/1dNJ7gQK0C5pM2TWdI31QDMyMryiKUC4wGN1VooWJPHIql
Pcc3fLsZwWul24BqBI4rLdXjcUAXorVMRPrl1ey9KJpUdLSHPqeCWK8FsaLCzvIRpg35LOcMF9d/
/Hhv4A3ZiOh3sCXSbjt+uDNmmdlECn7rrLp91zYzsVzEIv7xkDLzWAQIY16Vv8dP4XaVLfrKNEy4
Nj7n8KjvO1K/dyTz9RdortQ5Fc7bHYhThTYYC2X1gzntJeRAFULYHGtj28V3Np6nYZVV7sYaUOJ8
/G7vPMql04a6c9Wwaa+isn9M46k0On0gBQcO0LiEy9BnWwlZJljaSO4/ftQ7TAGewGShxqUzzYsd
j2PsojWbEo2DWibllTNWzQtinqKho1iRyDXFcg4ixEbXpS+0w7wYv40prUM4ldqmGUCRRxePV6uD
U9mOYtmC2kQ7Z7QwqSKzfb4ke+5c2Mi7w0PqPYxfeKY0WY9/8uRLqJ8xq6kZnRk0LBq8q5a9aIeD
63JxZnzezGZ60nxscuzY63CjOTleJ0RyOd7ZyYYetVbedZjLefgBt/JXlnQVKXrOVHytHNhHl5m0
8DnGNTeZvrdYlg3bbunacuOVsMBCkx6G8dAkfuwfPv6Nr7yIoxUHWwK7egyRqULRbJ38RnPQ+qjQ
lmSz0BVUL3EqMemdW5M4mgL4WoaxmFSxd/QqmfeDNLDta7SihyKcu1EoXVuT+Fs5HSwP9vhd27Q1
Uj8cGGdqyhr2OK0gcUvIg9HtprwdiHi1otQIDFRJGJJg5zhflrbZ3Yxl2ufkDcZy28daIi/EGGl0
IkQu1W1Pq8I4s1Jee+knr45CaG19MwK4tZ9sNlFUcmetI8ouc1z2s2iFDAvNy78BQJh1uHgj4WCA
iG4e5soqmh2Hk7HLCr/It4lEXHPVL3VqBqO5dPZ1mtuR2Ba0HZ5MSO8/XTcDQsx8a6k3zsC3D6i/
xm9ZWRsADZOlsFqVadLTX0yTp4+/6jsTD7MNXgx/AfwNTgvKluS3nIoz2QiN657f2e6m6dR8hgz5
9joBd4BbkmlTPFNHnvqYM1ReqhMavcnGqLnOytGX+75SfRIWpdWhB/LE8kl1UQXgnVblofMyjNfS
sanDqaHHCVJn+yKM5YAWG7wDn4jJk9lyhtH0djSQvsGQJV8As3H7lLTjAHjrksbextUzuY/HfsEa
vNW2fzrmrHQ2QoJrqWrgZx3vLCAjdsZqBUpK3BhkHOLAZlpIPz8zbd9Ub7D0jdWPmD3MXa8tx88R
/HcDO8V0MzdNEpJRrQcYDsqtKoeq3mexJA9p7RkRqWD1l53NvNx9/KZvKgR+AeOJKBsSFOGcJxXJ
rFWT2S78Asuoxa63SHdzEZxd06+NJ4C8QW7JkPL3Bu3C+48fvQ7i8ZK14L/hp8dTUTqfagQI7epG
LRV0WOd22cxoT27WJLFHdh39Af/Bc7ZS70yd9S7qrioqDA5OTaojVHzwaYFchibXLmRh/VKo7M98
UfftU1bZNnehVaG51uTHnzTiPjxgoYHBtFPaLzlgdb5LfAtMv6NuSLZZn8c5bcoEvU2qjdW0XRCQ
qgZG2AzCBBujNqe7Ou3Hn8LSiyGwFP1id7Tq8TBVVfECq0T+iEQysg/UPSh7b8zLIzw247Zw3cHd
GXPqjoFcarMPJn7pN/xDfbEd83yywoU15bB4BPFKrdaXYG62W493tWpwWcBrX6PrXwnxlMIFjP72
CrOdDuhmnHhX4nvqb2nPRmh5oQkXYS6gCYSDRZzpFvi5tEI/j2Nrx1EvcY3nqHoxItTVYdc0xgO3
krl+rgGB1JU08gWauZyGdgvvWnJR6WWhB1UzkEJLd7v/skDL0sOEhAEZZklST4zoWBv7IV98aorF
rO+EiNwB/3hy1MKexfIQQ7hCxSCL6DkjZe973zgNBAIEDf3Xhjb0he02A4TOJFm6f20Zf2Rm8n80
RTwyUvzQZPG/peUJ29Z/eky8sTw5jLAp/te/AV/9y4zx1XFxZff/y/PEMP7i8oEX7equxpXsH54n
zl/IBfnv3FC4JWOS/F+eJ95foAoce2hRPf5grVb/3UHRsv9ywTiAONDTGGyQ+p94noBCrVSXf2xD
q7AYC9bVm2J9kndqe1ID1I6V7+Nk5Ylv1NV6WzwlpMIe6KLaB9NYw8WHUtt5Pc1KI7qd7EQ7uCVR
CJmbmDsCYexNDhIdZnn5KaIBtyMUCZzNzSAoz7MWRFVt7jgJ5y0wrHnTmMZwQK703fTS7N7N3AaT
IjIFhrr2ArtwvqrZ/jW5+3KMvne9UWzrxhuvcHVY7kFEWvD3yNwYXZVcGakQ2ybtoSjHnvQvKZXj
exnX4NyDbewxX70YGiQv0J3vbeF/y1RFx7dZoCLKa6HLPBDGIPaJg6dBNOpiNwlh3khnDa8QbUc3
uVrqMPIid1cUGEsnWp8/SkyC5Gb0M+855iK91bhObltuQZ/l5EUH084sPTT7FKS/gyVshPCFtedG
GCVywFo8Nx60Lxxq24ojJ55e8p5SuVh7o0FKYXvwxs7jddy4CGQ7astF4/rieeT/WIezwYCYiEtz
O2qDrW0ruUS4EEDpvEpFood4y+vJRtdY43T14lCpdC7DmLajXFuL9RcSPvaVW4ttwob3baHvukMK
E/dBCmjSEwXn5k9WPFlEPNTL2G9Hj+6I0rLY3wpelJirKP3f1J3XjuNKm2WfiA16c0sjrzRKXzdE
VlUe2iAZQc+n76XuGTTmBwaNvuzbc6qyUhIV8Zm919YuiIr7MJ1qsRKkXRRJOvDR2YXL/txT1GvR
aCBICjvfAKU8eubHhO0Ra+EqjrKS62Hp6j/Wav209XYdis1N6tZe/2F0ztg/10aCd8tSXudtOxvd
s5EdKE8FRAn4xK28AzwqYJPpOBIv5eXj+rkaeX9eqG2/tVE/g+oIN+gD5An11n6TqHP81X5Zs7Y5
9pPzR0oSlTXta2HZbHrp77bKHiu17ZtFPwhD3FTg8QLqgU+V+cDTaAbGD8QvO1Ttpu41iIjcLLcJ
DNEX2gIjJm6sQ0gync3Sr/ejIYInboTYR6CwOCpZ00PAhXTJOkvsfUOTceOo35i3Dltj6d8LsD6K
zlxlTIdNbCzFpDdHyqaA5SKr6rAezfUdhxg/ztIrbReYTX1Bz6gSuCPPvaxRKsyd/7rKXjwvK1Lu
ZkKWYEyzdiAoZnoIFFYBSgKLSaGHWNXN13PVoHhasj0SVvPI1jVLSrPQkxrc9Bu7bPLcnKG4jB3j
CiX19Oj2dXY009r/nLTWus5TizKmHLsp0ofujXDXL4+oFBLHue2ioczScJxcLyadTYskeMbSLj+7
WbSYUaWxD0rLj4WNuAy/89tEc/jAtjIjG50FYXXfcrW0WOFiOcXFk9OftQYwEa6K3yst1zwaV52j
otcnP2pttKr0c+FQkHMe1Dp6stbQiT1v3WsKePkmHG0GOEjTjj+2uVR54H7hI3pBpeKRSli+FHlz
0jqLg4rMndPMqXZb4IjGntE1x9m6Z1UEe+DmKEAGgPyVSb9/bUQwJdbiuWd/nOVV3MXrwQuUxiBB
bNKTXoCIwybqfCvpDzWcIdVkAnT0s/Yxlfpl1Gd3zzhzOZJi7d0KDFrh/YQ+dRz7PH52ljiV8K5y
ILq1cDliMw3pQpXMcxcxYD2Q/nMNjGIvfaCDmNbY209Hv7Gu6cBXrZ//YFyx0Cg7uxUpSCjGbEvx
qUxx4+UXp3vONXsMg14l2xhUCaGEXrT4lXtJlROzLv6RPuNMXs5pWpWIgmbOYjYYHbk4LHR1RIei
E8Vz0GwOgM2K9TBBobvFtciZWbJ7Ymg1PzmiKA9wfbpXR1fEVC8xUIECAA9atlG8r3azhYpdbeU4
p2aqk60xvlZD55TwvTN9lB3pLbmjuKqCI9t4nTGdW7zm9/ombBp9OEpHsDLGE9CUfmLOZPHq7LcI
EPPtFS2b97Y0DT/eL7SEXQmfAXHYUTv2Oe9/czX7uYA/XqcH29kg+K5/AUPNe33sxJ7v23IorO1j
mkZgm5oD33qV44cTiHiy2slBHtPPPL/B9FQqdAXZmO3WduiSchqKZABoqaZ5OeUpW0ivFqjLOhGi
5HxY2cUPVqY9GcgBnqAFVhHc3EcB8MpP83NltPxiehV7ffGkpd3XbC0FS9V8TVxTFp9OhjTOhncc
eRw8kYfUyPREFpojD4/VD9MjAF+0LquM6dYTltfWAwNiC7iXtV1RzSzvUyaHQ11vR38uq72TlygW
Rn2Mc7MbT0zJE6PW2b9eVr93wxLYvgpzvzP26RqYYS77Nuy4fUmAOtxH7GEpus+pX81QG7oXEoH9
U0NjgRSLKxNXR3qcVdHv21GkHN9qJoypeYZIkzDTGk6Z1exF29cHwqH10wAJ4HUwHsgTm+Nxm5BK
1RuiBbvUkxaX9aUvvzYf+eaqp54Xlu1wA0HiHFJEPbEaNNhoVR7zEBoHT+rB01jhMoTDTUQyTNJD
zekRtZkZ7NBQAnrjJcBmnOdUkoKBNMXRspK/jb7B8gWtwniFB9U8Ev70ZpXFHkdUIm0iBKHCi7DN
H4NM/FWmFxMMyZWRp39q3gsUQMMXUi7+bLnMGBchfLlbkX5KbZpvmc+dl5a6Q2o2jMEtyJcLWfMs
MCdX/iIodSJ8Z1Np4lGDFUnJccPwpjiILbPA6HYI8lqepiUbd5zoH7Mcdutg7NdCO29deVmqz0xw
V5afwVA/uE7N0rNP7KXdO2XJly23bky/ot76WNr1pSmd56z6HQjEMUFN0iwhW0qLjeoapEXsWceq
HT/NkXt16uNpaB+xUh2kmHDjgJDLJZokQrs4F63hhqtEP8mGgbrBfq/w1NEtsw8blyLqJfcmp3w4
5DOrDl9ZTy1DS9C4iTZZejJMU58U4I3nYNe69ckuPlfp7EY9UHsyuL7BWD7qvRnXnflCC/XZ6fnJ
sceHfrAfVSufBh6YbS6QgKmgjXvcRAmmPJWkcztjh3eOGhVr1BhrEacTMn5wI9lDnWeHrUPVw7Yw
0v17zppofvkVKum88H9p1Qzns+dx8QduhqkFziL5ri1hpaP95RIDMF71aZJamXMspWse5qrZV43+
tckOnQ4ZglG6pE/S04qD7TZGPGopyWaL/YKdw4oqfSVbwirkrVP8LFd22Z9CU7/yfCoT06y5rFXl
nJ2xbfbBSGyf16yRm6t0V6j8KlbtJw+8q3JmHi7U2JZUf9c8uK4oxWFlx8GQ76p7kIW07MQqVB9Z
91/Lk+qTWo2foUdZJ+PijjjRYGt/1sbA5wh095MHTbAU7z7qan4YffdPM+ovgg7mgV3bD4VZd2px
S31aynoW+sBvhaBqzvPQ1V5sYTz7BDXvMnNKH41+vsncuDEX3SsOg75d72+itRudpdmv/EMHXc/a
b/ha5Qt+3uVYlD8jAlJT+DsWac11qyl4MG9Eo410SrdzcfWniuTArgseRV3BL9iEvPGdevJF/RdZ
cNLa+FRbTejHCVlhgj4CjdBkWnas2KderLSfsbHaTkJkwbnt+2oLURa/DJqf63jL1vUNAZ/3GyO3
H+XtXF1S/JbxfcyOzhrmkiv9Ic6nhsO8lWNsMBRgggCznFKqAZRdYAl03Ud93dYEMTzVRZYfcQpC
Zm0r84EmaUyGtvoa0/TGGLL4SlV+8bjph24KkryjAHfzWp6FQYoNN7JCIcPvaLRMQFuk1d9omM2D
mNn4kMinHVsf9WIIPYnj8G7m88pZnsk4e9VMm3sfEIc4m0E9nQFDlxh67tljyhlP7dyplyXf+scp
LdyQyat41VZkyq4nxRBmgreDvWpw5LaUZ6zb2a5gtARxUgsS9J3FSKhk8Mvvimw3ZGYb9Zzp+222
22gSJSF8vT+h7mzbmLn0eCKotGZabn5DtAn+rnw/JsRl5a2pGV6WsiyBzA16OOv5V+5XFhCmzDiy
em9Ooh2RnWbeqI5KZcbbYrhbjBG55SEN1B8zneSu6tdzAyyqDpvKCN7UyD08BZob2frgnaC/5HHr
izXx/W0NPTGt0chv9Y5wDPX3LB3vcck5kszZ8A6V19sHFioinMid0Q6+aaTRPKwf87oYcYbwkvx6
ox4fy6BD3FktXzm5JU0scV5gPZOrvEIPSB9VhZJN1d66Xzkpk6HTtms19kEM9kTu136zfjEPMnej
O8wn464NjHybk5gIQjgcKkNyWaF/nNw5Hhgz7caml6c+CLRTMNEQw/B484xK/5gn04icfpzfNyrt
dwzI7Dw23Kuc7mJv+MyqEceNEQzy+qYjMNwID5T6OZVjHxtNg47OS/trDYMzXrBnPcrAxLPnleqf
yRrmSAaVeVXWsC+M5rYEH3WTa2Y4CKwdbftt5ILUeE9q3OSpeTDvlMWtkX+Cprf385oFXZiu6Rx2
GNj2nr5Yl5Kk4MjtDfsJpf6XDDTnrZ0AmS8bysmB79nHat7V147bXFK0mPs07xTprJpzrXL5Wirn
7sOwnSNrV8HTKr4GwfOVqiVeibw+ufVYh2bf+NGqdP9s3r+RoHfeK6OrnkdLhx4MzDRGOvRkZeiT
kDvGsyWaS+s5y5XGfHmSkxEkw9h8Tk6f7ifEUpduqoaY6NCN4yibzx5LnUs5p+WUCHYlsFW3Evnh
uj3UiMW5Z6n1e2AKe26QLQ8WFKCm/TAbKv30x1YeJmwRSTGlzi5ouXL02fMOHj1h5Hm5EaLKCV2M
jCfN4LWkEymiExv1I4lo7rOVBetBepPYtyvVbtxgafs0ZbA+w081bxRqzm/LV8PDoo/FSBFozY+S
M52TKLf/ag12CUtMx8zqZCLZGz0L908uQS50T3Iw/mQ40IQ8mvKWt0PkuweI0b9X7vST2DDrBG0n
DoHXy13AnJyycyZOL5CO9kx6lBNmDFnfkd8VscYm8g9PJLAjH02GQAJ70cYitrVyI8nByj5548vz
YnnVj53aCyRHBcW8CupX6BscrCWabKlvryawGKAY6fKeCyP4bOaBvmU25dcyFc1xTa3yl7IRkG5B
anDsTHClgIWJ9rCORly1pFRNo6z/tkHJgzCw4uw5loytitS4jnqi5WhGwtS3tvzrjgMNbTcbzoDz
MzNxfU039oPqkfDai63dFopa+jp8R5+2nWkV9X89fmVQLBrSC5b21rhN+1TxGvd1S9kYwUWrLqtl
z1hQGmk8YvHSj+SRIBtdfSly+vLcuJpLZ324RSkeltpcqB4MZsVhXdu5ipo5nV/GpZm32OKfxN4k
3Qe9MOp3rTPsozC07Sb6ns7U8OruqCy/DeIlBxOWz4gBwlm23pO9Vc5POubsBCmJucT8ljCOvnKZ
kDuld/Zsp9i3JrjUSMrcj2lEzd/QLsmdXVJtVwH5PnAudYkjNStejc2jWWhpmUoU5LPXDie9G0k4
Y5ghq7OLY0+L6N6D31mwPQkCZt/ait5CNLI/myplWkNrFXLNBV5Mjilertx3VVzINS9iA0/b3kz9
b2Jlj9MYENw6tqSTaY2IbGYAp3wkscmq2+6adeVyBHN0WkoaplI7N7n1qpQR2dIE1ZXJ3UA7MmZ9
+gxptzvYdyutbNo+IpCezn1b+JWVild/2yv72gmc5wW54mZqPvMqjqYzfNquh7nETsrRz+PRlUdf
4VXATOZOn3KeotIzSLyYoxH+vl/44TA/ZJSut9X3+thxtNAhHw5+C0wXrvVWWmXkFDVXzFw0Zoxl
QySKdYm+vFe1+wzCMjbFvMNs9WrrIilkSlbGcpjrn6rnQpvsOXQL9+ZsfftKZzjt9cX/BycIziWd
5nbyHfxoo1UwFZnkdnZz1z0FBORFRVnufD37M2f5j2Ws68UuqoOzOnOEAIMAZBMLTmHX70wv8OEx
UwwBieZh4K97ZymaPdE050aH1SVy5+xbzh+/v9d0hLbEZFsFVPA62gBaT5s74RnDnhWVjf6zmhTf
XluIGzdw4nXrEhm4CA8eGdHISJh3mAwrc5bR9ywOcT/wHKTkCNfKFf62YYeuS52nO/631VVxUZqQ
NvtEBMjafByDi6rrsDVltHRpTO4Dl5tzc1jLlIxQxEy8cdH/NRfvcfONKxm5COeDtwb9Z6ShiiP1
g9wAHtBvMC5WeH8eW8xk/HPrQ5ut9CZ+xhu78lQ0rLSsnx7csLnuyDbGX8Zqn6/SktQWGb+u/mI7
beKD2zZ757wE2S/PP0hoEZtEa+QFr5t2H4v5Z2PGkYIEAE5dqLzuvPkTCvzcf0s75yY1IyMAmJXo
oD2SA7Ef2+Vbz6trVvKKB3OhFXATe11+EfIXUjfsltrjchcPZXpReb6EfZGe5lrdqFQfKpv5cFu7
ZdKk/pcsnDne1vuZnt2mZsQVVJCG1qXmcV3bPMSCHBczBkCTTJFaavumZIdWIXIMA1qYsFXSPnLr
v5cwo1KGjvG0gFzQu9uyxVltHg36fnrEuNUdcm7xSrGzomZ0FtyfmLp4GkWSTd6JUQ2p2Yq8pkkR
3aU11WHIhpNLSDozQ7B/Q0ecsMaqEjPj6reH2Wsuri4Oq/XE0JGyf152XcttkuJeW+cGdxhvDTOw
4VRX9LfobsOh99yonpvloNYuXDsiyiY0HhFzv6fZr3d9NfBdQ04wTMEUMoMIGZQdpwwAmjbf8H/u
CR6LM/d7nn0aPZVymQd/PTSdVoniuK5+OpUyq7e34ao3pv6s+nWKvZzszllOVbSU5MvjKrLj1jaL
Q5eiM4PV1YX0Qd+1OfK1yXm6W+3qCg68esE5NU0xntYUsQWr0RP5GzGa5S+l3g0fd34QPLK2j2QR
7Igl7KJprHZoCu/GN4s4x4IcLD9uJ2CRs53GAKOC2cDK+NEZP4gbvinO57A3pEq03n+qGis9Zs5y
bmvCnBC5bOeFBamX6k9ikNfSYdrKIf+70ZdHOpCjmOePflEXff0IzP7WSMR0TJi8ZO4pCSAwfJRF
uc9pU9yOD6VDDVKn6lSMAxfuor1p5pUUVNYZSPz18QzqMvQFqi4QT6YOQVZc1qo5aoV/aNSWnRV/
bh6POGlgYT2JbN21015TF5s5FUWQffKDZp/Wb8wdwip9k/PD5HKieNuLYY4M+YddEewn5qLdgLd3
JVSbIcuie1Eq/CvblDAfz6X84CgKqTnwArHRwOjhqVtBRbrYc7y6eJ0368l13nB1Rob55ay/q/6N
TQvNHu0g90HPudtuy1kR/O51u97/7HWNBbuBcmI46PdiYWgeBo2ZG6KZquFMo5/8WLTeiPy2PhMx
6YVdESyvvb1a8Uj2YGKyqIlq03+d2JvvmsW82d64XmWv6ENMrDnb8GMv3klAA7bN8bGmxdsFGJlP
dseagfol1nLfOHdp/Ypa5EESsa5kcX+qGz6yPBA0jcSk56SaXGw8cneGcVyO3iHXaUPZWGPZ8J/L
zXYTV1vnjtdAf7e62dk0xl9YopGza2r0rpbA50kQ8MEfnPXCOMuun616+OEKYvrhUcnY+XhBTYiv
srqf5MPqP6blsOwxuKCDrxh8cPyyzPhMs2wiUXDrn2f9zdOaB/IGwhqHaNTnlvtYkA95JNSPEe74
YldMh13aGim5OpbNiLc0+xwGe714hHRQW7Oqg0LVrWHguB5EqPZimk+b4qY191VRrSR3LsEOWcic
GIv3iqskJjv8rJf6Y9e9z4pYs168VpqHi3GIyZskjEE32A3Yu1mwXGu2+9B0EDI7NRiiDk7tpztG
4eWh2TICGfLefbD1xT1WQ3ctdIdhbhfnen7rGOQyZkFaEjTBs8DiTS/jLPxdSjGNibtuYZ5JBTOl
ABNJezcz6xUrjh6nNDPksr5m6bk0nfFQT2tGH5JK/GCtejYC77MssuLY92Q4GKrAB4sE8VR4VZTz
LkSs/r1rIMVRFC2WtZ0kJI2r3//d8tdCx6z1vb7VMnbM+dYor0kUGv3bkub6vvPys+1XSKp9Pc6c
Ppmyhr6ua8q4be3jZNfHSWLfsfM06uz+nVn26zCgPG3v9h2NnMyQlUIdLcFEKK9PvYQTTafW8Mfh
IaOOfl3dxuP2LilNPXFbyuBbzPbeMCe84H6xB4b3sdbaA9OFN/IlD3iZDkbnP29lZseDPjLECiYG
/s5py/1ni0pv7NncomoO88EqEiGHNyHJGUQOElnbYDMPLvC5Q425Gv1gJo49Twmm2n9yqupwK311
2Nrqd76mFI0OV9hUUWoh1/ku/W9vk88eWiSmEPMr/qcrHO43n+ZRYyK/LywKqQwa1T0fDpe6dI4C
qSH2VjuPFEGlKTRh9Fv+Vp/6oRL7oM//1D6LvfxOruFyzPQXeGrHZmMp3wqKY33lASzbhnAKHvi0
jfWsumgeUmraA9YKQmvykzuVJ6Zu6W5up3U/SXzGsOHqKLOtfbttUe4q/syKgM8d52PRSi3a6k1/
y4RvhMvsPkw6UKMBH2l0b1rwYWPPb2BOTGxecZ3eF3Dymcu3CIkeLiJ4uu5eNvNPNzK1GN2yjdLK
MnZbn5WRItU1yVZHPVS19ViU80AGO4+xGnxxHFQnTpm0OIK6ZSRBT5G92lvewTWGX2m+dTtmGGY8
qzSPtV7sFs144fv4pAqmN4y2iCdGZZTIbWDTuzEcS/Vq+QRigItuXmeaNyXPc62Xf11lw7WVuTpt
bUatP402Q73V3BVAvbD66U5SbGOBLS2fj3Jx+qPm+iXfTVFFbaXuFV9pwHggXezuLIqtZelx3aF9
0AvmsSS6yURlZCIvxYcmKPNQz++NCQWCac115CqtiAe/+8zYIj2ZdCCxz3zq5i92kzBJKiNT1lo8
Q9++WpvNCqOdyKkt73ymoHxZR/W6eulXPerazlZbcKFaBN8ysAgvsNwR935XI+rutaUnxheszhos
lyP+ufINpKt/6cfOOaqRETe6MIbOq/5k3jfLW1c/tq7Z7ItgaP8OmAUPi6n0iymz4Pc699pHWzXL
Z6E3G7SmcWUUmrEQEPKXoTUu3c/20Ln545qbNw0yBnNafgG/3dqXRVpkYxG7LZCdhs0isWAbwd+q
s+I8mJrEMxXm7UFQDxVVgGCBKkJQnuOgLzlG7Bp4hmfO7i1DnxoLr3tzgZtg1/bRGmB5TvrF3w5Z
E6yvwwKJy4eB+4an9SoMvfjFXkWRt9uo0MBvLFzeQ9Io9lNRdEcPpmRUqhJ/KrqWFOhraGH1ZC4F
i0VYCZJDccyHlTg8ay6ObV7uUHpV90HYtU1r9Qhe5Tt1yJhACMGJ1m9mH805lQRGiT4OOnUK9Mua
6d8DA4VcM3Ya4tHBau7jKr496PMXMxxHy8LX7rz0OtCztq7bA7Z+6z9Vov8jMdb/OpnVXb/+/5dZ
HYfv+l+Cpe5/4f8ES/n/Bm0LNigmDyLQYGX932Ap99/uvhzCkRG06v8RH/VfIiuPmFpCxUh7YngG
m+6/RFaWQxwVeR1UJnh6GFTY/xOR1b8403AVsJfGo4SCWXeQu/6LJLJ1BEcVGD42S4TZlZ7+7VKY
I0k3rcNmMivPHSP/b8iYKMnuP/b/EXYB2nagYLMHxIVlmv8irjVtUSnbYKjepQPD4m72y+YoMEJ6
cZCWwRhT85YuubJr1z2Upd/SI8947AFd2I08l43mqBND3VrtrInlSZL2HtX4pG+g+Gi8sPry3v41
MgbkiL+YvkcgNYIWVbm36l8o5nXr0AUYX056D943dqyy4wSQ08Iivkqtc8eXtwjhPnQfWTauf0n3
tGSEK6iIs0oPMPR6/fQ5VWU+7WaM1CbsoXxWTyU0xBe3LKs0nuZuc0/I3rgL+G6m1rHeAvvT0cYt
22Pez1d+tWUeOdTv+Likx8KFyL8swC7JijszAh6tYRAM4EyxhGBhvDKhV4V3zqcJK0A8eLWqQlMp
ez4OqVjErQ+K9B54PwWAlMfxGe6M8QgqygcQAwDxSwj9EYBG3sdEmM5XFGrNLlfu5IauNXufohG9
jWu8t9unlOGZQF3WLtpLj03fSobZGmvs/PgF8FSUC/dJblRfs9G4H9CD06QxlWvjuxbdl9/56lFv
/Pn32NsQVx3YiGmMgpoX2s4FJTZgAlP81ttezIktiXSBWpEzofA17CTRoBFne0BUxH8HcBGwoxQd
9BzQA164rRkVaGpaL1Naec4OsIFF1890NMk6e0A3MiOOZUkRyPEJ4M40vfTC599MXSG/GADQCJJl
D8ujtxhxZ5zxp7IY2ocKEwXtWyuKV89Gyr4rs35ukrVPyz86racfLoV07qSn2oR9Yw3gjuS22TpN
vGgqtd/ANNxNHv5msWYpWav/9QGZGdYJGWOJpsTONr1DtjaKdjfY/UgaAO6e/knobfelw+/tnyrN
5rOfgLL0u6GoTUrgySva9pF/epXlTqUo/RMQVql6qnrDqp5AQw0VGgixsEhlSpuX+2GweL4QnOn9
MzedBp21XdtmnOMZDPL8pEtiAN5EZ+b1xeGx5yl0q/ufBtcCnoR943/+R38ziumAtYkpJiZFfnK6
LR5WDVX5bm9FdQdDhB3gDDB6I9OgycYjTF7P/cVEOFvjNRNuv+ugN2gfCkyHu9/yiafZIsXkC16L
ayWanAUNxDzyqhur539mHQU0LCwmhePUy/5rdShL4tTF1cQ3pXWoSzzk7yNLnIZtvc3f10Z1N7d6
i1G9TbXiq6J3y4qJf2zr8t2j8KqeZkYc4nVAktQnShScG0Pv80BiRS6KuHTL/pWkO604yrWkHZar
5Xt/TOAaXuwuY6+jT5TNz9BrxT81k6cbvWfnfOWNvyE4a41hx/7+RIqb2mnZ5r9b8DWC3ez09msm
C++hHQ39Ktf6kGekdwDyWHTTjHKpSvqD1Q5LAy5b7x0ZwNhw0tKyCw133G2Z82atFa1cxmdF8F5o
SWbFAwytJ6gq9ZN0aOxH4Rd6iJpjOVuVkb7DPR5VUpla4T1TTr02lvgHffg8hC1MlL1eD8YRGUsT
hE3BRm4trIec07hmqWbPLw1YhbguzPavSRJfCBPCfa5bcaCaVDsvcz6mMqDXbBAbsgJ97/z2R/BB
Xz05yDi3jYO2zP1+BVV19JrxdzOIR7S+CKEGSF56qr1oJUpx8pDWOLh/MsEqQ/bc8gT6LsYg9DYX
w74bdKK+c9QwfjF716lPB54Heh2FBnQtjCS462tRnj94TcPJioAYFcSYFQ9Bmb9jEkkKm+6izswh
8e4MwwqbyKeRGZSb1Xtjr+d70EKkG9lp3Pz9nbd3Gpj1K7eyj2sgd7VKL5uJvsK2uQxwL6H1RUEg
UM6FY4ogUpcodaU1nK2h5hQbS3Zc3kytzHc2s8XJ7DhHyw3JgGk5H5u3vlo1oyCE9Poh703wLeam
jgRJHrOhRunK1CNNp1/dBl5GNQ6DHIkFGuE24QnY1aOAjUCYjUxe2YtvAUG07RhnpvXX9IOjZtSH
pjAZmvZi/UorBf4zzfmU8llHJ6I3u87QLmaZvVqYzbn6Ed3AEgm3Rd3Fg76QuH+LMq/Y0ebjTp8s
/xmlkuZQ1surnbmnrCL+cEydZx0KTgTGYMDWPaJD8571ElLk2BeXIXAOk4/rDr/Bg1mAch0XWP2Z
Xe6zbi0TqzJXRro1smeiL8BcJAwerewUaJUjuSe5qbSqKY5aF/wupx5rI9izknHN5MKyAozGMCLb
5ufAX9j4c/gkzlw/G2rTyjgbdHBMA0ozBIMrpv5h42zSOk/ABFpQ8RWbc2cwyUkmHU3ZngA958Do
qXxDtYUceVwyn7dazYABGVZ9EtFC5EQBBDhk34nHKDfH6qTSpXttCFv+ZmaR/Qq0rnMj11OIFY0V
g1a5ro+qBxGISt3/9NgUnNhyNd952itjJ3L2KFje8B5i7AjhE2as7pkcZG6FkFrhzMXgLBmy9d2o
ET1ezjkTjc3Wkh6REnJwWVzzrKo5HLMti/Vl6r+WfDAOSs+9Xx1SvATTV/FcUT5yT1TTtHOX1X0c
jeBbdwiX8YE1sVAgOKHaIzhq3d9OFQzGhYYLabQ/ZpkeCqoF2h3UR/vOBbrEatONMqBzj9LIln8C
WZhxgGyEMcCqFR+O321RRdKNG0mFbDkeDUSwTD+lWSR2arlTTEYQShxTr1dUTdR0H3pZE6dcZFDf
GjYx/q7RK/05E8Myx5re8KLNOWXKXWJsFFtOvnbaKW8/TqRh9JPKH4Vm9PvUnJHE6FN12PRZP/k4
WiNGoFai+mGI64xpWOQuyMHNpfwPOXt9T8VjAYH/3nkmnIQAunXcrNjttUpeaUGLqM4nT4ZthczF
UZV8kXLdDtDhQM0Q0GIc9WIB+2z0YGhWhoN/8D2ue6svjU/ZGVbNkYiEMWpsdp1hU4/5IaOD/OxH
F5K4GAfWRJOGTF3IQn/35mAPnhKW9L+Td2a9dSNZtv4rjXpuJjgFB6CrH86sc44mS7IkvxCSbHMe
ggwySP76+1HOupVWdTlvPjYuUDAqPegMJCN27L3Wt+gEHSK3LS/MEu7RqjVYc3B2Cia12r1kMuUf
Y7us74LRf0yL1tx03WDhBx26Qw6Q8ioF9UF8ibeH/G7tRWyjz2sdw7pvOxx/7LHVWkYVvU056n1I
1X7LrG9RgPX1QUk7Y/hbFzvEi4LlkOZew354Qj7R7qveCal2ioH+yOJIRyp7O1Bs39Ie0exU0jsp
Ib6PJnFv6LJZhCVWiB59OFnPWeljVQ3r2LrEz24ewVTNVwmQgRL3XoayO47K8k3iXy1xYA3VRcBh
/GqmCUrvMNr7eUsnIZn7jkfbUbn/SRktJVbsZdGeCTNq9jozXicYVE9m27WcWMKmuPAtJ4wOPmqJ
DZL+AEBTCYmCRNpT55fArJgDfGNP7ZA2K6X3vkZFAKaqPQYe3BFHa7T5DCBvWXrg1LEJCRq3DXKm
IGn7w2wNxX4wIH+tmy5tOUr7+J66dDziCDV2mT2rB+U4xrDOM2M6ZJ2ZnZAUqF1pa+c55KRTf3Pr
yIOUqrywPw3erK7zLtSfGxOi/64pPQ/Ll2s0w4o2i7oLBhlcOq3P+Lgvhk8cKZnvzYaPJDgaOKUF
Y1yvugKS0mpi8lGRUNKN99q0FiIW0+HvXmlyS8Mysr/EPraYrvWQ6JoTQmzpto3e9UaBdXPQZrhv
qjjoV94YMEQDibWWzjC9Ntpusl2YJ8R+tJ49XnvaCOCKxEHaHjx4VHo1ZnHtn7pZ3BZqBvmFtKWG
LjC0/jHBKXmPN4MeV1FCXoN/eaxKWsxdHWQL9/OtQeEhMdJbw1nUoWGseSl5a4zYaTNRMZVsnWJr
p9groO7F8OdRSuxmt4vytTOwqMN7RKxopxOyFmARsftuh4OAxuWPSaeDejFlnNNpJycET7qyTPfo
R+1NxJ15gFXx0g319Cn1VEHqrM46saEWA6WtmuIS2qpxQVMnPvcJSpN+SD/D3ExPrOrWiVGRuBrS
1kKT7rn7MJCosnsRXbqs4tdCV/7WRuZNDRCnD0LjrvEliSr0+pJL1MTdpssc942Jf/MIOLo7MzYe
biGM5XusSw+ZU8gLc3LysxBl9dCOstvhIUHHbcbd3kBsdohsGyYZa1CzyZmcMgY3PThuYCMuc2Wz
URNxVG9p2FPp01Jc9b5mcZLjp3kYvb2oTAoNmq5Ju0mKqOtPpDG1W1TaA7IOy4JfyZa/H205XCyW
VHU2E4QXS7vjGFSeAiHnQQ6Wpa53TlthPAHB0/CiKRViEzIKJTSOWFu4+DBfKg7eWcxT28N1YxNH
EcuxkoEK7vh8nysrvolGz9uh6rQvC1n5n2OyNL9nISF7KwXm8ZqU9WtOkMBuJe92i34QLf5QLKI9
iexlVEYfnqKMWpGRa22egKogYcgCl6vVpMCF2vmTaskJURWl/b7QRn7j+fUQrgw3xoKKa4QFLBbh
EtXpWMmxJ7uKwSDTnK0tMwV6t0i/yhoRZQlDYYcuxG2ZvRiJ2lUSifa6FthROEeJ+qR97QOZ52x5
NlTlX0xdGa2kh1OoAc9+7QKQevWmXoCYneZj0S2hqGaPnX9Ie3daJMwwJWJOGHS2W3RK26xGfz+S
ZvnoxLl8hrJAZx59wCeLZL6tmOLogkFCeiTByuGGJKn4vidUOlx71Qjsi7lW+F2wFN2bpv+tjEd2
3SGmCE7sbnDWXHmMTkzp7ccpBjJKf7lx3lqUihtHscFRBhQcQFEkckBVeXNKZju/6Np02BltgvIc
DkO8lehX4ZBm6J7jTtXMCRkv5ClURVsxdnRbxvCG6LtHNrfyotPYAJC7qENrSGS44N4aez3qqrgj
miW/LJwivYeKnV+hLCDKpFEz3z6+Wy7LMcranHER8sdt5CFh5ADUUii0Zp59ZcLQ7YaiT523qXfy
l6I0Si7s5L+mahqPjWiafVZVxG21YUraW9jSUO/yPIXkWsb6VrUR7qQi8cvxoh8scTf72h4ODaqv
RzVw0bFr5A5xFCYB5hynU06BFFOnfJKg6uk7h6AQGentbZlI0n9Unt7C9pQ4+nLb+1JYcdGvadqU
sI3nhtEEXEhVHHz8t9auQCLwioxBy3Mu9Oyvg2kenYsE0uILLD35Yhrl/ICObtGZ1KhNeYyoS/n2
QNhfApEH7kJyeume8nzSuzILkscEIDjjeJWb86Gl4vxOcYa0oCaBtV4Z2L0Xd0fcg8HgERud0nqm
PWXG8Es147zUiR5l6d+zfyNFMnVXf9U9YkOgwIjsuLOm7iUnkeao0Q0tsrWlwSWKgf9fmk31xr4w
JBfaMPxbpptDA/XTax/SvGeyZicOyTGSnsthTuTcrlXaDEcjmOU2sUx9nyrD36alwHBjkgP32DdB
cSQJrrRwM4n4BU0GnQVhRMiFECUaNBtG3TjFRe8E1ePg2aXYJbNFe81QUH3gTCQjfG4fcdoqVA7c
3zEN+FWyqNOnSGDVrxWpE19Gt2CDafuaVkQSVjSjghJ+1KJTtppj1IWqQfqctG/8a4p+MVBqYDlq
ngHnRye4m5Hm6JDlTb7l7MYPaQRb1MaIJezLovGRXER4pLduVzKns7oZvKzkr/FMOty84YA6BYEk
ftUfv5+9N57E0jyx09K5CIL4GMdVzDg5A6h8wSDBLGFj6pbdGqo55plmjUzZmg9FZ485CnCG2fV1
SWgtnwLYvTmtktmby1MRDhpVXTNp+k7MKY15h1QxR7E+lnF3480h/ZkpHJvnyhV8Vw3kF3QQQcSv
Vlba5YmmtVk/OHbV2Yv2xCkeWmvi8reqCdRBoY3DVpEVE29w1NLJLzsR2vKV2D16MGVEi/X3Xg4N
LL4kWxH9Rl+jTQsIXXCN0ZMyYdyGJazLg6kNzK6e6LMRIoFsng3h8ANs2KDM8t6bO05DvXzC2S+6
ne5MrgEcbD6chziNrmqtZb7tRGx5+0nMchEktlCrDz2qonGtOvS4a8V1ovXaNBWWdoto1BWdNqs8
YcEFHFf4ZCMRTgeG/sG0+2K8ZbmMs31nhm5+aUDc8fYJx/UcV8ToZgK9UNbnVxZLT3lGIdM/Uvh3
6nPljVH7YHUm80Vd+9gMzCGOFENd15frNgCQf0nYK2+01bUorjDj8q6wb/feBX1AgJFViduBLb2r
rrK2Y0UZeA/jKRgTJJeZ59C3CzwnctfaaKp+m3o1HxHOAm/ftns9UiC18T7t0UYhKS3PhgemrW1H
93M6BmSX9DBGS2Ht8sqfy3uGXdpb/aeJHIR+G4jTWkXCR4cw4SNpaGc2166uLOabdSee/zBaufkx
JPiPqmfgnVaq+/vfPqIpTMzqGKICHnTb4zlcIA9vL5/SKuYvW/+ZaTxSJoNsBECOvK5GJ7XopwyE
aAC0IEUSPDcGtF+/5juU7A/zCl7LXGLdPQHDj7HMRxgIxXTdK4onJABG80z7bjDXEXfDt5bj3cbu
Z3F0pw7MZzAYFSz/HkzDbqLVguQSJ2yhy6xZhwMz3QxYP7NHkwxMR4ovkvGbRmC3mFQkph97NTGW
qzi4qODB9YzhzpdWsgstaR2xaFuMLD08fX+Cg/xIGuHjhYHjwVQJFs/9x+90NuzGYvuYVpyBU+7t
ur2Ik1wiIRLjDYJ2fen4+l1ZKu9//c3+y9WExufAGAloJzjLLOrnqyl51JBKT/NqyGwKS2SmF7SN
k2+JaDhAhIygsj+5ltaCTfn5WlK0wj0Qy0TOgsb+80u2Vdr1iw2ERaKIrmZ3wAWJBR+d7iwa8JtQ
xxFf+NeGGJpjFbQhxuCxi1H6Bp2xM1StrRWpCXb/J2/sIzKLSwBpAWQoE0Embv6Hr6KS8LkkG/qq
iOwRz1A53mC9plxs8bj/GSntIwpleTG4pPQ3AT/wNH14ikIQ/HXdWf2K1AAOV7hnHWb2I3lVv76+
Hz8UCB0Gbb5Fk9TEjf4Re0UWfZbxTIEwNzva7Sa9omJL6O9ALnFZszf8+uU+3si8nM19ZDuMSBkE
hMu48w+LQzVZKbJcFrHmfeNJx5ThA3kLy/IX5Sz6oH6XJhQbA51lqG3+5tdvgCDfD7cXw05As6Rl
EUwIePH9z//wFlJNcDqmQ8Yts5I9rs9iNvBdu8pjBGnE19Qc7oDKERfmTuAJfY7mAkm6iGVPQ89v
TZqDOM/ClWKqeNUBcojAVPhBs1U2qJeVE6BlXEfKwc3kAm6kyaZYP9Yy1ilnjNmeD6OTaZ8DcYKi
JmKJRtBv1rZ5aOLGAGXUK9b+H3MZMcAe2zBIWGpQ12HGZNObxp9DdZutS2PsvgRw1NNTRSFrXzGJ
8JqNAblvOrQkGKqbQo9cRIjlVv3A2YINldEN40H8pWy6ajD5wUEFeWvVYbVDL2Omy9arI36t8evn
25wo7ZOEK3KLeYTfxfEkBLIEB1AOIQ6WtdfmAj9TWUI1YA8lb75uVbpXjuJSsq7FL3GDwnqXZlZw
LNuORrCroBpkODa+mw6uxTXfcUoNQNyiPPYECUSPVYhuYoUoOfk8t2q+9Y1JsZnaLm9BFBFjKZv+
e3Em5IoNvfAHihAVGEQbJGKa+m+icKmi6zDpjbsxcyJ1MdUD233Xg9rCYo44B4R/kJa72gn4OU5K
J2lrz5LQbTekpMIClFBF5U7AF0WfJt0bY8Z3GTHNmQ9RFxvqQpUjGzQ5yKhXf9QjQuZhehxr1xh3
qaNopaKDgg6hLG2Wp9EHn7tSqaR93YcTLprh/Sf0qcuL9AxoUMV1Wi58hTQNDwz33r8Enw/tMwdv
uWlq3uxMjY9SuByS7kaNYfPczZlieAMLmk4zXtgUg9Oj7bTcNZnJnGMytLyKFDKVbdTkEWN9I3iJ
8vGyyypmCx7i0ivLczlAFhhXjeOPKm0Ex1pzYQd3Zcih3Lh0Nr9bWBFvp3jRZIIaccUmKivkaByb
8DX++mH9IH5YogU9Dth+yLILsPkdmP2HRzVEvN84VkXIUZdS08cMFW/5jKxTgRsZ5tqSyVVGyKL9
J6/7cfFF0OSyzfq8Plg3+2M1YWvOh1GgGXgXIet7bCzBI2BGxj+heCES+WmnQ1pAQ8uyQnLa4M9+
BH7TV3UHldXtynUM/3MSWuW3zIRycUiyUJAPVGEAXqGzw4oWzVb9pHgovv/FrzgMXc9jM4MDyab2
vhn/4Suew8nGG0NehqmD8aaeKONpNfm3lg03ZeWI6Svyab6DX7/qx6qCT4w8JuBX/CF+8PGDM4NL
QrztdEbcIDs5FucbVq1l3l2AAxnilJShX7/iv+xzfE4EFKGJPgpFC+SjnzYezbM7ljlz4DlB3Tpi
K2zg7TnfwqllKfn1a328fWxTsMcQDIZch/igjzVThWolVGNGOF3IUYTokCY3bsE7zNXrr1/oX54P
PpTgmwyEhQDF+phQmvRx5bYu+jeAZfmrwEsI9T4p+I1wqCHwtwEw83dFx69flyf/w51LArZLHDuQ
KYfa1HU+7ONsepXXkRFO7aNw2JuEdUyuSfwzIQFVs7Xd2vuKenj8LiCqfBUG8No1iJvuBUV2qrZG
MMmvdp0BGEasIk45E8Rp00RhceuXg/PQVH55Dke6m1g/huxzyDD6pUwXrX8dBQH4GLp7bLXDRCMT
gZ7egEMaEIEFi2YHSfwRx5GAsKrD6YVQqw5IQ2bI7MzqDDFJevWrVpEh9ySojReIM6qAwBKf7WpK
cc8+1WFQKrVOXIm0G3M6xvO9/36+7ikMjDWxB5z4zaH0wUTRE+u/hbZiGeoAmTRHvUTDME6rBuOA
4oZVGwgFIkfElGnNqHrpH4ToWNnG35tLhsO5AhEic+gbd5j4CXHRpNWVqSD65X5sMcadtTKJv/JI
Hd92gWqQD/VlyZnX7iDjuFVS22ycOOZiIAboSgIXtcoMqAKvyTBcyqHFF5/OLgtZhe3yukMfgIV7
aQQlcYuPnZnt10xVS4ctDc3rTpSKD4JOh57zRJEAtGrci7xw5dohJO3OqgaoSw6hqh7IOTb+KTBh
eBJGbZ47gQMEQ7yrNk3b9O6hbqqJDqchokeIOZW/m2BkHkZc/E9dk+rPIqCy2ASGh6kLRpA4VS1W
mvWUZEG6rcKgIzVnWZkUcrwD4+oAS1q9xGZPmavcdTDqoT1hx0ed1mhx+rEnCLqDLetaZOTnH02h
DJRg99wkerlUYUBN0MQp9diPv88kKIhPZir84Jzi/XNJpPPypxGo4MYPPJIpQIyEHpChzng2mM/c
w6XM6R65ZjR/QReTnyrLwDUyNIaka06Zuxe41Xd6CrXaFeEYlWtz7vvoMqtoQO/aUnVyiwqkLC9T
jQEIqJ8HAUyg8DHW6A65mX/oX+Z24i1XlYqbvVcGdKyLia2T9je52KuWZ4REgveLm7W4I9eN19bh
qZ5IJ3h/8v+SOPS+Lvnff/1E2/vv//oJ0/dvYX4//aPuv99/SPytXsB4P/3HtoKsMt3239rpE764
Qr2/wO9/8//1D3+H6t1Pzbe//+2t7iu1/LSY5M2feHs2B9B/rx09fmu7b9O//IMf2lHD/s20PRN4
7lKpAJ0xWSj1t079/W/80TvDkl0VQbmA0vlP8Wj4G/kgFnHcyI18i9rmn4S+8DeKDpfqzCeUkaPS
XyL02T/LOGH5ktDMS4Qub8EMOHj9vOtlEaeCqXVRES8YUeaRdUdRY9TNdnI1+UVFXeXPSK/7A2dQ
nKbgYFAbS9I+eW70+LXLNV7plmMuouT8nl4pT5SkEH+KNAa1aGxb6M1h2T5raby4iR+9/fX77X+d
GNnmev7ihnqp/uPyZfr24Sbk3/x+T/m/QXsUdsjx2KHRECzi29/vqfA3E04GzEcrcBjGegsqsuIw
lfz9b77FnUOuA3pjePVgYbkXlqbX8kfmb0u7wsEuudxr/3iUfu/l8RTy7PJo/Q+9vfeK4p+9GcHU
2gEUb3FPCZMQ3o/BKakbNx0o1nlDyYiYHzdifJENlrvrPD8/MJ30aSzDNh+2rdH2VzIWfXoyZ4wJ
dMyzuDgYRsr4Jo7AVK6UFCShJ0ojdDLwq5Nh64fp4yAMDzlw6mtGMEnq7xIVjdQ4mQkGZLRMpsWZ
HfcL0WtAb1bPqJTtxrnxUH18t040AZk2IdZySDkMe3A++5mTBkIPt6leslkxqzGjrL/Dd4ZAl4YH
o6/OfAALEZfI/cPyROd6bjdOYkz0ICRYHEymmg542yVH7YnsDZYDgBGvK9eZPcbHZnRHvKZe03+m
aGKMlsRS7jtQkTualRZxjol7Rxkcmetsjvv72CsRsYmo+gLxASfV6NUlskvDerFRLU4QtQKya2Vn
v4xNpr5UiHwOtXZpg6myPPx/8IQtMvh//4SxO/cv1QfB//JPfjxgtvcbFnNOlT4NTTsA3/yP58s2
fwsFfeSQ1ZkmsrkkP//+eAnvNxf1A1fP+kFOZTn//fESDpRWTjEgtWnYLT/uwxP1qyfsw5LtmxyN
XJfNxPI8dhVOET8v2W4kCgBgotn4PnFvm4Z2Wb0yK+g3VCcq39QQaB6LJhnu23H8QuM7oqag1N6h
rC+sLTxL0AE5N8oJhX7ZbOcOI8zKqY3AwKQWq2rbp3IIb6oYbMxpHC1j2rSdN37+wzf+P6wUjv/h
iECTmo/ASuYBVbYF/cWfP0hAO9GfAQlvPNSK4WGOZdLvU7pJ8zH30KityARIv6YMtAmDM+W3tFnK
ulhqWrkpZKACf3vquAzkZsm4hJbgg2LUdONFbums2bOK08h5dkk0jtUnM1YooizWzBTc3xQsQ+fS
RqoYBEV8MOA+y0NnK1SsaC2XLC8dE2M1ybp4inpkafRSmKYHiJsT2smZtlHu6vIzNJLRp31GTB0F
FkOlVVyr4q0hEpvY4dgf38vjCHMteU2MtVI1IOIZ7WAJSvQysSU7hGlaOg05QbaGYzEfp+lN4gXB
kVCZ27i5SSDlFOuwyenrdT75N7sujrRc5VzkM2Sj4NYLikWv6jsYDTMrBRgxQJ9aTKSe1R28MDaQ
BwW6PSMumYKjQI7T7FFuzjbzkKL5GqS+PMo5pDJugxLJE9DNC/KM2+cMh5ILwDV2+JKImmmRT1kE
coTEOR4kiW3PgpPHDQA2p98Vo50OmzIIhqtg9ntr8Zkvub/GbHhw/3wm0U25LNXGBNGQ4aaVXZcp
KlWa2NX8NVJtqyBAaOc7Y4Ww40MU+h4a0mCscRbY32LUGwmE1hbtzGRkV9igM/u6Hiv7LLW3CL6K
midA845hwIAha/zMxLph6pnwktjRn3wcBkRSI6+FGixJhzVLXGqI32efdqYz2M7GAWRwDjoqMzK8
6qDeBByk4p3VuuJzhcfzLdU4vjmrJAloVUxyFgEw3J9rqwXNjZcN8RpHHmuUXL1kircE647XMxpe
tTEqM0MiBWLTPRtGEKLJKzJOJgjI5++64Ty7CiP6/pAmw5p2p2maSwYh2uaVO+jkBT9m4m+pNsPn
iSBp/gx59AJD4KnZxtCvoA1lwr2z1bCnLCXK08gn2974I/6ylRMV9HFmk67yjkEfHk222uKC+w/H
mYYIhxhpUQYUqQHBpZgj/Ri4bqtR2gf9TSitrl4bg1KPEX1a5CqAF+4du8uesqL2Cb/hlPXFJf92
pBY0UOA0Vdvba2LSvORiMkacCQB+mu+G7K23HrENQsakmg5lAwBvj9y++F6JSV2Wfl7fezbKOzrO
A49DiCK64CE+mVGrX8sEHbMo3WzeI/WF1RkEzwr0dIfwYIruJyW52IB+IR3VjXorGuQoF2EPE4vn
G9Ygku7MQ3ppQnXa+n5lvU49Fcre6GTwFPb9AEowGVE+hU1TQkQMB6IKAKD7W6x5NOuzCKjP2hIR
Bhawewy+88FyUES3tCJXspMji5Rl+N85tZAkPfB9b4LEq1MEer6ymFcD09yYbYtSxmDtrtYJ5OsF
3CA7jDEhPJlt6xbdqy3y7lEQtOmsnMKMjjFzrnyPCpBU9N5xFdkQJLR08OYt+14ZOQ/z5Oke9MMc
I69kImmMCHB9uAKRXVfbaCRIg9FsTEgjytetxeuhFO9q7NaNUMRsDDSLJmJJuWngQrbqMWdpDVEF
p2jYEyK7qzW4QwghCgI1jna/LLdIJsMj/TiwIwn5vkQIa6oibyyIgh1HCYihgYvzKQnpEq9RYENC
s7qgqtAa0N5eJUIRMOxKmJA4cyK0srXj9DiGvJHAXFq+qXUTR5Yb75IyldXKtCx8N17eZPOG0HTX
J07TKtNdiCTqCmEYClyjdSO+IXRbzAFh5kHPawv9gsQuuQ8cZuPritCPr3ZPrOUW3dkwnD0W9PKr
lyY4mXnGPeAvkYJPZEFFIuDVDucjdSl6bTxtgPgbu5pOsbbheOrAHF+IkLcu01E1PYH22n0TSN9Q
/gaLrRnUDGw9plgmDX1l34XoE09aFtNDMjmQPTEsVbc1IsprP6Fvbkdj970NavtVD9XY7vLcISWe
pxfOcdR1TII6kGkhT5jD468i3A5bTGmiZ8NK4mukumwVtSbvlq4UHfhcRmSeB43qXlDB5/626kMY
q4GDXQTDeIPoIFW+ekhdPwtXIxIfbvbBF9Mhooo3+VFpL3fBNKgvMjEzsnuB2gChSfJ0BIIp8rdE
CEIEKrBxJKKids6AUxfufRoRurkqSiA3R9VPDlGKPB83nkMA7krEBjI5qSeMt2DScdJT0QwJxogR
k9AYY361Y40UYRCuyM82zYob3Sp1P5ZmAipN6egGwzhx0LmTFDZ9/qr9PXftL3Uy/m2b4qdmxv+2
8yd+zT/Uav+SObDtinr49qE8fv83P8pjyyM/gNFoiAKb8Q1HvX+Ux5bzG+oKeEyMb1lIaN3/3/LY
pab2PYpghgm0+H5qaeCHpS1n+Vh1fi+3/0J9bDGspXD85xnUXwQQdkB56TA+4azrLX/+x5EF72Dw
em7kqTHLz84SYw2zziCZ04E0tKIaIul6iocpABu9JGAXaJvrtZiXZOw4JSS7GyQ+CrFEZydTDw7A
qXz7ynzP1obyFr91cUXiNkAY44qcW3K4mQfFNvinTtp7+jZkdTPJJhzVVVSNFCPJsVtivXuYS24T
kvJd8QQ9xMGS/924NURV/Z4LLt0memGHClGQoZdmDk6ruFkN8zAStPSeLp6+J41H76njXeFwKs7H
UlPTL8Hk4MhAknbCIa+c9ZjscmeJMSecxfY2lpASX/8Ch8CC155yhGnUu1KHXxYzIKyD93x0yq5w
vhjfc9PrwJy+tlZHmjpoNeslq+v0EmmuPssldt23lgR2jGyksXdTBSoa3TiPZWuxA26b9/R2x0Cd
s/eRbNBsxa1hb8e2Uk9ZzC6Jltsb4oMMG3/YyDkbn+zZlZ+caqR6lb1pjqsssPsn0biCvSYI26cy
Fu6zb8Xisx9TcOQylNf4CkGpWKOny7XAbGrAb6pJtJZjduXAnEgHhKV2PWB2mg8LY1NxlmBwWQef
2W9P2PFXjgGZtsIwSgLbSjbGtR89IeBgJz5FqFmJ2oMx4B7ccotEGMU9LBRaqdtwcVyBfCjGlyCp
bk3rXFPgD8H8OCe5d7DREFyRbbQJY5KqBfQeu/S3plO+Itl5CMj3WouyXzeWvBZTuSbu/hJwNS3c
+Xrs+3szCo+c+j8X3bes0Tcy/lx46TdXwryPzae0r87lsABjguueaQRhs/kqjS6sgdGnhswRJd2T
zIsBWucVi+2+deUtx9OVpwO6HyCOJK4ay6632iegOufs0sOx8Oxd2doA0CJi3PPmPAdlu7ednEiO
Epx0wAjEvzNVcJFhoCMyXdn3kHCcO6+Y67fM7C6ckVuQeK9xk/gF/ifKjfto8MmndK0t/gT/Lheo
QyHdJwwWjECg9If8+uS5UP5c2X+38/YSVMaNCILmVIkOqbLu9H0HKoLE7B0JtMckHtorH2+EG/s0
lOSFAmBhp5vA7W/YaxmtQ39yw8fQejGnq8kN1nm4sdyGc9gjmVRbcnJgELu0bLimPiHCbCh2sZqB
kztBOG9TW91BzlpQ8ihfmlVGdpOav3jucEt8yR1qqp2BVQosLDcLYuhypPK+KjyxCwCrmH583YXG
msVy44bjLldylwbg/BNzN2oFLSk7AbkFZmrsZLYcN7INpJZ1YVZkS+f91uW9uE17qFV91xsPSfFm
99EJjwr4lCebVMZVKN98KgszPaVMCnhkEf8cUit+S8DxAETd+pMyKo46w3PilisvjtZ+cqdD616O
xF8lbvhqGOELd91pKCcejmTAMWxj6clvNUnwHF7kvb8kYpgatETHkRoJy205+rvIIxJBeho2cfXk
KXUesGAHE66bfMx2pWrsC4XKZFj4HoYaAWPLDebFg4e3L6msdZ/Zay/S30Q/JYymetu+TVvgcbYz
YUaL8xt8UNQWxXksJTZUfnaho33EbGnDXVruLHiHp5HYBvJSmg04tGffqLEBZcPllHlXzpw/IgTc
1wOKKN829l2OoxkCfjlP66HTOxvS/DxfI2Q5ErC7qwuDpAfuZNjSV2aRvoZJsOqsuV81eSpwjcoC
BByLfLiTvnfMh9bbzRFPcffkDNYXWY4Hvyqzu4pkcxfzK92H28ZPOVqeRWqe4zzYN0NxP9Y+LldO
kYxAfZDgjWzv/Gz4ZBv6wg3U1upuDA4p6zT+pL3h3Mr8WKmXYUmeDru+vWNqezkY3yFLPExO+8nW
ANhICmz9ByK3Ng3CeBj4la32o86dFSPP8RTPZ59irTVYl60svZ4zeZ4z8wwD9eC6C0EJbZW8TTir
1Z5xxk+KGeOqgADttGedgDPKMdIjUCHiY4h9IJjUxJnyt7VvolqfdIgHLhxasv4kvD6nAU5UUfKt
Z+J4ezv63o2wpoL8gPkXLXUVti+l8PKNScSE38hrtumcmQO4VEaQD64uqWslrTliMeN8W+ce2Wx6
P2a48lVzVoW7F2m2Yp/FeJEqce6it7Ywz5Zu10GFG38otwjm1yIDO4wvP03I6cn71+VAb5K2YiGk
sJ155y5tVw7ptnid7Ytwrq798Tqg5zN3N2SJb7QJkGqApwDCuEkOYV1GoKNoQL9Ad3II9tFtDeO5
u86R6/c0fiBS6Je06c7tZLy6WfO9TK1TP+Uemu8Z1JvL3CTdSUWxDesWUfaFhEnQx969dgv7MdAk
yNv+2aiKdZo312W/LL+1Uz70rXgO5hY1lvcmfWOTmep1bnu00Eb9mk9ReqRXuEK1sQyWmftO7s4p
QtI62/oJF4HedKl5gwPW20zzTWhdMFRd4WRb6PUbA4ZCww42OePBKWdWwfQl9doXO3K5yh1IS/vS
VuNBsphbVj1vlMdo14/PQJJgyenwEPsQbodwLcz0qTV8LlJ+jrW0bo2CHz99Nk2M9qC3Q3E1txmb
vxTZ1kA014Zr9tLxUAWCp1PklDcF9MWnLoqDUzuPF54Wl6PffhfscDk43c0ooUITZSMmfaiXbTWn
BRlcW+2jW5aYXJsH+Dd4u2E2BVN4q6KbIPYfAbdeyDDclZh5xvE1sNIORdp4kiZJGgLsUpzspZMe
szC+J2+GYw1d+nLOdj2OZTIXMH9OFe2PzHwMQ+etbDlymwjn2u4KCd4qNXh8anWR001czQ4Ui7D/
Gnv41IRIL7ugP+oGZ5KzGF+rVJHxYd0LT/JARnq6cJRLb6kTZ9jWF47PfkD2z9wejCpcREvXDHM2
xG7ue2swb2IYgJkDh8naztlXiEEe+zZxCLBV3axkzR1fMByuCkCD7nRXZPFOwtWS+RcH9Ar6vWf0
kjTZpk+Bx3h++uLAmSMLEbPNcJuSfJuhRWTSB9oUqQipG2N6RfbLekjOwJfgbFZrk1QYYX3tvRim
kH1Bz+Nc1FS1ZbwB/spOJ9aBHaz9ztmJtNqJ0tpaDQkfxngT9jA3jWjt5DBGA499uf7s4XDM0mcc
c0nW0XRt0/I6NSz2KHj/nruLpwmLPxj2pTfFWPJKl70frMmOtrlk3jGAfP9/uDuPJkmZNN3+oWEM
5Q5sI4DQqVXlBsssgdbgiF8/hxpl3Yt7rZf3bsbapr/6OqsqAtzf93nO2dllHx9Tsz1lpu4vit/o
ckld56NrxfNk6tG7aHgfJ9mRU8mRvgdlfcg4EkEV1a84+jna/eKX4M+b+BcIbeilnHI5SKJt3W8v
19la2M0v0MNrEKdw+6Tk44n9fNHXV+5FAXBDO3S7R2AlHUVTjM8AMbYYuCCOT8JhaK1bk5tvqv1N
Ne2w1PdKv5TYO7yo2gBqQEFtSiTf7oxMAFK/+prrYIEKEPWQUjRYdpKrx2/IHKe8vO8b3BQD/Vc2
XB+qSg79hnhY2iAHpVtuIaxOM4kV2M+YV7kkxyc59AejmMbfNrD7YBwavy2GoBYZs5m1gKiNmwnk
N9TAEXpjpVKYhMWH1Roch6sHyGog583hLZ3a9iRwFgARYS01wCBcdNuvjBGh5WA9kw/j5ORXeQtL
FfLdrMHE4OerM/Hl9LR6QBTTDJmXvTc5v3oADYumvxBjJR/eEN5uk4E3N64p02EoOIKw2a1O/51S
eptBIwyjmh6hpvEm5qUT2RDcorPt/Lbd5bOFIrRwPMcOVipyHcltMcQxpZD3WM0jmw/cZebvklpM
X2v+3CVccjgKVR63CR3Q3Mg3KIrohgOVdHSg5V0WbOcdk2F9L9dwTMxwarOXdOYviq5bMn9PxXws
MuvG0vvgkLPpC3FQ3e9YrwKR0kKPfkbJdD9YU8jEGRm5vc9GSHl1dYmdIpTE0bOkCg311DvHsnzi
ZwXHDY4W9PEbEzTeKIQYMQGZI5Nl+Gc0c2hvOEe6jeGq/qD12ClzeWEnc1OxfnV5WN7Z5XhAnemP
AIwMYHlZSbrMtSjmJpbl94b2uMjkyxg1mvOT5YvOQHRhKTCFHUPLxdM65Gvas7UyrnPE1ZnF57yo
8hhnznHeGCAElyHUrdq954wcdwALGNlH4TwVrvILIMxGDoeSBQFw46L7shgpto7LDgkLV46AoHuI
It0JFPAgYNtlXJ2rovPduLpZDZlVgmp7Qy4h/+CfNTbYDxButPxSALdIcv0uit+WqvenNEgtrNlA
KG+QDPbWXFJVtPsDbm3q96TYobhMn4nL89ysoCxyPCwZXYJNQ87EY4A5KpROSSRn5MxjVS8m3/SS
+8fCWtWfiEiA0VLnwuRCyO2GwRPfwSFNjyllx6MneoISongulyxqwZfyBXa5r5LihhJadkVobO8N
3Vt+OTmc65oJ85nVwnAxnRHQTlxrvzXPRVYFxSPP258tAgDLpPHNze3gTVYCFJ5IT9vGFwLJQIxt
cnD7hqnd6rZYBd02cLqiOqgxNOSkIE9YF7HqJ3v0/Lx3b6PdvVcku8scIoJbpzsWY/Q4yaOZXv9V
xurgtCYgjWWGJsA4FriONXkrh/v1xIZHPcEPl9SJ6NJNrNqPRVP6VUe5yr0OESERRxL653xqo147
pc1j0x/GpJGBilik1ydqsH/W9LT9/cG8Qd4B5dtOOb2YXUZBhPMOmH3Pi/o9zNP+R9q2eAypJg9/
ItPG77BQ2mYW7OmIaIjSuCVgVwr6PtNxXWKSGWGqjITsJk6e9cI52ljs+7EuuU8VpN75M6hYrXuk
7qO7iqRCxwPDmG/DIvkya5ben0Edxea+5Nz6EdF6i48giiNQzDVzZppibXNP3LrRyH0XxhW5Fi+j
gS8vyGNa1FowGwvAHirPBNuzkf6+OQ7mJ9CfWJ76wQKiqsBRJYeorrkcWSTIHzk0cQ9eVsXVM/fW
5CMr0w3REddrkEsAZtd/W8taj/pcww7vzN0Kg4u8XVD+/b/eBGc9+NcX+v9/DjZB7f1fB5tf7fjP
i39+0X8t/s1/Fzh7DPbqDskoBon/M9ncIgHErSgbkaM1cCT872TTgwJoufz/TNMC7SD4Rf+1+Lcd
dKqcAzj4WJJfo8t/ZfPPL+Rf9U+TTVSq/AhiC9kIfsZ/nGz2/ZJDpGd0EnXsrn9smygyorBTtoP4
pp1oyIdAxGbJTU/eEsUvN6OvvSKrcBSQkAk8cUcFdJNZ0EPFa7EZLpbNdRFNZvujBhJDdRoTRsye
9o2OFUsCNBmco+odT+PR72f4W2ztxWFSmEeWzbBRDE12YQaQfEyOWp/AYPokUuJr6a7aER/KzFNL
VT9NduU+xHT11iiON26L1yNqBu3aQHWIdxgN2lDQfziaOhrGpQUpa6MH6fQ3xe8hjz8pclMRsX9O
WfXg5Q+J/dZsihFgpPTmN+3IyjZMjpP9q2Gw+Qzxab6f/npKutoc7pzGEN/xosynETj1Iwc8+VH9
tZygQ0fKt6lPymySj1nB99lT4N4zHeuP2GQpjcXZVngciGaNeNCYucdok6u0TSFDKK0yAJTM8WcS
0Ye36VgiuzX2CgVYCatFAXYJeWvoOybX612Fz2Wkn4uFp40LFcCtmq9W20wX6CIMJBQ6mHETw4yb
IiYi7CR78ZNX7OgPkzE/VA48YLVpZeihG/vI5orGBOPBtRoDkslmocEF8jghpoHfxDm2oyAwlj2/
hc1fI2PS2PXmtIGAc5Zl2bCOxN7i8ttmEANvRFYvmsCJ4212nLGGqU39orrOJu4cQIvx+7T5dEg6
Ac+TvXzNNtmOHosHbSDqoFEGutawTw9RmlJM5UbW7ABK2YcFeQ9QNGzcS2kd2S5SJNkcP+i+6q+x
hDDR0HoXWfcotdG8TQQf9sob/jTeZg0qmtG4LzeVUCXr4Tbzc4GeQzQkq1W/rPNmH6rtoXjiXDHu
Z8X5xcljXpfrCB5tUxepYR7eDJAO+HT5g1Mwa9+tfn1FzK22dWZ8UZsIiYKtCpnWTngH6n3TZIzw
W1NHhdpucZOOe7w5M4DhGm3SRU7sz8Zi+NOD6fCTrtFvVODngDvWCiS+NQN7UzZltdveGDvjcRra
rKx8LZt/VOa8HMUmfKorh7k0LlvDV/igmFdg1JxTxKV44stdT+kTE+HAS5kh315tWqnOIxe2545Y
g0JjtpV308I6HBUVwQ60YrPpnMdNVKU1axN0aRqBC9w8Vty4LqYyUVttkqth010NjbH67abAsmOr
O0VRqhs74v3VuSsa42TonRXGGahIB+ZnRQx8X25yrQLL1uwJ0B36pt7i0/PlZVoOv3ZmRrsJuqxN
1YUcuWeOyCWzp+TA8HHmP+l1HM6r/Fy5oY1bsdAL2B0bfEWyJCxVi6ZsU4SxY2Rh6GzesHVleMQ+
hCdQzqkJ/nd/D6O6ey5TTm26g34s2URkpFDURUCuv3Cw4CA8Gd6LzFCXEQrZKOgGTee/ZjO5Sc7G
iXo0HEDzWG0KNLzMLGwtSI+0Kbt9YWwMqQS7isu991lLTTOIC/tqrvVNbIo12kFPPc41jVZq0Gwa
NgfqzzXZ1GwajrZ1k7U1WNvI0qd7dxO50U5j+rTJ3cilj37RYxYRLeq3bpPAadqE+oj9hR//VcSZ
XLz02Ha+7U0gN/czlED8ts/VX79ch2kuYm+OQmaaoDZZ8opY1eY7McAonDZNXd0o/bRIpghG9p2a
jP60PlgcM9RG+zPWjlIS35fb2tvKnXBu2m/bpqAB52y6LslIbBOGULarAEw8mRji7y13abjgonDU
poC8HJBj1Y07Hc2GD8q8CZLOiELVTN2pK0xGhP30DhwuC3SdqRyA6U3Dwal3ZZ4fZ0xIYPoYjLcs
M1eX2DCr0ygFXUr4Lkdv7Z9tN71fDOSutVCYE628vBtzTT1MYxq/6xE+ttHUPntAuLs5Fu4DbDYL
7HYVIMH6qIRzas0JOMlieufJ9o7UqM+6YMDvMOoxknw8aJNzcpjRD7GmXxyP/8S+Z2kCPZbQYgmB
hfGknWfL+2NlrCXMPA+6VovIkcZfuhc3gWZMxl2WQqO1Zdr6TslCvuvc9SdxLxbiPd/TTOKIMBkp
xZKVtpbrwPrNSAq2g8BV26X5Q334R9KAiLFBp75oVBxCvYB0CE7tN8HaGTGEkRzxZxfHlVvDj1Sm
ULgbEkGadCgltvZFccINagbuxW7kWYXCR5wZX85MYZ02jNe8JQsw3ualW85O6W23v0e+ZFwnkinn
bM+ExlnvDDfP7sciR8wC0ymoTWWdlnWqYPzERh+6ChX1rMgKhbJJmIMxCPrjqUi9CgPDQGFP4LhQ
nNzVU/FJoNw6xHrsnGQ/WSeZdH9Q/RaMZWi47Gavdp/zBqwBs0B932OSuGi0tA/9gClvxx4l9yMt
Ek94yOy72BubBzbMbHyGCvUdIbsnAQzlMJWeBHk2RDfCZzJs27E5rUtRX1BqLSctJaoDzZJsGUDX
V10lbN3qaaJXnPG2G1Y0Ijsd0uSrF6cZ4Qi36bfhwkoGaGlBsLE72zu8JwjSAElwtME+exX+maLS
hreMwsZDBgV8R2Fh+lU1Vr0NtW3ucMxpbmACXa6KGMMn1qW4N0O7lEfBahMyrw4Yalia0EHYYmfJ
s2hq+1c+2fzB8so+FSwKr8oaVACCl7iFjian4w8fA3IhJWtELbqfs0UcWw5ZfqKZ7hF8SfzZaytH
PReOkEcEcrlIZ97lthbKVg91C0lBI+CkEynK0/EE1PbYedllpGcOCpeH9wSyOIS6dxPNxDpisc61
amh4EsnxrcLCswxEuHZLO2yxMubjfF69qHlclHQwYUk6whtJSsbLT03XThE37RVEnz4vD8twSbmt
GTW+2yZjnxD/mPPeCsRc34De37nxvO57bbkMgoFIzQf5MIru3chZfThIqGriRFKnUrAw8qf1i29l
+PKIuEGcVNrB7JEW1Qyp9eJYavapWNbKdx3dZwj8M0Fi4ScZH2K+I2HKHdknge4dEnhHYz59t9rn
gHoYYlLCpREmGqpqrB47CJtPyyKe3Kgj1sSf5AyxNywy+woJ5DX3jCIEPl8GrsOJK64v7lI0h7S6
9xYEa/UqDn3MFGOhKk9akLHrsOjcqmPFVt2cfGti4qVrzEughO0W1OWxw/mb2URJlzn6CdXqTcjz
Yo63kmP3rrLQkGp6+dShYCA8e7GYJ6uBP+OoGCy+MDxkEvaZE3CiXUNoEoBXtO4XOz3YsbFZR45G
Rnh45S5xHyXDr4Q9EexJBVGHYePkJG+DTaRNHz+tqn4my/pLdfGfKG+DSc+OCTO+XaNgwmHz2i05
WhlLpI8RxY/92pRgRyCHhZbi4DsqJM/LwNaVXpodm2Eysggh45sG/fRXpdTTnMuF++zxd81tgIWw
tHLIiu+JBVazMYz2jRJfqJL0LhYxL0vmdVBgqeEDpqlqYFUkyN5ixzxns69mnqcLpbTHGc9yZMSn
YbTrs0GP/X4jZb9TqDqu8Py85lsbrBfF7pXqpUHlnm8yiLFzQ7l5mUfG++1LI1IzMAbs32UqkC0V
2V0lqg5nIrjRJYGFiu/A9D4agke7vtTMP8Waic9ijjaWE+g0GtUZa2OrxtQcE7gi0E15q7nL+Rhy
t8CiS/98I7vGzCZE63S/FYnaMAb+tq9bPuUmEEGrddZg0fFAdmmFoKSDXzpI45vf3bnQtFupBuk7
slf3usrdV2brih9m1u8cugMcilY3aDXZoXcfW79zO0YmJdAuA4P73vHUJkQzoCoV9UENrXbRBJFZ
WozlDfmifHVzsrMcXJqDCdEmGJonVkX82AxzB9cXWDV79oGpiXkjY1E5kEZlcj3xV7jqcrm6E4M6
JCLSNu9qNlVNCvNrF1fpuXfTw6KyH0uH9TkbhAmoU51RRvFkIgcd5lMMC8u9Y/6rX2AttADOW+PG
mUTuxDQZfAnmUBb1bXHGz1xXMrTn9dZ7TMxm3bZOCizpsV+n7DS27gOvAOzha3QZpqEOirqd322K
qRyhp98V7CFuO7EOojY6q6nioN9p026iLMqRv5sPdWLdkrR/Glqwadwi4QPEjc33JP0olMO7gxXE
rpRdxGR/kB/9Qjg94nHKMNTug0Qbvos0xd0H6y3EVuKEnozDfq5f7KJ8A5fKo9yTf5ThPbPTeuJt
6FdpSmxPc04EcmD5mFJ/Lfic78aSEfVSsI6Ac7vVXr2I0ic/J0MkEoIQEJBoYZSoii9MMaBXk0Xz
c8hB+9xFGq+nq/mTFP6h4hZPm7bYTxUQ6So6V3ld+JrBIyx2mziIRVO+UzFCIG0b514IVCZjw1vY
5cGaOW+mwVC38MQ5r10Aft41MTFyjZ41nxqDRo2z8lClq/JE9zYJViFuhesEPMAiv9cSuVsK8OtD
5PyI+PTxrpHFravlEqjU/DmY4xsHo/ux1KMHZ10fTZFeyDL+MDPQxshhj6oUpu+6UcSpJDMOiaG/
Y2xyCUJXnMtdM2KCD+gm7+q32mNONyeJfrMk6XgOvMWBI2eDrqxczr3Vbtq4ceFCh5SR/dX4C0Et
CkK+pviYe69wT0ulZR9bjvMmHIwaxCFiUO4rFYCsWZyvqlzNA8B8VXEbyouzmZXRh7Yq633FuLsT
EnE6y7FpHyfEG7KYdUltxSvO3tI7dd3avJoj37Go7FntUSDNadU5HDAXZSS8qhbcsl4p3kutmOxw
9NKPJBsYCqw8pXfE4CSbT31Z7mTLnko1VfUqW/tznPvyhHy+PLe1KfY5FEmfzjBVek2xJ49Nds3Y
ua5aatunagQM6Az0+VmXUSPJa/3EUy99qYTMQm542p23Lrx1ncGhXRTZ/d0AHgzGv659TVE+PNIp
rvaDPYg/ZGDGc74umBAznGMtGbmjHrNlMoVYq13Ll5Q8Z9a+p2rjXZAgOPFlVPd8oUwS7zLiWLe6
JNaI6EbPBKw1QNgkYwPJjuiJnXv2OfaUh821E0eRmBmfsl57qj1MlC5Xgb3Zc6fvmkoEVmmz28wj
N4x15rsuAGJ/qNMidAwnA27RrMmjt0mppk7mBGeM+oJdkgib1ctvctzOxRh7Ys1Zzd4qISS+t3vF
/+ja80VUFhzTsV15jc+VXaZB4yKKJcfUzPwdm3M4eVYXtuPkQu6bIfqWaqL4rDngBZPZGfeDyI17
N9ngHo6rabsq6tWlSIX8IZdSv3UxWa5FicJ32ryFz8q+vcPYfTIrqiZlmkeha5vZq7Tjr5bZ3ePs
LF9iS1HUtqOBIk66k4iwrhUeqdsp4XGVt+SB+Su0A+HpnPxqX0IJpABzKzmh+KnOiC5aTzVhdDWs
e7Pkes/yKy8VP2zyQuKTpWcOMW4eKeuziD1zyPd8zRHrMdVa9ygaUIxJNeonOq3Wj6od8XNGxV7f
dnlabHGqZJamPVR9MnjsS8rkrOHtOHaa7f2sMSfgGeu072Zc0nCozfEgu6RJgsGzzdc8K+Wz0dME
zDSPx5WjZprOsfW0AiWkS70pEQG7PmgR8wVe95pvlCi2WmdWdPan9tE2G+edx0vx7imRvsRJ5NyR
LGQ/afbWUzTGPAQKA9VtZnr2aU3R35LxuyMpjw1qmDc7brmJcum2c6SjnsE+c/rr0iWOUt4Zm2CX
LrZxm93Nuouwi+tXvcl4UZ0YcBhtDL325r3K683bm9kofB1nqR/iTetrM7JhJrDJfiewMEiXUhF/
TH9twDbPhOeEnlC+F399weARcAdbbOMuxbas+ddXA/+vpZkN8X9MM9/q4teX+qeR//ZL/nPkb+lb
n9pBxmPrAsDV/0z8KQFKsBa6Z+l0WR1qe/878XcRAhmeC/lMwIExtubaf0/8yTKDjtK5ZW4YNsl/
9a9kmQUbgn+c+AtDOBYFORsWnePw+fvHiX/rtPaYJjZuC1ZFGkxuBWlyGR4zULlqNykDkarV8OEH
uUc2yzECbmdq73DCvs9tvcyOdA/0PuzGlMBr7iaDybzHsd4HCFVgNtQvq2NWMQxZG+p9wpXfibmD
ENx608kqAWpqLh2g6w+4M96BzUEGc7jC5FnZNyE16Lt53KPgATfdldofk9jZjU3uM5PcXwzflBXy
cGkYm3sD4ykDcBspjLZd7XOSwkRDzTu+rnjo7mwR9T7U90l/AAnC5cyIFRa8TI9MN3TbSRu4C6V6
8rK9cEhL6xZr/nbhoddByFW18Qko0cXSamUct5N4slgFttHisGn39CNRBdjx1aKxwYwFd8R0BTgB
TXyB4Ny+DUupEXI1l+iJV068BmoW0bhPNMcmujOnJ4NZWbSTmewDgbH6nqvcqwlI9N2NR/s6y56x
HuFK/st4iQF+Vmg/jR5S9GhBBUMsA3kX/ki+ECjsap0bfVs597BVwTc5cyQJrs3RfZ+UhEGY4zLg
Y+s/N9I+chWO7ikBJercxZ54FSXrCgqLbUmOxYnmF08zxGNvFxzAByGMn7pAnSgX/nJ2NpyJc8SF
bl91uUkaQPc4tI4jsjFROkA5e02cUdDbBLFbAa/cs7OgdRtFq6PLT9kIxSztuuqTwYfH0jIH0C06
zLclqI4L/GBxSbJOuycmLMfT5EXqwgJHdD5nx9do++FHKfdD3DMdZHeFz8405dPiPdQkTzh5VYql
Lca5T5Pm9L4AD8Ys1Lzlama9S0IwvfZYSo6z6vJ9lktS+yu2dKHNyHm30AnrXImrAr8HVgJB+Qra
RgSeBDP3TBJqrOlnl+Nlrt33GJQ0YZmYBoteDyRXCfDSbSGMZvtxu9wkd9ldCguJcGPmT1BCDp4W
RX4Ouo3UkrPfKGwdhyJ7YTvl9lC5uVtx8zUf5Rw7Vz5evtVtTbXcyYKctwgFIOJUNMUjX1QrIvfV
9NOaTwPpo+XQ2JbwW1uFK76uvSDNFapoLf2VQRfAez0FPZJdgdCcPQK5RSWw0XPj1QcOtdZ2Kq+g
dZ3dFhG1tEbtDCac8HfuPQMF6Q7sm9CxjIXJIQAus5iLNwOnhj2YgJwYWTATtrnFgHxm3actTBD6
JvZnuQ0NCgSiDr8J/pIXhnH1fb8wfp2jawRaB+bbMIW6re8JYDNFo7CoFa+eXqWvE+6J02RnPtmw
V4f041W11C0qt+YL0Zmbphr7M3ifP2u2lkBRp++1cTC0qu6VtSWdr9Z5XJzkI/ZUcavbgU9IuTYU
4d2yIeswE1Rdk4cK79MpLnPfLRZy3lLK70FtZUCrZIuoQYfcNdpAbNHV38Dy8A2sKvHauUaJObNx
9lwliLTydftDv55GKhVZBoOjmom9xno9+TJHVjLBPQ6bvqbhFaV368pXnRu/IJ6TZMCwAxpRxSsk
HhP08dg3rDNZ2t1XruUPRk4yTkVXuUxkxvpSBLHNvNSCw2+N5uOKdeCRRqy7Zyz5e5ya+lxwPThq
RioPhS6pHyymbGD9OSDXUpprFlDkS8t2sWiKhIxU4zLvrscaJgxT1l3FB/5NNHIzGWpF/gwfed6I
BHNh8eCx4pBSWEsUgvA9lcLskQ+K2ezWwfyBe9w91Xy4A2i+9mPZ9xx3yW/T2Cq65q3RiogHZcKj
NmTF47lBCW2AyAuTKlNzk343OwVZ+gnM7GHCmLFr+G6EbC6ME8MNDrrrTGcuWahz1UXNCnno5Re1
6ijEEWlvLmJxRC2RgJomdLg6NT7xbfadUJI0RozvJSnBIfLKg64aem5qjnjx0RxWOXWchtbIlUsH
8gSWEk+x0uwr19AoYB+O91hN8ZVtTOfHnT3CeLY16yml+16zdEmh0g0ouT7lsjr37Tx6oS5KNOiI
r9iR8mnja3jr8+6DoKYq+MmF7I6Q5oKklumNochDPbZ10On8s1Gh1ksOAu7enThma13UdXuLpLpf
5GvEgtQufXeUJgiqTEKY57M6kAbp2kF7r6JYOyd6Xz8UsSHIPy3Rw9rzPEutijCQ5ZMwsRke1de0
JU9YltV9qehxdnbZ3I8NGzzF2kRNRBYLXnca3lFhxsGSKCtYGApfIyrTYTWOW3B7g1wZiNB7+piR
5L3jiOd0jr9Td7GoyACj6kGoH8RMD9WA9c3sc8m8ImgSyu4gtsEtNXdUux5AfjVnq7CH0zhr9nNW
tH/63GCKYdTXRlP1z2UdK98xWtxo2Z3jctRuSXMfBZ+8p1bjNw2vdX1GRUAFgrndNa4oQji9ybpH
ZuUVQZj+UMkyOyO+HU9FwR+8WcbtfVaVzYNWkOxx+tL4NtxW7mqSmaFe17vWy+xb6ngvXrXUP0zY
f0fZ23weR/Ot09AI2XXD+4uYJmFAW/CVSCJQ0T3JJHZej+3Yxc9M8YiaUcEEuMg+ZJqG/VxP0V3a
5EyhuDLu2nKcdoOUT2putn8lbhjT0dMDjkAr8Cwigia2C59KUcZ1SevO7TDp9IX6/laJ5GqVSKA2
D8keVd5X2xfNC2G7/jHPp+Yijdriy1+tJ7apnJmMDG6vGJkt8zQ8o03ujvwtRXt4uwbP7Nl0r5Hd
0N7V53PN5OBKfkXjJSa9k+TudqqXtfjZT6bNgG3Rd0y9XpvaecviCjGWNZ2V0W19ZK96cFQ0BxRB
GfOBG32dJm+6Z3Hm3idF9Wq4dGgdi+m5vXKb473+pJE9Zzum6mOte/Wl47nyDMl8vqxN1gcpPtx6
bzLTJeG6OumP1rI1kgl8PcQhXdLmwkWueh4GTQvEkgvGJ8xHL42xiRyHLp+4z1dF42PNKr5yoSep
X3fe19p59Ycx6emN1J2LMBGfT6BZxfo1KSt32TL34yfzOPEkZzLjVMbrt5J03wMJS3cnE9FDPnBe
l0ETR4vX+QUaDsnjOdEfKbeDy276hPMl490fk0zUn60AF4z4IP3GXXmfNhiu7taRUspK1f1PA+Hs
Cf+Uc8nbLD1EmrcQLB7LX6Uztme2zAlZRvk7K0fyppNksAy/k2BzDiY5nuTTYAmsZjz690sPnsk3
SNUQe7GieA9PljicrSjGrtz7bgP9cc2XhXBeiMnyF55NPAX1rR+42JWAFU7KHWi7RdBadC0PVC3L
TpFwme0Pwjo7fXI3I4kj5M8ELlt4dTOZXsNG5RbZ/Nb8SRZN8BNB9qqGtf/Dl4TeiU13PUxbkjKc
LD37LLv5nRrLnoRP/nsQPJzrwpJvA/C4C5+/5gEW9nfmqPg0x5wXMqcmZmTK2m+1miQd+ZXXxsNQ
xD73hyPdOTANb2SdqPw4cV8pZIa1rZ8g4pyFVC4Oeyc6JGaPwGraWu35tRwJLcSL3r9UY/zcDvim
6+TGC4/Lh2mzyUxhBBZX5ajHmJ36JH7Na78nzsKuWQaREf1cowTtY9U/VK4+MiNYv2pXu0uLHoBV
ZeI5zDQ9tDlXUhTT031L95NBLmds0wl6cHXw8A4cQ9JT1avbZvo6uM4YBy4vE6JH1a+mpxWE7yWC
ofDK7SNG3wW6U2Prs6MMh9t5Mc/aYlR+Ma3GPZqbKJhHHUqIs2TvNWEY6nUevYK18o4pClEfiARL
I2v+thy6dMhoMHVzjqXjWfCjrMbPmfTufiG/yjaTlfcoh4NrM0qfp6DVxRLqHDqYNBOxoGF+zvvo
j5E1Z5Kh3iniLrHXFsJSsEui0zIZ+DG9uPPLXBXnYQuxUrX2ziNkiRD3HsnIhKnOuiKhmk2GsIUz
peRXtDPpzC3gj9FcMey7EnVFEyLY6eR6920ki00BaYb4Z+FtpGWAL2PKr+2Ia6V1uLjMpRv3HB9Y
7izD9KUbRnYrNc2654H8Xg1UpapMRAdzMDlwLYxancU+gr6Yff4h3usF0kLFKfna8GfOym7AAR4T
s2QDCyVmfhipjm6EpJciMQ0+1x4rT8evKYhRIz6VEQCZqMvwxxOZGniqeJYmr0a3sA+wFVsH0kO7
Do1s0IjEOnXWDJxj1XiM1mPmi4R9a+NV31orUc/DZPWduXKvBqnWe9ddfiDSKI9MnM5ONBEQsmhD
vIMPuYml649pbw0hlyaHKZZVHyJb7lcyRYHQjDXsbL09AiNlfWN63ZFFwKttIecuW206ev1A2zBJ
XgstLz69+IZH3ehY2Uwu/0tEYCrEISyMevLxWUI/1IueeNWrcLFbSlP8i/sGO5UZHb2YvxLU4jvl
aEFLUFAY1atoyf8P8cYJaNtj7XBi06cxnDuMmFD0+fKWh8LKl7DLrbcCSjhZ2Sk/AegZL9o4EI8a
/sIfTd6NHDRA++9z8mazk4Vm7lBQXLMKQzaT6dIrXqpYY6/JaT8qo2OHKXJnR0Pm9zANAyNuzilC
J1+b3MLXzS7328UsQk0bk8OajbC/bH54nvwnE6SPRT7pTBlD7BSwxuNKpAs42ObCMaoHtrPdkVix
c0zKoT4uWR9RbPEGnt9aF5hLzbHT4ci8Bsyvl1M256AkUcvuUy37NSfWQ2+HZS+zh1iwD50Y+B3z
fvjoGoM8eml9tvzeKJTnkj6o1Vy98n5UvyeurEwmBMll0zh5GRtpAjKcsT9yiZJOlp951mBOMYlo
FhPDHPqBeiV/1UP5qTmm4pdwITbL8RVCt7mvuUrkPc1jcZtG745m6bs1u99R7FHngvvjFwKfW46W
RWXzbVqiee+x1N6h4NlpHE82Mst6oq7HabXJABfxhfBZlMyXzJgHjDstm2TTbUiK0g/XRuIRa0z+
2xb1wmS6A9xCaZNakSovia4vmwqKpDMynGxQd8Y6/HBMlhdeOz3PUcXQ2dUUl0vikh79vUpn85LX
ab8Xyn3kb6cP+VNgQcP4ZEzyOCjc9bRKQa2FwrVjDANjBMTufZvYHCoSiu11zZyVgiuXWak++Ebc
bTiomuXtYLKhnwB2cLBs/oO981hyHEuz9KuUzbqRhguNRW9IkCDpTuFabGCuAlqrC7zTPMW82HyI
zOmOiOzKtOrV2NiY1aIqs9xJJwHcX5zzHZ2NsmMztenqTTAUA7aI9irrHh03Tb1haMeLxviKJx4w
N2PZAQQm1u6I7Z1KXiA88By/BJT7K5FLpt0R+nOtbehXKoKJ0b4qJqIHxK4oy0VdO5spSRtPKjU4
pPacV+OZfCCav8X1VC88kHzEa2KPhzioQ88e5feJ3dVAiFpOEMgmDnn8Ehl+H+vaMWJss0IF1XvK
MCqreaqndRcJZxNB80LwEbuoxeR0y57knDUcxZNLIKlTvVdags2xnopjz8hnpyjJN1IhsY/VagLj
iSm+a84MJxT+moo+C02P+61IZ0ZAWfExRCMtRsJnFXeGchDs8w8IlFjct8qHUAUPJ6OcV/ZiFy4W
J31cop0tBRKM2Jx1GDCi3SQ64Ls+7uQ5mFXXc0cIeTQb6ZHyfelE9Tte88Zx+u2UBt2RRR/WnCoc
NhB3+SwkURs6TBu7Co5jxrldmh9BjY8oUW5zOvFd3cW35tgyclSz2wb01JWWAeDJwxunxJoicrbv
XbNFNPDI+vST3Od0KzIorc1cougbcBBgri42EPhH2jdrWepOcNWfrBgHJZulO4zFrTdb+aV2pveM
naEJ0Bhmv6Wuo0jDulYRPykER6nZ+jVWlULOpzKX16Gwd61aHGpjfHNyToJ5Ggd/CuWwIXJLxVHX
515qzMU2L3gmaDS9mKDEiy6Uwjc05dJGDtA/DcuGkzCRGSFALJonExACT6n1XNSMk/rp21Az2oCB
S5pePr5NWbCofPD0gHcFuBnEXl9TFmkymP28nEj/cvRpR2AyoYxD+EYk13aMJAo0g8TeRverREvX
g4E4WpLEvu6XjV2uhjdtnHIqOsoLsqNXy3IvjJ0Nr7Gz2BvCfpsLxZvAzrFtziEodzeAnB8ZOowr
NkLNShbYqg0Lq54NlW2loQeBK5UGfjoV525AWWE/TWX5rQlqHjG2nq2CKL8A6YjXoWZnF0B8ylYX
WY1klFnKrIUY7AjYUKfWLyvQ/FaLeM2aBA0EPWVEAEqoNCB6u2OfodoVaf0lMbCFTbuVifY25Skc
iMChFzI0hoCxvWPBzuCOMdeaQ5rAlCyf15BBzlksX3XTfe8nuk3Z27epixdnsCtWcHLGdh7CliQD
lKGpzXQyYBO3uK8xhHJ0OYm5R0so17Nobh0i51eRWoebchHrZEl3lzFIWbsF5IVpWtxIsJGYYLI0
k4KxL5r8JRVLKVdWVj8oo/qaYvJcBTLW74lJf6Qng/vXWzZ6TcAOpXIHT/oVdv+HXUgvFAAILJ0l
mZgwI6aMW+CgaXhTdPsTMOhIXmaFTioiBm7Mz8QEZZ5cdI4MpON1LIobhR9kaKsFXpXmPqqzQ2EO
DECtqUI1gbylIA1gNRoEcLF+Bo4COoxCPFXXGMRCrniy7lol4LqplU8jKO2VFptQlxwMeTaqopVV
JsDdCoYlkQZkSjM44XXabjofraq/GcpIeNcSm9HmyGFyeANYuJRdz6CUZpHHnat5RogDd3agtFV4
c5GrBR16lEVpRe4z81vlG+b6vVKnX+xlOSYEqYTpvrH7t9AhdEGb9cfY1rDP6tF5SgqskxHgaLZq
LbfcLGq5VrtxwRGY6jlFibYzHTIs4Kgg5B+4hwncmLZk3rp4OUlHNpOSmFfcwmtbpreLWbTveN4Y
1T4BIP8Y9dBWrOqd3nn0gQIMcvARQF7YFT7IdEK4OWBrB1l9kBTObfYFPeZDVMkhMofnHiGvqN9i
zX2CRfeKANR6zDvMyLY92wehcsaUxsIZjwhL5+GD/KgniRG+FlkcBvY/u9gJZ/ZlZz2amvHedeIx
Tdpox/rI49Ny0EVxzJdfDvVTFWWsL7LU05rptcNkuMoT7ZlGEbGB1ExPqYHRMcNKvS4ssL5Ti42W
fmit6qPiyPNcLZUHKByxn4Ia2Rv1iKE3IFLaEiNujKGCsEqVV+fNzdQrjN+ze2fUb5xKeTZ1hByg
8MuNpnbsISrKHKQDn5FKenUwKHwP/atTlsPaGXqsFCT54hcO0g3ZrqAVlclCT+7geyS364rpOYwI
94pYg2tCBMQ6tmdIxoh7QF24ROZxBub24pTLlfrLnkdJgnYTIRs2z4atkWsapDey71i9GMRU9+F9
GRgX8iIvMgkvFHhyM7QqW9lx3hW5ee5KfV4VJuZMyHIGh4w1reKxy3cOpQS8D6KA3ZgazBzFzdAj
BcgRcehjlHh93HqQ+RHIF6Bdk8pNvai1kbtZoLxUp3VvI6YRjLHH8lyq9du/vvL9f9QNZrHM/ecQ
2ONb1vFZfX0Hie8/iR5b/v9/IK6M30wGELprGOhoiABi7fo7YVkYv4FWNoi1c4Sr4fsCfvUHAVa3
flMdtr6urRFgxjoUoOwfa2Hd/M1RLc3EtWhq7L70f2ktzEv9vBXWACZhR4OHQyNvqsDAf94Kq2OY
K2GqcILpyI6Z32ujQRHOnMnqbwr8YfH0RnrxRWRvbEyc/qEv/Y5r2pqiG7xLvk6FJZNr6qJN296h
4yGmeofRSje0nY7dAgvYJqxJsE8yD3O0I25mDSWf+TxXR4sdwfLSY3WvSZ9tx3q4UqoP7AquQnr6
Lnyw5I2a+XYDJN7LOTgiWXAaUvgRqaSxoCsDr6TZqTMfbaG1jLui5lDyj+xM9cCzkpxFu8t8i9My
br6yfDGdk6raXqqQgYRB8PIFy8IqZiwwsOtMq2/zaMJ2ep6Wgy2v31F9nzsV5TcVhQENZQyx/+tH
BI3bGBGtzJ+d9N02qVnLcG3HmEsZkFsxhKwA4p27aRiIq+mHVlXXpXnHCtqPsObrJTkE4UYG49ac
mITqY7nLg0fCrreiCrd5GV3BsEU3By1Uir1SDnyI9PZi2JbEmXdUg6ld7fCugqr6Jkdg0rQS7Lxi
sJn7IZKMk1/68CqiWTBB+Kspc52GgHWQDW64CTjhxuCDAoEsQsBZu0z9EvOHM9/D8RFYczsmCwKa
VDS9m+xTaN0vbsBA04k2qb0zm3DTpKmvtgAN7Gf0gEA56zWjHSZc5AOaHc/YFr8L9tVow1FCJJTn
giTBNeBT650l1J8YBIjWAjTSwfhEOjLOmh6r3zTVsLGRt+pqsWo1b2FKqdm4idgRjQp8PpzLUf1W
ZLiR2SCxf1mrV+MQHeKo9RNGdKQVIVKLrypVg9x7py8N+yePbfQ8IZvX0WPXIB0DT8WryvJXA3cE
K5RaqlkrkAvGUPcl8l3LzDaFHVL+sHPnV+lhi+3AV0rVk+Cu0OFcW2ACkBkgujLIPQX97Zyrzlzr
9ibEr1xo2SG0HofhBcsUONljBj65x0RdcCcsrxiar6LvIb6yKCteUirPFrGgqu+T+MNm4lY1pHEh
k6252xwa0LCeYYbgrkdaMQX4DpDhtzUmgJhjI1pGH4vaNKRQlB4Nk1eAGUljThQ8QLKY0DyGlELT
tpYCbJf0OJqYT1wsVkwKZYS4q1J5zgPvhyfhfwFnthG3/Gg0/f0Bgx4GS6vNMhco/D9+ROhxEGtu
1EGo0rJv8eixbXlIR77LgJJ79GbtEuo6m19s741zbdTJfrLzjRiiTTXLrRKMfpkFW5qo7aCL7RCy
qefsDKItLll+DECVeC9Irwa45XjdFx0Xy1C6SCC6LivAiSFPuR0TFu6pu9IGAG23c70tbWXNcpAM
TkZ4i9RVf2VAp+lIeNVHdykbuJstGLyDwz1OHTBfW8YnSaSrpFCurPaqZr2QtfsEkA8cnAnEXor1
5x5RKIZV5sSmBXEUEcZtjsPP/CMa45+y8f+UW/j9qf3Dh/pL2EJv035g02TnlT2oXXoxysSLKswi
IK7y4nWqBMaoZ8r62fHF1LDAy//me10Y/3/6Xg0dS9oiXMLhrP78vRI4ozjjopJIoZfoFtUyuc70
DO2F3JfEeqeDB3o2Yykymw2+M1O7Nax9oTzX9l4GRL2deVSo2qMaX3PXKxMo7avQ8TNkHFZMlb2r
6M6U/vzXl+MvIqjlasSMjR3bXt65s+Qd/Hg1Cq4YtOAZ/T79GO1KrzKGsK+ndP6bz2f5RT+QI/94
IR39k8bHAz7y5xdCCZj1KqSZFXeZlqEwWOUh4TF+7OzC+u9ey/7Tn0VAgkvn4WqqZaDwMH5+tQUd
i8Uj6le1ck0O+60diH3cjrswL3eDNXiYOj1gQEzO9eexwgRs6r4w92m5MXNCA8djZiNNKejU0yl5
oM1cgotxaTILyvInNVS8kHM+WlCrar7LsHMkIXoG/THi5h3j7hOxxIbn/9plYREPKpm1PM171kvh
aWw/BJ4RIhAus/BaZzxK/NjybKg3tdNvdPrJcLppcH/ZwvSQsE8mc2LdxebEjNGG2cYUaqADUWd3
jTvodSDruFTltczYK+FRH0c0p0220xamocMztt5XTbgM2XYhnOL5W65cwrQ9NJHvMJDgqoDIIdna
nzCbaiUmd0hdsUAIz4Ho1AROB/cq8clORQgChBIgx+xYbeJ4gT4Jm7BQPgab6LBmO1ZPivm4HMN0
L745PZEWzVQKYT0YLNSzzEHuKhswLublST2OEhn59CnU69SpPWsege/eTwnLoexzcvKDmm8QaB6m
nmbb/eaIT5uPQMeRj85kLN5IWEFCfLbFbZKfgUujkU07xPGCR9XMV/8UpgPzxu8nQF4+dbA8asdc
q4IRjlKtW+16FJ6epOxp2lVeYoN2eqyvkz/rk2dFFXML1KUUbZ2DVlh6LUsRtYQtjVzKaK9rg/wf
y8WpIAET6XscC/dO1pFq7HB+EslsoB7IbGMnERm2XbJOGIrzx+tYCFyONtxtXFIfWs19n4mrGTug
0NeIsqDfhKB3k0D49vSRRLWXUPDo3CeLkzTk7OsRCIXXWegSjRdtDGqzJQE6wirfGISCBHCZH1N7
PozWQWv9QsdAba4K3HP0tyIIN0Nf72zrgo+HR7m9W45Uffw+H2QwwZObdTjOqTVeuLVrncz4M+iD
G5luAqRgIul8Lr2tmm5z7dkRMyp0FvJ9uNOl4WMSXQ8I2ByKxyk6mIm7Rw+HU91aYVNFoMVCES1K
0d7OmnmX6Q+DORx1A+wHAECBrz18cCIk7VD821Bft9EmYTEBJxsG3y1GFt9RLlEg4F0jK/hgr0P1
heMESI2hHhDjewO469Hejk57wLdCDZN4Wv6tHy3qEYt1v3ZLcNsmq8a9gOqnVd9KdWd1t1WDl1pn
s0DKJNyekc40ZfHths/xQkVRE+RexH2X2j5yL5R/o/PFEHONVIflD9YejkjxWDvn3iREat4Bgb7K
9YVd43JQK/dm/NTLe1VX94rDtzNGSJ7R5QzAeQpIQdo5UJWNzf6kbz9I4fJb4xnHNCy3yIPdcoiC
8G4pKdnUbHq32OTgcoxo2EbVR9E+VWm106g1p/RsWOq2618IFX1A4OzN9NEW4zHqO73dKQFWHqwc
j4PNSdlEOBCRlVJqmhO0SxsJC24tNlXFdqIgnbCjl4uWI7fYn9lcqpcs5X6RXCsTCnGWpf2TrR1D
HrPt8ISSagWSBr0dEyZj3hjYsphLeZP2XKqHVmG/xz2PJzsq9wXqvQBcna5dxC5lEI9iToseayU6
hPgZpzJ9dMlbGFmIOrG5iB7WvcjONjtfq562OMj9GjidyQJLnxCq94aXRzhtwL/IbFrBfDnXwlmH
ltwlbr4iOFlvqFssYJ0Wt3HzGjbTlgXMnm8LzdJjnzyI4ltBraQQv2RaCH5UYw9mm/3UYwuLby6F
l9xl8tOk7anLfieJ9+BTUBTLJ5nsEKGYNAM2S1Fzo7S3dTrvA42al0GE1RhrC8zRPHqC2LCQjY9G
zumsy41T3HE0tIKguC67V8erCCLQnO0H54pIJzEW399KV8LfVS4pcXA2/UoYThug6muFebuDCsQw
P0BjoJ3ntlVJzuFq7dT1JEkC5OUggWy5kLB5NaDzUexxDqV0tk6TYUdi8WU/mdNdbmDmbNk+p+Uh
cT4F2x8eeX0grmjI/TBGaWbmK0xK7858GNzdaOB+MbGNaVdB95CqO7LqgCr76bAb1Jex59jsruuY
hald7E2DuGhfIvIbbxrFi4ddqPoVmLHuWpd37M3qYJdRFTji2m4qku3zNZHcu7YmSUD5auVzQO9F
7eNi20DCyrPgqkrNVWL5Y/06F4/V8jp5dsKB/KqApx/M+tVy3HXQk8r9CDfdc1LkRJjyW3nfQFmM
JxoJLlpXZXqJz64I1XUvzymZRNDg13ZF+l1lnxT6b+aU2xmwWTOUr068SwfNU2SN3w3BL7RLeth0
g9Pgnjj30joN6ctgvwotexCNtTbEt1ynDEQLkpTeFKFflVyn8zaKsJepNCYRuM1XFLjrdN4G7EBo
iKJ4r7N0VYINsQurnp0tErdJNfFY8QBPeRJhzHBvZr6wZEYXIWyPBe1K41KVPWw3WtcFDchOUHDI
sE4ha2BbL9O8AcqyODQ8TM3Kzzt9N4iH2TVutNLcSCfiZmGw2Qxb6biLHOep5lE/lmy0aa+i6k62
133PrslFbBpU1yK7Q3C+6hj6OWO0ce1nmvuT7jAnqR8C+aUo06nVMdoaDIRRSU1t+o2N8aru0EdG
+8LdMJXgi3lREKp1rrspYm68jChjtTguwa/km62CtGd8Rzt/D65kjd6I8UIPpIB+hcu6skCGSRYd
/P3ORH8UYX82yERUO3yeod8XsOVKnL8oaZ05PcwNt3WH/nsINlhZQMOg5GTV6mpr0hdyPh/0xNhB
caDlPEf4dHX+QpN5cz0XR02rNlYUbTA+e9lgrhSSkxNIpyU4uUJl450cOhV3YTV5acSumPWkXsI8
4fAt1+CQKU5QI+F4zVV5UpZoR+YqXfCtlrnXahn2X5ZP9oXEhwr9oAMLNWaAisUQb6KPityzGfmk
munnjVg5pbma8/lap+NXguRrUM31MDjsqyq/gRNgtNk2V51TtFQpentOYvmgV6oXGzsx5dupHbwq
4+pRq6MRlh7jV5r20kv7xyUnsYdaaQVcqdifFah7iTxlKWVnmh+r7pynlB95s5FL1yqLN0S/J/R9
e6QDwSonQiAdKCT6z5ZH5mBlB2wJ+xBnpmOMtKvNWtaXecKonCfbxJr3LoUoQ2MHe6Rt5Z+6HSHW
ztY1MOOueW2l3GqyZaddI4gi7xir+pSLNTLbLXbYlcPyY1C2PIw79UonHlyy+QuVeGtYL7lzh8Jz
PYQcf8UzV7MRrMWk+qAtcdWSLq2QJxlGXha8toLKRMl3xkSrDI91LB8bbd7iDMDV+jAXDzQFWkUU
9WxujWzmGbZtqrcws/1iWMzjz2GTHnqDALTkOXSe85SSkt3kOB11CSvObbOzMjanUW/3c1f7sTb6
DOFMIzvg2gOTGd9+7+r+pYAFRoD8578XFflTBoP/VZ7e8q/211/1f2Oe5NII/vO59OXtf/3P9qv9
xwqWfvvTfHr5ud/n0/ZvmmYTsUQCmS2gOKj8m9/n0yQwMGc21aVdBjxG5Nh/zKeJISOKQ1X5QcNc
8v8Y+vwxnzbV32xTdwmo1B3G22j5/hXbkvbL9EhVmZsjrCAu2lL5dUsI4U/9ujO3ElIZM5aqplVq
Taa+HfNY0BLs8T077djopUbbbVoidf3EUJN8o9jNsh3BQaGpsmcAOWoHxwrcF1IBiqdaygybRKc4
2ZYsJdDKIWCDe0Pvm71bqexeaVq2P3zu/8UU7Jf07eXPMPkwGK+TUaYzHPj5zyDuwal1p3HoZWd9
W+lDx+Y5NBj8hh1m5iyvb0u8ALtRcdO9Oqvq+q9fX19e4IdxxO9vwFE1i63Bd/jcz28AmRbUCEJS
2EVlyXWTqOmxG2P62K7uklUQLNaiNhyCQ5U6ys7uie2JQuUuA/C1Lyos1TNuwyWoi3cJ0HlI67Pm
ytYfm9r1K6dt9rphCGNTtjh6o6JSMHLopEIZlvuS9O1sHI1GQLmHSjRvze9elO8fdT4Pf/OnimVj
8cufumTBMeJhI8ns5ZeBYxHaiPYJq1n1ELBvU2w/p1aqZN7Pc+Va26ic5Wl0XByPWGodtmGVpARL
jQCuJho4nJ1j9mYDxQAzLXUXEEga4tFkXtubCg1TwhX319+OUJf39PN7thwGlhbp7Br3oclN+ONl
PurGkImOeKYOasNJCPmFD2pmmq4bG9agw1WOdPzQufJOk8a8s/ORJj3szPcpHxgF6LIAaF9wYgoZ
1X6AqKI64eDpr4xUjA9zFDsfIUA0gL1zEyO8avL6AeUIE4DEHQ8E+PRb3SrUi0OeV4LOyudrrLdK
DhSiqFom4nFav6eya44CRzJ7dn36VuqucluLHAVljPY2INviVClLmjAGiQ3W2pQcs7S9qjABnJ2p
gCbUj8WdbQ4u2On5gZyQ+RHvQ4FWtSgeFTuzvF5wyFkhiKw4pHULyJhDxlJkywSlLDgXc3ngnLZO
1VS1x3IuinOj1RESB5zyeKaCa1PMSNTc9BZ+YHsKungkx9DOq21KctOdrisJO1El2NfSxCpLUZGs
7GEaj7bN5ExjNxC2c3ySSXseMheFojmvXZKb3F59QVAQMTrCw+9RTzHQKAgc2hiZq94IsqoKqoMB
RbA0Qy+XDlzZKER4jspkHbgl97ZVVtOqbphKOGn15EAp2zKb6y61TYQWmJQDHm2xbWRebv7m+vr1
8SOWgaels3xkPe3SE/98eVVWGMvShIcHQW1sVpYkyMQs26H22Us133qpqbupQ4CjJPHEaj1tjpNl
P3WKprA/I6ZgYgiuWAjLSUj3LD0E2eeW8W5Y7n7Nzlt2/7a4/pt3/cuEmdBXzWIzaQpcpLhW9V9W
k4AfddsuGcLnlaJ6CdxEBgnMnjQVgRpqpAebxL8vEQyjj+VFx0QwtaCw4+Dlr9/Irw+U5X0Ypu6Y
wnUx8i65yz/enFKHbz/bbAuQWtT3LpZq8kvq2Iv6SWy1prbujUp0f/ed/flVOSxs28CuawjazuXT
+Xi7jYuwZcH8b6qwQk3p0evlk4aMOBrG+tmwm/CjT3V6CAvy8YiOjWINuLmLtgbXERQsIr9fhho5
ZgcX/6Xu2/YaULC1qnThXFm19Nhc0uD99SdEWBrv5scHmMDAvBxvFpJ6JuxLffHju21GG9SD0hDd
xw5zja//zJt/j6aK+XCqIb4nCcMTTY0zsooJK+8G6wp4VliuZUYzhl1MMLrS3vASlrh2s+aUapNN
46/FvmJmwhuNoHkvdGWHGj4+DEOH+s4snvSpVuk8AWTGRRvcWZaW7606V300xg+NEjLwnJ1g8g2A
V14QVs5dE0RMEceQoAMmDihcOrs/OSr/A7QxEwTRKobvhkSGoCgiK5hhniRcDADy0D/hi0BaaDAS
MwWGv6YP1ICEYcsBVDNHr7FrT4cSK7dPslmzad0w2KZh2sxr8gVNXKK1ddeiC94pdYRyDYMJwjFi
1zA9cjIjSn0xaZOiNdkxjEsTYT2DAGK1VZcLzXhKx+tCYcO6BtRzaEatuZhm3d4QzjJ8GmEstjzO
0pNaaWFAHz3MhzzqIWUklWYDAFSkZ8taP0amdlO2yehXml49W6Q/ETUXmiez7eOLkujaIQwKWkaK
vz24IkwF5YCsvlz8iSm0hdZqZlCO1uDn7JIRpw5o+y01ZCgLxZKUSbDf5Y7FiPHe1pbYdKGFzkfp
2VtDix/Kba9XsQ/cbFw1SBMASikt+nFn2jhxGgdeUdBriLAEUEQX7Khzss9JuDlN8Wh5ThzI64TE
IHiJHWkM5jO0ER10VfRohQnwRQRdTOfw9YCJwWG1mFTHoj1lille4znqfFCh7nvOaeMXVr1M/wj6
XGRrFYDJAXzDbJbOsXOaB6hvzA/xNJ6dgc3DkBbZ0R4KBHqiMn2mZBe1VV6jNpa3E2rQRZgTjKtq
YGYS1WhNya9ruOQ1PxGI/Mjseg5TvbwZRwtJoEVQwUgt9IDaTzxSRmv7MkwIQgzTva5/39ohs4+c
dLpHuKasQ7w6t90kSaspFpB3Yj0VdNVkhxrjpbGq6TK4SnxQCgczQ045m5WOj51wZAuDK9MjUw8/
LmozsYoG4hjmzG29JC7gkraye+U7HO8ys3sN6JMPbie1yzCQdWLmbXngmLMJfzKNVYIDZwvjkWY5
VBJP71GXKZOCLLSXBLlKHbdkUmTaYa4xnuSRDNZWwnwaH9FXiWMYtWtux1uZMhqtBnEfFMgD43Cu
j71KdbpttFK56bhhbkYQxO9FGR6FA66uMZryg1oMG83gLleQYzkHHV/7rYG7fD07TQ9nQ7tLqtA4
5Fqr1qtMp23WSKfdzDHhAbSztOp5T1xNxhdwKpTIeBM89J8U7Ha7kmfPg5PN1blqtfKZUhXekJ5M
17BCABmC1LYTn8EAvnhU9cUGo2yEdAM/U4hVQbDCSt0IYA9uPswtSfzV2A3UgC7Ki2MMqwhtszHu
s5DpItdY/c5Q7cOuC4xJDUkXig2KKYtcyxd4/tEUgOQA7T2fW60xr2yTmEPHnp/02PpWcsczR2h9
jkYXJI2WrwWYHy3r83XuIi0PMmH5vWsbkCysXemyV1Eridsvc1P70XYXRQgRuTCZhjkeH8EF1jqK
BmaNtOeCbCkF8/FYl+HHhEYOXTNbw6odyc+Yi2H2+7BewPUEi7pVh9sjmbAUUQqcoshSufPSEbhY
PRR34PEgtaB9jv2M2oH6Wg13AZ42LKgoUAfRxQzrJklkKkktdVUWR4UwpmrtZE6y6XCmfsZWla7b
Zs6fnCJEig8e6b0Ppv4u6hUe/JOxCVrFeXMHYzwmVt3suKHFKXUrF6iWyzczIH2x2DhWhXUYAOys
w9Tuyb2CSIQwyZBN4JNxiWyf8798QRbf60TsjAtpv1STtYqIekky4t6vqgq1L0LeHRAg4kWyBYFQ
mSJwIdbr2rSJJfzdh5i96raCVNN50uwReUJQFp9jzzj9PKDbA6W1vFIyJtYR2UNorILlNpjwOx7y
ehl79r2IGGTa06jdNDjSy8/eZTxU8o5PQxnoOe5jnRi20FJnsPIGhgnutU3bwlFjWsMBnACQ9MEO
y8tYTHCaa/Ji/UTOAvcsyUpzsyhMTB6+WAjznE3Hdwp0qfEgRrRobiq4vsRCN9LQt+MQ14shmBrl
qoz7jOsVOP6GAjH2xxjJC2Yr55pz3H3kxbP6Vk0xq74HEqbOxbBqDVMUxUhKFSyqbBs3gdoylneq
nqCGvPscKnWkkmnFCTAynJ3lraZuaLC/7QC7aaO4r9S82ZlFJk55z2Us4ApD3OHHXMFhTPPWOB5o
QH0fcMpci7xAZlouf30sUV/lgG5vwS4uqWJwcB9K/AHoPMKJEkgvB3npTD4tpbOt4VYquThFcwkB
m3LSeEswGjNhlTjvsJKbgdgmNJSsm9Mx9ttg+UUq0RO7FhvTtWm2yJXBOb1Ugcv7GFJ0mbbaVC9u
33T1uimd6larXBtdShZ25J8MCRdsGRn7Pu75Q9pi5ttoAZh3nkaG+Mh/r5gLJwkqaWR98pI1dER9
BtIXU/bY7JpWM1FxChJ1MuHC3SUVC+OJVCcQ7abikkdY8tHJlIi3qtHaT6O03cdpniJS5ZA7s76a
pPmWBYDPhDtAGSuFlBV5h8ZwQTsafJsdJTkakOS2OMFtQihcLtBIeo6WHyqE9g27dpN4d3dWNlh8
TW+0jbEkjKDLtm4M8agdpkXZTJhhMxtvGcKFxai2H5UCszAkT8yykhWYMo+nqI+QELfDTKyOtIN7
dMON3BiJiRywE4gM6KYwimfTjgje9GyjO7wBSmEcZ1ftvDJjfgq1sjlAq4w3pDIsnRpWVsw4Ybl1
7MB+F22d8fSpkNotZukr0U3EWQdx9tnaVB2kbaaR6ibX+uRQqVR9vhPCZks2lfKYB516X0UQjIlm
t5DnWl1DwGNRV/3L3OEv7vSKtdZYCk6QgKw3tAQ1HIpZBy7b1ADKURJz4dlV26wLMiFYwUbBxAmq
x1ca4RVryGliT8ILoiWrEg2ftiAsHgeeCHaqXJzBrSK/DPhjHkFfAuMgJkCRDGgBjEaz2KrJaFca
c3g0Uu5sVMPTI9ScJ2rMOzsK0VeAvFTqqrlqJ1X4Wd/dGrrNvB/gG8Of5j0sGdxj2zahLJA5WEkK
qcnMlRtlnKjSoZj606zcRKOKCiOil1Qsc2I5Adsmg6aw7jRTnsNu6K/KMoH0kc9yxxTBedVxw17y
zi3Bdqf6OQnJDzKgkG2EGSNrmJrw2GZpcLJY6NwUUZ08MIV/qkoo5XrrlCe96N8UckEeG7OCf6hE
FSSZJI5BsHTxjgyQx7CsrRf4Ae66NcLms4nRH8yz03IddE29mq0RqkvjGL6mVKSJIBlkp9/d4E9X
EXOUiFAiods+7n6Db1//jKF8gIk/zjgHGMM3m39jI1uOCd6Zldk6J5oXHBijgbikcx4Kys54Us8q
rJlVIenYdNG8t+zYnd780FLxRJg7+nm1grTa36VKch9FyP/S+E2L1Ifvndj/n4TfT9XXv/+Pj7Iv
uma6/QoZ9/w80aZ//ueT8FPZ9F/h259+4g9yl/hNmIwb6DZsg1GJQYf/+wzc+M0ydASKAItN/g1x
u/8xA7f5IVvn/LZcy7bpZvih/zMDt39zbd1lMs4+0lqQX//KDHxpnf+ztWYkiCpbaIzUVdbAmhC/
tNYOTH2yrarZMyJRk2YgqotVmnaD/3KhS8KuHG9/+Gwuv//ufxR9finjomOasAw0fn5Fi5k78SRk
3WOMtJdp5Q+jh1m3J1VrZosnjVI8UOZYeOeLdv/Xr/JLBMnyh+Hy4lPS+QRdILT/m7PzWm4cybbo
D11EZAIJ90oSpKQqqZzKviDKwruEx9ffBd0X0QQZfadnJjqiZwqGiTTn7L32WrV6dRm/7A2ivSJ7
N4dF/1W2yvhkz4Z+B12RaAnqLOaz1Y1ocBvReRyGio44sq7Ggjs0LQieCjdHcigaKu9kAzgYNdm3
VbjCezP6LV5ejqOZJHb5NHXmtk1YOFBHJiHpvKIgZn3Olw4muyZAh3MOWRcuQuLnjCoFp+28QxAl
zYGIhAqY5bKBHwLIw6XARO/fimS4Vgn7P2R/FsiIx4r0CHBj5BrHS/rs9zEkSo7ZWfRmbMvxU6xj
skWaOBFfOi8BG9VJCraY2arWh9sOzmSTOnYxkAThZp+sPB2xioRrilFXCJ+fkoj3AklPFrt3i5LI
Fv04o7/dupnaNnBG8qAAwbBs4fxE93NTJxWpeTThjDmK8VFCnsH/FHWR2v4PQAybM6J22No16n2Z
JdQ9imas3mTLRDAa3ULeVCLSBPuqhXZtd/2XPx/RlEBMtJEMbYEz4kSESfAhOb4JrdbGqqygDw0E
ybZuYFhxuk5Q5twYaeq4OvUy0vh2PHof63BTp59Q7FVh5mY9CKulLiEvpFXuIr6YUBnb0MPhhppm
E3SLMj76Q4eDKWL/RmQxCPJ421uKHnkD3oacOuSR3+C7xr+sJXJTZKr9ON65li3/Ed1IMqfRzPle
A/BcYyywQA6thzTCj9k+lVnbAuGYiDKIhkKH21GGq4o9TEG1tAAd/D2BJvF9TjmdlrcL8Whj+Q36
B0tWxpd2aHGfycL3wW02nX7ICnjrW9ud+5BFKkrQhlQINq//VMdVyP97c/AJ0a/y3454+YZff6Oz
xGtMx2JXjMOCIACBPUd15w402rOJG/YuqX35eP2aL6XNk/nHXzOT6CO61KzNk4lBckqzqYDJXRRa
7i+EioibbXYnth/hfWrHPv1IWkgWeIQ2PHMewhQ60EKjfuTXXyIL4p+b2fpzbaRhT3c85gelmTnC
7MX/+c0KFzfe+kRlIZrj/0XrrrwxwM3zGdQVHn0cadMfRfmOHej11BaVLsExJCLR665QBrbc95ui
zNl/9tPgE2rSQWfKk2JwCPoTyG5DQBhkyFNfazm0QN5G3Yjmaocmck3fZCdCsG7Vc2KM6pjeVtm0
yF9sKjpvnEh542aoQ5RWNGfMd0UyESjWeS2CoBmOl3OjNL1O/8c/D7lVtKnwWdNWEPZJZdppVSmV
Rp2Q5tMc5FP5jWMViSiaCeX6SJDHbct1+HkuK6+JOUqudeX1Pb8afug/XE0J0+BIJAykdNm0oCXK
iCLe2i0F0zVTgCooEsG/zZIkbzxMkf4ms8pM3mgrnn8I3tp+xpblsCq+tMlf3wllrnyuCGIhWKZf
Amy1X5fGWGdNDkObaEoV5WQ/3l9/fnV+Vd/jFXDbpqT/oE4aN10ZZU3hdkheh1nn265Qa4Ouq7HH
hAahFwJMRrazOYVvKzfDeAABICSFcdCjOqReizNxiXMSPeAdYZ/KzMh+ZxG5g+9SCiSfvVFm4Vua
HybxS0ZMzdXsDe/jgIGXNi7xOW8scAjYwMOs4BK9HN71XgZGPW9ZrB50ZSVf8bODRqkrUHwBEGmy
Zk03QToFbNgQmwkL3BdXEqp8b+Gkj7aYiJ3qMZ375A5BKsW9MY/q+yiSCKKKFGFzUdu4aJhIl0Pr
lyhlnd6f8PfWPdFD19/v2UIEZmDtL63qAuVKdbK16uIlCn0d5yDBBv9v0bvdgxpd+25KAcuJTN1q
xF2+ni35LflN6ZUcD+eJ1cA0nSIPEhiJe1cTDLJxGtLdB7tTQQzPvLkxbM++VZpXCCccidXBdZ1T
/QTxjBEkxiqnkDcVdyAb5GFuY2CMKhufr79MebbKrtdyLNND9EEj6HTbWMic8CK2H4Ecp/Ht1CXW
oVfpXBEJ23dfa38Q/S4xbOr3ZVh/WmIHxV8XjzHHp6E3/924m7MpmLuB6s9i77v0bU4NGHCuaEjr
Og/4QGV3n3Oge8L6QDHaHrK3dQSzoiIU8s/k9RBZbN1+Nm3HC5YO/7o1S4h/OmkOZYht/MadHVtD
mNS4MxQ13JuLJdR+2a28mtRgrIYj5fQssKYkzMiUr+QHT85s9ZIZgikywJkA6WZkSdiOTULmRi3z
4geZHUkIZcVfnG04hxLEjE1ZettQqX8P2KwmCd2uMHjTL8hxn8+uoQ/Xb/3CaOLndZRPY9ZaT0zH
4zecGuLYR3ghGQ7puxp5LjyTUHwURlP956kfS4vDy1HIfmj++ifXAvBnlS3kg101l/JX18zdXaqi
4udMo+vJU130I3YW574u+mU/tKb3y46b5cbG8cL3up4IGUT8XGwdTzYii6smHGdoA1MWWfoWQlXP
vVOAi1fIyTd0R8rpxoZLrn/m0eq6TrzKZGfMNOHz3R6/41QQTWxQ+dvlSUyfqWuLVYsvVLPyT5Pi
c2kVOMnDPCfty4ZB7KOMwnvp8KvhJSwmPPL+4BLoDVUSfT+hzvu5N/NyW1uJ+5mIoYXzQi2osoC9
rffXB8iJMe1lbCuOvuy2bcdxrJd//mpsVwQXrTOOu7NFZhPu0Ey+2DihppQ1hk7a0wegTrQhT1IM
ODGTNSlAWJCcC+7mN+Ubo9i7YrSQOPujOdy4PffCFMV+jOmJPxSotrkO8Fe3p+poTnQ9uPhhAGo+
gBtdky3qEJ5AOCYYdxmN7204eDVWy9F4k/EjtVuTzosB9cNDPB2PBuChOfbbt1M6YBS1BwAEO8pC
2DoNGRvkHHW6fiJsHB/+mJX6rzFJkopqA5DnDmouEk6a6XIIBDrJfNP6FOs/W5Gepl1PUPwzEY41
VjquMHwfEW7Ejwlg331I2ln2RNzb+Ny3nflbFV7+D71aLDYN23c8u2QfJJu+LixzD505J4wXuFBC
Mdv2yDzzl0+hOUx/S4sbe7Qpp6odjK6O8TKkK7w2SkBg1hqzwTpU9HuVdSGKOXf42KZN7GxLOJ53
LeonWkFhVHxPasP5k8Ev+ytps4lAiBjaJ5kd+c+Y+io8wbZkacMhS1QRKaNkW3edN+OPoslsHHqv
qmmTtGN04/hw4aNdtYKwh9d6ju2c/MYOkjOrtojezfVUP1ZUvnc0EuFExW15H03sT26M+bNNKqdt
rPoS9x3SOqat40HV1UNaJnNhYMWx9Sf6mKjeAQ7taZjED5AlON5Gs2vtOXS2v23kBnsKOfaNVeXS
U69CETqfPDgbmuObsMHgmBR7jF2RqvlukeQw2xSTd3bX/5rmJP54/aEvXW5dVFnMWMgsefKSPboV
fmZ64Q7wS7JNpVftwhILedGVH5bRSbJb06J1Ye1xUJSiG+Av/uZkXrS1YfjMDga6RB/+NEB4NyPE
mWTlCRhTzmmIU1MP9YoG7UAyFd0tsENKPw9pgYbDm0LXITVU8FF7KWQSsiFMZwe1cAJGtyTq2aC6
n+4wt4lfVZan0JCxybUkdax1+EVpvnUrTgVisyLzMdiTQHMH5TMBiWf7yUfInRFI5dQvjW1TeHCu
/FwgvaaB2JSYuLMFN0As22dpU0/alPnkvRsjo/1cNZ5C7tcVH0Alp+9bNBACHHlK/b2j4ywPta7C
D3Cg6/jgAp/9YzNL5uBMxuxJ9Ub8q8+tOQ3AiMQWArqUHfPY5VBTxzCFzjz1S/4oR8H6hb4CMBD7
N3JcFAFWSN/8ZfEfhjEef2h6RpSuCyV+hKMHVy4xs46aTFyNv0QT9lgEZu2RX1ZOmBjbFFlK59T9
x6UFjbSFaICENUs6TNZNm/wAN19JTp81srie0JxHHO2wkpw0w5DvIgF6V7V9kyLJFxDTogk+BkEY
ZU8tbEZLsEEIYGCL7ByJX2YI0bw4vZW/9SqtWUPo635LwiT+Q3YpZBfEY84TH0D9zR5GaLcxWPa/
YpgKtenRut3RdrT/SRILSrR8qng/x53zuYZI/16rvvlEnsr4ZfYt0OBkNxHwl8YZ63rrjwQhjKYB
Sx4FWvR1liYWhXRAo7tt0Q+TFU4li2pkUumvMeKndp900rG3HQ2xdmslpfeclg6W7CWtjUdlo+2E
hszuCjxPhSeoSP3swXFmIe7SqkjfZa4NMUjFpbxXwGlARWdrKTIax6j/+V+/X0zCjstOYz1fI/8+
ni68hMIVBnl3B3UOpkMdkqYE4/7JjnGXCH8cg+vXO/96V3E5ElfOW9T8rJPrFTFu9dYoWHiLGnvd
OIbPjTaKL60k/Ov6pS5MTevhCskelXci1E+mpmLIM7si2gbhova+JF6ePXmEwW4jjd6R8pt/Y2o6
fzQaB1QXUXbTKWBDf/wqJehpumYtojLkxVuv0ECuIhiCRcmm4fqjnddDXpoU7A3BKaAJepHLv9q/
mElkZBUe010X0kvC/Ofbj+XkGfdjCj3LBbT3eVFRmx3KMRnfsHttiW7um+jGI184waBm5+UK2h+c
LU9WPKtS9qJSEhc8c0KL2Wo5LsGYAVyjIZyIzQAIKdvzCNXaZEbyfuP6Z2URXgM8HYsKoeVY3Mfx
K8fMJ9Ge6XCX5Ln5we9BlPeD6+7qIQz3fiTmx9iYshuHn0sPjXwWbICgKnl2+DF0O9rVlDOuJtMa
DzF9AthmqWXT5vUqwV5MOyDVex/yRJfcEMNeGNSMaR6V63MPL6vj6x++ciTCYcjNEZLR34nuEHbJ
rgdsnCIV6Ou2/n5jqHkXDiL0nQRVA0JoLO90H4XKloAoWL67Cqtcspd6ET+jrG9RjuhFz3eDP0/e
Dk5KVO78yUMfIWOU7R8GbSG18lU1/mFXAuMZJV71c+F4BV7fEaiePbFO4oQAsw5m8xIV2xyzBqC+
CMSQCz33F6nZnAmQQtePucVStYNHizOZnX0VjPR4o02FRVfvSexyvgnXXFXB3sRqR7IkQfMpG2Ly
W6lPkgNWZV8rfHD9jlnQt+gfdytyrsawsZnTNafbpfoSOMqjiuonYQeA04LR2/ZRzuw8pkijDVmR
PFqMFOISSjt4kOcwDciBGn+MpePRIgvBYpKzZHc8ENzLje+b1U8XEXy7Dwdoe9vFZC7eILRniZui
DO9Yg22i2vXggZ9ka2MvXsAYVoGfeCHwNWvJ1tq1aTwj3KojPBVT2gDr7UKaBX1s/GQZ6SA6kg+J
Pm3ij99oKBaQxynPGzQq4u5vNQ72R23J9B9b16TajE0URZ+SFCTabozD+p83J6FLUEreg4eprPGT
0yWZEaACmfFet1I1ONxIZd0UXYyfM62LxNgS+aijt/UoxIci9GuoomHf3o0UBKlLUBcEhqyzOD8s
g9v+9ROJ4ExUk/ha0hahQKnmriPSCrBw2Fgm8aSoUKHLLqFJX66x6ubrlDfjb6YfaqpulrcgiuOp
hjHLxoVTFFpLRDlWpSFSEnHL1ANEJ1M03g+g+4v8nUVkAf64unWiHYHO/ClFEmr1lh7PQvx4lLbk
yIRRaGLnr0AwIHAhTobEaeqptBgBJlRmwjPbUTP8GIu8KBF7ovwhca13v00JMYPQDgyfhT8KeUMs
r7m9laJUHwZLo3pwRmP6lUQaxoRnyOm3iCf7d+TzOW1qAr/+sUOz3QcPMWgFDqR3E2DMwm5guUpt
QDT0qn/WspCQm1JqeGvDIR62KLvwEmtogPmmXNT8fTDb6U3NsEkIlbQQWiElSr8SuKd+yyVE3582
BlNR4kxr+HJDf/zOJPgBqqQ3AwNxDcTriGHsBQrVPIBqtiFV7RBZo51EDBp1RBZgDUQ+Jg1whFE4
tjsNJR9CR1aWz9xJXu3MhPzlLXlnk0Wue6eSNzqNWnNfU56Jbxyzzud8iamMlgPnd08o/2SZJT5C
57mHni/RJbUQXK3rtnNs2JhaYk7v26iKD1nV3lpzL02DFq1/CqgU7dSLs+rVzIvp0Z68mTpUzjaK
jlzskic0KPI8O2z6hi2bwG1WTlkxgA5UFaX46zPxhf2Fj5fOf6lnss04KYS5nUg7AwUqcZ52+WCT
T/UYhQtziR//uH6lC69YcL7yWFM5QBJifLysdnXXRu6kvB1qsvX0MZRNIImW+WPYC2EeNeLGYY7s
G4v5+fOxFcU2JOnwSFe6J8+HRrETYmb1LvIKQJzQ8wFmrPWZVsyn6893voJzJeo+HHyJaqaEefx8
82QRkz1QnDIXUT1mDogTkzwtyhIWirKCF8rm2+m/tWl+YzW98IwW+yQF/psmqvNSOn81iBA3RjLV
gjfrkO4uKhTzS6y8Lwvv88Z3cqEEh1iJ0odv0ptbNSPHTwkSPxK9Ii3Z6Mhf+l7Pidj1AxFI25w+
P2gVFtSHpHSdBQeFblm8cZCTQ7XUwP8t2MnVdo6Vau+zuNQ3jh0X3gOlTdP2aI1aglF9fG8ugT6D
jRpvN2YEkviZbQVqtgmZ8sk3u/5jX7oUTktPIZ9hp3g6mOPU7tJhUeEOWjzFn0LG7absTOByOiHe
+vrFzicJiRVvtcoqDh40yo+fa7acfJkJoNxZdLOiQ+GZ5V2a49zmFG2oCfuHATGB/hnQ4kHF71ZL
jHvjHi49MIceOkj8/v7ZFpFWQEF+pAh3Im2KfzjU4h9VNxUaDNciP1x/3gszBZ1ty3RtsgsZzifP
C1XCUg6pvcBN5qbdx5PfzJuY2TndSzXlPHUsvthd2NzYBl+4LsVjJqe1isffqOP3XEe2aqbZ9Hba
T9kJOlhKwbyK5ktbRMT2RGN3SLpk+e9HPBYewcl17XdLdsTHl52c0HCaUCWskrb0Du7MaGVzVVaB
yy7sRv3ywizFE6KNYpMKX+3UC1oK12hrvo8gpWyOlV94CEqU6wVDNIOJmjt1D/7fBenuayMJrv+w
FwaRiwlVCuZiXvLqBn9dIHezIZYoKuIggsVNrFLb31O7F49Gjvj4+qUu/JYczlnYFK5Ei7nx+FKZ
52WImpDgyGWu5FtL1Qa8JXIpg4IyMcwfIq0RAAMJuX7d80c0eTwYy5RsaQO8eHFfzcUNYnLPtmjC
EgTr/nNFU30VnpfeYyS0765fah2Ox72c40udPKI1Yq4eTTqiCU4NaItFConbRlF147NY/5zT6+B0
XosdFL7pex6/SoqTvSnSOQvSMi7fEmLYvivpZ701SLrZuijH9tef68RjvVZ9Temg2BOcwzngnkpA
es5WKQCMPPCHBtVrlRY+5oZGp6omjEPVT2Gix0+NH/vT3qv67gM+/forrTN9CGnrYHszpEGaGJWi
GBVYWtobcnGrXT3n6T22Cpqz1+/4pf59+oo8VkTO7jZqQ/tk5sDrkjc+gQvEh8+UBwadlIhGo/xz
POIMetdQYqP/GvZDgr9L+V0wsp/817sFqdaGLnC1D35eZoeIxOtvApFFt+uqdKTi21TuD53XtDQs
EnE+QaeLfxSGn79PF2nrB0Q/w+diAb+7KwoFz9xUNpw5u0dXdWPpvzCyqVlTJWfUgUxYgQ2vP17p
FhanHmgs7ZR8jyZZvJ+87GcIoP75+tuUFwY2FQFWAJ/YZIJtT3ZSaQ+k0zUI2LAoDxM500o4roP3
vvNS64nK9fIevPT4seds9KQqH3uUnYQtBznSytxsDb8jfw3rVOjSp7l+b+fTJ4VN1IXM0xK936n9
f6lxOtVJAndW6vKQLN73mOyjh6agQhexC9jLjnxqEibiG0PsRUV4MsQI813FDz6bPdSNx6/fS4Y5
xVlNxxrfPJSbXMi7RORLs3NbwKh7kx0BmIRMWnvSW0332Y6i9o8p+sZfeblTvtX+SL0knJGWb5Cm
udDmrKQ4FL0T+Yfrr+mCWoOT1AqkZrMvkKKYJ3fryogUeSoauB/SQBFbCyO1mXLMzUMKf7kOiYXJ
SDJ4Y1tkCsiyJ3BJlT4xAaxcf6/fzYXxxM1QU0Rhzb9fxturOZmF3ss8ibqKn6XYa/Ll/+LNW75e
v8qFadJl14m2cD1GWi9I01dXaThqqI7YriCL7e4vA7jbm4tlbFy374hniTjjX7/g+XeyKtc8RRnN
Q34DBeT4JRdzbVaNBukm+rmKOC/X+bO9uM0j2udwj69cvo8RAB3suQY+Qp0NFFJk46FtM1d/GuNI
vO2WJDskkhbW9Xs727LCJaWIifCRpiVwupNPuEl7MTSabByF9zahD5BXBR4/7BiBaK1GHqqpWZ3Z
meM8d+VgF4ikHDQq1+/ibBPAXaACNj3B5srnjHv8guaoM4qiGmBDEI6Ovo22JUppBDmdAV1pmLOH
iOEYXL+odeHZsbuzhCFVoJx6qsDpzGjERZ6GQd+qlvKZUjCB2b2WsB2tASqqXzqptY/y0PpoZmH8
FxFl+5tvYfw1tmFNkc3ymn/ztIAV1xYJhJDT11ye1TL806xELdCvLQ7o6S4f/7kj6nem/Vx7QAXD
4cM4KP2BrWyCCjydR5xbBaLlLd517+AlE/bIfCKlzXbSSgRoYOT7fBC5u12gtS/3g0qhxxECD5oy
c0g8tLjP+D375cF+yN3Qcm7sYi78RnB+0P3wFa4b09PfSBlDU1taB4mb1rtyLvS7DgbEHnTBm9zo
YjKXIv/WwDibEdjOUHOWFv+R61pzMjDayZ6bqm6DhoPbHSnekNfqySVz5PpYOG+prPsm0/E5KPIX
K9rxhfrRwdwpF57Os+RjT89la4DwOKhUq6DxSmCkfovrLNZ4Beye4I54kl+u38SlN8w2mLo+XwCT
4MnDIgOzGs8F06mlSKjzJHPAhDBup7m1sNOp5g6lcFzcePSzlZIvT9CWo1bAIkDf4PjJJVoghJlT
GxBiaN2XCyCwQhjJvUMwH3ngTnUgVO6nLlvx8F8fd9WOocygAwlS43ShRI9tlj0BbgGqbv+7SSdp
m+GKJrDUT4tlF7aAKbFgG+rGCn02//PA64BiRuZf/mlJQC+4z22wUUEBmOZp8n3/QNqnuB+6Qr4Z
i7T/df05z9fY9YLsRni9DnWfU5WEVkbYFUtCjKlPhspOp2z5wiIlgw+xhPePkEloKqku3C0Wxway
qtvNT8040ZlPTC36Gz/4ueNmvR+HypegvGfZzjoOXy2AleHGE4tKCzp1rspkR76wBR+TINoILrAB
JT1eNBB8HI02Nt8YisXWLgu15sQ1ITxMykJvhIYH8QDPysoC7CftuMH1Sex8DP3O2DBzQrWFtUMn
2zSW+O+Soxl6QMSdvhvZN/4wVEt8XyhNI/CdXIMUjjDE7JpJsCsmy00tb9t+Sb8bPSoM2NIumZ5e
2LafM3MkkBHCFzeV94nzLu7z8JlhY32zrCkjwWKEAiGMbKo3ebsMUPOUJEpnikRz31Y5YOCaUIVv
mCnsp2UsoGJK2lZ3/iJW6FCDJpOgmNKCS9jk1fQn1NQGqTEU+cGkJUEYeANaP92kWeMnz9rH2U52
FeSRMhnj6i5MYJHcs1cmsiFpp+Le4nzwuRwlZX/8PYt1h1kAFdBgdavVdOjdO5q5gNFDu5j/zb7W
TaCaBInc9UG47jqPdqX85g7nASZwaoJodY5/8zqiiTQmNQnTxjzcoU5yMbany51Nkf7Guvp/tdqT
i1Heoz7PIZRGmDg5iGLjx7EbmQU4I+F13wZDld9zr4StPYB4IcJ1NNxfHFRBnPZTMn1ne2SZn8rW
yOc9eyPxO7XbaUDTmBOeWC2D/ifNLjR2njCW+U0fRtBXKaS693rVHz7khpiAWpek5mwNTe4hBh93
eMb1CYxRO7Ojdik0NRbKLisJlxZWvIUjRz1wmjickjump89+65CQsErrvfe6RtYeTLYDvCFE7EO6
kLBw4PQuxpyhb+t+Owi8VVuATjkBxm2O8EmNvQ0qQ8e6uePY6xNvkTV/8qSERJWZPTztHEnjBznP
woVPZJLRMHYKiaHt9wRuMROIwI1igrlNn6RRjgNt8+A2S9FtsfqXmG8Zd/Y2sovqR2Z0A6qWzqmw
CIF3cbb26Lh3fgW8bZ9NdKCZc+woWJXekOxQEqqtps867mbM0s7OIajI2ocALVWAaQM6t1+O5V1S
QBva4ueRfxI3bopvKhosezd1gpowZWRx7wxOj6BnslOApg49oE2GseYP25naDEBLRY9D3nlfx456
FX+mTNSTUvy6W4UCB5C/sufwwxw1NazpLnNXNofffUdjrwZaN1bytzWzxvs0keI3HWKyNB1kPGPY
bfJeK2xTtL/Y3ZBYHm7QBCQ/NNmK0E98xFvDDG5Mdm5+p2OiljZ9BKTjmeHeZu/00I0f8siVeTCH
2Bp2Xeov9AunWu3bNBmHnZ8S6/C+qvvp42RFiTp0fVnbO8dwgLqPGmoE+8J23IpQQa412Q5jzMsd
lRx828BaP5Mgl8IDKABVhfUcsp3kX/ZB+3SlDn6dLVjpyFLJdkWi9D/aj6m3x3WJex7Cp/0zySZ/
esT3SbczjMmfjEJ3+dg2QnzTiDpaCAoRuROj6SffbKMiyc+e2vY5kxM+Ipn13FQb0nbaYnGbCfDM
o18OrokVWRYWlGbaIfoTuRzp6Fohx9pgd078jXJkV31oo1znH6zeWShIpIP3C+lqZuHrGedvYAns
5+tT0YX1d3Wz4GVBJsO+2zyeiqxGszqYbR9Qexw/jiTK3M9h+cfDX/eBKsMtzdGF/c1a5Fv7hbR9
WICPLxfZTTnnsdUHZWhCcqDjwQFvQplChYIMY0Q2zR57Z35fomC7kTNxvqOzqeP4KCTdtcRJStPR
Sjub3SQYN0UAoi6mBBYv21UjcAdmACVSN5nf8hSMwH9+v5ydqU9z62xxTsMt7IazydBMVWB4BTq8
qib4FEUlKNrJ/BI3o324fr0LD8n12JtjsWCJ8U9+z75XU18CTgrKMloOtWNxDnJmoDFp290TG+xQ
9ituyXAubargIVkIYejmoQI62bAbUoAw6aghGR3gjiAvYw+YZhjNaI3Bz6AXrCL5UEUAFTZIy7v8
s+fGZXOHEMz51mZq1P+P187xYQU4IsDlqH/8W7eicMrZSXTgGn78pYFrsQGQgEYraZdAV9Otz+jC
ir5WmLCE08mkiXYyrrN2KI3UVX1g1lX6sWkQR6DE8d8iv0lu/MLnhV56dWvLnT4Ee3Gs2sfPltSx
O1p9Ogacaa07FAr5fc3/dheytw8oCnRB3iTGvgOCRKsiyncWEKFPzH8kRqQueVkVWY/7xjFHa9MA
oNk5sCf3wuxsb3d9MF44yNmr7hmJkenSonkxVrza3PaOoCLaK1B55BZ/wTUHxCIvZ+B8yeJuwKaM
3xss40FMevInNGPdXdaH3a0Xdl5asD3e04smmvbY6WAI164O6ZfA/BUQ6YPqnKh4LiIkCqCVK9Hu
mmxuPsWy7R0CSFMpcGlnxefeWuTXiLV0NUUX9RMZgsnvtE7Ew5JiSUPin+cNoqdq+IpEOvykQrnc
mJ0vfM0I2DkeIGSnLHRaHauSKCmddoER6k/umx5pKximZHgj6rIOUsT8D8uSFTe2jOsZ82TDSPWY
IxKHb5t+08m3Y0ToJb2OPpe7kk3gdekvVR1ZNwtx6zdxdh3q/5zyLZ9InpNJAw1F6jBvovOqeogn
6eSV3wHoRE9eOyqEt+6s74qm7vZ5rBpY2+za34YyLP8f75hGMZomJk2PTtvx5+QXnHtt8EcBvQig
hCNcJb3EekfZMn1btssfydJ94wBwvupy4qPhTr2Lkgo1v+NrItjwwRlyzYTksfu8j+dfCdZkb8sR
EN53DD7vxpe4/onHL5vDLudsLMLUFoV3MmmkxCD3hVh6qAoSnP+QT8SZkPCswdxLSlUSrt1q4zUR
7FXdGnQJVVg+NVSifxhZL//euJ/zHx9/BgfxVTNKC/d0ZqC2UIDZG8bAi+IYAxlzhLXmaZIBj1qr
hQtQlmJ4TDOxeml9chAR0X6/fhPnpnY8pmxGCEDzaL35pzIX3x90Oxv2GPTSaiXpZkj+t2ZR+m9m
38nG7aJJDiSVoiUeh1KQ/tAs81xsqtlTH9zINueN2QFo3git9ffQmRroM7IG6jhRzfg+GyEueGfI
9H2G72S8G3SWEO2uYvMWt+O8z8EkS8vPpwJP4wAv1fGAgoKaJtHQkFBXcEyCp9zeFR6NO3ZYa4bk
LCfmWJ3eZ9Qyg8pIpIWQEXX+BqcUFVABP6PukurebeuC2D5Rs4W36rvr7/t8HnbQQazdyXVeUaft
jbojHSoGGRbY7N4PeHxxxJcVOjdEtB/xDkzvh7IX9wViyMCExXXjQ794eQqGwnSp6skXXuqrxYjq
WTqhDyO6JB66aTOkFkjy2e3d8G3hVoYH1462N4rX3CY2RU22XsWooXFjG/rSiD35FNmH0gwkM5SG
x+lrWGyPLpSJ6oVlqPYeoYyl8dtEgpl7hzYVF1JEB+09/gqEQkYcG0+2OQ4VW5fCf/DLrszunNiy
4C9UI2zMTIHCDHK5QFxp5mYCJSg565LDV/okHdB+Ne+tEHECvsPYau6VkRg/Syul0F2Khj0pEL4C
8W1YUe6Wo5HeNUXmqU0+xPwKU4/md9Y22Zdj3tubLMFfvkujJroj3LwN9yUA8w4CS5Te67wEsMrg
CQngzcBSPAyd0/70uqn+AgxafYycOMs+j6HK7hsOCM3GmdkYe2au6sPs+eqtOzilv6XaLW6o6M63
Z2hvcCgJDh8IKE63TAM0OgeRDx+6MycEBnN4y6uWQW5W5f76IH85MZ38vOyFaZ+sgh9WlXV5fTXM
Rh/62SDCMaDE3ah4IySH0V2Niotw1FSZOoipeRRP0ohImWcZ6MmWqqfF/S1b3Yh7JbvO/CpKQ3y+
fmcXFh1aiji12DZSzz6tLSNV7Ju2BY/dL4kB1TYsd9gUml/j0H4FDHMrbe/CPtWl1aZWvRuVbIAr
xy9iaELRd+VaeIoszMgk3HfgvUk7FhyzoyHv9yTCVtZD2JFYvvNZDvRuKKpc7qexHYoAKRph0MVA
mBq7LAdPer1YeMcy3Q7vh3AK3w/Iv9Xu+ls6Hyou1jnWShqEFOHVSW3O9UHaYtTM6D2ENJHSrh/2
vR7HN3ULJeG/X4xLMSeZCDbQeJ6MlZalJZpNgrukbNyHbKqcnSvoe0X02m5c6nz2Y4ljD7xOf5QC
nZNdXZmHNkXHcglIzRoD06urnwaVabJEnKjedC6phCO7zD1LJrFAdQlj//qLPd/LUrxHQrU24zkk
ees/f/VduKFv0jT3l8BmY/0baYn7PPkVvA4d125gINId0IDblXtj1Xn5uI8+SGsVAZqQY00s3Dgn
ji8cAzYawgYShp5wmT30kRBPul2y7NEuJlGTSwXi8WBiSBvJ9GYLtCnJHX62ZYZph5xb7y893/h9
nbGP29uwisk7KpBnbtK+bqZNrpO23wzwYtGth+skznN2FK8n9gddNpM2NC8F6c19pZCpOyEEOmV0
3rdKz1G/A9naoP0kkuejnhL4pJ7T12u0ezH9dajlD5spHPphQ7kSDnFLpMaNaeHsd+H18GZoiOO+
dv3TAY8gMlZmlCzBWosjKroq6nvdtRJo5NhLF7quQXLOYNw06a4j7vR3QZ9tWhAF1srMyYCYSzvk
tKxEMJljXD5MoalZSbCuGDvq2dH3KsQPuMGCQ224V57x7fp4PPvQeW4UZwglaaTaHKmPh0UW4QGP
s5bDXp6zxnn2hDMwBdjtUX66fqmzb4/mDpJMUzEKMdud+WT/l7Pz2nEbidb1ExFgDreiRKlzO9tz
QzgWcy6mp98fex/gWJQgwhuDwVwY41IVK6zwB1MAUSoalrgtsD5K5PA5amhMIxmLqXDUDPbjZJIN
TB5MEkSLxfH2+G/qTKulBgmLUh26RxRp1g2HOFZJpESlHVAnguEJQQOLTfBQ9WMZaoW7H+nlFnts
Aa1TFsMU882hoGqK4kwSnbjg8ecme1DHuz4UcNhUFEv3VNsR3I1GE3cqNN3MDwo/H+FXpNaQS3WS
MMgdDWvmTi0R43XLQa/8uSurl3nk4YOuCi8poV+NlpxwBUCMJm83tvZbM289bxO4h7ogYhdP9/Nv
bA1aZcjQ0g6eK4fqXlU07ddoOFHzjOszHYaxkZr0ax1Kht+jmao/dcKgToKaPuZ1TT05x7xtTFxi
S9oz2EggEdYUGdWk2x/oyhlckKwqsG4cBoDynf9OWcVFOBlL1b7Fl3kH1X9eBGlcd3yiImoPRwGH
LUIvdw7jjXfhMl7h2NsWcjQskGPa6qpiCGer4HrsdCRiCmX2pyl2P/V9N/1habiO0pjCs2tSMQer
4zw3CP9XUFgi8Q1R09GHcxtvnJbLqhG/CNwkVWJUCNmtq4vBNUSZuCq71aCr974s+ulu5opGGbZI
vBO5WnmPh4i9b/JOeV+CaH9fJ6q9cT1c2zsQ6Tk2pM3cUWvMr56Fw4TPBiIKDtqve6Uv4SY4XpfR
E0YYotrT1w5/Vg66H75ppfOpL/CxP0UdqNCdCv0P+fkw6l6519BgMGpY3D4M8ub19ta5iOoMUiqE
LQ2EFVznoqKuSzt289IxDxpymM8ltBifY6u9lzjGfcqyKvvxz+MhZbj4SREdEditjhRMeAnGEnan
W5sYBmKYFD4kipJ+c0SPhKpTUFXaOB2XDwXiKxSKlo9hAH9Y79DSiiMxpuaB0xr6beshZaDmadNg
AgpjIkkmOoNJOAcu7IJ5o1RzZTfyOiEAQy0ZNqK9btDDUB5hk7vmoY8o6DYC7x90GKtGe2iTKA4P
Rj4VJ9WFM60NZnWfxFKNHkwgrBsb8sqHJmlmCZaeNKnjskp/xU91KisLJ1LzUEmIkx20+O8tOXRG
dIFwiz/G4OY2TuLlEwk1nqICPROUuC4j+NkbDLMWmDPS9rqHoCQLZJ0b5aGxYzPdSJyuzI8ap7VI
QS5giDfu61/zS0uddv2YL06QksJ0ixdyn2XiaYrzX8BEqg1I/3o47GsIOxZmBhsKFanVcnoOYFwZ
1yJILAOJSYQf72GL4FajDaF1H4F129rG60v+bUSE6uArLPEGCrRnHxDBE65yC49d3g/7Eb58hzZB
Xb5T0XqBqK6XfuvKTUzp2z319xu4DGvT9qc1g24jYPTzYXu9CJ0RhecDcpn6M5GsVwXI/49fNQk0
bld5nfHLVEMF1aoKz4gDen7avUdzuMOYLPQWooymvqIAghhcb7eGSqu7TO9wqo3eIb47ksYXhlX5
UzuJ93VkFB9sUAPocKqp/DUgeDgEYSkWPmkRtd+7WJVf8rFDJVe1Ztsh4rYlCnRKq2Y+4tGQRUpC
8Gfo2/XvOc8wWxQywksZ5AkWvsko7/WidpCt6OPovygGZkD7tOpx3G1Lp/K9aaBIXyoNMYzbimTn
KtW82GdasDNcpe2/C8D+zdJGF/1+CXv4q4DE/2aXyNDPZwJsPy5pyE8lFDQ/Mrvydxo1YFkSbvMa
5+hpTECrJky8aZTQ3INeUl7xeUijQzg5yeNk9WL20eLv7jyVb31IUtPLaYwbyU+SBNQzCjZauBs9
u/kUEoKWh7DWUSfVrEnDnH5oqNsN0kifFDWG9gEJGHtiJdNh5sZtDsawRXIfJfBWaedndH+S2ZcI
lpMpmIaCczulyseGP3sX5gLpWE/vFYG/aEEuEeUxTuikHAaSMEAWgr6s+t926xIVIpjYfi3pyP7u
+hKtQbJeF5RbJ8qvet7gcWwMU/0AxTLM9iBYEPC2Ey36w82p4QQ72pXuSzl6E7DzEBm5CdfQCq2S
EB2kBHjBF0eqmjglhZqcQt0ZEMLUwLah3h1V4EobdRGdwxsAeFNZdoVPyDFOeJ8i2ENrRBiMRs9w
h9AL9u68zAYQkJ7mDMRfrNZwyfYwfEl02Qnsa3FqQnNLQbPdK3p8UBDXnX7NaghLfYDdjtdoHmdP
Eiw34mFy/pOEofUL+2E386FXUHKDXj/uuRn76JEqbvpfYqWcXC0f7MmXuKvaOx3VjJ/lhLYC/IXe
eaxLL/nBwkFCthREEDYewSv3lfO/TZmlj0VP8/wYzyYlkcmyUTxT5nIfCw8GYbsYCyOD+dimU7/R
MVhKD6trg+YLeSFKs0SH69vKmsrSUDI1CkIguAmtAqt/xBEk3KDJXLkUaYIg4AnrZ6kPrMIJl8r0
bGedCAx6ptpBEWn4Qn8VTwbb6btjn6TJx0bDF/jfohguRcjDRE6E2yCO1wE38hkKheI4CrpeFLiU
zdoJkRvjmRS0fdbDyNr6fBc4v2VEQO6uBcqPpsea7OIY9VQI08CkhV5p+0POY/eNdL/CaSpWEu/B
rUV0yo1isbCCbv6160MYqaqGVoDf1WGYfXZaG0xVTqX4OS3guJ0spBZqHyUez9rrolUqv+007RPG
E3rntzQvfsa0d8ugqEZQFhMNT7RzYijDuzBGZHQ3FanxoIS5indJMU8vFKPMZueFulEE7mSpj1Fa
4eg7YYGA6xbkEQXoVV4sAH12RJ6HfQmMCsAMZ13VbN9IMuOTVHRyhSjr5Bc7nYAGlbXiKHsaFxXd
CbXvOnoOItURqRVm7SdTVX2Q1jRLDA0R6Qlg/GrIdUyV9qMqHRT9xkznSk6mxAHlFBpxu0d4D2ew
JCkc7h2BXESTAp3ZpW2EDWRV6sVzqImx36sFnaxFgG9ODtRZh+nI6fR+NR5lWDylKLn6s/DSn5Oa
FU9Z5anydHuX6Ze7m9ARgjpXIGkoAfr5oXVqa8TKo0+D2Yh0y5+KARly11ZQ/bYQRMgsrIAwLFMC
GWE10c5S8T2ZhoOPVRSqk3YzqDMLGHe/i8KYIDlWA1LXZFx5F08fjNB0Hjy3mUjA1TLej9OMHV8j
DB+xm8JvbBPXZGEV0x5p6z+jUsqNkO2i7YSkKJ0cl+sI/hYR+qp+KZeuajJ4eYCcyAikb7IRg56j
nnJO3OuYQqgoLgBUsOzqjzqKMSJOn/KfENSEszfbIX+N6xhZgqkq3VOF0YqOv5Y7I3zUF7qycYNe
+Rg2UBAAIQut4QIaY6VtHhthVQWgEjS/rGETxIDXv8ss/tJH5lcmqX68vQHeWKjntyihJRJ0aLZQ
CKcCdL4BShdBFVlh3qPalLB2RhmWpzGt1fJQJS3FwyZavGJ0amH5wcQzDsSsko/TvtC71vLbSa+b
HULl2UcQcAVaiENnhy92jaflEI6EbBzvBOSyk7mfYtgM+d4etbqiCGMDa3ABzb7GkFm6J2PCJ1YZ
xrLZt0g0ze9lGRnxix4ZE4xE0wHXHsVQAnNllHAawhSRJlP8FlJYXyxAhDH0YW+c7lM9q77P9MgR
fhYdXUPH7Wg2qX2EH6CbiOI5VsbuBxaygk0NaxWhkUTrPsKQNXF3Y4nf2xnfKPA0rPbuqIc5X0hA
hv7eAoqJag6YkG9y6CnrO8kQP3km+GtChLz400SRSnOLRxIJbjEV+7bmfNO6DTE7A+KogGSdowRn
0Uxid14DOfSJLPqvFXZKwz4yUtncaY0tI6g7GaIzovayT92Mhs8ROzoEyTuNu3C/sQMunlG4XIj/
2Qb6u/ReVs92hFC9PffYGpt27xyHzkD6pCv2VW3RznCa/KFzom7jWL7BQi52HY0F0DW0vcgVz3dd
k8+G2/VeEhiJHuEyLnSDLEM1211o10Ao+7F20M7ps5M1cYTRbrGtTxhTzMVRj+zRQHe61v/rMpwd
Hnuj0fPncfkEQLcI9cnK+tJ6gjOaIlCt5sQ7GH+hcYoTYT4EXKM9IbUaFuWL14vuCU+Eadhj6WV4
aKHbCtVdoTi/uyZTXnOvsX8Zdo4y5e1lv4yW0BRFbofYhQIOJsvnKzDC+HRw4koDayyL+2lG8C0R
lLQL1cYdtcnFRqa8nOPVilOtAkACl2FxJF2FMdgTN31fLQJbeRRp6BxpRfvkZdm8EbesM3IuXKIV
auYMRk1qrVZtaWKYC56GoEdP6SlxmhJd0aZ9mRp92ti5V4aiQ20ssBH6RZBKz5cQgCv1QmvMghYo
5xHJRbDwre2+UhRSNsgnb9zU1fJxRJaqEk0ImuKr5Qtx/3JyN46DLm+sPFBIx/udAkzzJMABeM9D
P7q/Q60N76Qlp1+j5MGWsgOY7ybSJrHLUD71E9Wa1F0628nJq2xMm8PEncVetTrj1UszSawkgcft
2ThNdN91NT5ljaKJO86m9afXsQXbuZpEI4gak/xcW+bCh81nGj4TPerOV622+TSVrWHDBqMw+xi2
9qYzxuXWtTlHb41aIJw0Bc/XvVZKQLhVxyqoylj4/eBJ70PoKMqDkjUk5YrbD1ss5bciwPkHWPAj
gIBpDwIgWYOg4jzT1HYYiiBRUg9n987Sj23SWg+5VNR7SNTWKcf+Z4fumPxtKgJzxAb7Kd8zCuvk
4eGws5D+fGqKGYtPq19kxL08Ay6tqbLY6Vg2boRWl485NypCAYA8wVAQxJ+vEvcWwRSwvAUWpgZo
qwJbasE/Wp2e+g3Kmlgcms3GKb88Eh5iEot7hLb8swbXhpWb5jwxTQBjo0l2iBpanwoH83bs2IuN
CS6h4fkXgXoJPQl4mMslvpYwNGEXoivUlm8W6YcWZpZXZgEkf+vQT7n3XCKp50PaUL/dvjkv5kh3
mJmh5GNppEBrCYjJ5har0HAKmsn9RM0hoe1gpmYw9Ub9/vZQFzudoegDW46NdjkX7+rUK+4IoWzU
8P+KpvS3kbfmkQJT/gNAABUbR8wbKe1FKReoF8JzNMF01C08ArPzTWNyRbtNW1ZBh0bohyjMWwtb
EqiDVVsPx9zSoF5EUcef84Dc0xMtAtTV3I3b7trPsIg/8dAAfEYAver25FlfIWIQNQEsB+VnovUu
Xm6KfZgsqGDUzQbzwSwTxYBr6GY7qQKRmtyi2rjfL1efViQBCXhAlxxlDRmb6EZhEDnLQM206Uk2
3rxn8dw7vBAHlV+BldXGo3yxpdnO5O6L0gMvJJv7fPm1Hv5MGMfI7+HddMp0ip3QapJjLsb5yfJy
DFYkStf0D7ONKsPlpkbciE4v8B9icCDJ5yP30jCbGSmtILZlqsGl0+V9aRHcEhAl4cY0L64mprmo
xXN22HCUes8H48wqE0zjNnBbw/gO8EA7ta1aYqWkD3sP7ubdCIl6Y9CrMwTdiRYeqBsiv/NBm96g
h49BVuCSQO1VHd5+XXn6KavS7l9vQebH8+TRyKHkCHj3fKgiRR1S6JgJG2pk76Tsv6PN138xW0f8
Y2/LodmDys8iae0QzK01VCCnZHk16ASVkeLcT8PYvYMi/yNKIrcDuUficftCutygAJaWV5Abl36a
vbqQYBIrsD07ejr4OP90wjTynTl07Z1r0Zze6WNuNHDYGlTlJ8v9cHvwy/MI5ReKnEoQtAjbreKt
CGvMDhQiIauWuceIY8+1pHuPjpqHj5An/w/Dceo1SLcLGmyNiqFegdeWlmfB3M7mEzbc026saaxZ
wkm/DcgQHG5P7/JUULXjMwKMewthV7tmifCwXLSZXgv7xpb2eK8WMtzXUlY7rdWUh2I0tvBV1wZF
G3ZBt4BSgHB0vlVzwo8RKCLvppzsYCo894jUzXjw6EgErVlmj3bVi42ZXh5FAzciJDMcoO2AcVdH
sXImz63MNgMrpKcvSuUiH8K22nu0Uzbu8GvzQ96EVM+mgAbK7nx+onH0gWw5C4ZR6x+LlCwszHJ0
VqPc/YGm0gCkclNc+QIxAJYPjALZLC1g2vRrJBfYIGdW8BYObDGU78Sip32cc/ohQKP0O3QC8VRA
y5RWBrpjT3GWyF2Ve9YPF6sjjMET9fvtrXV5bMG1UWJZlOWgEyyGkH93RoF3iUKiChp4uVq+FhPk
VGmQCQB0R7LKbaOD0xrK3isb958/NQuPBKYGfYGN7a02dUSK4k7YgQRqlaaf+5Y6iqWX8i6O3S3X
oAuOleNB4oGXQYZEAZl9dT5Lq8Oej7TSwWvK8U6kQc4zXaT5dRHxPmW9ZTS7pJRuMCQGfBErhPGU
atnnDEPVT7fX++Km4pewB7xFQwUo3/odRyzIqXKrd8CNAw8q9fEjjff43dQKPKxy09p4vC8+rweZ
beEogowhSlzDQbKkMAZh2CPWcGP9HuDIY+mBN1DaunpAtSB8NUvZ/JCOrpz+dZ4gjdGW1knD6Nda
q4PMYuOVlMxqUMvSottP/mMi8/zipOJ7WuhbgNnLZYXnA6iCQMWlcLNugMeowOplUmlBh9bcbrGJ
P2LRQYNqoLTay0r5eXt6V3YUaSZrCx6fJo+9zqFir1AnW5m1QKUM82p6Q/IihR0fy4goeDdlfb0L
PZv0OEnzr4lVqISpsXOYzWz6cvunvCnbnGU7dD1MkA3ASpbUY31Rlzk/kxbqDNcnV6cXkTRtu+tH
XgmaH70QpxL8aveqVon2FdoIWDlvsKJhT/bVmcg2F26AZ9NUPdIo7IiZM2P+rDtcBYc6NLR5p9Tq
YPn4ydQAsicYObu2qO3OL1DyxXAddY14V+AnvFWHuty7dHMARkAOXArBa3FNNGO6zGoHLShBnk+A
qxznE56U5WtsOkuYkSWHGFmufWaPW8CV5T74e0mxHIGlTqRN7w74zJqS2IElkDhYzX46GLovSte+
T6q+3IBRrF+gZZRFco6vB1rq4sONKBmYTaTOfqHp88/Eif8rRjt77mJPeaIzRBs3ara0gi4eoP8d
lJ4DNCl4vGut+8E1ISf05uwLovmapmFvgBZ16/1oCv2j1iC3llWQI32wa/GHsvPc3exNxTO2vc2x
ift646K4ugiEUMTfvMHISp1fzeZoo17lxSoIioJ713mzxmW9JhAULjIUeW8ca+AtG+HqW1Vx9Ymp
lSMHT8xKRmuvwhsrDxs6st3sK9hL7kIj945Kk3ofC7MUv5IaMEdSIYbQ9up4hAVcUIavxV2mk2Ui
UjQ9A0qrAy8EV2w6Bd7qYQ94LO+yr6PAbENkbrTxXl4I4fLlAPXBjOCa5rleO4glZTuiBg+ssDE7
59HGPH4nkPNDZk0R0E/sxoGZkXkqMg7REDRmau9xdnUOjp4oHwF5EuB0yVb58YKpsPyqBfoI0o8r
iAvx/PtpCupwhdAXNGM3/KdnbY9fy9R7n4e5dO/LOFTUPYKtmthHiqSiaKIEo+zySpV3I9VQ+p+k
61gwqYr6oqBI+LmyY+OVCmHc7woLIEhw+7pcR5jL7+Vok+uRRBPBr757D9+26Pp0AukXt68Ig8f3
EieVvbQxQb891EWx4m0suFqoBCw8hbcv+hcsa8hsorYM0Eicxs5nXn7c5xVgWSLr5Y9aqOYO0FbC
9q7iw6Q4bTBLu/Jv/4hr8yXdXABMS8ixptTYouXi6tDsLY35V1REwFtCzfuoda256fW2FCFWZ2oJ
sKh9LU8RdIHzvdCQOkOE5to0Zkl/rZ0iX6GucAKfgHEXbkb4K5Spc8dp0485kOBdOo5TvauMcHh3
e9rrgIClXyTRFqYcCLyLgKD3EKcsRT37OZ0Yv0m6eS8Ss7hX1XZCAHM2NrKJN+bZeu4a7QsybWgS
4BXO566gNxYy3oyFRljf6QOI72erHFsabrBD5c5tQ6CHmdIS68tCJrYvANd/lxbcwp252AMeUiNp
0CQJlelHnyhIpxQyQo3UMWblOHLTYDLWmM1/2GCb70Q25uwXUXV3lt1Zw8atfG35ABOyb6lkci2v
snkxtZ6FaBA1vTbPaDynyosQucKF0y5M19B8vv25rrwClKRBskBwJJhah4uo+iciKcvJt8N69LUs
Sg/K6GCkUdc5oubKNymSZGOOFyeDAgyRqQ26gEAcWaHzL1bPArAYij5YC5ruQz/n0ALdVCA+o28Z
s15MbxlqqQpbtGlI/ZZQ56+LoBbzMIeKy1B6qzxi7TEc46KYYLNZNnpspX2Yy7bbWNOr8yOvAgzO
Qwd56HzQEPto00jxTKOTXH8HQhLt20ZFT3eRRL/9+S7iJeaHpt4CQQWFz2c8H6pJ2P4jQlp7p7TL
rwmEE9+OQcptPdpXxzHZKEuZZ5H6PB+nwgAItV0InXkYzvdUQyi8eCzsPp3j8KMRpoWPOEr1n93n
/UukTcDZcFHzCztHNiXsHOsnEbEZpAi2bKzAxYHBih2qFDhrSgm80qswptHrQQ9xtKF8aHgfyP/G
A2ScCf7n5B17RJE26vFXPi7oYtfGMsik0bhmHvV4NNkxVqL7unScACgEQBBsenwxe1sf99rU2LRv
0+OIrm/1NE4mUAucExy5gconADlbEVV+V7bZsZo0ZWMpr02NVH2RBIHfDvT+/CNDJkszC2bFXtKY
/BDlmNsVTlU/SMfdqvwu19jZpc1XQ3uFOcEAoCm8qqq7dOxVcwYTiOjNFO+HpM6RKR+NHxwW47HF
p+UZwateCWrFSg5q2nX72wdnOfjrH8A0ufJoHoKuWV0MZaeGTlhgjG479fgE/kp5KZq8Pi0ens/z
NMb3AwpwEQ3BMQ9uD30ZuTF5KjDaUpHiOK31hEhry06zYbIOSVeWB9uUSX+EUYJ3NkF3eKpV0q57
ihK0diPkn5xjaOYDrstgcs0/6VzUgaMh0/9Uz5n5qZ6oze7aGZl+gTojkqeQgjZu7CvX6NkvXn0u
kReKaEjz99jOtB8ce+rvYL8lcGFNEDuIUn/oTaLy2+t0bVA6TRw0sgU25XI8/rq7bScZExLgct97
YfxnahokubQUFZ68HV7A3clAAGE43B70Mk3j47AtaSxzqULkWd0nSDxQFVTych/Vmhd9iz20WwkN
RFgc51mDXBkmgC73VdObd1nUpv+1s9XFB5jv4/g6NyFqWC50tQ+3f9a17coaEN6Q5nMyVx+gzBIQ
pxExTT/kToCp33hwe+QI9dTQ36WYogNdr808cKtsy4r32i0EPILwAJc/XuvV1a8lsUrtJKtwDDM6
9A1VBGdYfeuzS/0bP9j6+z9PdTFR56O7iKxcoEVqDL6yCFj0vk1rfd+6ZoKmcBn6WHOqh3yMfpWq
kXxFrXHLR+DKROljIPhD2WGRHFldf8jtxIlFMXafC/z3NLPL72SWyr2uKOZRaJtR+5U31eb5XmIE
KEL8c76/B8eswzIULOxgp3ogXauI7pBe2ZRRWb7Q6q5DOoKIa+mZAjtYDVShFBO6A73Y0FjwZfOU
2Mdehu3j0LQDEjajcqyVKvXDiDbqbihk92SPEhWAQuT2jspEtBs0PXl3+ztfOd6gIZaUkP+wp1c5
SzJ5yOtJDdlDaADPUu9SXwE4cSqasH0Pus54bJLy0+0xry05IQCksqW5whu3WvI5zfRCjUkNBvxq
MpHZT44S1Ru98ouNBCAINwq6jNQnGWQ1SpxQk1NotrDSReyDj8QNNiwhrI5SvZfghjbesmvjcSss
cv2YKVDYOp+VU+mtrvaO65f4py+lR+9Ig9J+Ut2i9ut42EQIL5/mbEMxwYW/x54ClAry6HzAmZ6B
o486A+oKXBsli5yf81yN4tDi/RrvK8QaXkAjYVNqzRWqy7pAwSuCJ6EjzR230IcBgRyTUm+Mg4KZ
rG9n3DGBFcuoCEbPjaddbSBBvZsqNQLNN6j9ER/T1tspwqm21C8udiLTIRdBrAOOgmaua/UG6vlF
UeWu71oKpDQd2CoyOlARD8VU6UcNEcrAsP5Z9Q75KIP4g/oADSCuq9V9o9LpmpC9dH1ecBSN6tHG
d6wrjHkPPMzbj+3kUfGqtrzLL87AMiyydxbBACD79bWTTyrC3xbDmovR2MlNHMwn8J8XW4rY1wZC
sYNCHw5gPKqrl7RSyKRrJfcgKQMONzt7eF+WVv759pG+tvnpsCyGztxvLOj5Xhzs0lCzaQJ9rzvd
e23ANq2UWYkaRKzedTXyVLfHuwiS6ZotHHw2Pr0kupjn4zWR7OGH5bCuipS6nyza8rFDsljblXrZ
/Lg92JWdySXC2r3tTm8ttTHA0YmTlMfPAkf4pBnTn9kYkp1ZpfLOK7L8MWPzbsR6VxZ0UTDXFvU5
Cozr6v+EhhmZhuX5pdtDaRtrG3TiyOWMs+aPudc38fhXbhPe+aUvS9th4W2er+hopdVcUnz1ZzSe
gIjnOc4VZMq1zEl9UqTrRaZEh66hMD82Tg2Jd/aO9tD0J9QKtxQ/rk6fKGv5Odzea0wKEkNhKfUo
XEAU8pj3RFbDUmDNI+crgXUc3P7CF4Ed22mJrVzoFjqEzmW7/RXkOph2ZHPEVaoUoaXfE/Q6z6k3
9I8JrN4fszmrp7o1XHxGNGlsjH1td0GBNDGDXcKQdVBpcst0vQNxJQmxNbbQTX6sY3hyRd60H2Se
DO8x/x3N3e0Zv7XFVq8HNx7EAuIsUG3q6t5rqeTja5aFftEIa3pANSaV3wDSI4wtS2VsSx9264Ss
gOtl71xc/Xp/6LXupzK3GOW2puKM0P4gUR5dZ7FO1MfQfR+G+tD4MakIXi0Rbeed14mu9rFR8fI9
awsLrw7HSP8x52r0MemxoqDMZyMSbfY2krgmwj2Hyi5R60Xw1iseUmVsMgiaIlLuRKM0xgOyZP2p
iNVy2DVtnn+yQwvV7slww2yjQXWZhSy9+aVBAiQDP9c3sPxf22JSw7gtkxFdqWaykddAUPGPHZb5
fQ2ydt/qc/4fOjSobkmvutPmpN0llTd8yBRaJLtMTNWWy8eVY0EvH0Y1MQYCJBfIG+miANKOuh+H
hfwy14O9PI5J/5AgPrzIIAuxUWi5KBFQavp/mGJCRLjH5yejLqq6HLyEiGFsTV/OdFWBc2vHKQf4
uOuVjpJvUtWwKIlEGoptMczX21v1yqRJBYhOiZpxal6bm4MmUCjkNbo/TIMD+aYrWlxrM9U7ICUt
nxU0QPJ/rR1iK8l0UXtbuoRAFs5nXeKbQnu3MvwyKefHwazzHb4VGaxOOd/96+yArVP3ZRCc2i5c
DPRIl2QcNByzZCDfUYspcGTyI3GT+KBryb9qVHGhQpDnrsOj0yRQXV3ztjKoRsy/PiBOhBjGPjpW
blZ+njSqz7dndvlGk04RoP4vVBVnwfNFnHq9EWVl65jOOF66G8tY/pCysJ2AdhGUntujXW5URkMH
hUYczwWd5dVozhRrQx4ZhI+p++CmGA7v4ClN8S5FlvU4x5HX7rtUgcarpVX5Q88GZevVuoy1Flg5
Uud0X/DrXCc2XmM6UpgD6NuqUR/mbDY+sGvkxkwvzwOIZ6ToQAHDr7DevNH+upUGC/vRKoOql4wl
8lH2FBr71IBiXFAD+jR73Lq3l/YC7bFsmkXzwFgahlBUll/014hqUyNrFeeQeyrPLQNt1OWhk617
b6HQ/gqOAAZVZqe5X+d9/SWk7YAUQhF+E1mtv97+Ldc2FYRBVFXonJHUrfZvO3V9PQ5wsDo7wkmx
zKNT3NnqcfFK2FjnK0NpaDyRqdsQsAg3z2c9ToahOFBE/DDRshczcT+QIoePrRg/3p7TZWsbHgJX
OtUW9BDolK4uWUzZcEVKGtN3xqZ4T+Gr+hgSAFVYDLpVs7OKMh5PaS3acTfGjYOTeAuhaKfPrpvS
vqlLe2fZ8GB9rYY+/+/HeHFDJTikKK3T4DtfBldX1DbrgZRnLrUZX1YyPCEKkQ9IOujlfmMplqz8
PCxZNhlZAnAIXHwu6hEWYiVdKw0/x0DEQKCh0uSMH5M2R+/ddDIhLiSi+TZmHnV4lH6G37lLU3A2
+f981RxKsbX5l8+8/kV8fkT2wJ1TwVnNf3l61LxJVOzuouyAsoHxS+KJEeBkpPzs4Cm3sBxyXBwA
I8RYUxRqMM1du7EwV643UPXc2OQ9IA7WiohRMS/ikAIdoCocD6036fsJxYZfI2nk3VxUSb0TnhJH
hB199o0W6daTeCFqxCWwREKg6QBuwvdebdIY7U0ldHLVD4tsuFfNLnnIErX5ZOFFfE91Eg+sfCz9
qJ4JATNF6P/1qlqesjHuj0XTZh9A3JT/DaWa3Vullfy+vXGuXL1o17NNqXmQFq6Bha6JRGlepqpv
V5g/GSiFoxLS2NGGAuslpmHR5QQtQq4LPRJKwPlpmNywrCeBI1hV6zZaewOIhaaDY7ETY1XDJjXH
jxWZm74oQKgvyQzhDpFWsRGaXnkD6A7Bt1rUQpc67fnPGGyzd5y4UQnG8uijnsb1F1OP489Ql+2H
ERzpxilYAp7VIYB6sWhE8erwzK5eVw19G69ysQyxUBh4KVxHHOSQ5fe6N1R3ndGAn6LpeHf7m17d
chDKOH1gKNH2WX7VX+/OwGyqmYzJt3nxvi9NqftqyKaPjRnnpzFOigzibhj+se2p+ZovKlZA7BfT
FfJz9dkUo42MolBzf07d7t2Qlxgj3f6JV9eF4hu1CHsBDCzb8q9fWM70fng6NH8umuhOb9HjNKow
uoe1hkYfnOv6nWPOzcZmv/b12YH0ooBvc1OuS5upJ4e0yDW/10uBJWw9xe8IePD6GHM7rn2975GK
uT3TawcMOODC3rBJPt7aaX/NVGkdtTLrSfPVyZw/4BP3Ge/L4dvtQa48ucTB/3+Q1R2TYv5QjXSi
/KmB1bSHYzYjwOeJIkfEshv/L8sIehWfNnqfFB/PP144N7z8Bc5SKMQa+YFMUA4HDsHkm0NNw6uN
tvTxl9+/PkaLFJljEQMRIC7z/3sRZ1NTiiomJI71/K6SGCKOaWsFEiOdO5yJflH3qO4LwNenf19Y
KBQwiqhygFJYDex1yZw6LdoFwHUhZRqmhb5o0z/DaWs3NsrVOXIYeKQWJ8i1NmcCbEGxuf791hNj
803LtXB4HBM8oWn1FgZyVag9BcLATcrXtVH8qyH08k5xKLgwOJXgPlZ7KCnjbIhcMlYdUapATEgi
NOpcvNYIohxur+q1wI0ZAnwAXsKLsFa0q2hklfgr6f5s2+P4gDPtML4grDYIH2EEFhmbcTDFhZo2
ylMfD2b3kGeTrrxmHdIeu67SGidwukh+jlQutY3L6do1gWov/VO626Tuq2sitLFJFqh0+rqA3VVp
MX4ec9Q+4ir0C/bZvJE0X7sLF6YVojy49SJgfb65OwkAxBqpYaFLDe0wNz732K+dQpllR3eonX1o
Rt3Gvr6WmlAkpPnBRyDR9FZzLBwrNnqNa6mYG1l8cdMxujcbrx4PeDtlNITzsqZzOStyJ+NCMe6H
Nh2KnRKBF9yRKkfl1p64clGSiYJ2JKUn/V2TsYABaCU7T/UjZSyVoyosrQvAGdfpVzKNuTyKiNxm
31XGPBwjEcNHI7RPWJ4+M78mWq73JOcAlXfqiBEPyHNNbG3ca79x2bGLhwo8nDWNtNOVnHS5Vanj
1Ro1m1APssydgtvHY7lUVrcdfzuSpIgOYM7+htz/67aj3yl7XNhx4CStuBvL2fqcS/lOTWrl+K8j
camyA5a+PD5N62fY88Km6URlw+Mf8mMsXBQ5qJR/T+q++HB7qMtdzlC0p/iMy4jrdzAqYmG0Rmv7
uaMibhwrasBmwi1BgQEwKdoQjNY0bqzk1UHB6S3dPuBsa5GDejYdOIvYw/EkdRQwbCrx1ADcwENo
+jHOzfHufzg7rx25jSwMPxEB5nBLssP0JOV0Q6wtizlnPv1+pSs1m2hiBOzCBgSruooVTviDU8vq
zk1+e3+ItofKVUCNDXyz+FV/fL8MCxlNrS1M6WLooLy/aKNMsnFCeCc/WSVWdveXdiO4hhdKC17A
9RTR2rkeECWpsU8p8HjNPC+fo7yi+w30KvsI/bc9AOUNnhXE9w5Jo2rPwWTNn9py3nsqb6w9BJKP
griwzRFVwHWiE2H6OCIXZxJdVYqVonslVKTCZBoQX4FoXbuK2mmXsLemH10Zqa/ZIpS2jACCj6sm
Zv1LLk37h1EkVYdO+Fh/RckAzcvImObSbQdp+lnXdu0cnUy3L7FuNNoFrof0+f5qisW6Pn1Mg5Ip
ywmE9aYfrUSz3mnoYHmWUo/yycyV2Ma4Ty0pykeY4gG5nqZjzxWWHtJei0uvpEah78TwtzcNhQOa
j5Q2UFJGU+X6kzaq2cqBBnlPTRoYjUYSv2+R39jZqbc3jciMoZgLKBuFitUoC96QlbTYuidPo1J+
qIcqk3xduC5XCwn1zqOzORpVMNIuIdpirLYptqN9GpqO7mlVX2mX3FT04nlRkSXyLLNFMvD+h9wa
jiIU2gMoqgoRuOslXORJsK0w91i62P5h2klx6IMo/laq+FXfH2rjawGaEPbJMKe5R1clrw67N+E5
YZFFN9G/CrJ6X6ow3okTNq4VBmHl0G0nedFW1wpQYBuMI4MsciVpOCSU6ZGiXgTTZmoW8yFH3GHH
xGPrZrkacxUUOipwEHsoLEwzIDNNMlZJaAdNxw7u+wcqm+HHZVbsBFvIcTolUyQ/Du00fr2/uhsf
8upHrPaNETSLPsycyBndyIMl8N5jHDXvbQAcb9+idDQhyoDIZ8ussSEg+dqcmqLtQSShczKw6Bdp
qbmgpGnZKw5sBGEgeagLiZBHJIir1a1oG1ZOVtmeIg2ZdqqiTHunG+2inRwlr1PfiVVUXs0uXcaz
1YzNl3BOnQVHmHB8AO8a5DtNq62FpjbMLmaidI5WOwz3QL2hR802TlvzJ2TM/H8k8NPgJpo67iXG
W4NxVsjCAdNSI1kNNtDCL+A4MFiGdEwT1vYn4ofmrNpzv0Nn3RoKLzyGITHlcVqtsx7GcTIoieUp
syUpPlID9ujWURPOflSozrf72/V3LWv1gvAxeUKQ84DCul7GvKTeYTscVDtUdZxLx7HvvLqL+9hV
s0z9GC/xTBXa5FJ3YbgUp6HRqMAUACSzbojeO5Gunu7/pq0VwJuRaBIyAbQrcbf8EZIsKBiGEYK8
EGv0/nMeNoNX0VOHNW0oO0Nt3YUoS7HUbGndWbOXbCT944xSqBcnY/Mjocp+qZA5i3Zud7E9VotM
8V90Wckjwbqutk9gzThMFgBkIsPAMhvHY/kn0rsoEXWSprmNlMs/Euy6d276jegAaUHQCyRqorS2
elT0UptzggHbGyvdLlByiOpjRHSpH/GtW0J3ns18OahyFX7qminDg3vsLGXnR2yFWtwZDgQ6qNKC
J339OR3bzqtAqx0vsJ3OvsyDpCx+YwHldUGvSR8iKc9jbzKtENdlACqhW9pKTOt9VIYXeVyW/+Ys
K78DgWUBe1PBylnvLSt0Mc/VWs+WW9RYrTmpHqQ6GkGvaBXOuXY3dsnbj6ZB2Cp0cYRp5bpLUnRh
oyo9eK7KmbFsckYsIjJ5+dkS7n556xnAcYSRQG7Q6SSqul60dtSmcgi6yKdT0D1ZMdIw6BlmB9zh
ip3NeftUM5TNpQaXHUWVdQagdFZazWET+cbQ16fUFKrKtlac0hmjYQAbe1iY2+MNLVeE3BRNwX6v
cTgSmZUDMFbyqgAee1dknV8ZlfFk98ke4Ol2KGGNKQxnyRiRRBDH/4+bpF7iIms72BuSphaUjVMe
fypVL1rVOW/eGwxFQQCuvMim1mA1ZxpsTMsmeqQl6Jam6ns3WbB+aG2tPL51bwghACFYYoPrgft0
Patg0Go0RPDONQMzOGYUPzx07OSDWiE6dn+o272B2NzvFBg6Ej0R7XqopIfvmESp5Klqhthd4hjz
IZaCGfSS9ZrL+q/7w93ekwwnNgW9UhuSpXo9XEihbQYoHZDilwFSDoj4YTeXzf9MZf46h22+02i+
Eagl45UxPCNOpbYPx2h1N8koH6NjBsRwSbnDXFo6aJYmSP/mj2khd6IrGUH+hb/WOL3bdYb83UaM
NXZzOVH/S6wyeXbaxqjhQOHa80IzY1RP6KFh2eMuZY0vzv0F2ohxeY/J+EAEiHbluisQEMH2tGIk
bwpK86OJ0cjHlMaxW/eYFfLzBj90rPJsJtpFRTv5OYwRLr3/G25fFUEaQIuIJ5P8eY1li2Zj1Clr
IVI8mphWlgKzHtXqMWnykvpbpT5YVZAcUOVO0CWCU3V/+I2GkQhJeEWFKTnJ0mr7W5FTjABQEfBP
eSdcB5KOlyCZ/1PVJOwg0G5t3Rym5fdoVpoPkb7ER2rJw0/8Bhpw71p/MiLFOZbZMASHxMFk7/4P
3NrEoH2p/XN9C2rF9Sb+XQtMZIv7rXbsg54GKQmJEmFjFPUnhCZmX2nzZmdQ8ZdeRxh07RQUxPks
HNh1rzCL2wYrcaSSSe+Mr0FVljyJzeCrldX5MyXJhz6OZy+RhmgHgr91xwr1CuRraZHdOLXWcIJB
imbIyCoK2gaJavlOHtgXzSj2qjYbKyt648TG6G+J3Xe9slKkxsWss7JwnQkPrTFdgIpJmu4pyhT4
+OSmPv2/vbb81qFjWMJDaJkW/1ztOIycY/7PixWq1mx/j6uy82mV9r7cz3JyyNQs/IWijhMcRx21
KijihuNGU7En57Sx1PwOxMc4dFQK1hTUBYEbaKMQT2f8EkPPsAdw++g89qdUGfawVhtXP0gAFLlo
8NAOXD9oZWspQd/noe9kvYXug1pGH8JQLmd3yabgoreGsZOLbE1P3GscbAGTXTd1hlKV67Lh9q+d
EUCOlJXfchlkMJoV3df7Z3RzKGF8wtsmYqzVGaWQ3IcO8BtP0smcM93Kz0kb49UxIRn6F0PRgBRS
WALovHrTgnasEMDSAi+cEgeFVB11jTwPi8iVEnPvvd6aF20gbO0RQmIVxZ//EfDAdO9y7GMDT9fD
ofcLZ5SbE+LL2Cjmdt4NO3fx1nC8nmgv0QNQ2SvXw6VazRcbpcBT8Xp7jswx9coMJXJCcy3cWcet
txqTRr4VuT6w2PW7E6vI8/RtTHCgD1XzGBhx+1GP0+SrVinFryVI6xbtnlp/ieXYko9kNMm7SS8M
PMrGZfq3x+wg4D4MJ2TVCWSwkzG19LVHjv7n/S+uiGmvLmPaQgjfI8TFG6CvKmxQTOYIRRJxdPIK
cYPMhqAtBVV3SGpL/0D02CtuuETVa1XL0ezPaDMepB5N4zho+xcjRu8STAlQUamvtXHno2283yLj
FwkZ2FAC/uuPFrZonxWzQfgYWhIoo9R6gn3huI08agdqr7qvlRP+z/XQGm7WQlm5vzwbFwtUXOTY
OOesz5qEEMb56OgJaEI8RPtj00sDuHuexmCaXiCt7FXJNocTWh0wAGEcrtObxpgpGjtcmlgYX1Qj
KzxMwwmT2mw8KZN8uD+5jTIZxTgxEFYeYHDXD3G+yGo7ylgkJl0XHxuKdwcYF9GDM2FeUGtpVWCD
YPSfliGrvoaWUzxE7WA+NMNi7WQkG7sQRCcCwdTmgRveoLpbdegRo5Y8bVCXizDERa1Wb8/3J7yx
m6gtcF0TPHM813IFxD+SEwZq5Pf4O57TJQrfScnoXEjqKy8Hr3jsODru3KEjFiv9W00bCOCR5CTq
Ea8UvfnVZi40qbe1GciPVqnKMcevA8tpBZ25JtJ9ozZk10Z9ZOcEbVx7cMhotv8GyTHt6xPUKZPQ
9iFjrpXAOgBNTX2M9KxDMO7ferfIRF4O+PuCvM9pWVeoGq5uh5MY+crSLLEH6MT8otfjdGl0OTqo
Tjo96VO8uEgWU40YU0gVXRjvST9szJhCA/r1YPOB6K+Lv3Hr1Oj4maEfL6Ny6kqCSuo12T89wdre
PS9yytXtqQuBDbAzAA3ktbJ1jEWUBZwgQmYiKx8qmtifGlPqTkWcZuchb+tvWdo54j0tsC6H1vug
NxU8lcwI/tfXEKWnDrLLTtKzcYvApBEgC/GTqOFdf/IGhIWuJaA3JCf+pbXAWrQwsg9mPiSn0mmn
nTtya73JcchNqQTDSVmVf5ZaB39ZqXi2TAV95xFbEu5nEfRF9GX/Ym5UWoF8UW6mM7QajFJui5J8
z2BlK5O9Ts6TkyX2Q1kYCv4zWrfsDLj1QFKPAd5u0GDjblqFX9aoZvGCuIe/VLJ6GjrNOlkQa/3A
CE74Er0CxYX57iiN2yr6fKpwJX1tm0HxW8TZLomGguUQVsHh/lW2tejkMdClaKYSha6e7QSH1dlO
tdgv5RKdzFz60Otwxts+CHc+r5jfeoujW0x8huMMyHlxBP4I0yhkyotlcIFQBn81oy7/p8MB2NWs
sntyCsV8b1jw/x1LynYKHhtTpF1C0Q2CEV98fY4DydSDIChCXyoQxpumhYC0jeHha8NfxIZAXEDH
UMoR3OzVaoJ3cvquqkO/HIrlZODc/mhGUKbSttiTE9h46aiGaRzL3/3GdcNgDlDlz8Ws7FAJnrUo
1J7LcolOb94e6HYL0UTKL0ByVxOCrRVltTGHfhEPIV5VTe/Uh2TEm76N5b3GxMZ9w5Hk87OCNCbW
wa42dMCDYqIWiuXGk5MPvGZzMcVuXDtD4weS3n2/P72tEYkXwNtzqrl5VtNLiylXC40rfq7L4GR3
yLvbi724kamFjyCW9ggnW+OR6KG0ISxo8DW+PgNNKC9DbRmh39Y14ruWMXgaoqletET257S147/4
fCJxQAgBJhZ0i+vxFkR9grbUQ98cCXHTgBKMOWNojxXYHp1g65SxUYTehIVc63qnFDUGh4MubLzq
avHjoGw8K4+N9wEv09tDETbJb8Nd7izYxNezspYOtlehZSgaq4sbBr10lkOMICI8fd5e6KG+xGDC
XgaUx2qoOo4dq0Dc1Z/Hun3V1Ny8YHk7PiWLtMdn31hAWhEmeSxMBB6m1fuQ13YOrD9OfTWqkCxI
O6SY9LopajcdhmlnCcXvXl3GgvUhvHMpeNzgO7WhtxeLZpyfGnL9BTxN/diGu5InW0UkhMrgG0Iw
J75Z73fwVL3o06d+C7n0RAT5KTIC+TwuNs5YENpdq1GEUufcQ71OqnPUWG91NSRYhnwoKHTiAChr
M8Wab1o5yciymlaFRZD9sw/i/BNCoN1DOSXBzobZeuZpqVIsZjhSvjX2eqL/kWlKTatMQfoDzYyi
fszAJlx6Mxj9KXDy547K4lnqCuvQ63H9Coyx+NiCAXwKC12PvTKvtf/pxhj/e/+y2/jmVPNwfgKr
QUFv/Q4qNNIbLS8Tf4kHGVikBMUlSvfoNBvPPPuJ1joofiQv1v3CYCaU6jEx4ZPPNvw9ScYvUyU1
wVZ3Sc3TNFrmo9SPqILHcWXuRFkbh4giGrcCCRJ14XWQAStlBqSRZn6Wzcl/hSWFT+FYm5fYLnaq
aVvzpF8P8ItyAl2b1dOh9tZQ8LHBgBSNeSE7SR+ICuQD1XvtMKLg/4Q4c3IiHNDP97/jxiPCS0z/
RqHUIppi19df30ZyZSTMkSZq/KszjPYwztqAE7FRt+c+H/dAaFtTpfZMaYcZQOgXf/5H5NZFiwn3
CZB12svDkabz4LZJrLvQxqJjmtT2+2BYKlfVw/L9X0wVwpxCfAqiag25J+WJUelhkXWEKlzErMfP
rT3/mOVpOtmFYz3cH25r91A8oAVNhi2oDKuJzqCO9GRComAwim9TY4SeMqFwK0ed+uv+UFsfUXh6
E3SIWGctK1oV6AcWi5z56liY8NwK5X9Fl+XvBoXOrWZmzg5Q7PbwU2GjSAO5i4I+L9n11OJmadoh
lTBDjJfUw2unfGmHZU/u83YBr0dZxRt43aVFmaGI0KiZ8nkoCipsStG9m0ZaBm9dQK4YgHa8LHwo
kubrCSlSM7dRtgjkamR9RLr1Bx7A5tkBOP+YFcMeZFjkg9cPpoAK0IIhhwOnvC4g6qOh1KkcFr4t
rDNKUtXWTSHKvcjT0qA+g7uxa4xkcNaEQSTvWho3O3fb7ZbhJzhUCAARgO38/dj+cQyrABMgGXki
H5Cd3aKeqlefjKntLwFCAqcMlZw3KzZimiOEO0TvBcbJ+vkeCj0KcMstfJm+2iGtYuW02JFDK0rf
k2PY2jkMhqsyDXfwH2Lyf0yu1auGKk9d+AjgdHSdaVY8w/5reheRe2eH7Lh1GFBcEGkNotukUNeD
AUPr7NAZUUjUYd/SDypcjFjjvVBAPAHrPSO8rICbQhu5kZpL0VZEPwglsLhudSpU5uBm5mDSqF5U
P9Em5zjPanao1G4+2VEAyiBQg//uH5Pbu5tXgD4ewAnKlbcqUFYa2aWt5v5QDo6rjeRUBTiUB6zr
Ey/Qp/mBTT/78pwPO6XYre0q1LEJsMg+wA9dLzLu8osVVNwFXWrPL0Yy/8oMdcgBR6KRjCnKeLg/
U5E7rVcbLQbaTUSbpMarBznJgEmHMuPJ1vJzVBa9d8tiLJ6mqLM8lJkrt4+6aIeuurW8Avvy2/4O
DvVq0BKBlDrr4sJ3dDpCbUA4hSoDoi+5kQLkUNJTGjvxF0Xqw7dXgS10C4TwMMpUoih7vb5FXHW0
h1CKlao+8jSpaF/mCLegDrUqPyuM0jPNZN5JmDdK/TzG9NzpibClqIpejyoVdmUODqqZlGhRbSoc
KdO9ODO1H1wRYXcIO7zRHySkRDu3sYIpBzUyNECiB6G+2o7q25FV/CBAEeCQiE/oPlz/oIIgsE9k
dP4Wo1HcOrWWCxL76GepXfDr/g7bnLyDTzkCZ1TxblDkRhW2ho7nCc6t5uhXSZ5WboR2QuVadcOD
asTDUzlGy1dA70RhZI7D+9kI+1OtJ46382M2bhfR4eHlc+hB4Ep6PfG8maC8aULcuq2sE2T1zAud
6usgfsmkBPHZxmaayNvOHwyUUPygC9vj238Drkf8jN/+q0jcXf8G7rFcClIy8ZCwTH6uI2N81u3Z
MThrVv9fFwfyO4MAsXmSzDj6UuncCSei1zLaeRs3nmfav8JzgwWBJrFajCmRZpzXw9RflLa69KNq
n1MlHy9FCWRM0gLtUnZD5iEH0X+eoDDvXAPiLru+e4QVgFCIRnCPdsFq+DnWlboakLpa5rz1VMz7
vEmTInfopca/v+a319xvvgl9EVydUKUTf/7nQ5n11RTjTeuB7HMg+CrVl6FKZx999fxBwlnlqz6Z
cvb23UbBBZkM+NGk0/zr9bBd2SgTxgoOniadem6h/fip3hbP8LpGHxtUrpzFVD9CvTjPo10+KlOb
7/yGm2/Mwpqi6cWLBkjjt/DXHzOXsrbNOg2X+1mJAX6lMUhRtALKDCrVIFmuYi/Gh6ic4w6f7GYq
DhRIs4c3rj6/gSYyjUXSAxLN1YceJTAP6lSi3xgY4SWdu/Jk6XVyiBLJej/2GXbO867t6c1L+ntQ
uqYIIwgJwlVa0iptFw5VhcihVFYIokT9Oaj0/tDO+VcpDIbT/Tnekn/FeEKEB8YhSId1aA1xe9DQ
YB5R3sydL2VmVpfGidpLtSyzr6EUde4cc7zwkFvvmj4J3uNYapz7zumfyknWftRhNxs7H//moRUF
P6BvNNBFPLEGLaZjl6LE2IxATSX7WJSVigd80Xl6k02u4aSjl1oIlqkDhqn3l+PmbIuRkYb4XTch
iF7tfAN/Tqenf+91mRMe6qZufFj1iTdbzR7KcHOSooIqfHPEmNeHLKd/q2OIN3iW2UgvSDPKbhkn
yjmJ4vZUIp53aNS6cWV6sTux6ubIDCnybKLvtTqNYy6F5FRM0jYGGH3NVCvPBWiuf2YVYm+p2M17
7CaREUXeTtuJxrcWWHxbEAR0W3lJrmcdFDjXCzlAb1gQsDqVsab9G1J3TY/t6GQ7T9bN9UmuyPuA
uRdsHtCDqwOM4MJUtBPsCgD6+WkZIpCSMQ64H8exHU+llqNrMfe4Wd7fRJvDEjKQ4tBDv1HaROtd
c5opHSDX5ssp0EbzrBYTrqvJEh+c34Yqedzs7NyNj4rmIzrBQAVARq0vTODY5Hcm+oZt2iT4Ije9
j/275tYQtnxileCnZo3hQ7ckeyKwG58Uagmit79FXGCMX39S+tfKAKsAsdtCLh5mpUtfbW3M/lMq
Rd3ZuRuXI2VWnkMYLaKFszoz6VxrHUHo4BGZIVszEHhgh1G1T1mv6c9FGTaf3/4p0dSlHkvYKZCn
13NT1RCpnLYeMLCM9EOYzNlDpjmobMhFc4ibADHBKS7eSvxi2/6GIlCZ4oJYX8lcx7YCqn/wkjKa
jgEKdJexasNHuODRzgnZ+na0SmHuID9Lc2VVWJFZTtMYOCENCqmnOGnkZ3tsci+2++D7/aX8vVZX
cZOYFuwykwIqvcx1sbhrDUwYrHDwpETpX3spTSZ/5EkxPOiuTuSiuRg3x1lXetOtJSf47oRD+iHT
nWB0MZbpX5SxTnGKDjR19tHfzN5pkioZXjHKkXXpstZyfCkL9G/OYuXPyOqEP2q0+Sev7WgAuDPV
2TcjvSiTEoNy4mCC8k6tbjMlbdGUHhxu0j7Rn3qta09dHYXvC1wXBG57r61+Y1NPd0qoLYtNIU76
Gv5oKnO4aDURZwPUwcbCo7Oi/6hlZYabZMEYXpZuTL9brORyHoo8z98n9ZyNPjVN9DZ7K4jf2UOQ
O66hFgh+UBnt5q9TNk0oXBioHLtLvwwfs0EZd4LmjZMLyEOQKzm/3MSrlaJNmplRIE0eeRRsdMzi
wp9Nb9TdK+THPnKjIcmNnTzhpvLDYrGvKZ2TwhGyi9/0RwypYAnWjK2Cq1k1V+9Dx/mnU0t1Z1tv
DYL7KoVyoS1ACeR6kLxdYqVrVSKGKOvdqNBNuDFFerh/eDaeFIqRgM+AGoA4WqPAlqqyY7mTCEWV
YTnzSYcHfemErkA4n5e8dLw0cpydJ2XjctDoq1ClEwa7ZAPXU0v0uXPyhTAsbZri1zAv0XIMJEuj
DYBK3E7MtzVDEG4o3rBPCH5XxRV5WFotCQn4qyrOaoB1evW+Q5zua4MoJHSZpDnaTWi+v7+uG68m
ZV6g5jR8ERNdQ7ESKHhjCd/Dm0q567ywMOP3yYww5ICfLupnmZE+yXoaP2fdKO18063lBWIHtpAt
TuFttT2B0sVK4XB5iGbdoW9mOTzRimgXQRKUxp1HZWufskEF/x54/Q1/opCdCUBRNHlWUZjf+eaq
6sqJuVcI3JqUMIuFugL2Ft729Z5ZHKduDPrlHoZ1M/7IVfs4TMgLIMOB4uP9j7c1llCEt2i/UnJc
N9EnXmeoASCPe0pPvhFNhDutIjdPSdq0f3EWhPA8DxexjrUW9SiQlQR0iEFBoyAsHrA9vJkG7GWW
lWTnJGx8KbIxLm2aqgIYuTp2/biMKJRyEjQZbfK20gOoWk21sx82LmTqeph4QK8TmDjxK/64HDW9
6LR8pjOr1BENhrFSLJp6Rpe7xhCV9WXOTHMn9r8tqeGoB1iXCBVxQ0rUq0eAyknNk2QPqK9VsXTg
dMv/wWnSn1F4mn/huQf+QUnaChSEM+WyD7U+P8m11Kpu3ZZIUL15/4jkF/6HuFkJLK+XIMpDkFAF
uQhyh6abTLNFy74vTyNKKTtT39iqQKt4+ci5qFevicrJOKkJZY5BsEzMk9F25ue+TjS4bGm2M9TG
lWZQotNpOHLYQUNcz8pMmrFveh2wEXIiZ3VQUBFSjPFFstTp1VhS+WzXeBogv6u9e/N60jkWWiJ4
/wmlj+uR4451DDQmaRhz9BJmlUY8EY8Vyue5Nu/ob2ytKAmNUJvn1UC18Hqw3opjrZ+tEQvQNv2c
JjCiZUkzngDRJg/357VxVITcHVErZRkQZKuh9NowK3lQeziU0vgyt4p6NAS2s2WL+1oz7gHHNp5C
xrNEIwn1WPCa11NLHbV1KsVACLfoh2NIhcyVhvqzqUTa2cqc6aGQdw2yxNFbBefca3w74iXIqWto
qCnJiJvGQ+/Nhp7mbkjvrnX12TFfQuQ+KrfUhvxrxn9rumFVl59UOy33DBY3PinVNiAdHBVol5bY
2X9cSb0TKJDrWOfQSPN/I11KP8yyMz+bGEbvRe5ba0zRi94jPc9bJVqzMew41CMSO0zHH3ptMg6L
Fg7PCZ7ZPgQkkhJQJTs3+9Yi/znoaiN1SqIsoUkGVJnF4KWLNT9kSwjrOEotnMaT+FEyi5852a8Q
gvuLJ4wGJX1QOspo1tzksqlstJEYHd0f3S9HpTrCwZewdC32egVbXxJOBpgo0mbB6Lv+ko0ehtSS
WN0pGuazUpB4ZXBE/C4xleP9w/mb3rLeuUJoi14yCP6biAM/oKLpJr33rMFsD0tTJY+LpCaPjRKl
P0pLawfXSer6Q92rnpH0577KzdrN9SaGYZAZJxG9E0Iv5k9cEpaEpLs3/hf16K3e/6Fbtwj8OMEH
EjxLc/X42dOimgCtkcWbC+mnNUWT6hapXH9oK+jZCJIoH+8PuPER4DJwZfEhWJp1HAGqu+jShOME
WwxPSTtrn3NqykerCZevfzEUzCMBGaIlszY30Ebqfc0g98haN9IHrUjBJ6Vzzr1VD9pOJrnxvvG4
gKtnFYmQ1jk37YI6LwxAhLWNSLWk0QhsOeef+iKREMosqnMF2tFtJpz07s9yIzBjZMIyocpD/XIV
mKlzS8HbmHov00zpjE+p6TlapOzsk1scJWAFigoChuEINq64uv64BuuKVGPR2dBSruYXs0nfWVY9
HkY7lA56KAUfxsFJ3EmGjRRWOiqQVuHsvHibW0c4WQnhTVFCvf4JzqzpLQvBayBzavXQ1n3JJscF
zzf79xd1cyhR40dnA4r12jCrDWWjNhKbXerM9hmjgRR5z1Q5cqu8GTQgFpb2ORwfIa69RrjYcphF
C01Bz6ms4BAP1Iu6SA2Rsux6ryOBRna83CO63LI6f48KchndQ2EFudo1S2TKeVRovTcguH5ccis9
oEi4vNgI1Z1hSVjzsSr1+pjaiYYlYpmVoGWD4SmQs/Goqcl4GqQR0T4r7KNDBr7CL+j67+nNbryH
IjIXHSf+wcG6/uJ1Y4dJmCmcqjYcXvt4TngmSucCay/5iEaj45t0Gs/3v/3Ge0iXj4yKCI7ztEZx
6CgZAHFimzX9NDzACGm+p8kyP8vLkpyGPk8NVw364ClpIPpLUa/uGX5vzZpTJmDlGoXO9Ts1JR11
nYioR5Mm+5S19vTYhCR5oY48Ty3hw7GoUraDldm6RsQ+EBqRIKXX8jBxp7ZqSX3eG4zSfg7xMnH7
cNxjt2+dKzCjlIvETUKB8vqDTrpaISrOZaXXdXtQqqL4t87b/4Kk7nYyyVuFLYGuIt2g5SEUW9a4
+T5gz0Cb672qDWwX3UnptSq6b6bZFS+qFBb0LnXVl0NpRga2AFQvly327bX+VKR59P3+ntqct8Du
iUoZDZhV6FEOYzSkqngejKA7ap30D4K0wyc6IOVOM2Jj8/AEGWh1UGoFHLw6MiHV5yYtJYzp8TL5
0ha99FCoSau7MbJwr3FTau/1QOveTB0gRAbhThEQ/xvEcVYTXBKnH8qlBkRPfe6HEtS2Oxmd+Trl
0y4jfWuK6M2DJKXgjJLAKmaJkPwPuIfJfHpZP1ZVNH1GboTKhDqavaCgWr5VF7jJj13bYYqFKOIx
ja36AVx4cXL0cp5cu0gSHTxhj6RxYBKEhVIpHUajnv5iywN7g9gmMO+k7mI2fzycVaY0VTw6uBZH
VGEzJ4r9LAmSJ3No3sxeEnkK9wVlrt9N+tUDOUlz2Ut11eNU3p0zB//kbgKAE/VV/GhapbWz1Tau
DJHniqiAjX2jy9XEsZSHDEnrhFVzWjM/KEGnfrp/dDYiVOAOQoAYoDnQulV6Us8jzpk9rs+drM5o
AY+585QBaf9eTZ39kkhp8+v+gBtnFSI5FTzKBVQsbnC2eFWOc6l1Xopg3FnXu0+KJGGFE7d7Gm2b
U6NMCOkGL2YqLddbQ4+yqq5HRgqMhQARipkXhwGqQpk8PfRJEe28bFulLhEhiliYqgHOD9cDzpEe
qlbNWtJmCQBIydHXCYHLi6YPODs0wGsOTakvP7J4Sh7TPpBeJF7g85DWvfz2MhfxPwGr4ACRkq0+
a1uPzYDnI6KHY1O/ZkGu+TW285Fr9sn0N2OBmyY+hy+BVv/1tAG0a6S1rHOVh1HuoQ5gXNoSRUVX
k9Lpw/3ts3U7USegcA9wBSy6dj3YJDWZtNDB8krkmr7HaZ9+qwGmvC8hVnX+aC5z4aqt4uy8MFuH
0VEQiBelA3iSq0+rWy1/s6F3Xj4F+Mx2aXCU+lI+3p/cRmwkTNuAvzA9WgSr91uLe8uMG0ZJnG70
gzGRXTh3hlvNuYGUpZI+BV0WP40lrtKBMezVYraHpztBBk+vcZ0BSOEkBQhwcRfkcJeLyahgps3a
QVu67mGxuuXSGVp3ciZHolmrBzvn5/bTArjk1BCsA7S7ERhpxqlOOh1MQaosy/dpyOxDgIxf4peT
Q3k4D6xRcofSkneuwNsbiYyH/1ETJjIDa3u9pQrbLMsiikYPEx7KNHMuv2vN5rUxMvnb/e97yx0j
uUJXHooNApHU4Ffhwyxlk5a01EiwtG2Mw4jOxDslxo7VRSIu/S43pnoKVEv6MS1J8UovU704cRI9
ikL4t0oZpCf4bfbHQg725Pe2Fp/+A7qkpGSiRna9CABJCi21gp5ySQATp5UxZGrwhC6xqmojDCRt
w42xqt9JfG+3HIeZ8qqA23GDrA1qOxywLR1fMM9x0rx2y8WeAZC3Zvsd3KFiegghJCdtqIYf0YKI
5jHVFlyr7n+V23eC34AUFEUybsubLtmSA6+dLPAeUTnUp1bOhpc47KovKt3rTzRr3iy0IQqd/HdQ
58DeQZS/XurFikrVjin1jjmlJwyQUj9qsEAD3mLuHKmNrc2MAHmA/GK3rWE6PWLKVpPxd2c8x14d
DSGgFttEQqnYI69sDoWEGex48juq9NezkpKuMGudcpDsRC+lLRyXckcpHk2133Ur3ByLawpQEBrF
hC7XY6mDlYVFRXpNtURpHidjrJxzmWJGLzvF/OXN2wP6rGB8AoOmabs6GVHkxPLgMFhVY5EQRPpL
oi1B7EejlfvKPKZ7wf7tW4PmHSUtAk18PHkMrmfHKxBrmBVT3ATF8QIDMfGVipvg/rQ2DrzY8GDr
iTIdEBrXo+hNKhndREoxoxY8+ZFtJaNbRXV6nifL+RSbjXpIqqDc6/lvzs4E2EB8Qtx+U/APVXPG
6JqLJpDs0XPiMj4B5JD3oJZbe4QrlrIdlxqYR/E7/kgM5B6qDNVjijxaA5K2Bcibj1rkxZTf/PtL
uTmU+NvQ3RTx32qotMqCZKQz5WmVjIAd4lmXfBj+1fvC3qmDbtQJEZGjU0LSzUkjYL+elYSKgygk
clnYbe01elv+LIvF9rNaTx/KRTKf9E7/EA6j8k8Sx8tXTJP2iHJbH5AghTOBNgX382q2yGUbnYOK
nhfBcPJCc1mOrT0kO2u68TDQ5qOLYKGJRnNqdcRxTMvLJsuBcc4ReojBGDwMxpwftNLun7vaaTHz
66jFIud9qjVnz4Bo65MCH6U/DA6dEvcq3tOqRouMgYZNv8TJcZLS2oe8P3i1OXWHt+8e0JsA50Xs
wRP0f87Oa0duY23XV0SAOZyS7DDZM4r2CSFZMou5mFm8+v+hNrCh7ml0Q2v5bMlWdRUrfOENp5+0
F4vmV3WDSXWdO1HfIsI8OdgBLnb7x3Q//naiD3pBUMS5z84+XTrQfm51kH/Isfff9amXnwKRV3cC
fNiNnXphAdkdENJsXF+gEp1dL5Ua7FpbJb02spDYrkS70xYPkcC5D/78/UYHzSU4RyOUO+1sq8x6
MiFiQkVRX3kBMnOYEN7eVGp9am5pJAs8Zq5/sgvVr42Sg6YIkmigG89BDV3llJO+vat1juNZWJVr
4/w1avNs7Jp+af91BzsbAJCPtQMlL/de28ozoD72ifeyFLiK7FK3NsZvN37WpUU3NnZcsHHWaVic
bqV8cVLN9bkdynpp99rsFu1+HGYM27g05E/XAVMSQQ4U5udezO6TPogM1A5W2Y+aAe8ptHNcEB4X
R3i0CctK/zBYSyFvBCUXjvZWQUEznm4HUcnZ2ULUZnH0LKfABC46dikVRcjG27ugLV6yFi9GHivj
OKl2pBSODOr1Rbq0RqZp4+tEDdgCbXu6Ro3nkJe7lH+lyLIQppv2kKXGd310jRs130sjWRvoBeQV
5ILg7LTlQZmiaIq5qywwlW8aCqAAcETkrMst9cMLj/mWMrKsG7sWaMTppCxiLoEoEyGlaNWDxFaB
YLbzAWFkVnpoTYU/d0s9/fpSbn/raReWoiTV0A3MRofs3ADAo7zaQz8DdZKyjWZzKf92naa+gW25
sF0YxdvggVyPUDVO54aHkZFPNtgWAz/duFoH80H0hfUtyHNvrw222CMw5cZZkJpho/f22/VJ/oID
ns/SCLhfwGVs1bizDZNNgV1Ce5+iYcIm+2gmUHPA2SSJCpPeEEmUtFBkdt4oNXuXiGZYQkwp+p85
3FsYsaP+T1uL9tBgVLSfkkTczQizfuq1InN3aTHb/d6ahamFWSl6qkQzl+kua3pX7hU1MVh+TjmX
956j1bvSSoPmxvze56QEEhvcfSs6UFQ5LzoUWIINLvERXmfB50xOhyBxt1bulpQGWkCPqsJJSimI
SRWgLGO78JDT/1pl7ivmAXfgx16vL/l2AZys+LajUD/7xcQnpDp7OxZETw1vpA6hyiH/XJC6fKSn
v9z1fWDuvcGvYi3rk09eVd6S6du+5fuR6YcR1lBpP1fxlB5+ZSUvSJSqICBJD/q93QN7XRPlAQ8t
+hsPybsr4tfZAVnCWGAmzs9tRf1KIj0+RLqf9IdlMdvjRP8gGnxzuRHvXxoK7tqm8uETfJ8jQchy
8z7AfAHBi6KLknKuD7aNR2nF2bvxIF/6fuACaPKRCW6Q0NMTO9am02fVBHfL75IG3tZgf6sKI/kC
Q7OP8dNEADHPl+dRrfaNsOPi0NSXN7wLuITzPrrlzE2u2zMfcHUFwrSmHfoynw7+MqePi5GlqFd1
ZdgvMj1c37SX1hcWPB0+yr/M++yaKrQeG5QePHEOiy4cSkS/PKTkd0nZ3RJfvrRLTXCikDWR+YEg
frq+hdU5uROoAXfMvgypKKp4CVDLrBynjNfJNW80+y6OR23XZTSi8fP2GiVJPjL9gEjXNX1X5SDd
W9vGKsfHkpOO3y3O/cXxSA1ZSxgjXEmn8yP0ypd5zTZT+GJ+G8Y2iKFINnedm4I26dQtr5D37XqO
oeVt+twQYAHgnS2oqTUtdfFqRN4WCYy9rmFbsxcaDKfIGj3npcrdyo+twBt5egItfWl0e5j/0sW4
sv65mOew7q3aD/1i9HEsqOFt8ofmB0jyzh+nJtuPRZv+l/EvifHZ6pCELgZiEjRQePF3weLnz0lG
+kyGW369vqffp5uMBYqITH1ziQbDevol0jmrq1XS7kw0XfvKmZVfC3u1j96ojO9DV0OHNaqO9heX
wJut+etPQ+9G/09Dtu1XEPRhCsgn8s8pfYmClZAjbB7pZbLGo+nn31Q9IC0pfb38fH3Kl/Ye7i3g
lDeHIWSuTmeMymIJra2jBj5a4wtP0TCGyTr1eOIkeREPmbyFR3gXRTE7LitogxZlV+qdpyO2aSEN
r2u5LftG+xgUq/EqRHIjiLo4yFYuo4tMqHZe2sfIZV1nTw5RiYnjJ6fQ3Kdimczj9cW7dAdiW/z/
RznbLoYBnlT3myGaUGCLRWYGkUB0Ne773N1dH+rSd+KGoIJF35LO5VmM4I/V5FU0oCPN79Qj9Uj9
tSEI/yqJ4ppQU9y6N161S5OjErApQ3AHApc5/U5Yai61Juk0GxJLsQRT6kM2+tQdOzTRr0/uPW2O
PYHwIaEecBES27PZwWVznMXiBRXTYomdM/TWq0kpx93T4O4+aLMccqzU2iXDJ3hQ2Y54JvVCp6uH
TzjZKS907cYoIwH907njsoAsX5vmJMKmlK4VZnpp/JWLHgyUU5rFXT6Pmh1OiE38mG2chcMJWUnz
xie7uIDMZsM4Q504r8j1fBO3cfwhCrzVRL5j8vaDVeiHgC7zjQW8tDso1VLB0VFApAhx+q08v5Ze
7RBB1kuhdt1UOd+pixXR7DpaPFvmrZT20tQ2Ug8NbW4OUr7T8YS+WpmRrIxnUtOstZEQzqtyIqzk
f9mGaKGAm0OUDn7z2VBGWtrUGunsemWSIZw8t4+5UpBg+jq7kcBeCKaoJZA8QmgGT3reQJ8czZ1s
JcZoxPL8Z4LMfBNKW02Rq2vtPbDLajdLvYlnZ2zTPz9tJOlg4S2aJBy7s1ux6/0ia2RNkcCsZOi2
znAsQEiGnjEX++un7cLHo+wGQBBIOD2ocwMWz1Cd1daEFlmW/jcNjbU35TjRhZrzGyNt3+YsvYDB
jKUMDS/UKs+rirIQULF1ntO01ppdXuVybzvyllr/pfk43BtUT3m/3iUVXL0BrGzmMzjoioai7eav
7WDOE8mlLL//+eLxcNGuBXAGLursO6mg1x0tI1ZDdi7D2WHu70u8oJ9R3TY+XR9q+6verd7GTOQO
gYpwTpFesFB085J6ihFkeF6YTXCw1mncF8XsYBsTGFSk5z8uLm66wVQWiT4oQZA4nZ5s5HW7VY4M
CqQleRyTQEeUdjb3KoFjOoE5u5GmXZokCRqZC3t/y2JOxzMF/BYP5aeI/LfdzfY4v+ERbh/ZTl4N
h6pr7jK0cW+kTRfuy006mzuFt23rSZ6Oui5271B541IhEtuXuFzsAzRnMH5G5A4M6rS7/ikvbVEa
JvSeeLmpA57tmiLP0gbN5z5qxrXeFd6oHxtt/hcM960+woX1hK1NnxVjIYp+52T3rbkw9J7W884B
aBaJNL8Udokqe6PrsAQ8vdOwAB1M+5/rM7xwd26StBt1iNHpsJ2uKJdp0nZbVLd01hL7ueaExlI2
T01lr5uqvxXmjSPo21TtjWztUjZDuI786y8gyTurgQ6vmqAbMTx1u6F5GzkxT/q44kdSGOkxcY3x
jirr/DJMlKExK7EiL9erfT4OTWyu3fDaBzOa9Cg9/yuV3u1SLW9uCY5e2G9cUPxI1AG2x+VsdaS1
WKPTkCyDgZl3mtOad6llJWEdDOrOTR39cP1rvIdmIcqKYhwXL+d4Y/6efg6r8wUlZ+oChkatPuq1
hnCpMKvMP2rTuL4Zqu7t/ZgH6T3l2caIZ62Y8siWqvtv8iciies/6MIB4PdwxpGX3QKG7c9/604a
bYYzrc7vEcvYh6WsHXpchh0B2b2lBH1prTnaNMo371mQB6dDWeC6KbTkVAvQrxCHtSW1DJVnDYA7
nUo854FV3gLAXzp1vKVkGiBd8Nc4X25cTytIjzjv9vCscRzsd1ZRLHEjm/Wt3+wIR8sx4+trenFQ
3tWtJ8NTfk6C9KuyRaEO89Qi7fMvZTLhNCT99t6XlQCAmmZ7R1tu6UVd+pCbICGFaRRD3iFz/UG0
Yzk4PbovdhLac69HFiWfgzlofyzVzx7mlg9wTtnYDOfvn7Z6pXBao4etZNESzdvsaVHBDzuY07fr
K3lpyxA3o/LO60fFe/vz33anmazl3OGmjvKAK45Oj8gijtVfNbfH/WkgSbg+3KU15IbciOoANcF1
nA6nBgzKBAlHpKa+iHSnbrA+tLrYNPj//oehaMVso6FveK5nV3nuWCpDEKgbbI8FjdAdqfGPZnTl
3f8w0sYYos/EBjG33fr7GvrJ5KmKLuBIlgZ0Ksj+7guMCAJUej9cH+pSmQbgjQs8HNj/Rlc9HSvI
nD4vfY4b/Jaa24TSYNYMwU7rDNxIinncq8HXYoTMcDQyq/6Qdp59I1m4tGc2ghYCbrSXQfCd/obB
7+BOmDzphl8XUbviXG5KrwsXOlNx26JhfX3SlzYNdhUcOpYXX7Kza23Wi8TVa76kSKAA2nka7FwM
X0JjDv5Ym4eDt6HTMO+zqD+dl84zcg7DHwpA/6tV7yiK/ZB+2r5JQB83FvFS1LB1RfH/3NwJz2Gm
FBe72bKIw1ykoqMs6Ku/k7lrHqmAVJShsvUhKBCYIaZIb+yhC6kJySsBLi0g9tJ5U9ZdCnSAB0o3
YqqML3WTSaAdUGOuf7Tto5yF8IyysX7IS5DfOIszhwnQkyup2kAw0I5AAbK/M6uWB+nPy86ae1QC
XAeGVDXp9CnG7EZQdnHPbNC7/zf8uaR7J+fMrQImWVnSpRG+OH8h6NBFlt1nx+szvXgcXBouhPCI
V/0S9fnt+Fej0RltyvHPqsWLhcoNEdbaZEdpSj/AWBbtxtJeHJCpEVZvxr/nWayWZ+PKtLEO19Ic
mJrSY1voTiQI8SLVQsi/PsGLW3UbDVThdmufPfG5024MLcZrKlE+B6JKDmraSKC8w0uxS3pbe8vX
cXhbDb+58WD8AjKc7yMiOWCbVOsBQ20f+rfVdYehqEw/pdBIn0Xdza01GSjXrcVn8A+6eUdC6qG9
ZmrirzkfhcvrXBa7chIJqhL497jRkLd6AN0BSGSYFEHfhMuy6HPYt56p7ZTd61/8fJq7UMOZ2r6x
dpf2oUs1ckMvIvN9TueZS8dfMc3g5xuNvTPTdUFJVLPxAwnSVr/FAb/0pX4f7eymVE1u1LnJTdmh
xLV3W1WEU55XX7usyu4ROUxZKM+IdK3Ob+g1XNqTlAZQpCBjxBPq7A2cgcL1c0AlwhzaNSJDq446
sqmRX6pmH/RS/HV9T166Xvi8kGV433kQz7ZFulZ5pTTat2CmtQcL6Ug9tF2ldEieapJRizreHI/G
KD7nfIN/F2VDdb3+Gy5dpDDvtqI0KHrI96dbs8iE0NyiA4OjVutTYg7BpxST0t31Ud6jEniTSPE2
TC8cLajwp8OYfMo86SmmNo1Yi0OGVemPtJsRrdc4BlaIifrHqsbfCKnksoozoxQ/vcRvM9pGuFNS
PUxpqMzLUj1ptZUMMbK6kwpnzVrH0O+q9R85yqGKfKuSXpj3WoLamOuwUU3NqORz1psGBPOyrct4
9of2j2E67A26qdRBKCsha75t6t9OuNfKoqs2wuQyVu7L5CecDakX+2HQb7y5Fw4jT/tGH6N9Cwtq
+6C/jdSuLT45kopL0Tp2iM6FcyTMSkIzByh9/atdure2+goRGnVpMr+zzYHIKBGNT1UgSPK8jjwp
IfWuqKb8k+Wm9kqbNffCNEeV9c5zlty6Gzp7/Nj4VvM8yMZlNzvpXIWZ45JCrTwqTz6lsi7MdTlm
j13fza+9YlH3MsXK+UbsfCG/2uIDENBbKw4Sw+lCrUCGVZ9TDi4LO9tJTaljObjfUKIOPuWJSDPO
dXUT3XcpdUc5gZLf1tbfQCGnw0qvdNtMkIF3Vmk/a/3sxDRBRBU21E6gESMaDfN/norIL6DMT0oL
Qrfzmx1n3fzv+ge8sFfILk3qOVTnNk/n098C9n1YvTVoI2QjrO+ZmMyd0fpgYftJFbde2AvrDXsc
MB8vOsTGc+CRr1GJMPyJFzZp60e/GKxo6qd0T/qHDmZpVv/gRj7e+MgXZsigFMK5WAgHz3ut2DOh
/dKtNLjmtoybcTTv7FHXowBV6N0fL+bmekx9gEecCv/2evx+8JB/M3u/66PenqqdL+msTuVi7hBP
vVVuubSU2/EGrgwm5R3wdfX9xalK2naTiWAEUJgy6iE0HVwJfFhmgXjwbHGLI31pKbclJHUgl4bu
eDq/dfbd1MRVDKHI1ojsPB/29uABD8j64Ua0eXEowj7+x7PwjitaznrmTFndR6IyxSENauswBHKO
67G+Bfq7lGzSdYW7AlUGksI5BD3L9AYwAGWIOuOkFdCII5pEYreYCvOZEuFJZ2wwhc7kEgcBjXN9
Lvobwe4vzcuzAJAKCKC8X2pmoEhP19b2pC4nVFp/6bG3+4bP+pGiRfpp7aSHMH/hc03KQivTo99P
8B4XXUoZVsNQ+pG7eumDZyw0BKkAundz3TlB3CEG9un6Dr8Q/+AiTnj6q8XvnIOgJ9E2yIaYXeSj
tEzTR6w7a7Q+9Z1R3ieBk96o4l/YBTDoMCKhsE5wcA44bXQFjsWlFgVgp8SFO2lgYCbpo5Srfusl
2xb47ANslDmEQjaaOG6+px+AqG9KrIWSg2yXxN1Zyhtjs7MthMCmtj4uNRbqoZEk2FFbSjvkuBlX
oas52v6PlxhK3RYswIjALONsI0h8Rr1sIc/SJ4WdMLb0sTAztXOCsXto6jb9fH28i2sMhG6j5+j0
Ls4uLamTNiwrGboVjC4oM2J2Ch/D/UR94I8DEzKcwOLeQtGB++Msem4WZZiDa2E+lJbBETMQ/LkM
oe+rdriFe3w/q20oBtkECKnenEWTPYbuGC+7XTTq9bJ3YA6H+pSM+zK5yRN7fyaowAMSoTXJSwp6
7XTjiIDOLhK+XaRXEPZ1exJ3xMzF3pZWGZkqqW/kWr/Koqc7lQXcVEaJnrZO0Db3354Z1Fm9hjYa
c6PGb0X15DvNftI62wknzsiLkqrV0WCB4xtKZ7AfmsIO8Baw/bRHgn4mh7DmtJzCxKurYoeSlHWf
V8n0I/crc58k2VDE3bIYj6wdLoQSwea/UhQ+xO76zrtw8VKx5PECbU3/n6z7dCJJoylXL1i5wrbn
n5T1q7sGHby7uoKPFnraMOyKRQsOLUa8d4Gf6F8c6XS3sCmXtgp0sV88aLbKObNcNM3QV2WGCYYp
sr/YJdlz7lhl6M3ylgPYhdAPBQqKfEAc4QERb53OOOiEZWnbhYYBuPNULzPlBWvItaMsReiX+V64
9vzouH2DvE4w7Qe2rOHcVEZ6Hz3wM9DkM8Gf00U8p1XYCufTceB1tVJ7xg/GGw9LKaZ47nqid9yB
joWd36r2XzgnBJpgsykE0kg5V4yRJEdL2TtdFHQ+ZCCvUY+JlfXPc1AUI4zwCeXh6xvsfZ0AHUfQ
ljBrOS3v4pXZ0+sm2czO2lIDK9DqKipnE8nzlk5YpmkO1nKzHnuT2X68PvIWNp8d0U22Br8TWigb
1P/0O1MWXOQsKcQpsWw9sCZ/8tfb+gwXh4FqxT9kFOjFnA7Tjn2xJkvA1WO3qE0krmru/F6prWZM
iGCoUpk7DdXDXaoov+aZln+cq8yI9aAQr4M/lc2+S4TYr8Ly764vwYVjxRsGdBi59O0znL2nWo+E
pZkVBDR5Y35EiavfeSkAmNhIqPfF1we7tKE33SeIIugw4YR4thBUzqmYMZimD/WuErYdicH3Xoag
QJVO49F2qJTdGPTShv590LOM3mmbtXJ1QSd+LFz6E3kbBxrxgu0m5stEC+hGNPR+O3NkN6YkQCmy
1vO8XtfnfE6L6ZchsroDd9aFbdJpu6Yr1nD0lnlHAdM+4Nh8y7n73UzpR0DFoQhEXZSI/GymMvOU
S+8fXoyWef3Rtru0gmbb+XnkJauSx3pd0lumLu82ENkoYRCpG7xJkGFnpfVkFXmpUljDI3zr6mCO
Vv/odInxULtG8sdacdtg0GE2vQ/qsOeS9KovBmk2zaagpvUPRWk68aQVXhy0tffx+l599xkZCo48
2j5bJf1dnyfToTQRywHAmSfxmkkaBTApJSVtbw2NFTLjvKAf1zfqFlP5V657ci0xNPcgVTyyUwed
utNjsmlMNo1GmUx1vvFtNBvxk4AWlX9bARYgCrM2s2gr+4Ht9voZOaQ0CNNFBs9J3jlqJ0v8LQGG
J93b9SV5d3y338WLQIERWBMf4PR3eX5lLNqA3BWuPKZFXXW19t48ZXE6Ea51vXSoghg4KFwf9t31
SWtvk6jlSIEIpz11NuyGhQ424LlbJcWXuvaFQb2QuO3GRfGuiruNgwEn7Eq6+eY50JaQou3YDIyz
6PmhtIVfhIa/ZFYkTHP4lAHKXsOlUgGSbXUdd2jVHq/P9MKe21rEJrwcLM9gG57OtECVEPoKv2BN
xQbt74a9nzV2WHl9ELd5m+66zqWS2lW34Ofv1xhlX3I3ShVbGH7eNW4XwFKZR40tzb3xyUg09aHN
hltd8PcXFBEk4T7YG0KLdyHxKHLFxEnhe9qmUd5P9hFru2/rOkxHsVD1vb6c7/cruDK2DXAv1LBB
8Z8uJ/aewWjZ9PIxVm+QEUmG8b4wh/SYW07yljized9pubxx/7+/EBmVksgvHz927NmLWsmJ9NQB
+bX2hblPmwr4SWVlUVYs8sbJuDgUd9OGZyIZPgdBrm1bmHMAxMauq+SbaJbkx5KXxsukudb3/2Et
Nz7ErzokUdPpWmqGmFlqWpiai1PC0a1lasSVmaYCaXXKnndz2qsRqw/ck298xouzJBbdWiuI1J93
/GanUxIX7CHyezc7TCa4ceA/+mHNs1tudO8PIOkh0ECOP2BEYv/TWWaLdDTNpLwD798/SHsqskPQ
rdPBslr/J+iixg+VcrwnuxbujSbx+zwLGCTstW2n6nQEzgFTpjWvIvF7ID2racoQGIf8XBfO7MZd
Ktcvme3O1T5dp+6j49frf8EYKDPSWm9y/pS0sf0QBEAofW/is+++dSKKeUlosRZVX2GeA+c0Msra
t2582AuXziY4Ai1wyzfAbJ2udmqAOQXBPUSOXXUPqam1e2Vmt/ShL106v4+y/Yrf8nDK+PkkEdaJ
vGUsIPNiT+v3CcDxZpDDHiHw6ef1o/Kepb9h5MEy/Kou0+M5m1dDFVCDJwQKrS2sPqTU17phUpre
cz34698Tl/A9ZRsDYV1/tu5MVw2PZWBlb1VSV/eesGDXXf9JF9cAPQQMHshyuBJP16BB6iErNnxH
U5T9Z1dryntVeMbfrV95sY/h863C96UzSzi0FaxAPKFNcjqgMw5VN6yUx5JCy44zne44karYbcJL
d9fndnGorfQIboXr6V17aPDW2fUBjbUQxvarV5d3gBCGODdm54/fZ7qCcCyhdnBBEASdzsqttDEf
Ur+nXOWVXuz4OVakIhkHtKftTVQWr2O9y/Q9vIz88MfT/EXx5GiSrwHvPR173cgWNSog0YSm5dNI
7eg1nT0opXBs9teHQoH3wtGkekUsQBxKunZe3rR7rDPaDni9h7NT96AthY/NcUsLF8MYq3nrhMY0
U1eY66EzxvHjiukTtWy/04bQFl6R7Q1wth+0wtW+KbUkH5ouSdwQ3YLKiJWetHPc+60RhHhuKnVQ
hpNOcVZ6mX6QoyN/tJ1ly33XjcO/LtjUJezWzhVhP2X9q9JhrkWZK+0ffrsUP4xhyZsjlkF2Gba9
XP7CfWZsQuppW7yeW+W/hPfG59oneqJTIP2vc+9N/UGtTf51c8FtgCLbvQulNSneMtsihO1M7Ksw
ie9FHnqowz31+RTII4XXyd2iTxAaub52P6apc8vn0vW0vXITEnUCWAzAsAVLkngps8494N6JvoqF
m+1eBKufHZMgCUjz/dqbYtQvaxGpRvXljm5KvcZaY2TLHgmR8hjIcqa4JjXfCqtKtelrN6XNV6C0
6be6q8evOHY6zc5sKtnDB0WfL7an1XnCsBaTTWjA0zNlIkOLtWQcl0gLzMV4SPJK2iGXRP5v7QxC
e/I9YbwBMWvx6Mq85IPRSSOIR0SY0KwUJTj1Xq+9/G3CKybf+RMIv7B0avUFxoDIQmLjUfGvtPnn
dVkni+QI/VYHZRKKZpPon+pVwwNkNWp+0+gYybIRsbKfQe2lOKzB608jeymW/kUOcAXRCENja58i
rUXFUcvMZw2LmOweDbj6OfO8hJmKoLhPHa1y9pXP9o94oeyvzZSLbzMM2a9gEgM8yNH/1+kK5OpQ
dZ1p7TLDoUNQLjk6c4mdOgFyJTndghrXwidbt9W8SxuvRT4yMwD0paLDiRWYraoOg7Qw9arT5MtU
rYYD8gD5nLibjdzee2MTlHB4alk8IVlggIGoJnHfGjpYNmZh7NPBEfa9Zi8UugEP2UWIvbKQoT8h
1HJ0Jk/X4mHsTdxXKQvda0QBPxFRwgxLCgpHLOgQzHfg6XO8c1Ld+2bPQevs3QSmUFhiruSHpoGA
9tu41IU6ZEG5+He1cow8Rs+ycQ5WkvCXadqi7mc7czTEJPLm1Tfb5iUpczmEpd71j/TSrbd5znRU
2Mdq/sd16fdH5gw2+IBpV1mA0Rtc597wk8QCtkS2ibE8iP/92vurgZeP0wNsy3ymWXoTkGchFqfd
DXaKPo6jpRpikno6NPtSdS0aKGOb/Du6niqOdpsM/zaJWX8hs1wFKPjZVuGAIXGzV6ky/hO5mz8q
fcm4hVzRTqG9eB0cey+1vbBuu+BDn2rs1Ea1Rb8tb3Fc2IYwMgHeviapRPN6IR24X5AU9g5YCpNP
1o1Z/9fnNDhC5U6DiiocaYtQG9v+zvNKywk7gu56X1KZonQjymo8zqWXxAGwfWSGhZ+Yd2ATmmI7
D9O/FIutMZyp2r0FeG/48dRV813q+POnbtIaPVR2kfztLuySuMbqtbub0kX8JOlWfzt267bxVFkz
j6RyFjT/+ch6LP1Aq6LSH4O3wZ3mGtSWKNI7Tazzgl6mhsiRWUsyQ8ufdSO2nFFfQ/AYtn4k9vC7
3dAVSRs2DVTpaFZoc+86o9bw6lz1FXvhRKZ+3OtNrYddLfJ2j2D2mD8LMSIG32ejmmJV1NV0zJJ8
SR6Cupm7+0xHASAUHs6JUTos03TX+FqJf9TQU9xTCyoWR00tsg09oWvLPyJLl/Ij2a39w/BngQuJ
FF3zBITBpKBerE23vvb8nHnnW4raGML0S/VotJa3HIYV66QHFh8Fe1cBQ9eioC3z4UX5i5U9JKs2
JbsWFbnmh2tNbvU1FWXNdahUq6XA21wfHYiD63SB993N0t7/nhpqMLNwSKZOIfWJdq73xSwcdDfD
2VlH7UNrO3nwUxEqytgvVN1pB10ki6GFjkrogIaLYfZwsUD5F1KFNfgnpUeNXrjFAY39XnxDP1kv
w8Fa/fWHZkxT6+B84sr2mKSOmXoPiR9wXUVGFgz6x2EZjeUzaMUEXTGjMeZnRBWz4UcxmsL8otl5
Xz5oPChWhFBjmvzXWVjBj3vpb1ieQ2d3Kn8FR2vOT8silN1COQqAXYd9ZWhNHncUH5ufWbCadY1g
+tCMH5BCz5qHYplbj96ev2Lw3VVD+hVJN0eXbB99TJ/zuZU29n/p0jym1O1dvNcrp7c++nTRSsrx
9jjBnJktmb9ppdsX6a4xCyvnqWqHxJdoNZhC+8C66VYMMMnsX3wamKkWrj3Sl6jYrHZqq4jU0mmm
L6UFPWqX67WvZLRQlga9rlJ/To6DWwzieaiCSf6ssnWTkJwttv6z3c7K2RucDZA4OuK4COHo1G3y
nzRO+rSLJwvP7jtB9pzGZuJWz5O5DMOxw4CvoVdvT/LBb5CfTcOgQsbHitxWNnTmTPgiXmR4q7L9
sJZzgMJPLuwxg4balMOTTTE1eBKl56WhqsY+AfljKXSkQvxMA/dj1Wd8FFBq2lwU4bAEozwsRZAv
x6IabfPY+E5v3xXN4kAh15sg30sXoFxol1sc22hWWUdrNY56ihNBkIofvrdO6bME7WiGq1MhT5e2
k7JDfRwRk+o1QYPRtJR66TdpjnhNSmJSWVoN7lHmLLG5QL622o9LY9lROyOE1WJzOmRBjOFgRYO8
yAwdHnaNAUiN9dP2QK6JiDEn09PQMcbyBTw4Cs7raOSfxQAOPGqmwdEOFtjGl6B2Uys0Gy0Y42ky
hy/6agxTWMIYxMxDT+e7xDTRmq47b6FzlWFNE2eFa72ocum/0s6f12i0NaMLSYOS5b6Wgati+C0j
QI+sNbMdOhgoHrneUII/S0z+fX0u0++Vg+xKJIMprY/KWctHzEirPLYW2TwMmqGLpwRagNqtUyJe
Ju49Fg6k7SdnA9mJcDUL1+etogsYDXVb0pjw+G+jKh+JC7zcM+toElRWo7xDrS+SKT4VYa33vf6P
LPqKptwQdDIkSvTbMEg8ae3x2puCg48ohhPOfS392BsabuZOtohUt8bY40ygj2r4KKthbg9ZVq3z
d6JG0w7p85X5T6HNOZARvBTmQ9JDE1ue01lYxX5N13nVQogGc/vVr8tB9/Yr/tomQnCJ0+3a3p3L
XWukgfbdmDr9b9nB8jdRxW/VnT53sx+6wLI5V1meeTsdK3stVHB7Kro/vjk81L2TH/XEyer7CWc3
PzQQTRtfDX3WdUJvR8k41ZN63bkkc92DGha1oB7UmgMxrTdWbPV8sGOc9LDYNaqAEq1bLesQusY0
o6QM/PgOAyixxkFTO8ZuyjpCspBMukufuYyN4tmcXVG8ZkNt1C+qwfpzl1tN10SD5i8fUPNLyiNQ
PQ8qYSlkJJNMrgc7o8D2GPAdD3a5OuwNm4B3h9LoUrw2rrKsnZCtf9/n2vrTkwAe/4+jM1uOk1mC
8BMRwb7cwjCLNNplyfINYdm/2RroZmvopz/fnFtbIc2wVFdlZmVu6taS9qLuH9ugGz8F2V1TGimb
FkVtcA9IdnUXprFXI0sF5xbfvDXzd8BGhp26ysjwKs0sl3ywu/BfGC8lm2ahVt2d1w7Rv3X1p+pQ
Ujyvw4jz26EMW9TcHb1tlznBIOrDppLuTVMmXv1JzSw+AqJxTnd1XzwSaOCN6bS0uL9gEOxWBxxP
3NdN1s2Q0hkPz6bjdLtMlctJK/vGFHecwyM2h1VPAzuP5c2ULNr5EHFQqe0hIYHsoZU3Y6lxtNY2
paSqIass1ZOOUXfTL7bV2hdqeWyguvvuY2tbUZ94E6q3Qgb80iVkVTPb0PbSma3WPua6qXEOW0uC
CPNw3vnzE3bKZ8t1dJRCMGuCZtrkBpVPFpMYlm1JNqlAsDC9FfZLVTdBQ1vlEGo3x9NwX26r3X2C
zE2/i0INyA5XR453vJPRyVrQHn2FlSgrWO+uaVLCRYqPdW1WlaKyM9MhKcVopzR49a85VPPRUkkv
U3dFCP9uwrgz18mXVp2BAM/zndgW+b16ieEDs0uI/NUDJj7PPlWga4ZkOapoXMVdWEfm0o7crdeh
iKurs1IZ8310jXPHq1n0F4COoUt9RejIVS9GTafYh0g4tqonC8JKgH9oHObVy+cokd3PydVt/9PR
dtinOLT1zYfurDDJLDP4Tdo2vcLDpPeSAo2Tmn+XlkDgwdDT1H7W6UVG2ZbQ34FduzS4WE645rg2
Qsd31ci2Y9bJyh5/4ri5x2kZ1cVPl9qKM4co1x9+M1dfdmv0Z2x89aH2qH/cO2l+Q3I14hJTOra0
XnmSD24XrN2pGKr+R8SWHOhnzcXr8QCaf1tL5OnUGxF761DFH6oKk/VczlPyHRezmU5BWaz+azI2
fpCr3fX/FJazhYek6YP4QhmnpAY1nepoWuFcg2gYrlVIU5VyUMTIXJW0X9eOWf2MLY7jPVZ6nKez
JiCdIhMVQ/8gJrO0Z+3LxvnRmUWOz61Dv3uVa72dmm5rJLKB1brjTm5/fKNWefKtQffPHY2pd/UX
f/lXoc0cD6NgVTj1YwRdNEPDNGTL0BCSNwcoXx6qWoxR7uCi6DwVbmy1GM8F8V/b3pJ3eHszX8Ax
ajfVjejth4VkqYuu27g4BJYfr6d18gpasTkQp87rdXmuB7t+ttZOb/dh7876PMVOcaxAY+Zrr5vg
ErKcEWSldo1933F1CCS/mfDhi+/0F3jYsLmUvee9e6USNBfe3N4Yodj7dGxD4to8ANqm1gyIiE8v
1hm5O3luy19HiZqyu81QMRB5+nPRhWpIruEZbaRduLlyHfmKcNTrM85M616NamwOOvJIVPAVfzjF
9GP8z+2sgq6tmGsfQbSoF1rb2f8Ktq3tLu4o8TAqwtG7Y/OjiTLWSzbveZuW+Di6UVycAtO5Ih1H
08z5SgqjTteOh+lABaW40f9tfxy/qvvDoFbLTuMyrv8bmnEv8yUMt7ta4+22pcIpPXBjQl23qxiK
YUz9hVQURvc64EAZmn442jthdCeGvBlDytgylR5SpyeSiHyeeHh0A1IizgSrAKLZeMFTTFjSGm/p
y+LeNU1wvzddZKc2OLXz0gyTMkfwLjc4rrDsn96WuHumGtw8jzYgQXnnNv1sDohvsSsp3Lr5ry/w
y09nNVjOidfadU4rPUp33nxsYi9+afb6vtm3W6RN3BR+KmaclJkBrSrOYu6ROiuvik7L7rFOSdVx
WLLAUSk4lsVSqQw9v2Me8Nxc57xPBnf5mC36xNzwcXJ6VvbaS+QUQ7ZKr62A3hh0eEeTMsDgzAY2
mfjTKq2tKHornaKP0roquyothwWQJa5KxRZS2xdW5uKR/1RbpNynLRuL45Nf7dG5tUUzHoCsnGeK
uPgZ7knlp+7m99+V5Xd38eKiwrW62m4vUtMn4uF4YzOa1vivDatUv/i0t6iJ1kmmUwM88YVRiPfe
8fatJ+EqJXLcc4LPPtlrlXqeHh9mn8Ppn55t/wfu14hVkOI3j0u5xoaJJAT2AT3bf7Hy4xMpum5u
lenGteurNXKxSH4f9EUOHsKtonKdl6VpbetcjWS0XQOYgOWA/XN437OH0h6Gvk7kEUGb9xp31pgg
PHabMQ1DqxgZ+v5/b41OrL8AdFK+mdiR01PkE32Zq8Uvde77UywOy+hMbwFF4j+z0qlmGI11wcUT
0/rDHrFAzyXS9ySPOW4cqn+8Xjc2FXnyeU9O7ZYI68fQt8u3cSM9HGZReero+FqwMil88zQrOYnL
yt7jnHJ+eh+dE5jyEHdLVZy93S9ejDtsvE7sWZ13bdnqMKwVVkuYh7KvU00VawXevJVbuphZedzW
ktu2FCZ6QtIMbMjjM7upUGhaDjv6yrNesbRJXYlePt962x4Pfsv6Ct3Y0uPq0A777xXFrcwa7B7b
tI6GGsSwm6tXXOuLFpcuGugz9sTgOG0wtS+zZNftCFA7vo9Bi8AMNeI8Zmw0wW3W1Rj/ZbbZLpHF
/JiCJchTV7tgD8kshuV7Tlw1HYfJ9uR9H5Sj9dsQKvgvGeu5yCZR+ddiFPJvDCbc5s2u/R/LUtQX
4xalyGkZgjoNdEUQLSyx/c9rwc3yahlxxh7VpFVGRwYTn3L32+V1HNzNHGdWmdaDoVJcfJppkbNw
6L8nxbAR2l1Z00fi9dvrFnL0iB2cKFPl6LwPe7X6d90mxcu268J+DWkKlqNla8USI8sC42m3vOlJ
sJ4gUkpr/2QZhsfcV2N/iSEA3Wwz9JAPwdaZk8YYkDnBOKLL3aqZP13Ez9MF11bxKMWEojUqg3k9
OdYkzvE2uPVdd5ORMOQE3QDYJQZaJ84IlqUL3f3dwdF30Oaxc7N19mjndaFZvOpCMxeH3Y23z5g0
V5G2ceQ9W2FdMQ9usf2gyKmcc3wOt9/0pqLJ7JnR7RDR44sM46Ptp0yK4Bm3w6Y7lW3k/xhjH7Bu
DcPGEAyxJyDAA+56y1rfbrVrgvy2U/11YzyqTJq+8VkiXMxL73eMcHhb4Mhr7KJa08mU6tmxWAOl
N4oWXgTZRcdY+4V+XEOVlMgozJybZgmnxyW26JjKWLUPtDU7qcp17a6HLQq1kyag5u9DSdrZR6va
jstkhD292QxgX+XO6JJJj3jmR7nXy9XHNibgbWDfvKHkSd9LW8I0/okBhu2076N8ZHcsNBABZG48
eXXIAwfOLNPGbW7NdKnVcCr7acpp5TChdr2OZFwXW++3GXFZfx+UdXGeOFHeBtO718G95Zu58TIg
Ee6SwrxYSeWyk0PmU7qBZ2JPZFvSfSgXK/gGHAzkhTk+eDBqCMuzNsrGDYAkgl/o5NvvgooFgM22
23V3RD2kNFzTh/BqYUHfWPoh1IPFq09qBwbEu/K9zO/iejrERWk3rFZ0vJ+8qvgYRBbfBeB1i657
XEZ+7uBE/tT0BCs/OUEAPrEni1AZNyC2UxAn30rdKjbvcgzoLNS+o3ouLA8qZrJ0gfM99rBZ6UhZ
pqAevDxMWmCg9Jx4AUceWS20D3AYl6DZpQ2GatzmDD69vnFGW86h3RGt5mFl1voaOhPnzkbfph5B
KPfmug4J4w92xK68dE5ZeYegcfenojHdr0ZF7MqsATmrXkxW4iPe5Fw2HOxqK2vlLMzD1nnd5xrQ
gX2ILpx/i7UOglfheROpg3OwONeYyNi7ffPrNdfEyPBGFV7tg6X24V/RJqWTwpcN1UMlbf0wTxMU
yjQmy0+3rKMGBBLLPXLiTZSO3aTuZQhce+i6anscimZd3sZ1ruM8wNSuT32vlJA2ZNXclVtbiR/J
nrjL7baGmPlrPXx5keqqy8okbOUe9v7vattWnliyf5JvbwSMI3zJLj+0FvEna6l86LorCd5OwmIr
DsuwLcMh3LxCnhUL5du9iNv+ZecB3e88KYsfMUF4/ns/dJHKKtjn7SuUzXhH2jHiF2N7nZV1o7uB
z61jQvgkNX+mX+KrUFEEPv2sjljJuQAmts79ZHnWg0CWrx9uUOLvsPHCDdeIkLZklZNrDntvj/qg
12Ddc8tqvF/eMk9W6lhJP6XFtqr6qDRE2sH43vgBpJNY57ndx2+nh8l4lF43/g1nu3maxeqxuofK
1c1md2fFs3U2LbOoTtQLHDyrWlFZJZcdfzH3vQ1qeCTHw3jrgNlFlHxuEGjtGUR5W69xHU5vooMw
+578ZWky6cwDhT7s9oNgCtiZ/xjA09VsYXDvJrxP53IlE/xaGxlIYEc2Cy87xt3ifaqqsU5pYlQF
t2OAUycGvCRrq9WruYrRDpgdto860H7/kuh5+Ee8uE9kFuIuqmlXWuN5hiKUZ+JM+UKc+xOXpnJM
cEZ5Eu3ZQIjkebcKfzgkeGDd2KOiuIftCZgH6j55wFmHyPmuThqMERKl/nk+E8fB6ydiYUOzhOa2
hjK8sImzPalGjFsmsUUsOEElkRgh7BToN0V1OZTx4J5vqi/WN2W01M+wrbiawZcXf2wmdnw7usiC
2J3D0WRx6IyPNVmeY1o5tfkN8ws7SLJoUKS4lNKpIC2lZ73ZVN4P4Tp450m2zWcYJ1SOrjHln6kb
ii5n5uaHNRpfzHFZzjOpXEDPj00XF39N2I3/+bWi2datU9On98GLjyekelR1AbQ+Sc/KaSet6qhq
1c8vwarl2aG/M6CPIhjSqmJiOoK9B/LEd4lcoK9uf/NWRNOvivlbndZNWx+JmHcn3VeVOCf8vZW8
tFjHT2lrV9tzDOvS5LNrhvbInL5r7EsMIwto0myTfuZQB800OftPb98UPGLSbwynsWAlYCN7fMtM
tNmvS7VFvxdVOU1m/v989GyBiMOGxhr622inPazI8n7ao6kcmIxJ/OmdAovowRrY7aw6Ozyt8dTU
B35l81YqSzlvSU8KSardSUzHZFTehLNQtIPwLB40QktIW3iELvMbYH6b9QjNlq5Jg6GQ/R30E96J
BI1t4zGWtW8f2nIo94cCc84n4+3IcChO9r9+isRVoPteTsJuiJZrwy3MG0rKDYrslECuwmteJWxb
ZXLUboODmQeEJZc5vrZBLK2LJ52hyckL6uUDo2e5pMz7DPJeF7YH2LxN3iVtDPPsMppCU8fuOuQr
hwAAcmkBzOE+93v0vBbCN+5nmVe9q5hUFld2ab/K7Qszholzb/PEybKW0lBeO78+J3XZTKSM9h7X
wbk9sEJu5SEsab0uARrcOvMiDT42DQX2ReAo+BHgNdb7OLC54YBVRpVsaTtUCWFrHFCISDzDS2/1
rP7kQi3yUbU1fCSykipOGUzkF/1zs6cM6iJMnYiW7NDvw/DaY0sf3zc6YgqypoCYB2y5vSNbON14
MH2km2sQKNnlSVnEACjBVt4nidXuV4uEyOswaYN+d3ah8PytYpd/KtUynDmm7B+D29n/Be5OckV1
U6eC5AwdUeHCaXnerGJrMe/rAplPpTcdi7Xt+6+tFzTxaxvYj9Ncdkjht559W98dHfBVa5/GNB4q
bgfOQNYFAxGYBV8Hwseey6/e2toXznFeCrgs2pvlHhZbV6fJ8aHtjFPy0+WEBOeyIeW1snD3Z5ka
XKFHGM59fS0ho6ZMdOXCPxQrNLxnMEzcu6ipj/TMOgTDJwgvZc7Sl2RvgyiDZmvVzcrDvK4t+v5D
yV5QfBYVexiXeiuDDwU/eafNvA/ZAE1f0jItWhx32VtWKhgmblkXjvzRgat89GY3QWbpmzphjUMx
H4p6wpWINfJG3VkQ1G+Ktsn/wTQ4yWff21T0H7h7hUIgqiFvOgCh7SB05YDxIEOk6y318N0u4yRZ
tJ1cWnfPLi5F1+AoN+2sxl88ZyPYBA0ntRrWvNj/hZbhB1eGoDdEGoJ+3ZuMl6L7sRmNVJIc67gK
Iuppt7tnIWT71pSq/lUu8MhYuAwlWgUnWQ2rnX3zH5yGA8Fg4OJqyvkWT8fdyNk9gBWggaAfn0m/
iUyI+2cyJ/f9PpKaF5ENgjiqC5ATrYOU30wKtAImjsSfAd5sTbcaFCp3Omc193vbevlOAPzKuour
DgHSd3lh1limXJQsGRwIKgzvXP8mPFgranmG8mLnhAuqDaZcBr2dCeJOx6dhxyYCbIwQunSQlDYl
0Byc12WgXsdj2D8j5FH+i+1yn36F0ghzXqjlcTrZaxW+NbF0oxxbGyjsDROX6hHeg1oHswwI506+
m7Dri+taWgJz8baGogdm6RwN8ia8D5gjjv5ubsrxI9SU/U/h14IR9Hbmc757e7Yk8/SO4L9o801j
enbgMstPpZdoeah7220uoCyw/t3/v4qxY+Fzg+l1XsraQ2ywSdN8sklYqbTtNpbuElk2OPPWdeOx
hW3kZdtoeW4y6zbOXFVgBzThx/LTB8rgyUIX0mUbaSD90el8jqqI//ytdBBoUPXYfg+Hrf5r71VT
puhN7O9hisLqvhgVIXSQd+F8dHYp3/W4d//FUowmx+Op0Ve5dEtC6FmscBP1Ksx7zYJ/8J3jTOW/
zpriKsN8DYNHthntV2YgtOcY5CDLREkUQNTGiLCawJk5vydKOuHHhdQ5/nDlnwVV1PuMil7zBRon
PMS+AoYcfd9yD2PSl/qXjKbhjSz7BH2SmUpxJMDaRVdQ1eGhG7Csx09EKbyKbGdEP2BUMpOs55uq
vk4icre0aXHeOnjlBHivgCavBiEAoqJ9C/4hucUMGEt29YOQtxGbkjHe37pQOk7K2ePBXLfYLF6N
pCQeIjOHJJgCDxcPapyA+Ce1WVEucbrUv5a1t/1sbcbFfoB+d1Tu99LUuWsV4imeencDqRKcYsWE
l+ZLqK0QPfC4a3XXbBYtw9iO/kNYeMueY3w1VwezNYmdU96knVZxQESNgq7Jh1iO5jBXqNtu+Ox+
7ePJCY/rvmL/WA9K7nlvNWEIz7eLD2tFGQhEsHDNW43476Woo4SCvcjwvqBPeCs8H62Xl6BYXcFp
WDspVKiPSTJGT7QhwxeElzc+xlPbnGfb3fR5UPxq3DFE++j4w4qjmZLyyerb6F9oBF0ChGvcH+Hh
/aeR1vcLsgDZPlsyCGywC3dVpuQWxWlQIYC4FD4Ik1VifP1f61VmTxvUIbCjWm7tgS4T6ctkoEBk
N2EbolS/2vjK4u0V2GUTQ3jYjEwpuht6UFui+s5JweW8JmBnphMVkDV5H3Ql4i/o/FfF3lGQzdqb
/hY7Zey+IQnAPRSOcNaDvE2SjLLNQmNdlPXTMm3d+F63SP2uFvF87zc9qUljfzfnEFR5+mKcnb6h
ajvvcRbF1h1QzRRBbtG5Xs0Aj5o52jLXeto2P0UPkQRpBb6/XPGLGt+qICBojCeZErTPAeWPvF75
OJiQHFP0F7tIV713v8JuCdo7zrPgWxdL/bhjpfOeTCrEk3wPELojl2h/4Pu/Fplvg7iiZLLjZzB+
f36oQg6eVI5VEqbLEq5/Te0DyePVU5qzcKv2YbebGpUUXD7Axjghh4iViO9o0r3qUDkwIIc9LLt3
vZKWfcQkYrSfmmql8jBLjn/7fWueurGweCR7qn02F6I9OjMpLRCIILGfe4/ZPh5VBD3jqFTsj4M2
evwTDGZ7WlxvjU8094WTz8W8JsgXreSXkW3AQEggAKgSqiLnT+QhE8zb1RtOt/wMVtU6r6L100lS
ZZQiPd03XrnNsAeY3mVrWHtP0gqW3xy7eidHxhu23J2d4bNsTIv+aEqAVPrE3so72S4TjKfqkkdH
LqGf7UUMtYw/mHDPZTL3P5i9OyjprS6fKAIKUzbkvd9yj5ovby0B42/g2Kffqeq9KQYvykowI74z
Lj48jG0bH4u4reo8Mnb5Q9jV4JzDGckR6iFR4KElBwpquU3qFeojSQtNqjAi0skDfJoQtNI+xNVP
sdRiyts4ke8FizDhAcVA8IwuFiGXw/d76SbipykVZdOly6j86WHprPILgJVEXruuB1xGE0mZDct2
uvN8s+3ZNtR4PGKft/0HqscO54TlqsiWBoI7xylNh9jUhMl4m0Ui+7VdxOAiV9ucCnt1q3s0Sev9
XFitcO/W2NF3DG0uZxqnynpyfeOZlxbw63cT75uVySViqmDMLMNjvazRh8FXunncauOWTLCi/wp2
K1ryLeSSUGNrw1RST4OdR3s0A/xUolnOzcLKLUoKr7yARTf9sXfC5j70EB3DiQuOVLHvoPzGCPe3
tfmJdSqFKPk6iXIfGkBmi6dUj/JgKuyR6Lxc9+c+eSI8IenXZ5ch4Dbuj+o51pZb5VMQ8GTGiLC+
MI8DFtWl16MaF9VrPUZlmallCf50YYTiqCO374fT9c5b3VqrhUouxN1HJ+TOZiqi9Tha3Rx8Ress
/tS1s35gkhGGWThweenTLAOC1SRrugSR+bciNVlObqgsprZ+8a4CzeDPGhWfOmponAh1x412hpRb
2GgkWFui7aZrq3tf7hnirJK2uJfifi4i3Wfj5DY/CIly9kxjJ2OdTHej/MkDWl86tFFwJ0UkPlDw
+ANqBIcL5dZhAGXMHPFcB3NJzmud6N+r3VBtLOQA18JGYXnUu451ClZbfhXtYiOgtQIHtylPdHtq
NTDvNI/YSsmyZtcfjLT72SFkRJo1O4IMIn/Acma6GeucAUgnqrwzuaCGTflS8FijK68tgIpp7GMk
LX7Y44S9eO65Why7Pysn2J5CKI0mmxH7RCnmKVuT4jQzjjc/kWhNy2CHdCHdpEueo7awXpFLIcoo
p7n5sa5wdH26MrXeYZXQ9uirdI3eebbpdytaRYgjS/onLK79/TCPUaL4hSVyOvQPg0kH9MNzWo2F
PAL+jxCGyV75zBJruf5KMKH60/hF9B96oOjeGwOAZEfT16PTqcPkECdLNeelt7nuKeIavEdJ7fo5
IrjlsmCXMz+SvtX+0cqq7EfEGMF6Nw2bWJ4qR8Yv8J1Dn8l1dJ8bjRvZ3To43a8evTeSK98mUq6z
9PJIrmGo03bx6isik1mRDt9ZHzCEFZJjNOqZK0NOCld34mWQVvSth3pO/iA29OZjg+Dch8/UzQNa
ecBHufjJ32GNgZU8lGX5yGIpASFuO+Dktc6+dW73tTHoV3fT3wW49G6nbnK67jCiLvSvkCHF8xLD
/x+3sZfA8F5Z2MdtaiD3LXbiCDfwauAgptY3G/2rODJYhMdxr+zteEssYTnEyHhFsbZALLaQbn2+
xUhBXle1bF/lNKxPSxiX8rgUi4IgCEdVZDWpP0PeBr4PErBa3oiVoBvclxrpX2pPyUAkgKD6fOje
b8dvzN855/ZONdbBIGtrH7x479Vr0NV6S21Js4Bmf22ddGm35RAqhtyUhJzaScMZRhtXcHQXR1k4
EUyMDMRjGd+iPxHF2UcyVVxWIJZ5vy/7lVKPLwTSsHHoyr81O9IhTTfwzD3PhZf3uqcWQsBKF92x
4gjHIl7smHEH6lu7MetGxaBHPwvZXQf0idel4tRQrfrhzC6wDoMq7KK+rRmgIldzdyLGbmjPBXHY
ryXBvO119Oulp6du9D0aF/mxY65+v4vScwCsasqarViHhJLa9eYcfE/HTk6qTeQ/xIu2+9PsLLo/
y6G290M/0wmDNAEEpw5pSRzYLM6dVYCMmzVjr0WYNTjtN0ORz17R6Ogpd2q0L6jwK0JYUVpW94Gw
4ISqqGp4EmJve+h6jNxyhGh9btfhMDDuxpKPIrbxy2d38ajk2g2XxJWwyjwR8OGauzG9TLJEiDkK
Xz4kktMiLa29ClOEo2PxFK8OniRdsfvJc5UQhpO3C+kFD9HKLJQR8ZFgpifKrqfdCMV6qLaQabRF
vHSFbh6GExPs8hIsPvq00mftGvOi2B0vlK1pZlQbhv/iCGALvf08U8hNEvdZgJqpOAYkHqE7Efbg
XBbQCbIhYirJSjrY+1iL9m8UwZPlBKjx8kZqWn5awOwe1ZCBL0WFWe7HAakZKXWymdBqOav44daV
ro5d69kOjoscrrlVyQBiWq2ak6YviY4PGxl/GJQTNORJWIF+NBvSfo1ugHliQJhbI88FMisW+P8q
ttvDvhZdkOlgX58wfJBbzo56PWbGLDsEwTr34qGHPJJpnbjNcGgNmbGp4bpvvNftvh0gX9FizFZo
nVaq2nqciNOpjpXxbxqDTReP/rZK0GlLVkWqbL1+NkE/vuhhnBkbyT+tM4n0PoCyZEcmDbq23jKv
XTpz0TzNgLndXvwM+JPPnhfNb92ExUzecyFgDKMVofEoolHeeSAlDyBZC+6i/s1sweXoeBq1aZtj
XMkIe/+93ti+Qf04ZuVm283hts0PbUrV/I5YGvDyUM66xdbZbRjHl41UnXggizat/QHxbOJTFBAZ
qoIRe0UUpdDgLJjOdM2btdbReFmKwL727hIDrTlsMU7oHsEOgsEL7+2I/St2G3TzSqD7BMMW9dP9
1q4RLzUo1Xdb2EN4BIDm/4qWQzUDnJjfZvqOIvXmpL5ZEwVxXm+B1z5FgVzedO/Z22fjVaV7mYmj
TL77NdwuYvJGC7K+qOy/O0zZ+NiPeGIdUL/7MpudVsynwt3ak4tYv/nPiZUO/9nS3oYUYQBWqY07
OcSJx8p+JioBoE6aKXgzo9d1HyFj8ggcW4+3R93cHhm5d0Dv1hif+JTefmYTYrkTXleG59ATLiLb
yHS5AyK25SzodgLuCYPGS8mG08b3GWHbC0C7n2XZU1sslPX/+tK3/2I6iPgI297wqWB9Cah9v3ko
N0BNyWnRwNrZghPNDE0rFmTkduN/gp45Yy4jOWzQsGvwN5kl6yTIJlFPOwiiv2Yp7V/FOCbhwyhW
s3xqDrqfHCMmOfghvnUZao5SQup04TebMcC0I9vO9ePKxFrmjaPEnpEHbsXcllaffQldhCKqasND
rxS4Rz9J+22s4DhPfBiUkAws8lMgCZ4OoLnulLtkNjU5g4D4b2JTsflnhUX/t+1RcJyaKfLmw0CO
8GtQw7Y1o2H+94BNghmqudo/bB5rcoRr8p2zJDHmqUHmu9/xdiv5UW8RIq5Ur8P6C5hEzScfgnxj
QPVn4glZ7Jl/iKV0m9dZBsFCVxqirfdN0v0uOt+5eqMGIiLPjAW1LsYnvig1aLKz285+jwRRmKwx
Ynmdo55FD85Ofdf7a7+ku9UhkYQx5F0dE5+K7C2C2jMuc/hchWJDym6V8cPkDXN8e2BmmB47NE2b
ld6YVD+7Zi+blBaS4GfYGweXoZq7gSNUeV8jKRwv8xoptOxTyEBQxD19KJFaI22y7HZ9sHw2VNJ4
ccadjsWjt+BDuM8b7NJ8Wmt7e+flGtdz08yNfSo5+M4wZQipZjW7D9ic/o+y8+iRXsnO9F8RtL7E
BH1QGM2CyfTlfdWG+MrRM2iC9tfPk63NqLvRA60ECNLNrzLJiHNeay6fI/RBvOVLRijqEFqN1mkY
mqugIOMkMn32oeOMy9BB8UPbbTir2UItlpvr+kc7FBPeWhRhxfsRls65auZK7sp8tMydRVTq94RR
/RqoCTH2DAK0dfML08PXKyCN/elvR3E+pmDNavjVQq7PRYeUNTS7IXt0SL2aIlH23a2xOIva114J
/FcbU0Uur5uA0dkrL/pu0OgFIorq1bwpTMetP2u/b8EgzTb+BWQpMJdY7Vjs2h7HyKbIeMiYcIrk
LS0FJBoz6xRsqnoFb8l9cOdNohCsnKYFnGioelDa2cwFNEMDLs9emFflIYfLsu86Y1pvMVnUdjhp
bzmX7OhcyRSLc2v3ItXhisGaac2p8FFmoInezTxi8sBox4EgW0s8IIyYy8jkdvavx6ar2+NCqyXW
MhLZzC371XzLTJoXITkDI4/BhBER7JfEYzRcgT1E6G+FE7kayDgqdDI+yZyR+WQWKYuSPRnxueG+
JKzAG16bPoaTsz2ENjtWbARoWnJS7GLDEq9Tx4gWVnk7PLoY8u5wwYOf1GNcvht6jJ8EEDI43KIL
tWnbLvkG22ObKrQxICJjJvgSNugq0B2TPJRrudy16zLy0BeYY/ZS1MKLCu6me2AXF3h7wLm7lzJ2
nxc7r43nILdjxuHKl69KNeubYm5EZbFmTF2jOxPYIWqilo1RIC3szKq/KXlQS6KicD+yl01edpUQ
AAFnxL8JUIIS0xMoiSt2ziDF8Fy6lZ8cRamTy+9TpVhG0tlmgGWygxS5BLl5rZ89AkbG2aEWRfqO
PUbM4HB1B3/oYlnacUbU9W1dCfeGTp0M/ShZhU9VURtv/DT1skEmVz2rC6e7UXbi/4xUJ/+qTjDe
D3Zju5FeZVd+D7XO3csJak0K0rgRz51FVd8JbfNaP8K/uwknj5ZgNzlJVd9kIWPppfehZfzNU5NB
rRDWhlCyEUHWYlAkP8qiOMf+aM8PSG/t09AR10h8HMqCQ103RnuweoB4plc5ODtQhAzF+IRiCCo1
D2CkO+dTC7vkniE4i2C3dNJ3ZCFh8MxxpD/1mRBfdp8spz4xC0DNEu4cieA63+H6be6RqyUKWINs
mXsnddrnTFnGy1CVnb0ZmDtuzV4Y8aHpDeMajWesn60a311EUul4CPoFENuoxvyBKdFu+fmS0Qrx
douzbJWPLDfgCQot0CfSAtxZHPxq8NXezpKl3TtLO87bJB+Qh8pGu/ldQFRO9m6roAtuAQbm8brr
GC6jZvb2gXFpmRisD2fNrUdoHdEzc/eLu09jYWWHHmODupBd1q/OshgMtcn1PfBYkR4QNWa3xbKO
6R3gg0zDbPWmH2L/OZ5SjOqzERLWlw07JzN9BU5XZ+umj31u6LrGHbZpnMzx98sM0HRwK9dvtuVi
O/tK06G+SxPaNd4tsiPTTavzDs45RzsGvgUUEA2LxOCNwoEVMVomlRbHshnaH47u5Gm1tTFuzTKH
qmrsHp9MTmPzr8EUfkY2v0xn5bP1bpxs8tPtYK72drIat4jaSuZyt5pFhptiBrEvC75X+lO4gV13
qUZo3srE6GrGpn3EpJ69oiGRBSZLCVfIABS3T8Zi1J94NqB/6DmayQRYhsbGKNLh88yUUucyaU1z
52tqD/dTj037hbTuSUOFgWHD3avMY4h3HQblckEeVDkBjzp60K8E9HxmZa8L9OX4lYHHLQNxIh4D
JLmtafFP6WaZ7egraFyU12OQgJUJfFqMo8MbxGL5YXMJmDxgLNSIkPNk57bk4l4UAv4TNER6M2PK
oaeibB21l26D+Hb0VhvqWzbOlclk/mvV/mLuVgm/ELZkxHz1rPfpEXKu+LEyF1ViMo7jJ4dIM6Ox
ZwzdYZNTfzIz8yU+Fw6dEI+b1YXLiiE2KtkLcfK4dQyx7AT+BzbZikyQrJImTFKlPn0fu3QH3upv
cga+c5xoSXFa53RfjAJoyNTkuAEBF7WqjzZKiYea7npeynKeXXDKQv2Og5DvzoDlgVAkSF0rmXnv
A8PhZmz6vpH7bhFIWhOvnj+htfP2gHjOu8F6ni23q0Z6cmCZh2Akfn4dcFFq8Y3vDHAMn0JyqgRe
EoSQZllu5tSezS0GVkyZvvbk2QR9K3flGmA1JHwAjZ9jSuunWU3/deia4QaeFoi8lvX4rHmPK95y
rzpjhkHsVg+4pPLKhrMQS5HdTj2JO7ulTxyOkqRDaZ8i7j4ZLjdORItYd0tEePMpM9P5Ja2nOK8L
fgDoMkfB6GF6/KXwzX6y2UthS6XTG7vM1+JhLUZQRsuu1yoaBwLA0SsmiG/4B7LbIplY73iruy8U
jxQB9DVM1KEwG+/AAECGQq0M3EhGX6NDJDMyj9LWttz3gDVqiPLErS2ikYJ0Odh6tcbjVBb1qXZF
dunlqn3nAPetqk1C6iDJEUqs/ZtrLJZ5RE4O706wQYV4CcFcjxSEBz+c/Hq+YsvLgpPJitRfj0iQ
79XsVHR+LVXGfS6ZbbdSkM4X5vm4XNvTBYIx8ynwo6l3HP4jhl8XH9mKj2UPMM5jLgvT6B6II3LU
xonz4JwaxgVwi7381qV18UcgIhH8v2f+WaQy+WATCFaiT+PSOxLYVpfnpgTNfjCz1siO9dplaxSj
6EfgWtcmEBE2Fz/Pm+KuK6bcDIFp1EcVBNBORJnBIk4mPYVbnZhjGhW4zW8wgWJXZK10MGt703yF
xxLu3WfwsMLGqgYkqYNPPGVfVM4cWeZcuFyaVJpumn4Yr6y4z74tqR317qez+WeGF6rzSFRtXG/x
HqU3Enir3E9qCVD1UYUQbDQH9S1iDNv64n2q4nOVKuuGczLlcFbupK8UBwKGxpK/z7wqgdbsU+El
WX504QRvp1SPf3zUSN+CXfJBE7PobOc1799knyXjNnV0PT3UCL6jFNstrv2WbsZaDn5wolIzOQhV
TbCeSZduMytWSeSjqE52duzI6gjmWre0cQecvvz7u5lxayqeh6AX+rYssvzs8+ws8FYtWEM8UoCx
HwCByYoqi3JjoqjHk0ci/Is5XYSPKNGD51ri4w29yW8/kjF1Lhx0nulQebTjbQJY5Cx03CL5o2oo
GdQTYJ80a0BXRFwq86PKPd6vLMeOGRqca90xzuPxzWVevUvMUjE9ONb07Zrd9DTn1HAwZA72LsCi
9ZF3WV9FiMeMg6j74o/sNAt5Ydc6hM2yCFFHumxHKST2uIudLFURFc/iDcWT+mO4eX/miWi5EdPc
f6iaTMRni+aDM4kms31MJHHcO5SzWCJJCBoeiENu1gjjHoaUhiiR+Mz2hOTGryD8wwXioQ87yxts
9iDlvkPKBenB5LHnCiz86gUYqR+vEuR55c6jjnTcEY9Q/zK4uzZNBYEluKUsYudxO0jn0LEBYaPr
W4UlxJoTa5PnF7WaynKzuiJ5bpx2RaBtGNy6VPcVLCTQkJlLZP1z7K7Xdc4IzTwzePaxbq1AMbVY
RbxbXICK7eSb1i4FuWYvhoNAHBdX7abA7ku3Z6EXXJ6LZRyniQFlO2noqVCAj6AoWFRK0MQ4KbYt
QpK6sx4vgnDL4rYhSrr3kVPF2MDQZ+a3VM/CZdn53JFCM42Up1X0eO4I5l65a0siX0Li5rqPaerL
p7ivl+pULvVy2xfxcMMcDFlpO9aCbLJ32qsY3SgWayPuGcJtY7i1cPpb+Krc8dzXKlhfcP+vN77Q
Tcrqb6GcZpjtANxWiZGcV+Jh9slA2hneSiIw34r0SXfhFDrlktt+7+qqnHYGVCOXLUK6fEuOQXVL
MzAvLVef88Cu7NSHuCHQhPyttn7rytg/rybHfchgW720dl5dj4bnqigpY71jC5MY2QB5jgy6KJgK
pYjSp8tM7lzGcI8FV3nQ1r7frt+NclBNNKvbRjqL4xuyTHRyBVTopvmmq0TAn9WOL0aRuKcGkzff
KhTafi4XZ9z2iAiHUAGXAsxnvlV9WxMNA+chx/A2hkbmzOq1JF3lq2pt1GOGNmcLTzuZ99PouHNY
K1v5O0Y6hp+cEIEiJJewhS4rFnSJEPRmsq3GWJyV6V2sQhj9cgT1ho0M4aJ63BQzsnM8cJYDSqtJ
GQy7Zl7cyL/AMAAzTox/Dp/6GrYokfSNsaAVuW0K3/tsdGOj0WdA6LarMwfilRuukaeZGr4V6pzD
N0xn1WEPmz0DPYSbryevgI+pQ2MatbFrWibCSIuWE7xG07kRePuTTYB8Efswd+NmzuR4A14e8GK1
zHW7rsCnuglqc7bPyKmoIAccaJEcZnn3HXuDTp5RjqY94S8a2YlWLcFCEnYLc38xdDhvMRCmd0Ns
NQ/IiEb8sOyCckNWR/DlTIMsjr5Kx+9qXtLrQY4eeT5N5d4atutafwoikFBHpyhVwgZ2Y4guQztL
QVpgPOzGxZtIDJguLrIl8e49QRcAl7rRAIRaQ9/fVwXueT6sxjYmvTnrtzJrnYf4YoVl4hZOtWWH
dXAn90gzcDClStwjrkAaN4pE3Vx8R8e5QuoBtFKBcFRdir2pDbK2Z/Wu/WzP2ISvwfaWR68hJfVj
SXCAjWMgq7tFOWl9TOO0q38mA9Q/xEIBua/gqfsD+lz/Gj27hhlrLbwNAbAaMFAc8OZXSAfvYf8Z
bDprIPLHI4vntfNxj4T24i5PYOHOfTd082cGC/o+G4ZZv9hBOx5H2n8xY7EGg9A0dcUo4Je/ZpIs
PwIiJw71OvSPBf+qCzQCBRwVKRZFFrJMvPXKjy07pKhF8n7m/MkjvFlTBbClWrko9xmW4HCJP6ZJ
s5mgJYAztmZCg1CKclfvsA+JU7J6Zqb2HBxdeuI8ubTFoWT2thZiQq5OYa+fCIvGNaKrWcpTUYBD
bhynm89txSW2LawiaQmnspT96JVt2p1kHQ9/FPQHhihSVV4uttaMPIVsvuFYZOjyM27oXZdWYM9d
z8pO5AZiiy2Sq7T6SI2Gg3cQeRcc834y79OF+syDycuThMlSjDfGECzDJiB/gU3DpUsThUE3jBuW
e/yjEAMT/k2THGIE/6r+MVMyB8MqKFy9tWuqq0j1TjCH8ZfEYGCWl1xplF/vPqwGzECWEkLuaD8N
ooTAlGyTF/l8p+gNeDWqZe2ftM1jwqPKa480tKmGZ7b4fHj1PfTp+GBX/WyQ1fMK3nMx8LepuouT
gr8GrnS4Ip6jpUqH5rImDGrtPlKbRxDBlOUrVwMbPqJI3AdyE+RC3gam7nCBz0h+R8iDTPVXjm9L
5Bpmou/s2Pe6nUlQxSv9lN4fvm7bPTjxKtjae8yrO9EVs3dAZ5ufzDiN1cbuXRPkDISAYCiN5Hez
0kgPC87uK6+DcmYnHpXkP7t43iLPrVqmK5UkbX+astiHRpNkxWxAkiT4CPADPlj+N+BEEPVqhxkA
q9BIAVW2wQcyYOUqxDpFjLHkd6SLxSu3jEnsREWfotIdugQdAHgqc2tDgjKCAfLSzO2MKWiP5KL1
tgZ+PiYDoD4R4bK0qnCtHRzltrLEfdvH2LE5J9UWA2xqbIYBocIm69fVwkwk8+4wTR6HTF6qJP+q
WLA0wTuU0IbjMjXv6bIG6oDAz/FCodvkKfPG5HnECQ+B6QbapVSg7v6AV/F9ybTo3/tSCCginCV+
iJmou4KbhxrQ3UIQl2XPqdxjMGy/ioHEahI95BKHQ1Zj/oixiy67QY3T/erwZcL8Jmx6KcDlq+fZ
tIPjIDMT3uVavsQev8WJAmNrKjnhBCJJgwi6EoWS4Z4kPuHmlJU+YQQ1c32/Z3/PH5eeg36ToGbT
JNsDKm99TP3TrqyJXwllRiJcZKdB/DhUIjdvTVV5R3QBQ0bnoJXsSGQuysNCoWp2Rn7H1dajaRWn
YASzDuHQNE6NgBBB5EneHl6y665MUtbMjexG9dRPTvBkYqd2dh1vz8X+roz90GRtsucZvZz3g9Fx
Xg9NsYPfHdARzZb/2nsVgsN+NpAyjQ4vZjBYzn5qB5QbZWZVcj+qfvCiCXPp7kLc4njBiHrBKh1A
UayOotnNepIPRqeQf2ROrcsoQLX/vpDh5UclquEHNOnwTjHeY0TpdDt24dBYbkU0Soqaee463D0G
nEmA3BSDFoNYxso2u2gJMRrNhLNdZIVpa7Z5qMlk+x65XZ9ntZI6gBTJam8nPuvGXHFSbInRMBI+
t+wPC+Yp4wxYa9M1jB99QqRbuMcYq+oQlXUKdMrxMQUhPra/HcStzO6q3AICbeGpQhPWMT5Py1CL
3UDIenBJyrGdn9535I1sdTdBzJOjg3ou7xszxMfsi00WB8M9P95YQmvU6jOgH/itQdrjn3w7zsXB
DMQSMEBbVn1lz8Pq8cq51gdGL/+Fu74wtwPaT/bezAw+zc4wH4kJYA/u1QTiUaHx7bAwfgdtv1qb
imCZ4bTGiZnsgbODn8ZrmvRo2iIhCB043thM9tCs25YuovmK+Ak7ixitmIgrNXavaxc7adgZUmFl
NlITKYt0md4L1Bjj0fQqzTsUlNW8sxV2gqhJwPm3nku+B6F7FPKiA4gN/5HMBmwYXoIOd7cCMgLv
ubNzNAGDGygZhwg2l0DF0yATNmSSx0g8mOd+puhPOJJzBOnifd7OuQMzPYB4pwiGz7bE4k4orEVU
XA53RHqfZcx/yFqJn23PqLMDvjLrE9qIdE4GtYkszsGytgsonLnxZN8rGC8XG3ExFiTPpThmuNDF
SPeUO16SqJEQM/r5KL/rkCDg+tfB6KVOvsuUtskr7v8txV/+JcovxbHJexWw/pNEMjwzdvErKUoc
18hZfDN/F63Xz8jXGqJRknSt7uyAmsj9zDzMEw5CUD0Q1KlALVcHVKHgWHgzStTnB4SyPaGSlQ+0
SBtJjSK7trwY17Ev+NEnk6/6tuwgKY5MJ6V1ZK+aixPyHfpKE2A48kfdMpU4fCURCtizIQLXquU6
57BY17NfDjWukWot5Q0mWl3fAEV7734LOfdkkAcjtwsIHh9oIPAi4mJtMEnZZb7uPbyqoGZDlrSf
AQLIU4WNa7lC8CbWvT3hIN6PsuvGW5jV+HZQXvEpat1nD8jBUTDyDC6AlXiO2Sdam1oTMYyu/2ED
/ucnvHNZHvVVwlhR8AMqrJ4WorC2V9o4pVYsXoqFSs9DMcz5k1CasINRqQlDQZHgGJIyK898MeNd
0CuVbbmDVPWZ9ww+297I1nY/uNlyjbKcAPLF7Ly3tEBoSOv4wGubdH2KGNZP5tv6orMEi5IPgqAq
jL+Wne9acP8J8gUq4aFOPGQYOAqK4aoI7NnfCaOq96tgF8KtK1rCKfg1zqbZjO2GZLTA2465M8rd
SKAqyn2X9H4MGPlQHydbdu9EgDaQFTZ30aGeyWLfTj0rziEnHmK75IFWt4Gr6zc3W4tXSXgg25AZ
L0/LmufqypoR1m2ZbaS1TSyUzFEyr0kcabmgx0yJZuLdSFBtgTGbcEashDD9s7QQFFaUWKcECa3n
mSihYa+CpHA2fH/FiMs3mXlYVVc/lEY+Gc8IjannDXJq2658ejLjLTpkhmesR6xL5jTV5YFtruiu
e6Pt78RsN+N21NOYoVfIU3drkoH5VqDRynZ+H+hhD82SnkiwY/WaGwu9B3RJxUW4Gvm4HYK2ubJt
1Tgkyvhrue/j2eItdtHzsoEY1fBHBzM6rMYlDRAzeiD3K8LGNGSzsNgsV7OyiYEstHqduZMQfpiG
rkKsQjU8Guj8jN/KySsCMPyhCRG32vMdQ6HVbEiHBNKVhXJPVo7U+zh2asqODb8FgAEi2OYKTeg0
bVf0TNeFHBP3dtJFUFxPczZDSxf9vEdImn1PhuEL+rtyfjTTWq0jOBqxT5ZXX17w3nB/63Rs5xtY
YL/b9ZfiztNs4AmERpiwg0Oy6WRrEvxJJFbviBdDuQOYyOpprn9/AfYhQSfHQOplEt+CW13cagZV
RVLXguTAFV4SDM5KzNu+CZKJxDLPd7cNad8cCZrRa2c2oEdkFxHRt9rG9I1uw/0tVIcTW1Y5BmRb
qeUaB1z6zRTSVBcDvI6CaUYJeDnLI/afGX42nZMH1eUgvcg4wAZFJ+wcuq3ufkguyz7ztYZKihn6
9j5oQHqFb4wiB4UObaClQ5fDYzYpNjyd2vF90ZrqG58O+TUtHvl5W5g9dbBptQJvmNKkjcEH9wxI
dbAI3JIcGlxEGB1e0qpV8hQnanhZ63V9JE6DJAZG8h9sU4rDxw/6hjiGPjjYPTouYnvW5UkUrXuR
NSxoAz2ervveTvNDZnjJHbsTVJSnsdCfSrdnWbrkj6kNQWEEKjidaeSh1KPpHxtddN9DO2GWtDoM
9oTStriYJDjEchD4EpqXpiSJdnfpCvvjFrMeTjXv7h7fcqzPs66LX7DFXiAzowLNRbChCSLFjfIb
jPimwPTQ/PL+Jkzfo6zsdks8nQrCzo6rfZAHCbVRFZDIac7z0oT+Wy0QXBfPAvqZprghtSwpb4ir
4ShWY0EAg2cD/kZtyd542WTH+CQFFONWWKuvtqILCK51axx1oUOwLEpNfO76RvGmfThdoL9bX8VX
RAAJ9M2TRhnSN615SZNnvWHA94p1u8rUvCcMGhFUF5TNPToJyO6en/nQEwoGlc+i+CFQwhcRgl7S
ncmQJYN9jRuz2BqF7f3yY3XmpiaIOz062WyB2zQEIm5ityzcM1fdkOxJJnLSPX5KfgL+L8eDzOuS
m8m1/f4qRhx96XJaYh7BvpavKTNKd0gEWdZmXRs/rqDP5LDWQ2bt5nxY1cVXU92jfQWV5TuqfurO
AZl0C73+VhWBe9cEuXT2Lh2F/iLNPv1hqZlvMkSO986kMADWpdm8FNK0nzn0gptsqPRbgGNy2CZG
IDHLVw6+rcl6TRgkX9x1naYwIRFBs6utOfXnhGEfC/RNaOMy4XCdi0X3UcGegb9dSvT/uhnIZo6d
2L0tEdwbHKH58MXSDI9ZTpn5J0Ot+TEOtv8umpHSCDMn9oiNO3EfS2tAIqWo8+WaKrzpTFKWZ29K
0Akl3iHHqvioVCKnbQUA5mxybMzdDrzLeFzjbP2wRNd1EaXV7juAOY85TUVsSkTQdncLiQaEGRDd
AgmOMOnWSYDEQ4YYi1GpNrMbo0WZGQY6UdM2MLwSDA1WKOq7TA5Q63ARCFet6cdZ8vKOnt8YvTNX
GJlVsdMjoYvpXt64/jTnV6Ryimc9MhcYYxnTKTvOgJhCwrhNrl8bmziwA+9GroFJ/mbvincPx8M9
Op403RQIU+kiramZJxUrHg5wIxj669aQr5Sq+mZkMAPugDVJJRrKkdgRmp/mdFdz46EgQJW3wSfV
5VvcYSCabkUo2wPCe4FrjlwRfGjNAIc9X0iJGroX00WJ02haLVPvUwQGl2yAvmTnymCDw96FJSSR
Qlf6hBBqeqZ8wtEf2l6IdkSoY1j70pzpW4qBIm104o1XvQweIVqom/ns+87rLyG6Ff+ipe30d5IR
pQOFN5nNiVlKXeWTNonamKfmZ/EMcWUB1ADqQ5Vf24XVDDu5BGisC15Y+wrAcM0j124CTl2bG/vG
XBBPbNcqM6pdUw7yld2AmjbREbwYQjFxl2bLSphfm3ea2BgmwGlXyZWxO7al6i4sc5JF7oS3IXJy
60L4Gm78vHhL+atrpvRf12Te25FJag7nqiXqJiTuj6D8sYVPDJ18Vd62pkFygm0APwnTzHGfp7RR
MA/SAuXP2wwzOcxQ8714azWT01j0U5Rhex1Dcslal256y/upUPudu6UXvxeJURKaIzsBpw8QRDiQ
M3hxHyHeJxx2CR7NKhmLu8mQQ3rO+sbD0oedn9exw/7aKpVjkOoSva9ogCVa1AlK9k9jXT8zcB1i
8FRn7lTiaQdcRzooBTWRytdxS6JOSKN7Xx4m3wXWwpkmujDWhvuYERz8rT3SkQlzCabbIujiZOPa
PSdsnPH+7twU0cKu7NzFDRe7UTfk7sLkGyS1kCQ7i1evt/tPTRY52hqLMXQvvVH85HQalTfctuoG
WxMt3n0szGFrdLFAMl1iVeQPSHJAUPK6T3LS+RNBKDBThOd1z43TalL6l3z8IqurVeFIYeNP5ygR
RwRQQGmQfSbvdOmlTAectqTatU7+G/AKkgNsjTn8kzN5VxMDMG6ldPC/KsJsR5KnSNEJS1ZBPySP
iUOgLsU04b3vcNYFELCntWXcYPWaRRGS0uN9ez1i7z7vunhjlTG3h7I7/xodOlYXNEnBK+ry9GB1
Gbk8XTVhSs5dorlpoDMRhxBdrpHuzJLe0c5K0V2YdlvUt6JqrC+FOqA5BkRHVqSV9+Kbeg/D3ixJ
bWMerT2d7wW69RtHzpXeB1a8jpuyg+XcLtTpiD36u+XGk/OAgWVOzDmqCrf5UyZJ9h4jaXx2vGAm
8m3ueJm+aTcU1Z4UqKEPvUokAtnNMNxnlEbEh7wriuyI6oGZGrmdPkpHmcRJISR/netMvkry9Zlf
xnFGAFON5E2b6/gnq2ym9VX36PhKh5UTaaT7tErHB9EkoAtDokvfCmyMLtJbcHH32QhKXMFG4ZSX
dk+A7oEsAw/VRNV5KIuBnC5jAFXP6tHVK4di0+C5g/fsx37njbX7PiSNh9HcWu0nb0VaSG1CIrY5
jDWaDVI2LFhoh+2Udyh1SR7FchEhTPaxXzY4BYE2gtaAaRVo2JyR8NswqThaoxQMbDuR1DRw2sDZ
b0Yf+fcNihBNchl0EBnXAjuElW34rKDdimEqyqeEzJGYwOsZGhIVZTBuSd7FgRB7xQwxF8ulOnAh
Z0kEHOKUB9tGV7dtrNH+dKHX6yvy/Bmuq864xFppReR67tAHwXNm2G9ml3hPMWut3NqVuZbolPC4
RbaPoCNCusOEio1RXc3UpbxUiCI+B9UZNfyfdJ6rfhmJysCADTKRNOYbAfTlgxy7BYAfqdd1QB4F
KYA15X7LqRUeLToBIPxvzbG6IHtTqSRRcWzA3MnBplfDl/NzNQ7zW7uieDdkXqBD7tfx3GUzGLPt
iIxAXETezyViPOs8U0SAOYzx6pItgNdqTydTd2eOFs/GhK7uaWlsRX2h4gtCOISHmaTGCVEVAeP4
MDzknMYOlRHhUppSxEcy6BLrw/V6MPOJ7q+blAP8yzETa9l5OQnV1wYWE7DiJZA5Jysx7+CAlS3v
nDLFgzDg4mi3K622Q5ini71ECTrMI5fJUJJKqpBP94bjPgyVO3CJldxLDUbSIcys1igYJb3u5I1Z
EER5nfrMJ8TE2Ft/1uPH6i/2i5kutRX1ULP+Royt5IlO6LYjLjdbQI9rnDU22qPqvLjCFuArQazf
0wkP9xWjynLCxGzpXWeD6SecBvjs4fAJBcfTq+4QgLKdwt+mz+Pkc5IFQ2LnEXSQBJiPgTsitqni
zSD0o92QW7n4O5rDirc67b2ZBBpjPv3VspOwCMEy+aXLBSMUaR1j15Jk/lebBtPU1iVNNNKuxFVH
j8inbaY5AHAl4E7GGIMC+dyt/ZVonKd40dCwEVYwJQ+NC6NDq0sO0kdDGvkggt0dtctAOOAH0Pgg
79ourYdr+GyL8V11SfxkDrNYIytbnSOGo6zCbtOmdfhXMNn2UjPWRQhs8jO8QkB4OI96sfvLbAAr
GrDBKPVj7xvCTj/Xdp5dZie0WAJ78utf64qjUYw2FmCvt2ImWoFi0UDiCgzSVN7uLxyUOhB+XG6V
Z6X2RnBvnkRBCc8hR8i8/H9qof5J3Zl16VXjv+IL0iou1Ur/TzVWj9axEE17KeCynNfSReiymyc9
24d5SMqrFZ3dxxIXy1E7Oj//+7/9r//zv7/m/0h+1N1/1Vn+Wz1UdyoD8/rPf/8nlVSWA//NGO84
IjD/rutwYprxOeX47JqI+SX2/G1G9D8490VlXWi5/def909qovi8wEHiiN4kkH9XBpjkS0d3EBuU
YUG1ksn4awy6u2HXmE//+pP+oUeSAwMNuiNs9h+Xb/a/f6tTniaKhC26ZjsjO0/rYO25UKeNY9AS
4Vb2n86biDunbuPcu8PXv/7wf+g8hInjI03foQPWg6P+7x/epmNS4MqnSaLu8mMjMjosCe7Y9YnG
L+iMKYk8Rfk//W7/9qH81UIgr7OCv/st16WZdOqigVv7oXkRNjHZddMat4TjZ//TdkX+sMB1bGmT
9kOR2d/9jLBms6btALtZ0/S72g/qCOOqjuaYeqV//VX+wxPjOya4iunyP13XE3/X9uXE1tiQiE/0
pO89dkFeXs92++tU/5ez8+qRG2fW8C8SIFH5tludZsZe57A3wtrfWjln/frz0BcHllpoYXaxVzZg
NkWyWKx6Q5+9ff1AvCcNTOk1Oqnqyp0t1SwTmBPaAajmNoeRqsBfgvB6phkOV/PxWHfHjskYjuWa
Lo57DsTd5f6Ab4v9SuYaRxvtUZSlJ3FI9IKmBZjhA/YYvfd4vDsjMTmeK5eLACNgzi3Hi8s2QPaM
8Wqw+RcUIJWT0c3Z+8ejbMwKh0/h0qhQKW8Yq6XKqmDmWndIOvElO/pF7J6hj6KT26pIoeiD9fHx
eBtbQ9g2TF9X2HSF1kdcU2DFZiqIvFTtcKQ3Lbq6FWJFxuDMXx4PtTE1uJbCZL/bfENjtWC9LA9k
EeYTc55an+Oyo+lgl8avFrnCC+jVcCcub0wNN3SQfZQIOGBC/v0fd4KCOwA3JZg6BWne6xwUZOUA
qo5c43vOjFtDYVXNcLbFBbM+YCgetJLGgPwMqqBX7F04AR0tBJhs3fHxV9weCl1a+b/Lzl/OSvjw
VGAUybNsVAdFROrNB05YK7GxE6C21ouYQSwEeEv0X61XKYAcjiFTqQE0wNflkT0EY3wJzQH9tbmK
z/9hZnRODcsyXT7lKvbi/DGkvctWzHFGvoyDHngG5mGXtol//YeRhKsjPOKoNlf38htC+cdJx4Ym
ntS05ucu8E91gWl9PAb1f5mUDrlS5RNapr4aKiC3N7RoJEoNAtU8dANupg8JAxkIe8c+8v62xvMZ
kU96a8AVcbddzgpgOegbH4FhlHFyoM0DGjrngMScpjzGob+Guga81wqFTsgMSvlpcnUevf/h0zqq
4xqa4+jO2rm94AGf1yOqD8JXKhyR4J5TsKyvqjPEOwH597+1cBe3YTOrWFpYKh1goa3SEzXI2oKm
mH7M5zz8ptR0cQ7tiNFRCebsLzVMk3dRXRvPNMiaF1zx1L+4cucT7XbnBibH/ndKyv5fQNq5wxsf
kBYd/uQaRxoFXgUyzM6FdZejrn7uan0UBdBqYjn6MaFnEeQhXVh/xAgB24sT4u3qMZvaCOVhZEMe
r8nvDPTRhxLLnYFOCoSXgZEbpBwBPaAzlzl/WRTPjpVm9c+uhAVQKPjl13r9okZZeK06f+dXbAUu
gj/rZcnA5azCMVQiI9aB+cD7Q2nSj1AcbwD/35AMr3aGkofqbr7IKXDCAQVb1urQUXaJO4h8xtFv
/zZBbF5ozOS0dlGVLZEUevx1twbTpcMoaA/IEGKV87hl0hpSDZfWYx5ox0IzyhfFjuuLOYwp9XgD
DtrO/LStMR1KBmQkwrLF2tfYhXFNFoEZJ3IuDUq/OBOAx/bLm026fpvw/gKQIqwz4oHDO9BF7V+T
PvAWmhNs96hGWgfFDNzTBBC88qDUqOeKqvnl8YeR98NqFeAZayiqOBT9uEeWuy6Xa1CgqgVGDq6l
UwHBN+jBnR6PsrGtuJtcslpuKaGqq73tzyNtWJQQjs2korJroJlim+IAHX86Px5pI74SwzVud8Fn
163VBk4HvQd7RwJIm6i+zWHu30raPEeKKrIXYeWXvtFC5CFd5QUzkfr1kZWsmoCHrTZR4s6NfYQM
Gg2heXSVQnnfWip0C3UqixdY2Om3x1Pd2F8mhscGzwV2l7Z+ToOXhBZcMZYAKHztQCkfagp2lF9j
ND9IC/aMejdW0eJ6ZAnx6zZp6y33Cr466Hua1PZBrzVPeKQjB1i2zkstHHdnGeU/tdqWDOVqgtyG
5/Pa0BnjngavIJ8bObXpBaVN1KFaGoXoguOzdhoMVbzBLEvZCRMbp8ECyORYJuAb09Tk3/+Rjab5
WGF2i/CeaWNGhBxX5Plhab28euHoTqBOLijG2IiPLkexFJTlIZuS5M6++tGoypjeAQDkKxzLxAWL
11diJxhtLp1r8arkztdsZzUxU281YiB7RQ2CtjopSIy9QefEjL0Iovnrnyt8QFbPciyhkwEv59fy
cAJWkCNfyBsCtBF5jo1x96kugXg+/pRb8yJoOa4w8IW19dW8EkS1C4DI5hH6mYndEFrESopZbQcA
0Xs81NYFLTc/jwdKOjA/V9OCua9aXce0sHyyg2PpFL0JVMAurkjRqOgspxCi0sHNB95p0/BvXQOA
x9mnfpo7jeT88c/ZmrnFXUYDnXhqmqsbrUnxiLIHVDNx37WvHXyo8+g2n7sBiux/GMl1UccC48NF
IePQH4eC1xt2pfwCskWBvQBkMYSPBNhX/PF2vvHWsbfl+wyPNXq/zuqeaMYamFYDpKIE8ntDnZFO
G15WXk0f5wkZaeUGUdG5Pp7fRhwlCyEz5Tbm2hD6cn6BjerjhIw2qOI0gHcLFCMLLe37ZGTXcnb9
nRfv5hxpIdkGKRbqlquFKyA7OGJCxcmPiu69HRnxEUee+Yq+RvICZxADCpQLd56J8hys46lj6hJe
haW8Y63mOCNIB8YOIfcUvCraxy7SZlCswuj742+5NTnHdtiR7EuLGLf8lqihGf6IlsfRmszm8zi7
4qkuALLGuJJ+GUInfekGZfrf40G3jgJlZVRFXR5xhikn/+cGrXO7MgbUEqDDjF4xKdPRShX4AfSJ
L68eimonlRhqgbL0s/qOmGxLthmtAyjAmhdSo3yhrJyc08rvd67AjVlRJYfqpNq8FElqlrPqoDBB
zGpQi3VV9ZyAqaQVklpIYDu/Hk9qY3NA9WMrkjBRg1FXizaqvt8kpdYcdQAlb2uMq0f4njk+nY/H
2cjNZG4kLOhyKlNaBVDHrvIkRt4WpEvtXlPFUc561qpHEnManvDT3+k9aIWSSxAjBDv58Xj4jXNu
26oFpIQ+mUWFcPlBnTrvzMDWOeeqOXy0fXX+AJ4b2VKnz8/VlCs7ddaNs2Djd0pdnMqW7qzjZtL5
UI4TOooJNlaXSLj2r0aB2BnR2EfEBIvKLB6av149SSI1EjC6rqsqz4flJJE/RrgflPaxdxGoK1CK
+MuiL31GExJdE96RO2v6+6utIgtXIfvT0U3OoL0K2W46THRJG8TVuiT5YYaZ/VMG9h+qDa0T6lSN
RrsWjiEMphm6Bziu4FNG3dHyHk/8/mubtuWSR+jkVriLr44LNA4knCLKo6qliPcYJ6a/aETgggr1
4Bm5BNM+TPBrjJ1r+H5TmWwqXivcwAxsy1P8R+yx0BiOHIyV8DDEdQxs3uRhRpk8wWT5l00Y7cxy
czjNkZ0lV3O5KpfDIVuowVwC3iR1AD+B4DFudSpe0L0CUYRDZ2m/fn7yi+L1BRFeY47LAR1LKhMX
QwP7R6ErGXNgP86dYd1i0x8w0SzanRlurCOmboxpc4+QrK6uR73qowynJeifbtZcI71EwR57B0/x
/eQahop/mxVF7JwaGXmWm5hKPvGcNw3PNt5Ty1lSli1oHnFU8fUA11SPGA0m5Dm2Vpb/s8Kq+l/c
NngIQC/aOT/3UV6ObJEP8AC3AF4tRzZQF5rqyuTCRMP0ROfZvtW6I17Q+il2GoUbe4e6raZTi6OA
SxBcDqX4Ii5DwwDhUKLbWI/TfIJfDcx5Lj8WPm7ejw/k5sxYQapJ4OoMc3WrJJkdKnME6ASac34u
yBsB+PvKGfmcdOcjbi2fRlnHtVyaTaq92qSxGGF3ZFJDZob/19dKcDLQ3kHlW/9C41dcEDWSVgmj
spPLyaCy3Dc8hhnScUke+aKrzZoME+5EWd1C/qCqpOBUdI6odOwcifuF49VB0Zh9Sai5O4O9hi4J
5O/22DQxsjrQATyEaMozap2oDuEOs/M5NbkT1tOy5ZOMfpMgJ14dh1otEUpu9RassylFQJX4MmWh
caJQ3kMSh0hzUcsGmoClZteqypArjdz21PaBjrTHUL1REVb7/Hg73a+xhYafoIBHv5kbZLWdwFwH
kO/kGhtqjp5k1iifgqQdL2gFWV/bFiLmNR51lLJBcBMMH4++sQQur0uyPv6DsbEK865tjdBygS4o
zfx3gAQy7RaMpifITITA8+PB7vMkopBGc5ZzY+rkBcuDit9OiSgiDhUqoO4rplwI7djzcPUzbHOp
pNm3IsgQlOzaNj6ZABBeXwW2OUSMz6+wEGVfnSfVrPH2yvPuWKBlcYbxrn1Qq1T30B5qdpKk+xPE
UGRkUEi5vJnwcq6d5B4kJngbMeYwjquwvUR0OXd29MYopGC8K2VuQCtitXyYCkFnR3j8KByYuhMO
QE9oCvanx+sm/5XlsbFl0VHOBmYL+2U5lwLhWuSkRzRapabXFOr9zdLib/owz5f/MJJFiqfzoKNO
tkple5TLIK4M/XEIrAl9mthFq8a/2U7f74y0sRepmPMI0VCqpp++Xp/QwZrGkvoxMHcb+BGdeTZG
MbzRBFX6Q6Y3yadsgrHX2H31tRms15eOUaADMSSAJVj0N1fnHpFeqjoZKCqJV3yhCT6figFtykQd
jf+wfr+hCu7v1Vu3AdGB6Tu7E8hKBLH2UtkJ/bmsi9+heLjXj5Cfbb1VbGYk4SsqotKrDen4GFVp
EzzLSp/1j2jelV9LxRJfhQKy99C3jutlRV68+rrClxfgGg9KjYrZejGR7BnHNDD64wiS8hlzpdLT
BtfcOWxbxwCTO6p/EkVA+3Z5DIYJc2jVQKYdriHaoLOOXqs+10f8/F5fmmIqvCcJH7RTqQMuh9IE
XGXg1YCdbGxLbIRaT7jhmYdAR5Ll9UdOVlAkdIC+t7k6cqJuMAbq9f5Y+c10mV3UsUPaw+e0H388
HmkrWNF+45qRoCpa0stJWa2euXOK40ZVl92trRvrmDtg/B+PsrVKXKi6CasWZUxzFaxK3afgF8O6
rBysQ1DmRw66Nqvr3Bb9zuV5NxSTIKvmJYzRF7iSVZY0o7XUWB3+rqrZ2xcsUqZrNXTUGOAfnR7P
6u5cyaH4chalUTJdY3VzKZh5wyhC8ijJs+AK8DlAhqgN3+HL1nyHJI8kgatJVtmrh7XIcrEYom3A
LbOOkjSw2QclfpjcAGTV7TesE7VLmiXiX2RXnQIhKLPaOWd3+4QHw5+Drja/iRxOFoSjRDIbguRz
as9TNPTXx1PbWDy6di6T08HMqGvsUVe75lwglCA7aPoNh6MJiyTs3OoK2YHHQ92leHJCYCXpz/IZ
QUgsN74PmiTSx0T6cqYjzmwouxo6+jvgFZRL2Qvrb1Kw5ONoNzsn7u6SWw282jWouYClN8L52Lba
cOYJiHhRZMLP1Oa4fEJsPfQQ8oJ2j/fwC53kbOcsbuxaS9bdOPO0TChFLyeOxt7c1i5OJ2qIB9Uh
UlG19IIwzV98dAFieBkVmiATuha3//DFacAjO0XHjGRzOTApV6Vh0o7st4/+gIhc55vAhegC/8X2
KtWeL0XtOid85MqdgvTWlOmMUw3k+gP+tfrkQ6m4Wu4Xcspg+I9o0EfDC3LiqvJz7nPlXR82sUIF
t6h/Pp7yxqnhEcUDmI/t6oDqllO2itmoJgRwjh0aGPMp7pD1OsZtHqU7MWFrIJJOnXTTBUO6brlx
X4jKqaFOW9ShpK3OVPvPYQhlZWcRNwei/CYbJyoujKsZRe1sG6mfqFIYGQfXAhOGuen3OrIbccAm
gv//KKvDGSYItaP5oR5RAmkvtuUj5R66UoXIfnVNBLwXyTqtEXiZ9GVW9wViUlXWhwKsjVWI76Ey
ae9FZ9PkAkbkPd4NG9vQJqvFut6S3eY1fA63HMfNU189IvuG5B7ClUiDD9MttpvxVrcjyH5Upnbe
PBtxjoQFvRuZH4ENWaUSqh3aCk5bGjpzWf2T0ss/yCLObwciwzPs+9wzZ2kw59ooyz+e7tYiWrLE
RTmBgv96q+B4F7RZwi7pMmu6wEjHjTGG4CeQ2Xn97WSTtoN2ozRi3WFkXZo9dQC/B55SU1yKMrfP
mE3ugd+3JkS1EOSeDXHRWTcMw6F2uqnGyg0lqersznZ1a6vCuOIPrL+2nsWulNUQCee0eRmvgrQ7
YhmHzZc41maenYqwm844f00X2Ix7NdDNWdnEDpVU3eQluYxRdGrKYFKYVah05a0Ih+CKADpCPmk1
71w9m0Nx/VFTpCxIm2I5VBKBz8/sVBwbPDFv0BaMW4l7ypPFNsl3dt/WYWOlCIiCDI221nIsXBPi
trX4grpe/5tAULxGLTy5BHdcr8UsAuPqubg83vHyHlk8tFg1njq/y+XUUtYAgRJ4e5CPhPvJlZ0m
rUpib6qGLIc1jwcjAtT5DrrjviPye0jAP6ZGTIEhu5ymiX99PoRABROUkpGno+JANHPOUWiiOQeh
UDuPEY7ysLJ6nFPKSENYYXS1nZXdijJMm5c78C56M6somtgaFlFhBNgtdsQ7BS8WFUCGNVyoog0/
86I1ISyhSN83tb6XD9+PzaknrOLhRxWfEtLyE5RKYI395OPUVcSV1xnGmKCOdxDuGUZS41VGOJxa
Kninx4t9fxMyrKmxjQ2JvVq/b2HoU87qILlhq26c7Cn23yQo3l0fj3J/ZOQAQLt5QHM/qOvJJc48
4SE3Apz1zZuuB/hooe9yHsvq66tHsg0CgHxKk5+tUwgs0anNjbaAk6iLk5vM4WVw3OqizYO1M6n7
s0n/XKJ0HQvkxR2YLLAiU8mbCBy+i6K6nhcIh6sKOlS5459BvyoHG/XvnYBwfzhpN4O94JnLG5Tu
x3KbdDbs7c4ErAdjM7oaFba2NQ5z17GFattEgIZf+z1lFYlXPM9DWkzr75n3SdJgPYUuVjh3kHvH
msBQ8Oh4yQDT7GzG+zOwHExuoz86g2Xnh8Mg4UJ23aJB7TSIQwSd7qmzOeDSC1HfLnS8vzD03inz
bI1M74xdauFWyxWyHLlQzdYM6HgeA8SYvjiRDb20ROcUJVL8Ykc0S6sai2MzE/1O7LtfUIsbEs6U
JJBw7OUu+2PO8GyDPGjwVCPC49wBAvY2aimMcZSVPyRZNe9soPujyHg0nWGqMCDlluV4KXKNKP24
E9Y5wn1DdXnE/SzUvcDo9ioL9x/VVgktQhMWD2G4FsuhEI0ZZyQxBs8s6x4zgb5pP0cuIu1a1yYd
9ODR/Bunlfo5wH59Zyvdf1bGZi0BLxuUUdYsqnTS0E4dC9Q7yrj84Ouxf52xa30adNFcQlXrdrLi
+88qc0S6vuQ7DjDF1bMQi5xRsSJ78Gq9ImS78XhANQNnU7X+9vhE/u5vLu9nW8JXXSH7aLLBtfys
aVjDRXeDycMrFjXGIQM8dKgNvFFB8+ndlx5prHcWgjp/gbmdEPeP6YQcpCI0pgQ46h6GNLN2GqX3
14gtCLsqCbK8wNZAPzSiOhWQMJ/bV3EZRLUnPOpDPv16PHd5Aa+mDlXLlNkJj/676AcnHJstzegB
9fsoWGegaj0QPlV00TAaBX6mg2aADOV4SHO2+iGbkMd7/BM2FpoyixydyhyaD3LT/3FeDddHJzZx
2NSmmryQGLRXtTbVJzDx+s4rdXMommewbIj04HqXQzWxTu7RaIMnZqXF/CwPNeMYNg0Sz7Y+dDuB
YSMJozLM40oH7CbfdquZhT0roaJMguDRoOTHTmhwo5HOedJhpR77VoOjrk/RBUqw87aZ6+BdMGt7
lM6tFYYeSzfIAaQN6Wc9Z6QChVaMGApp2sskdIxhIryw82xGlhD7VwQtheKlKVx+cpfu0+PV3Rye
c0XwgFENr3Q5vJE2fpgQOLw8y+llkJfSwuvhQDuxOSKLCPo9hZZGRZuTVyj2Hpp6a8l5k4GEpzjP
S3C1Bq0FjqMb69EL+qz8UWJReEkpipyrWPyHCMnFw16G9kkFZM1bCbTOacU8jKihJChmYJl8HUZL
P6NoEyFuI9rL40+7NTVQRrRp6VpqpEzLTxvjgpkYNtur6t3xk8UAHiTG9jkuoz3YxlY0koUQmSQB
7Frv5LZTcYqMADYmeimKW5g7qCrhfIbTwOM5yVC7ikfUI7i3obVCol2zWu106sug4IYrKt15xg3V
PPkFakNF184fWxOBa1S13NPjQTc+JBe3rL1IGIX4DUX4IwIhZ2oPQYJunhWUA65hmAN5pS5dgeoG
ja+dsPAb/raeIw11sEVwRCS7YLluE9jiLFcnPJoBGA8aAue5i8PfnKv2ea56bT4NftQWaCxn0w8E
GEzE5FFVRde3kqozAzXR4dCqMaqfCTYWb4Fgt9OFBqgWnIcO7fgZXY2/O9XGURaFNtYInxhrfq9o
geIfzDronRPS7GP7FIuoeMPEgxQVZvFqWih7RSffIT1y4TGIVYkpD4s6tc0O7T3ELz+qxfAUDKgq
YpplP6UG3gmvXkUYb7wxQcSaVEjkKv+xiknHoQyh1np1JuafJmp8TwUaBN8R+d5DMm9sGEjyDqRQ
gAOQQ1ZDUVJKKyXvDE90efkeSZjsuVXN/EpHM/jn8aw2DoTsWlGGsUhO7rLZrglBpnYMRdd7fCan
djytncOnOKUbB7VSvAjcjnaS941cj+SSpiZfkn6ZsVo5fRa17aM85mW5lb+P7IiCVk4SVg+A39t2
D1C4Ncc/h1sdiDyVD2nq896MwZV7bZ0AXTV1xh3x4DZcVT3tUKxnjFI9Pf64W+uIEiayALw5KYeu
cswIhVRUBSnoDtOofk8o0Xyr1KD6nCbZ/O7xUPKeWR16eiq8EAwwVEB4VnNsNBROAvpxXjXN6qmJ
Kty7O/0Xrjq4do2KOBY4vvyqGroRjwfe+LgMbIPTZDE1eDfLY2HCCHF6v9G8pLXR3BmE8gmI1C/Y
Iv3bsQVEaU1avvNdN/aPS7mH6i5NdmLcarKDU6KQbDNm79cOFwUaJG8yEH/xoRHYMuVgkc+PZ7mx
kjDBVYkOoT1IMXY5ywb1L7eb0Skd0D36rqlt83YyYjx7ad7tvC+3PqjkabOaBHGKW8uhlBTyV4aq
A+qirYoIaFsPTvvebnObnkcrxFHUjvNuKCEEvX6OEBd1Hb0lMilTfvU/AlxUUfDRSSIx2kPl+YRh
1/S1ShUU2lM3q3feH1sflM1K4VJmy0SC5WC1LdokclQNDb95/ELLuWng9DnG2XKiaSdH3PqiprwO
geODDFnDaxL8+uhymJpnu37dYPym9c+dO9eAbFAOOdHaEico/91OC2QjNXXB9ZBlUAxm3FVqSFSd
46o2MDAwS6W/TXYaXG0fMfljNQWgwdpUGB8yX7c+Zb3Z/cob6lGPV3QrKFCZlGB5GpD8kOVHxgLU
Noem0qk812ikW7PmdhejSM1/0qRWbyb+4qcQgJ/XTEGzR97amj4FGkBNkil6B1PQxdiNhTXoSIKF
eXqabD2oULMU1cfEBTFrFH7yjCOA5fFQ7U/w3NPb49lvbTEetsgrSMkgrtHl7BM67MitqTrATT33
euTfD1HpGlcF7Y3/EB5g/kqQPJnBXWoeakkc2giSe9kQItgYOt0lo5txy0r8TB7PamszMwTYJp7u
5JSrgyMCvCUyO9Y9hBKLjsp2UnvwHowf+QD8+ICNy/DcY8+8N+59zEVMgeNDYREMMuozy68ZmEWJ
LFg9E5aG/l0HK/KETyc+Nfzp+E9JwcZ77UQdNKzQj5BKSFLEZzkgMuKokPbN7KWaiL9VlcCQz1e0
Q6Ji35Thj3hAbHncCb6/r47lPepQU6RzI+UcqIysjswoVDyfk35C5zNQC2/sR+15MEz/nwHK+MfU
n8KXNmjQvZ7K3Lq2sFveJDgcX6beVf/3+APc71+SQLIG+vcQ2u5aqD1apshAKBT+kPz/pMIR/pGD
DXxT5lX+9fFQ92eVJFACl7hReRStswehB70e1/HsdWhqn8ZMuKcQf9pTmTXmp8iJfKx9EdBIo1h5
Lkus2x8Pv7G3ZMlPlRhIUqU1xDyABm1RDUP3oq2jHF2GBDW8GARDctRH07+4blrsdDrvjxGayVzl
pHbABcnQlrvLiQ2rx6Bw8jRJwehTqz7pneKeMGOZf2B3VF0SYb9/PM37cMyYlOYdLlkSzXXlGFMy
bewq1AjrJoo+p5l41/hO8YFwqFy1IURZlLe/55AL73zfrZ1EBAQWDOKaJ+hqskGGSacbJipWqygc
taMInpUUHH/SJsHOvX6Pq3ccEhdQFFj7sJPWddWm7ep0MLGx0AGAAp4dYnTkE4wDndov3jbZOBxS
LGW9WAzjzdaC6UNE2vUJUVW8T9s0eSMqO7g+/vBb+4tGJcV6cFckAKtDjZtYjGUBoSSaIRYcQlQm
MaHISafhS5n5LXdNRN0ej7m12CRR1GmgxYGTXtXF4gLLrngcZurZ5fDizpr4gjFrenMaPftfjk/j
M8gd29MSY9iJYZuz5TYCxcnLmOL2cmtrBeJXfoUwMpX+9u3YaMWRfqzyFdGr9qkOA38neGztLsIH
x8kEckunazleBh53sCOcKGGJdudx5Moj6cMJYnSKnTtBLtQqOhOm+Jo02AlV61pukeG5K80w0cAd
2/e0JgyWsR0+v3rpqNTI1xQVKTLh1XGpUPibnCaekI/NxuqINaF9q3LUcAyzjK+qhp2M10QtRqKQ
OZSdfbMRmMjUIPmSHfOoWsN9KeRWfUOdypuDucQjq6puZjmItx0GZM8UyrvDqI3F6fGMN7YM6QTX
uoQkceutltCkw29GUS51UhvsWw0DTw0soM9qb352kkhcHg+3FSToYVNzkJoGJhfucssM1BzLuYdH
6E6qfQQdYJ+oNIJXGEzrfal3xd8a0s7ehCnKaVQxQDzVtWrBL/WTT1FXIkyPYXe4EyV/l1XWu4sw
QVOEzikWTPJI//EAIoujZdm0k2cVtniXuMp8s/uu+gi2Lf8RYPt2Uif0UpOhDr+VPBV/xtj5qIhB
GsUZX8voNOMN8NISga5qEg87G2Oj3E/FhGaVfPoalPxXUQzKdznbej96g1k0qOWUw5B6Eco53xtV
V+yzreCG+mShfvFzyHCNPNKoVF/QXUZhYGf9tvYLNWGVbh0NWKBCyy+VxVSEw4Kiv9njRXnIyDrP
HerNz7KpztMxyvWnCT+1q4UTMmLmbv6zBvpfnPQRbf3KVvI3wF+NS2SX2UtSD7jsdYli7uzqjayG
AEj6hNak7BDIv/9jPaO+suN8Ukcv9ouxvOizET2LqcieuSHdv5FtRz+3QMmdT5kjk6q2k//l8Yfa
OMySHiBQsAHnRDBe/gITET4sIekVBxGh4ynAFPsJz4L+s5U6dGz6FlHtE3Z8zuuvADhVDCmJiWBU
VldA3FaipzmPGR/gKkxFa8yg/w1rXYEkLUA6YOduZ+L26snSFNcMCFXA1PT1e9f0NYyvokH1cBOq
y78DZQqvMa3O6uLgAxAdgijM1CctE+3ObOVuW51bBibZ4KkAM2l9MEAZGlge5ZSD6qSsvCnGMxRX
aXwhD1jS68VenJDRcD0ee5+HED158pzV1Q63U8CHTpClLyyE7DR/SLAP7Mpnt59+6CCNzrHavRM4
fd4MH1VuGr7dx8ff+n7KFCVgz3G7gy1B4W65sQw9noeQyqwHnEx8pThkQpUzkWNqcnS6H4+1EXhA
r6jkrRJsQTN3ddpDlweOOnNOZjE0xXNGbMo9PQ3t70ZXN/WbbJ4mB9vBejIwfofBeGx89LWxosmK
PTTEfQYA5sP+zdYioUXqcjnxIdJRK4Fpgfd6NwGgqbTwMuOEs3Nw7wPcchj593+EjnYoIY44eucB
anMC+tZO99yUGBZg1dH848a9cX78kbcG5KxSLwInQANstafa2OrMMUt6LObgQzoFRkDYlMKQwtjw
4AOq2UmJt74jmHi5nJQREKhbThADTQ0AQtN7el8Hb4q5yT8Jc9y96GWgWR4VKhRoYejIMZEc/taP
++M7UpXp6HB1OIcZdfYrLmHSuTjLvOszF2EhfJ2n5znskMS3Y/99lSj6m6IMMq/tBufd4w98n49T
i9KBYBAjyGfW/AP0ozsxw2DxcFMCZpqUsfI1zoT9FGgayATa4xhw5ML/l3w92auFbaQWjE7BBskf
+kd35flKQeY/EG3vhRGeEkeMOPxne2iS51xtrQqtIURifzsZfgsxKz76Rtl9aavuZxa2+qcmmtNT
UoYjmn69/ULPpv3w+OPc35Ty50kMv+R2QvVe7oYiHA2cfLKe1nJXUmFG1+eDYhXhZVJKXce42bHh
xvQDqkGxrn5EUN3cSQm39iNXNMKkBBkeL6tf4Du54dcuv2AwMT49hH4GajZ29qi4W8cMgiWwe8ie
kNlX4SPB0a4XmLt5iqL2n6tCTTB4xPt0urjzXJ172rg7t+LmxKhkQX6BH3HfRY8aAxX/vPfw4S5+
6l1WvHXc6fW1ezJ0epPcu1Kbb32c4VLnRRESr/K0VU+t4ttelPV4chXK6/E0VBGAiVPCQN6N9/Ry
r/jc4q4T2qhV9E58KYbB9axQDU9+4JavvthlwYJ1kiVkBl1tig5IXRrpbueB60RctevakwgFzuJh
uFci2doYNnFXShoKKkKreFi2be2UJvHX4HT9FVmpcW0FruRCxRAbCuEONWjj/tYgHKMgBz2WHs9q
H9JtyMsOFyDPh8CDunZWX+qxCjx0mv2dm2Uj8AmV9BfIA08H0rPleoFH0mPqW73X2g4ir/7sHoNc
icFy9M1VBC7pu2KMJ8rH/s6Z/o0CX0V/QQObiiKtbOa62iqhAG5EV6bzDCVsPufJZEceVpj2QYvA
yV2r0tW+I+yM+bSKc9l0DAfKm81Ehiq9zbGCYjN3eIRxv1yDEiKg9zjsbawCrUtOJVcUuJN1f6SY
nLKhtzV4AA2ty1yl30tMeVDotnbi60YQWAy0Wu7G5109hIAbZ9r4o4eCB24hems2O9W3+/cGj0PI
hdzqQMNoEyzXusP7eugUdrGYZ/Xi9n3Nm1RTTrWh1AdHzdW3So1dzuOvuHW5QWa0qNTz0oHuttph
gjJ9pzfYg3axFRbHWZmw39Vn/NGdIRc/lDJT0ZBQW92LpzIacFnRjfe5XpYfkBJCA5rA0SUkOX7w
HPMgvHBixq+Pf+PWhwHKLlthBBRjLX6TYAJoGSWqJbGmWJ9SrFBPetQppyBxqXfEo+1hYW0dHg+6
tb0kLI8mJ0WVOw1MdOxxPbX93nPYzNc4LP7u/YgCwRg0O0+SrTNObRMUjKzhUx9YrrsfNzMcF4X0
wg3y71bRf0sQorxEZZu/KG3v36iwwE6ojD2ewEa/hHSVAwgAUbqOrPmspTP4rWbJCxUkf+NlTV28
jSY7cA9TMZmXqGjTY8ZTDDqIVg7XOgWvMzQ5aFO62Hucoo0gLh9FdEzAnEpQ5PIz4CeZBn2qscpZ
k976uKEgEapfW7uenqyxai6P11deP+vwhhAGRisypQODtBwOYySjj2ESeUIL+w/Y6kAZbrPSPJlD
hf85TqHRc4Ag21v8iou/FKcd/kP8cqiC0l6mb0NusvwBgmOHp5HbeoqtvU0xufwyBUNJX24Yd6a6
tZVR2uX2kHcJfJvlSElWhvSOGYlUdDylGdbCilUX58S0u9cn6sAc6fiDXSMjXZcR4nyekgzPUi+y
xRCdGsfE7o2SJFZZTXMF0tb+i6YyVqHApMXXxysqN8hqRWkWIxIoBRC0eysUERRJFjB2lyvWuVNa
afSFS+8bhz+tjkYet0+jVe0Z6WxsJMAzdB2JFvJFv1rH0KxSTnUN2zSIrPyaqOpwiA2FN33kK+OH
0daH6tILRf84gSVHxKAx9l4oGxEENAalWEt2xRDJXi6whWeeMyt+47FNk7M7pR/tssdFehbdWS3d
8oa+feg13Nav31mgEyTElLCOIM+q9OxHdu0ObcoejiPnbyxgjUs6iZIuUd7t3MJic5JQUrnzEe2F
bLScZK7Ojj+rWNsMo23+qPEJfqI1JC51n/a3ue1CLwys8GhrUf6lw3nQ8pwYsMSsGtgMJY7fBzCE
6uHWj6PuQQJJsTCbchvYUaw336pSD7Elyq2/Bn+OdOTM5/7vDOb0wPech6cujaojUcJ0DhSJMLeL
reoaTtGefcXmLKFxyjocjNE1LtJxQpxjm6H1alMpPinj8JQigTbB6RT1geb2pGAPOc5vKH9WO4+d
jQAMeoinDkEJ6PB6IwtMBMPablqvxRHqO4HzY6UXQQP4FHiAGYrPj4/rRlpFRUpyK2S4v9P36KrY
CUkcW89qSl7NsAQ7nP/yPbGSjeBHgsjL4LehEC+55baxq8bv81BpPbXq8LDIkyzCrK1spqfSwUTz
8Zy2YgGQVnmJIadJm3g5GOaqsZn2My85xZg+145R5+/n1oe+3Q2N/obWCZ5lPaUELCR5TZ+GBDu8
xz9hg7AC8AHVAvqHaHhTZFz+BgU1hb7XNViNmlmNyOYj04pCQ9n4L9ac68GxDvT6i9ALI3tjh5OQ
ztt9cKxEq/3sW9N+KeJsT8tlIzST1NKZIVMHa7gOUGHjpshzYRYM1HF4yWJcohmqPWdBPp2iuhHh
AemaPZWwjVEh8UoMkUtaRWto+SVCkbhYPCqV15eN9RV+cqUf8DebPmlRjagx/Qv3OQm74ufjFdga
1kARFxoW7Wq2+HLY2ql7cKNIT/exoyKuClvnJSnopRxdzEZOyDeDleCm2jm+m8OivQfsmGodV9Jy
WF2NtNDyZ2zBc9P9alZi5OVg+DGw/Dooz2qbd2drDMadYe9dJAgWxEEp+En7kbt/Oa6aa3XiCAVU
fMLZeqNrDdbvve6mPyZq2h9it9aTQwq3+tpNRm4dtCSpUs8f/o+6M1uOG7nW9as4+h69gcQcsb0v
gBo5D6Io8QahgcI8JYAEEk9/vpLt7SbFEI/P3QmHu01zQBUqkbnWv/6h6AVM84w81wAf2o2FsTYW
iMgGJBmbpH9Fa2ukz7//aN7YDH42i6cRNB/N60rIcsts7sIZVynZCIJ+nSrM9Y1n44JRE5E4yfc2
hLcuyDbOxO/E4ABIenlz4JF1gNzYWJl+B9eeKro6l1WXn9Uj5gPvNBJvrAAeLoCJ0xJgyb9aAdMS
DEHGcb9JksJ9HKT30HZrfRkQ3LtZetXt8j59rwJ449DAU45K7ycazYJ/+QY1M0On7HwGN61BAktR
DT6x3WaVRhjAzY99OL8HS7+xxyIERrx96hNOvf/LKxJC7KzjWEuAq2wu0S8U63jIgoV5apmHmJOt
lpFd+qkz12fz2jtGETVSiC//8UpCW40bNSPnU0396l7nTAOSWvb9xqoh+Gpf2pGR+uxjGZlxu99f
6617jAEO82i8RijxXi2isAIB4HHuN1kh1V1qVfqhNBVuCwxz9s3aZe8gd2+sI6SLRDHgcUQZ8Nry
1XfANmCC0BBWVn+Ltx6pnItZZAtekmNx3XcJFR5Ofu+JX96oCE7uMAj9KKQx/Xp1etqVVbhiYFSV
w4HZZhgxbKyAvvj3d/ONRxIbR+BqZgk23qGvtufcDHM/LLthU5VTi7Db0WfF4BdxFpb9f34jmUQx
NKCmOl3z1RtaWz3Wyp7GTdi4fR+lJcyqsk2DO+7AM5oef4fCIN3+/v29sVpC0hORSTHvw2Ls9fsr
WtXWqAY3tpc3l0qTKLs6xDHXWovdnLzLT3tjtWDMcTKo+sf5/up6QVlioN9zPW8asx+NWcPUHWEL
dKatr/rCLG+bVrwny33rTTJnoNE71RNg5i83galqpMRpetz0i+OPW47YYj1wt8NzM5/Tj2MtEB7/
/r7+3D5f9JeMHZCBIQFGt8Tw8tUbtUo3r5RWIAaiwm5g9jFZ2M0g4HUR5cpqi00/mPaDlftrebQU
eO4u1f24T5VJyen0ZmJjlNW64muNQUt1U/Y8BscwGyxrm86yqG9XHsqTV4Od3KRDk37Pxm4kdg1P
9gul1uCxaoO6jvVgL/6OAXKVvlM7/vJR8jhwjEPqgfIN5nz6/l8GfvRvy+TmkncID+W24JzaLLY0
o6pz1kPhqm/cgoff39VfL4kqHmziZKqGIOS1F0m2wkPEtdXd9MUQqPN1mIcichX9agRQINedUVLr
nE1Qa94rD3/ZbphoMnChf+UYYXr2agsfcOSZtU7dzVBg77BNT6nyecJn/84Defo7L9fNyWkAXII9
/GQ98Gr7HgJoBKIn7gVTkVlHGvPumHDn9oj7+rt5M788GLwpdCewA0+S2vC1sQkeGY0/YYkORbOx
b0u8JC6ktG8mI0u2bT1xGP7+83vjeqd68xRmSqoGCO3LJSN8UtFFfrqJZiII4V4zV1+twzqvkOhZ
w/eh3eA+8PuLvrFomJNRbFIBQLJ73U7IvjNDnUp3sy5r95hqpNMd0wdmsD0+QRj6n3cWjfrvL/rG
x0iNwxwY+AFw/nUp15LiOw154W2GrDceVApp7FA0Bqkzafdu4OMbmw1jMXYbuhdKOsbOL+/rIKbK
JHzd3kALrrpoGDPnoicNfI4oO4pbM+hTqAUiFfTnvcBU2s0K49pq3eCOwJb6h+hrvAdYprW9Qaqy
OpFnDmrZi1wIfL3s1Dg4Kh/xiUiy5WwqUC1FYjRhLfrJ2BaRaWB7F/PRFU9eW+rPv7+XvyLPjDhM
kqxo++mSwY9evj0nc6nYiCDbdGluXkDWF3MULm59YvbKQkbzEkzult6uO59ciTOlr11ZRMaS+yMp
ILZfH37/in6Fl06v6KRFB86iV309RTcHJ5Pgk+0mhGk2b/lQy2GX2+lqbDE+FIw41pWmpBmgIkSE
sVfPDg0Pjowp6XTxWpjeEEuC0WVkwkJvIg8L7JYFajrmLkcIUMb5UBQ3TW9WeSRtT38G73bJ98Yb
vty2RIp80MLHe6oqHbIoCEEej/k6hzmm/q6Fxgal/Lffv+dfVzTOGRiWIyDFEwUQ+uWHoKse4ZNu
ug3yOy/WragOsh4hOKzze7OtX7cJhEAMcOiFmN3/IhrtJcqMtOnajQjk9DlTjoeOyrOIwcFILzLp
Bt95Wt9cYcy1aBJOFQKOKC/fHJFvpKlDRt2IsZi3HOxl7FSy3AbtiKhSNQhv+sCEY7a62xXGxqHR
SRJnfpv/g4H1Xy+S3YefSe/f2k7LHHf1V1/+z3X33NyP8vl5vPzS/ffpV//3R//n5Zf85j//8ubL
+OXFF9tmzEd9Oz1LffdMXPP4r3T500/+337zb88//8oH3T3//Y9v7dSMp7+W5m3zxz+/dfz+9z+4
HX9ZSqe//89vXn2p+b2btmqb/Msvv/H8ZRj//odw/mRIB/YP5AbPDhTkj7/Nz6fvWHwHj1b2NcY7
J80yu1rTyjH7+x+u82fAT/4kJ3Ba0i3/8bcB4T7fcsI/iWvCJ4McMRppfuiPf71zXohOsfV+9fXf
mqm+aVHID1zzhPr8+ziGlH0adMIRxu7hRH99TdbCM9SSJjUZWQwdSknc681xV1hpk0RNavh+VPuD
rKKu9MKbtc+8rV2WNhvnhHTzP2pFfr6U0ykGI5i5zGmE8HKNYiM59wMNfTxVUm/Tyk+2k5R3Okjf
M7J6+aj/eqVXlZ3f9kJDDsKxcqndrUzDPKZuL67psd7TTb91gzHIJeOcYR5F7uupoiDeZzAayyRQ
d1T7VQ1zvBBnugkJa90SPjFttNOPUREWdpSKRezCSemnv6zHf37qf/2U33q/f30Nr+7s6kxDAfxj
8kBn+bWNS9AmaXLjbrHIiPn9pV5ubf+4tYzWMFyETkO1/+qkdrWq56RjPSG5nS4sGQ52DFHaw9WE
B8Eg3meZ3+tFXhZA/7gmSOoJV6Lzwlj85cJxMUp33Iy3V/ApZpHRG5xYhpHFQzsYV0ZpiijJ8vW9
M/KNR4eHBpgPT1Caodc+2TolhKqccOzDmKt9DKxpukgzhLLbQc1esmshiNskijfIkF2cZTfY91Tm
UWoZqCeU7bV3cFOaj21terLfYCRKWbLC5bsfxtW4aWC/d9eEa5UYeeisVTc+LYgf//7jemtlnIxU
gWZRJv7c6P7a4yCmahVELCv2nVLoSKaZ2ocV0beRzWnxTp0T/Lwlr3Yb8k+5Xei32L5e1+N6dfDl
xIImbrGSU9GAB0/IDpPnt23QZAyTpqxLNsqpjIqsBOFf+CC3Kho7twNCWxPPj1KjxaiwWwbKAouW
8MIyoKptZn/0e3jDjT0eFDTyZtPL0cli4LDlA6NGiyCUQLUPavGX+mHNnTyLw3Sq87iAQRFEIGRK
HZKk638I5JB5BD+huWky1Dkb12pAkTd+jo5G24FBVdihjDsYaPZb5mqAiRtzypv8RrY+NpldH8xI
+WVvVbHRlOtTA2e/2tWFI9xLHFBhDPhjatxLVzlfp9rNul1iNytdQ5nkHmnS87wxky5nTrEawTcr
NZuGjtmSxDYQ+XtnnVSa0p/cPhot6u+I/44TdtfZOG2FmI1ys0xW+Wk0+/BmsutkJCPJ6R5o5kz/
claqvXXL3q33up1advhq9R/CEZuTmJ5eXPty6D9zm9wUyy4xfQde9/VuctKciPU1qZJo8FP3eXYy
DF9mSyXYTlTV8M1ztP+Y15P3CTRmsaK2K7yzzh3Xb4MoMMglAtP+5JbNeiWLOX2mjJxvVYt8Plr7
pHwq7aANNrJZ1yAaUng3Y7mIjFyFzv2oIZm2kWo9fV/IBq1wt7bmPclSabqloVT3QdkFd6uvuFGV
EnqOliIYHTwUqvXQuW3V4JlbT1M0m8EKnwN3vwAc1O9DTHL8tI24Kf43r1mSYr+WRv5jLEiY3zC4
xmYr6Um5YzHnM3PQZlbXbjqIs77I5y6qOWzvODP9auvRTPhT1Pqhs35csO9Ue89YHO8sAxR2zvJA
iWSI1npWxR5RcvHQJFL4cZBCVI2aYi5VhKuhfBhIp7YjHzZPdzhZQLpHB/vfduerwcsih6nkGE0q
AReJVE0MSMZ8fcjF1YxNFcCKNaRJ5EgKwa2s++U2Nc2GNpCTpo86NjM7ttDpIztb2uqbnZX5soUv
TI8jM3xyolCr8amb86nfGYax4kGqfFcf9LC6PCqOX4DAjP74QMr9oOMQTy475mDDIoy0rdLfUuoM
X4hXTEnkgBcRzV3ZOJFai7ki404YV+S7Je5BZD1+tdJLPUTHaye9TSM6gdmpmtZlFwDYeZveTlgK
0FzhcHA++mFz7s6uWzy0PeVUNBoKr5fGW/twrxEu68sEDMq4FBI2/eMS2BAemq53+x3ppMvynAxZ
sRzTOeM/ke/P3hTTYizVVxzOAicO5wp/IKepp4+Dl2TqWoyizK6ZkbsYqvCgnDupzgYwkXQybzto
0I+uOSZBtHq6lXtokEZsjqzOLMY4pCEycGl0CukylOMVSyB8NDvdEcSGEX8Y+Y0LWC+sJFyPyyLH
PDb8ghXsJUu1sf3MuW8skTkRtBEb27EuNC+VGIyUiZ3JYGjMNcBQ24fGdPDSytVbZZnsIGyarWs9
uuhzb3z8xb9CWl/Vp6Tu6BRx7k2S/qn1PLmOcTtPOPleZkL1dM3Ckm59nthJ7x9aL/dwulVq9JqW
eMdedFbEYMt3ruuS3AJ3E5pDlVYUTjkY/TExahOHJvgeH6rJnRSt6+pzCjau00V25pE+I6ayrvez
07EIJ8Esf5MU6RTEMzFZH3ocZ7JDXVhLF1VmoMZ44o8hUfSX8lG75ppElia+NzbGyfN2QMjpvk2W
sr50hq4Uh0GPQ3s/uZp+uSka72M5eeqDp5rwwrBkdomZ+IrUsLQSP1pdJz2HP09MUulluFiRuriY
A/d1Vd3D0NrJvZMtqo3SXrmbebW8CbPfuvmSZBWJvXNvRRprwbsh64YHPKWBIkMN2DsH6mNi6InH
OU022FxupRjG7Wwsl1XWL1dFUX1pnQSWRZ+gz25mNKbDKHGdGiqIQVmodo6Y/chIUrHJRgPbKtxA
K/jySpmRO1nmOb4W274Myq3Z9dE6F5/Twks3jl3Rt03Z6B4AtPKdIcPwUzmFRoSC71YyV84Peede
gH8kl/m6JFscJHauylJQBdM7NySakKVd1Y4NCMndlKTxqtf7RPuboPFP0am5nrOoM71tEdbl1sbh
QvnDXoc+no6OclkbQVpFTqZACMoq22H1ckj8/rFfs5atqFuCLwMuMDu/reoDLdh0LGVSfQ4XsRDF
7Kh9PbJxLYsb7EMsRTSklVVvO2f51oTtY1kmNOJtttV2zxEguvInfaXb+e5SXBZL00W5bw/n5dDZ
JpzI5MmZHQuhHsyRaAr85KsVzsfGNpJD2YhvwQw1OjZq66kvVyMedc5pPhTlfqqlmUVtMZtRl7SP
pFt4j8mwdh9sdr2YGjO4NeB+bGuMPhjMTj+KrPO2RpidD0P/bfETuVF9dds27jEEBNkboniEcXcz
Y8dJsgindHm6V2WF3WhaYqWySj2FcWJKiVF4o45JJsFG3OxsyK0PorKduGmtLg6Rze5mZjKHwknc
M10yVWvy3o5zAw7PRG1Qczg55qckt0e5SWSq91Yj7KsCHUIb4aFUbKSYQR2lElWkyv7JafrsvoFy
l5+orL27kQn2Tls/7W4qT3u7sYdmSSX74UTQv5pzlxNH9M01iT5nJMcd6k50cTC0XzPEvEWYnAm5
GvinWcMxGNv1rE3969whqyachosMjUKc+KERu81pW8FVRBeQh+uLDibKDyrF4Ku/Eg1Pig6IA8nR
McSp9bxYPZJ0MNkkcwJ2PrsBId5OYxCs0c5jxAMnLjKszyNdOckWz89jl6/rvTvb11PhP5sTvzM2
WhzcoYhVa/6YiaGjSBuvO8McY9UE0NBIl+2M+lsSFHLjrAG2BbZznc2p+rS4g3F01uy2pOsto74g
3USI3NiYndHeriR6RZZcmo23Vjt78OWubvzNFED39od+O3mLGzXTGtPsiCg3xi3VINRVdxabtgrU
FoHybevIdJf59VM6qODebqyzMujm2DBxXMnguIZJcJm4VTT63RcnVDQxxnBvqOI4hjoe0uwTkcMf
9IQNlurleYeafNNl6Ze64HwDj7CisU+u6srYennXb5uhzwCCaY8Sqp4JesvQU4L3cxvEfm+Z+wyk
jWCRKth0RWvSnzpGHA6CH1apk+zTgjBR7n3ufWq1D4FI6x+Ad/kmQ2s9TPUa5/JrV9tuRO44Njxe
HrddV/Fw6ie86icmmNN2NcLxwg40+61uLx0K4jlisw+iak3nh2DJc287akPuG2mjDja9eY7ntofx
Xy/SaFju4UiVGo6QRkZqx0+pm2JUnjmZ/iqmHrx2GTXbXp8UAVYNMj8A8q+3uZek9zpfmsds9kQS
+W7ec9fqFM8XYWdBGalZmM/+mFlrVHgT5DYmVkUfV7lnnLDOemwijlJufYMjxIb6xGuOVjaIIHIN
d50+hb2/5nuT1KDwiLR5vCrwU3d2VuK0N6UpuwTXztA+4KaenQlOYDq9hKiKSEqxHM2yCg/GQvpw
jMF2wcoZmtKPnDCzv6aWV1Wxi/Y03xbYNP/gNlY+R0RjAr3r8LvUgaUimUzOHJX4TYCQMuzPdrDm
/KdwWhwRDY121bGDdns1gPVwGw0z+QDIrU4GP764C3ROnIZtWMWVOeqh3EiMbL5Yc2NxEIBFCRa1
O+Qx3OkSfDJ3i2TbSdFD/A9NqMBwVqh8BclDa5TgADNsVNiZH2l977ua6OQ4BMTJI3PuK6wZm6xQ
Ec0t/1s5KrQiJD/Zjy6xgJWnwUmR+g5Gx6Sw7c0+IokqP1q2ap9S29bb2U3ExzF0R7ErJmN4nEMf
ItWiG+6SLxC2R3OI9j3ugtS7yCt7NJF6Ksn/nTWSlc7R5dPbTfVHz9f5xzytWaiWaPwPVrBwjEEZ
DXJsNSBfo21I5NPQDQX3StfricE69XGHxctNpvuQgE1MwzkbmGRzcX+snvyiD7xINVZ3sESliQMT
Tv+cgGQ/1XOjbiHFzE/QT/tjNXWa9M226e2tX4Xu4ygTqsCq6dd9ic/FSLG9+kvczUBmkShCb4zz
dbK+qiwPH50kZD+q3LRg3y2NFIsSLb2HgVA6CnkWpoJjVM13jt+330tV12xLKb6x8bT0+mLCD8iM
nVUq2pXJcfstQZ1OszcQKT3LQDtPZp24H2yv7oaohd9HCLZyuyTC9FkiV52MmY1r0VXHo9jM372p
sQmUbk76+dFT1p1T+eNtmrh1fjZwkbtqpjiIAIYMtXfcseS4nL0qHrNhQkJhB+vXpHbbW22gjIl7
N60+Jq3ov6nKXK9LZvrt6SnrXNZC2n+A5TrS+HoZvuz9GIawMY25Ept0GtaCUsajZhnXNbUx03Sd
J69JAs37Fvk3YyCWhBM3qR1G1O7AuCcb8x9Nvti3kw0jKXJGfxg2lAjrp2Bt+4Fjxoe/NYxKN/tB
dNXDMiQWoh8ser8b0wRvbkhlf6eqhf4UYXHbRQE7bbqtqsb83ieMimOsuGc/HkTqOdsZAzdyfDVB
tNG6znqMV1fri5y0nnnTkXj7uVKBtEiyMrqWwJkkWSMVLENJDq+xtFFdVsHJ9k3TVLmJZFaSzXj2
YsAW2GTbCY6LbC5SP7ZF5d7Z9VoEkUGF/1BpRr+RNQQTnRpR31bEpK2GKuSZTb81mJkdFcBjutMk
HULZHj3rWLs6tXZlVozLboXrMu5LJUJ9Sf7nCEXRE8VHow1rP/ILJ7v1KVutyHBn2W5dZibdpidQ
qYTrXjcpAMSpMzJkuT4H9jDBLm6J+6V+VMZdkJlLEJlYhTDmTqRf7nDnmh88Q3ptfDK6Myiwm/7W
WnG/jvJZl8PhZDda783Urm7luJBJsC7MXLeErKmchSVAkFVJ4GqENJXtPOEIp11Tu7UOlzSeOy94
THK3VTEjDtCNtEpghw9WUoLz/9fvAPYT4PkC8sK7gGReHy40gCgY8Etw0msdD0exOttUzWLerXgn
HGtAoZpHp523hj1pPxrtEFLqGJjFsKF/bq+6xUh3FmHeH8RQ9pdDumbv5Y38AtTyutBm4w0C6nca
+b98XXnoDmVZokMTtv6s8mKiPsfZoJ3SfEs9Zt78/j68cTnMIwCFT574J5LBy8uVaS+9afHyTejW
5UYkGosDwIcDUqAfGBzb+99f7nRXX911QGgLBBJuE1SKV/MuRzSpgJWWbzCATYYvfYu75kf4te3W
IZRcP/mzYZVfeoX9zOqO3jtA5xuoKsAM1TEoi+PjvfbyzcL6aUEZmS9o9vAo4BiJNOHLe+gI7+lm
frmvEP8gN+NzidMlTr6vRhnKK8p1Ol1qkXrd9bVdbuyC2Apr9OYD+eTv8aneeGunN8W4GksnkhNf
fY4+QjDTPeH7wpec6IzLz3nu2YkN4z8T6gDrQ387UXfhM4lTktOrS9n27Mssq7hUGnixb1LUwOVd
Ynu13P+HqeRl/k22Q/tjfDmC/Pms/3s++f/f7JIN6X83rDdml3Kc0i/Vy+Elv/KP4aXh/Yl9ECJ6
5DwnT3OYzf+aXhq29SfEL+YG0DF4yExW3j+nl444jTxZIDhZC0bpJ8+Wf04vbfPPE4GDRGXmnfjG
4fbxajP93fTy9Bz9+ynnCgzPoSmcvMFIerXMV5R2qqdqdczCj9Oh9K8YXue3akj6XaBSOMVNjmFJ
B+k76psyvzQnL7v/y726+ceV/jpX+6k/efECoPoxiA2Z48O++MUOfYav0WSg3TGv1HgwBhzZxkk4
XLVZjgr8NSJyjPLcGYf8yq0NnwYFhIYwK0WV2QKwni+u132stfc5yTsqkn6x5w8iLdS6Nzp0zaSw
+dtm8d6bmb2aS56eYU4jZnTcNyZn4MQv96ge1JLRMM2j5+mlPmgI895uyDvaCKiR/id4NFO1CxeD
od2YrCI/MtCyynO9iOE908SXuzWvBdUfWltsmDiOTtvKy9dilOFQQeld4sV1afARGlrewWsrjxAc
jPtbkMsUrbyV5uG8KTOT0uj3H+RPa+eXH+SJWgRB7OT3h+j01Tbaaz2gybZnvKUxutuGaqLMcvRU
4j1tZcVXpgnuDr0mqaIJjtd4Dw1KJQdsHkZzv3TEu5+1VBN6JwyiV+LKMItqW80p2DRRNPlwLsx5
fi/j+JUo/XTf2PN5LLEBRLPMXvnyvoGql54FoYOaGZeJKFNrkzLTDglpsysFWty3YZGdmYmjjJva
0aEDADS1S8oEofWI+BHVPGxHxm3M9a2KPtgo+nz8+M7NfUkt/PkyWW5IP7BSZFb02tQoCHMvN5N1
inmSyoXuNpjuTdmWu24yzTQ2RT9CwhJTKw7FaojsqluXrNgvaUfPIcy1X7Z4mliwv5o+GJEM2rN4
xxjIfjnMPb3GE2UfoRKGGswoXrsQscyFlq1o47B1U3ld9XZHtmQ2nkBEPXvrxu10C1MmxBvN1zUK
Si+oAG0NRK2HZupopdK5CM7WNpm+Dqj/dwCf5Xzeu9XXoi+MNvKWUt617tgHMURMZeBDahhY8Btz
Ym61DFMH2Kio1TUTh8TdQ9L3kgd45/ODDwrkRuZ06k28qQ7Sd4gXr0RSvHmASApUOF/08hC/XlVL
/lqJRk8+E5q06IoYQ8F0imrTpGqezTpl0pD0ZA7Os1NsZy3MxyxQ9oVEtMGwtqXDQi9VCP+dl8UI
/9X+jk0GPn6UGg7ce9Rbr2rnntRuIDVdMs9qK/9otXN/nEe9FJsQVKj5Woiazt5P8mY6r+rx2ORE
OGyLGe2UHoMbbF+JE7HUMh/9rlqYaBi7oZDy42RO8wdth59gotvHKsln5r31ZGUnzbO/HaRcLsKx
oTdtYPn7ornOLTgUqP3H5kwG9bi3TVlAngrMD61qvjdN0sS2Xz1U6epdaSlzUBKti60B2RXwZq7j
pJ+3GoPA1nLG+w4V7E5W+ofqPQYiXfO0mNhobgTDzvPZkEOCVBeBu5BZtaHQqs+RUfFKDNPcNf0I
FZHlkn0vJVP0SPW8XpaqH2wH85QWZuS9e4nsddjp9TSB8qfpTC/L3Qqxcp8iOTis3dLdI3W/B9+2
IoQa5qFaivXSWSqI+UHSlGjR+m7fLV7wxUDRGxepnV0mdW5thEy8J7bSs8GWDjbkXnjQrZke3EY0
Z0sPOK5SvwTPH/FCiYEoVL2pUuE+9h4D5tI37rESD5GZjs2xsnS6t0az3tW5L/H7x0rcH+f5rmvF
Q5j05bVATIPFBh2xNoDsJOYiRt5caKhJn0hLM55Ql0H9rM2CqZhZjKt55s4ogM9Cr5yesajtv9cj
vdYybGk7y/1QLdUNuuBl2wdJfd9l41MuwmVHcNSzvYh+2Ib9QnDEUg4gmdr0TlkgsvhqSlwe44VJ
pwskkxQ/hnHwv/f0ADehM3mPckmCZyylmzEGtFSRN2bGlVN4+b4bLqk7hFNPRw8m5AGvQUjtZnNu
ugNYIdATPSifw/ak8gEXx/hhUywZY3kvzW/ncZyP6SqTo42Mod3PkLOvFFK6CLtlCYoYMmVWc3u0
h8DbYKvY7IXyso+2BrFtVvu8SJMZeGd2ztIyMwIM3CpnP6msOSJzrA6r7hS7PhTzh65X31SZyokP
rZFfcDWRX8VsCxbo7Ky7IBfNvTsCt4xACx6D3RYW54pVz5ewYeYwZQYa7xHSQoC72CPUMcHU5MQk
OfHcT/Fghkl6pVfMN2QGgsDDHQqifqrIBfBKZyp4kspm2JWL58tjNiz5fiqQykPR+JQarn0fgJBt
DaX7r2ys5WF2RP+EPLi66RUocWDSZFm6wDDBy0nDqCFSlGywH/oC+tiifQ+oJED3ba4CRq0hSvHg
EmAdZTJlL/cWHtmQEeGx7qfyQpf9epkCpMEoMctYZPll5RpMxzMnPDSuZ57bigjeHD7rHpuSr525
Tg+WYMVG6SCWszn35E5hvBrXtVOdVcl8w9z/8zg5areYgTwCiGZEDVIlb1dhzZ/btcxvQwXnMpxL
6zaAXHHHWMA4CjU3G+0BP8naDw9Yr8gPC1AGciS/dA4UNTd8lX8szKY4lL5yVdQowz8yQE0/VL6/
fFVggp9GDcBBugTijBrt3ZUmO+dglSP/WDL4fTLR8rvVlkMOmFM0n8dSq4M2GBhxk/QhgaVfRmOV
AFzbjaweynW5tauiviZ5Tn8N13SEwTp+rR33Oex7zLU628jOUUtU9+jCyqtJFOrHQpQHta9dtBeG
k4b7pDCywxCs3oE8dz4+u5zJNmPy1sQJ59xDPazfZZ5PnxwiyO6wj5uRKNrBGQ5jS5ytp5uwcB+/
4VyOvWldZ0S40q5s/Maqt0sBuJa6yXA6PRy9T60s3eJCaIPMGvkSrSqf+y1pGM1HUQb2delma+SS
EXVh4+R/sMysPBNJ98UaE3ULgaA4AzBc9kyc/Z3nGuWVXDxcxWcJuNjI4WPSdMlFNUtx1EGhIYCo
8aavhvJ6GLnazE+nW2XnUXmi+Eq16C0xJ9U+HSAJUYHNj3nZjFelJEBh72Hx5u6SasDYWpd5fx1A
1ohyOeMwU7tp+mxih6KYybLvozK98gYaidkbw61BDcW/w92yVs+wEdVlHTTNNq89eTMVqo4z6F7x
4BUFE279EWYE8dUtYfLtsHif4CyHO7Bl8Lqyh6wyJQmJs4NZ2EZUkjpBY6VuUynKSwbI2Z01C3ks
CD9oEd9VYHVMqfIjxCHzY09jdpG0hncBiO/HWZIxMOPSYl/BENpKN/cPJK0Z36SvnvOwFcckF8EZ
Fb9eIk/xDz9hR8NJZ5boxfKCKT99gOy7dlsyON8tMhAfusUyVuZszndjsMOLIKsnGDLjpK7zSexO
o93C6KaHoW6svatM70OH3mg3Lt10XMtWPPlhvRsCfHribFytZ7eDX+5r0dwkTir3FKHL52Xq1itm
E9NV7qZwmNJ8OHod4/uo78hwb6puObfzVV/DLO4PauxPlBRLROwA9v+h7sySIzmyLLuV3IBSbB4+
28wnzFMACODHBEEgbFQbVW3aU330GmpjfQxkdjIiM4vCj26pEqEIRRgMuMPddHjv3XvuBdyyFMVZ
+zyuYXgONg/pGEap5rJNHEMDhmLKE+TlRV5Rda08J0eUUfW5U9vjSc6jKOOkwgCMSeGj9ZyJ4d9U
HZxtbwlGCTusm4MvsIk9XOxgsY7TbJkHGTjNAyu7ulhRwKHC78s0DriBR05iL1EnVme/NK54Uu5i
XOdk6bzMtvRPjAfMfG8nSRgvyUyveCwphDrmYF9IZ+ifutSwv4ppZpf37WL6wDPs33r1yph1kNj2
nJk00ZjV/GaNzoMMckarHEKzr8KHpJz7Vz1W6cNIe/D7tDblB6Sk7C7Pk/LgKeGdgoHJY4RGB79z
y2w3ptk7n3kenoy8zd6Vt2ZnZemCtk8MDGY5vt6mz8ortX1nlgOhlbELZ1WZt/mpAPAUlQVLxF6M
7qHJm4HKwuF2McM4PxbzasbMF03kKWOe3lkW/AwWVpm/m/QuLnDL0fQn6NX9tTVyRmD2qJy9mpLl
aRpbcYf2I5t2AikXsysAeF9RY7g4CmX5MNouwocmX1w+leA9szDQ7BBfsgM4TDuimTSzW/InBkpt
BPnnC/KNG4FsAqFTndGZZmFVuzBk1R/0TEKDHMvmHg4W8TKhsbzrxq3zaJZLbx0YYvovVjrlfmSY
dLEjrn/Bo4PMBc+hHRYJqF5e0sYqog6hkPN8zmygCJ5ctKYHs9IhJybtRVb7RDsTGEvbS2fCYxaG
dMxRt6ZRPyMyuhvzdllsnlAc6qcuRZ8ZJaiCvBMzzOWWp6NML7GOp9Oh6Dwv3E1EtrkHCxmRjFMr
aE56UOGjmWn5btmqPY0Ue9/TDssydwuprma9prdyNUt8tFozhUcuqNl3Qr15EDwGM7qurzJfN3UM
vOcd0mQwRoU9cuVJ/e6Fkze7JEjJOBl5EaZxMZMaedSGkyw7Y1CcGwyxvGMi8pZTzMYiXIRmJ+K+
0E5cKu43O06e5kV2qT/vTb9OHr0+GMDFBOvaxrVVwTsbV9Pn2Rdeh5MxHKt3NdnBY9UhMZ6nnh+s
t0E1P7MRbwnHFnBopIkl5Ec//VLOTvIGswUS5GILeUQAMzdxhZrzccqJbj/SV/Vf6rIvh3gWtlJH
M1zCfpdzLe9jI898SK3IO5AEcSP0Xj3UH6gPfWVksdEM5bXQGYPwRbg142N0k8HBYxBzP3PZ5k4C
Zg2ViMhIbp86RidRm1vZZdWM4npsXHgj23FdxcuUT9N5mdTBo9kRV4EWMnTNCwZdrYjBWofFa41E
95KlXItzwxBaHbke6PVYQDcAYMDLEAaU9X11MWWrKmKkrKRa6T4xnoKhRJPAII5xcpUKnlerRpfM
3b1zmxiHKVw3eM7oGcn68fML25D+EwIUVezEzDe6D1rtTge/g9gY1ZPMemCDKuRWjsXozmnN/HoB
I773QhiHhHQaSBXb0l0iF+3KlYAH8JL1s5h3iQ7sPWlt3n2zzuepl3m3uFGt89YqxJuVmXi/lLPy
gRVVMQCYaT0RNagGjyOD3gembhwN0oOWYvZO+NxuA/ug8Tq5b+alv9A6td9mNu/rpmrH7yG9SIdl
JBo0j45iy8t6h3woKak5NcKc9lh6Sqst45phLlD8BVZ9QafqMDtjW8cC94BA2OHKYf9f92U+0dl/
bHr58LQpKnDwYsemk/vTmKJjVjaMiTlEfteiz1kzqp88RexTFmR/hrJgKlch2bA5YgvvbSxWGz3o
hDuDI9oKVexXKlU3DTmtzh5jYioj22ScwpDeQoOy5kq/aGuuvFiUk7wwlhT9usrGiakyjz8mPIHI
Mh6NrjqfqsoRmIOdcKFS0xATjGwNVdQpVCzbfaF04xwP5Z86o35uTmHspbVN05Hnzt084j/20Lo6
9xuDGhrARpH+6hihBGaeDM3HMiGg461MsWG35h3Sfi78HOhlVJI+pWLlluYVeqnixqxyDLok1c5/
Erv1T01a3hzow43yF+DDc35+cwZCctV23PoG2RWPaQLIOeqNNUSlLDs5Xk4p3NLKgVK+V2tBTqRf
EbkQC6ejNvuvn5YfB01be5ExE0bAzRJI1/tnLGvaWha6jY2zsCyMdsf+ggTkeZ96tjqsZfFnwPsf
50y/vZyNAdEDbsUE6Gc2iVODfcpzQ0bJ4rwpMbdPyhvWuFFe+CcT2n/5SqR4gGXFyEpZ+uMDINNG
FE26SPomYRbnS2icdzKbYoBpztnnZ/iXzG9fGsk//+WM6d9Oon6wyv338Mbxaf376dL/wl2X6re/
LX+L3vpv+p1v5jfD3eaq42/+fchk/uLR/INJ5NPUZBHyFf1mkROe+QuDP/rxm2UcHOiWd/P7lMn0
f/kEg5IeAcOZ3j3dwd+nTKb3y8bMQNDEz0Lei5XsL0yZfp7ybPAqh7Y17O+Nf8le+eMTojGEBG3R
L7tqlP5DTk/2XC3BgjahWY1vdhtaGpN+mRwmw9RXXIkBOqlp6Rwkn5l/Zs1hd+fO9HCWfHWesdsM
3LHVjKYsx2P8rbSS6sgeSna5jzvmT/aQT0/NH3Z5aGIWt9bAYnpHExVL1o/vXqCfNrjwT7sMifTb
NNvWQ+lx94/mcG2iLAz7J3PMLLZkYoujRVo7L9cHNCtIEiCuO2f9LLljC+YPTYy01nEj7qP2Y5qZ
+1Ia/jU5TcstiefTV7s3ufh2qy1uxzlfURQk697zq15z4In665ruauMmBVdBf7QOljvq0OwSuWBJ
Q6Sv8niSzpxHivbLcciN8a/5/tzPj8LE6PZJpcd98NOcyaT9stWpxE6bbhLDwPe5j4BfRKzm/cl2
+VPr+vOltjkS7AgD0OTPMWR5Ix1TbeYhZGb9HkSycT6IRMRWOGI2GhL/mOr67q9vL/927/jBZXsz
fjD37T/+hgF3+NtB1+9vCtPrz7vSf8f9Zhvy/vsd517Lt/o//+PHjWb7K7+bcUP2DHYGUEUgoaBx
s5R/22ks4xeLCRXnbQA23v8M1vr7ODvgjzh7oaNyTKApYXv6uxnX/sXbJsAEcjKo4HT8S2ZcVDes
xX+sVUzhvIdtDoXvDVshj+qPazVoBC0537DiNknX7gJNKZbttt2g0Z4Q3no7ghdjidEwTuW9WN0w
vUBiXDaUqxl5RzCSib0z3zH39OZxYu23Z8oczTDuGlPKfZjmCcjItMiSXdWjs943weCGb2j5cibB
VWp2N/5KuNslWTOrOKlCzhXVV4ox8EtZJVpc4TJwwjSyZdU0l25JowSHgG+ewMemHs3/Zst76CZL
PQR68i9KzB23ts6H9SzXpfOM/1m0uxm0LFKzdJI39HnQkWoKr47uRG028huWMZPNUNn1lFwmftkT
xMKUfTYeDerl5LoLjKU9ZjKsvf2CE8bCVJFwYgeoVB3K5Kx+cTKZeAerGsf5VAc8DMjTwyrZLzQU
0NxpW5W7de4wYBQo+/FfmcT2xYEI0F1Jb0rFgciTpt3VwzClVxUdtStpzwwMyhyrRN8N06VRTY1F
v2HMdMSvkL8qtar7xUOLGC35MJsxHGH7sPSFF+wlUx3n4BRlnhE3EpgLCu10E+CzW43VlWM101fs
cq3HNbL3832V9rmJ70PYQ5SiM/zIF7U8laC20yRc5K6Hm8rLpt5dNffNJdWKT5WhvJRRXG6m77V0
SjwIibiX6HU4uZxheMO6VzHfTGUMfN+5zKhynhfcI34HUcJF/n9uycSirGLueVGIgRBQhIHVY2aX
yIdbssHnTihaA6Zln5sYOb6l9krwVY78dZR29StEcMqiTtaSSQ9FxI1futBIkmUCVGqa2r0wirl4
rYaep8Yv5gR9q1xbfp1pDr6nNO0MqtR07iKrF1V2dAV6ox0Z28MDtovM2Pfh2B7d0AGQ0JV2zWfD
c3q1inlkjLVmBlDTsNBh5BaAFw6aoTQNbKucchQi6bJfuy1vy3CU6OKaHtmpd7XNvMOS6p72FQ1+
aO7Ns1bdipg6L9dHh2pnjKfczF26tGNJBL3v1ddNLra3CpaDwUg29l/qLs/fA3LGVFzCqH+eshzk
oWrt5YseOAEZMySeGU1dp8RpyZVLTAdWjXcIbdljb64+OrxktppjMme62M3T0n7vhhQxvkwAnNQU
YSpK0UXfdbVb+PuCfgK9w8GrDD7esXqZxrEcIkpfvgDwg+aFVMWAU4RC+x0xrYLVnZWTFYW57d2Z
RZk+Unc4/TaQSY4Z8j+6BCqxv1osqGRz9Ihxb4iuuKkQB5SRq6T7XWYiZXSi+bOIdsWMzsUfp8uU
RIMveVU09732tcKpMVhnpDRi08XgOjwL6gl16Xd6OUEycgTq2SS8opij7CdSqUDnL3Vv7J0OB1Ls
SM+4wWObhIdClZgicXO2+tzqnLmMkB4P7+0kpo/G7tfqrFZlmN66bSdLQHfGkuxD5KvdtxVwUR8P
rlW/prwHesSettdLWnYiiWcMBmac2bL8FSqGMx+Y7UH80LnwH9XMFS+26ExwZcFgIPfdaJaPpieW
ZKekls9zaI+oFRDW/trXS30bTIDaosrtsKLCNbARCeiMcbCgwcSLJxT7S1i1X3xFyxwJfGBUB5FY
2Xe8hyhvwVE3X700Vdwpg5FRJX2X5LJOmzk4tK65omQnsy3bD0tiBAeF/n6IhsFGRBAUE98Uk6vg
0bYEeJsUvM1wcM1RXm8rNjxk7midkrlAkJSac3HbtT4dYDuvkrukErKPHbvubjvVpV89SzV0kpww
TE+86DjHC92z5GzIbAw4Ll+b2kGxXPJ9Z9lNtnMQk79JY7L9uJ/Y23YdC9mJ2wzK8MGfAKvFnoGe
eUdS8nBHvVyk0Zg0HlL9zOU4cgrDQUbdVuK8dZoWUV89rL8SKR08NpZWH6sM1qvKt5icD8Tnvg7F
6DDKbzwCW/nAee/eJLhO9jItHwYIGxqTk9P2uzU0R59JUrs8YHB0i+PErKYigdWHcYLlodhEyGOO
SyWsE3mwYYjBBCUh9olvbewR8zfJezAWmD4rd4UE29tsqLHPu3xEckB/Jw8WtOzzSsWopqDImPCW
xn261sG8D6Td13FbOPqM9oHV7DxrGe/xc84TLgxnYMI0dOZDZej0hnshnthFbvMgSYc6iA18eDfO
MIUkp9ow0NijpvW9StPpPPeZZKBEGcw5NudF4V3FlHLHnQArFueq/7WrZ/vF9FRqx0xphwUdONCB
CLuz86yrxbwXRj2zN+AuQxQ9tv5pMmvGJW3h2t3OsJrUO2TCq7p4CoWTx0ZtG2+G7zB6H5yp1uja
pXdbLz4Hzao7Z2AIX7U240BnuRUlbyfuUetpwN/W8ATx1bpDsxOIAyeXkdP1zM1HjqemPHdHbXG2
9eO6z7PchijUl0kb1XLQBtZyXEOHJu2XbIdwWfM/WqH/FcGclnuGIOI6xCgmo0kGPDWya6dlBxI6
+M40m8F61jVY0exVM9JyxaB/5Wck1R5NovWSOll+i+Qot1FmtRbrC97auZzLrIuDNvPxbQZu/hCu
Kkt45Ic+2DtcFHoSKOrhIkkWD0LHENLDypaK9YYps/y24kK87maLlF+n6RzaQg7fIhaqWt2ZGPCW
cyJ5xiMkUCRDC8B14O/B4nHowiFuoqCwtllmmpRfTTuZ850AU3xZaayBEWF6OEIk6louFJS5z26D
mZdzabAfmzI016PtWyvtXiVWtOvTvM1xlyFz9s6KSD6aW14pRr7PcEM7S72emrr1ZeyxaIYdFyb3
i5evjR1hcEvaeC6y8JbGYz7u/VbnzuVsodjYw+W29N7tRbBEk8e9GDvUaH3TYq5N7hEJ5s4yTV8V
xIHuHIY+xNNWVopYqmAQ93j++3KXBRhqogKzpT6QL+4E2AlHfYcSu0/P1w5d5JlERTFe9muwLaXF
bHctR0JxaS4OsxOdj64RN0G/QEBgdH0Pqc6+B0havk4+TfDIaobi6Goti0MrA2Lp87bhaSUzvuRy
YeCnQmESZFxlJzqW7lUToCs62EiyvMs1H+vlZlE5z6M/NfbyfUIeVH8ATkWntoa5RZmcz6bhX6aM
5LMn7sQFBbuR1NOlhSU0PHdW0TT3Q98O0yHXxmRyASYy+JAVppn8CkOwzA5yUI7xwH3Cty5dm67W
PRoN24qViSLhTxKhf+xpUkY4SO34XlzKHKT2PwvuksISHg2LdEcRal45fYnsnpTEX/9QWf0L9etP
3cnPlwkA0Btw2dmtaaD+WK2EfVsP3AfLXetgwOJqUc0Ppq/YOrlVFjbAB6u99PDVFPFicxs0eiSQ
iZ/3X/6f1b3t/yzyFIjwP3wn/6TefnirqeDJEW9+aKxtf+m3ete0fnFxndC1ZYOzPfIY/l7v8ieg
p4hxM/A8oa3beI9/r3dtumcblQrsLRUp//5jvUvnF8QObbXfq+S/0Fj71O/9sdw1UWOgBCfmEtIc
iNufVLeqQDTmTTSUfH/Z7mhofsJNAOAiEd01QD+OVmbv6XqPNwJZhNnlZ06hoHdb5ZeqsPa6nh7c
vB4jd866y75xn2zJ0W7LRe9FMFQkvxNE1Y92f+ahwYlwClc70n0a3P8YRH2RfFTWBGWByHjuWcyD
Z8P/7rc59rBQnoKwfvY55HbjHKBK0ObD6BknQaEUdRRG4Df4f9zhpU31Wd29YqubInwXciec5Isc
f1/V/9+6xz90gI4fzUYvG/4ntHw2tfa/b/nsh/btP//3jx2f7W/8tgKcX0BQsABo0qBy/a1L/Htv
2Qx+2YLYtr4osy9Sv+mM/mMJbD0g9vSQcUdIgfJ/l4Dl/wLJzdiSgnEc2C5L6i8sgQ3k9oeOD3MO
hk82IgAQ7AGpU/8UHw0NKM26vI5cmsv9Vq+RR0OosGfHupUkeaXlYCAKW8yeWxtE2t3sbZEKabkk
/V7ppCIIY5b8Fytxw37vVBzue0RzQb8HJuA7cbP0CWIJw5dAx+SUBfd/+LT/5THwGX72j3XML2Hj
JABD7uP32OZEP+nQ28UYkDCM3zWb0XjHi44t1/YJ7+3MVRTaCrP9LPJwPe5NQR2G8249whZyPpLQ
qtKXpE60feReQjHeAA4rn5nqr+ZusGqMc9wtS/zYAKneNPsWIIMOHzIX86XxYrf1uUCNlau9g5mv
Vv/QigRGDUKx5palatrHGS3guMcJ7Q7w1zZ+0bx2BoWlB30SLJv0aIhUwnf3hUdqYy4BAcS52Xa3
aNHDIM4sgVvNIJ5ojGDkzCpaC+zWO9yd4jHzFhjSqcyT/qgCt/5OIZNRq2OO7K5pG3QvgYVI/0LN
C4I3BtADlUsdygi7MNrgMSlaRBAaa+8+H3yr2rWNMCzc+vTF+9SxaB1Py/1ktDKJ7LldXoSF2nY3
D6NGSdsR8nMARRx6KHzB6e6rssi/4ORoGcxV+XTMkGba3Dh7PkfcojW5N2ru5lf+tmD+3M7j9CUL
G0/coXtt9aFPEBPGRtYY94XsTPcKfYxcDrYaphIFRLh5CnDYvCia7JoG14DhGgpD/87ILPEfsroG
EmC4brueAm1QRhbTPL2gWamqQxYsZgoWJ83WW00kR3kIOgbDkduZacq02ATD5ygzQ8E7Ko3kw/ev
ER119r2/dmMOMibnt1CF1b40RMiHZ+WUWHcTg2fA5WAoz9vN9rvHUprNh4WBghOjVZm7a5UR0BYl
0+AsuyANmdSjvzfwYHte00ToDNZz3+ryTYpQBV/1gHFpN47bWWG7OnvOap9eSwXg1Nm7yVQPZyId
KOjGopbdy5TL4ntDZksaNbWTmu+N28+3oATWItZjA6MVnYPzZnY4cc45V6fkkCBJCWKF637ZD4Mu
Oq6oYAj2BtaD7BE+yfTNagrAqo1lKFZStRrrLueOrmI3SbR1Q2HFD0tnkx/mUDouwM1Q68CHQRop
dYQIh+ciGMEJXTSEhRlx50yBeajDcL6tww4xUedPo3ioHBU4Z4EwWWzKDKguUBnzQ/ViVtRf/Tzf
zpZREob821IkWnJEKFsUIz+i5ZieX+cGl/UJT+WKppDczhkVmKJFIN8dTCj00RRjYqQdosT6XESt
y8TpicR1b3ZIfEeJRck+ty+oQ5R1U6GOhJz3+biuVpe4XzVWfSBgDJwQlnw+dP1E5/cQ4EGEzD2s
dX1JYwvFv+1VJa75IXjzyXeFL52Ljod+TN2vVo9A46ymbWjRMfTtuHWL4Y7PBD1mni3Oi1BJeeni
Wr/xzEl0UVVkzrdZTI6K6qR5L8oKMb5tFRdUav1+HCz3TAMXjL26VdUuDazxlMr6e4oVe7dyp0kP
npDltV9ZoPSdEv3OAeG2RqOWKDq6q+FO+7pIjGcal8wOK6Jbi7UAgtsG/nXjG/UjYyKie+s0bV6n
yggvqiWHtLWImj63LrWF6DShtGma6glUXHjWuVNz5UK+miKZtsWtjXCAJgHBz6fUZH6xSaCzx2p2
H4JspqZvSO+Fp2KQ234XWJPWGHOnxoMA6BeMH9zB33StG90QsSsfdFOF6W5IrHwl0CLNt4qUuIfW
9Jf7El447ctldG89UzaXZtDyHdhCfyFiqNsCtMHW+DN6Rdh3AKUUBI3U7fP7pc3Kmc8wWG7WWneX
6dRApHVNuGKVeix9VVwvFpSRYuqfGT42aKXdRBQx8aC1OBtlkzzPZfGg1z49U53uL/ntq90YaP0y
g/PiEpcnZyWC6ritdHOkd59FIz3ZYUP51eQAsKBp36sJknJggisJW+hoYcDKLcwRw8ZaZhW7WZV9
h7IiH9ixZQodKPTqqGgJgzdoTfEffJndTGEXlnv6u/0BPBxckcqBTIaulHFyXHSyuKQRk2ZxgArw
VypRdPKrn7diFwLbeWvWTZcsa+tVS1hHkSP87htJyiiMiUtaHrqp86CLpJ2gK2WF5c5flAKr4XAJ
pnHjXa9VVZ4ZSA6P7CT6Uk6lj9rbSc8tJ+hOVe2vryAMEERrS8tDB7qIXoZRNN84GpHDl51CNdkU
6oQDpd9tdnO4MwCErPOc64t/quRmYRo13xjOjnJ8F83sfHjZ+D0x1v6K3ku6U9ymHhcoly+BUfqv
ghCSfAei6xtOGihNxZIncW8kAQY/fzQBqQ0uL1WG/kWB6yi8MKqxu3ccGq1UNLRCCFNrPxZDDd+D
Yuhu2eE3cwpr75rBmvrVNJX/oDMAqv1kigqP0kqgdO2Q+dNXVgXKxgruWmvx3yTS3LtCeDmK5UTu
hzxdn0tzci9UgK2+CdrkKqhKMIXGaj4jRSwP1jCoO9cn/r1dyBxAtNnspEfY8ovCbMT+4Yf9cC2t
bP2yIuOkeCBSjesYLYDxVNquG75g9Nla8cRmZvuiNGtolTkuHkwq43IFGMt7gZfNYrfWMYxW262B
AVDW9xuVsvoeqAnvQzG1w1PQe5z9bAdBRbj2unKeJNvgPgeBAp9y1LGlHA5jRPCbUsurbf8w5cU8
HzgNymfUZSNIJwLcLhy3Hv1da4TVEfsKurwOv0AdN12jjLuFSeCJJBn3QxZpc75mbO4RrOzZi6Fv
V+sxw8+TxSsDAuaIXMaYP818B8EjCBc6ogEUYpS5ld+wzaWFG3ylxxNsdDWGMTvpzp5zShDqVjtB
E2XYcwkqd43D4mIyVLfhDh6E+MCslBmHCVoM6tVqCUc8JBbZUeGsDhNQxTXO2jEPOe5a9m5T+CEo
GW2RstGRenHZ0iLLd2XSD5o6z/LE/eTn4GiaEcrjPuDcpHXrmZX52uSO+aptf5lvdUgknqTRxGgp
5yrEGWAAXYP02GX7Hi6cvvW4KeWXZoIBlvW/WOo8dXU4800ou7wMi3D4mi9Oe8eJHIznENObEbaI
3cJoJ/WZfbhv23e9KLc6GgAirSN6UA3ScbY5Pipy509IqmV6LEZlQFIL/TYm4QJR2TS5qA+hInNr
Jb3KM++qzqnMKA/H8dal+YXiOTPbo7bL8EK2Ogz2Fhe8gdTHycDUS93BZpJ7F0vS0kLLy7k42Ula
3Ft65lx1Wsf9zuXo2gO/1/EZWp1/btrDjKuOeDRQfm04zDySuZBMLebiYiob+wKaW+scDZ3oMq7w
XjsXjZx5/gX0PrhVYgINkHHPeIFBCCHRWafuuuQMdWOAC3dOktFzN7QRIprDOTNG82jPapcIrmLR
lhVnw25aWOwVpdueeobLOpCD7K2vU/VAwhHH8jr05VVvau8jNX2cbiJb4sTltoXxwxPXZSXb19BM
kTgXIAT4NjrN/A2m5iRR3YwFKr6lxtI3ADGHrLXmHh3zgVbaqYYvOgIEhUuDKXDavHBYULuj5aeW
HenVFZd4bYJut2pXmOcUPspDP6vzp5CYVjdOwzr4Okm6b7nrLMD7szx46mwjk7xp9p4YCVt7VoyZ
fW61QQDhTfos396reZuZ3VhPiI3qy7Ce+fwXG5lh7EM0u/TGrb5LDe08Mr1uXpyqHY8lhqxXhyY6
i6Fq5ndLmd1d0JFRwG+cJc6ZFp59Bg5umM6MyqjLmC6p8ZowWgRu81kEZJU5WzieyidMfgFay3Dt
1sO4AgY7qWCixe8IJxOUKsnkwntNvtvulJMsY8zY1/wAOFOgLsOhJtGrE3CNdjKzV3sHg5CsZG5/
A14dy16fMwJMnrS5aMSinl4f/LH3B1o00r6oNu29ZaPnxQA/B7dTwBMW1ZVjAn9js3DNnlYprMDh
1Ftp/8D1e4xwpjMCRbN8wp9BQZg1OFX54MurEM05oyvR71vfz84yDAQug38APXgKWHQTxsQgpZXe
G5IvefMfZJsTQTAGuHPAW330jnS+69Flfh7m/Ws4Z+FDuiTpHnGGjSVTyI1nt5kfjE8fBMv3I/k0
R7SbTwLmQt3GTbZmhGvmU9Udu37xX8y+sUcSHo0lAq4KfW8yQZt5TdAtNwhqM4xmjToEpQ/dJ9yc
H9WnCcTe/CCj5dTndKnnI4clHn1qygCdtIqTT1uJZ8y3BjePIwlzzzmsvEdTWN6F1ePkyEGHnFY5
n7i9LTdbetZX99PCIrspuzCbYbX3XE76o7d5X8hmBUnI016mx9mZ9RniEFrZizk+zpXpHwlEDp86
wz400h1vBmUxREo2+81a+e/NpyOnTDKDJcqc5iLYvDtqxDoQA06FeUo/HQdXM1tnnD4fsPbSd090
mM0y094HbKo1vWp8Q2AdehBOvpc3sXKL0IxJVs3u2SUrPE0Mg6Y2D9kiWp5OzvrNs2Rv9qVpKSDU
5bgA9JAWO6S7XG3B4cWSwi/uirG/lXle7zH7j1cTLimmZeFhXJQ46z27unAKYZ3GxIsxFUtn35lC
fgRFa+9zf+huwk9PFkNC/FnFp1cr22xbTjMMd9BVy6PfmuK8h0tcEcNEy1FoP/Pxe6WGiz6jA2Nd
hSuoJiG5XydDBaE6aIpzSLLjHbaTtzVt53OuF+pULl7PJAixfmAHzo1FDvTTKMH47uegz7cmqe0/
T8W8HLNPl5tpKRX3mO2ng11Bt7Z4Ps+Sts/t01xP4TcHHsZ9PRiKL99OcI9hLlYX5lQlpDd9OvPU
ZtKrNrueb3KrYZ8Mwb31bV4iJcLm509OdTO0LeN413PH28EXLKLMWtnuxVr079iPmUGRSoutUCr7
uVfUhE6vzfpYblbEpKyxABTcOli9RBmISAoKFB7jlTt576QGUNJcPziBFGdcxvFPZgZKPbtNoUmO
lE371q4ZcA2bkbJLrBen68yLumiYk9WmOrjdVCCcF+LVoJOLFRaTplkUMGoSkZ7hGdOkKYp2zx2F
s7XfHELBZvrsFvQa9G7r5dT7tvk4Kx//BvuCW+49xXuePdN8boM6YcAHX4F2VFjepphjXt209iqq
86H5sszJl35AEV99elgnNCzDAZcm3ta+HiVt7k/jKy7/6RaDikhuFncM4rEfw6faqHrgycZ0XIa0
XA9zOjmQ5JSxEOpVVPfcB9eD+WnH9Tdnbrl5dPWnXbfBuDtPqux3aBwQRInqiMzROXLzxPAbbN7f
eezI0paYEjgAu2/aFOVt5mJ87ZOxoQRbJ+vK+jQYC7qFZ4jxp7OGIulOjuPB96tg3fnpUn1D0t/C
niSeBfqhvADZveCCSLKTufmbsfFkJyivHH9c1nWM6CL4QLy1DDHTqsDdKX/R3AEAe6njvHmr/XXU
XzsIaKdGw8u9XVC3HZrNlO1Rb0EwZaReEg4ml+xM89seNSrZlOA9zN3Op897/fR8p34wTPtuM4Sv
5ON8xaJ/3RYWlgz6t/Fs+/nXPK2N+74vMIOvpUUDzchfQqCxJ5Eyay3wpTcJo8aC3sOChRKsL20M
wW2bOrmJxOTJS9jUCFWnsj7amwkec7O5KzdjPHjAnWqQ0uyUl4wzMGG3PqPXg9RusJYznTninohv
fofNgl/69r3pY8qn6ZfG2xD00EOC+D/MndmS1MiWRb9IbXJJruE1Qoox50wo4EWWFKB5HlzS1/dS
1rVuIqDJvi9tfevhYlRBanQdP2fvtW9DC5UOPi4tDoylx4FGdgIY0AW1GCWAHJI7vfXE53CgslNd
hRt6yLTq7FXjRG8OiIATm9RwYAUEIQu7xsiTjwZRoxRWISAsT6anyYvb22yFFBjQChbcQlvQ9t+c
FWQgu443CFJveZ97OG3V1H3srTJObjS37D92ltROTen2n903rII0cVA+pNQR05dSunj7R2fQc78P
h3Tw2Q/ZtLtUEkHUrAuLc6TVh9okWQqaqdgUFAnVetO9MLynAjQxPi4IZegEhVaiN/vYHGlcNmZE
ler1la5tEqAqHxBVD5gPYsCiEbk5Zw3WFh3iBA/PTMTlC1/cdtzZJeLhDQTgSCJrRrx4HNmMFL6o
MZCe+74KY79CZ+VsYH8SzC4nMREkwNCd1Lq+ZZkhR49NF/fUpflECMC4+XPTfB2NXnfMJVQLCkrd
wKp/NflqYEErw/S+402ZT24x6PJAOAIA0LnCSm1VQ0hUT9jOd06m1Z/+/LN/GTkwCPSYBkJ+s3Xn
bSb4c+aDa49oUKrl1a268jbxzGEfzQIkL01XPxHNcKjMfHjSwswqtjA29d2ff/yvIw8XWxdHQOQM
Hy7U+5dj49iRsTbZdJIXXcRxUOilQwPRS5L57xAD+fhSE1VBVglWHFr1MC++pmlqdTt0kVR0qiVi
Y0vN36T+LJMpO6JKnfMz07fQ2BPMXWi+RdLb9FAtwiVgd8a9/E6S5TpQvbx91B0E2DFV8iT/tyb3
/HwJtRhV8CywQUJwz+x93Mb0waG7wWFDhzcYQZ8JkVMqZcx0YhIvKNxzsY5qtEl9tLqVhr60yBZ9
8Ta1IbLEzh/euc6/OUhcQ7gnPI9njOO8PEhoqYN0ALds7LpNx31oanZ1xsDEcfHhfuxjlXz3sp5Z
DQw5LvLbFMmr4C0GRhMZdhCnEY6ACQobYpJZLt47L8E6lbu4jK4wJcAlF3eTYdm4Oy6PkMZ2XMNM
QPE/5N749M9L1xkdxGxR06O6Y92Q3c5O6Nf7TtXO9jGauiW/8/DKTrDU5x46VTdllA95U/K4dJPJ
kxI2k5jPBZRsFSHS6m33nWjIt/jon99fDngF/PEWGVKHhncl1EY0teRejLXSgHVqHcxszt0vOcyU
MdBmXuzXAmpK7isttrLbCHUQ5O8KA9VdNNtVfMbvEslDntdkZ7TQJfIdI7Au8pXsECvKFhRBna7T
IDoBcCJg3hgfpYQcD0czt2GMQiy3dg11M0EOBVsNaunG3WtuVUAN5RX4wY4pfcJaRa81aZiZwC5x
tdcaUZh6VF1sv3iTCSwUp2ldvfN2GJcqdonMADXIGmsG9ZJfXcO0FgYThcNQB0d2PMV3WuKytRl6
8lu2CTVTFZQICs1bognZUOGUNebz4tkRyjCiKuazxabtnu5/hxqA4CQamUKShcEimqVn3Z5R7qAR
lRrwcsvo/IYMHnPjFhF/1JjcKmlIV9ABhbntkLqvtV1ky5GuS/qJBr8+v/z5LbtcTCHjIHthGbHW
hwHF/jU6KVbY4awsBKvhqjKggo62RGrkx0Iv6pOdtPQDdGJLkIX1RjBrHubSPx/AG8ryvx9FjoCL
bEseQxB40gapd/kSLfEk5zLFGLnESVft7EhYFJELUjy0RetIh8vsWEcvtOJPiVb1CBvjdl1ZRWT8
LWOJxzSvZWJB9tHhjxg5vcpdYarhS5nyEUSZiQ4U8kDYBGSXWns5ZEgiGja7yaaUi1aMm8IItUBa
NCr375zc9eVlwg6jzl1FTNgrwJ1dnpxEN6aHdv+NnUlzS6elzLdg6Th6OgTeLbvIIdwkwjFP2ATi
11ovaSc6DnrCAMxXaAbKK3uxqXTbu5/pjPrjnKbPxgQlnJmSkM/eMKdn+MWsKXooSe1geoNQVEfD
dZtMrrOlJUzb3EW/hMypBPRFL092ARmB7ZMVshl6xzd0ldTn4NUiVIplBU8qizayhcszzrXKQRiN
u9xc52omUw/2EFW39s5QJZTIft1m3PGMVbf5GKGYkRV9V2pytjV9Y8ZT8OdbcDXcXw8INB4UiRWk
ihvTWd/2n2JwC8tKKCJAtvf43a1jhRf8OU29kiimQYQNmbj2/GFEJs0kF0JMEig5u+GNB7UjodvU
gyBQDKrTjYik94OUp7QPUjKv7hwzMxHp11nxo00ko8pVx307jGWTP+vKndhfrQNOFpr6s1F38kUO
9OuBMul0795+F1FQTbNeB3iznaMxGf1Ic7N81xFJAtIEYfNGHzu2b7KrMnMjaxgx/lyIrt4SNUfS
RbiYSUJWxLTSipEB0nGhKI/5K5U1bwtWkR5GWMVflr9NII3CMqMD4vDmAEoQHgpjfzaSMhzIkwVr
z0YhC6spMNO8qfzSKTzrWM7pOmqHOHQDMVt86LyZjrCs2PtgtG7xBoyFd0u+KQGQZIXlXmD2BKow
FcSqBkfHRvQ4i4Fx09uN/T+TE/1/NIet1s3/WSn0PL7mX1/bbxdiufWP/CMVMk3EcsIyMGCSMsgz
zWLzj1RI6P9hYXWkt0fGLtYYh0LmX0ohV/8PrDGUspTTtr3izv5LKeSgPYKnJ0AXUCXiYjb+HaXQ
5UpIuDciOTRy1B2Y1NcjvHwNweuy++x0EcxOp4i2dVHMORq2/k01FZ57I5omcnf0vCChVIme9zca
8VDOXz9dsN+JfTjTn0q2fw4DmxswWAsmCOy7y8MobSl4gAsOA8gdfJppsrxj5ZLdsQGoFH5hQAWF
JYW392lobAPtbushc0htSAyHoW7Ce4trbx3DCEPw1oqj7mTDsaM3Ozdjyh+0yujhnWO+LISRARso
vDC+8qVeYcxvmMGfVrA0XTzsXRXtRQiZGK/KeZ+EZDRUtl6fiS6WlOth/NSBCw+0IbX5eIPCTBtL
nKMRT1ubEou0ceKQ8d07h4aO7OJyrofGsaE/R4qJHPKqAh50Lp3Q6HxKJYqzM9vTxpujNJjY/+7I
AXyEaUv/nprYXzQhDsnCzDQXA1X9n4/kckP6zzWiaUdeAwxIyef28r5mTK5n0bxpxz0iL6wiLL/P
NLAeJGmKFNRuAvNlATcIU/A9/Ov1M/V2ERxqF/aiZJu6V7upNkzYqYUO98c2F3zJ4xQB6CeFeZfB
vgcohySG+W6DSOHPJ331sX07azJxhaRgXWHE12V8t4JJlEtzF6EF0T4aeoWNhpUaKlnqQGRnmnDE
qKw2rRqsJ4UsZjMzOHt0stB7l0G7vsH/XcitB7P63501dpkvOTjcy1tgL24rFwPxl1FrPVFAjkYq
TSpMvmIV9SsJBz0zllObEl66Xewpf63R7Zhbu24i5JH/tS7+b15zaLzsali7ULVwYPbVa07vsVzC
rPMCt7FolTJ4aXaMw8NbevhgPkhvCD8nbOm2karzuwTQzocR7uQLOv1dziQLB984159ba9JupjSR
/uzBemuWPnxnQfr1uX1bF4XnUADbmK0vLxq8QUlmtoJ8NseDuep35bax6eYAJ701MDzeWYNlPcOs
iA7vXKNf3l2E0AhAba4TXQxhXz22VbNgGGKXsnMXuJxo3ed4WzH1Ygil1frnpOiMv8SQLz8yL54O
U+XGZ+YpyS5z0Rn9+VjeFJYXzw5HsDZVeIYAM1IvX16GIY1SfZqjdeaf5NQVzWTzqlYsazc9Kqyn
ErPsfDJYoe+XGb7r0QN5MpAjN8HLo8G9PEJgNpMzTFox/iXCiDzSSIJLxehWQ3kc6KqZ+ixuIDFi
pKyMYur3jPyoXiwnz71tNk8QOP98VlcGA94IyA58Y3g72QCgML1alNKcJlYiMjC7su8P46CGgyjZ
ApDgl/hjU5k7SsiZ1Dcj/XuC7npwxTS+t0Zf7mb/OQgHmwP/8GXiF5eXliU5SmAGDDvDrqdl0/UN
LL5RT8Wt1zsfyrXT/ufT/s3N5OMKlsdAV2tTb1z9RHNop1rM3rCbrFl91tkD7OC5WS+Gnpeu31Ch
buuunm6apapvPOb6J5ozyCaN3nmkWP0GgZJR0QJaFpJ3+rGuQA8ycznHYkZyik+8OEg9X0c3RMxb
BIlhlrJNzfn7z+dx1ehbrxznAV6HqoqF5BessKmZ1uxm4bjrO7wIfmvpfWBXQwfPMWrOlRjlgRwb
qKHkvhzqJSJHiuCEZ6JDHmerrXdeDIYYbqX9ZPHZC2Qi1Wr7de/DjDFqzQr6zvfAWK/s5WtEw5U1
b137bDbV168RwVLa3LcKZWqb/CBDJSUSTg33cs7nxxVieKDD4B0HaRRPjqb+Zm/g3azmI7+LGjsJ
0PBpNy55US+Va/f3RkX3vdfMQttM4TL/tSCaQg1RTveoiD84kZYBiQ9vNTOlFY1ShdmZNo53k1iy
d2qgXx/i9TUiUWGVrRvckMuH2OghjaWlGHfhoM83XaYNwCjH6p5Kbj6GppW+8wz/+vPI96WOowdk
2nDmr74f2KpNQqLktGOvXX4ye+0bRUdCs6ZVX/Uo6f89OtH6qFGMrmYSvgPYVqyrn4fsqkAoMWC/
AgHwAbZq9l1bJucsJSxYVzXynQX3qgP89gNpSdC/h0vDBvmaT0QrqnQjPZp3NbaTLUIiZpdNVTxD
c2vI/RidO1p/1nMz4KO2lIMLfhjI/Nx4lS4eBuJ/X8zegqbVT/Y736XrjQKXgkKO/pugyU8T7qqk
RPfpaV0STjsvN7N9OHviYxSS8+3l9nA39a4XFLYtvvc9LCfTKN+jiv3ux7sWYzVQqxbv/tXiVTUF
1s+umneLnk0fdK0WXxhE7DWrcHsEcr3pT1r/DepEfYpTzXnn5N9yZC7fYJ4B6B3E7ZBWQfVy+aC7
bl+a4M7UrquoWTYICuRLa9VEuZGEOPjp0r14I+TKPnKOScz2vNWd8d6cJVI1xLKoYoaagbid5qDt
mDV++POa+MvVkewgIXKu3hI2mteYeTsfEgXwztzZlAKHFv3mfRVVoPiMpvmkpEk+ZdE8Mfowd2Xe
6c9//um/1rvkVPAP31Rdf4vgvrw6SYc91mSsuEuT1tCeNGJtPygai+ou7XirYIJUdCGiya77oGM4
mtKwrdqDEET1EKnc9f926c8BgVRC4QZAhbO6Kt8iUgH0goRg1gng8sy7iX8I9QokJOPCzw7cgEEr
/4Xhwt8Ufa9+U93+5iZAu19bpdjYeBiuBiMY1UNc/MLaZVFnstHzRvGjl1hS5sJ29taoir8dOs+o
n1J+r9KM+r3CZn0KL55SybnSG8C6bFG6emtV+9OOdIqVbcSjjS4TJiuwXYwLKX1jlZRH8PrNqa30
tAAXhc0BNaM538TaWKkHE5ZL55ewzteHNyyqd3p9V6QrVjWOC0OSx55ovS3y6nYwdUdAZgzOLoT/
S5IgNDm59RzEhIjvxyUOXMwWsAG4MKVfVnZhwn/sEL2NSW8fgZuCRuhHw50PHhNGb1dmM7sHc9R0
dKdLLJ+TRKWIRZJhCfedMsA2lAwD1XvXd72Dl9cXmTa9D5KjYHbJ6+CAtipyUaNN3Q1Zl4aQht0Z
Anna0HKIx5jBclhGlg0DooNRGXru5FdV6ehbxBooPmZYK/2e2XV3LxCnQ8fUHbMmYm9u3sMP/voo
YvE0CV5g1cIcdb3/dyq7X4HIzk6j+eNn+SyP/aD/xezeuzWSOT+4jZi/yrraz7aR7P68HPzykabA
oUADMUMWD3vr9eB+egrJTI3DLEmcnadM7YmMlfHBjj39JhNsHvQ2bN5Bkb2VT5e3ZW1p63wapAFz
x7l6vGgwdLaI0SfHTgk0XTNJxmXP62uppd8wn7SqILSkOvBNhW8ReXqQTVl1NHIWIkfri7tqcTIf
k0x3NgtZ74s5abSgzOmGFNHifoqdmsTxuaO+grGy/fPVektTuTp6PvUWHRLqDMlJXF6uGO8X2awJ
EQw84XcmQcsvoiR5uIpE9LGY2PPm0JGJeoB4cAMWOCSwhmxoshagEcNMRrFkZ1H5Ts0q1rXi8rBM
Pvn8b2VY0nVe7/JPd7GlZVLVi7ns8IvlhBfy3QOkBLr8Q2JbJBlPVqxXRzUzUd1ahANUAbQV+6Zf
TOfUkzSCFEvTSOfEiNQSG2FEcOwKbVZn1XjIoM0W8/1NbaDXeOd6/u7AsV2y0K64K/h6lwfOk2CQ
CKzNdPjJPt00mBPLIBts76F07PBz2Tc9ml6ykWkfmoMrAtz06svQlWho+VSbGGe0EUl60sF7h08X
OYchnBCVTfpacXdikKsXUdPfO/BfV2++VobNFWdxITDl6vuh6t5BDimWHao5An8jU/SvMnPhgJrR
Y0mkOekZrvbFasH1REbcvbhVnm6VPpV3ac+L/c51/M3hrFtTPK7YME0u5eV17M2RXQc1/852FEmG
oTluBmNKTpUtu9uws+ErdbFzcivlnSqtn+5ysRS3/OLoGHP0TpDOrwWYZH7F24HogCskr7/oc16h
u2IMz9S+2ueADrIto1D1hIY4XNsQxtmMsnYH1lW/iex2+DCRnuoPVjfCLkMpRkDL8sB4GFJVN+bv
lO2/WYHYAbmMtKCpeixCVyuQUZaR0+romxG+IbmqaF8TZEn01oM2tTE8IhPU8l/arPV7aWhK37na
bE5fkJNSAOVFoWEdn5xK3NI/o5ccSru2fSAY+gzjdomL02KUJsg2p+mZKMkwrnb5klBmJuxa3rvU
v7nxDBbWapLmCAvA1ckQFg1rKhvx9ZUeTPTYaNmG2u5uSiMt3LSyW27xrBVHNUYvGtfkAZWVfTC9
sNvj1pXvrI/Grx9dPmS6oIiTzGqZFF4+hzZ3Lx7YGexiu1iOBFKUd2XP3fCF1JeN1Zsi6GcSt0uk
QUEIxIaOUqc/uMVU7uJm1HGfqAa+LGsFO5OIfF3shK2OSlvm2yUp0HKgZtNeHAkYsivi9EtjNKBi
0v4reuL0c1449sd33i2TY75cXNnCGpyNQOwDh3a9BT8vrmk2a1lrezuDF+w+Fpl5awMv23llnr2O
BMdvogxppaEnCKv10PueROorN6L2l26On3o9e49h+ZvPED0xpgascGtn7LpHkVZDb2TMW3YRjaKb
1u7qm4TndUNbefGNUcx7EqOHTx5fpTvWhdmfKOI2IK9s/Gytfb/oqMv/fJnWO3t9lUjNovOoIzPi
Bl1epREe1aQLB+fmLO2/5rRICEGQ1S01/RjEWqV9sDqneGer95vnjZYvzxpzsZVVdo1lBe4EEwiP
Gg9PRAwLOpID+gBnn3YF+qG4KM4IJqpPSZum57rT7R/KzF5hYpESbKNA2Wdu395quZeVhICXZ2l0
9p2GvHOTLQLrDWbZbl8Vowi0VMuPC/keL9VopC98aG4I3Gidd66ieGsa/HwdLW7r+iKj6HAhclx3
3bOc0C8+iToWtab1tua0EDzWMzZ4ST1jnnyY7xALeyYSkc8iXJP1ORjecSr6DpfGzJZzgwe2WTYL
+o36YwnUKfKNMsV3j2FcN+5m3dQIh8eY3X6ZRD4FI+OI/cLgu9uOcMIiPyvtF5nF86eQWENGL2X2
sZr0ill/PG4bLL+lrzWir4PBy6neU7PB2hfymgDWpz4eqN0s9ZANIqP/HDuQ9+zYmr7IklSgDSE3
gq5mFuYns+siFYzVKCCFFcThujbRFIBZJ83zy1ZigmxsK8+PoaWrO6RQWrud4eY8cukwwqZpm31v
Ef6k6EonzPhoIaLxPFLlhAdj7EgNKYy+6zhBbciOVAjZI42c9gdZGsrbzJycX6h5yX3GA8rdNiKH
RlV1zZ0Vj6mOraCrzC0BJbifBuUl46ZxZEMO1qTl7BXMWTsPYd98CkMLdByhEeRrLJrC4FyFuldu
B6IK7lJiGsA4IYNuD51sxiOCN6JLTBf9whKCzQv0sTXvgXVp+klUzNiCbMlj248jtwF52RR6uFco
tMTezLr8iYvHctgSa7SQQhjpW97GFaxY2c63AvkbYvs/v9e/NOB5IFnOV44Qc0q0yVdtw7qxSW1m
SQ8KkYhTqmflTnNa3hdQLLfmAgN0M095vRN8xE9WZWZH9o/i+M5RrIX1xWvBkrI229bBN9tm66re
0q12ITJwgd6Z1v0xz8LoVKZSD3I3uYtANR3NyH6GNpXQTY3gkk8talrHAyefkjcU9bNNHyjpvv/5
sK53T5w2R0WNg5KZ2YR+tXuqG1b/ZokwTM2F+p5nEwitwWkfxiHKP5FhXu3+/PN+qV1Y4dip8YE1
gJXzU9fL9NO3qAYmXdrt6ASuN3k3qQqzU6vH+WdCeYxtIhvejcgq73DKRcduKWCK6Lhj2WYJ3CJ2
JpD7jWm8fLTntniC75M+SwLeFWZW+xYCI2tEgyN1441Ypy29E/p7TxNUn1/uJJtN+01SxKeCb+bl
KXjWJGv0W2GAK2exg8pyWvfY5A1h8C7AYhIB5jg+hWT5dXs9N5fnhucPqOew6Dh7pFC3hLN1ap+p
aal8MbKphVqbVJ+TLlXwBJ3i2Mdlhosbo8trhOcw3Y5lkgHscduy8hO97j+2JbrxkLSCfegoGZ+a
rgPal2RVPD3GBQJCuAsD0puldspPsb0oFr6+I1mN5h1aoohMGOKIVNR3QQXDNA9GOA/LMXLzsn/w
4MSRylS48rTurz3f0Fshg7KNqvGICbf4WtdpUu/S3MiWIGQn8RU1UZkfpi4lu9n2WgrHHM9Mt7ET
sVindAHJitypnW+WjNYYjgPuF0279hsLRN6/0IRpv8ZtaXMnhyhmOxUTlXUqISMg2x0Z6/lgCeUd
CfHgZV09QZRBvKx6tXRg3ztrStOCJc0Waj/Y64AJpUsZHZnNoem3GdtaQd4nJAlljZcPmxoxbIJN
hyTzzZgnrjqIOsnLk5N71nyLJ4rw6VIt9V7pKrw1DJb2Wa+X9VobT2HlURDNRAdmoBBy628WIPdB
Sg9dXQ/ewzcnUKfMG1MD12VhHuiLNc+W2ZfaIawAw2zNVGYSX3Le3SutWMGRMoNzOni6lfpxphuf
3UTzHroUjsE2JtFMD/gUeS3LcLe8lFhTsfXnMn9ACQnuUcvG8RZ7VN9uEyAn20rZZbeGIcp0E1YO
enPU5Tb5o3gZjR3/Fu6fjGkMbwinW/JnpyV+izrfiU8TjsK9I9qofE7wLBfBMkE3fTEctFsPjlOV
474B7tiSvhRr37KUvesxwvrSBPPSWXZgh2XzQYuIHdh5TVlq26ow2g4zU5/jKBktumR9krRn+Ihz
FeSzZTvs57MYgUTVeeTsJbanmgdzTMhrNJMZhkRKd+kGSWym+06YkRYm9XTYF2z0SVFtLbff12mq
xhs064J/mWVDS1cPAuYOyZqb7qqlzp9KPrOjb5bJ7EvSiMoHbCIQYVN30HKQlcIgU0bn0TXU4ES3
JTGGaRAuU/KEfy7Bwz644XRjdOZSP2tLbUPh4t1URzDHptgYi5q1/YSBhJBkd4AtaU3ZCkuYnbAP
eMHJ7unNesr3i5FBBMYvOfqKhn7xPZN1TgK50mPrVNSjzTCF/745EM2zGrQSbTC3RtLA11hz0y2A
YHU2bBUN2eWeRw9vdoHIj1isOG93EemS5LpBqLgRHQCLA6DYhkWdXQubPOV9AVbU2dsCC7gfk1V5
w43smLNnw3TEhaPJTegm3jNeUOE8sKCMs4/wdIpg5qyjGMUU9CVXxKXlYBE7P4oGJ9uOgu/mbS2A
FG6siFJ2J6w2XPxlht+KoNECTRY2XZ1DKM4F+SfW7D1DybTEqSxm+UyotPom26FieasQEW7JSDC7
naHyIj4U2IkyKLSW2W3gXLefLYM86W1NdE8DwaQWJQZagBYbPqfgWXoQ9liEjXQYAoV/+2NG9Op3
hazto5W1ZYMPHwYwMAxkAecmhy+9GQrlyiCaS9gG2QAKaIsRGTyT6RTp17DSVR8sZOl9BNqJtxTx
Bnli2URkqT9GmuXuc5CEcSDyqMeMxhPTbwfyf/pHJ+ZEd4hdqBgnA9xlkDrTdIavkf+dQhQtgt6r
ZIrUQS7Wow7Q+6Sw06CLshahmLa1nX0bW2mMQytDxWMMCevEGnNUwcQUbR800s4POPUcANL5wKtO
J1t5fjT25FLK3O0f9WboPyxdi9+vG7M+vfWatENgS7+AZFKzs35wdWV5LthgGUFHkfRRm3HWbtE6
LTdKdd1302w72s3L6OaB6fS9fiTuO6cIJgHIfkILq4U+BiFl7KeJV38/URGPQZpP0YehrXELukzt
zCPM1OmopWk+HLOhqYDderoAdtMX8+2UgDjloZR2hqNUqHET4bnNgPv0FGmu3pHfSBLMEpA6vJpD
xxgHAT2knnTR1p1AkctK+lmmNdGBKAoDI280uLpvlS4PcNxF1snETVCeNKrTrfQKeMh9udT9fkYJ
qzCW6MZLhjo5eSZbi0/5kCuvPWGtWnpUsllPxdYPLzX84zPj5+hxznhHgbCn4iGLC/vT2DvVtM90
fR5u56qbnh2zwxLUFfjF72FWKJscOIcgiqyzWGJja7G1LecCTCZvEuX4uB5jar8VrrNdGh1lRkpg
4ym2nULxjU6Mv+JhWKMl4XiaZ54DonUrmfdPanTCZUtOnHI3qPDylkV/Ek4gJrMGGyL6qdoREOd9
j1OX6+IaDS1Kw9XrDi8gfFUCdwV/i+yr+jiNcjov46gG311Xr027RHwFeyoCaONzayIRLhKab95A
73tWSOr8TDVztEvBhlS7nt/CBTtakEC8NhWn1igbXBIqzj/ONTGbZ0Xfez62rpMDdDUKVeAUwV+X
9Dm1jptbpTyG9oL6QxtyCCJQUPqNw2W9yxAXAjosTFjEIOH68+wQ20odCGfDX/IFJkQLEOMM9mJh
9AnXarqB9M5sdiG1Y1cDO6ZBNtFgPhHix4ewZBJCVZDQ8DK7xX5CdtSPW1vCKHop8ljpdwVjs/g8
RIP9Fe2aVzPyNvp4QyhYCdi8idoCmXPTv4Kfx10sB5Ofxi5/+Yyp3qmDcfQgrrvV0oFwWlTXb01z
ySEnTc38lM720gdkUk3fhsnRXx2RP0a8LRxXA1lgy+pCg2kg/HwPdzQbNnqlm4/hvGCGWLvcSPqY
QIlbLdUl7P0o026NUqNf7ng47fkZnl4coJAXxLRaFSCoBI+9XzQjpO1wdt1T78BMOKRlzrXRRRF9
SOi+buhvZsNBWV0c3XYRLHielGIqtqKuSE5Je1QtR3oy07ECjtw/LVNZaxtnaazvDg4ZsaPm0/TH
RWudasv7bof4L+L+kSysfg7guvOkUlJQHZVLTDncdWHqsVNfomobNz3JkksNnxuZalEixxdiPJSY
6sYdq4bdBW0+YkBxPJz3W2ekJXcI1ewifh9M67HBI9VuOH7CHqRqhm3DQo7dWamVS1VbtR9K/HhH
MvGAt2HA0xgIukDsh9Zd+lcan/ptRf4oGnWGlrgy3aWrHqLCHsI9kvaYsaYwM7jOUmAUMesEeg71
j7dLQKMBAcyTngZE18VyH9aWXQQaY9H0yAmST18NqXFEgBYut42aVXxvuaNskfUJTd9nsyF+0HQy
1Wmqc1JcLL3WgjG3CiNw+okBZdGB9cZN2pPQDhOv4B1NzNeMXQfhghoaAr+f8qW9U9pMZVnVVtQc
8Oa1rh82wql8XvbKCSpQAkU0bM25ADkT23H+GuFv+pB7bql8wx5sIo6tvDHIGyfihftC1sDG1ibn
M6jjyH2o6zJtd1i9WIdAe8TjIWkGO/qkMyojN1uV8X0/FEZzZgWnD+PExnSn3MLLTqayatRtjAiX
LfkYKt1lSyTkxouWQd2kFi/qjbnQ5rhXtZXkx6SAmxMYTBoe4qahwojrlrQ9qGQVc20AyOom9kBz
n5uEJEjk0Oib9lU3gPiBC675TQW13E9Ms3jikUfRkiCJRXOFx41NWNJY1U5UeC2FwUbTH+VsO4Hl
1GCQRcgmgm8wuOFI6WNI98V0X3vCrmUQzjoItTDHHZG6RX0MSwGVFX4rsBVdz+RTYzZGdYgtBGMB
G5ZQHGLARqQjNXq0rFFxJqSyHpAgXkQ7UzDT0+WrnmTYKlQSRyf0poTRTXXKJdQaPtmqGFyCuFE4
NaCVSk0LEkbAAV6thHqnj5rvkbUyCKZcU+YdZCgTNNFSfDUnxa50UrWLUKqvYMWXWtF8n1rqt2OV
rBAxCQ2QjX4zjaRmVlVSB5oWRgX5mpjdNrDQwfq4jiM3Vtd01pZUKCjYRdkvwylbVl2sLKz2ZX0b
1LYpsMdsUxXVH5lXNs+CJzrx5VKnOfa/SZmsze6kg9hhK0YmQ5J2m0zAJ4FyZ/b7vpoSct9ilIFK
iOiHylqyZJuhyUj0M03z1OdOYQe6VdfJSUs9hSccb5HlWy4KEEyVo+GDvCtRrPXa8BApfKo7rCfl
q0i7jOTyxNLTM2tv/6jYStgBaTDyW1MqoUXEaJv6MwlpxTnpo/JAn7skIRJfMQNIUyetUi6ky05U
3psib6ddVKXKffF6tH6+u9TMKzqdrUJAR7+rftjT3JWwEAUUzUSrgWfA515exmioxyMTpfCmqO3W
3qaGIHQ+Rgbb7YRo2M+2UZK7gZ0OzggUaXHSXRLxPIByL+PXwakbuXVF23o+iPYOuajBSReOC4wn
dA3rWzJoCbD6YrRXbN70TN8ufmqbSv+bpyIjMpwKqdxg8KmXI6V8H99FNZGBfisJAO1E3B2s2clN
cCzaGg46x9XsW47qpseQ2kL3DYOISvCgMb5MKRph7LE8AMHLKOCcmxi3mXvjlA2HA+549LYJFBjP
bx1mIlvbUIQNkmfqdPdmATSI0DACzqk8ZiH9ibbdk4Wma8K5vbisE0kTwofzOiMsHqiCspvScrXh
Jiay9OBRxxm3OIKdgeoZps0DVPneAIylwSswEkM9NXpCw8C0om7eV3xanA9Meco2ADSfYcyINK8P
TLJZzPs6m+V+SgcQITqw1eTAG/OflJ3ZjtzIdrVfxfA9Dc5BArYvksy5Zqkm3RAaSozgPAfJp/eX
ffz/aJUOVD4XDbS6VZWZTDJix95rfSt8ddCBbiGah2wCFC3rMbRziKs12RR+1II+TR8lBtnNhfja
UGKW4iSBdJLQ2tapG0GuNxN897ZVn1zZKQHccA1ZnhjkHchNXQPawnSBHGhO7k1fkzwfZQplUlRn
zqp3bh9KIial+VUPIjCikUrnhPLI1KBR6wKCJZPsK2yUXrqxCHRZtm1gF/5DCE9+C+FMo1ZpbFZ9
TzT9cPZMyBikLHYJE6k1devYlZY+J2CxgOzWowXPtCoubV9klL7A/DJpEfEXydNB76c69sM8gMpW
0HsGOpYtbX5sljwssLmFJn3ysAL5Wqskue/wqwW7C5D/2GnRDXGWJNMXudJg2LVM/BfAHiBrb2UN
FOhz2I5GeENGKrhUetWCZjsCbLbJQL92YcVuRZFF2QBCVsSVHFMONmkxkQHQiIS8EoOK+dhlVWIf
xeLCyjcWDLab1uple5jXy5pp4F6rKD84MB+DfMSPvPHL3nyaOcsu20FT+mwnQlPWXQPajmiLJk++
kizMOjiXnKeYOaC8j40gycBNglk9MHu2AQus4Kuwr9A2OxuecsxbrrL4JsEdJ5GfJNkSAWiYSdSc
cXzE5bpa30v4RKj3zGWd7pMmURL3MGisQ1Yoby+gkWXHddaXQ2I/FKfMrXJrYzE4Ifl6teYXpUOC
NGYcfuyDpHenUSi5W6PGkmGkgaTJeASR4sRKuN3z6ktFyLfDR97MfcvaUHsNh9cRZa3cdYjk2Ju8
eRxuhhEDeISwBsaHXRvqeiYKB9RSIIP2KDqOw7dVYeZPc51nX50pJ/DHbjOZHmzioKYIJ7LfHqde
kRshey1fmE2BlnH8iZeHgf55rYqUwQKn7vnESWdkggcUYlvNtePEdKrkiQjsyYjVSDJWVLVtA7It
hadwwTpm11h1kjMEJdFcmWXHwT1pp8Y9eWwcrwMTU0VemHa/hXT80m2ZEV5/7Tp0RXZ2o9IF9gJH
fHBZ+Uq3jvbkfIYc6673DdHQ405g+7Wjno48nDORdWduTM2CbPiTeHX6rnyxFslEsuIZdW+Vka1e
lAzLqI9WWtfXuTTK4KnDK43Sw5fdqajyBvwmpSwg5qmnF+j76QReEJEoqEKySi68lrp4m4Qv8Ea5
QfaTg31d7ZsmX5Mbb16YwVa1dr5N1WxCXPCs4IZMF/q+vDU72INe5P2olKALkIyecY8E0O32tI6I
FRZBQtU2F9q8tlYzWGK+FApxRxjOPfgTQci3TsM3xHCAHVJdZubhwqvs99MkijvZeNAPZzrGBSdD
PVLwrmPI+amazl252vS7hJRsaEuYEMNtLS1QKD4R+Kf6AiRNWqbqG0bffY35VJRvKG3WY1CM1jea
g+hYiiTAg4YPGXDiCqUuA9vxAhI7tzk2wdS8A6Jgv2bd7MvYR9BIutrYEx0/JuVA/g5mkZViy+j7
kzR7V8WN3/+k163FPVkfM7jSQBvdg8Pu5G879CHVrlsFvHu8tw60/J5B/MkcV2AE1LoBMEAjKOW1
U5E3EuuiS43YUBxxNnzX+uglbGCgGoIGgfmwUr7NnNY/9QsNjVMwtHN5amRrXkMIVp80XCfqgGDJ
OO/UF+DOatj7DlovgFMVUGIuXmHQPGymOYndNOcYybFG3qWNKO1NQ9h8t6GPIa7JGVDtifm0D6nM
MSt904Sd6G5MsXjehjiViTMNxOnhK9GVwBWWQHf7WiIVLxrT+FL6bg6YE4XBnhKxGmiJNM014tQl
PCboUjNKBoNcZgB/RR33BYwsHv1hci9NCxFEdPdWb9+itxa3MPaw4QxrTYBNKebFf6aJ2ZAj5cBL
g1RTtu2BT5w10G4Cu98mGK2mU1sYHrbqxDHX02BbozqoIvfDo8imDFdzYCb0IFQfGFeqn7p852lN
wkvCiraeJzDUb07jTZTaWFVbSolytPfGUtsJ3YqwLOzbppXmkcIS1u0AJP1WUzZZB13aAgW7FVKE
h/Q++y9tj3TmRheOLk6zVzcvxMiJb8iBbRnJapDmnoQg63PidOn9BMadcOTO7DkzdHm2nHF5DtW+
Tx0v6jo29U1rNqi3lpbstgi87bhceZR7z6vpszfp1MnsuPfqgPGyv/IJWdbcPHZpnL0CIQyeRTVf
NPIJLai45EQINs/ql21OOfytzkv5zazH9EsCdnE5BIZOEOH4pfpBj288unq0xA6kATlNddiu+UYS
DfcJvxAsDio+n7RRvhl6vtKGksU4CAxukpp95LZed7QzSzy3ubn+yFU3dMcetKhG7IHXfsfz3Pj7
VNEij61pcOZDm+dkHdbhpf1JZ1jLa5iKU72VfKpgX02d+UaX1U1eRJvV/heGt0tyxfHRLYlss0Zr
l1eg0R4aREkOJz0xT28kR4Vwl1UaOrGlXZSrGXeic7e2FCVRTkzPFFPN9e4uI1/uus8nBoDMh/Ov
dSjRG3mLrOJidsUeDnxQ0Yh0OgcsvWftuRi8TGslnPFtr6OX0DUhDoUsWXqY03w5xY0Uvq53K0Pp
L9OMteIOqxBQOUNMuThTS46xz56z7aDKGbuWRpsmd4MYRv/gyan80di9J8nBaKrhx1IPIwofXS4w
Krp0MiP0UhzsFxKf8g19gDy8lnSu7pMq9xuGZAg+opA5yDN0N7VcJRpX3YE0IhWzRbEjkHXH3lVy
wz71iTU2WxO//SHMQM2c1Dgw33fUhdWZFu5ox3jszeLn7K1ZHsFjKZud51X+es6Ie5ZrRIPcTVAr
dfqgaqZlsUb3/oPjdLbEi2UbP9mNOVA1xtiDeUOuaH66RAaomxWXX8ZDHDYHpcCgXFWdg2ZpbunY
k4ye16ScFblhx7Ja2oe+guO/KWHwkS0gmyDY1lBZwjhT5EBFo5whA85wK1A8Bk457g3ge9PGSiaN
LRa5tNiaZeucjBJ+faQAQRCjx3Q+9sAbOXt4CghPTWSTIs5q5t/AFnm6XnS3EnjolamTPDKAq2+R
iwzeRo7dkJ/HqSHPvUTQrfYFQXq3+Mb8ZLOmvk3q/ZB245b/QFY9tuHvAV6mELDZ7B5yku2edcvC
BdlrzXXMGp0knLtsFjWay4QqQEvLH1LJ0BkAQ+IcjUID6cc56pCz1zvpjRrKLttNSz/oPVeJ7WZJ
rCpkM8BsxwMW0J5z/LTpj8k0gzgu3IVOZ+/nCF30qEa0v+7i+zHNQyNjToQmPq4ZBI/x6nc05yZr
hvZIbLziqNGV9T12R4u4N2OdxNfZ8vvPLUvfS2cBj9liIWxtJkaDcy1tgr+Ag87r0yLbwDohCJY5
MwUSYpDCOqaxdRoh+2MwErgaD3DOrINHitZ3+gxcq0aSMxpzdaGNFbZq9L4si2DfS0ZzEYi/ItwP
CJk5T9UqhaDRJ/NTX4r6e9J7moEqU0sBzVIkB43AmAQ4TnlELgSiA2WpA/cMyG9lFGvQMNuAA9cU
cgKcz56nfQTD6zUY7frJ8984CrXzJWSg9jhxFDo44cBCQ5LUGQM32Ks1TeksRQszW2O2ZawUXPqi
tnVbNNzyEfJNFkrlS1QGdJm7a2Bt4MgbbaWSErVZdrJIiK6b+Sv3ZUmKKXHYRS6Pui7klSkAq195
KuzeZjhi7WaaCqM4UbkV9C3w4+9yVuJxR75HkB3KiQYOrTXmqLFcta5upTARKtV8Tn9PQqzv7oKC
ISBDBNVdMT+kUVgtif0zS3OH9yMuYPuicxK1gxaDfsFxSxiUamScvjEcGthRR4KjGQNydgBbkk/V
bqBaO5ypwBZs23Hmipezl5z6uTHTbd/65heShRqIt4uep4+0axfhzK+SFmzL5EjAUUDtCD7iVyFE
mpuc2awx3NYJTaWepko8TN54Mg01YSCs0x9wb2ZG1RZwYzof1m6uQbZThzmnxQ8I3dCrfRrX1T/k
dUeKyTTIx4ZnlgI+TV8ts/C2bl+TM1ImRf/4ZyXKe+E2mw0uO944/Cs0Kf47FUdRLoU/MS4Bne66
m8K21VEKETLXmZxj0RdMUSox0zhleveBhkS8F2TiCL5ILT3XYjzMv797baZUa+DmNYBiz+5vRw+N
WjK4lg0sOCRZ02fHmpGHM/7O9n0S6CTufH/x96XQjrPD3QDDQdmlD0i4qUwPqXtAb59TNho5Dcma
ZYciW53Z6NL7Xpf6cyZsvd5YKgP2S72qc4r4BgXzbEF9YaDhl+SsCXp0ZO80U7eTUxIQcMf0hwkL
Uxpv2yVz2dyAM5fPIKEvJu12VcfZmNCHL+2gHxXubIckmuGHg54poqNbPaOCHe+YdHSQjLKZgAM5
eYhP+kGQPoC2lGAQaXKp+ZJ8dU+JsrZfZZb4QWxCU9MbbAzZ13Ve7XrZUGwb1QtdZ6zhF44jCYZe
nf8o1wqBurU45t1IOCejcPR004NMiWbcWy66K1bopP7izQGW477WxhekK8jLzVRCf4cBrmu6rIVB
R9vJE2tXTm37mvlALT6S3P8mHLp87WQu2RdCxMXX+Ovz4tLspf0u8HcWxrBjjQ02OX6ko83l3zpD
YcUans63LsxfJ79Vb25Sil2Vrtdg/Jg3l+50qxXv+c8Pwm9a3MvdSHQZFAAXtggi/F/flqRnYtM7
nHeoUJobNjPzKZTZsHehs8ATbfs96Q4MGIOwg4Y2Js6T52uQWqh2I9uWwNJtXTof6OXeq3F5Uzwa
XCMbOJgJW+TXNzXYTTuSLr3sjKJJT10I7JaTQpsdJYviRnPoPHpIbj6yIVyevF+WNAgMuDiQp2GH
hdD4Tivoi4HCyWWa1Td0tVXXU3nmbneDmB49CYZnRmicnj8ZbaFOrTs982tAjQbkUqa+MGGgWuGd
l5v9du1yaqU/f1X/7N3B92CtBSTGF/buBrJQQ+eMQa0dK+wtCNe+36i8bK8buxinD5Twv9ksqfbI
i/cxdYGFA17wTg8tmTJLZ0xZtI3B/Tb2rZtiv1367TCZcM4XarVW1fZWuc1yXV3ynIKiEYynk3X7
r35sAbcIvyeySVPAqXh3L5CWp12TPKRE6eEh5+hOu0mFYRS0a/bjz6/1+7YQ2CghLROdJu7j90sz
zckReYVcd45oOJgL9KGbaiK6YFN7HLF6xr0vY8CJf6QY+OC1fxNjItEPL1ccZSTWffHu6+3nIGHs
xD1PcOkFEs4EILCnEi5gX/Rb4JiG/OCGsu339ztmelraNp4rbA/m+8es4eBiBMpOtjj00K7AJPYk
i5JZbwenpKZ31Dgdx9Q3J9R/eQvFnHD7PQ0sjvgcicxjFbhUJHqtrPGbaeR5H1nwhuEHUghwvzAE
IPuQKjFOioLDnnKHrj+RSdxCUVhrBit//vqs99cQjqnFUIJAGkTf3DTvBK1DPnMXtZIDPFrnb5x3
1grAH/5plv/q3Kaefm2DFpllubCmlUJWSMZCuhndxSHL9uttRmeiG9ym5vU4Gs6XWaTZB3DJf/Ym
L4UHhkX+Qez97oZGIF6WzLn3Y10La7cUalwezdoQpJYNs9WfcL+Nw9cPLs37co1Lwy1qkyMICifA
fvHrq6JfMjsX5M++IXnsSOenoTJzvQdqtGS7MjG/dgA/H7qF6clGV5cDowbxeWAa/ZHf7y938t/X
Wf9CEoOby8EUowB+i1/fS2rYqjaZP+0Ty0RfVyMPPIOft689wM7iqvHtUp1Xznz5DU9EYu2x4GUC
uD06yTgXTDE2IbZ4AhqUGU5XKF4ZYiAi66zz1ABsjRYY9wjrup5l3Mh774YBS7HufCfo26O2Wc42
xK2Z8mD3DZw/hYJj4689beNmtlV3XaJyEKfcZZ07ZVZuJ1feSoMt7jX9nc3qagAJis6czZzBAQPM
AfSSZ6M5Y12hvu9fPFgyy2u6ZmZ2W3cVDd25X9ZzQ/CLf3bcznVu7AElE0ENpn+VcqsVkTtKDHk1
eHBkHOPkPwpM3kmsw9LTd2jb5BzRvsQa0eGE3X9we7xfCny2W/Pi2MDTT0n8fpVd4FLSb5xNgPMM
sYAMhESI0vfEZ5aaAqSV02L+i1rPDCacT9IxUAQWgY7CRI3F2ZwDjeinNbvpg1Lg/a7HOmw7Ag7T
hQWBfv5dfYLP04S+li77leyEeBjSBmdqztOaXqyqH/jR2EjfLYnQNzCjQBjhaEP9Id7tezWkw7In
gnyPdE20FwWYVd8mdZv/LB2jWbYOrgi0XBnysPuRYMincAxUcBppEKa3y4QjZZ+PqWd+SYOR8/bs
oTa6p/8mCf1GVxelYQrzO0eUZL3WRlXMn1up2mLbUibP26bpO3PrERblxJ42Kff7BRjSdVLTb8fJ
8tcFr6GA3axmkk7RyNXPtmLWEJGTXBt2yo95ufU0QqldDn3vFuujsNB/b3TrOsz1IJpYhzAPq71r
4GmLL/PRFwLGgzeQ4nRRUktAskvpylHYVcNibAG1lV/sMrX2puUn/qmwFmS4uLQSMvkIHk9x2oM0
ofZ3+ls03J3H/Jzaas9EDFZlL5fRZx6VjmR6OsaUPPZM7fc+ffci8pay/j475lTtECF1BJnIpv0c
djaOlLY1xp9NXYpNs4a6+M7eQcenBPZdvjCmsdtokMoisUBlSUQ55HTPTe6lx5TjU3l0R296cOrG
pzBJkjo5OiKZfzisrCzxNR75yMnH8XPgVKE+aqaHTsyYun+5bFnhpkViKiMv00SW1q4MAFAHhfPT
KmzifWo1LG8VMspPTpF34keeB+jRDdn6AO9HEjQyrN2EgmxUb2UMIbhZrhYakjlxZnr2NyLAXLpF
b1O0KLCSceeKsmK+2s30FRn+cIpB+zMakR0oE3xaXpIwuThkXPEuPNNhM+WKY2AJsnTvc2BdI9Ma
q9dgpg+8EaT20s/ym+QLG+RaX8o2aWT7eiYdFLav5R3SOVvsJ9yzWI7tdSDtyerUUUzGGmwR9gUY
qRnXsZ6NWRMcCnBHZezJoH+bs4m5Y2mlnCNbcA7GBgUccweUa4M+t2xAktQHsFsbg/NvfaAvIaqz
HJuU0CVvaU/02AWOLCXkvKkdqb4NWZU1eI01EDjLUmUZ5Z1VM72YVrFGrNl8DbLyXLTEhL/ZMePL
9M5WqN/p6xA6GBuOzvqtUXpLEzl+X36CgUsf16pmdQ6m3MU/0Pre25oRW8nAwySsSNfJckugKkPe
mmU1uKVHjhImXY27uRbdV07/fnjpTC3cAWX/zc1Xz95RRnHWEVjOo4ZA9yJa3LIRDIjlBPNossLI
rkrKJy0TO91mnaNOvpVb+bYaJvR2Rll9Dv1sOVboCH4gKmmPfh4oxsJ2Dge7cQCmHCuHbxCCSYHo
EqNM0MQG59g1ytx6CTZMCp0rZXshu/RUoQQevL5BqoNBluIbuMJpIi7yiXbsSJzd0MwPplUIoJZl
Y12h6TS6eBlEW13RuAQYKVYhkgdtrzI8Z1NPwhnSFm7SoFvtV6DVdNR6hYNwQ0ONy12hW8RUZqXm
HHeUsfPWz+eZ4RWouo6Zd5LfGUUhl8My09pCyZbZAyovOh14eDAqkPqXDFwNb1UojcKUVSi86HlE
4vZXVaMWvQV7SdILmYHVPbL99sWlSSY29ep5D2qa/S5ygrQ+rxf7/MakRHBikSMe2bRzromRIeby
FASTG1d4AV7KsV6raCFuco2rJkvn45QFxQs9LXOO6L64KUFwZVVGOKSITOhCMu4Wm5aAbmzgMlal
Xoscx8shLFv1iosRD00SppoUrWJtntIMYSDUNjGz8jFNrLgrCu5tfn3wqBWJGwyEkuyZlB18eui8
52K7Iv3ZrUDq260oczJ3aWWbCQl4mVqRW9rZcj+4ZRduk8J376omZcRRubJ+6BPfs+POrC76kBWx
dHSZ5QwAu0NL0b+33e9NTt2+ncpVNEfLHdYX7UvKEHLQiNwD5+U/Fyjy0ZugWcpiWvjYEu2BQEQ5
aQb49dIsaQRh2N4tCa3QyJpDb2vwH+pINAJFrjS99rsvPWqkmYQPJ0Y1L+51PrP8VHJIvpQls/po
hFHE8gMu/Ra9m4fJZMnWxxW0V7mZ3c7+RN0Go9qf6EQcQYVdBO0hhqVo9bo6JgO9MGhf2Ya9mU3X
qIjmMUVxZtY0P2Uz01LW8XmWD8RE5T86vRImZ9atPPgVCE4WLGMkmnFOLO/ZYq4CZb4DE3QCwGBg
rPRTtiOma89WXmHTnxD01VtGnX5sLox6iDeYm+eukfYUd0GFLJ1limmzC5QQwMcSuutdW5npzghR
LkXraip1WAZKpQ1KbsvcGY1TcjhlCmDviwmfn3bmwN9Jd5A+4akWmcyyt+s3LG89gpii4TrLFk0E
cpvCD9Akii0eptPSAWDAXjliDVttNV962HX7PWAIa9LytR0d+ctMpOXkO4n7uekDZ0ZwPU7W3Wyv
gf+Y+Nx6EeZfNjVYTvS2wimBKe8hwIizLEkf7Aw3Dxbwad53VA89CzlerUtWXsYVGWh9ioYYybuC
ud9N2CMAirm04xdnyY2k2OSpMYmdYpXgZ7QVAsFLjWLbiRlzqDnbZs9u2hLDMxHlo86ydK1HSy9h
eaRtjwGMdv3wPUeoVWG+aBPzPjAJqhIjZJ8YMZIkJIC9s9qQYP08eIqQU1mhZttZQmL3WAJIWAhc
84vFIywZnhVp+pCzKn9H/J0pLqLj+nvdY+JAv1up3aLm8UlIM/nuWWs4HxK+0q3My+ZrzkFx3bWq
rN9EGqDy63gyy6ghjsfAs1CXZLVgLq5YnHJ6YVorYaL2YO/CiOENazTh7AQPrtv5LDjyMA221kkf
DAKCsmjgCMyZGKLXjV3A63mE15swuzXmVuyGsfY/DXlWErXrZqxjhe/0/Dzhlo9iXTSRQ1m4Xk11
DqATGlB1JIvXJVQSfuu+G6oUWWvt+VdNAkwyMgMcD7tkdTFNzirA6xfMNtpnIxsy2LzNsKz3uPka
qIN955Ixq2aX9N28XJiz+2FGIAkkxR9zl7bBZlGN7e6zORcd93lPU381BeLOIeA+CNPmk1Vmdooe
bewfp2YpVipGz41K+9IhAngvVZQuDePwMhtmY+vSOqsIU2vndsedwhOUOhz5SDVYpivGOe1XCFdY
D6zZnLxbg6GyjgK1WDcrijqWntVq5riqLCWvqqEauw1hnskXj1zkt5blxNtMOvPqc7VM9h1uOAY8
uJ+H3Cdbx6nmOGvaOTsFCtZnnJcs1leAMZrmwjjNmi37gXK3trbc5IaHfg0Qzk3zNhxYtK4NZvDX
szMNQNB75fmf3Dol3MiS0DxPQcWXFF+O0shIZDCVkWOiLNvZWecRxWOuSxzmposOJ6uDFyOdpcni
hARiU0GGCQ4yzSUW4EWtBuUGNCDSFZD3VhvBuCa8kQnniNiyrTWIZp23623u+XNNlloyBluqajLK
KNATgkJlPWL8h/1gxZmNumGLYJJg3mkuKBRTE7fKC/nByD+KqW4tti3DcOLedodrmNJGeSLqQ31d
zdGmDTy26nvi811H2GvG4aq20Mme29Ip/FuYR/70s/eSadrm6PinY5Wt7r2RKdfbU1H1rPoo3OZx
s6D9KLeUNuGrJd3qMEtlBht+i4vJqYd6c6d6GTCCmOzK3JInyt/ODAN7m+tlQ3ql3DTMHgpfk6Xq
s3pNRx0UqfwscGNe/JCNk25VnpnlrVrRk1yX7ewXO+whqX6xprThON4vgawQQcP+EYVMpj1DvDp9
KOBj4w9oJ8caGfr4/bLziafNkBjORcBoVlqXxOs+JD/YJ5Nao+Q39B2A1o7GVpHV9+nQo2MnGbvV
kaOZXRH7TL/02ZVufY/6EbP7KpEGUF6q8sVcUhV+FJnxew+JSh8dixUI3wnBaPzaQalS5SEPSMc9
UrX6BgrElwYHn94wMzbjRs0f0XkvjbO/d2xAhzAnACQSQOwAufWuMx5y+C70soz7bMmnp57IgYid
IHvQchh3TCuSMQor/QJoZrym3v3IOP7PXp4GAHQxWkd0Kt993DHw6TCTdUeAtEa+NNYGjIvedbtH
7cr+KbT69Gcx1CinatVfGY7x88/tkfevf5nY0B9Bzc2FoD976Z78zbdO+3TpOtxSe9o1dbDBwkUX
hnrsiPxp2ILxaLdrUE8XNR6iemrLNv7zG3jflrh0QZjPUOxYdKXJsfj1DTRUEyaU9wVeGHJyNNfp
yVCN+Rzy0a8Cf5xePfbiDzrvv7ETLq9KKwhemM+4kjL/11dN8ebZROPBmjfyJyY26jRpokRstKoq
NjNcDmkWBOfMgq5RoPt+gC1RftD/+e3Sg8Hz/uIUXOJECIL69T0EgcYtzDezl5ShNamNUN3Oph4n
HUFAbNdzCzqqepCt2/0ow9S8haky9Ls/X/6/Gsd/v/8pqqCawC5gDuvTJHt3JQCzVLVloRNfNNhj
OqdT983sGr3+6LxWTw+oVmwRdXRTvItHbvhpU4irXQGsabgest4qrgtX28ZdXoV1/1MPTYEJWPki
PbO7hA7eUh6nzRQOEGCmZi0ITW/EzNotkSO50me9Nbpl3OYtqpjIGKzCPK9zgJ52bmWtd41r+skh
A2ZVPmK/cOsXdOKBfRNkI8YLTyZjeqAF3AC+8MFTHQoxajfKSSEcd2MdugUWchyHhJW5lakxDHv1
M3P3xdqOo13+wDpKHKruUA9GDeCwz3TfLU47UFOKc05ysvdBk/y3uSRJLbj0Lzx/2Die+Cu+6m+P
nImGdhG5xlkG1jmeEcbskpoQR6+11VOGDuTKIy34NBIXtakprm+hyRNM2FxG5+Oiotps6sOf7wLr
t9uAORjztwDyJWGP9AberQPD2lSpAYduF/YBnCeN08w4DVVmGU/DUsIFCJIJZyQyyjZKnXCttqOg
MLrpaJfxiFSwQp9mEiq6I6q2xdwj3rHajTvR8/iBt7p/CrDNp4cloV+01ZVB/DQxD4g959l7aUYv
8CldRfts9F1BFGKGALgAlNvu0tJck4NrYy3YjK19CS23K7QZcDIQvJTJQmlITn21LVTSIBsc80mc
sWvo6kTzw3PvtZPNza5woct+CgY/bY9UnSR5h10tXXLrHG1sBiMLrnL4h27MINV7ttu1K9D5tnNH
r3xMqtfGEsRjLIM7ctAF4NHtaoLZcHthheOETNgPZeYweEguLHvI7hbqVHHi9MO8G/D0mm2XOevG
W9/uKhqIVds9uBlSfVwM1rQcfUBA/tNowc1KjcxBO4U8w39M+aKe9FQ7X3vDG5tzP9N92ZJK6UoU
sHYid9XKdAWBdI8sV9r1uu4K1GXqRg+d5nzcr8Fnd3IXL8qbdH3oebDIlAci4scZpYHclYlBU014
pVYc58YQD3GGTQEtA7MwxoThdONNWVjHYBpomMOH7LZ8C2sS4zFc8l3vBePXpkjJAh9ArpxmK0UT
O8qs340zab8RRRwfQY7SR8Ck4XWiD3D7TZiUlrHtwcqr2ykDcXOqzZLbnLRcf4pE2tT6O7xTxPsb
bgDYzNBWh0sw+Izy+yrtwsvx1eoNXiv1iz3y1WC5a/LebDbKEP0LJzLqYJQvCOH63JbzbdqHrf9g
jXVxQstkIRwPfBJ+SW0e92ieamuXWHkq95UxW94ZJyAfWgGJU8SylskLVncY6GEeuB1IBmhUZWcl
b64c8EMVi0YvpqE2nvpiFv1pMTqUTIZf6acy70exoRFsjh9sYu8rJQCHlL3eJfzmEp7ivJMSQDxv
TKnWFLoWcLx0Drv7tSPlhWpmPVbcaP/iGPfyepQJF6gX34cl3u1X1KLjONm8nlMazicQ49/h+CA7
RXDyTXqd/vbnNem3GS6vByo7CAmOQLYAg/XX/VEYYVMAicENJzx8M6Kbb2Ua7jp8kK9ZCVkGqNVE
tmQ41ZtQadciz9ye94zag1fbT7/mwqw4H/suY1wBYhZ2dBZEVaJVEocI5SLKofoqb6bqSmKLxm+q
3Oc/f4b3U/fLR+AT2KQoCv7dfLeqcjxL5JhD3UtnsC+YDaydwBcV+2Kl5ZraANFMuoBXI66E/Z9f
+l30HGNvAkLQ1INfY1+HxfZuGFvXI7LIMfF3lcJxg3oxB5Db6woHWWJ6Y3hT2RN2ItTGKF17P0Xq
YehsfZmH1htje4ACHlEzQnbqOWJj1HNG+8AZE2sD+K31u1/43Gv+Sl8CpydnmAh7Tyh3gTeiZU7J
5r5ulAjB5tB++iii9bd7nxkA1xbRCEuQ5byvWoxqStKqnhrcyUsW+7R7fqYZPFfLwmiKEN3IPihT
ncs07u910iX95QKxR4RGwUjJ/OvdmMIaBD+Utnu9mDS9k5S4GZLOodThvGQjcDutzoJuRLm30863
Nxl1lRNjAHLGrTmofCE51sRfAp0jZKzjd+VT1RfugABB4RngOIYPWUgHj9HKrPrJKMf5MbVblR5R
EtGrV7WMCg7FJvFmXsmR1c2GY46E43vD4XCrL8NjVt/+6a8b6V+KIrtt3qpPQ/f2Nlx/bf7zl3Cx
//71j/0//gzrO/46fP3lD8wDmB/dj2/d8vDWj8Xw3//5Dyr45W/+X//nv7399Vs+L83bf/3793qs
hstvS1Vd/RocxjHu/2fqXH7///7czdeSn/s0vn1XyAz+8buOP/7r31nP/l/SmO3+BwUaagJgmUxM
qTz+ljTGw2QxSubISBSTi9Lgf5PG/PA/TAIWkUK5nEb+h7PzaJLcaNL0X1mbO8ygxWEvCSArS7Vu
drMvsGaThNYav36eKH47W0BiElY8kEZaGxkZgQgPD/dX0MwljW4Re4z+738ZhnAaQ0QaJ1UNG1XQ
Tf9v4h/+2WCs2f8qj76NKOIHgOPi1cJ7FQDZ5lT3mRbR13N0V6oE26/qrY9ZarWe8At+TCUz+TOp
u+jcyjg8nF6t0X9+yv9B9+dDCYum5YdvToAYmljGywkAGSCqzUuZRmnttGlluFaD0hY93+o5hiTn
2cjVPPyboSjg4i7Ju2f7PCNTjRR1KaAHj3rt5emExkJd1WgsAjy+PRTfbHWuxawc0l5MHXmA8gxb
n2slpNOp0XQAYo5W0dgbcISxVTpQ1977bBQzdKGEyQPC2bxyUX0Lk6DCjKJaTOfSaXMAelOuHvCd
qGlX2FxhU9tgddUnFMVvz1D8v19HrpcZgjOgRIuiONt2PUOSZjNLErjWtQR2FXpNU2CihgQeECyE
rKj7usEIG/b2qHu7BeVPyHzU7ZUrdUInG6uxocrkooMy47M6T27dxwUSlGl7f3so8Yk2E1TJSkwL
NxOO50vofvWgsjuFiio0MbcW6D3YsGZ0lyxp/dFs0snTVRSyaHQHPiyq6TmoWu0gEdvZQmwcEQ8A
PwuE1nqBizhC+Sjj46LcmTyqpdOZLh+zMw7G2V56fEjGMSzyCLB8EG3W45BBTk6YJDT4EYe5rzpQ
D5Jttk9VETUQsiP7cntddz6hCipR5hDq+L9tDQdsCTFQfNh5TMuKdjFDsBbzjJ8ozYEjMcvdoWyK
HdyxKDbam1w201UZaZ/coBxc/8qayroL7az7iFXMkUTv3mbRGAghV+gZfLD1IsJHc1qoJywiTzQf
5XcFFVQwIM+w0dsv+QTexx2NKvpNBjT9hPJx7t1e1Z3jSMlFodpoGgKNufmKllQoiaRGBvofqvTF
CfrYtZAsvwcjzmNnduB1qngkHxzHnQDEFgVCSMWBPN7ZBIFymqkfqCxwidjKqcbWxM1tzSAxHaWH
FALVXd84xrnq4+bv2/Pd+7TYRRIDFItLVd0E2FlP6p5sUnfNPv2GO6IB3ik1PMg55r+ZI6kuORoo
QPrR60+rtBDJeZTpbmfydutqRF0HdG//rtrBfM4pnXwADu/Aaqt09LHePEuij4a1Nb5g1JI32wqS
WRLKFZ0iet7ZpVVjXKegbgptk+jgWF4hmIkDyIoL726DSpe5jXct0MNUkRkrbKAxODXCj2AB+jNX
KdYQc/aE0a9Kk7A2P2t5SU8hsf6UgCochN2rIurL72CdQXoSHWg8rtebIv4AzJ/fEWlgBXiPfh2s
wvFRfaFSXFGuTyIDvIST/EgwzjlLvfzX7UXfCYikaMg6qjaU/CtQM8xFNAtwcnJbuk5YFxnpI9in
iKYjquXQoqKDDbazlSHXoPAtiwQRS+/1hKtiQVTFoLqIukt9lqFbeChWxH4oS0ekip0wBeCX42oZ
Lwmf+Cmv7rRlkBrZCHLdRasB+II12OpJV+bxszn2zX2QG+altobqL6sas/fNgCLd7aXdmSqOZOgt
amhYgFLf7GeTZmukZChzwPMLvIE8+QRQtHkwoFAcBMSdqeK1RF7sCPQsafR6qlXVDYWMkqkL+ll+
P+tajCDmUJ2SMWrPVJZUgCywvpB7BCkELM+/PdOd2/v18OYmaiDaLYXlDCClBeTpcYrTc93O5cEk
11v1JVMHyaIIDIPFvxmbrSOb81jhbYMSQgawRYPk9M2yQs0rwcn4AdXqA7zn+vv9ZzxN9Dd4q7Kq
m/E0CdGhEa1M3+7TBmDPGF7SKM5dkDxHV8v6+70MZaMaxGucGgeg782FJmNKIiNZ1/kyQu5gqtLw
jM/wz7TSgzPC5sojWiUl5L4+RJ0z0g+i4fo6/c/oXGx0L0weWS/CzK8OitQrchuLZzTwz45INGun
VDXbh17GlTDORsVvjFb7cHvP7A0qHojsWoDuVxwSpQ+lWVWSBtUqLByyYsx8udUT30GV428LCfGP
1tKPB590fYW/zBSYPlwGLlGZotgmRwqSLLHRPmh8qTaWE+UA4xJXMzok9WJRC0OsEVSa2p/DpdIO
Fnln9zqcTFmBTgWYWhU/7dUi9wEP+xz3Tj/vqJt1iPU9dRVEFXmwFJ9iuXx/e333pkr1SuSCohls
brIVi1JvoqrI8QLWQ9ALnsWDhQAeGHbTfMrKrAaAoiGMUaWdehDjd6cKh5K3GrkoNab1VEGU5lYQ
8Wlna0wekX+Ckd11k8AdW+DopqOlfems/P/Xyz+fFZsxghuOLAT8TfiTB9WkM6I3flVpyBzlcBKB
9izQCel2fS0ts7ZdtI/QdV50J/orKmznQ4J3yb2G9xjs6tHKDr72JsH45ydREaHCIJhC1DvWa5BK
NKUAxzSA+cavnC/77KBz5YWJgQwOylGnqVHNpyTUoL/LDdoE46id4WIfWUDvBDHsAinDvlSBSVzX
v0OlP7Y0udGCrbTmD3GB6No0JD+DpLUOvGfWl8A/M4YhR1HH1GXyic1Xl5xCjsYh6fw8tJxnHdWg
uyGouu+3t/Xe3sK8TdNEhUi8QNbzUbjkotksO99plBz5CCc7o52kfJV7s/cmuUjelpX+Z1qY6JmE
KcqWW8+KLohqK5bhJE1NVpwRap9Q3dKAhWtoC759biZ5EfVunqns5fXcai0s5qTXWx/wd+1XslVc
FlD2aCf3aFzNXX2+Pd7e3jCptdH7oELkbM0aWyHsX4KL9utmGM+9ZXSXSsiw0RU78i/di0YkfCYw
EZP9oW4Crz7JFE6iCIfMUqDgjKX4UtJve5/poSrE4lD/QCgZhZQpOKJUbwzE/vmCmCFCjsT1ltLR
5iguFTCZ2URBy85N+751FkQsYgRTZ2vozoCd+i/x3Aa/5hi1uyhbHIx6QsrJUlcieReBp3+PLkzr
5hOwv0czU+kp61IU3OsKqupmZs32wS21kw3w/jIMx2Q3cKI2oTtQ26BWHSgRI2Jfz7j3PcGCUJDf
RElzCqf+vRxL2s+4nSFGFJNzFLpUttk6mtJ4otZlwWsgdd1ui8xIZmqYAaErSpFnimiA+EOND7kX
S8jog7gDZ3+iiu78rBrJ9Nq+79qTrSf2nZMVzdfEWLTfbu/UzTtJfEMuT57cIpsnXdiSb/WqqofO
Sis/sFGZsqLePkWJ1T3IAZIIkLIk0T/JgWCpmf0xb9r541zF5u+3f8X1JhY3uMnKUL0lhdikuYNe
aSMADUoehoVcdJ1CM4WXdKe2vfRQl6V9WTKkUZW5KQ5O6u78eSwBK6DcQulKhMVX2QNes4Gl9xJD
O5Z5qbC+uuPakrW7ugqrvy1pMe9bcwQv4gRV5GuDqb5XsI3/ensBrgMGHFSZ8E53xMAGbRN8IytQ
lrJAnR+2k+XpmUq/cFKS99Zczvf/ZigiqSNIr9p2E3KYy7ILGAq5nO6PRmoQf2ob+HUcSvPgvO19
V2yxSb5pCSiWtTlvY5oaWqLBeYT/1oKnkHKpc03R1G+QPPplx03xI7BaIJxq7TSH8Ulsm815E8gR
IjFdTqip4jy++rYTNBJ0EyPEhtJIfQzMyIY+GMpuG3WLL8th9eg0GESGSIjCo2ow3iiUA0CN2D7b
n2Dz8KDu8nKzbrIEeF+11alZ5eNmUCABOqC7skSmCs9SLi9Klr49RYTJbNLUYb3pUWwfrMOMrJSt
I3WfYDd2weUSycB2MnBXRQnzMQ4VoKy3N9T1e+OFO21bIqwitbD5yAGyNnStAWcMFJkQnEyiZ4y8
LMp1LUqCKAWBr0rTf3FuEbLgztMZl/fd5u4Zygp59SEtUWzugjstM1IAw214ngygBuBRrAdMKIW6
Q4jxbVJ26Tuzi8Y/b09959hy7dF4pWRLO2FLXG9ttXDasCv9Rh+UP2ZlyO8gSuRntLGagwixs5G4
rOkEvbSE6NWs9/IiKxRdpAYHBoiOf7WqUzwgxDmdUE1Cy6lNlvrgs+5FRpFw8sYRtR7AlusR2wwT
sNnG84Fa8GBg3tUFOay+9EtgSMF8kjN9+FETUSs/phZ01xpm0HlaGFiZ/+ZV1kS1yf4HkeZszhB/
MkiZEdc+ERyDjsxp6IVNuoKoV02N8fZgu+uM/AI3DaU0LqT1rBcbGVPQCbWfzp3x3Oc5wmnmaGAO
Iv2RqpNzcPOJz7aJD9BsBdhO48BCol8PN1lLEA8lcysLZb6MgxHA4tGtj7cntROHqewwhnidU+Xe
TCpBrDc2ZpDuyBppoIq0FFH+uHUXi7QMMDV/dkomqDF3ix0l/2LnkgYTHGhACW2R9RQLzWxQPrXI
u7WgRY45HtwBqZsJktWk3JlRCQDk9nR3viFphGhmUm5n826n2w1WiaQT9SUr70/RnGTop6coSwyZ
aX3EOq64uz3gThzgRAJ1EsIChqxvLppsgKiRI5vlV1Y83eepY7/rkGf4VGFS9P32UHtzEy9fbhS2
J+u6Xk2tapVKgiBCd6hI3apGKK0IculRiW04WGZZHKQL4pRvNqhuOQpYYJ1UEaWv9Xh8JwuwMVIY
ahJVUCI5DzxIZwvXI/zmOrMcnxqlKblfumDyl3m2DspZ+z/A5mVDxZA9tJmwMSCaNhn8AFRjix9N
kPVPKrRHaNl9/lQBtTuhMhSe+sIqvyeN+u3ty22DZDBQBtfIUjajJ32WyGOPHSDZBQaKgV1Hpxbo
kDsM6vRAnM8PttJ1yUW0NYE1CRwD/2CL9XiVtFg5RTbDyBzEzlPrggMZCQoGI54sTV+KBF+XIeox
Ul8k7IqlPPltRogcd0EH11jJHt5aeuDH0NJFMUvG9RYawPrHyJiN9I7eOV5cj91zg7uVN9uBfr69
yFdBkFF4KgqTIfI13s3rUQKMNOd0RIBKs5CLgDm1wBNpjlpT4lOtdrKqkvICk6IhTB9+e42UzBGA
oIp0OY4AJ1uefjV5YN0pDQQO/GLDy+1JXcUEFVgblRTuEGA3eJavJwWVjdBmyhBInbD4feR0fLXn
1nLHOj7qLe4MRaKn064l1ZZBiqyHcrDxpPI2q14dhMuM4mTcdyctCSENTKU+J/7tmV0vJJ8JBTe6
pvB2aVWvhzMa2AFAGjWvmc0/pDwYfGOcqzMGg/RA8lE6WMirAMBIgglBekkphSi0Hk5J51BbrEml
8RJFXlyY9bskKbr38mgMzzICJg9gf5A8CNpouQxNI+lHR1KMsN45zJXPaAD0BPQpoFWrI1mVlREL
RdCBINu6oRIIW5Rg0r9Fg41uM8YM2jcw3JCbSyxfUvBAyUw+PCl5dNLSBr727S8gLrCrH8SbSkE3
ixro9r4ZK4RYlSzHnw83kh92hc8RKLv6gxpmn2bEnj8DJOn+wiDmyKp559OThQKvdWAIUCzcBCc0
OlqJ3rXsZWU8P6D2C8laDjv0e1EmAcRuHsSfnW9PbYICBd0Th87mZjwH1cJ+6vGypZpG3aTWOjKV
sXUyvCiKwnx2ylivn0BkIwDixAH9lUFWKezdXu6d88WvAP+h0a9CfXFzlGcFLkZBYPbUeU7uyxof
j0qeHZ+D3R0MdZ11CxANtztflsI71956r2HjqzSh0BLX6Mn5CToH/limw+M86MUZpk10wnih8Jdl
RG58gOyK9G771jaD+A2sN8kTsKGrVR+wLMTuR4MsbSn1fRkooD4CBM/Rgq78Eenog4Cy85UF1Ut3
hBqeyLzXc64qq2uXEtZlzoMDvnRUPytSLT20diGhAlrko58idPgZdMg0ukEQ2kcOyjv7GqiCyHIo
RlOZ21RRkyCmkIoNmEc1LH1Q5Q4ifNAuXwuY3X+NJdvsYIn3pswDg7IENRgFMuF6yiGgNych6tGj
z+3kUxpq0QPQ9dRAiNqoG5cWkF2fijLHPb5dFOUDXKj+x+1tvfMbeHFwcYAaRqxgq2wXJQb4ADuS
UdNYkrOMxTAlmiYz7yrETvElNKzmc1apwV2tDouLCOW/uCLJLXQWHZrd9SLoWdKASWwWbxx7MMm9
kp5KBYo4lgnjwbNuJ63SwWPLAi1GJomk0XrBp3CAlFvZOhr3WKp6abVo/sj+f7KjJjiFSWr93iJm
49mRZF/SjAhDeqUY7+bGgmZsdNGB6uF1COcm06g3wpIgSdiWPGfKe4gP14aHrieK8bE5YeyhN0jc
LdlDgYMh0s7NcEdp+mgprrMtalEUe7nT6KHBOFivRIo4hTE5E0YwiPpf8PUZHjBV1A9QstcnisxH
AI7F7oKXsYlj8UxjGx8gw+NoIT8R1updUke6h++3jko+QeQgcl4HaYYjW4UwSNcFC6j1tKSoBeeM
nzPGmWnuFcG0+JrWxie+dHW+fXB2h6JP9sIDhp+6WcEx620Jz17T4w5WXLu3OTd4psDcto5C4+4y
knQQlBwNvMRmVkvYxJISBYaHJsjT1CfhOdYyzR9gvLlVjOjC7Znt7UrB2bF4aaH9tSUSyKo0LqbC
w07FGOMLUGDI3WCp3U5tk0/VghZirmjBXWkiJnJ75N2JWlS3hNoYj/bNmi462k/aMLKmMY6yQ4WP
6QQL/Rk0eHahXXLUjNkdj3aMDGHoha6x3i6KjRxRSOXLQxdlvKBZn39xQoMnXRYU92ZcHRGUroMt
pTRx2MHzQInYyg8iN4FvQsp4I+ohsDCEI9xsNE/jkuvn0EnNk9Qjv2UjRHvfQaw62LJ706XvSWGL
eE9pZHMcu6nKtTRjedVqRjckMLQ7wEyhq3WYdCxTeNQdF59rnaHCfJVN6D1wd8HebPZtNY+pHg6N
6aVB0jxntLA/S62pkTJ2gae1nXUOzfAoLd4dlFecSSGQhvy2zIVVJ3VguzQ9sJb6gxOiohPBlfMr
lJovszTAj6k69WBl9z6sxYuS5zoPPshum400JZpTj4XhtahvN26PY8y5BZGin5RoMP+G55kPKIXF
KdCYuEALrrGiL28/O0D/BLqTB+BVe7uL5nHpItXw5KCDCA21Gao0hoKVtHRe33dHD6K9zUQJiscY
1wjl780D0JnsLMupKHqSqs2/5DxRzuA8y98VMPUajMYy/eP2BHcCLhUvigSiPABhTPygVzWRNJNR
pOvxLxpbFMv6aI7PeOe0PoJ5v26PtDM1qgQaIF0qPlwkm32bdCmSL+VieRUAawQrfsKAi/04TnI3
qc2j5v3OaKCtwVqTlQDZemFjv5pXmWKAsKBo6cm9RglLoxJh9Zri1SkWOS3C3QdJx/V4RCDIMSD0
RbnA2aS5yIVFuSnFoT/N2JBZXNDuiPyHm2Pm7U7IixwkAS9cmHUYMMHq0Nklv+c5cyV1mw02MiY8
GJpiVn8h62T/wuYz/5iPg/wOJ0D9R470+YcoSsL7uMKAELd3aHpyHo9PvAVkWguFcFUI7G8ksDxz
b39t8TW3P48XDgIbSPjYfIn1vnI0iY54EQWeqWbmhZNZueqcjfe3R9lbdU6KTuznIifnX4/SlsME
C2MOvDgZEYJtS1T/cutLbjntPZ4OBzv4OgjShOOCQS7BUoAMiV/zak9pdPvIHFthTNUOrgqoHLHQ
EgeAsJjOkWGheh4VRwjS6wNKJYi8ga8s9P23wApdS9okMpfQ1+UMw54lj9wkDfUzacZRg2ZnfjpZ
MykKODhRX1vPrxycBehoy9s4i6aHLrSsk25ieoxDNgzsUa4fl9I5ull25oeGg0L4gRYhoMDrQZMp
muizmTEgOwNoi5z3bjha/ee867qDjvH1fQIEgFYQr1AKrkDX10M5NvpKfahG/mB2sZsNvXHGrSP/
XcnRcMKJTNEwgg66GiXBrn1uDEjlt7fr3qE1uLXBp/A65B82p4LXoIlJVBH7uCiVf1Xm0Lwfx6XP
3MEwpDt+jHGWex0Q4GSrzS+5L0p8zNGfRIAU3mnXcf04o95/nUPsjGogNwdJ6ksWujm2BkUSYLWc
XMQINz+wzDItCJGhxfN1RsmuUVB9jNVKep/Ehpy47YhZejzl6odlVKt38C7m56BIIq+C1fYNO635
vYPqKFgLUKoTwiY41RTIH6hSVPyuGnCOEc3S6GjW0nS0tuLrbX666INBjRA1b9XanM5KB+iTB13k
93Lxuazk7B5zsUiQprCMtUAFRXnboWVbqehAp92dxEULVaG332Woz+BXRLv19ue+ik7EP5iFtAXp
p/N38SR4FS8EbAy/8EXHJcqK7sMibVGtRUrnQ4qQ3SfcLPPz2wfkCHEp0McSBZ/1gEFXILY8SbpL
RV6/qFGrPVS9OnlWVpT31RCld7fHuzq7MN8YBsQuRTWTGLwez6qXXjdwHHP1WBjZQl4BpAAqYRnt
ybs91M5akl0zCuQEZAi2tHYSYSkZjAL33hErsFNL9ehvZymzz04ujV5ROu3BgDtzc9DnIe7SeRRU
+vXcJJ5lbV7VOv7liJNB1co8hHrhteh9/+n23K7iEiNw6igKop2CKpWIy6/2idYlaO40kC6whQRW
sfCqVuYiQ+bEwhvCRpINe5fyU6Qie4Gf5xHA/Br3y/gWGv08KdioQMzX40dSQPXXTCB9QOvxDLUP
H50F3UPN6NpPyHBpSAvmbdCeY2VUvqARPT+nVlVfwjQY3dtLIYZaHWLxU4DzQKqkwEFXe/1TKvAP
ihXCfwlVB0MG5Fe8oi3atx9Mkga2ko3QGN3HTZST62hQA6vUXRD9wxnBvQpLvh48YDXg4V5qR0/E
3VnxZhM8TnbUloo7QxFB5LPX0XutVMSZw+KpR5H5YO2urm+xdjweBMiNKLhNQZWRnls2YnBNnA3+
FIoNmKl2SMumNE0kF8y8/mGWbeuA47x3MgWPB711G2rY1qIgIQtUMFzW3FjpzO+tWuTIM5mVfF70
Wkn8TmuOikT7I3JWKPJR2d7i7Bq1HlB/F3Z5wyIMqSBDzNEIsxHfdXRmMBt/66bUuAt5lFFRhv2x
bW9iyIjnasF4aq9KKKbZ3T3tRuMgeF9/PkahxwhSxSEB2/JpUIcII2rV8KGWMH2vNnbia40zvxur
PgO5OUv4c5dyaxwACa8Xk+wLJ1Gdo0D8MTdngecQh7rnLOgwCi990CQXXR5tH41d+dHA4etgmld1
MKK4olOqQT+M2/rFSuFVsKPznjtV6wCe7vTC162puO8ddGIxOyQtCiielobdnspcP+K27cQ5hhbK
LOJTAtXbBJc51KURPLXmGmqK6miHOTQ2iqrftFbuzWCTT6GCWRQCHKNn5EhHSqakfZKxETqIP9d3
iyZzKMh54X+Qbm8CbjeAeDUTopykDKkf1DVqOkpnIVA0H6XXe5+XfUV9npQODYfNUG0cIqIfIBwR
9p3hWZU2uY0ySxc8A7AybLH6u31WdsczWFvBORYv1HUAbzNNGcGMsp3YWH4o5SwgNrxPPV8Vkmw7
H7yD95YS8Agn0wCTdGUy05ujybsBHYfUlvuTIieZN6Nc6veKetScv47iCM6IIE7VHcuibToXY+Br
agVDNVbY+w7ZnKcV9psRVpwPsAtUEsljKROLCb86H+E4h1FQ4xY5QvM9BTh1nyJ9DtwmSP6wBks5
iG17UQcQEhgrOkUsovier4ZbujxCDJTv1U6JgjlUIbkSNiMPpVWE/qCEjj9lyhF1cG9QLirUiQRl
hPbUelClmukEW53uxvqMv3St6v2zCs/tD4KG8SwNJgq4UypP32/vzb3QA2OYzIJrEtq2+Fmv5lpF
i9FO6Pu7TVxmfo4u7J0iOc4XXroVT5bC8RCZHT9WqAEcPE72TgWlWvIaLkkkhTYfVZvaojQR5HXx
lKrPrd7Vpxif+Tsn7PCAxz/Cuz3TF3b9Oo8ChqPDPaCRwt1lb7LXIjPk1JRDjmHrjNFJDQsTqmTY
2386XCToC8fArYA1BWbumVpoyKc5j4t38jSU3xVedNNJR0hNP2lToYR+OVUW76cYmdjT1JfDcHKi
bETSGEzetzY2lb8xRg87LM/VvL0A9Mc3Sa6LanBnpV66E+K96Sc7VrDcogcAcsNIlr7ABmOo3opq
IA+BGgScjXBAurXZzl0ZLeWw8InrCXpQlJrmSXOyzsdmHJZo3SOg75i1i4QeslxdcQQXeglvm3UH
zUfFBpUeztT29Dpa61QGbrEIvsjx77OGUvopNxv515gh6er2aAF+7hSwqOjqp0VzQvNf/YJZFTal
Sxfr33FvDGmVR02N9GPXBx+MuK/xR6e8DSC5yeoFRT8U8cPcqIdTSP8F/lGUUze4vYF2wir9YfBO
L9oGvArWRwXlQqwfEEl0LUmfPMWZs8/jhC8QL/DZf/tQkHa4MzgfAL03wUDL+qpSUh1ngBrYJd+P
fo3SLtwYWXdQpN2JO4If9D9DbS7DQq8sRUfq3zWMHmcltcq+L+JVdOIBGGWnrqinCw7by8Fi7g5r
iLoTj2WV3G69mLoeoqYSM8OMLlx2aiqjwTIeQxJcH6q++u44seQHemMfjLvzEWmhqgpKLlCySDbW
42JwUkwRv8eVGy3HkzSuT1Vn10+BKv+6/Q3Fsdpse24qCgDkdALVuAk3VV0Wk1WkKCSMY/ZXVk3W
2dHrBgfQOKsfcZyVDgLqzl28GnCTZkyIwBVhT7IctZn8eUAP5wcC2uZBGN1dQDSiqKSQNWIcuF5A
HWnkMVMr1D2UsAbGXTuf+lItHuIyOGJL7Q2FTR9dLpgIMC82WzOZppgjTX2jV8LuPcbno6/HLbSp
rPjz9rfa2Y3kFXRE6OXxTtwCT4ccdyU1CnjNzA0IKOQszpKN+jSKiOFdmtTKp3nKjd9vD7r3vcC2
ic1Bd4tH8HolY0wyrHLge2Vzzn6MBxsdeFDzt0fZW0Te1yQUFHr5ZpvvRc20N3FfEJoOjfp72BR/
VRiafDLr9GC/7w3EVEhS0J+irLX5Wpo1AFAdJs0toyF+Lo2a60QNw8pblkA66HHsjgXRSTzSAPBu
i3qVEI3IHDjQTu/UHhp184nCRnY/ZYHm3V6/va9EMo2yiwb9m8bN+itFszIi/kx8VNpkwmgeWVSr
C96MdKSAJ7i7MK5ZJfb8ehRNHUs7SWYmlHTf56mvfUoVC6ZR5J4NDvIHm2J3UqIgSt4unp2bSZmS
M+sV3mVuTH30qcAqL3IDbIRk7/bi7Z0riPz/M474jq+yS3HrwFxnHG2EooVGZ3VS9boHBuQs57Sa
7Qek7fvfbg+6F3jh/wFjATaMUMNmUFgtyOBiVOZqLXzTUxC08bchnrtzHVnWc9bZ5VEPY285eZ9Q
7UHMmhRe/KJX08Q8sE16ma0fJbnhZUaBIXooqwfPuv1R2CWC3oIU7ObqmvGeGFWzpcSTD92DUyfg
9dV0cm+v3t4nE+QymcIZhaurhheOLHncqZoLpCl+Qn0GmeIsbrxixg1FCuzH0Qn+vj3k9cQotahU
d0BDmkgKiVrwavk6tcI4hlyAp4LnGJX5SRk0+8vtUa5fOqKgg0Aq7ExRY9kEwjYf1CiCaguVxMru
osrUsS5rm494dVVuCOj1RB/TBASZHKkTXy8pIxOEKCgTrWCNreeHTja99Yb5Fbk1PGuSFn8D1dw/
ll2NflGYtWdpMeyDxt51iKSSJEqPAlELE0ss+qtFpbzZZhGnD/7ViKWjZOC7l6rKJceJ9HJ7ZfeH
AtQJReilaLYeyphLhTYXUIko7LGFsuraTZxB9ZcpP1JxuD7bOGmhSgE9DwdnTsF6qA5rhsZcONvp
0NeuAOZ5ZpRGiL3G6de0z6WDQu7e1hRhRHAhSUC2+OgYlxB5DHm78LoKXfqX40WObP3gW+1tEBAZ
VKReKjbb2lfSIIQH7RCsidPG73j7jnfoDyeuvIw4VMe17cGZOzJo3ZkaPSMERZDdZ2duMcEAKZ0O
KjYbRArHx0zNIt8ZiC5v3hs8OW3a9XQh6fttkhy9tsy8yxilz2egtlYRnWLdbN8j9pW++SVDgiNq
J/y3lFG3nbeRCtRg5hxwNcHclA4NJoQRZgLOUpWuohe9OxnhER15Z++bNOpFl4otctXuUzEinkdI
0Hh4ZcNvNLKKb2Agci/O2sy7vZQiTKwfFIIfC86CvhTdzC2GF2F62rPLjAaYPY8f9GTEna8DB5rp
vKKzuhpdCO/5wxRG+Sc7Uo/EGq9nCiWChEGmM4M7hrFJUTIsEGVntgDn4+T4wzYDucauqc/9pZzD
I8f63cFEyYKPaUK33rxl8nGZ5H7BXceu0eyq41l/apbZvON5qtzdXtZrDgTyMzp67lDmqZkizrCO
KYVkqdhfzrkXjfh1xNil4TWmZr6DxcRj2E3pkzGhfzRFBkRgaXrSB7v5cPs3XJ9FxqVHJW4mhGO2
EAMwNJKpLQjhoME73cuxUvlhvETnfzGKuF/JMsn5dLHor64EnuEpUqJ27o1q311iUlswFJp+cOKv
Q7RITiDQiNoes1LXo2hdM0lpQQ1Na6lxa/Ey3KvdED7E5jjnJ3w/24MPuLd4xC8K0bCErrHfod4i
kAxwwFtqrfnUKan5PFR2e3DJ7U3LAv0BUkUVupabxcsT3hflEhWg5VL9Ek1Q/rOlxEJMnvJTp4RH
413fCazgq/E2N91c0kmGm1J41iw9Z6ChvlGCnS+xUWIEutg/OidyDgoIV1OES0zDS8DnKNYB2lt/
OTko+ioPUXmd1EY/DUnvuKNuNRdd4M6VuDwC7V8dcsaDEED5yUYtlGf+ejyM2Ze2SwZ2ihRhudFU
dHs0gAz8yu4gdm4sABCeEWNhSP6ySSBNb7K/ifBYIuCbe20zzI6rj1P4nb00vbeWfkC2Dkc2Om14
csw5jip15Wg/5ThR81OTyslTt0Tq1wXjladsTpDCTbOcAtI0AC7Wi/wnUh/8/jwvv/GSby+K2cwf
KWAPyLVpNa7BZXPQoNxdOWIWXRduV1qk65UrKuSdJ46TF+eT+TTKVu8bAy8cu22PqkpX+1AsHMMA
whDqolv0QT9Z2jTy3sZteP5hjHbxcwzy+a5IugjMfN0mg6tn8ZHq3d6oAgsG/5G/rph/eKDOpalN
uKtJyuw7y1TBfjCkU4BOzjnvJBmQvnpkhbW3qlRIYB7DDwbqt4lcCx7OQW1KGS84RMiaRJ29FuFN
CoTFEYx7dyi6PKDK0BHkTbf+gOPSzlYILMDrwH7h3GTUbhqPgRdR935rPOYDoqaHsDvAAFFtWg8V
2eGojzZmkN2Y23cWrTRvwM7Ql/D2O2tOHvx2+5a5vk/FgIAWdQgI6EBsMRfSJHp5AFY8ZQqT5qTo
pSOcLbOHvpHKJyyY20dpws9ZSdLyT+qgqm/JSXlwo+5sIEYB8AFzjbbDVrDFycEJlgVOQO0QW14T
a9j2THp1MsZ4fucETo02ul4cDLrzVQmd5IPU07n4tpiWNu+gK2KG7KFfGPtBEoxfFgVv0HoCHnF7
lXeHoigFYhN2B3nZ+qvWBUTleWSosJHDu7bNwvNgq/271miytwcbcDpCUVSQna4683GuDbpWSAw1
1M6pDBb7LNX15JZFc1TiuEpxyX6EkB2gXmG+taVxhXkiwElBivBL7nhymBp3FRrlrjE4zi/TqCfa
r8imNgKmgJTU0ZNob1GBZQuBLp4RFCM2i0pGhHVrmHnYAGanoZdQba1wAVaqoD8o5uzctQBKQTuI
1gBBYBPBFyuJMAPtM2/RBhn+WFN9zoIFI+ygKS4KPpx3t/fL3nmgWkr2Z4JnodyynprWUxgx0ynz
0lCtHnLLQAOmUoszOj+0zxQsjZMoqQ9Cj5jE6sUiPuerQTeXbjzny9CgoOlNgYbqVp9n82eY3OZd
WaQWfi1adHZSC9O0SVfT329PeHdsSlgALrj7AUiuJ2wr09xh0cRzZeq0x6WQuxOZoeHKrRa5TdH/
xChNeegn8wiut7eJKBcLKVzUWgGZrAd25qKwpTjOPLlbcHnj3fsV6m3oEq6OAKC7Q5GtvVyTwOA3
rySqWVlRyUUGoUD5uOS495aDNbpLLwcHFYq9kbAghTgC+Qjdh82kWLRJh6uXeiDqsPFuF8kfJ+CY
yWQ157d/ON5iEN9J9sAhbk5GQS0wMWXCDfqgxf2cJ019crL8U1030p1WwVnmkpTcSG2mr7dH3ru5
qD/SZGF4S1iArj+dGfOSt0aDSLdIiqc6iXauG7m9t3Hqc/tmmqOTFdvfBswYmxOmdFhJUVc7SFX3
TiqtcvhVhAVu7c385yBORc0k9To9ce57NUKhTy8it86Kn4qNTjb9myMZt6snFAdVwEtoEZH3M/P1
xKtYzbHTnRkzhvw56W3/EcEf+6CYtnckoaSgWSTqGDA+16N08O2nqMUGq0FT5n2h8z3teQrO3JY/
rMCoFrfurOrdbKJhcbCoexcLHD0YXXRxuMM2ExyLAf2iJs88fVCbytW7ePSnNg0vhpE235Kusn/a
Dt7Np8bOZxerQFk6+AV7AZ/XI8ruQtODrGQz+T6tI5RH8QDjknN5PgMNifrEG2WqN0mhH1H+906s
uEHJ3gFRU81fjxdnJk1TifGMxMhce3YWT6nN5Bw5TXZwYvemBvmHRz/VIY7tf3N2XjtyG90WfiIC
zOGWze6eoDwjS/YN4cicWUxPf77SxX9ENtHECLANA4ZVXaxdu3ZYe63NUmmLzl9SGYQ9XqL7XuXa
DPKH3UNul/N57BbzwI5ut4Z/ldSdtMqoLG57+LbZagvKjlkwTOOXqO3EU68SaOah3Xy67xH2VgKA
ITcFRxJ14PVHzCWzFxKNWVCktbiOKpcdePxwKdrBPLCPW8oAifPgL1rQ8pne+j2vK00KwQURq5JM
v+tdNiAaKhIYp9puXF5mOnn/jFM+nTpPJJfEtgTcYqXt67QuLsU4Vgfe8NYP8WMkOyoukdnLLTVd
riqO2S8ZflhJ8teqtMbslFud+WCPlKv8sKi7r5FAK/UgaNhdlwoLNMMu+IJtb1foNPr7Ic0C2E//
nhQlOQM3cN4JizI42fYcFMIyXt5+zsxtUCWQpH83EHsEeQ2pG54F5qjlTAqOGeKEo/p+NtDR+IWl
eNUgyMMLkCetTWoZRcQfyjG3QBovlpss3JjGRsCkPdKdur2XCDvj7+SLLSH9G5fTQTxqCZOlRlOv
/CFj0r2nXB2gLqw+gDbTH9++NflqAa0BCwpec721NrGFXuYNt6W0PqL7Xp14y8uL28fLwUp7OyNR
wDokQvPmvZrLxHCZUssoSiSSkIhhhaUpIn9Kku4FEfPyAEInf/k6kJW4EKJmxjDIKreHZupzpDiV
g7yi1jSXwVG6j43b6p/f/v2AukiqfznJvu3Ka3pFjb+o0wAq08Gn8mGfrYw2l8DnnO8vtbehn5eS
ju+nUnCZmH0Z9yzlVpn2MevD9Ap79/ALV5k8iuYjIH7m1Tcx+MRTqEWI3sAUlk3PXtm778MWKlFr
mMK/nJIB57o/bMbv2IaUF5HcK/gtrvN6a1FXFirPfRLQQfsnDCndFAtq3jRk0OwKD6Vnd77kD4Jt
EKUk/ZDLrJcLoaJCcBAJXnRwuksX29Mn5qLepncmy5fkE7IQRrRPs2JrgK2nFybq50kginpofSUN
q1MDm/AfU6xMH0CXHnUkdl4+hhGoKxCJctO2tTCo91xWNKQtTu2JsS/rZMex48/pIenI3lI8eBQW
qGfy+m3cVD21WZT1HFgeFm2A4EN3mUseGzAjRz2svUdW1jGZoyJWIdrdZExGnDHrjdMN8jFUfWRL
tL+1EDV0P0wkt0ouVWJQJgjiyVOv0VjoJ/hP8mspyvI0Frb48/413Nu6hCKomCmp1bb1ZDJpPlpK
m8DIriQftSUP3+P0YChSoyPg486z6tAepVNJm1ISIK7ttEP0yi6WOmEsFbyl4TQtABwB1DpO2gGC
Ii08V5m3PLx1g7w+gALAGME7AKfZetVYp43nqhmTVm3infVJtMhW4xCsNEkPUtTbe28wRAwmjMl3
usBbgQdw/E6tZkkSFNOY+0nXDGdQaui0VMz0e1p9xJVze/GB7MnKKsU+NrnN05gJBhrWw6a/LG38
jVpvcWZWULm++QNK0SupcYO94tPWH1BkE+LC3Lxg6kcjKJq0gSmrQ14H4Rf//lJ7G2JqlcQMxqpb
qvaxhG6u1JQoIGJXQLoxkzxS5g/uryJv8/opZQWqwgydY4VY83pDkI3SFhziKSghpPqstl56sS1Y
p1pyw2vG/+Y7kVJ+7pr5CBGzYyA84lQXiYZky2mTpjBj7kweirEBLzAyLr0nLp3Rzf+WS4pURJnN
B7a/ux5l0x/jFVyBTaSH4FLYWT3rhW0xA5uq8lOhiujR05v5audM7x4c4O0VJ3kg0qP/qkmOmG22
UvewCxVEyKjPh9eaQV3YTRf9FCaQzdOsMp+MRKQHQcveokym4sPI7KEY20QSQ2YQmU/TFDAjX571
TDhnp0PfSrOF8s7Wo+pzgqbZQWBx6zclIPj/F5Wf/qfwRdVbMBIAIOiE2uGpahb3mSbUeGr7PPpy
315390eYDrM/N+NmELnP8nYcauwVUdz5L00b0cxwE6W8JPqsBF2BKZWV8+aRMfJApg+58tSi4XXd
HKUJpVA1xfkUZBZDKnTd5mCCg5wRpNSjvme5b3czrEeIhniATOQ3p1iLxUMwq5yC1JmbE6FOfzbh
oDyNTupc7n/QHQdAaveDBpC+F2/R+uzCUOmGStRT0NG7eV5gVji3ocGgUZqmmvYAE45yDTW1fF8Z
Y3iw9o6Lo70nu2GUYSiKbOwGRvVUNN4y8t6NL13vzR+nxkxf729wxzjRT2beGHYmYo1tOYSoSSvR
bh0DERuSYFEkV573OsiSuTnIS3aMkwk/epbSsUE4sAlnvCTL5srDe7ol3fk2GxYqkmr5VFj0+/I6
7ZBOH/KDRXf2B70BJTzpRzUe3PUBzqqyUJpJxsD2Js+Py1wNIFjvHlJn7Pz7n1Kex/qxYH6b4XDG
0im/wKmwXsq2ulDzRkb8scjkDwUQ3MlkQOoLVbwiSCn8H1SWdtcDqQkSB/AR1Y/1ejOIi3psiYfM
2XKfinxK3sd5VDNkPEXFX40nioMFbw2SDdKblSxtJM3bjlPnxs04acsQaC3KKFEz9M8J83gHL9HO
KvDOSYCRJASCDGO9rTheMkNvFBFgsMwzA4N4QpyoPHDKOx+Pog3zi0BxsMptwWgZjE5ovKrBEBuj
QUQ9DtdwjLJvSiuS50Vrw4MqwM625HyUZIegPsU7u95WZY1VQlNXBF5lqtfaGZRzfDxZf3vHCFtp
RECPI9fZopMXV88az15E0Ftd8ilq+/BJaecEzzxqlJOF8wkSk/bgxPa+JawThClQOcnUcr21JFEE
8YolwDQV7l8w/+aniHmYh3iGazsdpiOSm9s7TQZG3VFSdDITsIVpdl7DsFddDIhAFdNZj5PmqTUx
GKq3R6SPO6dGfwVkE/U2JjG3qJ9ZpN7S9SUmXw7NU5Ma2jWLSUnue46dDXGLgYNxiakhbh+0xUqV
1tXY0BTm+Sc9bftzalYoC8ZH1Kq3K4EXAWPNFD0wGXPrM2hWxU6fVsQirtp+NDvVevWKYtH9ZGy8
+GBbt8OUcojnxylBlYwL3ryekG0NCYp5UyCSuBogAC8lLH9JXMeHzIL0aqHL8iCiYh6uFjENPD9z
YsEfVaYqKWytWrkfokj8d78oVnfKvL76Oo7z/LfidsnrHJvD38StHkC9Bh60h5kSs+Hno24swf0D
ur1WDP9RYIAfQxJlbFEiA8MMmRElfZBE1Gv8eCqqrxlto8gvoCjxYVZn8sobD+7VLd8BBUqqQwwS
QM+KyW8eLw+P2xVx3QcDU13fpnBR4D0erEU710LM/TURo30xpbbupR2ZOLfn0PhPcdra9pcsNr0D
F3Z7zyHeJneUEA6I1bc63VMM+n+kwwDjeJc8d2TK5znK85MxZP1zljjRwXuztx49aVAjtMaxWXk5
fwqcTSTeMy3tCb4KSz8VMOOevYbJ2xjspC9QzTp4E24vO2VudMjJSnAwNw9qN9BWyRmEDBInacA6
tNzAMjuKlvdWka6Sji09d1z1eleIfwLRBowZDGXqXSvkby+0pNoDi7296JKKSFIa8mATj2yCg2Fp
tSpCWjaIdDc5U3drP5thk/kqd/DN6BC5FDEqjM00grcYgnQGyJ57DeE/mmKoTRfjH4WDECsh+fRg
h1X02/3LuLc1uCmgXILtUnKjrz9grRYG40vExbU5uacWWvLU18sKpjLDzv9++1oyEMH8KN5Tslmv
1Sm1wGAgqJo7M37m9QvPFJ+y94Myl0eqUjtOBoMgVpVaTQQKm32101TiCSKSN1WoD8rkOX6ox5Vf
A0J6bGZrOumk6ef7G9yBEUBhQnAMGzUPA8jy9Q5DrZm8XpU+emoEaMUkfimyUZzikvvlzpZ4mGEI
e9RRhzt1jbpcunnQvt//EXKNdeQskXfUb8FsQdG6hTJMXuQtS86JikbA2TdK6hGegtH96/46e5ZD
oAxVl5xIgyFvvVc3dxyRjKwD82YaFLQU/bx2a3Rj6+ngu+75LoiGWIdnljR1sxS9hHlU5hBmM+6h
n0Ild6lTeAxSt322s3H4/f7OpB1uviBRJTwxMvAzgBKud7ZMWYJmrMxTS0tDLxSwpki8uvGHZdEe
5h5GwjgWnj8YyxHP2o7ZyhiMDAQPwI430R9ADU0v2oyQIloyFMSNHL6IBNiAoffKd7qFpT859XS9
v+Gdo1ytuvm+Rh7NyzJSczAg/3nI3Hx+1qJoOtWeOCJ02d+grERL7lDMZv1t2bTSqDP+bVKj5DKZ
9gyqpaK8IXiOkU4fn91MOxK7kH/o9kAlJBVYMd11awuZdMJqgpJDg/ovU2GKjtroQzgub4dm87rS
lJTBFcnClps0n0YVJtmEF8+Lvvd56nzJFye8tIbQj8ZOf6S/2x1R6qPuTSyFFqL8zD+95pAXhEtf
AZaxO7f4aMW5eByi0ARFnFQftGlS/unntg/0zumeIIauvhhj1i8nnEP2JRmW+LMe2v9EsRmeCDe6
/2i4UoLNrTnw3EgctRz3zpxROvI0ut9IfG3KoWE0Qk1Y83zq8SKppWAHz1sQlqmehA+iML0zLSfj
9b5N3y5KiRk/qOKN6XxsDW20e6vPHAfuKrVOZr9xs/qzWqrN6FOwTz5py+xqj4Jxn+jgBb+9TJRj
VLI3SqLoQGxRDMNgABmZKf72s21flr7xnsnuc38ZwvDNfpGl5AwflM50kbZ01XavhvY04ajSWSmZ
23WGOlDa0f5oKVXT+Vln2Nf7X3V3czJPBBwCOGZLQq4qTQthi+BZ7a0xSBLPvhSIaPiJ3moHAfut
F2Zz9FUh7gFSjt1sTDwUemqWWE3RO+al15fs30wp3Y/I9HbnemDQz+oZAlXV7Aiif/vcsDLuieYc
xRNqJ+uVjchoGtvjIs/1Mp28bArfVQXPWxyOMBuUWd2+3P+quwuisETrmooXkNX1goSuzewlMlZ2
nebZYYTPz6u0OhXtpF/iBHDw/fXkA7b2Hi6soXSwkGWRGezm00amJsywxgkXaKA/Ja0xPnka/Dsz
ck8B9Ez5SwWY41oN9eKbS/vnm1c3HVlPN/gBwKA3iWyk542gJ0j+Z5v0laOEoq1vFC6Oy2v7U8Z8
x4URs/J9moj+rOnNEWptx4hXP2D7yI6NohWj0wd9QxOP9ggYkr4Y3nXWdDTodPvyEEnQuuL3Amil
+7w+2UnLHA9FIRGgdd0FcEBCa+r2R2PmexvC23EhqSTCCrs12HG07HpoRNDYtOzDGUczhwIZeLR/
TvcPb8dUZeeT1gQxiqRaX28o4T/WmilEoGZIpIaamfnlCDlhPRfqKVYOOaT2tsYoIdECOyPQ28Ri
Q9lOtVWrIrCyqHxwFRxp3FfL+xqk5sHWbvmoKbCQdUDIQR8QWaqtXRiyC9rqAswf48qneLKr7BSa
zVL69LS8xUf817ogszyX11lXkRGPIdz56IrYKmi1CbiFgEto4kyJuXrJ5tB+p5tZkx04xt1PIlUb
Id0zKI/L//7T20/LjUJQ3otAT/r2QQxQUk1t/JpEufdy/7B3aibEhWh0wScAHJAq9XqpaXAjr9H4
ImpVd5e2qxClU6jm1m1an5s2fkkZlbqilzNxbVX35MKU+8S0VntwNDtWx+8gdKDURgKwfXaamQlc
kWMFlci9CJexWH6uY2xktQajipHz5uSGJ87mAxP9E6puG6qxngx1kUZjMMWJeHTcgVLlMFBvs0Ll
YG87zpiZAaDneAoyxm2nQy0q8HjzOASlbSBBwHjY45IWaYDGSB8wVZgwTqAOD80SL4FRJEegyx1r
osRNIY61ZRa3MXphM0WbVC6NliRSn9zc+KtAdee3oT28Xzu+kPQN/CMXjCLwFondQMlSqkkIa3NZ
G2fRZ/XrEjbJARfA7n7AmFNfRjiJZvDaZK0mN2Ny0SFop2J5SpdxPMd5olEvVeqDk9uJUCjTwH7B
qAv47m341TheWdB8GQLLjouvYunKpzz0jC+anun+UKNJVSba5Be9+faCFPhuqiiUpDRQdt7GBTgK
FgXYfAiKvNECpm0Ic5sqPc9xbxzECrs+gPEPyQoDkgenv/6gkBmLrrdo+rW911xUrYiuRZlW5ymL
X/rKyj4Nlt6/wxcVwWAvmS88t7oKcqGDr73nA4iomS1nTBmY5MYXacJ1G7fKx6CaYcTz86Wj1aRq
+fQtLk2w0vEMX9h9/7eTQwCEZnSYAUrausbmbpizbudLSj/Xa/qEZv9goEhlO8/ujL7OhPTYSQnh
h7q/6N41kQdLDxx6VRLl9feemSIUugWdSkvW5Of2pHwx5ir9dH+VvWtCUC0NiCiMIfL1Kk5qJJbZ
In9n9JF1DsOh8pc5az5MenU0XL77FbEbnhEKRWAa1kt50ZwKJL2GAFVjSBO1kOnaRAzVGRLIf/up
GL7mqnmU8u/tj/cKEAUW4/J2rRc1C80SdlWNgaKME0YpuipQha1/ELl1JLawt0Fq3CrWKRsM25Zd
3i6hPsYzLkcbYvfRtvok+dLAGG19NSb5SkUV7LiWPuZHTaG9OwHwlDIALo3XYxNejstsmj0cC0Gt
QkgfEb8H9dCJi0i08Qyc8Iic42i9TegeauFk1CnrJXWfBmozxOe8aauLOnvuJRqMIxaxvVNkkAUQ
If+Qx7k+xVlBtF7M1RAowNe+obWHKrYITXFGCTw5aJAcrbUxU2Ni8j/TQQCAPtHP42x5T+VM/aua
4yN4/u5SlInpKsNJRfdwva2oNxpYIen9G3Vhfe0F+ivxUKjnSbHfPr5HcxewBh03mU5vqxHZ4Clj
pWObldJ6V9js3KveAgDwuB6X+y5lz3FBg4MyIjE0Wc/GOHiA3NLShyFghsrUziXfc5ADCEdeec8I
SQSwdliZwF1vXFecJRTZTZeg1LSTz6aS2zQUrPSpdsyogz94Obrfe8clVVsZgyRtZdZpfVwuwvBw
1URgZYnQLqotzEtTIsQWTkJ/e2xPDifpU8BS3M6I0NSNSn0JCXTVuTxnqIW+YhiCcoCVHiy1d1wA
c+mOUBQladx8xjZ0dQSAkyHwwqF7LEnrXhTlUJ1g99sBI7d5Rmn4bnFKktKdwDLGQ0Xj/JDaBcpX
9iB4bSb9qB+/54cBmP1vrc059UZluKkDdgGigfzKFJP77CiT+2efM9OpqLETpEyV/YLV06qDYAFk
OVVOGST+lI3lad03IsVFUdWo/i20luGtqHfDg6hg1+h/TODKmWaQNutlBjPidscYhlNXAA+1PDKf
3MjkEncowAe8SkfsSLsnxxyWxGpIDPLmbWmBeFXRXJMYDJ0Z+kZtxU9z3yrkexqu3r/vPHZXAxAA
KSUcRQhxr/dnDpGwEPsEtVEN9nvbix5FM0nBHvHP2xfi++kyi4TXbWv2oZY6msKIXWBHKhUgd3Ye
kAH5Gg+VcgBL30sPyD9II8nU4bHfhCD20rR2mfABazStvikTxAJOpWeS9jo5D32v+uWk5Kdlyr/d
36K2ZywyTEaqEdF2bt76Y0a2p2TFSKYFifbybI+ofFfWXF1TMUDyLhTrmhfm9Kmph+Q79Enhc6un
yXKCqjs7V3HVXe00Mv5QQ1HY73I7Lv8VxjD/d/9H7h24VIWWUQv9yq1BQz5ep5rHG+ipo/WSxiPg
2lyJ/vGG9EixZO9z0JcBZAFeUnYh1p/DKplLbRwepjL0IKXFR1zsbobaXwf6gHzX0Uz13tYksoVo
F2ACiNP1en2pJTwnE897NkMmVtrpN1MSoFe9+yuJIAOFtM1k/gnL5Xopbm5Me5Kt2U2KDAPKT+03
qLQH+5TUSIic3n5m8rlwYQNiumubgkUVkx7trA1BU5v6ExwE/UNnWb/LWOZgpb0jAwMnUy8wK6BN
1/uyFVWx8yzsgaFFHbAL9KvBHdYgIjx46Noo0t4s60zoQmGTygFoLZKGjbsbzKZ3jSQVkJeZymOU
65BAl0O8cEn78CD52nt6YZ6D5IDigUxP1rsjoXeq2WStajCHL1lm90pASjg4B19xZx3ZZWVyjAlG
WlKbt8nRu7ksIKgNrNGIH61ibs552BS/37eK3VXAAYDCIde66a4y0FMMqA6LQBFRuJyLyA1fbaDW
9dsDFhpB/7/Oxtap4gBMzNkNyKzJn92pBrkVJwftu1uxCLr+sKD9sHGauNucwzK9ZNBQgQ1q3Yjn
JzuvJs2v6hy3NDR59l3tk+rPca5a8WBUuUZCImKG7U1AJX8iZqUbZ3W2ukdNjZQYjh5Hz/xWd4fe
Z0Sr/8MtvOhTFInmQ5+UuR6IEpItfFJeRh+GNiulF5yNwR/C0lhOginajEpDaj66HdnEua2y5bWd
8zY8+Lg7F04O+8ERQ05C4WxT5RntEeCYiYxv5LqQBhTJ/GLY1fBgVmkJO/98NN20ZzREhBznDzD5
to+QhaXp1bBBBJ0Vep9nozUfwV0YR6H77rYYpmBmhLidk13fNOaPkzHOeejD2nQveLT0lXhNDRTX
HZ6jJImD+3dhx/XLaQoaz1QfSe42rn+ho7gYPZ+xUOAsa9OyeTCaAaXScjIPTmzvC0r+Sho+MCEQ
gq63JnJKKmhf99hpZlH9KrJvBv3ggyBmbxVZ/5d8nHKKb/MBa0UfdCUqadY1qvIdROmY+iOl8YPv
toOc4pAsWjz4YILo7UNmeX1mdrrbwzadCDWw3Sn6hC6VAWmsQKnmQ9N20fh+bMv+BbX2+a/UthXt
bGoZwib3j3Bvx4RslHNQNWL0YHMTtKmtljCmZRea6ewvkaY/dEJXD6oNe4YJ/RsALTlKwUjc+vSa
UZ3UcEEO3aUK9ntkFdXDNDUlfq3PJ9/NxIGTlq5+0/KFwId7TUQq/2VzjtkUZXlnKF0AlJ2qWDMY
c3ztSUQB4CZGOZ1ocyXZFy9V3NyH9W/66/5X3bsYFFBxMPRTeCY2Ienc5W2nIW4bOMmoZOjpKM6T
4WTWB6bR54MT3F2LN88BvU8yveW0iS3FNRVlAOmb43wVR3GgUobCv7b1+sBud4+RqFIO7VOG2xIt
5Khcm9lo9UHVm/1jZmYtg3f2gqZuLR4tyXn8C58R8C7sb6AF6HGszaalHEw4i38xuyF8jivFQDTH
056MWDvqbuxtjaaylEOnegSEZr3UAD9RP8AWwNhwZ13FMKenuHaSi9OF/W8K6x8EK3uNBqZ4KRLI
WgGzvBsTHQZnhNmUyYeC7s6pGITr+f00PddTuUT+WHTT13Ix57/rwhQ1lO2RfQXlEH22jawsf+E7
//xbNteTiLYzI6rwwcC3gQafiU2Igi1oUOLo+vYjxd8BcfnBl7AFf8SxMTT2wPAMTG0CDbBSA7OZ
dpemnczz/aX2XBscwPL+ScGv7SOvqWMKORq5bzwr2SnT9fEdhVf1+/1V9vro4KQlCQPlFAmF2liO
a7bdpEx40LZybCTT8vgy5WoVAPdnxth2x3eWkVbv4hI0XtdYM242FFN/aTPhMMJAoeUK1Lt6LUPL
euzJlw/i7x/UDFtvCDgWgDBkn9j45pnWIU0sYRcTTJK1/b/VkjrvTXWep2vJPb7WdYcYcpE53XDV
9ax9BY7vfY9NI7sgupv+mdSGVkCLO7nGwQHteS56lmSOGudD/rj+cmUNQ5BGyRvkaeskp2YM3Qcg
mdYfHYO1v2DikhKA3ICXDljkeq02FTA9TDPJQZSKl8iZ/0XSyntsksT8fN8gdnbFJBMwYbgHmHnb
XuwqVuKO5gnEqng0k2B3NDpEzwjZGA6A//5gYztPHaTQTHLjSGjLbsdMTahcx8FlzCgNXdO3Bbzp
pTk6/tjU5XtgvPolydTf9WnsDlKH3X1K9jbq7LzsWxiO01WMhuZMHlGGHAGRWMW5gbXyqg7uEbvC
XrxElV1iokmI4C7fnF7JUNJsaA1XuTSSh2YWqEs5tfC9FOVipXedkxZ24+dIwYkoY4KigDG/WaWJ
lWlRMtALrxvZwdZhh4Cb4p7WlhCeBr2Y/SdttvLcQW7xK0dKMgYeQ+pMbFV1q1BQa58opZXo8A0+
g13ukzcig6LGbebDMKs/eshDX/pKLQ6eJXnlNq6CkOl/S2/Bqy4DGbT/oYev9a79Pql0mm10Q17g
LyifxinxPndpcQTx2XHUBJ50nLkspC7bu9mFXqwUBZiQoRtGHwYN/Tlkeukgg9h54eWkAn0oqgNS
h2XtAYxKVE0jkSdiTJVvUZxW6akxe+fDMs40owSTogfnuLsvzk+qMLKzbfiiqkknwk7lY5rxvPiF
16qVr8ee+e/bPQ6Dyv9bZxO7MAIYN4ARsBerri/jVITnqdLdk1G7yQGr1+6WdKA7CJOQ9G2DzVyL
lki1BF0vWA6DFEmEEzPURyXFPSuETxW2GEwRwZBNxcg2YKOsU3lUJjF8pIcyrjWns5jbJojJWB6K
2T4artrzZ4S0lOGYi4bmYbOoa1ewb4ofJdqqfFJnCKp7Cz0xRBHig1u2a4qyFACOGTLKbd6sLWAh
+p5mlF3BbV4iiaz5i4tTY4AuD6Ky615+wUIk5ZDBUAmofX1t+6MLL3Q0EQoZjVHAFDuYp7SY+i8G
YpiPv7IUYRfJCJDi7YiVNi+uMstGm9ZlGXO8cxU0buqenco4GsTeOzFUqGBO529qz/Jp/KkZZbYw
w2uKdFZN1fwmmiX6A4kO691YauHr/V3t2b2M0uXMN4Qj21eW/Lx3xCjbQ2rqvjISnf+mwEVwYBe7
G6KwRcoK2RtJ+XpDvaowL9LzzFGWUy6odTT+mLX1w1iqR2/MngkyIgIqGe4G+Bg3FhGhOjJpLq93
nYvoAne68pC3afa6GKK9QLsVHjiOvStN759NSU4aPuN6ay2j5RHqA8Sg6VyfPSdLPsTRNPmCnpWP
uKzwFXsJ/7p/anvfk/OivAm0iDBlE/jaqVLXE5onQVRk7itj+yMq36J+DkcY0u8vtReG/bTUNtkg
Lwb6WlNHVd24mC5JnCgf8spRat8eY+/k9FbxHplMMI+4Oy+4v/jeYfJuQk1KyEANfGM3S50mZq1Q
xJE6QO/JJD/mVqsGqj4v7xM9PhJT37sMILWYGpClHPDq67PUkTyE5XUE5m2qTPyYFmrpnXpE07R7
eGRtckAMT7mN+Rrkmpoio2ZkJUt0RtasPI9x3VB6DruDe7dnnBil5JujzgBIbL2hOISYCRlMktJF
zKBv5vmMInXp962lX4zMQKojhm/6/qHtfkUgafQ/ADQBh10vmumFnkYdNUBAedm17tGWYM7jqGW2
twp+GNun3gieY2MaIawehp3kwKenogYggGjM3IfF+f5e9s6KUBUiEiDlpMHSQH/yxNPCYK01YP0p
xJvfkpTKHpM6c+Q7mX2EytrdkRQRk+0yeucb66MY7eTCpljh1K51Sa2qYFzGPZri2rtSBKS4R4PZ
ZKKQ9Y6kPnsaC5WpH6XvoU83ZTRgFde6yIpHx6mi4P4X3KsHEQpQgpQIBNbcPGY06VQgFcxCIoIM
+jJZvGuuJPY7U1ni8xgiS24stXVpllTx+8wuT6R74XXR5zerwkteGKYxqfLB+0ZjaL3zWfUi2ylm
2jTomb0zzDw9FYBYkDNDWyJKSuV7nkXWQXC+Z0AwlUmNEESLgfuvF1XnOgwLexgDM6+U94MqGEVo
3OSLm4L8v/+l9+yHpqdERcCNcCuPnoSz641MrMVT610ir8u+jmiiXu+vsrch6KWIt6AEJKTcbEij
CmRoE0NOdagrfqmlUTArLnGs4v3ClBpDN0ypYT6S1mTjSKoWt4hiN3Nxdh/6qRVWfqOFw2s+j/NB
f2THUdIpoCUOKgeCzm1dvcs66l+eJAmLLftipF3pz3k9XuA/a5lWcNwTHdcjAsKdp1UKdZLgwMcv
BQfWtjGEIsldrccgDSX9Q09d46FqB3Eyujb7j17awuBn8tkLhfF2cD0tO4CENK7J/LdN8hpkwwgX
9hgMSsKQFhRapyqt6xNJ3Z/3reXGJikWyblGOYgDW/I2OrIHhNBpz9WQJefdae4Y4q9oqH65v8qN
T5Or8MZxcqCOaPqsP2ScNSVF+pxVBjE+2aBmPpSogFyIE7/Eg/Jm+nK5HFwLzJRjMGRy6+Wi3Bjb
oU7qoIpd96qoog2UwUzRWtWMt9425mSIEuCXwoPwMmzeBH2mSRlWfR003iSeTK9Ygm5Oi2eItI5i
dPlHrSokkv6PL8LEFOkpPKPrXal9VDhFRBxi2KOUiagt32ntDCpXxXsIQfD6ELM0jzXlbX/0pjfT
9MnlSQ/hN2VOjALjevkC5q4q6QD2FHAZnamUNV/qQo6NEpUFbdlUJ7Odj0KVG2cmF6UfKvH5PAjb
Pddqi2JYETWBlDI6dUyYXyoFyU4jCaPLfRvdXYr0G7AaRW/MZ70/e+Hh7SyjDpzFWa5dquNcbOL2
unXmg4fgxpmxK0IIaCQpi0u9nfVSUprKTvSxDnjx1NZHj6f7XacVOvlRbSqfK6O3PjN2EX+9v8Od
uw6gSIIBZEIJ8nW9bMNPacdIq4NJq6AfmHn0kqjqf+E7ym2R9/CIA4derzJaU0QWjJ2UQ19eDUvR
AzdxNb8fI+/8CxuSMABcGCXSrVZtNDuKZ4ZsSFed+otRcEkprNkwCd1fZ880KD0Bz+S1gxJ9u6We
UnecmzXcXUlxdpv0v0l4cVAM3lHnaG8lOXwHHx8bopa//nhQCHsKFZMqsLXFfXBBpPhN6qnvhtSq
3/rGYIR0qDgjoA0SD7peKsJIlNGhSGLVyehXw6he3WXiMe3M/PH+99tx/3RAmGXHKJiB2U5SYgLJ
AD95GUSVLRq/m3M1fa874/gI2MAdJB9FVhyc2d6adAeAc1EtvG3EI/5mJOwQfdNuTM4JGkp+2k2L
r2m9fi1d96gZvnenf15vEytMechpDkh/WkLjta575ZRO+vzoitCAhiGOr3WTHbEYSXPYPgmUNbB+
jSfvRoKk5L22OrUpA10pyzP1cfWUU115nibXlgzbhT/mqkOo6UYnY7L1g/t3u2emRaU+CKkkY+7O
Zs9OYrV23eLHSrjEHvNoMYKxZ7JjiPL+Rc3G5tHRuTD3jen2isgRVWoOpMtMy23Z7Tx9NOnHwMDA
Pw1/WUrlaSKn8HUoIN7syrBZ/qK+AYsSy62viKgI0LDohvG/yfqtG6bZn6yweClapz64IretUiYs
NCZI6N6BqGDgeL1Watm5srCzAIrwPkFLonNTv1Sq7Pd8Kivm/lACPjVdEfUnMWnde/DkPLkZA2Y6
L1aU/G6HGawJrgn49eAq3b4bJNhSSuPHgIu7vb7NUFEOMW0+g2KkLynVupOKlsrX++d6e2HpOAGE
gFWJcgGkUesPgCBkn8cu4U2q6qqfJYrlR87gvYqs/q6PvXvQRNzbFAuSs1M1ABgtzeynwsEy263Z
UPIMXLs3Ly2D3s1HhMfto2GJvW3JMVkmOmEpuSl3UvAuFwynYcS4gVmsj3NQObYd+aXXRR86oRyV
+H+EnGunQG2MJEmOAQL02KKHIWtSqcFhtW4aR49TNFUfPJLC115hvAZRxtp8deaQCcFwcLr3ofDE
75ntdUGYedW3tHTt566P3Gd1KMnnDK8ZH+smNlHJTaMvea0lgVY0h4Abad43PxphXFmkhb5hO97h
hCTMhpm0DNn2peMrXqZ+blD8fjIQ1fzgOb36rrRm4/usKd5Barl3QiAUJASNyA/61rUlzJBpTe5g
EFf35n9iirwP3tKU58Q1f2sB9h5VF/eWA1bEbC2dR4lMXi9nlIkXqm3SBTMKRP+UijU9CNQt4Hgw
XB+WnqP6zo6//MFQ5uAsiWC2pf2ktM2yH5QWAg59+BD3reZTRTUfa3c8ajvuvAcsJVM8wn8J815v
TTXjXs0QwQFs2g7LxW1EfS5VEoSnqOEC50bnBh1o0IMK/20FCxIvBDR4iaAuo3a08Z1thaRsmwH6
X1BMhegq7ZBY08Kx9dM8Cr/GSj1/qVRRBekYhg26ll43PVvG7NZ+a0b5EXf67avMz4EuWvZ65QOx
qXyWXZj/H2dftiQnznX7REQwC24hh5rn0TcK22VLCAEaEAg9/b+yb87naocdfe46wtVFZaJh77XX
UNkpNbt4de5NuBy26dXgr0yy8oPA0O2dEz/Jw5Su3cM29u7w55P0N3sJdxVO0BjYK6ZupxX4P0db
bQOFztpa8Pe3/k0hWaMhvOPnmkSsrToRnjbl1jM1kb/NIn6z1k756uhO8S5wRX/qMKAXLJLZO7tT
VUR2ulzZXRozfgkGg7z/84f87aOAzmC8fYItP1N4ZgihMVGZYPYyIqt4CCxvHEh77dCBz/3nR/1m
xwL7OTnLVCec9PPQdHIJJPkw29i5GMEzxxCZdcbVXJC+SeZt2NuU/63v/fMjwZ369RVWIkPuEsw8
kZFMMDctK9qhOSzKqO1CtF0ttvB/Icr+7vv8fx8SPIVfn6hJuYkoogbE9BB2rDSYF81buCp6kIj+
P77P02bFPPgfj6tfH7VGNulo3ttdjZbwepzS7iYsKkII9dZBLSTr8u7PD/zdhkCECBBu9KQ4mz59
NsVLFYcOdqU8dV1Dp3E6r5fuR5d25g6K5+2C2KK+genB34Q8vykygFyAbQXHD8iPs08FMiwNrM06
Y3bU9eURTY5pYaP135tGCNAAyJzIQach+6djd9ODy0p03TsWq6/TKMN1liQU6sxt3v/5i/zNIkFO
H4aoALzgxvEZELVWTYEtaKpKiixJWO/p3boiFQIGt39jhv7mEEUZhI+FKR8UyJ+n+fmWpBY0ymFn
sszZ1idCXxoHpR8cgCJ7UcEz64Uv63gx5mN/JRwIdn/+rP+mfp3mVng+8C40yNj8vy7TUJGFjCfW
An65R3jv+rEsAPV0NOVHkwG3SXhZ7Rkqomacy/qIsj3/y9/wm2MAU2g0sChL8Df8y0BMxJufO4S0
58MqD6XI19tV1yAl+3031PLsz5/4N6v1HxAT2nJsFXAjf/3AMD63nvb4wPCq4JdyKvnz4mz3l6f8
ZjPiKf9gUHGBtvvTHSFdwgmKEHwmhAW/L3FfNnU26OuaKHXZI+LgAVWMQh0Y/nbu/G5JociDvByH
AUyuPhd6vtr4amJAAiwpzrhR1W4UmC+xTqxntrMRBm1JuvMhmw6k8vLlz1/v714mlMWYcJ2GbMAz
f/16U9HLkzoG6ynJAo4c8qZRIh+kq37GEU//csj+bqti/IPzDtxFFLafXiY4PjkfOxwKAcvGN5Md
7UU6gvwQMAT4yzL99yvFPB5PwQQmRSH2WQc7VbURi4bxWr3S7Z6XBW0HhGY04PMVR5i0K0zvKNRO
FH/In7/Tf3OgUUaDxgT4A95AoKF+eqeaMus4U3ZHCoZIv54X3T51kcFBi8Rv2cRbmp+RsBZ7WZmq
2m/EyoNFa9Mf+onnTTxrIxrhepI2PuN2t+Tr/PUvf+Tpu/61uQHvF0gFIs8BIKI8+vXNVyUTU7fC
J9R4tl2m4XQTuX5q3OxH+F1V81UoHzDn39UsX3kT+7I46zLzn8lt+K7A8IGj0UltjsnIr38GnCRK
BUkc3K6mrDyfo+WdQdS+35ZcHhK4nO4FDX+DTv+96KHKPmlETnZU0OCc/v1/alEW0qlj1ELXhOwZ
sY+CX5JGwjEzPq7JBu/HejabOP75C//32kftm2NsB8IPpmifOzrQzUgmHXpuh6yRFsNI1vqlpLdW
yOIvMMI/NIZf3y1Bu4q+4uTtjcHIp3frNmyJeoDzFI3mfDzQLFvqpsesC8tf8fVi7uA/fkQSpEYz
vYIl0y5j6b8FEy3Zvs4EvFziUFTXlTNmaCPilvc1NcigiKqteoHZrdoOiBlmc2PH2N5Oi6z+1iH+
+x3h3RT4wuAbcZp0fqpSQhJNVAosSifQC+VrSVrwpaKfbOIS0shlePrPrwfdCUoIoF0AYD63a8hI
xq8nvdkRkbMSzpeqvg8wN3wyxVr/9Rz89+EEOhuaQ4x0cPDiP35dgaoXotgMQZ45pBH6uk8zWryv
/Yqk+orLoboBFaZYmwjJu/MukhEyJovBCXogmKOLg1xPPtSbkeo1xTjRNtNUpryp4olfs6EDYO4W
ToGgROEmc+AKNbxW9bNWaZc1ANQQt0DXityJMPKn4IJKm5jAav5ARcFvCa3c1VpFMdtNE+qhRkuO
sXIvMxgjgltop31SqQI5xRSsv3aNXFEgpxwBf2cLpF5b69W6dYfAR6EaBq0suxh66bKmn+BN3tbS
x7LZYP9WXyLJhQnEYndiOcyRrtzlggqPvxkwQZFRkM4shdVgDZfbjMX0LvN9os5gSob0izGRhgAd
K6svQcHz6D/3VyBFAHwBDxuwFcYRv74hUE9TnpZAsRnp6oYhgb0tFjbAI7mu93LjZP9f1x8kR/AM
/ocgcVIw/Po8RKOUiQXx+8Qz4W8212o/w2fpblxhIf/nR/17a6E3RY8K2yQ0AOiIf30UHP+ZhqxT
79JVD0daJfySbAmYV6TfLiE7+VsD/s/I69fjCHM9rCocfKeb5jPak81bBkIUuL0bLZBbuqUmvKbC
de7Y43+4GrOMfrPw3GU7VLCU3cltyod2AlQTWlLSmj5PlV+fcVV3U9NjGEwvc2OSj0lpoxtcLvrV
zbm46/wE9IR3LFQ3MHdGo68Xtp4PkYBbHLqt1LemL3XczGlXc5jY1cULsRl7K5Co/aQTM9KmKIdC
QccuPWsCVDIvhg9uakGSUd9HZJM+xmKM3ucFtDnYR6zVC7cwtmlMx+w5Brky7LrRmXsmovgHWOhw
6VY1FaEh24iC/fQ2XlOXuxf4vJUX0vbpj21BOMmuzEP3DfWdUfvEI82lURIhvbeBVwPGJEKTe75I
+wIFZwCgHlE7tMpCRn459En1HCCrYzej5XHRDFin6jE4vvI7QrN8hpeBFUHuUhaPxR0dYBPe1ii7
sPFgDXAhq9q/ZDMv5jaCXvktMkNnIcoy3QY0qNSw3IRbEMArhFL2OweG2QBUg/b3sj8FTOcJdTcr
bJniBnr2bWqSBajpYQI28eQigfZ1RELI3JY030TjFsMug6un9c75EO0Zw0zsL+v780178kVHJYuh
OfYu5Buf1veKbQaeMJhgvjTqIplreQW5iCCt2fAPf3nY5/7k9DCCqxbFC5Qw4Ev+upnmmSF0xxUJ
ok5j2XrpyKGi7m+kn3+hiadRzymhDzfTCcArsl8fg2l8riHfg5hcjDzajxXzl0Ca6L5gOHcbk9b+
kbLCXZaLtrDJlVW+NrKKIwH5eaL/xnmFt8fpg/3vpsZfdPqeT8zskxv4Z8ImDAPTzm8E8RIjyron
4mS0YKhX1AaO5GVXvK4Maba5zSvMaBINxwS2FmM4g2mKgKPpqP0MZkEaIdldzUa9eIS8Z+BPrRyc
CjaufJfWpieNVc6IM4pUBiBbao7TFvySmd6rQvTZfrLpwBvqO5rs+6EkB2shxdgncEu6M4tl+GnJ
T0dOLW1TrdXEDmAvhqVFcOQ2Nq5YyM817vR4rLOlk3sR1ck9Tgoy7uXs61s20/WLUUkeGt3Rojvq
ic1vMoYWtV3yCNubU4svfGWl9S0vp/yrVgtYnp227oZK6Ocb5sa1PBej6Oiepip67ydW3hAYiCGL
GLrXegeKDLaZQBmKPcgAhO9znU6XgnO/XOWxq94mo/MNmTNmOLc8WNb2gev4EJvKv2PyN59vxgvw
QnqaPLm8mosmgsDnxvdsusUUaRI7zwIC4HRV9bRxrpqylqVEXEPzjVWFadr21CtBLpALgLIODtKY
pgzQXlUNYpGAX8+QuLgjWioYbfZyC5dMDiNI5Eg8aQlsdb5gH+AvTMEJuHCxKxiEswOCT5SMpvWg
Wb5Bn1Z58QjrpSLZLX2hUYxyBDM2hphe7egy8Ds2olp5cJU2X7iI4ffMkDn4jBHfWDWepuv7CEfJ
aDemfvyIYxvKswkOxaHto6F68x0zESody/oWLIjiDSDt9rjIubrhFZJe2y2a6+8Bf/yjNwq5DPDZ
KN/nKRFDG0d5/Rx7iP/3tuRU7bYxJATsIZrCjbfL1LgDTYXO7UYou3XJyNPWzxrNHLKJmQA1J/Nd
M5RbbV+mobIfSyTjbQ+OvLoBzQzjh6xLiqsh6LTf1U4PWWM0VL4gKMLuZlfbSRzMEMESysD1ITtg
uEg+xlluP9C8E/xqnbpsPpdVASl2kIn7iWZiNHte+fBcQMeyPZOMIaQUceuRbbvRrNHVuplCt4RX
QuyWjpT31k7do4Mosrgsenx7DfpmaOiCsR3cRseyG47YP+zBZEuFxLDRhFngLpyXK1gwD/VFwfJp
bZfOl34fwkZ4s85CjvtRY9iBoJttyc5H68c3BN5a32hCoiMXMzICYEXDv3V+pDfTWmmJcCMVvxVj
OpNmyDJ279YQDKwP0hyS1AjtYLQW9i6PCpm2Jd+yH4uRZG5yB+1O42HIcpPyymCJ9ot8ZNAcp0d4
ScnLfqFVcUUSCoIk23IVnyMAIy9aIfquEA0byZi2BUJkr05DxC9D5FPsVd+Lh5GeYDXfB/9EkZFG
wfBlpWoG2q9LW3vQr3yWKo36I8mRezNBZXZTohFiZ3Tp1C00+OVXNa7ENHNASkt7yqMyB9jVuKXJ
DBbVRS6y/o5FOUM5njlFXuteVIclPsXI93Yr25z28XIL6Z3s7lNE+OrWCjNJONBihtugJUqqXTQv
/oFkqal2MJmpZji3Kv9IMHAY2znjFNwcVskJI9USD0686OQhMiOHxKmiPFzafDXyYgi5+B5RtKvn
UrBp2yPHh8cHXcGmtE2YIPWO4isLTeU9Qx7UFq0PSDhl037Ou/4GFuTgk6QceWkXUJ6WqjsKqibe
TCzUw/XCSvYTEwpC9mD1b9khyh1sBIjc4q9+xYC3gXfJWuxM0mcf6LRRA02byI7BAW5sT36Fd/Ae
GWirFZ1BzSErAd87FRIIY17M8UUUTTXDVgzZ2ooA4c51imWn8K9V/aB4Sm4XkuRfWFev3VlQai3v
oAp28qCnmg+HUer4fuuLsJ0sKsdbsnK8E4T+cGSgdDJgWadSnYu0GL7Gg1hUiwxSd58vQ8WPyKsd
/cW2+BEinWlIXsJgZhzNqecXC5w8C8wp0ukNWF2+wD9qXF/6DR7mzRrIPCPmDVHQq8mwXSaoUvRh
yPvqfjEJord8MpNiB0JxqPaRpdw02bh2GA3asfppvCsMyAd6fMG2jJcGcS6RPF9TGn8XedDqIrgh
uUduRub2wk7lRQ8PPXVUUtoKX9JkHmhZomqMTVqG+9UIdhmhNEVFQfFamIVl9jlhSj5FXRRbXIR2
+Nr5ZUobpVX8DWLbLm0o3eZrQ7HMd6uHh9cFfKvsBBlAXnSHgtf1WemXsO475NGaxoLnQw98nZe6
VQalsRshJtmBHmfyy5qbGc7xQnkNopfuT7BYvX3Ry4kXXifz/JpP23wrebLFTWkMbBx7R2N1MSUK
bt7IEuveUV3miJZP6mlqyQLS8sXaLbxrcyR+K1QFSXSB8rSAsAqrPsgjQvamHhLezuVID90mGMkX
QuUIeZ6zF2M0zsIuuO4D9F2WNpHOJTvXrtvSZsoWOd5RjddyPoUl1deiglvLc0DJ3V1NmKTwBlOV
UCPachQn9gtPbvuQDHVTZgN1+w3bemnZksgMHcFcQdkrw2aactkw9HFrOu3BSAsWKIe129nJf4bv
JJmGl1gKQZteT+rWRj356vIBPyZKVsD5x5vtVglIJVrGcFIdVFeLugGjQLx2kVD3CjPIeb/0CfEH
2KauKUJp+lm0uJwovO2JgnJkKtdUtGjBzUEqtgF8YCmPm6XyWB3GFuu1SnRYQOPxyXqVJB4d4kmL
kreF0vQBsdyAyxOm6EMUJW5sGSg1Xz0TdbZbdExh965ivKYtNuYm0VNMjmtnOnOhCigpXruuQwVH
hCterYijuUV6JXmrAlCPXVpIMTQkdRRWbJ1k17B0p1UD8Nit1wXPHWkCfiuYghNwi3pOI9lA65sB
8GBdlG87N1UYuFcqFmjakc+Je9Tgk7dsSP0tcZtAmheNyzs0VNW5Td0atSOe9oF8UgZ3YwYrDpvJ
TB5ykXoFqhOdt6MKNUHisiiKrzFg87qhytDvYBRAAzyoPuaPpFc226syU68iIXJoRL4kV3W5BLyb
IcleONAF2P1EfXQGG6Ko2rl0ybMjDnR9RULI60ZvSfwDaEGBGErvUA+sFd1pL1E7xRnl9MxXaxe3
QhfctKpYC7GDZ0XyAblCdHolLMH6TbJ+Bx+lyh1g4zI+ZFPBEBW6pZsCh6bToUkhZP8CoSwuj97m
YEonEkkHuCrGibcTE9V6meGUEpfVIvyEDW1BPYFVHrkIA1jZzbZqQw/Yl0a3QzmH63y0Kd1Vjsmt
6UCVw+VKcgNUAzSztZWLU/zooF52EGVoDMrBikBcMHPVctalUUIOyTSmr8UIDPgIjx/sBO3j+B69
UdfvSTJW9RXvEb3YxFSu1zIr+v5cJrixGpV1cJqlGJk8xtYk8567EH9FnpqJD5SlxhyFXPUriT3m
SGgg2F2xootqNYfhW1PUsKxD0bJhXjDHyFNi5VhdoLzOoFEHTjocgVpF5U5jXBrDmD3DBh6R7OcP
GNZEvClPrmzI8UE0Njq5qUSEooaCPkfDAagK2QegfRRQpLSI0bBPtC7w/Vi4Cr1ZBlMfrFC+VW3s
eIWqciy+9DaddSsRBoQTCWsb9zmwkyvjtcI5E1tQtVJMqiJAFERvTZ/O9nr0sl8aDSsEMPVKK1Vb
GSzetgyyyA45A3zQ0KIGexzvHlIuPJmB5roq982Krhxx/gz1iyhdBX/F2uS0axCPU4ojLVfQ/jDW
URVqMcRuNj0ozs+onnNUa3m5VI1eWfZdjbALa1LERNlDFWklnqrR1xhnwACNNEWx+AWaPgVcf4CR
496RrLf7CQzDogEpHUqSAZoenGl1jagRE6LBHiUMSS5C5gU+BtylkuNQ9EPeZhCehCZkYx9aaBV9
0majW+6KwFewS0G2+KEZKyXago5cmUkjJSUdq5HgHoy5vKM4y99dMeMaEViXoelDGa5wPKC2ziaD
+gRBvumPsef03gyjfrNhiIarrF+2aA+nOQ/pZQbLmpN6hbYC8t3neNk23S50TUuMlKr6UrCtuMcb
SbLWoBc4QH+Rkn03Lv6FiQ0klx4EtqTNF5qJ1heMXKa+A0kc+ht1XawbbnjTVWMHdRvGoju6lrlE
xaWinTCR29ramvJnWYSivizUzF84Qkbw9t3i3xwcOZB0N0fmY8prYFrJkpPzZMqXtK1slt35LNlG
wH1aXvk+tqB09lw95RNDrbkwgde8zshIakuNqPnGZOkwt6NX9DLV8J1r117M2a7zfJDtwjR/XGAX
rMF6NeC7dDU82y4VdytFRk25Tg1AzfnRTL6AM5bl+XQBH/niBydd3u+6WaEXL5OVwYkXqrBpZ7ty
XhvT19FzGFMztQXQwumYDspBV+WGqinGEupa/AQgsSFGO2CXYXJNIIvH0CyrVbfD8sy/4f6jX3kk
CGuMVw4p4TjUB2S60/mj0LNLr8kQpN1n9Vz+8JoOCAgNSqKdRnXa2F50YrfWAnBbj/wfhbt7wI+E
DOljH0kU0u9OMyzjWIiTXwH0ABbjkW77sdGOXzA4ganbYoQlTLsAEHs1UQ6SJULfB2y0eIxwMFqX
P8cZr36SZCuQYZHMFd+JxVtytQ75fD+6kr/Dmq2Uuw5dQt8AtbXhIiBN7wd8/+fzCmVX3UoZy+9J
3McrLuEOmIIzlXtM1dqxszkGyfKsotmKDRj78eewpqvY96jOeqCgY/bmR7l8dURMUYs4k1gBgRlq
IDByNf7sJHxTTaFCrptiyRfdusqR+8gUGJHAGDoHHZbCxA6sTUscTr4quYaYBYzOUbOMNPAe6n5K
JAfw03UJ++0RHPSPGflF35ywvEcbhanUDmQp1++2JIMsEFOf6dtMEdu3o4kUR+75oneozKQApgjr
zJXQHC8DcXfAg8iSYpSAb3w9xHop3mK1YEBQ1gKWm1k3kQlTVJKNe+Pj4qcuS/QUS3cad8KJAb23
6MBtxvLq12YY7foCDQrrWoYi6jHyKppRHPjoTGM4UzXQvxnczYsTTdTDyqLJ6IrkWosy/0UPOkNA
u1/cRzQyfSN1x74P/URf/dZ1XxwqZuDUMHt+1glcmVs6svC8Iak8bXgeQdoq82prMriJsDaVyPAm
6M+6JulYem029Dk7yCVIvN98wo4LkpUfzDbND1vVAXKxyooeDbXGrWgAPsOLleOCaOHfrZ4qsq1R
k7PJ3+O4Bo4gfLR+VVE+/dRqnRSUSx0x7RLyfmwCfPru4d6VPcJzpz9HR+B+FmHOHjg20A+vJpD2
JOCTCW1/DNi25lkJpZCOy7WhsMqtmhh9KNLr86161ugOl4YDcviaJHbiOzBaiNhrhWCtBrbGFlOV
Ipg7YDmbRH09i6XFQGY09wXa0O4iqwMEAiIdsnfDy/HOpenyte5Vv1zpTVYrxpIrKZpYl0xddYZX
4x4tOGyvfb1Ou87qejrvMTb46ADzX9ZIfBwv4CNJ7mFMdrKUw8hRtfkWkngPIaC6quZofurXKHyH
r+T4BAUu6Q/jOAIxdpjdXhMbJoZ0phK2wGBs9baxbixehwFeObugK6VO+JZ9QBIYTZskj0ZzhuNX
HeZ84FFTphQHuMcdhplYPEVxO+Ccvg8Jrmrom2eAkeD7FfB0ipMJyKhg40NSGrddANbIHwPKZIz5
FnTMe7BIddcwYO4BMKP058sAkLSVXWyxZkwE3H4YkG7XCLONScurqJb7bc780Bon4XGWglV3K02m
tzNW1311k2Nm+FMi4fZ5giOba9ftVELzra/OGR1WgTIt1us9tgBQIcThuBvLxGjgM12uQytreOC2
fW+y5yKfMK6YkQVxGrhEY3KleTZfcCAYtFkN9LrHzbCg97QbiUQvnXhMOdegvq+b757By530Do57
TOwoL5AUYI3LUQxgcP6Trqu/2vQSPmSPc/Q6npIV2xIK8PmI8ne5KMKU2rNNy+is3GLmMAkqHT0M
QFjHo0XN8rX2Hk1spkJ6UDTTw27ItbhHLmx0mxOVP1oMT7vG6ZLcQ7I8vGv4VXb7sSeFamyU4lf6
DZHjbVksI3rCNafAAPyG68KgYSzaDId3v+MzPdGN7XwKjBy3+QsKWfHKXYXLkNBIMWz6CoOrzgh3
BlAkOGhcM+yKvhdos8gWK7gtxiO8MnqN4qAuuu80WwrbzAsYWfAV80xiBJPaoYFyffINNBrpM0qS
8iGXntjWycpfsEkldaNIEZ3LZZvzy7UEbX5xg+vO5Jby5yEAQbrisHPUB0Zm1aG+X9CW5Jkq3gOa
Fb5H6oDFlSBsj7uEVLRuN8z6n+EMVIgD1GdTsXNy0/yAqS27B0VKIjclASqlpqQ+gj7v3gvtybXx
UY+pWp/G5yD4iwkjJYON0A91f5VggDU36dJ3d1Ga4D43brFiP84j/cpA+FONXgxOQyQzQxNWyZAP
TYwS6pEiPxuloxz7eV8u1L4GOYL0ahSOigamiuYZwsXou8AC+D6DysBbDCnoW96n4tbOqBrasOoM
A3H4uxxdMAD3eKdGt19KZhFouAzyQo4uYockttFFhdOu3MMsJR93diF0POutDENbIhdhaFRX4rax
tkiu8nx2ZA+PAtRbaH8hYU5Jxw+1SdnUcqOT8wCEHgOFSbujwCisaBzyBlHiDstaAV3X8wjgrMxx
OeOIRYXBQOercfxsmA7X4pqYqUZJVIT0YwAJ49uUw+C17ROZoA6Y4WtRw5igkQ6u8C3mbZY09UTN
7TqELtlhZwwEXh4bovzy2m35sUxkzNA48PA6Z8Uat/1WTtlujgD2oIJInGjJ5PPXSYLEfckRr5Q2
BsyS6y3a6qTV9ZDcLuHUWuLwKfglyKXTEw0VP7FI0uShQPEMz7+8wBx3kP0FphwVbwcxR49Ew04E
nlkivZXocMZ7mg7hYwDLoTqf8tE9V13H7kpdHTqmYnvmowSw2FCaFIBAvvU5+AV1fT3X2/qGWUWl
zqCOGi7RBOmPSDKcDEhRxf/RD1F6F9Zga9STywxyKFqAW4X7B0lUVQBoS1E5AM0huUSb2Wd8f2qy
lx1TfbXDwcpqoDar02cT2F2AjZTEAGhD2ru8MjLjOCzzVdxsOfXvGnf1Q4aX0zUymtOfU8VR6Z7c
8q7mrJ78EZ9xus2FUChdhaeAyDP8W9whHOtkOQxX5yBriRaUYJk3iLHIoYsdFpAA8WLvs5UC1Aem
X3wpPUHZkBrafQcZAs5PM7w9RUNg1FFfY6ILtK8acyBTyK8p4t2GFVrg+JYRpEwglphbPrIhbqYS
9mFIci9ntp9GPT/lNTLBLh0mGna/SQjn0AKXUOeqMiiEgSDp+ivoI706bBH66j2cRXHZpIazcKyB
tj9DHp2d8OIC3cq2YNZ0tgGucs1se6jIuEkYSEWMDHkDALwC+BPh7sD1ULJxn4cRpoKo9BJ56EIP
7uM+rlwd6ybT61YclmweopsBoDMya1UvZ/VDcWP4jWfVSs9W2/WocpBTmW04Rbu0T/dS+giMk4WB
w2luXId59NaWNtPuWTutwxFVi2JRI2gGMlPtwdaER13Ko8d09nkFp/m0ByeqYUOJc3BPdDKKh4yV
eqFNDCtRCbvQTWdPOXJ1xxs9Rj4G+IJLJz+zcQlBFWIzU1TWYxxFrzEf1uFc+FUjywDuKd10yWFY
4R7LZAmor6IqVNMPMnUp6hnM+/CMWdWQLjRuiooVrX1Y4+Ss8H26Xusc6DlGBWoZf2bRsoSpxfwY
zdfBqJLRn7QOBNHQcJSVl3ZE8u1rzySbP6oEd+dNXE20bD1c5f0L5iwmfhqWsl9ES+tySN6nSBVx
eZASw8EzmiwLpsg2C1X4iPx0YvCghuNfR3Bl+yMeYzBGZKek7Q1XIoIH3rI8irG5EwJbfLDPAJ0l
UVOZ3ML1aQIjAagLRilweejx7UAtYR0pzpYiuOhxKNIJlYZbVUFeLV3MBk7zHGtsqQJEi+pbqbOS
fHNl1ZP52GFAyniT+1IoC9Spy4c3VeGW+ajRrsL9r/JZd+m7Ts63xaaTE6eWS1h7Q/FCyaU30Ggc
u2xZhqsYXXl+rJCese4lMPNwXyr8/VMTV5gRwJ8fCX0frGNePpU8jvwXunlcGxiSbPWZwfrGRyuT
vj4CD3fLeTIvuDJ5nGKGAkhtNRdb5ODdXFrSL2d2WJETMo+yW3FVOituwIDi+jCtxE0XJsRB7Jdi
yPovsPagGr2trcwecGcenxlwS0IjRtSvuyzaBoIhBgCWdivysXrrsWMeYA8o/JXdCrQwIcb9up/9
DFsE2Dpv7455/sP4kJjzEodAv/N5T98jZqa4YdGyPhcjUOCDj2tkxk9D5hqo5yVClHD95XsYmvXT
F2Z7StBgZbU/Ywo/1OLe2Og5w3b5cIUWyO0AuXk7gomZPENxBFypAFj/f8yd2XLdSJZlfyUtngtR
cMwoq6wH4OKOnElJlF5gkkKBeXaMX98Lyszq4CWbt1RPnZYWFmGSCAFw+HDO3mu7Xu9Se/Nw0Sh3
tFCjfJM56fJlbuzqATu0eJqdSLU5JXVJ0DVxUtI9YI/oxQ1GW4/eSXxdct6+c1A0olw2usL0QiuM
v0gCQ4Q/mK0cPGCh83OhLfPIRnZQ1Y3oteb7nJvq89hn01GBZ52jg6msQ9/BtOdkZgWKzndBiGV2
0NO0QSQglyv6P0MeVNFgnCq+ntFbtJ6+TT2HBPAayZhd5TYhmKMh6TxEel0X3hBrtaQ/VyDCqCn8
fCsWMT3VVW1TMrXzodw0OXr2zRLT8n1ImRGfVKXtKEYXNQq53rTjmYaGjuogFxYqj5in+5Q02Ek2
WTW0zwiNnIcwK0S2jcrQth8qQr0/NQRWotAxJvMPtxqymQKM2XGOns2i9M1xyoI2cqeV7ZDZsJij
jLLaOJFye9VJMYLryJviMKhjvB9RL1fXJt6lhHO0yfLttiX1C8hyNGrgTlLvGTU1vsKzbuZ+3Ydp
RL25I5+Xhb+k49mEtuE1pt1+aSLWpmCaCwQcKed1VuPMJdm2X8J5TykrMjad0xXxCfmUUpBcmBR5
kIRL/2FBH9AFnB3nb4Ul4u+pQvyVxwazO+pRbYjt3DTJl1aO6JOdOE7vZG0k9Cw1p0KoOC+S9orU
2hPnJc6sIPfd69XPEPmisGLpI+2hAUNXlTavHErCDeqCXFWPQNGOxWrIDcVrwkU+xjHHYU/NKvD4
NjuddmNM83QnU32oeSSTqXoxM9DiRa2dM+MJF4VVNHRM564LQX0nKGN+oqOP5GHIAFD7DEuK1emS
1KdoYosVDHh1Bia3NXTQXJLmc9boxpPqTmHuMe0zbrRultqVUrdt4qm0gJ6jqLNyzngdGu6qa2kl
Mxk58Zaw1Hjbq7XS+zZdK7HNhdvdm120rGI/U7uuota6A60D8bWomMQ9ZcmcOYiTeb5L0OI+6knT
FKfWtao4CI0hjfwGtYEMQjOMHJo8bDK2Tks7fK0bUMofzD6qqV8Ks9kKrUiLbV8bLoUfDoAUXuU0
+P0s+i8la6/h5wIOzic8FeWyaVTEbtTaYjsK1NhN4KDbeneiezJXzyJdnCRYDMX5aledo/sNGQlD
wMcNPCEtwAETJNe5xqFRK3k9TCRY+aCQqKw7RVEetUqhbB0LTnJbNgjax8Yc2h/MoXS1skRdK0RU
s1WOn5Nw/DYl7PlDmrbLPkVDkVN3VejJogfKPrRxaz6JCTTxSbDe3S+FsNgPvK/KfCUkQx4OV8mB
eqSypzuHHpW5nHs2VdRe67TdFlNsHob04lXO3bDwfsEdgfyGT+fCPDqTvnNIaaxiKR2/rqk72zlv
36wEYqcMMcc065GfgB+/cGuvBHnrRX/qP7FgUkVcf/0vevs+EqxEIVhqgxThE8jk6rEiSWBX0Lv/
9UuRiow6F3oUq8q5QwsCj8jnrLb9WiAo0J1E7iIr63exaMoLrJJzGe2KTl5T2H9mP8CjO5PkxWNd
8tkNjh+m6OqzkFCEzC6SHd9ChmKz/PbL42MVCBM5Dd4MJeDZm8vmegmRjrjoBmbtkC/DdHCYRy88
v7duCgUzHlYNEOqr8YGdvbCzKXV9JHvkyY4ovvVQZJt8MGn3pq15QT75xtAQxLRr7ONxR9Chfzk0
NBThXYfJ33et5ltiqNkmGtGUJ311iQvyxvdFbpkKrIp5ncF4pgrFEtfUjZK4PgWQ9hEhgH2ds+u9
8Px+4jdeyCIZFS6+PAaEBVjh3Jdbm63J4ZDXpEjq9mHZm9faGFKB1kieI1SAObNxBl+0pu03ocpJ
rkHzUmSxvkNPY6wNxj7Q0Ms8/vrwcU103wbLKK6aMz07pz0bqwYPumuRz/uJi2wFxZZOyM77F3ot
VcXhtY5TuIkGic/62ZW0NMbOTcipjyJH3UiRUCFUYowNLDlb0L0ab1czY09HSOybSiU2Leonbxnr
S7TP14NLhx1J4wtxLhOre/aFKrHo6K9w5lfibPpGk4UO6AxH4RkrXnIpdPr1zMrFVouivpLquf2X
IzlNOxHSC6FCZgvnurbLr3VtKTSumFNxXxibLBrGC0afN6+5gjz4WlfB89k1rclpFXb/fD3mYG5r
grv8pjfsbeHW9UaJrNlXRSG277/g9Ye+HOHcKPHFjCakyNhzXt4okpPJaDIaT5LKB053hPAoAeft
Gt7pSSNrAk006E3L/lL475vvc80VWd23Nv6gl1cujQYYZzG5jN6u/zB10/Rx1nPqruM0Frfv3+Xr
6QKDL6TkdbFk8TrnyyR6l9ZD47prr8bZqePc7MRCp+H9q7x1RybHX4xHzBbinE3AGT6k5moz3U5m
i5+4orPVl8VpRj1/Ybl6a6yYGr4wrKb22i16+fCWzO0aG1qT76LpupnkHN4YKIQ+C2gNarCURjh6
7BhSM3j/Ft96kMDyANESrYjJdn0Ef1n8lVSlWNpzDF5GrfiSa8RdbXJX6uPm/eucG2kF0w62Sxu7
p0mjUT9bSTpFkJkwWy5GA4yEUGP54lIpNrQvMlStKVvGsTf/aJFK3oy6E1+4zdcLJ8oanACgYgwo
quc58P2g0b+l++yHwLV9A8i7l5L5t5FjCghRlZdwfW+NHACPK7lVp8h/TuOMQXSkMyZX3+nVYUtC
zH1IhtCmTCznwoR+6UpnDxbe6JLMDQ82siocq4UgKCLNwk1BEOjh/Xf45qXWsFYNqAVosrMPnNpX
GLWh4fqGkhjfwFiQRKEn9cc6iS8Flr/1vrBT/PelzlYptiNWT1fK9YfYhW+tZRF5jRSLCPw2kW0S
Mvn+rZ3PmhqawdXijcd7hUKbZ9fjJAT4rc/6YFRGscObNKHdmt1ttmYO6Po0bO2Ieo8+592Fmez8
of68MiAhHIfrcnzubEy1HsejpvWB02XOn0VVuYeM/jBAfVFd+AbfuhR4RZW5GTShaZzNMRbA/nyW
ao+ldnD+RHhv+JgmnuTQKpfOFOfvb70rzGQrTRiqMKvuy2klz/tWSyK0roo+XdOeER/bYmw9OhnW
Q+7klzxz57Mnl1utu3BkUDZCxzy7MyH7qEgddwgmJUFJaTk786e1AqcFHdaq4u9Bq+/Cmzuf0taL
Mp2wYzPWU6F7tmVNzKGRdoV+06EjeqUpZrYfAJV8aHESb9ltmAEVoeoY943zNZ6n8fGXhyzbGd4i
Zymdez778IeIjls7FzIo5lbuZLatqge9iPq7InbMgL5shaakunTTb4whfPt8ImsIq42n6uWLHXq2
/lxEBlmb0tSxNGXx2btaf0Ztgtrg/Vt867WuXn3DWWm5DKaXF2t6pCPszWRgQmb03cIab6o27u5C
Mcdb2aBGU+pKvfBaxRtjV/BcbQaUSijIOdw8T+xIjbJaoldvtRuNGi8tGseS33JZuftmGMcnO16y
Yyo77Z7zYP6JCrIeNPh5G3Jz6KuFbpFQxsLUEYRVqHuClPFLu+c3/5ZI2FbOICLU8yE/caInXjpF
uqxi32uks3iMEnPf5kq3by0z//7+u/i52fnrxnId7jaOGPzqKB3UV9u7DkljO099EGMiw7o42R+k
2w+PY9XrN4lGmViLwuTJ7aj/5s1UnohbTTbYnsJTluTdfrCr0d1e+Eutg/zVX4qDqQFTEr7MOV2m
pUiqxRDYg6y2ihNlu2Jrk42+t6Mk29TdvPhVJ83rTl3qwMwr9N+89KDpQbaTyFpd2C++NV5JrXHY
ekOXMM7ZPSj/o7DSaFEvY1ycEJzLbS2d4Zbz1besjmx6VFNzYbi+dU0YEWyHgcyygJ2tXMA61UUZ
IxlgKUpRzGjD2sqS9n06O0Pm0fyjHFGEhn1hMXnzukQOrIxLZA3niWqCLvoSU6Yj2Fy36D/IcgXP
9iSV0o2J8dkqKuSyrDEuvPI3rwsWcZ34cH6fv/FKxlPSm6UMVC3X93aaWRZSZJmeQmzim6GaBU0V
XGgXpqL1MZ4PNL42VjWA2qAfz5gNI5LgXtOxiIDaHD4kydRttN4yP7w/nt9YUsgIwmfONw1p8hw8
gP40N6W7dIHVVmnggik64CdAhNFFf+JzHvxOmzSf3YIOqrXXL+zv3ni0Gi+SnE9DIPc734qwdZjb
TMQMpTy1TqmF3N4h3mnHprULZKkh/2u6S4SdN+YxLko5ho3Cans/G78sboBqXZaxvqcHbc8ZC/ZM
UT6zw8S3zXH49W8UNpK2rtsEM6vny6bTrcBmy5GBkc/KqbO69j5GDVxtVUyVia/mMtrOrj3fvf9m
33q2lHfY5fFgNdKaXy5lEquFiQJfBkq/yN1ciWIvzVoNsOU6dxoad5yF7Xz/v7ioQbVjTTJat9Mv
L1oXXaLmJou1lcXVaTKom7eOqXyP6nraqaV2Q/7unF34Ut7YIbAzYAhrPEcNgv/Li85halu5Ecqg
CouOIrneP8rZwYSruy3e1ffv8I19O8kYmJ0ZtWue0Pl2RGra0A8je7AZM7KO7+xojov+qNAH9SR2
b1+H8b2V2dI+v3/lV6VE1kMaqWTMrqStNRn35X2q5cKqP7vokSge0N+Ym5uGJuafmDbmbVzrBKjq
dWt+d+qwxuyOrhkxiKKpx5xs8A90c8ZTrY1lvEEVhcfg/b/dW18VKzUfFlVOzhVnL8EcRlVh5mZd
dBC7ObJC+Y8m4prOuuqF0fCrKMCfD4PiNyVctmmEbbx8GHPsCLtpOMXECCw9U4I70Khk7hJNar++
AKxkYcSmhLapBNC8vBS9Jr2LMZIFIbr0HbvgjyVf+Y4JhuOM25q3rlZkwa8/TiJzAeWB4CfF5+xD
wgtXWQi/+4AwcMoHouxvx6ScAzdEmGIQG/fw/vXemi2A8jmuzv7OIVDq5T06pbpUw1wOwWCE6n6K
e4HpvpMfsE0KbPki5B2K8cIO760xAwmVHBgQmStl8eVFhyQGrogNIaAqrvuW2yBMyxNlg65QWREG
+oUX+cZEoaMqNnReJ1ki59erHSZgutZjYM5Rdl2bSfup1Yx5R4Ut+/z+83zj1qiqg47j/igAW+uv
/6XKZS5UP5clHeliot60ncbGfmxhXFR6BOOQ5pcLu7I3LmjgzmYNp1W4sgBfXrCsDEwr+CuCrInC
bWmNPwoj0faErqFqRth9YXy+8SjBb0IGpkEMg+L8oEQfvqdtrI5Bx5wVIAzMdsgiDBTp1iXq+E8K
3NlOaN0GkaUGFoz68tm8Z8Uoz6xkmgKZxvPe1KEdNInS3xNaLDbWKDsOpGp5l/SdeuxqLDlm5y63
6thHXxIQ2t9wgxuQEfR2P6x5LrZuho9R2PY3DsfAI+Mh3Zf4XvZRlMlLOLOfWLlXf/n12EoZ0nyd
lLUInTBO5HOB2XYVCqMQ75apTeaJsLvyU4UQhE3sPEXPLsvxoWoSOCUojZQfUq8SfCSABLrN+2Pz
jSWM/gBtNsFWx6YB9nKoqEoFSLVlqAhLKmiVCmelNQ1QXBCEgbbI9ovidpgyK/3CB//WlanWU9qm
OwHZ6HyWMXtS4+NoClLV/oO8CoP9+iJvcKKbgZBa/snqhsQbO7e/sNF8Y7jSFKEFxYmN4appL285
wjBWylpMATT1GHWalXmkDeqB2ZCb9/7TfWMmhdO9XofqODyUs3vUZR7prIYTrIdw1fYbY7FD6DN5
dT+hjZyXdm832nDhBt/4/NeZhgQL9gWqdl5Vn4XZt1mFIb6eIaKoCGqReoP52C/jVDIDgASp/fdv
9NUzZTSzvzTXbgUFvvMDCsqBSkxOP/P1Jd1NJ+Jyp1XGuEOJeamH+NalGLCQLdjEOK9C7eo0H6zU
hp+xajaP2PUSLxscZErUuC/sY966FGQqnTfoWCYbi5cjpRT1nDqWMgdYiKnZF63R+yaalxiV05hf
GCvrKv5icgA6SKkSzjolV3S7Z1+ig7UGIS24hQS19Q0C7tTCNlcBbnn/Vb367rgOx6w1Z0SF6X4e
SYmhYcT0ooF1mEnwBdQcHROzJgwJwxjuGbKD4763ju6Ezvn9K7/6GlasosVGmQmcg8hPNOZf1kEr
cyEZrBV1jK/NXvZdHXT4MzeyV+YttfH5kyrycfv+Rd94hyb1O32l0XIuOI/WikHsYXcVSJgQw4Hf
0JKHcqaoZ0uktv+bS+lEGaw3x87p5XCxcM4JNJCrWkoSf2t29PPB1yGwd+1/NOz+/fv0H9GP6u4f
46L7r//kv79X9QwhLJZn//lft/WP8lG2P37I66/1f65/9L9/68s/+F/Xyfe26qo/5fnvevGH+Pn/
vP7mq/z64j8wVOAyuu9/tPPDjw4f0M8L8Dddf+f/9Bf/9uPnT4HV/uPvv32v+lKuPy1KqvK3f/7S
4Y+//wZ+/i9Pff35//zFm68Ff+6RjtLXV7//x9dO/v03of6+Jn7RAKbDx0xkMDGOP9ZfMX8nCoRZ
CWUMY1BDvvLb38qqlfHffzPs3x2QWSoH1LWeTTHzt791Vf/zl8zfOdNBsWJfw8y2ClD+dd8v3tD/
fWN/A0F0VyWl7P7+G9vnsy+c0xqJs2v9mpI9P+7sWKQnXYSQFP+JZizxc2a4GTyDFLekMFJ2Amqj
dr7LWZFRIyN0osCqxajYd0WTh4d4adSgjl3VM0TU3bidrB9x9Xyp2XwdZNiL22Kq3FOGs+HKZfN+
HXHuoiqKlvq6TAjXTRbLuB7cNiBtWzvUkWthkxi64Tgli4NcKKLuowBD8LRBjIQNKP2uDy0Kza2U
W0x6y+fJZo81DZhZD3hM5lM06OZJpNNj6VbJ9cSf3ul2i567HEYU8V3UPksAGxibZbfFw32fmxw1
3akEpAlKwPGVIo52mBDTIMd6vMkM4gu9Ft+I18aJuWs0Hfp5keTTfQolwltXWD9yoY5IAyU2HIv6
CDdl3OVRqW+xUA/fxxweQqsbP6AWYQ6ooCBUGLF9LXPTo5UXszcqOWUQvR2uKWsNR5GTRQwvUtiH
cdDsAvc2pG5AwMTWTHkXP6vlrHyjzyA3onYzD98Pa4BI5uPU4cP1bDEpn5dWIOPtU3svpY4bqbIa
93MkZHaEk1c/dr1OpKUx5CAws/zPCRTTPiuH7RRSO+/ift4PuCcPcYWtcFOW+k62arl3ECl/GFsw
WT2W2utIX+xTF5uN6UGiH/YV7knMhklunrCyCr+v2+WQY42+0RMVKqVVVDu3UlPYuelqKNaLEmgh
MakQO1cYzwyCuDfNP5mKrdPQ9kiXw2q5XwbDvNdKxPRWXeCzQcC9cxql3blu152GJcGPpGfWES8A
JGhAN3t7xHcd8VI/aLkyAllAd0zbQNs1gBp8nBfpxmRPt2l0RTxBfci1jQHkSaNJ4VnmEnr1ZGP8
w++OgYD2e1HvOpnZ39C18rtYeXl0ubqxJ5hIWtFsR1ZJxHRhh9GrsY/AgoxrEixMnxNR7OV2Umzs
MIesDDHgUDhLcYiLRu5rF8STNbq7YhjUj5RVnCfDCuV2dIVQfFcF7pVbuRPI3hqQVKfGc5X3Mbp9
spU9M9LKU+iWceqpHR5IzuHYKYwuFc9xHi+7OR2G74jAZz+MdK0BJqdpm66exMHpTChFapnEO6TO
If8wZTCWNtBnqN05BAzY0+4MK0xHGR/0Vc+/zrzLwZstTSDLH6lvm/n0Bau76uMbnL6VWmw+YfX4
kimiRTKb6zfIZk85JnTch0LsdMUUt/hZwqDjlLsb8Y4FVQ3DqSx4RBKM6nXTED1RIpPdW5MbQyCC
5TJ5nRnHtlfPef+xGd0l80K6rEh7+2eF8uEHbWhXFpsxbjuihNVpqvYl2QgbTWlVjPrZc+V0ajAa
dviJT7W/SlMnvy/i6aMduva+NxU9sLR1NKIv028nI33IE4Tjs5ySrZJk2V3Y45c1MumA0hqn/gZN
vwHqtUrpJZRVk320tGnaw9fob6U+2D+aKRan2UFMhOq203EEy8RHXj4CqppUeVUY6qQEY6Ro11ov
C4T/0dg1G5y25Q0Znyn2msLEqJO1uwrwkBf2yzdlbOfrmNyAP7AcsLk0ALft6rqL/cmwpm3nKHjp
MWH9ECEUGpeft1OyWR7LvBhPWiYNZPnzts6zD5limHDhx7TFYK/0xXh0+mRwb5NqJvJDafrsU8On
flOxbUn9VCmX+0opr52oNTa6E2kHlrI49DT4A2jxkboHuW2UT1NlGfVBVaNyF4dZV29SbQpYb2Iv
KZSjZkfjBme59MhRn728IXcARICWB06ifESpbZ2WrEif6B8gBRudq2gEjIdrUNtQzuS5V3G6m6xw
Q+8wgi6uuNFBN+L+KoKhtMY9Gjv8CyCSsuG73khWrD4tDnqPXEEIeGkT+FvQQ2bmox/GUZcTioyZ
lXR10I7BAEWuojC8pbvw3craz3kHWcodnu08vzGg41ioMLGBRSlEh9KyEg9hFEbFaKr3Mqu/QsSY
r5W5iq5MsQ4SAiL3Kv29oNeljj5qisS+Xpgp06W7oTyqPyuhiIIoN4ojLnD8vQCKnrLEnr+wzXYC
aJRQXrI+Rxs3dDDkluqzljfP7jDfZKN7ixUz9Nqh/UO2TUt4Ng1oJsaA2WLkuGpPNwu1XmRZyXAA
x3ySthb7s+Hc67lARKGM38pRCT/Jro43elYmm6hcFpZtt/QJ+Us3ieNCZ8pi0o2gK2Pw0mGURaEW
3eYo+jb9AP8rzxPH6/rsqsef1fgmC3AF5HUs9kbiqo/1YGdfC84JqQdo2/axMoUHYiaaXZeYE7Nd
n3+ayTI8QhRYdo4FiQQreEgmtl0999j2DfD+PSAvG7OL0Gr9GyfVeiusMkFCL3WbZNjO/AOytnbr
5oV639axDeaAv+ot1tIZZ2p31Jx0Po52FH6shslMT0nV5HdTGH4X45gf25BFzIIyENmC4jgdqN04
LdWWmiKWQ7u2D26WYDKUZvy5mRMTwFGtQ8JUovpQmuFUBrBpD3bD6sK87PAP09wxMNVNWpnkImmT
dZvNKoSiKBf1fTQt9tdSy+8G0OED7AcVJXlcdOU1rxirlAS3ezcuc/9Rz9RPXcUXNTnUkRLgCQ6u
AbzxIIq2VQtqXpBU8kELlWofNYMZ+yVbTxtCnbpiJ9hEeDWqlg2qXuu5TvCfRLXe0gtswmsLStxN
DBPzAZPtdBBd1mxipVn8uXBwH1Y63F/ArMp3/o654QmV47NfDI59EzWhOEU487fwLKGoG9LXzFYL
AJSEV0ts6bs4x4vkwaHLJi9zi9jvsaJs3T7eKV1d7quhuIbKIzxCjGhJAHipfGWAHQCrb7Eglhjg
kiSOG9xCWUhiem98kdSDM09zlMkrU5Fhu7VgTGor56N055sqhM20kLRznFrRPqUA81hCBPCzQTiT
Pwq1uRsapZb7HH3TZuJjJ7AitfTGT2B8fMF2kwEucMToa+A4dzD2I3rljvKYxRMTF2ZDstpHq/64
tGnzuaXNrV4Bcgh/5HrTi8cYhAT0n9pethU1ldBfEvtLmwxLDsYwMbRtCdPL7zDR7EwrdT4YVfdn
qyt/VtLSH0c3dDYOBk0MH7oDz0nWxVdXryUe5DxtAE1L96Y17J4dSOF8hPejpBt+VTmi594Jhwgl
1t3q0TC6dmdzZNg2Q7Y8mClDheT1hb/44Ke9bLcqtjqHvRadpqrQSAwxIQFJXvitqVifDPaSWwxB
YAciOw6WaUp/OMVibxzCXA79zEpKMSrbg3qqA95Es4eXt3woJxp3Q/GlMTQClENYpTYVM7YQ2VXp
shMrFjgA5FaI4rNNXoZnJ8mVYS6POHnw2pOa8DWV5k2ayfauI4/+wD7lvjWabW7VN3hffmiVSy2g
fGhU9wdZPA/JZHzXM22nQGPbj9WiXQHvfhqd8ZDn9l3IYRrDljgAou4onEFa6RpoKEZsHdoIrzB+
R6qztpb5rcmeflQ3uRGDlciXb1Marl35Edq37coUpHxsdQ/z1AhkkEk1glXsq4I8YVuakGSy5LvN
DvZeozLyRPOB+k4sLYhE2hzdg7sBX6rmo1/ZWr5ZJr14DAs99RZ3AiaIJOWIBT8KRpzdt645z9Tb
3XZgm5uE1glDs2Kx6kXRihQd70egpPPWzVVlE1tt+hD1/JZV9NqK+Voda2XfuWmyd+qF00Kcs7oW
hMcdlChX7uylshyfI+VyY+SkNMGzizhygR0kbrS6iWl4+TrRo3fGaoi26wTyA4wK0ms5L+56djlT
MoF56fDb2OhnqL9QAfIGoASBbuTMwkUd77PVKJCHKTXRkhdsJsw/rL16c0qlBpvNiabrQhqERyTP
kIZ5EF05KYdyztlBFNauDfvJh/dPBhi+YHFXw2FGheo85IssN2X/XALnYDHpH4tkUQO7X4q9pYft
1nEgMkSmfSwLOR5jXYeogZ/8Pm60q9xoMOD3C1zcqPmETVF/aLA7e5Amu00JR+LaaiBFGGNT+naa
FzvSwaKDqSnhrlLdJZjZgt/aiaNdx2LStk1hGTukDg1UCbu5TwuG9wLdbjVhjuwspuvBTO4BocBR
kKNyGOslvw6Jk4JVW7ppAAy2yLYyGYqHRU5/9Gkl9mMPzowQRny6OJhidty9Ul6ZfHZwabrO9BMk
HR9sbeSTjSL3Qcxj9qkHzqUFMhwiIyDXvntqHWIIOFO5xvoDCvsqSgz+kSXRfRJq5eRPVlkHc+su
m1gwIyiLsPwoXm0URvkcgT26EcBdIxBaCsDcMnE68AEKWQYOEN0i522FuXrEew3DaVg4sCIvyZy6
vINvYXOMTKM78IYuBvOyeDDNRW7jVl38BguyX6z5HO0glg3YBIYdjJDmD6ym1SdTmvnoyYl5yIso
MRhVArtvNEP949Q4YlelVvY4NLO6AZdjbuXS5gdottl1khpPDAY2P72c1eOidE0RtPVK3p+U5kC+
dBJQg61Yn1PebwzQ2uP8Yaz3EntKOE23xSydxxaKd88ptXOeVx/8qRsdSb2jrq97dJQ+xvD5yVlM
umL9pHwLl3n2yf1J/hTScp6pvKYHGGTT079VZtGAt3A0LzEFDt8EClwMpmUPm0/4ia1+FU46nv4N
WNWSUuiA/aO7w15tCPWZ8bXe1Kl1kyZ96NuWG7FbSO45dqY3YhL/1Fr8UmnuqSr4/3m17UWF7v9Z
k3vxu3Y/qrXu1Z3/qP8fC3cG3Y1//1eB7FXh7sP39muZvCzdrX/iH6U7Q/19VQqgn6UsRgrE2kD4
R+lO037HUYLgE02vgdZVpV3zz9Kdqf3Orwgio3hp6svSnfE7zY9Vc4+lC00uP+9ff7P/QenuvDRP
xZCzC9pesjdIBDoPOS+YkFFKt+MmzTT3GJECc6Rcdklv+uZVUBZwi+gKUBO/LB/bSe0USb2MGyVM
UJCprNj7SRbzt7889n/e3Is65FkVkidCxAfuPYqhfATOWVODU2FN0xiHMcQPSJuxWmFLiJS929rJ
0e7L7oNSdsupykR6qZ/yKvxqvTYmVkxwqqOi1ThrTBcwcgHSVTA8Is5v3/KGOgoUQ8gGracMZbEE
ck5QB0FXzqeN7bjRRyla8bmk8BNu2MODCFF6PZ/8SLG1KChatSpv0EnH5iUh0eu3YaiIsZDF06zl
za99hb80K3BcD5mFfWIjgFQ9dNjWQg94TzP9YlOE0rKK1pemDzRJLnP2OtJOc8YR/Btkq0yyQ9Xp
B99qsmjGa6carbanVzgs6XMMt4ep8/2x8Oom0WziRyN4mf8Tib52Ev9yk72UqWj01NnYHfzSJZ7t
E2f69hdbMHzOFkISXjsyKQykZ1dp9DlFMNKIDUEb3efB4uA+mHr90UyW5/fvZ/1Jf+2hcSW6L+hz
NIy31BjPXpo5u3WB31hskkZwrCitkAPmQFUVVLlyyjOzmn/9CSIORzVJIBBppOZZzyfpe6PXMHxv
TI79+9gaRrYClfKLssF1QlQ5WdIcdGhriLPvBlSk0QIF0snAgaQMLyfbUujk/Dsl+kFTm496Ned3
7z/L827d+TXPBmaBHX82Fq6pOc26hQyXjcia72AQrE/SyXSPaoP9i55FPHVMsXRIcImozOlnPVA7
muCkwIHgmkp4HNJF3hE9OB0zpWLjZaYjh0gavmN44SN8PW5WNYaJjA8xH+2js3slUQQcQCO1TTM1
+QOMkPhrTiaxx/RrgzCwiuyCQmcdiC8GKjMg/6MLi/YBKiyL2l8/vCpz8PY1prkR0qlvhVsTOdiD
kwci7KTK4f03iUXirOmL5BNeJBci6lrV15b2y+uJqqlneFrDprOoje/6bknLYw0db/mUYtWkOM1N
htsIti2de0kl3NPCmdM12bbunrCCRnydoBxDs4iybGjR1lBtOhJTNitbqtWNTUVjhm4yTTUdfyS8
BkFgrRlaQUlzY9gxrYkRL2g36fu+XxsWQ5uMkCsoibZ+gZWkvm07ogdO8wDK+TgunDQ+OctEE0xG
ud8t+sHNY1cEekGokNdAydT2dJMn+c1IYF97szOP1dVI78Xao8l3xTG1QuW7wPqjbhI6YM/Qo23z
QBlykZ5rxnAzTOSb5LPKCiYI4EX42fOQMdqH1h12CXFlixcWNSFJel732XWqun3nUQKKNHDcZnpH
tuk4wHfVnOFOyQD/bhvNrp/rOVOULTtRs94SBGI4V4YNwN3LW9WpsXer8e0abKfvyTvpPoaQvG0K
LlFGZgUH6jn6zuxoTEZQa5E2x34Ydg2Pth61bOy8drGND1IlEgeQ3rzwCGVJLamSoUbHi1JC5C/0
Xj/OEx2fnctBhjCqKq85xWkQSE7gfpy9NvVAbw3aKFS8dCO8d2s5qjt1Fu4XKoOyr+kQDXSG1HFs
IaCBDnTEI4EeQtwbjZl2u2KeC223NIasoTQuVRUF4DDkuJ8WF4Qi4TQDISOg69ZaIYCyJ3D1U+mB
19ThHVlONAaVlJYS6CLNUfBDEcuQInflcsDZxEFDqDn/HraWkW56GMDUuNNSfEoJpclAHmfmqet4
73jFF6XursI0cZ+ol1VIFNOw18GwDc1H5/9Qd2ZJchvZtp1KTQAyNI7GfwFEl33PTP7Akskkerij
b+Z0R/Em9lZIKqsSq0r19HefmYwmE0VGRgTc/fg5e6+dwI8KMwbTMlrISSpvXF0QUEjDJTklggMw
ZPpRVbEatPfYdQmIw8SBp3/Jvk6xUWt6cHHT9Tajla5x37ump2Bqg6AGyagdHby2wyA+kwZCSlSj
qLD2plHVeWTXZougqljal2lwjCd660u5dxyjgUhPSwxyYjkBvYKpDH+mTlGeRefH5gdPvsppl+rJ
CJ0+SV7KcWp1uHhjBwnRAwQdk8nHsoBnkV+ozWXYsUyDBglswUgzwBi2scEiclhWNAgOfqNS+HxN
x19SGoyw0t4GswVdp/3mEDogb/JCgTOpbW+lfxyUBFIU4wSBbdsywOzznFjfpTGS9ih0sC48Xnh9
4Egmw4cLRMmMAh++aEx6CIuBKNNVYax1uC/z3ZXrMc9AcYDKbwygcE6gGQoIextvNYXVHBNQrgVS
KNbNU42VJH3gECzyPWO4bKSb7bQ3ayKnDODtUIOmms1XY2qL28Ai5PIw5gsssBQGZX4iY2tegOoY
dvCMdtq8YOmab/Tm1pSrq2E/NmBu5NfShiC1bzPhGll0FijLr/QFyBdyejNhRjhZDTop+jtlz8BI
A9TLDu0kahLUzbn7Yom66+8cf+z6y5ysncfJSd3sZKrO5qo9Dglk1HNmttnugxVH88mxK5Msi2bM
iitdUeXtO3vt7bs2zf3+YfaVLVqSy4nXJBS+daCYNXnZfS/KEiyU0eZFc2RtNhVztV4En6lHA2tf
UZsS0TYmZDGMq7FkkTHPmxER2+pPdwqS1tXa1cSk0pcgSaPz0/pAy9T8mgeGaKLVQpPPeKkv75kk
2F1sJbp8oIg2X7JNDPUOZK0bS7/uihjEbHsBGcl8I9Bk+fRgev5oqAKcg9u12a1eglzf1WbdfmOC
pb+6ypnv7VLLPhJpGzyb4+C+mB1WyNDH2rbzoWaTO2b4wUNRSeO7lmp77WcHtuvKFbHY6cHt/QuV
LJjq2Tyn2DcpIIGouqApUyctjqDY8/roaBrsRuM7cbMV9ga9vJinfbf2CqB7mUnmmKAA+AgXO6hC
HST6qiRX5MkvU3Ys7PtMHmkVil1qZrMHSMmtX2ZzZlslTGhLDgOCgh4ItUu0iks4wecscwBituyM
l7Qt7TtoxoYDmHes4GV1jv1JUpDb7O0WXvFFgRXqCPdpTMMxVaz2ZAiqoyrzpDv1DOHe5zIgGsDG
SPPaWxUo/xrH/RDrYl1uRqG3+6rPjS4iK9hnrOB6YIJ16pjbrjYTtKBWU9kKVF6hPmtySt4dHN85
gPWexltLn7yPK1fQHJ022H2HykSCAM65YDKF4qF7ms2BkBxrdKb381f7UVGnUGDRgSdMx+CdhpaX
z/lhdcvxeiYXISCyaxGMkxoHb0XRp3dnzhSEt2bNXleX908Xu+gbOsmzmUX20rV2nJUdITwpLeu7
zdjaLh56zBjHCeAmPgApWk5wH40dAWK58Y2ExVmTGKokEWAEFHq7cnWar4PN9PhmpSM3xq3gDHky
CQA28DpO1XUzj5a1yxpAjI1ZOMnR75v8M6O1XUSN4TPVceA3f3gN8gWiKCA2HXo+0R9FACkf+Nla
0lf0GsE3yjRnh0kmTQ4Lc6Az2HG9TYKZGVrrS8Ymcl1xf6vaq77YJCcBZiapYYrdZD4zqxnubVEx
UDKHgItcSFvurCFZWjOpSz76mLul004WAR633vvUhHRmmbm5AL0rIWTbGyCrqmqSV4Ve02b6rWwN
nHFxnrfZMsjLQPjE3HwY1bthNNBjXHw+MOM7e1rDIV9I9/K6fmHQUiXpvpN590BS05bF3F3gP0MD
UvOBOATYtVqjQI1d10YhWuIX2hsESowRK6S9YIher7vOAgBGtttYfsvZFB8CDucmrpmQE20SzECp
O1IBQA5TfQ27YQvYNi2Mzl2YB/iP973YzOE0GYNfA4UvxVsVTD2zAKhuaAxSG99on6yw/pIN6n/I
D2gSggn87LgwpYDwR77bKWkIGo8WGgZkLuebNm/mFH5mnOuSb7UchuzBpy414jkB/B0tdrdOMWGv
eud0WJf3JFtM34pgKilZGTcRnucVHrqYASFIlOQesSYiI5GKgRxzwbDryvSmwCowHweotlXckwTv
QE/W1ilvtE0NqUsgfudJ1FuVCY/wgrrOpuPs+cNDkopmuADuSqNVziJ70dN5wEfOE1BUw86c21aP
jYAV4qXe0XcA3O4I7qQAzq0+/zJvyfTeQd8Pdo2VB34scO/+SOpCg9IHNptFE9v0j8lt5KNXjRLu
t/bAqPS6e5kcs3wZcANpdhNifsIMBNlhkL171j75Sc3b9zxkvzAfX2jE40pa/FF/WxQjrSafpue+
01tAPa710VcDb7rTuetFpRsQBODPqUREJGQQb+RRcSSXXnMPa63oIb/pbAhbcFBf+nIiKNhdzOZC
Gd7mkRdukWtiTNp/gbCjof6tKYTKytrkvLOBiZ6n9R21qUt7A/VIb5NqKxj8Zaw0wNUxtu55RDId
kH4Bswb+Mia+6600XBXT30JTsQGVI2kRUFkedpRxyDsHs5+jwJ20vFhBQE87K/G8x8aHYHnQlttc
I0XaXjsqPHAKC8Nd9DySgs6m4U07egOCzWS0+ZKsCbDcGgrRDV9ny5izYDwNqzmz772hX79mW9Mx
Npmq+nGYCvPRttfmmROINAxnHpJPcvBaBp4w++5kwqiMQWHZGTxrRCgFyUAepCRb/QXgECFeKZIs
shpgkX5MWd3cCAJEuHPwxYL92/K+302LkVEAp4s7UitmBMxABmxOOsgJybNdZcMn9Eho5Ya12F+I
VHMZwjB9SqmOYdXw46vmRMYMSyehYL3f2CE7HomJaEEp8+RxFSOHSLVUKZEJwm53uTXqHxb/OSfr
Z2m/Cc+eptDLHFjRRcKVAOAwwq+232AjDoPUj9D99N5XiSADZ9wMb4dN1SE4Ph3MPMoXb35jjEQ0
i2xa99oAI9/EUz+rR6btBpuzzsmBEgzjOsCKIq0vEgcSRriwFT1Pusi+BeR2Lcezm/i2YfCbXbJF
1m89+cHqMMxL8FglHGMAZtX4deiAMIVGOjuHuV+gygilkhdSXpbyRDBt/UWaZ43ikBQWNwCYmle0
FWhFdsGQP4NEdA0eCUcQWGsUciQaBs1wuBg4OkNft1tBqAXPJAWYED/qfmpUOFpdejFkATTuTHeK
UBR+TXdOT6AXEThoC0LT5ua6m6QpuRsD5BXHDagPRY3RViAU9KCQ23CXDSdEbEvoLYKAEMtfajPa
GPkeCAnJYMiimc4jcDV+duiYJiXMQy0HZR1E2tCdA/eNwkXYsUV62a1KABkhYEGXSD4cMeahTSlw
iSiI4VHRJ0UT5rPVJ/fIzgjrRGs2v03IU55KbksVW2vR3Iyd5bU39AUlO0wHipr9wa4pqRAi6d3I
HbXge+tJjBqGbVzoC6n2a05iTc87I2SPfXLAGTAV89BF7hjUT+SBiSdzNA03DIbAeczKtAT5ymwT
RlVA1cj1vJcEra9j/k5+gEecuKw2ZC6S+1lQB+zpo8ujHuaJHJhREcT5w1vc7IGb15jtmduVX1s3
nz6ZPi3NHoopZ1NXQSA/LH0OOHs6E8dD6mRUEPNgkpZTMM26JWWW0AxiBFYZKjHCtE24tUK2tVe7
3p/f6SehMVMWZQWiAMtVKruAAWXuzqG0TlRxwSgjcjeKz9yY6TXWDTVwCBN9A9maitKLfBjUXWjP
a3XlDAIFzlg5VxDliXuvTX0mYOM0fbet2riaumV4m1IzP8uz2E/IwSiGBwbbrjinlmXFfrKtwoxL
1634INdUNXtv0Mk36gOS1qj2iTFJDI+fowAPjzO+Y0HAVfaDG98v/UfDbYzn0a/ad+iuG0e7k6dP
Y32+zhSJGknR6BLvcaGKysBf5Iha6qaSzkFOkr+H6oC2xcqt5Lvdi+wVILR+Tnw7p6Ff5clwTEs7
IE673yx9vkD1BJcG3jacuKVSX3Y2UTrUTZQdBz0P9ROcz7KOitp1j9BTRItuRRL3aw7pcAnaYCT8
AqwDUwkiuO3VzOcjW+oGrR31nBGlKJceZq9srV0+VJMI18ZtH8pyJvikEg75oa0LpCVMty3dYn8U
qgjXNqUCNQinuG/gv8qIWxsZ1cnARrwzApWT8GlMbnoY3V7fEhdgv8nhPGy3tUH1yMZM1FYwjvSX
NE2Uq7FelXGAuDsiQBCZRXiqaIDkksEruiNR5XnwTkiZa4O3xaUWLrMSX6ZOKY00YUb+g4wmQ9fj
uMXtMgZuu6OLtVW7Vg5LFrd1LU/5Okgv7ghTHdFQL9PLQDieDsUwWe8jBSqeebATWThqns2LhviE
9DhBnO1RdRvlflx48CJCQKSHJLoe9GU9r1jhmIMs3OId8MeLTt3IhQXgnNyO9PRd4xjZe7uVvExT
sutddr1UxpHQJiIslPR4sMQ08grzqkH3Z03muUcn2fhoEQU2deh0csj3XAn76xyJbn2aJUpfJG01
h9xQDFqGAxFnyHfadt72XT4gSBGpG9hxLVFOp3x9074QLUorr+dZ2eFFCvSrSbeq2NdNBodyMRYS
Zhbi2b3o7EkGbwvL+2AVveeFXnsOSex0YgexDVf7mRW8uXsHCf19pkirOHbcoTzUsUknw87VJkER
8I0/S0s5r9w21pWtYtg+xOC5F/jBF4tzL/VeXbH6X7rC7j6gOaPmn0QmiapcZveT9jHCi0GkOWJ3
ypV178/2+H32F3D4VOrtm2w8C32hBvYErCh45thSPtpuntPDNE3qniGH6V8DRdfPAzGRKMEYZ99V
aHxeaWwkxAYY2UAl3fb9GPdWn7WI6c4HvwH6T0FZJnEhdHUOaTjgevGxEZwEeCxjjtlrQt2iZFGr
G9vE9ej9FKTim1OYyWMfIDyJaj8x3est6FW1LyDefPWdlQxzayCDm31hcuZjSe5SftfnNAvJSco6
FTt+79vHfEAIFnpsswDOHN248ZY0BQMu1u+dvdmsiLH09A8IqeN0dDw0V+GSOoTBTyrLs6gwt6l+
NspCPa8twxycCwOA7G4QCN0grjbx4HILBeky+ODVZ/wMiI4KfaUWYqNCMU+SXWFixEDjT5Oo4rl4
7Gi02f7VKCrSVW0EVkmcGojTz4Lx/L7zaJ2HYkyRXQ9WUr5nVWKP+4lFuKJMdmFfLNoLvpi1XNLI
sM9nOp7XiRdWpI2EeV97t+sWBOJYCVofPERZ+kUadHeicVVoT2jq0XPrCTz8zrChs+KK3eBMaNai
ixtVFW85MHMqzL4g6AtZAnpOZcNePrI1T68BGo8UeZnbUICb9J6AubiJFVaQFJPQTVr9RbVKfWLY
th6LJhiSnTdmM1/mORBitPv2mR1zgifkuwNX+QopbMEGTVJ0X36zV0dRCBCFkB7WmnvPThCf8pqQ
H19EI5FhfQRWebx228BEJ1nK1tvN5bl3Yig35+9jarnyc4kkObn0gGl31cpIjzm0XfSwhpO+Ok7T
3snKQBFDTyAhYbchKxDVT3Enl8IW9O0a+5gSoyf3wprqGzTVdb8vDCuRIdEZwbNfzCuruHfaIOpp
X6H/Hyo72Csv6bMdvfuNisYf12DPtSq5ysxmBCGapkN/UdRavSb0WckWSuzshylTG9yobSB8X2Sl
nwRDV7408ra/JoObNNHGh6D2mt4fmQ5zhS/XURIxzlYEH7N0JjAhQVp/MZGoJLGerPI5n1RX7yy7
YWDUY6D1oyE3/OdpKVtOffaHZV85VvnBtJkuUoH7wYi6rnK3K1WSNswTYzdfm3UlFcHNTaf9Nmmx
Jbuh9ek0s1PK9E4R1FGd1GzMn447Dt8tsgvLkJOmGy/ygbFM2BuzIfdoda1b4fgTwUvWjCKfsKRy
idtWutx0aFtcd+wTxE6BuDr6Aun0leB8xn2HYhkfoGWfnHmcBjaPTnxUThq04LUTGreGFzRfCjMn
bjQh6eO28LT7APHd/jDphdFQWnzjW9YrrkrCRdd1gM420OOwfP2jz5iLxswC0hti0bh5ub1jH5lq
V/rCbr3gMl3HlnRFrc/BhvRuPyURDexPI/GKBkT+JBpGB+1zbljFN3QNamE9qYb2/qiY6GCXdoFw
kErowx1y2GZXSkQSCYehCkIubgElIAKr4QgyyL8wvKr9XrhmlrOPMjxg15xz9EsB39Ke9Bi3iRp6
5i0lb2LllysNNDueNj9/Q3jOw8KVbVbkmvasYswow63AU/l18YTkrudIli+lKEow2vhnhwDTWoOO
z9o9ZdoWn3az5TDedb+QB+dYEwB6Z+44CBT2qRZfx4OTjVQXidgIjTIAwtPzSHksIoeNAx0988yV
jFhvK06M2dzb2RkmXGEzCYSkf9FaBOIT0CJAwbfZO2oH7YZw5J2AHyWb08gcN/k013WaRHZC5z70
qBm9S+11ObFNkqiZ09AH7g20APPOOj/blFgcuHE7aIueLLk2vBBT4ZnZkHav5oW0lVA17mbcOkZt
I110vKQJ53JlRVedss2dZQSsWqcjT/eQZcwpkSwnCdsTjvt5p/uK3rhUNGVCFaiObNGCpsYVhnm6
hYPN8Xhd0hg1YkX7bYtrb2reauy5RoQxy8pxHjndPfWIoUjBElRfPnlUz8DA3Aydvwulnx8J443F
SlGHHpdAdTfbxHjtAsScbuTTDTbDNdF0QJKK3s7e3qxe0MHSqRcVaVckUcAXnIbnhUL2gYH6CA/N
NjL1mOl5Rfwp+UPKFQLg4GNuCzvV+SdcXlzVJy6n1xbRLXacIDJi99Jr10e1PTnVgawKjoFJnpN1
Su2NpyGzjVuaJzUtNeJ80qgj2FdFss2zT7F1dX8OsSMtNei4WO97Mv1IiIW+a0UWTgAVDl23PrFu
a2NnCcS4x3FjV9hr30xu88oRN6Zy1LeJacAGHMYk/VQUpeZmlyxkOFQbpVBEwqKnYrevuClVLUOp
vUy0sbLHrcmDWyUSUxhBfuddvFBO6KcOV1eT6y0ODGfx99yTaeNMgS2MC8pg3zo0U25mTyYd7eEj
B/Yc7LWzkvRo1CjBafDwquWt0o3XHSj26dIr2p715Qw2A9W2LVCoo+tXAocS17K9wz3icoU0+oUz
c7CZCODYISPbM8mYLdqqOOKwGm/B7SGytax+6R6ykoI3RPZIYy1N/ekVTQBt5I05GFZDuwosohaL
Midem1Na7Im38IPdhg1uT7m/WJFnVjVmicYYHpAt5V97lef0ZSv6tWHb9jO7eU61ClazfqwH4qfQ
vKzptUgF1GXK2czY94wFsn1tNV6JCaiRY4gCmrs7sVAkXS5c4XAFFrJK2Ixs0p7PscuYnrI68faL
s9Vvhu/3ZqxGMpHp70/eW6dxeTA6yM0B76iiMWEW9dCdeOXqTRK3fjm1Pc0I8qeLH3JV5euSI6wj
H68aP6Q76u47txjUWHsCy13xptit6nOIBx3kNlIDok7McZIjYiP3Io29arF0JAvVrRc0xwBcdt7I
BDHxGyjaJGwSruEvGM6YmzNOJCU2D6YfiJoBEbR9R+cVM0yaPDGLyAbuVHP3jmmM/cPA85qGdpGg
AyZTB0sTd83AiFqZbC5hpoU4pgaRAbSSZR7szA710q7gpHxsgoL6l7bTeAJO2JBcYBbVy5aNfRMj
SlM9CSKZ7wBQs9o8ajkgtsc1t5zlILKAZV+0ZrnFRkD2OU17T2cXqmMYGWNgTTOat15WxZ3B/7Qv
q9ExTnp25V1AsVfvfCxwHnlFWZG4yI0BcxLUmVJivUsJpu5Fk9AGzcPLEI+jLKBzSp1ua67vSVDf
5m0xol/2WRvnPnVFJLTsElqu03ZmlnZ94xBISOgPgaOOx7HiNsrY9lY+Q2qnpeHNF/M8Lsgs6lLu
E81hxqBIYCAGCcmlYSHqKwOyLpWyGRJu44lfGgbKAWmAXRO6NEX44FYLdf05gfe8TeM6uODj0liK
SBzjRqOYmgO7ZloQau313weOqUcDQTJ3QsNZQdZniya9YxXuCVb04O+MoR1pMDbJUsfEWOqOTq6J
f8HpLUhUZUknHxflwhDVbbpgvjTcif1tlmT+HqwxL+SFxZT7eiPXhPx3n6SSpiVeM/LKupUHu6gh
W4h2TBEEZ2BluUcW9N9HuK8HMNMef7ko1faskWgXx0x5ThaPVis7us48l8upLSvvA+Os/LDaYd5C
3I72LOm8Gcq75u6AzwurJY0nqU2/fnZp8md3ablU+gexad2h7OeivpkrZgCniYYpsvCFocBuEH52
S4upH3b0UYyUBiL9upRU8GpsXlauryBflq33T5WR5uZ9QinrklI+Eb3JaU6mVt6hHyDHk9AaCh6X
0e7Z52VfWaBEWnwvY2YeHEaK2e3S5ULuMuG3+tXmUGzuHEO2BhYxtB8RrQu6gE7utb8Jw/6SwPn/
Tb38p4SC/4USZuSJ/6Ss+hcJ86mv3vu/3eXDx3ve/QFa8Osf/E3JbACv+sX32VNQsQH6Q7T3dymz
YTnmL2d4KY0UGwbBrySv37XMhu38AtMWWsyv6Aj0hEi0fucQGLb7i+kz4MPtiueXxsdfETP/UeuG
NAwFM1di06MCR9b8s2LRk0PLcdFsN+6ijF09jvQFSS9rFpilqQHF858+on8jN/4JenR+PVCH+KlR
/tJaRFz0R+lZx8g2t2RmM6vH3W9mhChS5mZRP3k3YN+/wvxQe5UMxcFI7ur6Fb81E6jWXg9//oP8
yub8h+aOH8RBLW67NjkflkT//LPmbqtJD++VumEOG7abjbarydvQIk7nsu3f+7pJDk6eUXWIzD92
nfsj7WdmR4ETi2V0bxq/vx+5BR5qZ0bNRJ7uUgvrwRbJcShM7Iyq/s0VuJsGUgKHdMpP25vtMfJo
8lld/vnbAYv2Bw0h7+fMIEVyGljC99H3/aQXP19Oa3dp7WsMgHRox45dPHQ+8L/Rj9gL+2I0j6K6
EOUpHfYdzrz+Hst9dyfPNqvQF0eGHN6nuuB+2XWHXr/3VDr2DhHaQqyxe9OWWLuu1fWqrtDjELxS
0YIywoaBhYjdXXryWjo+USoearpmnDcYZJA/fEeKXRp75njbzTk2qzlmX6yvFYmY/iHvL/BTCTua
25OqovVWNi8eAamO+misC887jv4JoZfbxMlR0cPT+IdjOcXSxN12GIODQ/oRO/nIQCT28Zq5uNhC
hA+1IEcjyvNYP4x3XbpnDlTd62f/zXmT0HrS0L+TM7O+KKVj2H9h2sAJq5KYiz2N9r13+JbuyCcz
/ND6ou6NL5K4ahmxGy/1PjF2a/+x4MGzY5VRK0ZUr+chFf2+uL7EEf+1NY+4VqmcVxfuADQDrryh
fU0a68mN/Uc6FpyuyWfv7ylhAzr5l+k3vjX3seddFUdkV3iY/Ccn9A7JQRyyQ0E1fJ1/2VI0Cset
PVHSy9v5ZZ9cy6vxMrmh5+Q+qcthX10tr/AyQCA0EaFxE+3SbxtJuNF60e3dU/KAt3QpwhKNmL7u
GactB+cOZRliTBlTtZS38q06GFfbW/0N67l7qPGTI6/fcy88zD/omyb31dUcySt5ynaIvKYQm9jX
9RTslxeuJVESeTve46lkTYFf2JXEatEXriP9g1qTHPUfDfMH8wTuw72gCtirS6Z6LL7trrgWKuYD
fcO0GeWn9qx+ica9FZXfy5N6XYuDfAiuyA29nnbzSX5ON9WNvK+5qq9RdbO9s2y7Xeowr6GKCfM7
a8dg+l6U2OLiRYR5GRUiRIDioXn4PZvoLx2C/78db7bLmfKfHTpE63x///6375/V317eh/zjvVF/
AO2c//TvoB37FwGi93zCBUKQ1MwZ85tbx+J3zufKr4A7dltE5X/n7Fi/oOqGVYpAH8+Ocz4H/s7Z
Of8WBwP/P4cThoTgr5xv4rzv/WOf50w7RxawLZ7pqL6HN+iPB86A1C+dFwzSZyRCN97n4j4ZGHG1
IZEbfXNczYO/PJpeWMjjLVmNDzK/BU+6SzI7dp0yNBhjQyslpRWQR/fUoK7Hq7A+Z/Ozud1k7d04
tDHPJoF9xXLwkmgN7j31cXZuL1c+V2Pr8dev4S89a9jJ+OdnG9gfvGL/sSb731hpncub//woHt/z
4f/8zz8/feTq/v3pM3zrl3M/nvu+KfBD/KO+8sUvAnuW45MQwLNmW+j4f3/8bPMXtM+SEgoUGBDt
M9T098fPCn6hUPPPB+rZoSJJFfgLXrGzVeAfT5/r4hWSgsEMEXOYGfyfIWdb0KGfCzKfC9k0zzjb
c3XIy0Ce1JqLhJaZVNc+2uhP0uCHW2/piLP/p4/q31RcP9UFv/8ElJGCfwVs+pMlxS7aUkGr8Hdp
oxCbtmh1RdZYO7tM/ouL4Y/2od/eKw1N/BJYGPj8fqpA3JZWXo2kaVdbVhubenPjDAzKf3k///qJ
8plS5TgkbEDedX+q2zLu5OostNgZaLluO7VyjDPrSHuOlcEUe7QIw5H4R+PGo0z7Mi3Kzvd//pH+
0QtzfqMkKWAw9IRtO5gozh/EP/mkaCi0fsGUAodv2++4AXvXFarkGEJUDSyFXjGAR+P45y8KjPJf
niXMkNiYfIo7vk/50zcJ7ihpK7Nz4V9oMlTP0zHzZAjiYaMtYwi1kwuqk9PQWfNG/dNSmjG1oxyS
ulS36WCIZ72ZNLymsnKvGu2hEzAnr30vc+SfYYXhGQ94JxGEWBvRobrY6NYsW8NFXeK7KblcJ5sX
rWuTyrN8xSIzncTyJ9Kha2KR3cX2w84vcvG9yHoDGbNG3r4HjZw8ZwjAsTevxQO9YvEtKHGf7FfT
ksOxLiwBNqSV3kO6yvzrxlDUu4f+UdXPgiu2g/xjbYtjMBreW+quibhxKpmNz6VYqwOTexpsQVNa
dmR5G24CE7LPF38mC3hHEKfUN8lY2Y+pRxsoWnO/eIboMFoHvNtgub35PKNVnfC2XWMn4zvTYesD
DTcwCA/Z+qVCaoFuYpHeFG3CHLyoNSfaXUylmMaOW7/uXISHlJRFlohwBK4AMSSoKh3VPBTOvinI
BYm1Lo02noZlrGMb1QBaAjW3WTwonZ7IagjanVfDK4igatZ7NH/MBJHoUbtVCcV3kOXLU6pTehJW
vW0yXKotuIK1hVumQyL4UVdnxo4IXDrzdm6JeJNWcTDzkqng6m3I9D0WyniYK/1pYD583EqbKce0
FLNkyljXP1qZiyxM14VMdD7O6a7ppm+qIM8prArUL0xLmGKGIljaj4SBTIQL3Dp2xjwRLCKG/L4a
/OxK9p587dIp+5y7HCKEY5gMR/1gc14rZ2oPtPWHgy+M4BIDuD9dIsEVb602qju7dVA+5L0tLppR
+ihAF8e+XhYZJDgPLHk/eZ7fxR4dbnRYUNP2aamgeynb73fwzJmrzY1J230KxHyzWLh0GV4txMpK
NaJCATOADrOcsntgTJVBoIqW4zFNAi9HqQMaIiiCpXipJz60BqkeOqOLccwY+WhsLc0FfKpku5Ik
XtYxgif5kPuyHaPMkHWBCqvcDnSUjSnCT0By9pg0DhiK0di2uKfhpI5irtJvgtgxETayKhBPJZo4
x4FWT9jCtPoAuYPixRk2s95pdxoYztWI+G6Ls4IwWhtcPLty6dVNgbh0iXIseA8r4+Q3qET2Rzoo
YGxLazBMVUVwm5WFj7Xe1elzO/o84wXCLsLig+ZO5sRrAsfpi3t6nkO6KxIEyCRA1wWdctdwX4hj
r7929tL8IN/W4HbUVtPXfguSb1ZqLgRRSgtlijs3dMR6Udb0+IXnJrcTHikztKWZO5Hpp1zMikoh
j2Avr5hIIIXgxqlK1onlF/LOg6EzxPaEjyep8dlEsMxJZ2eWzYWhz8kEMMlJKwm8QYNLkxeUNFNK
AwVwhv+6DbkkW/Y+NxWRifaMzC2aCKt8aw0PLf1UDc27mypcRnY2IGxs6nFBt+3Qe9mryUaUMBZB
Z0NdcrIsTsZuhanc9Ge+uLFV6a2jUc/TmobCE3uBhtU7TihcQ2M2G1gj2AjMw6aXjvxf1s4WrlbL
PEtaTcY2YOYMsb0pWN6XsTN8orh9AhaYYvDOBt8x6O9LABC7tmD+DUURlfyFSPLSjTTN6CbGD9C8
I8Ko75g25FmYtJntMCxT2y0jrQYQdDAlH3LUhdiz3Ma3KjXMp9ZgEMOKAHYcLq7fn30SyIiZH2gr
jW1hdgET39XxY4nAWcZz37hPtSoG/0hySoH0gFBrdTGPA0/mUnbe82idQXnabII6Sry+tP7LqfZT
++mMnsWJSD6Q5QlciT/HUgYAooqxqdwd/DMXk8O9shL3otgq/QCnqI7+/Az9d6+Ga9/ibkFBRlX4
x4N7UzNwlp7cwrxSBtO+eotnvJ57hm7iOiuGzz9/OfuPdw/4vSb1I6ZqVCumSany0+t1XbN1bCFi
N6FYu8+CHDNk5o7+EpmwQQD5FQ0D/jkroMEXBqTyZ3vA6hoP/5e9M9mRm8my9KsUes8ERyO5dafP
7jEPkjZEKELiaCSNM7mvJ+sX64/6c5BCKglZQAPVQG8SKf2SGE4nzezee853eh78DQnITY7JQVRI
Z1RjX3Ts+HgOcL2EEJyKabhYPmpuEuK1ZlrbE5bwLwU7n/sHV/O33tH3p1jOHULoNBsNoo0Mz+O0
/P2BB5dsl0A+9DZ5N2jR2m5oT362475hIyItUpw4K43mQdGHb4LR0IEhTLOpQUZite7+OgD+W/XP
f1nc/FACXfdf6rarv/wHRNzmP7Zd8UYhWxbvy6b/iQURCxcP739dEi3NZ2pzPtmPnee//t7fe89Q
L2gGkiFIBAp9aMqafxTmmv03svcWPrfOw0kvWedq/+BoUDYZLiZTXI/k0nxfmjv23xYxHWcQFya1
6UEw/+/XRpRFOi1LAjh5HYFVvWcx1ygmzLkltEK6KU3T8AVPTM5hT/dWy2Z260bpzgNHCawSucJ3
d+tXVdG7V3O5OCuPR3FIFSF+oqLrJvu2OViUYEzy1+VQG80B4xxrXVOFh0bpnDvrQbRHoLT9rdbR
R0LAYeCdGpojCfO00EqJJxD3Ykd+scjyUzvwm3iiP/STjII4jpV+4u6aQWW5UAvdLLxJaC+/suRg
Sgt1JtcSP80mqp32mYU6IY2eQS2GtsR8S4we4RT5In28xZXBwUtLzJJ4v6kyg6yezmEY0/2aZPKp
nW1gPpGGugo7zTA+CcveCi13XjRIo+z8VotsP7cWFo+vOCHVplt+nVrDocM3+PZft/b/xvtZ/QZZ
/T/xrfTZNr57zn4aCV1eXr+8lXBtvrXNrkBKs2N8+ca5XmDWxl9//6+3kwkPvQegIrxpSx7SQl7/
O+MGcLVjMfvRAUn4BK9wzX+0zRbGDQU2+CVm/ctA6Z99C5g5gKltqDnQLr7Nmf6NV/Ov/NR/Lfku
kSskjOGa5UXXTaDXSxn+XY2rT0JxbBqRB7tl7+31KTbOuBi/JGAMo+lDGtHYTdl1Zsf7ZDTVhzjW
DkIM4mXWtGlXxPWbE8kKf1h3A6LbkatGOOXewrQ5OTUaff+jBYd1KzNj54XGrTE1AQPNG6IQkY5X
9nU5tPFXp1DLNELRTqaji31eH5urMv9KCCrKsLwJN7nuJ/dt65bXc3zUs0MzZRKIoJNRYKUO5jtM
d9hefCRcdyX94bjh7fGgjor0OhrbwMdUSjVRmtsJ8cslnhL/kkgO6Cu7h9alIx1oi8e8rJ+UnC+o
6i4GSoQd2SGrpMDUL4q1TNwJ+WdhbeAZoNgoS3HtOLF5caOJYKvsgDVxLdvw0NX5YxtBUG4YeSQJ
WD2sQ+uwrvGoyyi9bkqFyC1yWRWoYsIa5UFbnZmcn6VbvsWJ8aY8bV85+UyrQz67vY4kJDEelJqt
bRd51Woo7HvL0IoVdv7VJGttm4/DMz2f9RTND6Ctv6A46c9ajqOjdD/O0j06coy2Vmq+FQyJU4PB
+Dhpt0USnsrC73EURtOqqKC2hjL3ryJcMIgginTbVUkwVF/CmiFA9bXU6y3eo+aLNDQ9UItvfm7U
ZeYvG7mMHyxhi5VlIz50Owdgd60CugXFG5ZijvRD6t7FZv4Q13c5PgDkViHzdqwv98mIqSD3mwcm
rC8I+RHvp6SHw9zl3BwH0mgBXWL/XVvlXK0cUJorLamvmtpsr117JoNvakE3yN4goUlU/Khot8wu
2sd1LjZxmm2ssoW2oNAbVa5kZqTnxm4csFiOhm0iXnHJKCe+aqUVaGJ1hVBxHOJPYEkZU2k9tpfB
vXG0aDNGvXfSPA1kNJ3giA+MMmo2V8QuACnxJLOhEuFWWcnPSVweBmNuSODBB5Bgv5jm6w4n9sow
+92kEFhFXbgfUtoxYnTXiLObdS1Z4zvwirpZfi7dwgtQ+VfgHwq8ehJnxtrsQ/HR9JqPbqyVcB/9
CHmIGdXdLhwRtru3adM8D2wDK1xAKC+6E+2JHY95UOsK+YSbPsDSmXg/cszbQwIQscS5Fzma/VHD
58Iv7Q0F5r2RWqhBQQCM5grGAzZLSsc1Us4bp7zO4/Bjiewn9KujV0C9eO4yM8CORz6VPACRgoSN
5vDKiefbJrenPfK38Dqt9xxRCkY182Eqko3u13JVy/ILqiu6VHwfGxd8OFPlTxGgOJ0313CYFCbJ
R6dPWKQibC18KTXTnczesOcHWWsqJj7jtBfuVO2ZgQ83FhDwXYmnIZANJiuEu/d5IfBVUC7FMVE/
ghqtdr/as3XxzTK6ytL5hY6TexVXpNiH5ZWXRezaOf+0iOrAHqLtiDgl7M9JZFp7PdWLTSqlcdfN
33APFJlL/NK5gdeIppdXzB/9IIusA9lW9qofuleV54h2cWNUtYNAViFZI+WSkZnh8f+qV7CJmKk7
aMS5/gVKyrGL4xssUvY+m6D7meOLj0Vxk8gcSWavX3sWRHVDO8EkRnMsUVJTZ5T0aVZR0fLMGjvN
Hz/BX8pXnjmDRbI8+qUV41rThC2e5tThdjM8e+l8TgcGkd2sQ82b3eMYqg/WGO/I+AQqkk53PWyI
jZ9pewEkdsXvJqeiNAFZjrBdcmCKeaadvWVO7Cg4ZjR1PumZdmwt99Mk5WnUo+SqlkW6oec1YNSZ
PhqJGyARPgPS7CEnj69+pMPXZZrOVNOz5wsabbkAdt11XTp71NxkO+EpsxoWeshYD3rYrwawupX4
FFVGsYor3IWu2Lmz9mFE8bWOx3mvwNrGevPiKZSZqn8YUYdCsnjGa95vdDV+nLr+kiYqANmA6DBS
sLA0/xK5Q3eV24V21LwWv086rsa+wH+ghoQhdVG8lj0Ij3BAnQtm5iWZmcN7/nzrNs2E7QP7qTK+
Gr3VnkJVMD12zddmHBnzRk9DNKUXHJ4jIOpMbvEmPxfA21flGNImedCcyD52oKhpBEzJMawEftdc
tTfeEN/bMhZbIP+kCvhRcUDwxrdIKwLNvb8pbLZCIdS1DTusHD8DnO+CNAIO64+MwNyPRVH1Ozvp
xNaDt9ai2KQf6AaanlwlRnWDYAl+M5HKlZqYgPcG3Sv7mJCky1nST4Is7W0m8/1rlTDtTrBCrAlb
fYzc1tgpIV6nBoCYDw7rnvaPusUY3WCOhO+zMlovOmStgm6OkPQxbxO43YWhfTvuBymC8U29PGm+
HVdPBrrVSxNm3Y2jazB2EqmuRJjVdxzZtatIJs6h7Bv9FrFz/BV6TH5uBVxnojKK+ITwqtmhvnM/
4DBgHC262SbGtJlRD0zxc2USDeCrCn7mPFuffSgr55xthCNFhg1pGnla0YgYhPxww4ruOcLT+FIr
zT4i7Q43yhDdsYlHEuix79/RQWkhe+v06HTGH/vGTPO7bA7Na0/TEhIXPQyExYSWoXb21NXVloZc
Xa2sGEqx72H91bsUN7qH8QTaDUp9s3GOtpTNdStr8zRb04vmh+1b5mdM8FOpHuAQdfAy+M7DsQZ0
NA2BKtLhVo/ArQ66DF+xeoWYrKjuD2pqsTC2So/oiYLB1oe4OllZ3WxsR+nXOl7aY8Rbzbpe1+2N
g9WP1HTA6EWeb53uxYHwHEYo9VcgYLGjlfE1Au/uekw9J9vUSqgkcOq6vh1GXzs2VTuvxs4ESDzH
AGFSQXfWTzFwa1kILn5OoqMW2QwUIPbUaHGxIa1CPDabLk/EhxZ8ML1M9YJ4tg+Q9g2fBzq5VDsm
Nt9ocnrOYdaQBjl8+DuRVvMRQIS6SzqOdBRkzsdMmRJCukXuD16BeQf4NDm5sS7WRXkVutkp9Jqt
FdJYZnFuXnqSAnaEA7zmk77WJkEnTpzcqV5jSMkPBe3aR5wxVzm32PGGT6nMT9oEpkXkw8Gsh/S6
6yQCiDayOZKBfKicbze2hRyl70KTuIu21s9lDHOBoc1xYbmQtpCd4ZUE7tiWty4J8acqn8mEbe4w
Y6yt3jE2XsNzm7NLoGEddkOav2E7M9fd6OaPU9g/NeHc0au0IjKNYrnpZLy3igJ5BSEwZWQUW1WZ
5TWyz0spvb0n7Ef0PBSuua/ux4FowF7c+vFpMHkJ5xBJroOttCkK/crGqbHC3byV3nijVEvrCuF6
xjl0CAOV8CInWl6uG0srHx2NvjIwL9ucDh1C6EpH951XyS7UkrshauwVwINxC7XnKJPwaZ7xOLsw
qSGRC3l0x06s8A76t2PUSbIhEL9k+oaxw5MlasW4g7WyihGir7pi+kBR8YFNmmzgagzAyuxN76sS
jn8NbDo6jCU2oIE/+6IVHui2gl0iGZqgHqegFu1rxIzr2PkPYxad8dBspSUaBmgNvAcNoXLiwF0e
dVBMGDhm8MlZ8zyS+LFOOAvmjR9Q192YzMYCnZJGlmqBgxA/4w4rR4XJFzAB8Cz89KLaZXNpn4xY
aWfLyy5o3+dNt2hl0+jiNI9W46HmSfqL3mZnEHtHC17Xel6yJiC63/sLl8hvj5OiynBLIAPEnBEp
wf6ot5PRf6Elh3xnHD9ltUp2tj6fjFxbIFvAUzweo671iw1gb6TKEm7S6BRHu+fszd6lIWsAINwu
I0wmL/XIxsA/oYFPG2thYGYQVySoswLP13T/0SQRJMQ8Zxs5dvKMlNY610zmqv9GA+H/NTGNTw8N
VuDvmgMnMrf6HzQ0//xLf+8IGH8DL4pggIhcOkLf9KD/7AjolBv8NqxUerDiOyGN9TfqfeAP9NFQ
OziLjvFfQpqlyW2REsvswzbg6/4bLQFK/x+lBEhpXNQQNLDQipoktryHk+ZpmMpZZMXa1FV9B1Bg
PmpdEx0UXhjgLRS/REzFRYcdcSp1/OhN/uQ61VtU5p/6yTqaXfvCCdnfOBNs12qqmAyWvYWbFtw/
MQ3W7dhzKOm+LfVm8xIl47CdgEuUxjQB7VwkeWq4jlKqPqsInwa3DyLB6bRo5C1y22QfexiHB6qZ
iUSrtR4Z1zj+wVFNuEn7cliOvxdMMuZ9PRxLzziOKZiGWosfR1rn5rddCSX9FUh5oN1Fj6+ta9wV
+ZHogBIOUCJmBOYPkD3VFREE59HNPpiuwRslo1NkK3SesjsYlYwAO2Tn0HS6dSeqO1M35a6AbIfX
fMz3w4xgrVHmIdTyk+uWZ29iT6JZdEkS57bjsFTMoPhowoDvRqq/VVl6zYAg3/RWF25Id7uRmqUd
GcYi9Jz2aQ/KAIJgsfNTufGyZueWLnAqhT4PTNRqNMVT2+irufbxWwLnhrO0Tn2O6aNl3UfReIUI
mNe8vNPJ41Ndtaf45vRVHxh+g66wDjg9z71ukRrTnQe2NXjh7GgAlWRKCzStHvIs5E8q99FHObtO
QIpPcI7WtANgRwrG7ZJEKKDuVFPanoFlcZlstL+prm20pk42GN6orKPXrB7XsTvvquWUkhWxeYhV
xYmpmQ9FHN5LmiWFxCBJpq2FzjULigYxpWPXmzSmkJAwhibcLxhNDlhD9mah9soRlyT3tkmW7gqi
KbGQZ2SvZM2pUtFpgBu+1lKMdho1Nge88oNhUF9kRdsCrFHM18WWE/EXbI4NFKRwM/cZR2lFId0l
Lra07hV/2TldTmNGA5ssM911JbOdrTz+nJHvdJPBJfSlfar6dA2/7AVfyScCjneTp5rt1BXnOZdP
WpPdSNFdc54MyPR6CKWN4y8PMiJPDJNjFMKBDSFTuwRlxipJ2fYG2/usAOmD6aPli4V1rRtIP6ne
UXJ0TPJcfR8a7d3YEx9kibNVjgcBmnLVw8BfZZ3Ohko4wJbn5yks3CsOf1Q9nbgzvIIPMpRnCCTR
BuPjHgQICCrq22kGG5N8O8F2fiAxdwJcY2RtR/dVkW2jqty4U/g8THPErWg/k1vLCD1+tU3taSoK
dbQQDMPsep1d96Vu2lNkxq+uji1FG50Hs3bz104k93QJgc8bZ8uZzhYqz2xSezMCVzRNKhicZJdi
mK+Laudm462vOS0lnH8m5/QxVultpMwN7sl7ZUa3laHdcUgkKw7UhoLH54viwUyRBIaZsaWjvhM6
EDo7958X7lwXWxx6wpcZU/96ttRt7aHfCNtLCxFpRgoBixtooabvQZT0lEPOPqzKN7fND6n3ZuZs
qnpT3sPpOlKw4FXkdBvUdbeoVFgksq5dO61AgD3UxVpIG6lg3R9c25Xbanyy9OgURmWAJIMSAQrV
yizMB36Be7dzkR7DhZjNjzyiIeW1eSVdW25SpZyVwYKjNO1INbIFlpNfo2QpDqJ2tqLsHtTcPJqD
vO6hrazrsdllpaHWLWKZICTdfIeNOVrNVfwIAZCzMKaozH9mhw88s7z0SJICr0/2uO+ywBdPfvEY
e4+cCAmwWZzRRjwF2mDd9gnQamzzl6UOl6P5lKElb/0waLzpteQUDQKBGflEvG9ChMa+aUdzY+TI
IBgDOWNypacjuVs2vnasKicMmhdJ340RuENohipRMcwBI5VHxy1uXIeXrZtR9YYmo48pbMXKbABV
dN3HxHXu7HymgyL3hiVuCA57htvRBaFFkyiMIDsQOnagL3cVT8huqrl/a0qLyMJIMmcv09tu7D/J
MhIQg6is69p7rIcCMCourCksnbVw5AsiI2sFAfK2VPpWAh5dYefuF6fp89Dxq8aO4PwUZcKh0qdw
KWj1jNYRAcENSwHsGm14Fpkx3/dj/NTYxWdwYGeASK9YiG4imX9gOT/UoX7Ie38Go5StCGd60utu
b3ag29AsHDgS8jYn3G6689u8mroVewenUIEVWlk9yJRpPFKTff6mihAxFfyMVh725GUyvdcltC+g
D0Ujp7aeCiFdIk/IRAzBBY2Dzc6U12sj8r8OGDu2cG86VnmDYK8iQTjiiv5cqujTCIfTS/PjbBPq
gU1zxeaWrSLffZ3H/kSK3XViEdk4L9DPqh8r+oYmm39UPBdGqrYiSm4Sa3qSuvalN2LaikN7sCfj
rl1iSWrhgktxbwc3QyLe3kgQNbR77/DjuivP668Qy61bK+mCthlPnsdJ38vcfTkYqHY582/k6O9b
l35vh5dyoKvBSMx8c1MT88PwyMJVn7Os2megTei7exVMvO7OHQBleRooOtD7ZPIJomW68QuRYvdw
oso1STonGEhXbB0ZdFl4I1Oob+o0pdffcK42y22iTbd5TZtoaDy1tcvsxvDso6y826TMSE5Ehoaj
kf7fbONCTIboczPiH+99TNN29tqY3jH2Q5zrIC0vnGjwuyK8WZrSz4MNtq6dG9zlA4HE8SLXS8q7
pJIfDNhMbO7ES/ZFuobCW21mUW88o7+Sy7Gr7c5mjhOaboPmW/tyJn4xLqyv+O82Wu2dei+eD7KS
vFswgG277wMrMmg+m51xSaqPAhtbN1MJYfgAWntoHf0qa/1d3A4q8Nt5JAVzZnlotoOctvnkuuiF
2oMDzWFtZPOnRHifJwMyGgIhD3CTfj256Ker+WMZ8j0Jg4Q4URKKTfh6ZmUvKMLikzWNJ+ZNoCT9
/s4yMdG0qdxZlQe4Ymp4nAvrDHbDXttahWCw68iaLGW/K8BoQCtyXixrzoM2GS5ghHUM8zQOMgtu
sUdv3e7RJQFzeHQ8eZhU8ap6qp/aTy4qwuRryKFd121CAA5yRqONyUhzsgct0c+mE6Y7FrJuQw4i
OKExUZuoBNgb6zX9kyhPtzWsKtyVxBO1jn3Geo/Bt2HVSI3j1NchBMHoeRhVt50nZe0spwU7bi78
3VaPtrFDLedEg4naU60z2wZSlgK8oHVRuOaLURWMANgLts3UXrHOnXqrP7OSTyyJycVFQ0SEUESF
DoUN2qO2JkoCMyYIZT2CRNi2FL5ZUqyydHQ2qE0QF1n2Jne8x9ac7kSXfBzm6WLK5Nw06Yvbue2q
dvFggsrqN2bMdM5pQTki26QhrrBVwLmhTVgAbjUi90tldaiBiRklKmMCSoAzBSFnZ6uLqkJ91fTD
NWqsNBiUdduOLMwGDYehHiHl0CT1RpyjnabdA+nZTWN7kqZ1pNFPf6iz3ipidU/uONzPlffY2N6m
1jxoyba/FqND67natmW4jUWVBbMjyy25ILxamrvJJVu45ZUWesFshDLjQndEU8y2NHyc2mjdkVi5
iv0BZq6O9jBkxW+rPkjEFB7SPLwbAAlwSE7pF9TpSzZ2Z8OgPY/saAiwjV4JJBlIrlJ7bcVLjzEq
9pmOfiBT3S1PHzV4aL61qnwMwwJTNu1YaW0gRLZIeOYH5BIh/Vv1AJ+4Wpinp8acPmiuR/ED1nVF
A+PBDOvzmFoPeMCvoV7dNUV34hmWfK3Dg+Etgw/D+dz4/aXVU5Cr2ni00nw/OcPJjq1DhBxj1bcp
Jy7X2UwpByq77G763MUhITUiwBRsLw7Dc5WjFk7968hpJRyv/jQgIl+bGPV4iPMAbIQTIDRo11kW
YiCjJVL5kCKiryHAip2DwzpnVwHbUpCuVDpHJQfcVug68kh+6rRs49Q+EubCO+teK3eATbpjFosr
20/zDXdvxVqEzjO90MZnuuJvEOB9KN2RVUevugPu+3YPEhLLlqZ3TDF8IBl67Bxih+UazGq3nzrm
e1CJ8+MUtzohTvlwtOriODvjY6jgy1t0pVTiv/SkHxKQ2nLA9ZsAo92xAjWywsKubQmJyjmm6NPK
SRhCwgytyV71jyMd+y3GvAQs8vSBYHGT0ti5iVHLkt+WMsYyqUJpHVmtPJtl8uSp4pSEnrUJS8ul
7ZK9kDuXcvddbw1aczvW4DAZfnEM7AH1WUUN84a5pZZK+GQ1IYZwB8iogkljDCq5reP0s2HG8wnE
41E6MFd6xZI4WhrC6Kje6SkZR6GgHAW2fAU04CaOnZfWqa0VSugrJOH5StXldjF9w5NB8YLsxiVJ
c/bI32w4b7X8I+iCMbtDky8/mAa8JgJiGK/HdMVSBwOkoJgRPXxxmTzyur4iP7xmWk19UQNH8Kb6
za+Saq3N8b0oXicrfxZWLbe1Jbc2Z2sqWGCB0wL9aPE6b7NsNj7FBgx+L64AlxjmxIOoMcPOqvxs
+saLAVJxHRr8LQndgb5LfN8us5a6BRYy58g1MyKC0UlSQPi051MD/zdmQHFmyP8hjW8lB8E2NzCb
G84KoenD3C5Ak5g2LiBRixG8ATe/Sfo3r9zME8PvniOIBSK+vakInwWVtjKAvO7jPrsTFr7FFCbO
wrczkSjLqTlUFSyEEoKuTjtb85xtQuolSmBx8nVGcYZZfygiEKV0CFgUOzFtBJEA7Oj2bat/GAcV
HszK3hYUubO0DqLoyNTz1DNxnwnMzvlJuTiWSD8NWb3DgUhGcCfb0LWuTeksoNedX0iaoMNtkRGG
TBDuFVD+U9LoF2Rhl5YjWCyKx6asH2DB3PtZ+WQMxr6JIbg6RgMgxN7E8fRAGwGTv9/cEFRncDIB
d1eaA/wH82NYtsaK6IiaYrf7kKZXzFQfa4lyPoqbbG+K6a2eGZE0lKY2J7BwWMp42thZtbiMndhY
4yYw1041rvN6SCiMi2Pvp2TyNeR0gXuADxAmRxB7RIi9WubzwILYz+o26ad410f5h5MU/oWR+qXv
jaM+olLQ+/A6rvv8ANkVHTmqdTlZa3jZuC3VudI9BsRypy1DCd2hpQwUijAGJPLJh1m+KMZL1QuC
ujXE1QISUL9tK84kzHXXXZOwkRrhQbboCzocl2F5N3bdYueVzCTH+B5hrXbSUc8GrTNlW9X3nPVd
HXum/UDGB61e2q44ZDgBIPrYL7hCYBm5Vb45M8RmFxd2nbjr2aTF39XVXhfGVUVqrhH2eyBxDwgH
6m0xvTip8+IqF5fl+DXNx0NKJ0EW+gIVxsc9u6hRtDeDn+jZJsBd170PhZrLfddmb2XIp/D6qb+a
JowKqPzWpojh7isAqW2Smpt88clVfmhsATAGERNeyiz0D0LY66HstJ1Bn8+in77GdOOCb03Mr/XC
EBrbRTVjtuHOxJRxIRheOzqNm55Ea5ERSUg6CJEsC+wQykzTOfffmqn/X3b2v1ybowMAAY/OLxxv
C9fk7/rM//s/85fi7Xvd2S//gX/2nA1Dx5SPAX4JGbP+qUIzfNSjyJZ9E3Uk7k6B6PfvKjSh/81x
PM8ROKCMH82bjv83b+EI4AW1HCTduET/jZ7zj3ptJJqLm325Ppo3JMX6O8eTXQPwTHroTvAswEJC
paFjII6I5nuaBMRvf3effiEK/dXl6G9zh+EBgEJ45+tqBdksjh8TnEiZtalKdtK+Rb5QM0Gl8Ya7
6ffXWzR032nsvn08D+EfdjbuFuK9HzV2WUNQnXKWNHuN/xkGo704U97d6DlDqqlpcqQ65dQe/DiP
tj7l7h/E98u///76voP+1eUncFEOvru+RNDqVZKtMq7EQenAQorUyXe//5TvpgbLpzTxqwGrcHWk
fj9dhdBHdE3EUZrVUDD6bkqU2vC+pZ5Mm99f6hc3lPOVxyPD0ZJH+p1Ovcax4VnVNAeZjail9TXy
ERzlcwYp871B8sgai6SzaQdtRnQwlH/4pIuh9P0NNZnPgAezfKgazrsbanslLB2HFpWa1UwIsMgN
ZtKQKGi18rKh/Zf1TtUdwixdVelFQjfjDFCCuoOco+J7sNhWx2HazgD9E72+jnr8SIHsNAI/TXt6
S8LOfYV/lfzpWfzmRH33MOBmhETCbAeB93t3YeozWSZAj4eflBuyU0Ezqg5zkJ962o0cEWWPunYJ
i9BA2pzWmFtS58DDXeybUsuveW8SJrC03rUw/FNkFYLXn+4rMYUuCd2W4Hyy/PfvxKhj4rVFFRI5
phnUBAMh4bsIRRTNmn6dNBy5VOKGAZSQ8Q8JZL9YEUC34DQln4tp3SK3/f7CpZ0U4eRacwBJqdu6
7TQfVD8QAdSPb3rf/LWF4UmIvpQ3f93s77MYf3pT+GwEnmFUxrNOCOC7xwe6XzbV5GoEIzQ0gJS1
f0OFR9STqqo/OGF+evWXS9nG8pAKzxTW8sG/u6Nw8BtlNAgknYYeb66l0b7y9ejx9+/jsj7/8Exx
lcVLrS++e4zBywf+7iogZm1RY4sMCIYIMUi1apPalANOnaAZquc11L3uD2vAT1/Zck1YKDYrgY7v
4d2eoRkdkXF16gR9GQ43Q5GrS2+HceBndRR4hdE8/P4zLlbxnz+kw/qGjck0WXx+/JAy60ZbEXAe
JFga6QSSyF3LKAkM20uCdso+Nn00njqh2nvJW7WXTKw2wLazP6zmv/5BeHpcJOKCwwJuj+/vNiWv
nEZkpAHUxXlPf0JdopwSfIARuZIMJZnWagzvG+DzlL/qUGdDsel6dtXf35Kfv3aG4RD16TR4Dsqs
d3dEECkSK5k5QaWQhwjYfrvSbjcejluUDnq1QpsZ/Wnt/WmNEFwU+MSiisci7bx7okVhMdphgB2Y
GhMWEvVIQUcUqjPLXYucWGKLMB9y2pafwYs2ukRMkjm2v7XiuVkL0Pb7flB6gEgQur2qT/QSLILJ
nfYPD8wv7g6vgvBsgfXGw4Hy49fUYSYVGqr7ANj7nRD5fEuCvbzLK/GxbBMauSr34j9c86eNCTeB
zU787eYAm3r3aNgiweiqG2ACM6VOCOUIlHVEEpQsqw+QIl9LbaHhEe24jew/2u6+BVL+uA5w+WWp
4ZmwhKW/W7+FWcZT0XjcXL1xuc2eeiR3FhSNtO2gya1um+QaqHZyaYLQLGXQpna5m3TQyZQdzsYZ
GxPFuYR1PrCTZ2XVbYTPBIH+/b/HF+DMudwqF6MHiyOkquVA/P1bNE1lRY9nJk0Tc8ZKDlpN5UxT
loiGChsnYJrIW8sm/8JZMfsDxekXzzBMCh4LNhxnsVn9eG038RMIvXxNbdt0V1kIeZujYH2sGpq4
EZGA24id8GF0Kiv4/Su7/Ms/fUPfXfnd29MwNzJbJXgoEaNtPIvzWVf06Uaj3Pz9lX71+LPLoR+B
FWNB3/jxMyqyu+ncdDqbXNluVF1xnhihakaGEe+IXkbdas72H7a7Xz3/3130/cHMH+CcgWImtcez
5M6wKwyvYfE66/aNoJHMvIgeKBJ+9zTH1b97huCB4siiU1/xlTLh+fEDdx0+XCzPvHuVZYFdVvXZ
IaD+kBV2vy0gbP7hIfrVV0kyNoZrGBF4T9+960xDYBkDiw9sCcgV11m2CzPx2eXM+of65Rc7Dh9t
KQ8J3TZRBL47b2uaPYO0peNTSNkGSRb1QVH0jIUa5oD+hCRRidJFndAXwagt4F2fGXahI3z8/UNl
LDfx/fPrYKPCcfvN7fjuqXJsnTlxTCwTdPJ6ZfWMIshMQkFfZPnGLSvvWuv6ao06x97MBW19ZtDI
VKYmvrYytEr0LcZjSal8+MMPtux1738wAekOQxXOSYqDH7/9eOps8JUWGWYOk+8YPUvtVbfoi0zo
ujMyjkkOh9gEs+w6ITZ/UC2MFVgCC8Ma/nA0+tWrJ1wHoZqxnKbfv3rtnOrKrgcjMHP0+lGBbb4S
VbJPJ829Zadi9uIzl/v9Hfj5PIbt7V8Xff/qWXldSwQIRgBkPVx34EG24RxRPziYSIxKpI+/v96v
XnXWfgEOSPcs1tEfb7jo+th1e8MIiM+lhLExrwk5XbTWB7Wp58mmcNBxdzWBp7A+s93vr2786uMC
dGQSR7I0a/i7M7yXzNRA+O8D8lfEAQNqdTZ0TWztAf2kFua00xi5r4ulKMRQUOOGCMcr/ti8BhfN
INOqiF+ocnEQjV0xaweC9vsf8Vc/IeZe7IUsD0uh+uMNMgFyNXlm8dIamfOl93N9nbt5u1YI5LYT
mPA/PHU/b2qo2xxOZ8thnD7Du0VioCyYMuEaARYbNCsMbpAQFyNZruiyTWVckONA4DCip99/zp+X
BK67HA8cJJCE5r77JuzQFHQ9KVedyUzuoiXXq/cgnv/+Kj8/blxlgTxZOCZZgJZ37rsSxyTcwrFD
5/9Qdx5Lchvtmr6X2eMEgETCLGZTtqsNPZsiNwjqFwnvTQK4+nmypZjTBdapGmo3ihAVoksgkeYz
r7F2A4f/Ox9ixjYQQ7aNc6c/hRk8QQDyBWjp8C9/8v0bZ/2v31KPTsBPdCeo4K3vljEtVIXs1C4w
4oDQVWqXRT/6nIPZ20VNatw48S99SwEMFFcaInxc3s7fNu/hY2UFHMqA9jt3GQrOcinptedFSsID
ewuBZPBPCgbj9Xm+9DUpQuq0grqOK1bbWoR2W6AqZO/M0lFPEfHbrkN7+cYo+m85P63ZtKgrmSiC
Ih7ycs28+poDHTSfZirvR7Kwx9EJxFUzD7R9/WV3/YUuD4VMCHcDkcE6JBdg9EIAmnwwTD53VgEL
B8H5fjdUv1/X5IqmYCupXxBY2mvcboc+CDqrMPtGc1kOKs/+jMcwoqHdUwubYSv9izcLCPMRVqP0
vI72FzdcerwJwTGkHdojDcmoHcB9tDN+uD7UhQjENhlJqwhQtQrWEQgqLg1XVgWpUJnDbvRrfxtx
ex4MVJyBsE1gjdGL3iGZE34xlC12dTGBSm3bfxQg/8fazeUn0QvH9XxP0Os73xr20mStkIiC4sGS
HVRYjfsY+BByGD7URFXA94DX/S4rq3oHewbzvHq28UoxzOLGJv31mqdgblFPpJ5HfrpWHcFwUYzU
IqydKvzxrioDDfNDxMl8Sgsvuytwar5xxF/anHQPsBojqreJdc7ffWkCbySTtHZdi7Ksh+sEHKYm
O1z/2Jfei4Y5ynKSqrnpro4Af85oIoWMMsxJchLmhCQ+6ljbYijfS81XmkyUcq6PeenAI4h2KZYx
IJN6/maJa4FBDh19ieAbbVQG7iR2PB4r4bTvaU+MG1oF5tFtfP/GyJeOdgInfbOYJKMvOfWro6iJ
xeCgs25jCwKIoALmvS+UVQJPreL9GJW3ttKl80gzD9BDdhzUMlcXmeqn1FEGsytCkAuiGOhZyxLn
Wo/ddX1SX0ocq2OWjIFoAEi7Ltes1osITRswZMKu7Yzpqe4b4BzaQqNNABQ3MUahQJryuTwFuRWA
fDODx9bGPBpBuUMnYeWQ5KCyGSlnE3P9YTmBxPuCPoBYpvROEWgezRxhHCzsPpthBDGXbvNnGwTC
Q1L32UH2kb0pTV8dQ0jZmy5Hhq7vqBYZ86xOSRp7J5zM2wf8EwG4emD7ImENN5bzy4z+MgvCRrQZ
5UqaZuJ8bWUJFn9RbJMaQJ56LIIZHWMActQR3eaEVXy7C5auP9TCcA4huNXD2EXYb6UZQOOuaTAp
EMMRn5V2O7Zj+dDM8bCPga7deM4LCwO5zf9+zNXHAkVoZ8vEFohVke3c2u7eU46pGCpabpwjF9Y8
Q2k9WOaE6ov+9VdrPtTs/7omWVKs03vYS59abMWee9pnHKYLjpzXF+LF8XyTu57czCFKPB8PB3Kw
8Dp4C4YxfE9nvr/rsHE+tEMhDk6jshvvd3EqUbshKyeIoat5Pp4R4ffXu4Y+J63oKZ0RCTSoKu9H
SKY39piv/6716uLc4gjRXB0o46uxnFQZqa6zFG3RY30RQpuLF2F8mCRQsW2Fe/G7bPK8d0FvfsC+
C+/qLEuw6jOCN0mOh0BtwZJu7B/p0FlP7RTAnyw6BxRAXOcFKxInCXFf1xM+UGEVUxqre8jgZrsz
Jjw8tsqzJqxQiok+TRjWSm4nNxzRfjDKpdw2Te09Q5HFqb2JUfwKjQalA8sofGgOS6feTXhW3wd5
WSx0msTwsfEol2womaKrSzyuoTF5/DbP7Rx/2ch2v8tcoGw9S4EfkZJVjl+8V5byEHvoPcCCtwCb
yjlC3lx6GTYjYZ7Bxa4GmhMQNY8NtgpfHJv6mrYanv8oMCUeN5xe7aHGMMve+kZvfylIdPJDoGQ7
cE7WnYAPmPbfFAD8j+YsrQPcI/4YFu7Om7r06q8BCnsf+oHIboOr8546EOjT0ppm9LldAUUY+97u
r0gOSb6hTh+aW2TSOAg68o0j1B1wm9eX/IVLlOSfwxexZvoEwWoJLkQM3tBgGEOJtb3LSvePJh+S
vRgaEP5wuxAHBZ16fcxLy56wgF3m6Xt7XfFG5QzXC4cxMWFbTqKFoC66eN7j89jcWPYXh0LQCYqc
w+pfdwEkxmS+PfbaD4cTpKzN7gghrfpjWfg419/q4vlNSAACihaHSbpwvsNs7Sk31CMCKEHm7UTQ
yweziO07qGePXeUN0LWhQoE5ag7BHFn7VszBFrCgvAeGVm4jV8zwE0ihgJDLg1pkD0F4CI7XH/PS
B5fE4RpjQEliDWrAs3GyoQCYuzAqKgDbbb6l9O1uqx5bnhSH8Mcx9bbXx3y5ulaHjwaNmOS8xBRU
5c6nRg2OPXljZ+1KIKsp/O9yOLSZ1oUotI3UpsZVCbR1NMTQJ6boM37a0/M8F+FH1QAn1Tyq/Nml
w3orqrLtX49FG/0/ivsmcBqyhvMnK+BQNbUV4pOLdwoYv1F7a+ezpXATBQ78JSN5d/DhEoAhIMKm
b2IhAMhT2kv+KMEd/oRYUTxGCZ5AGwjN5ptlQrHGxoPpa+zI4D1MJ4xiQ2KTPxuj8z5PGFn/NYi5
dW/M8YW7i0ZOYFq2pPIgXgpRr+5K8G11VxYTdS4MoA5eMn/r6sHZTr6JM1cn7d9fRjbCnbaD5jF5
yrqqzMe3QlibfNHOBCHuoQIKpDSicRa777LMg61csqWvr6MLu9kmEiWd4rxC3lWv7VfviCzuiIpx
b9FITCJqtFW3XdwAhDEQ8htDrYxJdN+HdImqBhAoom7nBdvxaixQrxXgWl4QHEwO7g2sIYZM2vEe
mCOioeEOk49wH6iFTK7wH6C8lAejmdNvXof34PUXv1BVesndSN+AL4PCOn/xtFO4PsmcmKsMGs4X
rWdaxMs99q3aPkGVsDSAnILcA9Yq01s121/BIEyGY3omMwH8ATnA8/GVl0q7jymiCsg3fxVYMH1c
nEU+dKHKoHJK8T7rfcrZGaxO38+Gj/VS06bCDBAZCxc36L7E5zFxSVw6c75x8F5a+UgPvmBswDCs
l+KCRycEHEpdRtFYx9rEOKKdjjZ2gvd5lM43Lq+V+OXLwuADYLdDmwP+9RqEBnGVEsdM9WTqwnpH
j8wGwbo0R0zRkGVKkG+1SxxhU6d/bg3Aj50z3uhu6FBtdZoCzKG/AlDDNOkrnn8NW8Inhhpg7yK9
uROVY3OlRvvut9ecIM7nMpMejkX26jpzvXy0ulzhepC71vtqtmcILNDJ8rGfDmC8yl1mju2pdJLo
NDScl78/PKLutD+ponJlrIanMRTnI8yY3TJSeguXadmVZkXpJiyygzPmckeRATEsmBF17Bnvro9+
acULXp48TNCsI045n+M4zzwzGSjHJYCSMTjM3YfBHIPd7FvFoR/9+U4X5ak5Tj4ijBNKKF6ab4eQ
RDJVrtaozIHFJvKDX6v6xtRcuMJJGGw6MNSxQdKsvn8SjAtofmHvZg8eSrzY1ruWqOSE6hFrUcBI
mPExv3EEXRqUJgaAR1Y+Yf1qUCRbgD65mGBE835ALfiNwCXqkHiw7PNh8R7m/sYqvxQ0CKJbD9FS
wVZbL/MUg3eogYyIbykEW0D1Bxv4PGUsxD9iLxa6mzhsbGgMxwUBDM1MmT5lQfs916hxQ9btjYm/
cNIgTa1ri1qk9JdycI7N8lChnALeOWk/Gp47HHHh/NzVrXvEZ6C9cdToKV3vc5rF3HRkwUTL+lZ4
dQVlOAOGIi/FLrEkpN5akhENhJBuMPj/4uu6AF1NIkIqlmuITo1Mfd436BXA8cy2phaabwdswrPK
eJuZeQ0IBUWAG3tM31q/vJ/jUPjBd8Mjljh/P8kez6MgFzs61P0Deo50ZOI+3Sr8rWGEa6dXhWpY
2hqUwYulP9VwFG5cHpeWNbEf5h98VL3Vz58hLRus+gaeYalVc+gXueymAo9g0yqgZ2hFyiX4ev29
Lw4JGEpDX+C++OshraSaJmfiYF3i/k1JqEnU1AJeiSCWg5uZ402v4BxdH/XiicZppsGo2Jj80gjF
0yBpMytk8WYiPDU5PFC4au5DE87L0W+gc2B86+9RKkQXFsM1/7CA1dtEfYnK/oxKh5niYKigXUMT
4wNdf7xLW4vggi9AoEEAuzpeevwLnA4O0Q6ab7Z3W/GfxK+iXSAT4wHRq+DW4aLX1nrtAYtDYIVS
CN3h1fkupIclb4bdLh/BP1kZhQc3tbJD6Ff1MRT1j8TNpvsMIc63uGV0p7DgDKpHv3xC5wN3LGi4
xKLqdH0WLu14th/qzDScyLz10nm142WtED8fEuwagEUiEQZArctR+/aQgL8+0qVF+NIM0EhMLG9W
I0VBlyQJaMBdY0Teo+fkGUXkxTv2DpacDRzeh0gkt1BFlwYFK+TwjUF/4cBz/nopKOgE81FnB8VP
7ecJ4dS+xdXZsmyAGtUnQFCfrr/mpQkFWYdWCiVEtKpXn3nCvjct2xRgQ+TlW9U4FsQdTGSzDoX+
60NdQLWBDaZdKKGOkhSJVZCeiDiSiMIJCmem+OZG6CNIM3gY0mjYBvXAuVYEyT4mtz0iamFvceud
HstyNjFZGHpWOUKuYO7rU00YvS8XKwdXTPF7xg7x+qNeSCd4UtomXgC8jV7g6jtEXZRlXY+YgzF7
9Nyj7+Vgtfdx2zZQ27LsfpDLuLGqGJlUm1rX9dEv9FDoYtCcRuab633do0MAE1uHCtGPyJ/HQ95X
wC86c4Q81dVHypdQ0gq0R/1p/he7KwBmyRKEQIOg0vlrx4qymgxzBo6RUGtNP4IwjLwFaUr/b4ZC
PQ8hZQHsw1ytdKcSsPkaVnoXlu3WN0fU2mJ73vsN8lrXp/PlmlwfZdQrWXnU1OjsitVr+TmEionC
JZYN3RsLNh34927ZB4b1Z+yXzdMUB+l9g08LHTuboEmiJLIE0zFfbJCLw96sDPMYdB1M3lKQuYQT
Kr2tidisb4JAytVDxG1xjNzChHceKrRdG+fGW1w6GlCYJruFcEDOvdo8M7a2S4R2pO7nT4cY6Z29
KJ3mvvGadjtE3UhUgNbP9am7lMsBg/UpKlCL5IRYHQ/CmIes7BRT1wzJQ8bJtSlCACmTVyW7tjfn
HU4Qz0PhRseq6vOHsULN7vozXDihOJw0EBAUMH3a9aKknRZmHiulNpCmsEBIv61972syQbK/PtKl
lvTrodaNYJTpxwEhFmcHVwNpbCyDt15Y+ZtRKohUXbC8cx0UWhdL4sKSZ+quLIIQZb5IHG48yYXI
zwFuxJFMzw+0zGreqWYHUxrazs6KRnDGPTCEWk4/s1L5BzersAQapmFrFjMVB9cwthNOZjd26KUC
DwVJlhttauBI6+ZSVcyxkWRYI8WVQkq49+COWJUBKbGXu5IQYCPHEWExYrW9orB7ygXmHDWKbdsZ
esiNj3NpGQA00X0niADcVuebGGMMFCIAo+9yeg4o8RrZKcWKaqtacatvfiH0eaHp6daaTWt3teJK
lc90aFhxaRXEGxPowt7u0Oq4/o0vvhCdu39GefFhfBXKdJE3l8punR2iCRwbeEU9eHKstSXRzU+p
T7jVCUjdBy08DWwBhbQ6PDw/9DpkXpCRKuf+u0sJaAuqB39aAPCnbsw4sSy0j8wIRTQf6RDEqqkv
JwPYyq7P46M/IKRw/fUvbjZKJ5DcaG37mvh4FsrFmJc3k75sMB3GkkXj9mJRUzGw2+Zgu0X7nySc
HeQ5y+VJVXV1itsOZ1fV2zdOVr2XfpkcFyIKnUOqRWuMVoSDm9U2prMr8brZtYnqd1kQOadsCUro
/4Dtr7/55fEYkEoBbc01Bk3OAHPaSu+rtIa7XTTpkxhqdxtztXN9ZPJWKG9fekGqBJJgXlcBV1+/
FjKUzQR3qTbfOSJH66icvkWGkscBpjKNjWJB1UBm/j6J0uZJtXFwSPBXfI5bFd/wPLz48vB+wP3o
fsf6q6O5gxx/1bG3Fjw2gtDFBixvMH7uvOogY2/Ib6yzS9uMUiBePJq1Rdh5vsyMeaxqdCbFzhRR
dF/kpdrBIW23XtLcui1fAtj1SrLBVSH6CEzNWSeuCOhHyrBakITUfvcm/CJ6v920j3PZbsYy6nZu
RWUaDfhghyyLvc2HwtoCdjcOrWHiitqpCJ9JC5eBvq5PaL8Vj74D19FH+P2Q4dG4o/uOKotjl3cq
ljNy9QqdByevjo0s4m05Cf8QG17zNoc1ecDSD7sv6d2qr10IUBHX1ARr3Rcl+zif08VB7G5A8x2J
/iLZIYoe7Ow4do9IoLVaKIvichbPp3ZY+huH5qXlQ0wM69Sn9QB66nxkCEqB3zoICg2+1x1RIOne
Ra6htZbSkCzBNG8s10tviumpZwr6gcJbR8SiNhcZAyyG+DOgsjO2Atmc+BEUTH/qHJW9GVqUrpHb
bN/8/iHxauCXwOzV7YC8sIcjGlrfcefNOBROSLVViD5LUGNIrAv37vp4euLWS1eX0fjXo+G8Tndj
mdIcM0FaAALOfvqy9O+RuSEyX2YUv5C3xiY9gQDQeNFBpfh7Xx/+Um7I1yTlxUsR4PP6XDDa1igy
Ivjdkg54ZYZV8jUkHL6v8mA6xaWPNn9nY/UzOeFBOb1918Cb+B6iwL3piiA6mHIctF6xh5YHmot4
JUd3ETfZ3Yg74Y25uoBZxzfGcumleJT+eeLzVZhaKct/bmyqEHZ6547lX2JqyF082R3xHUMPzfPV
JpyR+kQCzT74PR0IKNXmY2e77Uah3/Wkmlq8MSNElEdi3483plM/wfpzEiozk5z7PKg+FV8tHws3
UQuBRXtXNgaCJ9OSO/uqwCUJMfSDausF5dnG/5JHmXsQBsVg13Pzt2YYtzcu10vHL70RqMAekQc4
nvMHKWLZzlEAcm2aOudzSOYOnYSSEuIs5ufrL31pCb8eSod1r95ZZr3VTxLmmWORtKOLlm0LI3NO
/hJG9+7guvgROl+X3jQPyUwN88YSvgTS0xk7MQ1kEayAVuMnY2oGMq4AY2WRvVP2jKy4MqFZO7I6
DVBWPkS+3T2ixVYS7qTzMTLL+FT7S7adylB+IKz/q7DTj6xf5x58poQSMTkPjorbR3pAiNjnLuj4
FMvswhHdxlZZ/xgPi/UVAVx/t5gjMnaVFtSWWXWcghGQjh2VjyGd0QPqCP4B7WrxKGlD38vBbg7Y
vA5720L56fqHuIQZ4PNhe0dqT4tqXT5hGpzSGoBGcmVh4xdD7oWo54E5xogPOQLxONaDd28Xc/OU
jkt9QLhIPSwJZrH45SxvKy8d9/SXqo1AtWU3INPy3CjXfhsNdXkUblpayLnOP5bMtfdy9G51Vi4t
Wvgelo5SuM/XIFYqQ8qyCyQ8+5BHn4u4PYKqzo70PNobF8yFtJ6UXrsFUgRxwJKuFq2TjP4w0kab
iyw7WKBdQLcMxZu6TqsNAu/lboaf+3T9A118Pw4Hi3qchxq2Dhhf7RS0CQq4B7RppJcPBzHK4lkp
77sFOuxfZG1ALvQ3dRzQ5quRrMIjuTEYqW1RqDRd5z4MRvtd5olbkcGld9LRLa1QmjRgaM7fCfJF
Ay+XM1n1eX2yixIhqtEK97anjBvr++JQeMLRJqBuSpJ4PtTSUDwDN8c3cyrQdm6TH7yOQCiJ/eZG
7H5heRC70mSF8yAJfFbxTjFLao4hPYm2i/oTZljRUVpVuwX8Ctc6o6M6Gzd7XRfeT8KlpejC5tdo
hvP3C5wu8ss6sHeu8oN9HeE2TSQ/bRD8vVVofWGXrS4qckzOTJahxlGvXrBDVSQIZ9oaY9CWx9kF
Q5mAG9mbGE48GYlo9xP870O+zMWbfDDsbRqXzSb2tUCBj5o1rJTuiJ8CddkgAsKIQMiOW1se8BPy
H0EJ+u9bUM3AoUX1o7b76GHB4uRIJyc6Jl397frGuhQZAIihWUYTlKbBGi1l4ez0N9QCllF1l0Bq
2NRGFz22ObrpY1gTKONVsvE6hC6bbEZJeTKzRweJxW1YwxAyVdrv8MIRT91YosYauNXz9Ue88HGB
FFJcFgC6kO1ZXciIEqfKrFi8QxUb93GMBpgD3f8uixHvuz6UvvBW3/ZsqNWFSC3N0kReUOu4qe0d
T1utxGZ444i5cO3TA6btrOUr9LI9X605nt6yp4wF8AGBrsjLxmPXDFiXwT7bJ5hi4ONVph+CUtQn
MLjFjR16aT6px9KupGLPnbeaT3OY6U/PKB9MbZswqUmKqG//H0O13fH6dF4ciQgdpShaYKSy5y9q
9QIkiYbxxFVUfUQPUR3bIaaWLYT6+8v9ljbY/3eOEsz8/+z/ioryj1LrfCXfXyt9aTjv38JeFLiw
cYV1THUskCR8+q76203C8Oz/0pgytjM1FBu5H078f6S9fPFfSCfpMq2PAIT74gvbVUMf/+//hbQX
EF6LwwBuLcgQ+TvKXuernIOYLqSGMnGPgmC03NVeqtx+prWWqqdmGhr4doM/ZajHYVRKdm93keC0
w9sUWQrcVpQfnhQGLc1z6I9FfSM1fQlk/3tf62fxgDzRcyRcAROwhiVwuqadji6eCC9dO0WQz4z7
ewR/lfG5L7zafYIi3hE5qT6loHOMZmT8v+AC5KPR6ic08vsiq06GH+B8GYyJ8N93Rpksp1cf+N3f
D/RaHeiXKfOhmLq6j0YNV+uvne+XcTK9cJIifzJsM8dqIBjgzuBJI9QXOmzJvCss6l1H1eL5txkt
N26h19Bl/fL7j0E+zZcz9RpafzkxNxUqM3n+VEQoB//ZihGHWlsUabYREL29wwCVyMVUsIzq4CE1
x7y/j/qp8v+8/hyrXo7W+EHsxbe1tAIFql9ohmHap1S7VXBfIPYSW/du1Wf9xu2HIjAf6iRa7E99
kikkRJrZgO5Txll9Sm3SjSkszfnGsX3pcQif6AVTlKYHGKyOsymQUYh1u3dfF7ZXvh8iEc9oqmqH
MXzXgq50DtFCKqWL0YiXTTs5OkZH1zVDDPx9hQzTfCuvP++6SOD9FElprVBxpoL3Cy3PkCngxUSF
B0oPFoQhrwBhV52E7DJAXUVnlUa+XaJm1L+Wj7nAOLTpm9w7AB0JSmNrt60Wbrr+4fQ6fbXdhAeA
EfAPsAACdrDzq4mqpUhmCBXjoehTuFgGuiP1vWEtUQ4bMnLfTDGraeNEseEfcdAoo1tf6vziYVr+
rozDhCVhYEetzh58qxSq+UhpWlQV+qfJXyhnFOhh/uXYysyfELbt+ne4xPDTmEv0z3GU1ahVlzmK
Zz1gWPUYER/XR8BV+Yz1mDktX5cuxwzh+kydVwdZ2JzMmlvgsKCIztfVOg/VcCDHM5JNteH6B4Q3
7Zjufdx1T9p67SMEk3H63UUDc0JXezkHYYfAs15lAz00GgMP+eEwVIvpv4EynLifw5T8/a0Tdwo9
a2uooo+keU5z57VlmD81rXTwybULgqPfWyxaN4CThuaCdjGiarmOhsScqCkU3mlAtKCad1XUtNEx
7SNZwNuL8LGZNmaez52Nd6gs0p+ybw0Ueq9/CG2U/nrN2ixYIm8NGSOsF8H6iuiFsbRg1KG3z0Fc
ht+8VnSJ1nHpAtkg4W4kNUYdqGtkyRtvSJEd2MZOUMcOyrJezRbKBtWkP01nkua2nKs0nbfKMCpq
5rhwYai8tye4hw9R7xnu93ia/G7fQuimJD72XpN9L/Bc1e8YGFX2nZYuP/ZDHfX+7vqbriQM9Zrj
ONUIIXCPKGCuO+ShnapMibw7LK4ZvPWrAevcwUrwoYDKhZdNNMXje7deWoTM4sYCm5gO74u07Wj4
+N7yFY5g6P4IjNR9sjszN/ZE41SubDcTkDVVLVBcJ6EptyJKeuP37ib98BQ5fOpzMEvhvun081Uh
wMJXRAVV1x6ycPDH95maUi/EBXUSR7lMvf28zO4yvR3rJal+qrGtEFXOfPnjxhzqE+z1CcdjcNpq
4Uuduct18RnAk2k0nKt0nZAzmjJhvR8Umf42jcYmwrU2ghyHdbUl68c86dPoAf+iCLrnFE7TsWiM
0PmZY/Kkqltfd3308WRgH02iPqqXXA+rszcOnCHFirw+xDYFZnSlqJNso7xJB7LMuC52+OjM4pg3
kKa2WRgPDVLGEu5Fnjq598lxqnDC8yma6495lWfyLbUXmb3lJCm6G4nIy7OsZpELArFlwk3Sg/WF
CuEZ74jeHw515xWfe8wH4j1mJGML3bers/vCsrBzIVrFjQSRfgxi3NnC8amGyvbFmwWKREUoii2S
0wphk07GB09Zw7SPQgvVZ6dZSqT4U6M79eHifUeqI5nuJ3QYPijPbNANT2gTbyI5uvdJUvZOtRnr
yUgxBvairt20U9R89IQaEA2vHUbwyoo/hTny0hOz/9/Q/kLkp5ftaiZ8Khj8ww9sylXkFxG/tLUv
u8NkLXPy3gSln25yTLTlO8HHa07JIpNHzzSKz/9iYDBCEFa1SuSaLNiDyIQFSce4L4uMRqPsmiOM
0yg+mEXZDPcO0n45AbrV9zfqiKtgV+9kFGlZqmAWNVxDL+RXO9kr0ZG2USTFoRWpwo94uXtfgqkt
fixF2QdfvdmjJo2KOSoHBaEPLO2wBYD/26/PUU8RTneQflWQqUQeOYav+kOemPh0NcNkDVtDWri/
1NKK1Hv8BvwdHiXR74HvX07hAKwg/SNCSeZ+FaJYzVQr36/7AygInHmbMSzCnx17GrlTLDRxR/et
rtoDTmlv3f+6GrZabCR4EDGADZu/VgMrbEHLCQuEgycHpIHp6Ew6/8F1sq0HVL1MI6WrZdv420SW
F+bHbjQQ8CE4CbuHyjSZnN//Ch5a05qdQTtvDfZIOwTey1h1nANVKR8zP6h/5H4RPDa2YdQ/xnZy
7xd/onJwfdx1nAqUAdFXBHE1VRZ07ioQWurSrFvJTSidHOn6eSr9Ty3s90+qxi5+m9HxyrdtZFMz
jQbXSPfXh1+npWwBColgFwneaSNyk5xvAahoSWsvdXfI5j4PBvS6mnE/wrTzdk5KkwXAi4niemrX
4PsaXxpvK0AOD5XqFywuOIfejojX07fLmrbbWHN3Uxng13NJTw+EQKABlIvWTzi0/lAbYcwTJnSg
dlnm+vMfy2QZpwD9+O4PQ2Ui2eHQdIuXcWluSNVh0Hsa0/wLvxTHa29AXw5utlDNpyHq8R9L2Uzh
1rUKFxytU0LlDHraStB0oPKgMfXoWpH93izcBT74bIFQepSw4L/bcP/9G5fXOhvUH0+H0DwZ+QX5
6eqireNxWRwVwjBIluw/o4hRTJZzicfFbBd4DyfSTr8mfPgPYrbSU06FetwKq1huwbJ+PUg5SKCf
Iplk8TjrWxTnwRE51qI9RIEbG6zlwk/aTV7Zxqm0K4t2kJLaowKtHlXfR3aISJ8DcOrDjdW8iqD1
hEiSPR3D69WybjIEiByhxG3QpXOrBcR5Nohln44w+TaIzuGJ7XXh+GfVqMLbGLg4fC0z4qDDnOfl
EzIFS3pkzZefVWF5w60j79d4LfA08ZO8lFuHzPR8p8VVMTR4SgLTQoEKpYnRzx8NEwxEY2o3PiWL
z0Oflp+Nyp/rnTT61t5EqSyPVqWKH22CJfuNM2+FH+ACALpFk5nWK20mynGrR5pMYD4Y9DYHX3WC
FjtGHZ/DoMMNkg4lClvL5DvHIXeTP32VT09w1gpYJTCm8QgrKhDnmMMzfSOHc7OtJi8hoy5TKPcZ
XmFYihTmYRjsILz13L/cHlyUqP3pLw3LhvT1fCrRNUR92UAjwVEuJO+dV1DP/jxAY4rhFXaz96Gf
pnr6qxdRmX3HL9uP31HJntqvMrMwgrYLMLr/lH//X7WZ9GwSh4MEQYiaTUk/4/ypHGyyDOEWyQGf
pwq7j6nLB5Iyw2785K0d5r57PwydYXC7z8SFz3m1eOOHRQ2hK/EUrZa0P0yOU1Yfr++KFwTu2WVL
QfUFXsVlD/Jond6WbryM9OTCvTTKFuMyQQZN5VNEYBizDRR66dxV9hxDzxo9evzfS5RzqNagY+F2
KOJKfio1a7LBNDOh6EXjJO9At8v+sU6Ucu5nh9RCbkIDPZk7J+hS8y+0tMBqbJrOn4zixqX1y41A
j5yaDhcmNX3INquJnhegEV1kBntkB/zpgAGTWT0YfRm2+8xXbYJ1V4jeITKQS1Xe0MIDlMBnfDWb
iG+hpcZ5iycFS4/b+/wzIxE3CQ6T9DjXzYRr1ZR1C5MVKGPiP+hdRBXQYiNQ4/QtEaPjjaeM6wBb
yXlJy7cuPfn+q3rJt1PRka/HzqhYJ9YQ6wID3bdq8reGOUVmemfWfTQNR7o4OD3egXIrluepnKr0
p/BqI/8UmdUiv6YN93G4oUrqfsQNEjMAHsBsZn9rFaRiGNouYxhiql5H5fIsZkaAE5blDp+mW9Ig
DPZFWrUmmzvr+WvxgGtTo98mACj4LaqozKY+mPnQ5MHRHNKMPz7PLexsEImZHjqUABF8lM+bsPN3
hYe/Bf5D5FUD7aQg10snLkoqEHXs63oCMlB4rKFuEnVdcoxSA0GeDRX80p0+FKPnqmlXw96Yvw0F
pnNfrCqaLSzFXYp5HOJjyf/vJ9NtQnEMR8NIp20EJ6uAU5uXDhYyMZKJ+bZoSiRHdsifZV26kVnI
zO2GMdC/Vmdu575pZRLrnyO9s+SdXxQBFsCZ0y8gtjwme8rfGoXrYjqKi2Fkm8e06RFvPtWuE4Zp
szFQz5L6+yRkdg/KsNlh70xrJHp+88/TApmkJXBYlsmj5plOg5S4K5J346O74EG7PIczpS0P1Fhs
GXKTlrJjd4agXXllllGuqgdz6qjPSEi62OuF0iY1PURDakXDvVUNgoUXU1Fi6ieRmsy5aTgpExtj
Hj+Q8bd4Xr2wIIGELFHHDs/cOv0ZRGnKd6r/2fuVivnoWVegXrcLS9DFiJf//X/VDC5A3iEAUfD2
rt0E1bON1qr84HciX57Humz7N4EbRj9dWgPdZ6QMVf09GUtzeqytCW+JDankgCRGYy2xo2FnQcy3
HDJDDwqZhGsKxmLpfXca2RjvrTnRFWMgYvprtTAqMrAWpSk/uzZFq0OdzKPaDchBDM8uUrM8cv73
s8YOta/vXhWWOLe2aUbI8b62lZEFx94wrQ7ju2GpauQQUYRmV/SVqc9pp48oHG18P2rcN0GwJIE4
2WrWFepMwYsO7k2nDPr8ya6CUGzCRLbdvCmKPK+gKVtulWzG0FPdu1Gmo1vuk8Ts8eqK4FVPj81o
9DjuUWldmnTXBNIYj1ErBadCDFE5kFtMAzz5Sc1Fi0lWa+HbmvQVJxDOYX02YXdpL5X4tlSGfuSU
vUTQO1Xuki3btB5VMSAZV/GOB69JKrYWtDU5foBkG3HGl7LJlucaWW/mGl/wdHnGTUX/Nqdh8VCp
AW5l1e98K1lYgjnAHX7SonVaC9rBfeYab3KctpMPSx3qKyQpYcfdpWHUs9g8Cd0lOcpw1P/Jxqlk
Ojs8QdOff+8yAQaUP+SQPLNv7SVIR6QeBObFwYbibp19H5Dd5DllnMzsFY4Y/dETBwIrx1rVslbT
NhXpH5YR4hIdLI4zfhs5+kSLYBhwx7vUmZLwQzna2vsg48ZTmCQAePlhTliIsI6iSO+LSdacnRFF
WARZkqx3R3tbF6O+7VTkG/52SKkhvg8w/0mea3sws6PVUKT3N9jjWDgvOKKa04+cgGPwwZrFwq94
mViQn4kJd/8PZWe2WzeSrelXOah7FhicCfTpC+5Re0uyLNlW2jeE7ZTJ4BwMMji8UT9Hv1h/tNTV
lU4gswsopOGytAdGxIo1/EN7mypqILV7WyfU4hjHJPy0TWivZ8OF//qFZY6NgEG9Qkzx3bgMivlf
5XXj93CYs/EZS2aJ4KrvTgwGIWs2s51EqgUFdxBTN3YHL2MP/d72Qll3ou+bsjkyNoz694OOASYE
3RzkdpJbI6ohelytazmMmcn3UVW49dlkjM3ue9quzLLStByKQ19Z1oQNaCfT7BNmtQ4fOC1qGrVv
R8JNfRbqrR/M88MHPBGNk80f5Rq2GIisoG7acu8s/XaOpmFcl6uK1cBf0jbb+uVjFm5XZWQisVyH
EObwV4D32zZEzlL5N7il+5D3sHap48dBeZpfpW09s6ZMRbY50jSlGJoltT8Aid+lDS3jkcCyDgGt
ZMRVbt3RSHnLhm1wnoDbJRIhKjo3mm0SRZcQjgYH2psKpr6QB+QW4zo9OFxzLneRZe0boDwVXdTX
i43kwp/NKe9cDRIdT0ORP1RQMKZv66q3+/otV/JEuoXrt7u8rIqUBLOxpu0c5cvi8vqc/a27/nb9
FhsggU/yeqU5wDA4mr3wtnTpNfHCv3u7rwyeE/xaOARbEK/HdjsT9iq2u7hQcrtUm0lv92cD8I7l
qnAO3h6VF25H/+3WA7yCq8+O+W4qnf875wisfIubYYAjJPZ0MGvCnc1Tx13Xfx3Kgfz/+coD9o/w
k9t52w+Zv2yDviZCYMpCK8MmiRnqKeOlMJ9mnXZ9UHBkMcTLdfa42Ola9R8LK1VWsJvsslVHnBfL
jujs6YlTqSIrI9p6r3kp83Gk/2h6THGz7DVnMHIvRcrf2+swqJ4AMVteyy+EjAy4Q+zBZ8i4s1O9
5RTi9eorw3rbN+Q129GTjRdY88EAsd8i0Os7hCWgUSTRF5oO9qGW1XaB+oi3lRAX3bnLqAwDAD8D
iYQfqOFj6fRWV33qQZDwGOJUWnbxJXfS7amrNewJl7txrtK2pg4HA96L+7F2op7YaIZtm7ut2K5l
3eC92B1bt6n5kcWUgkW3y3j7FmTUFQ+yY0t758427ioeHFXVmMBi++T24l3W+CWPopXGB3uemMni
1ZsEjC65n8Q90Px8Uk0ebu+fg9xKv0gr0Kr69JYWCFnK4Vunl2j8uFiuy2HEvGbYGtUVJenOq4ct
DMs8lNuH7rwtJ3Q3hMSAGpDnMn9CvpJrX47wYPozBtoly/GWe0inx6tpp4S3fck6j8mIn6ZeBeax
j/C1cC8mrpsUQk21vSAK3SNfxx/HlkMEmsCaSa0SmKMObpUJAaP1PEgbkPtYSN9utmGxVO720d5e
IqxJdtubvhtaPprvamDvuyXXNUcEw6uWlxGtxI9tI7Oq3txhtbHt50a329Kh2r2dojdASJfXAR/L
rV3yAFean28HGoKXLGl9MC7xVdsUPyBW4QW1J8OH4b7tkO1rFlU/YMGJ+EPpXKsq0xKqtS1Luz5Y
rhVm9+T9OLSGxuqb3+I8jdRLGPN+uxFTYm84xaHumt+8rrKZ66sCle3NWrHuO3MWMz65e7+ufPy4
e4/Mc18w6imfgYcpSKxQO1cwLrmizdkmUut4fGjLdV2eVdO6NZqufb5iadf0pUMaZhQr497lA6QT
nZSx38oyWVsUT7CZllOUVx/nbHH4o177WgU7vFOrcQY/mc5hnKjR1PNBzQyZ4gRcZ4W1RVmxoR54
XZ/WRQ6QHmDRkJsBgfzcWVOV8GzKUNwidNMW3WMEKMdG59CujD+882JEb8ZTh6GSINjJzH8vBA2r
4VzGent/YP/RXByU1W5/8yrReWekz8vaOtSOM9bvOm2kHZ1nhWjUeonCZWhcZplrjjHkqvtSpjvl
YYIujswG04U7sina4jzr1uaz5aphqiuTeF4F05/azRurR5Gy2TbKxPbeIh5IcfOYvmbNbyG7k04M
LIbcxqqIxEGwxXjGObHAaTYqluKr1p2fY8mZIhEgDgPlUP1U1OjN5gTnKvMxbINS+Fw4ZcTKTohP
BkMyxqvAUGAQ1RQkvhViQoxwZed39i4KYdtFz9Eq2DeBTHvtAGQQ0r9z/HFLV+u238o29/WSK2bu
mWrnFMvCV3Bff6SxMy+Cyliv1lDtGcVuRRkFiCZkvNamft9sr4WgIhPjvvE5vQVMqXV+SNPZ00c2
bcyVzkYhmVx/lidFXPy8Fyp+5zp27nbXuwttERcT2a3Sdbxsu72hUpoRdPvipO18pPGbFvL+LVww
wG64Ecau26I+iV/ai3nXMsUE0K8RhR/kI3ViakQSlB4qDLtSyK1e6UOzhfZFW1uOWUT1dgHjZ81J
JV6FRHaY+k46fEFvCGEYSGXlz5w0BU+vkjd8ih20lFnIs28BL5rGkDtDG5tviNSC4Zk6TbcN2ova
6hpzLEev6MtzgEzfEp1iUGXzAUnIRr13B1c5rPXIYyNqsGt8Oy0d7lXRzRvH4vUab4JiJkYufvDz
ubyWMZbWmVBApAPd7HsdmXzHhGggstlrzC7brXm88ltuC4jrDMl2i6KSvJUC6TVxHrKYlk1vuRuY
oUGtgR+oX0PekMMNMqe3yzXtLMmClJFlVTJpspqOStKm0coe7l4zHzmkW8xzF3tLFZwo24Lq8Jqu
Z2m9lYMt05qtoFjwbWZe726tBjHP200XjXLkgoi02BItW6F33B4qacX5deqWdHG+LFY8T+vJ5wHP
iJx51PFPtqcGZFoahCayF2j6Q/oUm0WV51XmVrruTGEZF1Fs9k/tJV6uvGWX0aIQPeaAURm90Caw
P6g2VfOXfEL1at7nGct48mojwbmbLF0+dWlZTyj9re56yrrBXT+wJquyTrqN/VleFtqPCr5+2a7l
pxmXA/uzk9aiOTgGWopFczmeMo1h0qh7lIymcmwfZa3WoEhk5croTN/bklxk67KUhwFWyleRVrNz
YzWDKr4VA5rMBdY24alx51g1F9RqTHCzDsYyTzUTufSdyeR2LnWTFTz0WZHg/UhXU2TxPtBRg8st
EKGAmgUhBf+8tESsYa/rzkbdiWvSS+XdVpqhUy3moWnokfHkSB4R/9JHl3mjqG79XOn121vF9ZZl
kwZsWc9rk+C1XrEwSWYzeWNOVZnFHQl8iIilhX9xOwKgg7PZhGxK/VqoZ3zfdv+6/+fXHAoG+naq
5mWl3TjRPWJ7SMCX5dfXkrtM1y3VfMtz344E5O4trVZ2vWXhljso+zNtg+6bMosMmbB427ofVxdB
NPQnwrHuHDg+6WQI2k7EDtvng3lLR7bUWhZqixa6XPvidqBFVrxrnSgfsRq37La+hGYNymC/ZPMW
MujpbnWQRYHA28deN3P4y7ZGziShl0Ep2alSKFLQUcQl4MiUFW4RM+vw/dyXchTZD+JSRehau0XE
h1LNcpY7qrKp+sCRCvLNumPp7SnRPkgRzL+x6rlnAbvpPivbCJk4absrVmoYx6LqC/py1i/4+I76
hVxiLBDjgBf1Cfsfm22o+2Uovg2Fhf5TMoRgqUrui6D3xt242ls9JZdpw5lBEG+WLxibbe2vGbuA
4KUAQiKLU6prw895i70tl53NW/xuO2MLdvnP5lHILL/tgaqBcCyS0uq2x9Go2SaQ9mQM5EZK+vzF
6KgP7vGe2W6CWTj4zBzfYhgnLqI9kWuDwbsthRIlsrF+GheJ8JHtqB8Uo0gWLHi9h0bbrfk41Ws6
39vuVm3gmrmFr1is5KK+5XAokOTRtYeV5tslvTWdeOwtkmO0NYVPGySYnDHoT4tvA/uiaRp1zm3j
t9vmk8puWW9k6Q0L7Wh3a2iooNOaN2OyB2NiDl0zFvvAn1M25vwGvKIJXMX0PGpMaPYtIjtxnDhj
XMJdWF57ALXd0DHB05giGhlqzk/aQIgLdrEYcN+NBmPs57WTdNwBqXXBfSg7h8eGDGA2fcg8MZoP
b3eq3XQ/m6cTQM/lkIZpt3xLvUyJ8eACntseGpKKPOuJuQhfm5R7e0xpPltEZsvmlKPBli2623EF
brdmL5xl4NZ0PZrBu9Byah6GLXuhhwQxwmpsDnOMaDdSlB0CfdP1rQ3AMHbLNGhAlASH/q2XRx+W
zGEYwi2IvBWLmUk1JUU9BvUKrARJjhkvS2VmNvBglmA5hco1EWnysiCuvOu1P23doUzTETtLXH1Z
F9D8Abq9tEYjFBFLNI/4o0FbC8aXmBUEOvZQXrN0PQAOvkJmBVuCX8uGdZetu/3FyhufEkCG0tSD
2i2vHTVZmtC95bm33X010O97WWWV2eReYl7vvdyZTLFz42ianeef45n/iDbwoa353//Yfuc7nUcK
xXz46Wj9//52J78Dxmp/DH/5U6eX9v5r/aJ//aE/vLL+nz//GbvY/dfh6x/+cmgGOSzvx5d+eXzR
Y/X6Kd5+8v/3H//r5eerfFi6l//+x/d2bIbt1TLZNv/OIvipjfIvgNL2Sd5+b/sC//2Pu//9v2b5
vf3Tb7wRD6Lgn6GD1h0IHgfMBvCJfxEPYA/8E+KAFwHOwwyP1vm/iAcunAQB32ADOYG2IPP5x3+9
EQ+E90+ItoASgdQJMPCopP0HnuLbCOrfhkSI7oOpCZD7DUDWbiLVfxwSMYkREiy4ussn0sK9Yrwm
3pWeKp3vVo9nVFJZIIjpgTm+dUyrnvzpr4d+vyiFbKweoHdQmdHURAPoT967cpJVzjDH3LZaUaY6
pg/iJy8jr7hZsFHuLvMCKOQh7ftZW0lRzNAMq9od8OXMRL91LQMNsu3vrE5+0d/kczG0Qx0HdCCk
nD9/Lsd2/YHLSdw6cA71PmpxDUXgNprMrizw9kuoJ7g09OxSZJT1HNOzdOtFAgCDhfWA/SrCK56H
XsPFb/Uo/ma2+IugIRNSoGAbaBv2QwBy/NfZMkKnntO5YCYlo5lxb7c27RG3s6IHa7br7seMLO9w
FSX49qNxAL4nsxc20TcCz9jjueP3j3HpROaaOUiEHCvfxPJhaoz0H/5mhX8B3gs8ueALs2nRktgs
RH+Z3ouWDNWaHXFd7bmabwwRb1NgjOjeZQoc6iEP6ualbfPxfYnBBdiVSWn/rLx5kH8zFd3e6t+2
O3gLgMuQRSDrs/H+xBppZJ7OVSCmq5OGEKqVwLr0bppW10/Wciy6z5L2WZ79zVr9gjrZ3nVDj2P7
zCAWCusvk9iGJnsA3GAAECZ8sx/XHhd2SinbptpZffVh9fvCTizEhOdTCyIG3TGrIO3464X4ZSDM
x2AdQElDqAPHF//KxqTCrfJcdfWVvldZLruxaz0ubhU3+Xz667fy//ScQesBEEfSEirtn4APNYgj
o5tJMQ8sHOvCjRmMN15dzGuiula2f0Ni+GXQDibR284Ak1MWdguNf4xiKqXlknn4nZcFmmb77vUR
ijxwr3VIsvOxb8i1bhaa8d7fwGX+9NYeIn6wkvmSkG/4449vbaEX6sZMUi6BJYr5FAU1xWHZOcG7
Vq48V6sAi3lQ2Wj9Z+ILrCMAQIytvA0MLII/ob7ofwK8dZvuosmo7J0aak76azhCdJyd9NdLijfa
L6glMGYANGDOkzZvUvu/Irm17OYUzycomK21tIfM0ssP6tHFnN0M5VYcLNK22UGzWXd9XASHojLe
ta7C1D+knVreuSEmC6b04pulW6p9qLyAlKeNrimTq8PkNNOuhy2VdP1gLpVXu88qDqazsq3gcYoD
uZv7Rhzccbif/TR/2qaY2CZXcQqU6oiGmCy9i20BbbdeTFXpnSan/hEPaf+tG7U5ZpaobnJ39e/Z
Dt9q0Hon3y6HOxqW0a7z7X5HoS7OaLHWPsQSJ7r2oHBO0RpHH6zZj97JNm6Ae7dYNXdQu2wg4rf9
3Ko9/XVEL4oGGdHMchow/fIjKoz9Yx46ZbIYNLvb0S8uAXiAU5PWH6euXN+byZkPAZ6xe0MRfRpi
HZwz3eZfu3H4EQ5QDhLkiNUunso1SSdr3ddMOE9xPHs7uriGSttnwNvkXndPqeklAjBqnnSdOA+0
j5PJt7tPqZjoBgVzGSU9s++vfTk6p3Txw2Pjp+2HDODLYbXTZs/1LIBPMWJPFoW91gJ04c7zyweN
jux7PxqYXwWDeB/BHHs0rW1+MK+cd1GBNPUFi4QoKRd/at67MMGTkE8CmStbbL3zm4AO4ggK7ouf
UprsoFKoW6dd/MvcDevOz9PhhG5WfBqDjoZj417aPKBB5SkaY62CPJLzY82oB3UIgDdYVwb3623B
SO1DGpX558I0VbonPBTvSlr8TyJK3XcQScyn2hPIKOeG0Q09gKsKPOBOMsJ5ZEHPoE8UOhAnxvf5
gUpuaJO+hA6yp4dTfC9n/+ogAa+DPfC0rGBgbanCr58UrumVvp9hr4yXNl2+0yrb7Hy0wFVu0bRN
MLg3sRf+xsRD4hqEVeM5B06VJYMMh3Nr90AS7Op3ZAYECiF6OhWuKpM8qMy9CnH+6qbiaIcl5bet
mLnOQ8ai+s3HxVvlfo1ZIeOt4bFyJCUgw85jMYa4bjjIRPbTst55tJvoUAlzAASZ1glt3SdmLLeF
wyxyCdvfA1pOydRlN6Jb6idals/IDtNcj0B2QeaZkkXM9mchoxPqEe5uyMbudslG7Hjk+A7a+3QC
5zsf3KqkLZ3N5iCdEgiulS7sOliINK4pwahE1q1JG58cpwAUVHct6LZFPwVrWt9LTCwemOEut0Xm
qkMP9fVqdQGoMx0aIBbr1KONNaD8ieygY0x28MM67ZMQnyizS/N8fnHpafu7dixjhklzdSeQzy6v
UT5V1W95mVbWZ2lwUeFFoglhrSUOi/yui2mn/y7SQvxQrBwsmMbtH5uFzvF+atQw3EfQIoPnmDFZ
+gmmgYMloVxlIS8msB3kk1pjgMY5iw6eAP/Zv/cRUy/SwbFfH4wXZQhkyQh/H+a0ojq+JmaNFYxN
lQSUz97NnHt8Kr0U7gHfjNKWeKtMntxF2vTyuE02cnLMnKxOj4zpjnHROvnNpKsUPbel5hWMa22+
cIss73KRgclBKn6MbrPGxixcz40sLwhpgyPC2Wpu+1u4Sp65D4nEnndQLV5ioJ564sqnMS9nCs8U
lSw84Ojm79yqzvTBI45iixO2k3frd5Vf3gGlUeuDxwRr3DsW/k0v68L5uKu70vvq9CSOl27R68cm
Zotlu4JiO7gPgoxbCahH6v82K8Gz0RGxY6ctiLCrgwl4BrgqoG2WdCukrrZOaLxVa3p0xUA3uq5V
hiBvDsfqAReNKPhQB1FbHYQbT/G4Y3can54mTpcJC5uCclDc9M3L5ocFrhYl5vbqQE7Lb2wkc7IC
0aBITgzhbVYoP4SNjPseHf+guQuGyXGPjVbuI7g51vtW2c3iBTsLUklR34kKo2DISSNa2OFOTbMh
dhHlGXQs7mSzuGOjmiPmSHGDHUZrNGffIJR8aCJ60gyyyrIDq5rTtKYNUNrh76DzorxOUBgLMd6b
zbBYh7DQJjz5GbojrcyzsNh7xivHE76+U5RYbh61t3ihlNklnkPP+xTPQAlf6mZiWazI7ozek+YV
3JYT/5lPlJ9FpA5ZO8ji1sEBfPwyTFMD7Fm1dsVsZTFp6714tb01Itw19VFGhmBi0xEUbt+9pwFp
rzcESU8/0kiPBDbipO3nNu8y+bEbHOBpRi8rTyoXygWr3C8NISsda5AuCp45Qo8aHRUvTCaKKq/B
YShnygLgDOtj8CiIfTEMSj3VDvtWL1s3CSDJWHywVJw/h1khDpZElreKYoUvrC7VTdZXqd6NKvVo
2/nzF5/u8UexmPjSNTnDeyk6ICQi+ERa/qygq9/w9Zrj1FADJbHLrArC1hVw3FQd1WgvadLV7fAQ
j/NXZRgwV+jFn9KoiLDKrlMwCgv7zOn0TTCn1pMNZuu0ovUEl9nrd4EXtrzlbL/HS6nYx4hTvJOh
Yagn42APXtJn2qlE0qPYAfoUy7GDWk17hEUaXzYFoEMXZyuospnAErVzieuHPVSPWEJViFQzLcUC
kmk7eKyiuuRRVLnJyHD3LvSRJr4BZWTfOCAnz5vP6dkVBtR6DdFZ5tMngW5AmARxpndxE6jErj3/
auZ+uXjAja4ObLCENUHct2FX+wPPOu/aIIIh3vnfnKyrTi7aG0k1jytjuLG5GZpIvad1OCcRGKOb
fpX60OjixVvr/lFlfpNoUOk0F4FxiLnNH9uCl0NvN/zoV6PAhd6Lutvebho3WfIufFdMPQYXjetn
XHir2MX9IMzOx6L+I9i8nl44TXruPHgDy86lHWYf+mESP+IU+GGxeO4nQMtwbaumrXa6s5SdxDbG
6qPUg0morXp1wGzb/1TSPfSPYZzV0WevB1R4b6al0ElE8KXq9HVBCqjzfN/4UeMkXRP1JEPOyLR1
JT0ANFuN3ZPksr5kmXS+uVmbXkt3cm6cucL0xmBke3I7xKeSyHeWczlki7XvW0ihSWH68TJnA/IE
Q98+ANAhoeLbR+CHGMAkXRCWHxpQIDM9feM8S4DbH2VYzOiS6/ZxwAvjJt8K+723zPrGVjOthr7X
8rACZCt3Uvre0Q66LjiANxwY1Htl+vuAgMknX0gV7YKxG+xkpG0pExo8cZP0AIGbREV5m1RjMZx5
4ShLlLFltdcDnfh5DgdxHPsRaU1kjJPOdbm3TAHrF9HCXo47b+zG20X2/RcTyfJJVEAikliN67O7
4fLhDCGFE0L4d+8jMI0Qb+xaTTvonAUTH479JYoW/XGg4H9PQMd6QdD1fdcjHXseRqxj5hlS+VEz
JpEH5EvpwVtQ83c0/YPxGNfLfJe5QabPRZxPE8+XLi+T8dK3NoG+6uosGcb2+Tp/BawbHuZeiicz
6ngHXKXZocaaHXU/+6c+zdqjTmv5oURnBMwP80rZ+2YHfdZ95tEqf7/APto7rUTqjNlAAFU/R+Ut
13iNUjchXDZme+WGLhOEvsrNfUx++KCkPX0MZDg1hON0+ji7zXDBrKq8Lceyvuua+g7XrOH7pIb0
LkC17x1Tu+Foz4t/hl4KWs2dQmYAMrvg4VHQYyo9iM9l0d+udsEW0w7sS6KFde5Q1X3nt6v1NaJQ
mXeVta7fOawOwkNu0Hyu5NJ9pfU8nbwx+t1pSDD5OmM0HqzV9XBwzCaKKxkXZ09SjtV9ZKk9Y5wX
FRXBxZo4F30jxanQ1XpajOiprxp95wxVf4C7+20cSvSrZxiw8GaNeAqogvemrvMzNXl3aBb/xZ+t
fC90fc3CMTuqKY3f26ljfxioAS42WezO6ePpnra2t1uj1sE5bh0OaO+Fv/k61fdWAdw0sob81Hol
cgReF974NlJ4taf9g6ilva8ieuWWp25xIHHIfsA4qnnSgGcZakdlUF3aKeWMqEZ8Bl1nHzsmczeA
sW2Y0ZXcmUif0zRwycZMF7tH1yejWvlAx0jWKTp85ffeDXPQZFZ8MIzaSXSG5dwEabVfgpFylLn+
AdHKQZ1m4U7fl8n72Hl9eSl1kF38os02zMRjULnhD2qs9slQR94znrf1gfFC2RymyJoeU48EeR/p
sXsHc7wJ75aa0wVJI4uueT3bUoJIjfwRo5/BdxOrXYIH2fjWB5/yKjpFJpXFuWjQ2kuA06ZfyH2w
tBzilVlkUD/aru38tvRKn1rZAeOIspKiTIjyUzRjB4MfTr8vN91Cu8TvYy3j6ka2zudxMt3jlM/k
USo1D02npgs0h4yYHYprGizApMgTnlI7Qkm/BcwjZ0FK57vRswr6aAcI23onC+dTMQjnHOQLTUC7
ygOm/9XdCKXzGPVDeFWAt/aD6ervhDJm17k1P7e4S5YgIsPqZt0EXuABAlAAyGIdqsjM93MfLrec
bewJjRffzioPQOOV3yiNCwzawhiugXLeN8jq7LHZG89z4wTHzM5IytgnOQ0IVd7UQAdhpVXyqYg7
c++R/ndnA2RgBy2y/uIpq/utU0rde7A+dqKr1bmSyvpK45QgvlbNkR2Nr3iEv/KRlvXKxN9NxY9+
8obdGobVofO8DMtA3zvouJcBkie9C+yrDDVVHpHx4LWw3waZQ9Yu2+d86MsHp6z6xyBwS1S0mWHm
1mI3oDbLu1iSm9ngKs9dZ36XXtkPO6N00ILdkyBGw7L7soaFl4D8p0BtuLfZfwCaDmTDX4H19PVO
4sqaFLZ4gETbXoC6IIuuHH11PRXdzcbx7jcV+/faOIibrXXonE2eXkF2e5Cp1ircUdXkLpg84Z4G
aU3zAW7f8JQXUfNuZFT7Na4GDqBc7R85DQ0y+5RydQK3uKdRlz559mDft4FxMAUhJ7xtPGc49rLD
N52ZenDpUjuE/hFPJ+AlN8bGVi8D/ocOiPbrRA9i9RJK9OFlpFe+VZNm38ymPVWttyarVwRfdGk7
X1d6MRAgR+IY+T4PLNLhsSdlPfAAXiovfu6yEgx97cWP3io6AMz4OC5pXZ3FhLaDUKU+TaovbjIP
p5Asm+cl6bVYbq3KAb9Lhug/244a3m/waVoivs9HCK+UtP5Hq1/mr4HWzZEOcO0dZrdfqaLC7nOd
TctDpBbfJJYFegBAIfase9qNY7IMZfWlWqtJf0aQhUnnKmJzFE3JF2v61vse19n8wmWJeD8Lewu/
rQC7CSEp8afFexo9iD2Ai+z2tkLGhIgJvRO1/yib9rI1pbzSMkqz2zSIADSWdI6+2VPWhWeXYDdi
rh74z5Bxp49V6aIWLiheYquJk0IEg7pF1Ccdh+c5EGZSjP8947hK7gYRDV2NZJrUSHeQGs7T3SJy
8VwYB/HfznvuuWnv7L6sX+iVkHJ0gK69h3IQam5ToDsMwbsdDE6ruJifNUyf0xm4hwNJLQlOr/JO
dGCGIAkQp+ZqCEmTrsqR/KsDvbO5U2XUg5VaUv6fRecpU14GcavihNlhbyqg+nZ8v45M5dHQNZ75
kMWDd1fhxhzcdVNvB1/GxnXKu3WalvSQBlUU7kN4Es0JLOiGEF9VxG8t+IJZp1wCsbmNwTP6j4vj
zkymGjxcWBM+GDWCZHaNffHP8pnAnc7frRyVcObDKLenH3GC1e5RMAjQ8BuzqH6RsR7Wx3CFFOER
U2D+7qDBLP1pBaOUX6M1W4srKuQmfHCtwUEw0s3h9dAbcHL+8ARcFDL9LFIEw7m2w+wmWuRYnDfC
530Fm2N9WAs/ldA0apeWZrpSPI6Lq0PUmRwdRheQGc78znE1hT9ara5zBbW0iZK5IG5q9I51S3ui
U1CNdhE0k/phWq3OPrahp+mClOTSN2qslvoKZJrWtx1PoApGIg2zDZNm87OfFU3k7QRcjPbAVCL1
TpEYnOFEakqzICtnW9wsEm2eHVOhIc4Sz1/qi017Ydx7YeyVd9NPgpkl+44iyJCh33SiATa5jjYM
9IQe87D8WEXUr6itZmsU/ECaGijlbvPaCe6FyLeRWdvy4F2r578gBcHB+TbO6w3dzpXJXpB6Wt5W
QFeLay1c3rsJSW1/IxgXzgO5UNGTIQv13mkr8bXMGfyrpKZa66nh3X5GdZ/SmJPTMZBJt1zGDhbU
NAazNXZ7f0wTN7aCH0pbwnx4w29WJtowKgBkt83iQ1sMkgFpUJKnOkypRjrsi5M8JcX8oEWa0R6e
l6hLwnUqLo7OQ+/YpwVBSvTD6qK+tbbtUaWd0xxJk5figP9a4ydWFqzNQ1EUfM9ctyWNxdVBgvNS
yUz8lhbhgFmEziY/J49jSrYL2BpnrsApvl1Jda3DNvjy7ppVeyrh4l+d97mnEcGfJADePAVfQZsr
io/IKNTDUdkr35pmR3wV/ThHaI6arXNWZiwmkhtg1tKBjOAo3WCqGY4VTbqftCjz3aSw800IfLO6
NMbjt7zQhBE5HzO3C9DCNbr4KSyrGzIejEsgA21TUe/nsvYuBIsnpxrjeqcg7ambtPdtIBWlZdZb
S1eBSdq6G8xxGevIOcSrmZr7SStd7eHBWVc2Fz7wY++1N6Bdw/7Rwyyt+xprAQ9jCREPppFddBdK
TWe5MhgbIdD1UdCcEWGu7ccc1EmzJxDirxfD5y7ugd/5MW0FoZu72WviPWDpLj2uJPvksE0cxLcU
RkomkV3ONWxEuIP4Bjj/h7nz3G0cS9PwrcwNcMB4SP4VJVHBci6nP0S5ysWcM69+H1b17tqyxkLP
YIEFZoBBG9NHPPELbwgp7up29fgHmf4HIEeZprGdeMB54YcexbCiFb0rX0fAQdd+yhJtADxW9U8b
o/iYoDRnuVu/SkHMIxL7aCYp5w1YEcmUOvnFT42l/k6NKNY2jT3k41oMtgWkMsw9bTlyMXir+YRx
RVsk9RswMmyNJkrG1z+Hs6kU9qglV3a5kWEoBjFoK7SyNlmngAwPhEphEGDpVO/UKDX6dUKgKNZN
RSWRphBQtlUc1dEefkAG/07TmmwZgO8ad2JUK/9KQ0C+3EdShtk9oejMiauDPCKvbELF6jBl7vH/
xFjbDFcRGxc/6MaOWwd4cbTvRrv0tyYgsV9mLffBLy03lInKs+qJiInTqezg0YJyHU2RNH3Sq5Yz
H6rlTNqt0hn+6ucJrTln0vi4a1XtuDiK2ULOVafUd3sVXuGyxifWmhaoApaJazRmPmJBNdIenjnd
QH0jajvxjmdAxAcD92JQSYbMNl3T/qWyLhkFXo9FZI8PJa4uF+oY0xSnEVFxf/6BXQ1xRtwdVX3p
O7FtinRnTJGMxIIezpzxpsBZ6SE0A6N0bcmwJIVCOZE293Tq9VcJMsDhlT2EQb62IphEa7VpQs0d
ko5+VmAMMMCdpI4lvqFAaD1dIMyXJLs6tSRz2ctWtJnAkxsbJUiaaEu6YX9DD0mfvRNp7s3evA3n
FbJusEynunyVu5C0u6lDxVgrlMSeqtLy+qWOyrHq/Hkj/rRKhxRg3gqlVeXOCEXuH5gkI7/J9dGj
ZEEztXkoxqARl39uTLOEbPytq8A4IgiEnbwDx1HVJhivWhe4Ut2ycNgN0vjVA3gb3MAIs29UHHWj
rcpSbosu0CNnbLWm/gkn1GuWyIrMrXmRVALRYrX9Bs3Ymr25kvq5UEwZ4ZHRmtCEMvOiVxsnGFpB
pMwiy8RsPhDcDT7dbAtl9IiJJSTiimtoThRPkrEZJFfOwsG+kqh8whDJ/dZ6SfBpSg76EIsflBnK
8aKWGh0fFZ7F7p6IyADMSuQ7XXsqiOJ7029Lju+Qd1s9kkR3kWS+PN2CEeSPdI1FSxmEnRRuPakK
9B9RJsaZKAM6v9lrcC3KN96TJOZBkcG2Jgvq15N0iaaOUrg9TCl5g4jdXBCWWhXDjiUptDf0TtBB
Ov3hpZUP2w5RwvzCqow0D+ZrSpmWkmzlU7DMB1WCuaHYNBT6fQZutIBBaOU9VJFUS7uVgM+nvlQp
1ltLDwUfDhXNAZsWQWiDQ1kolM2JhyszyLq7ukq64oZkYoSzCZnfukDXvNedKFLTdFN4afQcV8iG
sEXhFc417IEuB+5dpaVcUn9KyxWZXqPtfJqmFNth2k4Pf8VIhtxqRF2jD4epxkuCpwtUhtlwitN0
uvTluPuphCM3gCSUGSWIY4ZXvFT4geNSKcN5Psyc8OHOKtDYXIZ+yz7LrIxFkyOoKltKF0WxkSTJ
r5zEGOL2bpKJaTZyQtaz6SZTeqDRVG/6Xh4LR0dXI7rwOgNhSscX3TgA3ZH8N9Ok9/mdnFXKnnzU
zF5BPkblDxmkLnlgPwTCbBZ9GQzEAPQsA8yfmlT1X2Fh98FTbw+l990YPfaGR3nT/kWDZSg3YxN4
3bYao3CpTVI8UcPG4ICIKEPE6YAkuWKtvE7U8t1IPatY+PPEbpD6k5qLDDZCdumBxQDUDGQ/fjTo
83PRx5Bk8oWCYUydrLH7UnXahwRdP4MgFJ0FaD8HS5qNiDhfJFFNRlUrgc+8ptcadGOOrznZnTvy
k/tw0WpxNN0AUuZZzXEQqF/TrK1GgFV+H4LZoQvV7pEhKvJNBcZOmZss4XQxVY2qXkLht7KFhJbn
iPZoT3rmLSYpb8YnOJllSHUkM/pDWjaZftshQq1vYLlxN5dk6PEhsnsx7bouycADFVCkzcGR4rEO
t2Ht5fZ15Jm6eWlNKHPRaiFiERRFCgTLCeVR7diTM7SYCyrURB5NQwrtFWXgtK1Xf0GD296oqBUm
fuqVy7ah9FJROc2Fn6xSMBVScaVJXaPYBwk4aDBj9Ql029XEsHh+fI3tOEIBzum7AeHARP4CZhiI
lo8gFoOYuhJdNbhdngrtrtFRvHrMIh0I8BAYNO1shY779ZSwQk92YhM8//4Bfwtb+p8BRz8gUk/D
VP8fYkvhp79bqU/Y0m2dfK//cfcdQb1/XIdvVfX2j/Efh7Bs35KPGNXf/56/EKeG+Cc4Tn3WyqIR
iZLP/yJO+RNKkJYAu6hQQACr9JfQtW7+c2bvm2hQ2yjH27NDz194Ux0AK2A5tC/BqQJJFerfwZvS
7GQvvYPgoQLFKZYFg8wIIiBbH/eaLrUkqzi7usGk1RuzDx8Zc13W6YUZ0mLR4RAsommkRKY0gWMG
t6gK7KfMs9ZWF7lBwl+4AYKNEaU4RSuASnqKaCAlVnpm4Ycepns9nXbQcOfW+12bJy99lfzSC90B
9bJvhbSDKgCvkDLpIhyinwiPbHtbf6APAmTFG5qV2uZwHqcHWylsZ/4fkU9Ru44CbujBf02Rud6E
5tTR+LOGRaeZr5NSv6WxLVEqgIlVdpa0imWad1BzbvjgS03PXkJZ3eSY4yJl7xEgUo9bBFgqkjDZ
TgJGcAm4YDpMmNdv4MnA6COYolPJLwijXxbqAKhzUin0jfIpKdIXO09XmeLtGl6wBb2F3diZa96o
YZU28atsVLYLLNZfdUpW/PlZYa1S+SipSnVZ4eSR/82WroZCu54mC/9jK3/pR3EZ+FD46yb8CekT
OD+/BNhmvswEHaOwkR9SnoJrvfToRetg9oceJpZKv681o5/IYUbU3F+r1E+pEOtwW4r2Us+Vx7SW
YGT2L50YH2qcrtE0EMMC85XXfjK3kxUVDoI1BZKWYeHUHrjaCc/3oGpWaZZcS/b0OPXMk2qwRoiM
Loy2vWmb4jqWy9qJRr4nticSKmCohOGzSIkCNKttdjDkxxJv89S0nlAidfKkxXW3E4grhS1KQJPs
DPozMd0CKxHaT1z3Cy0PX716GKldJMXKb1VpZY864XpOUo7nik9pSb8RuLlEgo5tqEgwAOuBEjnk
ZHJDrVnDQIQKb2jDLvFgR1LIRdILO8h4RjaNdEoX2cBPkNIOtR0YAwTzoyPZbbMiJKnv4f4NMFU0
dG+bKnI4zKED1TZfZLq3iyoZuY5BdwcPtZhQJ8JMOm0h0uZyNCkrGcgoOQls60UwsdkFTQKzUFa9
pjhaZG/n5qyuZC8Tahx0OsU6KJWdose3lDKuTZnVD8rmOoXv7UdrSuJnXDSOILgIu9rgzWfhdgPY
ovHbZOOdlqXI5Fz3W9N3Me6lxJEb7hiJDbo0xJp6cgYY+kl57vdoyK3NDxt4+WPscdcqpOiB57um
hbyt8G23MltXyrMnpO0nL77sDdJGmFdsyPrp3V19/edOey9Rfwxt//OpXKoC6JxBmHx01WXUiygu
qbjnxvGrZsj5UkjYvVFUQc2Gu+b3QqQ05r3kwsrSCwlQ19c/4Qid+vsXKLLMlT6TCOhVHF22mqFD
+FZ8xE66g66mF34gtmWZzq6Cq9yLz0y3eYQQncfDQoH3AuFhyp3HytCZJtcVsEzf9YgyFk0FJGR8
qOIrCsLBosIxgOq2fQ+o0XYCo3+IdHFoile1RDeD7n/c0KLzwrXRZGgAA23JpWXa7suoe7Bya92q
8UYrysvULt3pJ3zgzCkhyJojpfqJ+yhrtZtstCzCQnMLyvh71IPG8+u9B76P22glW8GbKAeIim3y
MiQSmCFNuUDCv3L44Qgyd80qKhVkdAFXBUH/vdTs+xT1IJICrQI2PUlO1+s/zbJ6iuA1LnBJrN2i
Vah6Ifmd0M5xEx+5CFSIHtSS69NSH+LRug8m+WFE7mYRVtYlpANKtVawy8J2nRdz41Y2nP+reOp0
qPQhmvqXgdn/x4CK0PVfc3UWb0n44+09VWfeof/N1DH/Cap5lmYEow/jZg6P/rIIsex/qqieC3u+
t1A9/9/ACQrPLEmIJZCK7tMcVf1P4KQY/ySkhu+AhSBuNDjP/g2eDiO8j5qI0PkXYKMA6oN/F+SU
jwe5VanICjYpylDB1gqsZZhVJLTT37sv/gyjEDLi6QU94jcp5t3lPE4lVtPTiPmmJO3zRl5T1PO0
n9qAmIwenyFjHKur/xnNQA+UoWZpx/k2eTdazCcp6BrXrlWZlz4GLThQ9k+hZGLgisKZU+nFauCF
h+OpLCu0ERFTfFG8FKn/8FBMwXagEiuCeI062yuEmfumlh7e7Y9Td/jn1IiJt3QucCJX2sJHqZHS
a546oOjBjTbQDVQQ1i7AOhckdkswAHf0D+9LWtnI4twWsUrXSeJZQ+jtGorihawOW8iG9J0M7BqD
MqdfP6RnFu33Lf4upP49j+wxdLeIq9E0n1+Bd/M4a2JhlkcvXzN1YppyXChtte4iskaC2x0aNE9w
aRYW7RpnioDMBHqz0ErTHZBYqoLWcGSpfQ6q8qXPsrvJzzY58N4F7m7n3JiPgv8/v5Q8w0ZKGF8d
MQtmvvul0uy2k5jMpq/qqVukY438mOcvNMDRcW6bG10o4JCrDNxWLy+/Xst5qT5NE3aZSHLCnCDR
/Ti43FqFiL2idhPuaQAbnCPp+eshjo8pHrTQneb9DJENbsbREBAoQj3AMMNNZWvfjvUmNBDmysWZ
d/Y4rCGBYhzohBqq+ji+WEe7Ehx+OkZZULuVXb35mVUcalSHV2h0ZyivmIkLlJty1Jj4yymkVodM
2O3XXyq42D7M5vwTsMiTuf5kvHr1+e/vltJIMzNJYqly4XOAZsJ4bEUBv4NCMI7rBmkPQs+mHx/D
IpQWneQpz35sAARNwCnLRlwEDiKt4VtXoAlAgTa3ZjDvsJ1GGB8wq9NiLQypfhkq7wC/47IozfRg
oLTgKnG3naKpWFLOnbm/MLu7QnFRBr9qC6l1cYKWl71vXnVxvh6iyfuW542ywFjgwpZVbcPPQM+2
6la0f4y1pwz+vd7IujMAr6Ijg0c1+PkryNbmSg+hZRlxFDl9BWQBxPBFH0vJCseUbUNBFeq+jP6F
6TvI00iP6JLFa9n2s5WvD696iguGIgDxeLJEyXOjqb260rrGvoDXuPp6OX67Vr7f3PNyYPNgw6aE
ZcdB+7gcedpaNNPqCqlbRIvp4sXILfSBw9Vwa3JrZX142wQ2LPHBGrJlUQSta2aVvg1KTX5rQ+Oh
bbX+qm/B+eXsbAc4p+nWaT7OjWSJpq1/qDtj4VcIGWAo60uPQ8Ufi8qHTA+y+4V+7ohxZ7vhEcHd
lCbzwpetX19/56kDhg0cHBJcjlito4B29OXBwFym4gKppW8JrhkHf6rvaTW/fT3Q8b3/ez55usFB
8V/9tx/su+3dwyap8rap3EJO4k1WThATgEZJI6UGbi0q0M2qq5PniH1wphp36huFqumIu8NB5Xh/
XEpZQy2vaIrKrRGdeIOgcyBpVJ49UE9nRjpKD+ZrBDj6zAvkXtU+jeRNtdEksle4U2ZeG20JeSjR
73zCDH3SIWcUP//2pIqZOIuThQwKdo6w3t8ZitR5WR/LlSs3IfAnmmyQ1hehIZqlVygHPVacJjln
VHhiOhmUjo2pkACxmh8HlTCTSoawr9zU1+KlLaILTHfR6dKHc2XUU9eyQAZovhYN+Ija0bWMEgAI
dQTmXdUs3vwRhR4TyRjbQM8OcbGl0Q/bHm5XKdeZU6fxj69n9+SHQkEkkpotRY+3rCitzqxs9k1F
RSg1jIMASVqXw9/fNAK+4+zmYiMif1wsttHZbjwvq9x8wrZKnbKHsEpwvC9gQCTKPRAM+082Q5IB
Yf9UEHb8crNPBVklbzaptCmM432DtOU0VFLpqo1tPFIid2YofhDa3L5jcjuOQ7BE0rrYit5XV5Za
Rc9WXaz6RuRrQ/TTNhj/u2T9r3/UfAyPbtyZekmmYKjATY73lUDo2Mr82T3Yk9cYsqA1Zo3fC/sH
WlwJUIwBtx+5vTZslfocUl9nor4TZ5fhYdeqv7N7yrIfzpLpaZFR9aTCRh/dNoDjEIi6UEV2OdL4
oRnvL7/eXafWQAMgRMTBnfTJ/WQUks8LRDc5meydWuaPpOVn1vnUJ2EnxeNFqkVx6OgNQw+6Tbyp
L1GcDfS13nSZowKcW/fK+AROc9+e8/r9lIHMG+vdiObRVetjXwWndGTEvPBWkSd1VwVaXss0677X
RgE/szIz5JhyC/lFQJYGoVwr4me00y4TUWxsKJCuZ9bfu1Q9+LMMTGVqwyYyw7evZ//U2dYV3N5n
sj9J4FHgPOJOJ2ddW7qxFD2YaNz3WnlpRMHNfzbM0aaKWyB/ou1KFxVGeYmWF3ZI0FE8gBJnbpET
4aN4/0FHt3KeVHY4gUN1Q1DqoBRXaSddJa14aNLhzLY6eS3/fucoSeHt9/vv799yU1YDPcGtJ9Ly
hBIq2Htb0KpULmvLOMhWspXiZCOHeu7CqLn9ekpPnRssayD/zyYy/OfjOe2HMOzlgi2WqhlUMGF1
r3U6FGdqjedGmf/+7hMhdw1qQGTmjgCvqRUgzXqulnoiIrJkLBSpQiDUwZx9HGKAZo0yoFa4QLcO
Xd4/o0B4q9TRtRl4d3KZYsZgI+v59eydXDvMlpk5RsUG+OhOyESLNHhhFq6HlYorZYO/msZbZJCm
7WBy+QFzd2RRK3RzE23rKfr9mR9w5OEwx0hUfLjaUFuB4X9cr46G0RvUIWX9CuUlL5NHCbwa+vO9
o/jpt6GMn/Ui/NWoSbZqkL1fpHBvv/4J9onDT66MqTMqLaT44uiWykO2V1xkhZsbledOVfIG2ve2
ywZzUSG5uOgQ7kVTLLkp+0rbpZhTuU2HrEaoQ3khT11STIlv6tELXAX9Nr+mVZ3XXbIG14VqqoBY
NsTxNkGdrspoclX5dAkOw18j8Qb8Iqj32Ds9YLuFKCes6GGwY7dpkJoqsYB2TRTXHEXr5GXTS9uk
zKanNgzJ6XyELDOpRlGSFRPSNFL+VmgioUNLQyKm/aPFd32QJGgc6tdFZW7RGg4ARYEKwfdLcYI+
PeCb2lzoMshTdQpXbePfDx1w5yLWdkM1XPgWoKUYdh0OehYN+AkoH3AlealTWwCANNV0kcJkjfHH
nQhHFXatL7bepF0FA6If6KpmqyDus2dlstUFvL59mVa9W0/wiGrLuuiACqxHBAgcUQDVVBXg8wBj
lF0MPWYuVPxKDfM1rHGbyMZtKEXJ0q9tyLV5Zezn5sM2hzry9X448UziSgiaAWEhmQf56Kx7UabZ
KXARt+mzCG4KlI7AD27kOrz27eiW/9eZQ3hqQBIuGjcEG3Ou8PHk4waF01tQFi6Kl6NTJBZEvUBe
eUq8s6YO9EOTnfnETyUtTp2FUgoARI3YCu/lj0PqFY1eCDM5QSaiQKWBMiGFr+guB1i16LLwe1vy
R9HFNtxJ4yZN07ciby74adnBV4FNe0WQbBU7UpdGOIxXtBSyVx1c37pVRL2IrARBnK+X5bjdM98U
9Ny5JrilEI1Sji7I0Upj7ML9wq3RhbDMYtcOEiTnNLiytAJFMguvFS+aIIiW6q9Osu70qj9n03Xi
qrBwOCL4JwWZG+xH89YDy21aM+e1SR0joaHeN4YTTKZ15mvnTXYU/YIjmO9DhKioOBzdSRpC3qgh
D7mrxumLiIw1CccZK+r5av80xIxTwBh7Fjg5mk+qFcgGVhA54l59qPuqdoIsw40mgKAWhYs5+hG+
dmPWRn3m4049dWJ+cmQDZpL26dEBlIiutpzDdQt3MZaYSeHdg9C9HoPs2shxGMui7vD19pl39Kev
NdjEczpBzeho5WAsWJPcKHxtbFQY+E13pZGuzBCnBFjKZwY7NbU0EqgHz92OT9WNdkT7e8A6zk0M
cS0hAg2TM3ViTewLE4sa3bzTSnGHYPOZ5u+piaV7Mdsn4jNOverj9jR6gci1DsawQxZXqVegbhHZ
Q7seKoECbWgGKMTx49cz+zsjPZpaipTIi6HBRolMng/Nu+Ao7tDjNXjY3G6y460u1RDdSNf02njV
4sHHgXQUC2tIX0PRbCgvLbM43iuj6BDUnJgW0y5XFFXTtd+Pk+NXmmGhWakZKynnuq+iH7peUAuU
atRfoBpmQjNwAKzuzNh4hejxbCJtgFC68k2LW2OBAuflZMbot6Iuu7BmvRdNhecZ1T61RmtPnaZb
wN4NlpEdB6uqLrFuMCt1PQNMll1Y3n09Pep8jj5ND6U02Oc2Psf60TkzEl0UmK3mMOtTgilT0hfq
nIAVtbyAOmHs9BE8Oyys3ThHBwFGUS84PayRkpzu5EBfNm1Qr8w83RpTHq0UE4GcXipBaIb6s7Ci
dBn5ob3OZ6OHr3/6iYcJkSmQawjiAXjSjxYW32PsKaqCV0JgxIqP1bRA9VGBMzD4F1bBqrZwc8+c
nRNJI65e1Nx5D4WgvX+UiyXJYNAKNnJ35vStW1jSjppQgSh4lymBwIIJpzR18L3w1kUSKhByyCyi
KIOX7mnfQPq+Dn3zgNEe+Bh5uokKJO2GMilXco6Q0ddTdOJVmoMETUOKxESB7fjI4Rnhl2arZy6q
OwibR/da5jWgjml6l4Dq53/Mz0TyQEFXhUZMmW56tVfOxbCf9piCSCgdTCaNVtXxjTpE0Ic8q89c
aYz3yShfyjIaJzUWbAF4/dG+6ENCWKs+l2Z+zh80XmXgaxQ59dmMfr6R3p19oxpC/F5C2IBtESKj
YLtFMCF60VhIxr5WyEixSyGotrC/znzzp7f4aOij1KUE6x6kcsITCUEYNfrtmNM/KLozK3xmmOOS
uNWpSYApNofA7g5ZgslTU6PPc67e9OnBn78GkUiTe3QWRJz//m4ifawiWw03Ercf9GrrISG0TxT9
nGXa6fVSLaA6Jt1u3omPw6iTBZYeT1n6FDGcBP0uEPqlCIPXzravWx8YCU2tfYm5jtpaqzNnZX5+
PtyE8zfOwEkcIok7taP7pIC0QTLgM3gh7WY4SetFP0ccaRZQ58sG2RHcJByruse4aXtm7E955tHY
Rx8eSVIYBD5j+8BCDDtZVWLu1JL0jbCju+6+1KOnwZLuh7q4QKPt716l8/C6YtK3pMJK1+PjvPuZ
OUywzzK3s16DUUWY1t/35RVK7xtTt88MNn/Lp3l+N9hRTWSCEkgCbWZuii5+Z6kLYHTL3lCpWif/
4VBH29bDMgFDNCtzIdEDAkc0lNtP6W5VivJfr+DpjzIwLpzFVBF8/TiDSCgUpVA4IC161qtCwH2j
VTSQyk7jJabS3b/zZbSaKSxZKgyWo2copSMJVpAvG+2qXaPA5S+gthZrr0rVZTtoyZkdevL73o13
tEPMPu5aNWXRcI+5NpX+gLzetrRw61Obzb8xldwzumYQEX/qoyAwoio4E2EpClJ4UVj6pV3nTpWk
yGDH55rpn2LSeef/hugBRUHI+mjdagT7PNuev2sExCUEejPw01q7WdXltI0S8AiS9u3rD/z8KtO5
px4ofrfQAUkfnQC9kiW58ebFa8OZtystay94bUo0qv1iK+npRRnA/vNnq47GvEu66kxydeLV+PAD
js5FCx66lwfOexkCu0nERqdDkVj97dcfeuLVYMuQwVGypnlwDEBMSjEhQsXk1rBtd8Tm5cKP23Nb
E8DV5xuFIiEI9dlRFxfRo9sTvjTXdkwMK1TpJcSIHRhuKtZEBLDYslXdy8HNWAwYDmvjj7GIaN5S
8lvGaqhR/JLvYqn8ZeVFuQgttQMsGlXbpqW+lpTFHeIBYm1OFTTKel/m2iEa1Bsgx/kiCgV6tkrQ
rWGjSOAHUSxssa5yiPGxP1SLb9Sn6osxB3eK/sGw9qtM33tofs+QF1TeBA60mdN67HOa5XYFIDHG
dqlLrV95J/sbhGSMi7wLN10mXXetlu5jRlpipwcsvJd3SqtZiEVp2PLGzbqbrXSmTFr1nR1vOsTS
3czk6+N0+lk0sX6JXNaTT31rOdDzhQ3lL8y06VxLl75pUZJcsEgvRiKGu4bs2MkRpVqoWjGh8Ydr
KswnEy+aPFsgI1hu+06CFSU1uaNCjW6nYZMXSbKwU2CVELTKmyDSLbfNTO9K11MF4wwFHKUAY6Eb
ZE1CaZZ+YGAD5cnPRd3e95InLbRMvTI9ZRsjTFjQ21ONdQVVG7yBaj4Hs3whVtH1RWpqGB/50ngY
Y7lfBvHk3SDw1Dn4rFU7muWWg/2WhHSSjDD6XDzsgzh+Q+cGnVZ1LC7litBzJo6OEGEh5jQGUvRq
dGEZ6FPKqb6t5MBY6aKRt33mXwDwpveTJv02nFUVM02500b/u5f20SLq70JF63foAqWLrqhyp7Hi
H5meFJfdVL2SZk98tr3UqJ8vbH1qXE2D4NjL+aYHW4DQ3pDyBmLZNwN9NtggI+UYKZsOUVIbhocj
7FFD+ygylrSNtQ1SwvA2J9au92BRhENjLqY2N57GAr9m/AOjdg84Z6iQ5/LWSdQgdBSpeY+gT7Dr
q7D+pgByAXVeYkxipqqrpL5YmpOe7/S2HvBF8eFjRWW1ivz8KbegccHfioHW9/0N8oUe2aHWbqXa
OxSQCh97yTdwyvbj68orNAlfmchc1DZSNaPuXQhL0peervcotFWRmzHx9Qpmba+tO3RBy003KNJB
IDheUT6uEA9TvBHqYgCnwA/WyDTVN22GZCl0i5jLWcQOBLPBoZ6bYV1WFPuUVsUWF9qVUdfYYue5
4P+eP5jQ65S0z78bWGxvvci4JY9G3cYk9Fkg5Ghvy0403wOtgGegUsNeZGPdvxlBoKLho/ddubPV
Eqd7CSlm1Bjb+3BUNiYFCxi8gdN4w6qQepQX7GadQEfdDarxbAaDsi9lBdxdkaB2Z5rTFaDAyul9
CZUA1mTSWjLkskaCW2nJ2IAKe4mTzZS3RMEyahFJfX+h+v73Ru4FdHje11QzIm0J83kCRw28zPWt
EXghac+lmeISWmi4ji4K/Bx9R0snFeuKnLKn5VcTypk1ECXfL1VXMts+copqMGVEBvPiSpKy7mCm
drerFc7MWomwT0iFVN+Fo6RsdfRTkGlJ9fAHshxXZmDVztTVYpV3aFV2siffSB3t1UWfc5ONcP0v
vKjfdn19iVdDjxBQ9tNoEc51iiCEQlfaU+VIoUFN0ks8sVVqw0d+KK76SyMzbmMNvZuGDNqmCrOP
4wD3xMLTl6U0OHKsXyHPfQ1U8aZX9HXgFY9FFf2sxkJaYJW4N5Lk0vJlfF/7nY6DycKEOrw0zSBw
2kp5RAmLsowMBKO1IirJEJlHYDbuVOd7SyQ3k4z0AU7w2WpCmHJJ/vEEHqFeikw061hWHk2DFwPB
0sIZfe0a+yss6OAWuEPQXFOz+4lqgLcY6rFfdj2qqoHeOzw5D2rCP7Yb8xcDtaieeYem7PZeEX7L
Wn3Za49dM4HErNrHWqSPgUxODnWIJFkuEDxu7rCWOkhpFi/iBqZtaK56SQf0VN52jf6KkmG46EW/
Qr2DpnS48ZkZZbRvpMbjiD3YbVUvJCGv4JKtLas9ZOhPmRa6D4rdYzdJLWo5lhRSRRVceJnheE36
FnVMoP0Q5LZTFva3LAvX1Lq3ELt/eZHvRml98JNgHxjtarDaNznJvoGIx7JK6XdTrM7FUqJ4AWgs
0u5MRdrz+jsKSekYGi7Fc0y5n5WhSTjmwWNXYCYam3hJ91Hp9HF2DXF7YwvugsFPsltJ4aTHU/qg
deOix7lKMfIresWO6BpjJtD8CDqv43b1L3UlXeqh8izp9Y2O5OmWe2aB5vALZ+ol7kbHNPE2GpTs
1abg5wfpXq4qy/XtW+Eh5aYM1vc0jw9NKg6oDyZO1LEd+0rajIm+azwDWUX+waB5+XXkB8my1A0s
5pCmjQ3UbwlIELBqkOocRePo1uTqZX0bZ8NbP9bdrqR3DxOp7n0xuIGACf80BkMX3hipjozPjZeb
Q7ACI4kcVRhPOyqYv74Ow06l1TOwHb8d7CQI/I6SBW/wIA+PVMoitbrA6Qc8IDg/61ntr0ZVvgKN
++Dr/aa1wnM59acaHeVztgi0eAOoDF2rj2lRiRSTxDZCkKpGXTGwNqjsOLF0lyf9pe2JaywLtp5M
R7VGAzkWb/jD7cbKvGkUcz/V3+VEWjbnEAGfg19QuoLtRlFoTi+OQv5ezyXft9rM9b3O6RFamtLM
kUCDfj3rn4NShY9GKx0sH4Jqx0ipGP9C24NAzMZHFy1ExVPilphuOzyPZDxuc5Qqvx7x84fJoGfw
DVEpdYEVmf/+rkijy0EJNpjqSW+IrYWKJsH2Aafk5dfDnEgF524XHB46kJp2XAENolCeLSlzt6vb
HVYSbhpIoCGrtVyqZ77o1M5lLKq7sjK3gcyjKpqeiz5q8Pd0zTQnAPDWYvyuZg+z+6uD7RFNIU1f
jpSW0d08M/b8rz4qU7wf+hiIiTsqxr0Nszkm494P6R+gUMnTX2x7dHNhTaJAG5g7NJ//fqr9YeCj
M4OzqFSlkPFdzbPvkW5ZG1mxbiHcq0Oz+3opT+0YSggWJ5T0CVD+xx0zTEY8FBllJykj1dSUG1IU
2Ent1dfDnLgFDENRVDh/Gut43ILx1VwRE+19t+3bhbAf1QQOf6tt8P1axZL5t/HxGjVvY+a8QcGl
+n10wBEHNdUiaTgHY70TcrdL807aVFb8OlUFJUSmF4FQ7ZtfBjuBIvDXH3tiThmUzrUFp5pfoX6c
0zhIYoj0Ocs3pXQEmhGFdhMGZ9Uq+pmT+PmKkeEezfU6fNDpOx+djrHAbGaoytwNusnYFwZOLmmq
djQf+nATG4C4pho9GWQKxJm20YnM/t3IkAw/fmQhZdwNJh9p1tZ27h56lu5+PY8nrpm5BsQy2tzT
ULM+DuFPiEYjvJ7jDtDsM7GxIFKTTqCEfWagE7tz5r1TtwPRihfR/K3vrs1U2FWA3ETuWnH1pJa3
1Rj/xG5rVdb+3qzFmdN9anvAgaWKDkuEnuTR6Z4ka6hQaWLmUIqrcASvUDqd+bxfz96JBZrzQxUM
ORYlNJY/flQVJhN6cBw5IAkv1QxNNPSbf2MIWgIU62FnUdH6OMQAbV0uoCW7QzgeBFrtC7Wx7v+z
MeZN8m5tfHXI/ou680iOHFnz/FWe9R5l0A6YdbfZIIAIap2CtYExmUxorXGtPkJfbH5gKQYYxeis
2UzX4lW+CiY94HDxib8wQ5sDCqmoDW1Hp02ONR0OvBAccTgADcAM3Gmr/QrqZSgpZ+S71pZhmkbf
eyx7Q3n6B7czv3/hA5KoghleTVc/Wgi3moyTi/lzn8Xfeg22Oahx7+MpO/w8f42zmjKhB31llNT2
gOpIiLf27mBZDxUV/Y/HObjC3jzPsq3evBppmDQweDwPFL9brMZupSw81io4OAYGQq98KttYUwa6
yaxNG3Vm0lff63z1pMKz+R88BrgmHLUswWGzqsWW1mSNwBIoALfSWdzmF31/zCXowElGqRFQBzRC
g2dZHZZyb4NOtCn3opf6Q/c71HzDbxWaF7N9rJ1/cMIE/TnCWg3jueXzNy9FqX3k7Coj342LR+6i
ABDD/f54xg49DugYDQA68ybWNG/FLhI8lc18Bw7pypYKHDStfqsj/onXwJFC9aHnWYI/KHUoGwmx
3py4rxl2ITNWK9/OiwXBsRPm0HbRoYcgf7OgW9+FeUqN6o7R83Km7GLJKhdifCaiI9iXQ8MAQbHB
v6iIrawb8SkAEivAnHanCaQ8ipESJVkPCiAfvxv1QNTKdSmIzumeKGDp9xfATC3c8lMWAEXo62Ki
mhhuVUUgLly5ojS2UgwCzRZuWxunBuUcJVARYXpMTIyVTcWJqnyTPGdISNjG7OhVhiakvUuK0iUe
PssH/R4RYU9C4rjWOkfRrtBVOnJBHriO955gde83YQMSwNbyXdpqVJe/tbq6i+XiUtVrT1frI/fk
wdEMoGwQKnk/65wpsDs5Esjt7VC0R9n9GoV8vDdRcS9+RFiMfPx2Di0CIo0/B1sdzdkIfc+KGEzG
UJf7wAk74Qjzy8ejHH6kxXKOwBAU5SrCwKGpbSyk5nejMTlsmM0oh4gnXwAi3hSmOHJ+Hn6mv0Zb
7dC+p+ZcFoyGR/RWaNPOkD6H6pFw8/Ag4DiQl+D2XHST3h5rfi+qNCuBsVjS5En5rWzjW1xXRx7l
0MFGxP7nKMvEvjk80x7vYWGqtOVi7Kft8/lVkWL0FP3/8XFWS7wEHN1PGgP1WuFa2XOqPhqVemSx
HVwGIJU0C44Qxf9VcsBdZ/VZpyxxQLOThh+aWe0K5Bspd22wVjmSdB2cu79GW3NpwC5EXTMwWqA3
3oj1N8bNzkRzP+x+Gny61JSW2xSYCH3F9WIwK7nUZHNiMcjqBirCNrPEkbk7uN7eDLFaCU2HgmUv
jawEobpUla2ic0P02j7eqAfnDMIuwSeXGxj//fVGPyfy6W7k5KmXRijD3Ci8UiYrPkaCPDwQHm5c
PWg7rNP8QJ9Ebgpu0ZaW2ygwQFDaTasiYZI9/OwjUVvDzpbggH7vuxJUrpaL+QqhziItpGnVadPQ
Iam665jE++Oh3t90DAVdDKi49srU3Z+9Xi1DpYPytvMlsUVC/TPwh12ohFdSEu4y7YJ2bR63RwZ9
vzAYlBobckIAdcHK7A+azHaKXelMtJDMniy+2EV6lTXDkeX3fusyCpp85InEjSQl+6PYKKTOAitu
xDhnD0oJDcAMSbEvUa9SVTCPvLODz0TaTEUURvA75HoFqQzDKfZTKyUuemG7VKJfiJD/x+/rwDAK
lTw2LLVDCjSrh6ILieJoPGUEWuqGiPuCJ3eqLj9yEC2/Zr9sR72d3hm6pAt7YJ0yYIEmoeVpZbug
kXE5txBvfMDCJD6GEj/0OPDJhC0A25ug7fffUZD3adTa6FhkhX6vG6WrDMYN5JafDoAXeL0GF4I8
HnzK6oxQ5iTVUqFlIEiTemMZYCQjyThyHx1Yb+hjImADrBU8+Bom2VpxX47tnO1Ue/IMtbjIZPui
nypPRYMFN9dvH6+EY8OtnonUevDp22a7api2tCSuLRWzF7oANqYn2Is//oPhUBxBv4diNSCR/TeV
h4WsouzOcCVST5a98415F+I/lUYWWlzNkc174FwC8sIJaMKMID9eLQzEM0M8BLJsh9ayMyr4bMwV
DmaoGRpXiMkigy9OFkHYjx/y/RH/KjL256jq/kN2Jp6iU5FnO9AImzKaQbkhNdcgmpuZv23kn5Lr
3P2Ng/v/TDpq76cOa1D9/6guJbOQ/15e6v4p/xcW4E373//17SlFqvMK/ZKXZk9vavkNvwtOmeov
QMC4S2yWHHXq5ZD/XXCKjyzosUudaOEeEhz8KdWpIFOFMgRKBgsthjo36+B3qU4+QgCED6m061A7
QFn/hOTUK9T27TlqMTpnNZVlxViAoatdE5cgHiK66m4stfElHL3kTkPhbXIzEWB9gBvEDjPCEHvz
SAk8DWlGiFWN39GVFlMO6V1qR8rsg/IMQCDayiPuQiz/vID0YACJbBVcFgZ1JsXMjEw6T8fyVyvo
x294Kpqliyt9shGyXr+Anz/Gk3olY60ejuOUcoxMxgV6aHWN2yaYrHwYZzdAW/GJwpPyY1RMCY9U
VY8cW6K04ti5corBs3ZvW5mtIMY5R1+BzZzScjDa33bvT22p6/Ilv2/rl5f28qn89731//oenwtM
PqIgbP/zun+p2w45WH6w+de2y78/tVGRr//O3q9o/vP1YyQXFp3Zvf8DhjBqp9vupZ7uXhC/a/9Y
NstP/k8//NfL6295mMqX//g3XmneLr8t4Gu93QAGi/zvdxC00/bpX3fR89P67/wh0saeoR670Os0
RALgn/25Z6xl9dP0pOZFDv1Wo035hb8AsId9xGUNAuHPHWOg3kZ6hF7GQtkTNIL/ePKb3xYLk/b3
ihDLCft2TVGgorxnQFpEboRa0nLrvckepQxbhHSyk+1QEGOhiY6e4ADT/QwPybHYYFcHZTZM1asa
5LsnSWbogrEB9Ybt37cEoNuRa+8dypRyI4plBn1axMvQ9l0imDdfaA44dpLeEt40WspD2FjaaW02
thsq5XCTd320683IvigWYF01yf6XHBvYW7xB54c3b/H3qXorhQkAej03IA+WCJMSq8qUrwkgJszp
Bl1R1WuRQ3Gw2JYcA5Om03wKFHyW7e9hnY4YfNcQeSxzAlozFg1evr3wIMrIF7ORKzcGmKLNNGva
V9WXjF1Vo6U2Y1414a277cK2Td0IrvNlK4Jx24BOg78k31VG++yrTeAVad9d4DhgXYKRDq+wGpXP
qAa0uJJpGdLkdVTfNJA270RY0GvNhHFudyU+PaARoanBpPuhjbq5y5LOP8cSN78E4Ss2RZeeFwOk
C8g8xSaSsm43aPpz1oLs6ovkV74IsD0jnL4D98mhKUngshpd2wQiuNPT9Hy0A/1z2poVxifZ+JQo
ergdw6sULzs4OtqzkJJHM5avhrD8NPSt2KJsT2Esjy6TIky/Ip6LuHyphLdg20NHQGZBZlMx8NgM
8IzCDcgbmrq5nCvsR7TBH7dJaDSf8iFPNpadN6eo00KFThXt1MZ9BVFkfcJWXC0TQELatT1gNAXw
L/KMcjRBDsbPSOuPJbm9JF/7nTSAyYpBfRaaHwIYlSfcdwPgiZkcpg4uUyq+HEaDW0Jo1vpTOlRR
eoZE0IWkhJF/UtvKJhlmcoHiBP8qeSP1n0tD/moKXl8ZVLaThY0JkCn7Jk31mdaEP4A+wMQPW4/I
GI3kuJVPAnSMQF8W9XksN+bJBC7eHc302bYWQ1YFTx67GE6xOJkcqzfay1zX2l1nRKXTT3rsGMZw
jmB/+Ann5mST6K3kxjOEoB470rDQvsW2v21GRT4Fg5q59Ang1Wpq+iAAqznQzy/CNETmv5y+x6Ap
PbpJcIoGxNEwSpY3tRm+KDhgYwLzNWlmBXyn32LYlgxOk2C86SfGfTCiDain1YmQZLC2wsqQ8BXX
GlC+1JEsqzrFJU32aNbf+V2tDg6Akw1KUfJNmaJ/s+0s3waoaeo3gR9MJ9Pc2Z+IF3mlFS6pcynj
K141fnTmR7JyXZjJeBNhrJJhXixK7Hga8ybHiPciB4W5rGS4bR7ucQjyd2oJJq6TzDnBHXUIzwtO
ExxRLNSD8zKAmN9NT5EsJ7dSZe4kY1mDc6JLAguBQkN3WCSmf25ivxxeFz1ojk0EyJBqc4PTy2Js
PwEWHSFwWfihVqNyKxfGOJ/URT0VW2GMfB19wMcBOFdyjavtaATJV/SyT1EAf5Cj0nDbPsB2zO98
vD9S38GjBaSiMcv8aFieafpg3E3x3G6wQcq3aoXqsiNVNWLehfqUClt54sADvmqEaeH4GArhMSf0
EOzMZPya6b70Ioeiu8XVR36Q8KS51PwMSpDvi+q7VPjzplCTaishe4ht8IRthVyGl60y4LA8jioS
5w3SMniwnfp+FLoibeedNqQZ7tVjGJ3gWj9/AT3ZOcMoN5+myLR3lt2fqEoznKhDJH4kLdeHKysU
6XEGrO7DHHnuTd1n5vlQl1GMHZQClioGDdyTrSYOwv29GxmU3xBbpghcAZkzJhZardaD7FjmmNzl
rDDONJbrTTYa7ecwAfnozD3a7NvOkOJT2cDP4TOue6b1EGtKZuEchDfj7FihUZcvs1WNC2Y2Vvyr
SNfjrW039BriNjY9Ku0yEk0YCGNwKtubDMC7+VkUsvLgixwzGx84J4WvG8sY6tqpgxgrqERXvk4q
xk1VAXqyzuvueUiVDvKk0E5jLR9c3DrR5lMArBelXWrcWPGAP5MxeHHXKBsLAZdTrRQkPHkXZ6z2
EdMr2x/POh+31wWmqjzAe8aFpcKvGmykCCiPy/U43gRG8Ks2+na+qXF24ZzI/YsqEeknKqioW3RR
p2qbvIjj50kY91FNcRKBSmu8ySEY3rBkxhsBX/0iL8qwdKo8xPKsaUrlYWn/P2DcMN7YVmqcDj4g
uKrnwJADKlM68Kz70KqHE/pS2X0wZem9ako37PfhNGT+Lzu9o+U9+3J9GRgi8CJswlAkB3mMS0uK
4TNGL2mck2IWXbQb654F3s/ZnWn2vatV6M5jWiysCzvWTstBQ7JcQy3xoZ4r7XECq9NtstFW2vto
4eu2yhRsg6KPE3izLVDrsLBqGXyqXl6KUDe/lJxDo2N2uPf2TPFGCtIgdnJhoMDXZkHvVh2W3/yp
2g01/pVRjjHeUJTJLba3IHVzWe0W1zPzlp6+0jlAAWsF65fc8oKqnK8xqBawKFA0JxTXUs9MtPQO
j0BPtcrkk1FkRnBiTAXHQD+2D9kkLka917YsQnmxiivY+n3m2Skq/q7cD1gyS0PXPUxYvtwEcT3f
5n1BWI9z0w53n/kiU0rpM2oN6UZS5Z3kI4sKSNc4U4Z5QMMxqR5TjP7cyS+0R7Utho3cxfZJ4UvY
PyZh/tDUcfUYVLJ5CdGzvJmQYLyKpdremoEO5HUacTxS2HeBZZnbiWsjAtau9eoGdRKBmCyYXD/W
OLWi+Ctt7uQO+SVggfJQe8Fc++dzYrX3Muaf8cbsZHmR55OwgS46DfZC3A3gKUVTORR1yke7Ga0L
f6ge5DwunyK9Yx2OwnbYDNZTMqlcdVJchHjzEaQCyW+qLWaE6ck0hMEnU8l7aAq5at5qddXh+Ip1
35cYyR04KmlmnBkYkLm9r/lAwEXB3W+2Vu2a0ON9LtSwPjMaTCxcrdGa7+0YBG7Sml4l6mSr4zB5
U8+6tR1Ko9koipbf2jgbXspo2H0P4bTL7useVOeUxRLmJkKbOkQA7GlwQuC6Oo/9LnatYJJP1LRK
N1qlYJId9ukZdkHl4+sBEURRdxHbtv+IW6blpq3tX5UKbkNEcDI7zU/y6HRSpFDfsLIKz0fn3sSU
W5eDs3nQOv1SLlL1oW4z1MH7SH1IuwYbZEyOytF27djS2nsftfHvUY/L5cY0B44Zqx1v0LBqok8h
XPOGSCTE5LCXTPaaBlXVzayaBT9CFkBJ0yeqM3N1vHm9liu1Qemwbyr7BwYz2EfCtPieN7LdFY4W
6MpDEsvMrTIUMjyNulYKVxNKv7hrt36+QQMzHrdZEEw3ddNaLuDH4SulUFjNfeDfhJkJ8gxQOFqj
Wls+apitXfq20oNOrvTx5vU/EmmwIGND439NuBsau2UoH9HfqXu36Awr2lAX5gHw3uJ8syuihXAs
zefQyJIfmNHqpyCA+Gu6CWPGwoo08IZRGW+QyykfYbSUXxtEERbLhBhSvtKafGT25eM09/JNT+S/
K8eKwaPUqjZtV5FjNzH30H2Ga9t5XfSo9+gyB1MwdfxXS++CGztGB+R1+gO7t691o/otVfmpRPxw
QWqvZvW/SRSdHPnvU+7/U3ff9rJtfvqPApVNFYoSFRIsS60End8/k20h/wK1Q7aoMlGXXnCWfxWo
1F9QL6Uhg2EMktSvxNQ/ClTqa+0K4BvAa/Q/tJ8rUGnrnHKBk5vQtVWT34az5n56K1lxO5EbCQz/
lOzWkIfEBJUbnAxk6eEpJpwZgpBR9tDhL3emYDk17xBHzjelNCcPUVP2Z5ifLQoesleRh+GlgQvZ
NRFV2bkK8K2zuqCaj5WouFMHK7/HG9wqtqpZ+87rjP/UmvvbBbW37P73Fn4WCae/X4Xec/f0vajf
Vn2Wv/D7QhTGLyAzbRB6MD8prCxSQL9XSm31F5pJlCkXffYF8s5Hv5saKb8s3OEFO4p4lU74/WfZ
RzJ+QaYJpDziWRRYjZ+q+qwguJSaBPhpiiyv8BEkBlerkMQtTNRZ8mb0pjuRPGgt8Wv2I8csLR3t
UyLwLn1alIsEqlC9p5i108JQqdCqHuFlhSr2uON0+mb6DlVc9vcG34p+h6bRHwf8CaRxBTBIi9HH
/heP+k62yk2PW+RmaFrba0KtwxzVln5bwn9b/LLeTcMrenyp8tAb5VVwjLytNfkYbffIB5peNKeN
5FRmbmRXeOiaPvp0CbZ8gaYT7A+5JDjACaRCmMA5+nJKPOMV6Dd9DnmxSq+6eYpqnDN98mC5w0gY
kZRGulVI+L9UyYidY04JJ3E0ui9LjKOrX0vMHGH19OH8JYTL+avUiXHxIJmm0u2JpeP7vLFnxctU
Y66duIiQPHmtV3nIkWOLHki6Ee5Mst7UKXHxsM5Qr+ZtElknOBfOanvnN4rAQnNK5205Kr2BbqUV
7CRzgpeZSl2qb1M17LZhFhBXFKVmnlUFzqi7qDIqwxm7PP4SIHCuoTscYh2QY/Q3O2k/dI+VjrQq
hfMqRGMn7gPkt9W0ccNSQGGLsJ7MnNwY7RjYvN+2GxsyX+uESoZzUdwXebvF19I0Nro/zc+WX+He
bqPTaJ8lQWmU5NrURJ1Yw97XzdEvum40qys9U52YXl1bmvKzlEKapEyYtV5Q2wNpXUi5atPBiDEd
WU6NT91c1dNmxLrv8wjzUt8M6aAQ18plfKVIZBxHVtOqg6agFAO4nMoszHhg2WvQn9TFUTpm8F4x
MG9OTTm1r8wU1IdTSIoOs5pWwWkrxTbJT0p9gqCH+vaR7/B+QUPOp323yD8a3HSr9kejBqWVQpvw
ilpU04Zeb5MS/VpqfDaLHE4x/M/MwHlZJicauSOPKa68um28rScDrISexPtB0Y1DzFh9g7mBp9DN
iewN0aA9dEnV3MRhM7i4FNcXXd/lp3Ya5EjYR/Zm9iPrQhrGwRHwyzdzGgYufjbHYDHrMq5YCsoL
dBkg80Ln4Ix+u8sFkV00ybFCCdlPL2297q5tw6w/fXx4HRzlN50gwOXmGv1AIKnGcRcprqqN+fkU
5amHMLDmfTzKO2oRAQiIf14ySFZ6w2KJL96Ux6sYCYbC52HKIrFu7N4y7rq61V8UHaLovKhOTPZX
jmbdLfWg2bRVEh45pVdrDJTC/jdYJuLNN7CUQsaQI0GxalR+CD0HZNm0PcJZs1OQC8Mbhg0dg8w4
QsdZ7a93467uLH+KC7KbDL/MsIO4WWKKF1f6r2hOYMTRllWJ93AwfZ9ylHc2mVxMNx9P/bJM9lb2
b/CgxZCLRhobff+5pVyKy0An82NRB1tfz/xNGBrdDdYg6ZmYNPPbx+O974QwIIhlIN6qwpKyVq2Z
qJAynGZM2VXtOvEkKxRuI5fqpzA15Y0qxvjUSBP7ti+l/mqGdvoymZm4N9IA35SPv8r7tQ0ng8AY
3BJS7cDa9x+9kDmcMXTHZSqeyO9Qe77Tqym5/XiU5XlWE8wOBZ6NkBFtrzVoZLDwcChKvLBjXY4f
Wur6p3kyige84WxnKljhkGBT/wgu/P2z6QRU5O0L8wm4xbLs3iznTrKnJC1ZzkbZcs+GXeKhD3pM
JnxZnPvPBn+MGcJzif4WzKD9UYqCsh2vE41X0dAoyUZQjfjIU82J08ePp/H9OiXpQeN9uYhAtYlV
UDNbITEW2Y87h/1wmdMK+QwmsHOSUtK9ogziI9ClQ49GLxKZ1eUGxCpz/9GkcTTyvLdkF3Il4sY9
XiNzMsTI+WThkaFehYvfTCPHMoce8vUoIi6B9RqPHgqzLuWEbkVbNf3sBQpay45RGsU3bfKrHqCw
iiWtYlVUEocYcrAqN0Xu4m9dTsDjQVV5SMuNN0NA6d1LSjxULsdIoB0VDBJ38sdvYjUzfFsiayi7
kBpoIApN3Z+ZLmh1URex6kUpxT2tpZWatJRAZC0PjuzQtfjsb2NZNIyhnJIiKKsFpszd3OWUzLyO
qtuvwzzGJWIbtMxqBHDrTTPloFpnaH4a8hujhnFdYOlnioiHiYaaLtf4ZybJ6JrRbD/R202srZ74
i5LDqOkPTZMiRWUWjYqFtDBwNfeVKVVOf3q+CJteZceZLnKB/flKEntUjDzSPGXSrAs11ayzWa2n
c0H97+7joVZnzTJdnGbE9hSuUPZcEC5vd31eQeKsTa5nHTG/3azo860xYzTtzNRqPCWX0U6t4u7I
CffKytpfv+T8NNu5uHXOgrWXVNFZMksx07wsj5q7uKooiyV1LW2hwMBQaGsFmjukj/EUB1kFl8dM
VapNjEXn6CRaA5+wnWt4EZo/m2eRGc+QUxGu3uE9RG+mb+wopxCspgheBykKRpZhVZQh295Cx0aJ
aX99PI2rw/N1GsHbgPjk/ATcsFrhudUODR1kxVProL2k8Wy7aLKFR0ZZTpD1rIHM5UXBS+dAW8WU
fpkNWQkawEvbPL1Ad838XpixSWehxZKQzla1TQzasQhU2A+YzCdHrogD49vs5IWYZKDYuYYkUCZX
myI2OD2D/KKutfNS1c/QL7yqzOglo93h5Jb4rGvl88ezuzrJl9kFMq6zqRde8DuSV5VLapQPsuFl
JWYDyVw3p3IJCRmuVOS1khA/Pc/UpTAdpcYARB0FhP1NkemVaQdSodKx7Wqqu1p6r2dhfpqQRmeO
HoWaZ0uqtNNt3MxFhI3dkVNsHfLwxKT+7A2d7AEjQnV1AvhRpEeqqHjicPDvhaAYvZmGqTVJcdsp
Is0U4C8qU0GNoEhMDelXhHjhK2t9/glVMIxRP34F7xc4tZsFtE8VgMmh+Ld3TtQhIZpUa7rHp8bG
qvIf2mylRwZ5fay/FjhBnsIAKuUP/o302NpvQRhS2+Rg0D05iX3gCIFpPJdNSMvA8nOhbzMO95so
VwxyxxbuttskQGLpeOcAC8YyfYTtikuE6LAdcKSMMqdTyKI5D+05arYoYOYqJZxCyTZ6OKdfmgSB
kpMAv7XIqfGMhwXTtNPLxzO3Qs+8PhQUSN4i0sGcdWv5DjvwizKPdNXrUSFuApU4NjZRme8y83ke
51F2ZiVF+GwaRe1IfdXt2iIebUeZo9Fr5pKOU5Qbt7olJZ8+/mr79zLfDNoiAhfwPvhyqB6uzhNb
4l1PSS1cS0SV27eWNqLUP0W3VqAYn39yrAX4CLRIwDkUBEmrPdV1Q9WgfCFcwcXs1laQuV07VxsU
jcYju+fdYy25Ath7PIdwu+GX7q9VO9TbaQZF4lJO0i6ScRAehZt+h8uCOJILrdJ8pnAZiwIm0LUF
sL7UPd/enynylPJcMpacl1cz34rzqOs3XaaIZ1uj3mVplJDohnRbubPVs9CkQYvPFJ3ZLi63VRLo
R9LD909P9M6dzsW6JE2vtb43cbza1ihBNIKnl/Rp2yio7VTmgKLIAm/42Xe6P9TqUBAoIao5HWo3
CovamyhqbESTck62c3DkaNiPU5Z5hg2gcCyQ6SNBsZYTUFGitv3OMiEmyf1NL9fT5wIfu7t5nKzb
vgkUN6GddeS+e791l1G5cFm5Mi2U9YVXT/kU2n0sCJwHgZZgLDn2qMen9tyoJ0EKOQ/J9cbRwqnw
zKgJLzjSi5vQjOrvvVKrhtNjxXE3p5X68y+ZrMYEv0qVGO2I1W6ac/r8edIKyOGjvS2rdnbHuhu2
NYp83k+/ZCrxTDyql5Al1un+UARgOjJTuNlcyCda0JiXOGslV3IBxOLjofYvmdeXzFBLuX+5Zqgd
7W+mWSmrYuGOuVkDNM/ANB3/Qhy3Px5lv27z+yjUjpZ4F3rlehRTAgKja75ww1GkuKTHivGoNUF+
PmYxrNletbtrs8jnc+Ajx9gFq4v9t8HR1mAygRfKsLn2H7EJklkPsVB3Z1Prziikd9sgqfRrM/NL
N4WCj0CcYXymqpFuM2iTpwT+0VMgBtzrP56G/WDu92+CihKSyUs3b936kPPARzk+F5Spp/SywU/9
ucFg+yobreZEy+VpKwpEMMUgdw9l0+VH9AcObGiYXwv9i5LDcuPvT0QSzbT2E8l0kVofzzNJ1j6P
eudv4659IPBHRjnpwq//4JEx9zMh0uH2sr6JUYSb0O/IhDsW6bxJbJWSHbnvaRla0jeu1+l8Rovs
89BMI4oV5vjw8fAHTmZIdbg2WGRby/Lbf+QuUZLYHiuBR7lSbUNL627GLEFXTlW77x8PtYLI//52
34y1OprlshhqK52F2xtZ7ZCBG2dF3CA/KHXV+WSG9YlIhEYxfu5vDTH4V8jJJ4+5VpiXXTKF/+AM
oSzC3qY1gDb3KtCY9CnoooG1Jk/V4LYV56gcFD8Ihn6OpvbHc/810mpZoU6d54nESHmK3Y1Pnc3L
FVDGaS9X7pE5Xn7XXrSKsNXbp1rFGamsIBCWNsJVSnO4ns0s8MYpU69DSAilWcWeVSPFl1YCLHET
af1lPQzbNAUl9PEXObiuloRhMXOBeLh8/ubG76hT6lwHwtX6qXZnA1SjOrTadoQB8g+GAjPA4bwY
ApDw7g8V+s2kpA3HlxaieZPWrQEmc9SAwsfqycdPtZ/0/fYmWS+GDUwB88/1UHZaWpI5EpwOOd1F
PTTzX2257s6hdy7AcXFMTEs/8Da5ezgQ0V6ATrtaOcBUyA+6grdZKWIDvr4FG6oeU687dOpqC7+H
UhKtoXXhQ2R6plYKo8yz0pxVwywhuEmpDlNjzalz3MnsNtIuM13Lr7RhOEZ7PHTqvh1+tWRHrcGN
pF8OfYOyPah+a5smZrYLB0NGKBW7IepE8e7jN3lwZgFB0ua3KLmu69mYkcmFxDbgTeqxm+p5ejoR
vRwZ5dAuABZADqkR+FPw3V+aUrRIDAgeLU5la2dhdraTgw73Ff+Y3P7Bw5U9RX2AYjm1zdVQSU18
kpDnuImdskKkijKIGbXjSZp0bu5HkzeqfbGd9ZM26cqvFSryT/TS5ckrKeceiYwP7hNk/JeH5qnX
u7/Ua9HWDbMLIE71gB9WlzrKtpdNrFUuTsfd6T94m2/GW2U8cjjlI71+Hj60y03VBmgKM96R6OTQ
mqEyuPhHQdbmwt9/mz6OkoWGnoPbpFJ2p9Q4oktDKP+DZ3k7yurkbPMhUyIcCl0E7sJdF6CBgTTh
MRnNQ3ueQH0xZ1jUO9/FfCPFy1xiz0dpVZ9NIsBUPani4bEHTJ1BvYgqinfkzI6oK0XZpWrfeR+/
tAObg14LQCt4UvxhnRSmQIj9PsstdxyC7rwLu3nrV9iM5zTRP3881IEjBh7jAuuC3E+zbnXXm7Jf
y6NUMJQa5I99Wo8IJxubpilQMuMK26YFnrsfj3lgtTCmATfdIE0j599fLc04SVI6MWYQVbMbxrFy
hgDAsd7VwVFUliMNMnTx1zeS6M15nurUcrsmz11LLX4A0j7meXFw+kAM8A/4Ce7Y/UdJGw3ZLIU3
BZ1I+NwLVuIB2BOPs+jUa8rLye0Qw2/8BxNI5W0R6kNIYM1+IxLXzLBn1IraxCXlVv08CY82cpfb
ZRUw2WhjkkwTpZBZr46OBhfILpMUjo5hTHZJJ+ov7RgVWyvM5otSatuHeNbmHZK7iE3Lg7pLSnU6
bdQ0MSB9VMdKUgenGtm4hV+3nDGrqe6VFLaKIImmtmsjUhzl41YbVFySy6nl6M6Gy0nXwPd8PNcH
jgNm4a9hl1l6E66FUShw4RqFa0xD46ll77/MUim8pLUrF/h9jAK2VtvOYOFV145WdGT8Qzkot8UC
AVn6o+zU/S8QYbDVpkVguYY2EKoWY5uHm0Gjne7MjTmjOtTC9ijUXH+SUpqnTpvNGdomsxHgjpAJ
ejAfz8jKles11lsMIKhGygqR0foOa8021GDwEiG0MAdwEpZRvmpT6Yok2bqKUkn5OnY6jn4t6s6q
P3uV0U1O3ZnTwzzo+ktT+49CpD6YZ3gklR3EWzmy4uvIjIbICS3/mIjaoaOAxhzdCE6sBZiwP4WT
kUpWhliLC8YFRHkgwlPZ980jV/uhBWrjD0On1yB7Wtjib1dKFeYVfc7Ycuu015wyGqQRPLY/bBUN
8y87xy18ExTSbBwZ9/1tgaSavNSFqdYSsq0u3zzHsQB2nOVaShlswgUbXosw3cZtecyZ/H0xhqE0
2knAkUgs1m9+iEups4G5ufKQZzfN0CnwkGCIjICULA3ZFE2OL7pWFtmvIulhAH688l7VtPaPJJYc
ntwmfSUNdMmyWd9sxqHspmyRdnOhhXb6Jomq5CWROkInMIb6VZyqNh6DnWxeGHE+zp7ZDveSnNEg
hS2BKZmeh7Pp2XIH90Cv53hwYKiJ0WlM6OAb32gRXperXn/CQaTsN+Ps++2Wi1G9sqYgiaGURDV0
FSHXd0Tk6u1Sj3xqgh6aqTKnRbHN8qbWnSKrxuu8jZviSGDwfiGjl0UNCFs3liv16f3nt+ktq3lM
lpUY0eA1hYjvaoqbP12uZJQFjcFe4a5ahx8lZE0jsAF7h3VHLwfLhK0x9y+Jmo1HkBGH1pPK03Cq
Ld3YdcXWAlxoNx0jgVQtT0WsqZ/kbta2WlkbsyNhWv5DnWB2S4Z2rBVwcCrRTkLsEPtRApH9qVTb
RM8yg2IxuZxSwAgsG4/rNNohuyC++gPEKmGWpRNYotmi/JvsajrU5xxqihdnQMWkxL81Sn+4/XiN
H0hXlqyW5GDBa/GHVd2pbdATztOeutPUGBrdpka9NwGBPtD+0a9GowzQCUyU9Bl/BAkKZIsc02a2
2ISbcZSCagPBcfrp8h/fSSdl+b/snceS3Ei2pl9lbPagQYvFLC6ACKTOJJmUGzdKaK3x9PMhq7o7
AxEdYezZ3TuLyrKyJMsBd4f7Eb9Yc/u1o3w4WbFAFxZzFMtnV5YPOJ0It++H5Sdui6U/1cuSuWie
XsLNnDrYEMZ4AUI6KCZtZqJRocAMukEkvuSjF6pGsSd9+qlMmM5cmPT1BQ4OFnQELOSfUDngitX1
zQs2QmkdhwKnX+NRf2ODUnYrbQrfcdz0d7EdJz1ChaP6NevafN8nRh+Uha1TAq6Td+qSVz/sWo9+
VpMqP5nSVJduBqfJP/+QR5HI+oxsDEBQfCvokRwugghDKaqAzfm1kU1PvdFIP0QjxLc2NZfObYs4
koPKjKbfPY+2Ejzb4PwDHH0ymwfYRGDNWEBI1QvJ7/sMkHnkfIDEeqn4eHQkrIOQdxFPK6oNSuPw
LRGgxwCEe8ZPbOmODt4NzHOY/JJ21xjDbacb74y2udA5Orn6YF9JtSgn0Vw9HHOs9SoypVjybZPg
0h3DPOTYMxuS2DqIi1D6fH4iN3BYIqj1JZEuIbgm+UJw+3BAQwK3aCGz61tyL/ywDw0/wcgng/Gv
N7+nIa+/F6VjAOnLB3euQQ+uJLPzD3H0da3PQMCwojQQZdmmLhP7LAqNUvJjsLFuxIFH41M2Hvqq
r96fH+rkxnk11Cb+orUZApNh4xTFpN8kVvRuyZXs6vwgpxYRPR6oUMYLrG8zyGzpqGNKieSruHSK
XbFUi+3atS0HIm/lTxP49t/nRzwK+EhimSVM01eQJHSMw1WU2nkGe1U7FJFEe6vY2XxvtVb2Npvg
SLpLn2T7YkHE4P9t1M1RlYouHLK5cXxsOsu9Aazot1qH4b5uncG3TKO6k+ZWXLguj1eQ2wUo4EoL
MoBGbCa3TpfFnCJV+HoSW7e6XJgYO4eXzOWOv31GAZFCiINODOMcTujI8WIv6iD8zFGwpooG0PaR
TqM2HhfTBVqbhyiCzPPolkkWX9g/x+AAYx0dpRuHkrlMiHk4Osp8xZSVhvDxREwe2sxuLW8ouvrZ
1No7tc4Vr8Cj7npuI+s9ROb8Z2otqmfSwr9pFCe6Ndr6UqJ/akII9aBWwQFYIZKHj1TFBk5JTS38
pHFs8H1lejXBzvsoGqUTnq6Wxn1dmGPuI++QXDofXpQqt5ci3BCDUwIA6xEQFKbfDDFjCHeR1tm3
4Ypl8xDPWPpdYlUy8iEy0U9pVcZjEipT6zZGN0EQiUcEQuxaNROCJ6lpXMwRTCMocAXWoMfI2SdQ
LtEn+q5PpdCc3q3o+ei7qI2wvotSrSg8RyA64lKHnuMdOs7656jvnSiYtNICj1G2zVMtC013C0kZ
3+rGID/2WpPCsJXzpvdSqhYluixSlvp1aw8mkv8pKOkee6/crWRW382bQfsJx2L6jXDDfOcsaevs
UqtJPk0d/mluQXOX8vq06O+1ai4/NiBfeJ9qrj8aqSXfo5I7FW6dOYXj1prBz0Is9LDmwspwGQPm
/gNFW8zVDLOTMJ5KKjOG3lLq040lD0PndqKZI08px2qiBh53V06e1YZnoddDDmxWfXgnGeoMeF1u
6u8wQGF6m/UiX4NQ6T9NQKOTXVdpmCqaFdJgb6VRbb0czy37OdXmJh129VhjMEIJyR4QpbClK7kO
HaAXBT5dCybp2JqqHxRaRCRGFu+X174NSqAePQM7sA9xqNHZiFHTeFaiEHGFoLe6LKcfODalW2hR
jb8gvnzZToFarnmyQH3EN8xeaTDTjGiQSLVsfeumKP3aDPS8vAQDbDjlmT4tUGdsg6i7T8cOSbKJ
vH9R4hTSuhVPvwZDk99W9KF/RWNqda5sYu7sZTgJtb69eo9/bOFAj3C8a5FetaaOwd6yyF3lThP9
IL9SED3BA8QmbKuxhXqvtAUVHMyxrMavWoOsFR0RS3UzDZmNHR6K7XJD7Gx3NCD0DPK/Pauq70QY
H+7iUAEE1C2T9Huu2QOTMSiUV/SweaLS0lArTS2BBBuhg7RPMtGx1bXBfLCNZdG9rJebVYETt92m
onVTZmYLnymS5p90AazEnzWkiWqNs8dVImE9DYAYW7crp6ImA9CAW0lwwD/PRUh4MDRq9kh4ab/t
5rp6DxYBa8ylLiuqnCqqTXNVJ0Ci1akZ1105Dne1KFtzP1oIEbsKGILBbeWyTV1Wzox2jjHJX1Q+
tg9UeoZxZ6hUdLwlNJvruJHlAcp6qTc+8dH0nT7z8E1D7WitaugwC6U8XTQIeMPy3hCh/J5+p/rV
oBwYwfZPSxSJ+wX/5qw1ph21U3R6Uk2Ypq/2sRy6fTUvfOKJHf/qNDEjnU+FG2mkOHoS+mq+gxBK
fpNKVYujKbc+okdGNDW+HEkjaMGxTuiOh0C/a5qDWNC3+vROaiTrK+6FxpPRIhJyhQUmtMUM0R8/
F7aauhFZyj0yCUgvZYVl/Rh7B92mnInC2FAy0cgBEpjkvj1DUfJy2pgL5fBIL/EX1trenwtN/1V3
6ZI9DZKGFE4Y4SJ4ZcqzYrsZOZ3mWupUxtdRkxZfarUqvigi1D62UjSHrlw3OCtareF8tZNwLN1Z
FSjFOyj7TCi3YDLpdnFadB4FxpA7rkMp1m20CGVabXxGSka9alGHgLyJPp5bLTd9msXfpxkMGfJR
WfI5MuR4RtonbTiADaP5ng9h9RwCkFe8zja7z0qXmcqVaViztR4MvemlfRp9kEPT/KAmfdrudTuZ
Wn+Gyz19oWqmTf4w6Ua6m+NIfTvFYpgCPgrBU8ea3P+ImzpTvXwGR+3mSdxat3E4S921wF9K22cN
lSlXaSd63E4rutJFkMaSYIWDS9rNYZbGe2hRZebJ3SRjDwT90DWpmkuUm1P5a6WnS38162WuuEMm
dTElLrIcNzEHtBGtVp8zf+qrUnHNWIU7UcgGvHS76qyvw9SGH3U8RluqpJEQXjX0EMvmSZZaP03M
TL4uIz0MvUoFSXWV5tYYrMq1NgpZSdpfKZmpfVSloRdBVZpNft1aAzofMignZxWEEvwcw9Da97LI
41vVnKQgilr5t4rAkbzTJznt7zIjR5oI0bC+8hC5GMWHtJPa4gk9q7kMumzpBvZLaPJbmKWJWw30
6/zMTsfPPVbUCHMYcep4ila3ylVRQYr7oEF9zX92aTKOKFFMmNnmZouqVO+MQWjG5gcZ88fPOhGo
tuME1Rc31kT8CfMDeLzJCCHiIe0gLO1SvSiS70Li1nEVFRI1QASHfqjcZ9RqNQVJsHSpesfD2lH6
Nkitk1OHoTThZ2nSTP6iRvFXYH7Tw5InY/qOrT2WfhRWylWixNKPRtf7/lrrRflNpkWSevCLkQbq
TBFydjgd0jA3cZ9xCZSF1CkcvM6o70dwPcYO7CUgAhgGXbozZnP+FOed8lHShKg8bPs4JyTikG92
7IR3epw2qluk6Fq6st7pz6EppM91qw+k7NpEPiC1A6pMHVXSzkuaNPqkFZYSemXaFh9y0EOqX5eD
8luqh+7XqC3zF1jSIx8eLvC3lmjwmq2K2UIaZNEtvi5Jrm6XhkryvhAlwhqZFWfXhoH0nDsVhf5E
ISX7qloR2oMGGiT+PJdl90Frkvi+Kxat8Z1yqR9a/pRw6clW5k5Wo/R7pClYaMZJgffOPA+EcyZK
wb9UZeSyDmVh3iWVXH3ty6aX3ElWUnyV5w7asV1Oxm1XOG13HcdL3QV6lUo2TpCFCrwEZ+XG04eI
89NZFqPZQ7fR3+pRMb0XhT03gVXF9uqfq4+2b46UQQnjevS1oBoRiED8KGtuUsDsLllQEfkzRDGB
ssswf0s7VMkIbXKp9Qbm5V6ySpDQVglTHIJ5hihQnUw3Qm3QUNLyX9oQTbFX1bp0j5pckvrgf/Dk
MeE0x2whbhtqSEMQdWV6m9lVbe9lZ0y+lHyPnTf0Uhb7RVP1i5d1uvTZbhU+QqOL2m8N+j+GN5DB
Yy4sVfZNUWpl5zaSDKdSATX3rZjsQNayDuY6z+ti3IXPRdnI7fd8skJ5hziFGnu6jXRMAJp75aGS
IBhevgq5cflby42WIBCDVp2EXorURw9AxorUlztLf5fFKVJfBpKEaHzw1jmKMjLyLypXyYg7GjzA
oeT6RsGs7IC+YucDmbkq6p1WhtOtjWSZCBIJvMDOGkPUmjj5J+TBUXjc1XlZd54ZxfVPPZ/637Zc
ExEVoZnfOxBsDDdsBsD32ZyYMmQoW8LiOHYazWtUdI0IiKBdI6BGoc5VaiPsPQiaaeUR+XKcOfTs
YbUbRtHuZow4kzXJUi9VrV/aAoeJBPQXGjD8XIuIW1Bq3gDizOZI8mGiRBCDyGMqVzRldTtTRXIF
qo03bOblSqqz4cq2uvHJQPXMn7JYvMdeVsID2cKutA+td/niGBSmY3FbNIPhGsOgBchCdmh266o3
FuhuoTQAZh3RMBeJm6V0q/rD+RT8RP0GVilUZlg1MpIUW9J8vQzLKDpZ+CtcP1DMXr/WFQQMq0o3
7k2nTzyEsZIHAmxUkCYIWw9tb0Z/5Ce4FpGgzJPQk5+tk7stFFsT8l7DlDm+rmadN8pJ/46zhnC8
mOvr8y98Ig89GGqTh+I9XtdlQqWjLaToKkqV9j2CZArljbwJshl+xFLVzzrh8afzA5+oO0DrgUFl
vOjYbM0UUDtq8KRMHfKKRt1laYq6NwIbu/OjHJfCmElQzGTYgB6RTD1Msxe5SO0sSRx8sdv8EzbX
2DnZ8NYCqm4XuTmnByOdpgKImP22Tehwo+vIn7JsyVSiwE6TlMjznTOTN51/rRP1qVXx+p8jbUqp
mAjhTmOxajTEpitE7sor7KwXMIcWgN2wGvHUTKPn84Mel+Eoiq2gAZijfOwv7Y1XLTqjH0VUZb3j
z0uj+LNqpX4sP0TVnSLEJeLVcUWcsSAe0cZRMMja7o4GM82utXLHF7Wq/xodWie+ZnT6e5rksp8N
cfGM9Hz2We0XVG5LQ/14/l1P7E5Kp8baMMBXhF7N4b4ZTUHYrVI31tTR+ohrDsqrWjz81Y77/5JF
f8tYX//8P/9b4Sv595JF/1UAOM6+vZYsWv/CP7Sz1DfIrRn4Q6x0x1UU55+SRab2Bvg44B9kWaDL
0tz5l2SR/UaFkgGKgXt87Wqzuf6hnWW/AfFNQ0tb9ZNX1tUfqRatbZF/3X48kQlvHTTXinkCxvEC
8Hj1RSz5UPQtMoU+ELnMJ0X7FDrgJrCI/lE63Xc7tt/C/lSuIjWtblrSFHfWkWp7NWFPfw33WhZ6
c2WtTwGIhEtjdTihy7EFeunZQKd3pGfV02K67e3hxi7yX22SPE9SexsnUuHZiUWMUpR3aA2OwYXx
Dw+jv8a3mGXIOS/MxE1t15mbSmn7WvdzqHExdxbafuR39WOVk9fjSLF0uatJeHC4M3jfirZELSHP
26bjfswKCVjLGBPtUMOqfDtNIqphPYq4iNdeZVlVlf7LA//RV/c/QSV+pdz/+y/P/dZ8Ry2sPfj0
+Bt/f3qG82aFsYPfpULN/lm/r7/VwvgVRi3AYTQSAooNOhviH2ph2hswcECHQEcgW8cf+denp70B
FAiRd6WToswANnAjC39OJn5LXIe2sbZlVpVH0IawSTdxS5E4LeLayBglhnIHwjvsUOkIY5QeDIQU
TIfwYicJVVpcZ46XGNgjRGFaDkZDOYNCxE3Uze1vwA+96qENOv4C6TF4C2VciuKGVStupynjT4Vi
pouovPmhNIrkvkHw9G/f3D/ajv/ddevW5fv3W/HuW/u/3G/Rt/zbwW5c/9I/tOvUN5CTaKfCFF6p
u69EFG35DTuUjYoIEECCF9z137tRtd4QyVNAf1Gvk7ku/rkbVfnNygCG1EBBEyMQZIv+YDceRgsg
KVU4tWt4CVn9ZfMfRgtGQ62Bj6UKaGyVHmg+wy0as9q/mpQTB/32nP1rlFV1AENsvq31969um9Do
e12btCoIKXoNHSmyQPDYSyV9xGdxLvyuQHD7/Jgn3wzxV1lnIuknbOKgpYyA2upmFeS0pHZzg/Iy
VZL2rxP53+rebdLIvyZw5XwAHMZ3gprv4asB+O7aXrRVACW8Dn141rpJPRh7wlJ2utwP0XiqXL2L
w7sZvePZXUIpu6GfFBv7huT3ukY/THX7LP8eq6ODsHxR9tr7xOy0PlArC3RlNLfS3RwhYfDUK0ao
7ntsVJLblfOCQLStP1ZKnl3hsyZdgCC8xMWvowTMXyAoWcC90fXBeIMz8fW6jSXVN8peZdAukv4k
qWo4r3A1iqt2pH7ozV6481iVXove7j5p5OFK16tkPytFX9BpsS5pZBwFDOsDEa4QVdnE1uhYHT6Q
6ZRRbFv4neOibd7oijp9iaeBTI9+2cdZcrInadFSivD01ya70ABSTfoF3NHxxuJWgf1HEAYH50X6
9PWk0HwQA/yXIoCUNX6KzTa/HyxK3Oe37/omB1NP9oDCKg1WPIAAHG3eVIrlQg7HMAviakBWBh+R
G9nEZSGLpebCHj76Ojl88Eehk0vsuTJSDidVNzpVadE/CPS8qG/zqZs+dXTdC3x6ig8y+K2fCvWc
5E+/T0bFnISKAR8pgdXm+5wrjS5Y54RBiPMhfYhkyugdtPnVH87j2ihWAK2RjBEMOJt5DFVrqJVO
ATKDNcxNFFO9zWy+ni6rLwG2jjbGy1B4rVsE6kiMbE45uLCpPrWgc5CgSJ4jod+2ktVcwEEeprKc
NwzCOilYoHKU8uNwsZJCzUYat1UQC4f2XTelV2o3DY954zT3WW9Yf3p0o5vCIcBQUE6BWWyOgJjL
yzHnVWPLHp9ULb5D6LPFDmLY5VglGxPF1vMLdmIWHRNbLBZsTXTWEO315yU4BZfCtDm3bTOki5MI
n77uJXzy6VEcxAcgYQFt3Eyj1RdqDrygCpRCdbA47lEqUkT+p3t8FZ3hn1WlDKj3llBmxQDHrEyv
AihVgmLm+H1SaDScn7ANGP9lSxApMA620mQha+R6MGNdPdTsSt5F1xZvVMbCUxXQd82ifMyV2bzD
BCW9qtUl8tSsj/e1iqR+OcrmhXPk1JxSXCG0ZqOgYrT+/tUtr2KIaKiClRurtvLazNH2S2GICxty
TaoPT0YmFAUHvmgZvirAmMNhgFeblNl5XUesWVendkjNDTs1H9/P+fAc1UAHYk1zNbkMIPNci0r5
OoUTQIkGn6NSESgwhM2Fpzr57hxkK+vTXr07Dx+Kpl4qQNVVwaz1z2v0vkfV71IYdWoQaKwc0uxa
rsL1bHg1wRoi+yad+yqoqq4IJGlALEPXL+lknJpfmMA2WTn4VvKew1Ha1k4pq05VIJpCvurTKn5O
OdVuptZKLhzO6//q4JJjKbnIgRUzZSDINzcPQoRi6Ju+CoYSfwh6P/kOJF3hV2pC+3FKMYnKsS9q
5PmSntzxR4PQEoU6JKHAMnH7bYYWZijwSSkrZH/b4UvSG8VN0dLjrfq28jWis9veGstftAeN+zFP
s5sMwQfPFEZ8Yeesi3YwBxC0KLuixEeARclu8yASOutlVzploIb1b1mWkl01D9lOdEJz035I/fOn
xdFlv6YM5Lm8PucSMhub1RV22OaZVASJnicpRit1qLoD2/cBU6KRnnMp5l0+6POH8+Me7V3GRaWN
awvq2wpoPhy3M8yxScYeR1uypXu06/DacELjwu34or+wmU3SC5pQ5DMoJm3J0ROCGdYEISPIeqn7
UNv2jKlV1l/h+CXdgkQZPLubMVfJowi3Wyt7sFobCTkcrTyzz5cvTNx8TcuNHmZGF7Dy9TGZduFc
Os9Wr3/O9Wx+m0pcg+QuQ2CqLYuU1vW1k4wd+ikhfkNSTytMnnof/eQeNoaO3ljYpC74efm26Jfo
FvRU59vU03Zap0VeZBdx0HWcSWlIaz/PpvShyheTajXn2h8vA4rKq2I6JwNpy+YIkZw2G1XsGYNo
ngGgyITodTJ8OT/IVluSWIG+BbKAsEHWBHeroDiqK5cyxT27EdmPsIofJ9MsvDiOJQ8TithPh+Ip
0qT3hbzsEsU0kFc0g6gP96qWAhspqrsSKzgXIsal6OLoxFmfjLSZHtWqQbcVK+xFPJR2jX1zok79
9aI0tKMrqMcqGi7eoIR8ASqngB4rf6Z7sMZPhyNvjlWjxkWkR2YsQIGPJsdgjAAEYC/kKAb8J4uM
LBcRosknfhTzDos6yj1aZHYzGTtcdSKvNqNLHPYTXzQ+fnCRXwDHiHIcftGpVmkikdYvuu2VQMtZ
V20RH89vpVODqDAMoPW9BL2bY0OWjDqGC5wHDUqkIAdUyy3HUblwKJ7aFdQlKMtTcydZ2KwNQJTQ
ElXC2hBc7IWtp58jMRr+3I7lfZKM5g0qpwPgDwlDpT9/QYrPYLW5jFDd2nyQQ4pzTVZM6CcUevxR
RxvUl5rRuDo/yolLZrXcoNJNQQl/yk3MtLRiRkkoxt85r81bnN7GB05FvIbCWPeaUI/oc/yzCvb0
14H7urJ/YkJXrgTBKBnXWj043BvqNGJtYCZ5IA2tFBgaprDNEGrAG2yABH3R++pgcc8UQDvOj7wG
7psLADo+lbEXAUDe9nBkJ7Oz1fkpC5Y5b3yjxZ8GPdfG19ImeW+yqDDlisYP27gGJlgpF8hjJ/br
wfBrcPUqROvZRNAR2yzAUAv8XImH7WQ2lyRATiznWuI2CZu46ei2H46CC4JaidZgFHgAVxOR5xVo
Z8AUkUoTFfzohQPleFI5LDlQ4KIQL6GtdTjeIk1E1XhNBiW/w7yg/DxyKnyxAad5DuIxLkaU+qMU
WSUat4N9fX5JjzcTtXq+TTxlOGzULVJj1EJ5KE25CpI6feSMpkvdW9Jj3Ter7yWuRGwy+cHKLhFL
Xxhkh3sJwuxK3qDlRoa1RVQAcRvDGO3FoK5R/79Pc5RlvTLRLel2ymrtl8rykoE0Ut2+nfqovScN
wONqnIVc7vBDcj5N2WJ7vTVxbJhzY35pWgUSHTUu6RsGblbiKqCE8ANJbGDmct9RBbWWuXsnp5IF
KqnvSVvUUIAMm8ahU/aI2LUfCwNFDi0Ny69gT2LMvu1q5QSOrf1InuOrtWTaX1AVtCNXKsfoa2rn
za/zS3K8zfFoIHCmWESyp+nrhnm1zUccCRMxJFVg4d/1peXGBiXalF/Oj3IcqypQ7EimINdSDdjS
rvAk03Kp7spAosAhwulOGR3bFVrxDEisctXWvsQ/Oi4w2mvGg4MoUFAkzbbJTy0jwWc3cRHArumv
TfCvN7NcTj7fR3jjqCLBSmwsdhNgdKovjZo8ttZ4KUg7fu/1Ibi+CVLWHGVzWucTbh1qK/JgcNbo
PHOG+qavF/tamcJldvHfVm5lYS8/z0/3qZfnAmSj44RMNrJtCpumiMLF0POgi610n1Sl/EBYIyG0
3iTIfnTdQxwl9lfRWS2AurbYJ3WyBOcf4vioQUqBnIw296oovY0qHClqMI5duDkKrXrONCu+DuOu
A4NWJ14fRhCeqeUnt0nUjchqp9aF8U9PwqsH2MQCZUskUws1D3ptKt8ii5i8fQEbx8MI/88wqtsQ
Cee9hDehN+il5MaA7i5cYsef1+EkbD4v0c2yBc4+D+q4/xZ2hf3O0Jf2wh19ahCa//Teqe7x782h
3rWUtwdVXneZFj21eOGBuc21C5HH6VFosL+s6GqxfXBSRGE69hVGzVTLddnvlFx9asRsX7igjotC
iABCD181QZDZPDoqtMFpG92uCaOSvHJzfYzeT+3c+XQRpPvOiAuv7qfhqRCk80WRLYR2U/rL1jNt
B4nCfMCsNL1CwCv1dXTl/zgoOHy4zRyAsisTR2lZTrtcAjUr5reSsC552q+X/uFtxSjoa8prX5lS
wmY9o2jU6h7Pw6DQq+yDptXF3VKn8S7RowtZ9nH4wUgmJGeDLvpKBz9cU1EhIdPrWR7MuG97Nmqx
bmQ50a6Km6+dVVzKAS4Nt2JZXl02ksqtxuXCcDL6HFqpmb7ZhOIaiAs6qgJnyvNH0Mnx6PCsGmsr
5Gbd0q/Ga7sQj+ohzwN5EOGHXCuVQGoj048AuVKVLoX3n4yHdgQyrBRw9XVhX403wnrB3ZLxRNFL
d9kYIuQy65Xn2O0cqGK8JEJ04v2gD9BDhtRIirgVrCiwmYxGiA4BZr8LZop9tIP39G1RlvbWQqZl
f/71Xqrcm42JYgDsYQdEhoJuzeH7SSEGyQKAb8BdN7ioF//uKtsLu24P9PYRPHToDiBioVrdJVJ9
Ewvbt3JQiEq6l8rwrqTXh7ZGso9NcP5ltdeyMiAU8yN4DxeW/sTNS1l5xUYpIILpTR0+6iDoPQwV
HUQ9s6CrUH7QtEc69SDa587x80ZxLiz++u1vJwcBWcpxVHXpK65P9GrxrTBUos4xUyQemjHQLGmt
UMWpJ7fJfYjc6E1o4fQV02a8cGSeOJhp+dF8AxEDEG2bog1huaAohoTEPPaGL1VJ7bdldMnuZkNg
Xcse1OHwaVg1GOkebfXYJUtexlJEadClhe1lNLT2VhG1j1PnWFdjs8Q3qkDbLusgDTpKLz/IA6Z5
RtakuC4Nq3JPY1x483URN1MO1IzDay1IUm3c7MfWaQqRL0kaWKUBdRFrYl+XcZvSMvtSk/PkUJwk
4D9wWyGXOFxdkOM2xV3ePu30OCiAQ/tq2OVYUjifzn9lJ5aT84p2KsHrWvrZ7CMkIWUdf8qEXEXk
oPrqZt+hSn9h6tbn3UwdyCU6ECT1WJlsqxWtPOtzXpVJkGMpGNiD4rzvkwEfJyGWoMDZ+vn8W52Y
P3TMGJCvkQ0kbwIh+uoD+aCWBHBE9RsaINMetZv5xu6Lv7F1/xbJcXIo3oy+B5wAeo+HS9VLZT7F
apcEUT4s3DJR4y6zpl6bfXJJX/1lh22m8cX5CuSNCnf9aLFapUSqxIkpwivjs1MDyHdgJwZGNTR+
k+btVSM38tWCdvjerE39fpHM4lqjgXir2ZF4G8W6voPeV/+EqGnUiNIYv5oZA+5iamKsr/PUM1P6
B1omJbdmmplQgMXwmC6Q5Q2BLXWLCN2fwiKA1YHqXjWm6LabW+GBXjbTul14p4lmh28OlQlTrE8v
HJfHBzQ1R1xfAYGAxrS26YGSizbOhioOSvgO+9KAqTQYNk6aelIGpimJfc2ZtP/TXcilwO28vhWN
sa3KmzZH3ZBnURxQbUn3MaDaXV2C17Gs4cJ+P5F9kPUQxv3V37e3QfkkJZEcWdAr+6aUgrG39b2i
depNX9babozgA9VQbx6NkQ7CODpQ/cOm8M+/7vFRQn8GQBhNGGw6jqAnGHy3oFjzOGiAHO2NMut2
xmSUF1Zyo4y/3gwMg5kg3SiuB+L2zQeHXVgKVSBCrNJWCAFCrO2bBP6KtIiJZq3QrjIQIndVXhbX
kWjCx9kpvkIXNu6WcdDcmU18q81LHZx//WPUEw/GMlN6MCg78x+HD6bQe9GwOF3XQBLXUjxOXj2F
7ZWRL6o7IxfyUKhDt8uTIfczdbGulqoEFNzEy060IKTOP87xucTTAPrg8uRsJ7c5fBrDnEa9Ls0o
gJ5qfBHzLO8HkiGk51Pj4fxQx7EIq877Uo8mXjv6hA2ImKbWGWkgs72pmLaVm/R0rmb4dq5Z6Jrb
hQgMUAC5VGo7te/JXVQIPbjVQMfazLnad/Ewa3UaqIkj7aZJhWrIvFB3GUaMmqo7fZbuhSFyd65m
NcCYrXl//uVPzDM5DcozNrcoofH6+9eB2Nj3faSGKVF4Xe4QU22utHLuvcZWjAsf2IlDDFkniDaY
azDX23aDFicR7LL1VlPV9kaKTPsGPD6SAjZKna0x1G7flX+MRQHjyRcNAlUFq3gEHLLMopqTlEFn
VZO8RlKgrU+0Ks/P4olEXFs9O6GgAa4BELG5RrWiRpsNlmrAxfeAdZr9OOe2fO1ENrRmCKKlm1Td
6MtCIZDHgP7abLXZ72O9RawirGl8IrFE6+BWqZTq4/mHO7XECCnRGaDVDvJnE42hnJCZNl7BwZLN
D6mt13eJPVQQXkv9Ag3uxBGqclesLWh4DVh2HG4mPVW6yszyJNBqnMVcE4FA19J7NP/Ov9FxPAaK
jg4LdJEXkOtm0xKMSYtSIYRta7PiCd0M8ZZqfyWq/Mi59WfCsi8nNqORG4HZWw2cNm/VNaocGWCJ
AjJIsV9anZg5rmGE69iGRVaY+QNOyBfuiVOLBlCBFAUoKhKWm8A2yRynHvE/DvKijPdQk8O96RDd
agOE8fOz+dKXPozLKDty9RJzcjUhnXu4bLITK9EoCzaIpLyPsMqKm+6BAPROGHgvRdZVYtTXWD7t
E6G42mC9k/HUmMr2wY5b7JWpuo/Ngy6mD1Y1XF14NpWxj54NpUkKdqA20Do9fDbLSiV0n40kyCh9
ojKpWx5+VXDUlXj0zTw19mPSYCBkqOU1rxjuerEMgSX1JnCa8FIN4URex1SRRoF2IlimEXD4OHVL
TJSiVhkkw1ztYgg2mJ8037K+Sp/Cdnw3JobsgwanMQBs1UvNbrqB7tPstLpr91FKY+z8BK0DHs2P
gQTl2o8Gsrz5uAtwH7I6cvAklaVfA/dA/aaSa08UsnqNTyDd48gxP5VqNFzNS/UfBE0sCoUDmCfI
um+LKoNllZE8sDzOWJHMK7WOg6ZpXohNTr7kKgQFAnrV8dQOZ12UBdGvNDMKbRM4IXb9UbbR46Ea
bbgZn7032wNaFKOeP7Slrl2Y45e3OJpk0kw8FRC+INo/HH+CDC855UCWmSkkL9FbBBfdvjavR8QU
Ktne1RosAhbY7J1HreAEcurkkZrgczNWeEOKPUpHftcqbq4AtYjTGxVpw05Pb3HVDPQi+dGl1Z0V
Dri5zl4tp2/lavxtzNVdodLoUuOdYYTPYTk9zXL4oCCcC0bGAzWDb12WBJOTeoujPk1T+imvyx9r
1Iog+p7k+AYkGiKJ+r1m833M3XUqiUAeJ7cGkDMWa4ZkX6c4H4+acYWWh1fB5p5C5wYLoHsk8Pd9
rl6j4fSEYM61PIc/pHS8jUZ9B+3+UU2xPWUwDsEMT7LSG83ycydpV4NtBGIqroXSw8Yfazjj9fvz
+/7k+YgQxdp2Bnq5VcS2tD6sx5EPMSroh8baJO/zLop5DMd5Pj/UqVuN5Au0GmU8jBI2n9gUO0vv
pOv9KSl2EEFPcsM+uwTyPz0KzueQNjiM7U0oWKdOAgpNToLi/3J2JktyG8sS/aELM8zDFkChqic2
uzmKGxhFiZgS84yvfwdcsdCwwqM22twrZSMrMzIi3MM9cur7kZPkmpJa/ocXGvU/Ms51kuCNQWM9
aUIV5pie9X7Vsgjl1Jfy6Ug8bufH4SIi+P5LHBMT6uv7Uk0GnmKAuGd4Uti9VtXs2lkRBll1hMju
ZAKsBEIPpOOw5Pp8/Ja+GkOjx6lOZJhNe3kcpEz35Ky077QyS/00q8qDWmHnVyK/Q/ecipjCWFu/
/Lf1clp9Xa/yZcj/pg/92KfvZvPQ7Gp/FeIk3eoVmd3EO5oIfS6TRZ7zvsGwMTfMUzTw5v7xuV5J
ccBHvxL/rZEUumj2KNa9w92pfjATNAup9/ID1GT3LKwTf6ROtFx/KZj/tmO82IuqxX167lMlCvQu
n/0xKqqTYVXR6fYH/WpWbeI0NDfkeABoGDTeDu4MA4J3Eprs53QmPLjgGXntYdHYjpdGqeLnXsrx
yMUfNGsCqGGYtiw0icf7RketzW3icHmwJFmvXe5Jmfi8rNmXJlbrj9ni/IMoz4LiQWd8nhKzFijU
rYJ6xeyIJ2WG4ODWlTXo971RqYbL/6P7EMkjAjGxMg7jeZrNlFzfUubI06nsfliwUYMscRg9kyPd
Ke658bXygkKLo58GxEa/mg1at55o8rE718bQW27CsNXoFcpgnkUJv9hDuEP9S6ZuT92+1PO7XBlU
4EzN+AEhxZhcLQdRKKwyf27qOVALZkC9duqTBXdPzXg/2tAxIB6q4lvVOer6983TxYwW/tTOMYbM
Q9zN/CoqWX7tzJKhLLvrmi9xrbR/LwsIrRf3MY69vNnZV67MHf8mPuGGwOmWAWujd50KCVnPUQfz
Ly1LtdeGMsiABTVmWGgM5hi7dWZlkztbZvnSwP68YABZpX679Moje9Yv902VRp/qzK7vsIiq36OV
1pz6OS7B4hf1qR4VDCKNOb84iZXIaBKp6N4w4Ew300Kk74vWTjbgQijFf6b++asuWMEreiWA9rR0
Nrmg1ChhXcpGcs4NWsOVY//b44bn2k36XkYb575sbf0gEdoLDCTeFqEHhiMw3XX4wUy2oK6kp251
ueRPrbSc4sSMD3qae0GVW4SIPU0/HqRNkFs9z+Yc9Pg8UuuRy6jGcF4qYwpUJZyflhEPttsXdy9G
0EJF7pN/kE5uCxB5lMfW4LO0jm4YE+Wtq5c0ZMbc/nR7pZ0eBO8rTECoFvxyb6aQhxyPbnDVM9bX
XSBFmv0qFTPt9XwezzWV3t/CXMKDuLS3nwzDQKuhB0z6uqnlRI+OaoKT7bkYJ/We8zncaflUnjGr
/QG+Jh8ckp3dpEmM8i5EJcZbt5rxTdhbSmG2VOFVnHtOZpR+VSX/LIwfHXzYXs+QpQB56ExDdthi
xra6NG1WUvCbdpN/DFE+Oss2WiM1VBov0WsU56ABnLQWjYAxjMyHRkXbPVpIPqNBPppG2flxr/6a
dWN+e2rsPK0tOQTLmKbRG5D6Qj1Tz/0hymACZ1J+5+iEu9sHanezMX6haQwpmATxes2uI05aDfe/
7YVz0o248pFTNILFKjX/9lI7xwhrbRI3Jm2QoLU3uQ5hHw3XriDlXTJxgYYuBwipFV5X6+1JbunR
315vZ1gEoOa3BTdpyIhm54QsYnq20NZ0o3SCehTpdAkbRAfRqRo8ME7prkyLIlCrUfM6YTknxuYO
kq6d8o+GOYQLWkr017bSu6PBNCoq+5wtLrQ/NF1FU7r4popJPqWOlZ+6Vq/PcpNJF7Xqj66Tukaf
TVaBsaqGzQa4KcNBm8wc2tNUpJZKzECcCNCpPJWO7Y1Z/diZ/b+LZZ70OQnMrPkcjukdfJRHEjiP
4+BLXfXXpJRfLTW8E2b+jNysN4n+o9o788Gl33kZdMYHkaJfu5Dwga7P4cBoVFSvCNGIqKnXpAUS
un05Hpz2nVWQTmEfaHE662jk9SoZlHe5kCIwktke8R1Qy3NmZ8rBt+wcvHXOmPCMBDQK+9tBCllo
zKwnlM2ouyWkcegdmlmXXfJlCu/Ag61HR0qr17IQ4UluYuOkmo18ztvk5+0b8PbGrUAlRZ9FbAQZ
2VzuMezb2Qprmn6xWj5mRlteaklTz5SE5fe61qyDbtfReuv//lsAk3s1apBNDgNrTmdEqWByTUsW
nep4NmgDYFB3+/t+DY5fH20d3EHGHZqGPK2NTUhRHQ4NgIoeMBUVv1ZavBhoFGQMQYd2p1nuAtG2
f9didfARnkZCL7s1yo9J2GroKJdhrwW1YhWpa6Epg35mWWgPiADas7/AqWz9KjJH+xQPKUySZUYe
ymuRfZbdIQuV1xDDjhRzhmRKPWe1wXy0m7muabD2aeTGfSO3fttP2vfeMVAQbPOiQaQWLvI/TpGN
3xlwzr8mVtmR8MKnKN1GT5vB75Z2uWtiXa2DtF1ouRfyaAtPzyh7XUWSlmCehPzKrKUsu9CZOxvx
nTDLL6FR1o6XsFWPOFiK3o9MKadKkXA/UYRuVL45OSiOGHVUCh8ZrIqRtXwyM3+iO/UyZVafnOY5
+ZIZUludMDWahGeFkvx1Dgf9BTequkK9cprEA5DZZPtA+aM1tEogEK7LfdNZTNhAQz498denj0OT
N9jqzEUWogwra0ds2x3IgpR15ZwiIY9XkraJ7qokUnh5loOCgXqXab0muZLeOOgOllrq6fPcnFAO
ngMQg9BVUFZ2+bsqLn2SPNt1ONwnjrREfoGSEKIPR2y0Xw3uzdGEbAEuhvr8r+7L9V1Ip0btktp2
gtZqZ7fGQAt2Y+lqheGXsaV45MGvzDfqAGajBBsvc40KmVFdh7/was4wljECqKziAyfzdPva7FxT
hppBk5DXWMvNNUr+dk2tComokLcoQNj4cVw0C5VWSX4pUEf/okhc39vLvXn+yFVpcimI4mCpzijL
9XIRrr9xXC/JWY+K0eNE2d4Sp8OTrdMInNII7kTYnpJM+Wuqlu4g6XiTU62L84ngLODWb1hzy5Rr
/RC3yZmZ/tjNtei9ORaflSxDirWvfhr68P721+4uCOxLqoxYGIjs9dcmEmqTYzXwkA1VeBZoMH8w
Z0ZXnJk+q14bptvb3dEw+Zt3DVI/4CCvPJtMhr6Jg4XEbFw88JVyb5LBjMLxinA+OtNvzs26CjkM
b4kGAW3bSHSyibmBiE+rI6W6iwyZtq0kYuT25/40hll28FqvW3V1hdb1aFTRtKZJj7XT9VYWE5Cl
iPFRGg3rXV0y9UtTyX4KzQKjvLHHUkGtjBW2OEJtdrfzt4U3oaUeombqLQqeNE/Q91+iIQgHNLtv
n5Sd7eRlJu2Guw/5a8uxm0y9HdRkhrBQFv1ZWjIrQBo+OZnyPD1lxuHk39u0hGFlMsG147zyErY0
MDTvJTXF/fMcVqp6MXHeea2iSbuvIk5qayfVXTf34jwPRvigRFbph4mGALuTSh9vf/nO/hrAn+S9
TGyAa2/SsGpKaykuopiEeP5RGFr0LjGUI4vXX55Om+Nztcrm+CBahK+RzcRwiMaryzRM6qlS+y9d
GqZzeD5ccJg7p56CNAKQoMXnz+Wcejj/aa4Tpl7c2c0JLE33R2S4Q3MdocIgfU5AHBJe9EmWX8Y2
fd/lgCYQHt2kthoX+sMDTRXz1HbdkYnz3omBerBiiTA9uIPXF6LusYy01Cw+Iy6mu+MqtZuZ8ido
aYOvojR2cP/elsccGPRVTKbWaG8oWzwcHwf07TsrOsdD/Q/a1Kqfzrr2Ht+YERV87JO0OTvBGYsf
CcAdnaNQBLPJnNWgGX/M8V3/FsTfViYEIc7Y9FgKze5KJv2js1Np6UnSRnyB5XbxQnWk/SFMPcD1
/qhBsBOBoBWiYkgbaWWZbBJoKsYoVzoOatJ2L5gjqh+dqM8/KHAEcLLQa6/oaQ67orLCu9tX5FdT
ZXN6WZqWC/cUhMjYnF6aP4syJwmK/Vb5ECkYHGRhWMPiEeDYFi3EDpOSQkxfJ6snToUvwrLuNLP+
QT/jn9og6Rrrgd778NOMM+BcQbonDd9BPS4Ryop+2/RPjFCkCD7V3y2jbE99XnSnqJK821+yc9lN
CjpeJj5lxT+vD23fl6YxO+zhVKhd4FidFTgKQg3/YRWKR34nSBXo812vQpMzSZguiM6YTw0+J1pl
vnC2D27EzuO+TvuCOCDRSnNhcwj7LMsAEFE/ggyzeMgRyH6cCeUOgb+O4L1WEnTQDo7C7gYyt7Gq
TMB/2SJrmZzkzmBp0bnVnR91pygnI0ryg5zwbZeARJpbDv+FpvCKFV5vYNmEempDOUDpIa2e9dpU
3FZZ5BMy231QRJrw6aZkJ+h/0iepQke8boR8gruZfICchio75g50vHXjeVg63QcNVMhhG2t5SKtC
uFPW809JHIrU7e4ObAYEC+hiv9FlTNMkCTtJ5ifBtwDHBySOzCH++R9OF33XtU++Rt7NZayyMmzs
mkVks+3OyL4jDt8Ulf/nq5AlM3EBfZFW3GYVzeowjLBHfugFgQqMAhqvX7OC26u8LZz4pVeqzCr2
w8jkNkPNe1SjQ6sjkkZy+rkeF/1OyKBL5oLVWEKPxocfxujECKt5qaYXdFzQjtegUmYw4S/jNA9u
mTWwWYqiPugg7OUoNO3xDCUvsBGp2uyBGgHUR0yfB7wl/XfYZLgDMvjlyflSY+3dphTSvC0MGeiI
uwpGDXszSNOqPdqldaFN/AU/YAgQiSaAzG0XelnKpOjx2AjmvHSeo2R6rCPJvixyrgdGquXPRTXm
XuyEPwGl8p8hJj5usgzTS2WUysvtn2znjCPnR2YPYrIKTq55wW8FW+S0Y9PapRRUYsZZyYwUNw4Z
rfnTVVb+JNk2FKpV9HHz2LWlwoTFgvKTKdTJlbu0uYtFdiSo8TaEsgr7uUZQ7tN2slDHwSMrlCUM
IPypflPN8wUrmMFT1WS6qPBLPHm1urj9abT43vycLAt0wZsKroCezfUWtsmsNcbUhYHoEZNKlMdK
w2oTLMiWT7KejecKXrLjVk6J30Gft+LVCK0JT1QcpRR3lBce4cqSXyHazS/wxPBnsuRnM3WcD9Gg
Z9+QBLf1kwPJFhRoUfOPcaypP2rNnBevsnB295Yhkb/1QsnxGdLtWaKL1OX63dRMKDQ7ALbCC8NM
7X2hLenHtJkFFnkArLOb5HEYuZYGZ9BvldSZ/MQocS4OB9wfPVtSmxTui4ieMD5IHpu8D/+aRglV
48mpvidRPws3SxlkdFW4si9DX+mflHHKfxadWvydVlGNY1YkGyOwpDFwnJ2EukBK/s70znmXIHBk
ItYvsxRuSjgcJ/j3kYFZYwVlxWTgHZuk+Edq19wAnFCS79LoKBjLShPy1GrZfzaXmcl3hj8+KyVW
im6jcQbOaawW50HtehhC8Fp/TLrSP5tJ4UC8NMzmMsOvfskVcF5YR6r0qDR6Ep40yDuXuMdV2lUl
WXyLJXv8UlR6+yKwTXDrUG5f8NtsvdjIHzNM5xFUs3sZf7WlouFSjOFHc6iNB6KL9VHQG32p0zQ8
5bSLWr/BDf6hBPZ2Lt1qKO5myKFJfmO3lfx3ZWWd7eqjkyQeNZHRIKeZUSqg1ya1bi6Fzhgw5x19
U4plqP1eUfp36RBn87kxKkn3/ie6FHGdWoVHklgxs9iV7rxImVm8G+TC+CRQKcld1DfD91PtdK8R
/KvILewM9rSSS3juUHBHn2xhSi94KuWfb1+R9XZfxzsYQgyPA4chDvNmfCBqHGsKszQMohZp0DBG
oKEvFfVsteanP18J5s46gYoGBpX99VUks6jxZcrpjiM28lC18c+uz+p3stMmB6nn3jdBEFNlgyQe
dvo2p0kjTGCmmJUoDYI6ypuHpQqxWev/0IYVMB16LcpkKN4QO0FnN0tldmXbEgc0qCLMHmJtyT9K
Fkg/sUG78JDMfqy3IP0QjHE2GpiTzDAOv72xv75n8xvyR/AHyOTAQD2bIDdWGlS6MXSCPDKXQExm
7hqTMwWlXnxS5/6BQenGNUMbW76w/V7gFePmvVNiQtP9Gznf8B976Lrwr8Q2H8xYM3/21RJd2lSr
Dl75nd+FRhKzhVSyMiF5s1lTbS26XHLWsLAazk1s/yPavD8xHx26t7dk57XRwXWhaTEZAvS2qZjx
d4e4pYkwCA2z9IfcAO7rMZ2nkY0/WCO0ydVhgvz5uQP8WdWqVj0t+GrXJzwKkzFlGVrTGAJ9HToc
SCM1xdwN5/L/sJVMOdE/4uIi+by5TJbS6U5csJST4WbW42jlQhiq0ZPsloOvejvtwRknK+V8Y6wK
qXtT/ThG1o9oeTjBgH9zjwVRbp0cyWhP7aI6JwHN4m7k8T1JhjL4tV0Vdzi6HT3l695tzzgSOtR4
aN+qtM6u99aMcIWjU+EES6qIgKYhAHk82UGyAFijidt8rCeqE2EUR7/q7srAKr8KQLgJm9tlyDkO
fYK2ecdw96nATNXV49q+lwakVbNkjD7NZdqc1MxQD37kt/kfG28xemKA44HnbVa2I+RUmogZXBzi
UtweKgV8wzlSm9q7lQrJNz+uxWnasoTHGpgmKSYnKKQw8dvUDL/3TLbDrrMOAPHd76EKgTFDU+WN
QLVOElSLTHUCPTHrd6CGmCImyRHZaN2VNyfFoYPMI6PQalz/it+yZgPGhEPCwSoFUk5Do7WBpkzi
Sa7S5qmg83oQa9aotV1PXXXLYebQm3szhd6kmMwTbwMJZ6pnZ0b0Jqq66lSWQ06UGVR/6DSMKVot
fi6a8Qjn3wt1RFPqBM6KamxZBomxiFjOWT7UrPHOiifnvZpakttjKn8G72IYTE6mL7fj696d+G3R
rcTUWCkhTDcWbUElf7RmmD5oVp4EzOHlLzPuRMw0N7ovWebH2wvvfi2dUHiZjAZRlV//uJ05LQ28
JH5c8DNEQ5rStzUhLnJXN97cxeUHJLh+3F5zp6NMC2Y1rl6xJCqJzT3sTSMNkXLihijx91JQv1Ce
x/8Muil5vTYPAUIpS+MOha4GVhoV9w2avW4ktXmAlysxes5bOI3SDHhifTGkpn7fGp35Tl0QKMg5
IgHDuual1h34P+DDAfC9eidorkHLRFsVObiCf1XrfzRFHr3e/rrd47tqC8CvhJ6zZaSvFlJxObKj
RiFlrSvDt3rosWoERFftH4lARzVTovhBtvA5VZywOZJb2Yk/dHd5XHQarrShNpE9bhaLaovnpSub
7kmWE/GUTHb/1Fh67i1aUT7JxpA/2p3l4E7nhG4d1+N7iTrOL5RM9s3MEnd5P9mXEWkxLGOH8CRy
pqizGTfkQYZR2S32+KBKi+yOSG5hf95cUNlCR3LJzadEKNEJfQv5k2EPk9tWreU7iPyd5KiNfVmF
jTLxt3jmoioPSAyimqZoQMtTsoBwn3oNEEVH4QsAVY+7+mznS/Gko/r/FX/z7O72r7UTQlezKITd
VnCMiZzr84+1Zi3JDWfK6PLhCWtt54RD4Z+Zhv/KalepdxAqFK/BMzcHPs6NJFTtmoTSkKxTlE+I
nVZK6kdNS6tozoSv5l0elDwmwe3v28tlV94K6ptEbwqTTfQuE2UYB9Juaqo0v6tirR4eGFRXe882
JzlEhbOavwkjVe6qiAuB7yW6bGKyTkyCTbMH70P/q0ia/kNX4YLgIfkkP9pyXBaoTLctEsyJgrfu
Yo1/PNG0Tlmsk0zEJbLwLVCRzZktCWnds0LRLnjbdR5GvhX07LrE6lTvfdPQkJsj2Qokpz8iEe7d
Ig1GL+/d2uXbclEjuB7T3JQkaTkUW2yBdberWnHBavMgBO8dQQhbtIoIQJB5tesjmLS2hQweH6ok
QxQkNhp6kRzJB6/q25E19pPkfU2AcO6ztmrTU5Inebs0ZHjNOCaB0iZ2g2FuiwDfRKomvGRIhw9t
00QvrWMs92MoEnFJsPgE/oDbSQ1Uzh2225OTfLh9SHdAmnVuA+kOBkVQddzq0paOJaWhJZxg7Ey/
lpxvUwrTUO7zUxEZlwrz0aEU75yQHkmkv+aj/Hc2LE/VnN9HTYVV13gaq8Qz5OLDQGO86jQvs6YL
lvMnFSljyWGsPuLA9NrgM8PTuPiEHomW7TykNP1W2gDDmvTjNoEkEWafMeJgBxRIMF17+Cl51ete
qxuPitN1vrUSQw/2bT0am1SJRVdWIrUyifwmrogZS+NlMe1gtvr2Y5ikxrMDbaKg6Y1Zac+woeOW
MEP+ZnBd/QrjGu/jtne+Sw0tKbcekvl5Ztj8Rwi3sfH1aXpK6c7nbmwk6V+qpCBwOaOU+kVkmLq6
TYmGqjeHofo1C1PlaJp35+HkY4BOUFWE6rStC6YeDfu4mO2gc74LkS8PSN/md0UFo8weUGpuZJyk
47rJTlrE5MPtrdzBaFdtJnwSAQ0Is9sBUxEqoVUxTxKk4MGuldYPStiepbT5KEc20LdSBFIvPhSO
8hqb0k+dURk1aY+keHdPkQV0RH306/m+jgUKcsg4yHd2sETOO2XEvr4JF97LIolOTlh3rhX+e/vD
96IPbHvKoTULhM50veLYC7SeqIuDShnRIMptyytjQtDtVX4xZ7YnlQiHBwPjxUwyrx/+WxFRJjJK
Lj3PWxfN3xjatYMibxhMgSDuqxm2xlUGGF4BqNxhJtpcYBz3nqPExic7nBheTSz9bCpRfV6WFbhN
ivEClB0/zig2PiBGiLN5Rft2MmPxDlX3PwcsV1H1lRO0kkzwFrr+89tFk4q20uygHtTsAYhPDWR1
bN04Upuzs6TSUyRJ00HI3v1pyJGZeGbCDIbL9aL0wxeUWRY8l03w5cKuTciWtXGQIexdOxqVTEsB
V1LlqdermEtTNVo42oFQ7DJgasmkLTo6Qb2U6SfDSNpHbNich7wY7A+NqMXB8nvdEJogq8AMygTr
8PD1+mEz1A72y3aQzSlSK6Rj5JJZclfCjPC6MHY+WCIZyQLGxZUtvNdDs1cP/ojdnV5pXzD5eB23
1DqpSqBeDXQ/7FhX3Dm09EuH5IZ/+xLcXgV74OsvNeArTnTO7UDSmvaxbwsUAxyp+y/fAl9OgWAG
bR+nzKubRtdmpsHSclSVHquBXrH8yEbE5T98C1wW9I5IaaGyXa8ijEzL9X7gbCZxREA2PxSoIR4E
5b2jCQmPeUHmnFYN9OtFVLvokAwmGk5xoT4Le0neLQ6JmDTb6UUTmG7LU4vwQ12qJwe22cE37tWp
YF38BfgzMVu6nfIPLS0rddSWuRqxhc5U2izMeWdYWUu1bX/rTCf9qmvZVLqYKslYpsuGlAHnRrV+
T8WZOS7WPVWEy04R/uwHem6uI5WD7UM0ssA6CgPlUWXmO6K6VFDbaxwmfc0UZ1Avq63qecEnLvK0
nn+6UlavSIrl5K+Ez+hVc0T77faPutOFgOlFL2AF92D2bypHWBlxNdSCHKZkPByKu0H2wKvAiOZ4
SampT53WG94kW/OH2yvvvXvrkDCIIjGICYvrXzpT1doEUOcVWqL4fYMdhF+b2VelaT7Yvf0aW3iQ
3l7R5L+4fZB+X3FzgHVhQ3CReYfQUvaBUX4IS10uTH55y7hIB3dyL/nGewMO2Oq9SSm2Ocl10yd9
1vPKilEqvuZNOdVuha73qW7RqojJPB6XFvXZYpY+x2bn3I+oU/qTZmdeb/f/wK7/Y4NAhst51tfp
PpgS8Imvd7xxJLuXAEGCCNW3S1How/3/o+rY+V2vVtl89zLETRStgXVGlOCMmrgeoApogiq27fss
mpNnSf4P9RQabDYMJppalN3a9ZdxdkfJWcOsVi4jhcAye+ba3Lh9ft4KeLGB6OisGje/eD6bA2Ti
S6iUUBVpLqnDi9E7MflKXvtTrMSnNlLsz03azcHcho3f6rN2X2qF/h38cXhWjFDcx5kkeUsP7eL2
H7YTNCkEVlYo1bNMU/H681GL1buhRKEmXszGJUi2q+cklVIvG16e5YBnePoGg6F9seVm+HR79bci
Mg6STuueIJHARL682ZacQmQBzAgDSsah8Zw0Gp/i0BgqL2F+A4k+/A39zG6jV6VetVPWof7YTSTJ
eli62sDpEc6waxcUKL4EanzCjEnEQVomYr0L3C4XZ3j94M/eiXwM01Ibr0OhECM38ceaVENKx7Xj
5Kjj09z3+X0t1f1nR8TIiwzopVg0vgK5Dc2D2ZudpAA4AqyYUXUoI1tsNZMVGmc9ogj0jvp/lHTq
vXRY7IPp+51VflEguenWqnxrXB8KJxXpYC62FSgzXq2uY1da6xp6lR9E1bf3nXFTiJbrnB5RbttO
loXVaGU7WEHYOsKXpSx+jdMm9Qx9ss4TZY+bO2H2evvM7Sy6gi2wi6DCrKSY64/jOFZVpmBdoodq
W7uL7czvS0f5Eppq81hWS/GjsSbzIDnYCem0DRnCXBsW6IptYR48jRL6T7EVIJ4d3dNwbV9ng96C
HSka2qr0S2ulCt81DpyTaTKdd8iHVEFpAmK2Nui1blV/XjDQJuPq08sEYKTbc70RcW+Hkd1qZiCc
UFy0rO7PONzWp9vb/fblZBXmXNHjg9fFmN31KpXQ4wTvMjPA8U5cGvIJHyURH0W9iSKlPBKRPVpu
c3RbzWk7TpUZMAVkeq1cNSdngMErW33oq8nw51k6159iD0RtdcT+9bv/VqkmQmqkRZrNYNKq5jx1
YLCiksaD4/M24LDKmqATozF73KJMTWtqWDq0ZmCGauZrYTu9DFqkQcGTWA9L5EcLxoG3JNPRcOG6
X9eJD41GuNi8+jSFAbyvfz4RVU4u5srEwj2TvFm0yOHpor5LMms4giLeLsXnQedgQxkc2nY2K4E8
DgmkESTlqN4xkRfeyVNWpwdBZ+eLVgEgbDJA78npNseenkEeMXRlBCKWoocsSdXLAI0oKGurPIjW
O0sxVQtQszIZmcLaPK56HyM2UcTMdSdSiXTeUns4jzh+VS5HraDdpVZhu9WrDHrW5neK2zhpm9HR
g8JIykAakcCNRnU8K8wRHhzGnQCKJ5gp43qxEgK2dGyAtKaLF10PcMFmzjYLEX+MI+OdvCTZF6VR
5DMtu+XgV9tBJthGboHORDVDUNuReVmhaMKdWkPHliK4HpG2myrbD4Wl3w8ia9DBHPTXMVJ/pI6W
fMg0aIR4wSTBtDjOOc4M5X5BS8Q3hd4FkZ2JoGob2e0QM3q0wvHz7ai3s0e/mmTky7jHIXR2fW2o
SEKKwAWsIddtgh2xIfB0mGiXJg/jy+3FdmIedSfwM3uz8qTXs/FbDAKjc2zkn/SgxQ37gdTDOEuz
NKBziAHKLOXjH7P+SbOg91DtIs0Jw/J6vVFUI1cYRm64QNtsFKaccztPDr5q50T/mlbC0HmVpdhe
Hisd0roSCauYs/5qOmI+RWLpkPsnnN/ewPUP3gQ5ClkG1AGPoIBvaao4kotCSy26gnOjPIdOGyFK
kByl2jtkf8SziOKIcANmA2lf71udW5OBZKsaYFYs3UuOHb62WVSBSqFjkrmJLpUnu66mO9zHpn/z
spmDYtKnuwZ9iGcgGuPBMYFDjaQuF0R3hECfQsnwXklit7fipfUgRZrvDRHPwZ9uEOAw7cy158vl
szaBrNPqsjMrWw0ygya7qMIftt1E/2WRVcoFMVB0UbcYmlIveY+Ishrg5z1AkSvbb2ZUFx9vf8rb
y4JNMmUe2lI0icDdr38EPY+yFDECWsso7LngMLG3dB1lAjQKVKKTI+e/nRLnekH1ekFpZMg7nUwL
sQupu59FU9K7jPN/xzJL7uPHmFk/pR88yjMLqZeeSiyZ4gBZqPGvHKcrpsEt57Vty/pkJfQ4qSGL
c1shsHd7X95eN/5MYLW1fQygsgX8tGSpIe1ZVjAnWe3VPYlgNcq9CxdAO/ihd8YNWAvtAJq4xCue
kustwbfIgcOF/XYSIYXI6FnjK2WpeFKdTkFYVHTKke++k6uy9VFqmv0h0yXPLOriIMa8vfj8IZgb
rJ1cCrrtaJ/uUKEx8WEFOJINlzFEW16bnaPm0U7TmmWYJAAOYGDmDUcpKhbRhsDXoA4R4/4MK12i
MO7d2q6prowK9ZcZyUaBC9lDBRsahUhFOfh99z51ddVc8UaUP7e8rDKNKXvA/IM4snQ8V+PS0+Re
/+NISqK/koyhL1BabCFGubKVcjVkCpJutPxwHudLWljF6fZZXVO063jNKgzxIiG0Cn5sz4/cNxNT
NOo60mZBArSV6aIs1r9jbFF0qwoTT2OW36vkAAepz94lWWXO1xbvqt2z/mG/vbRIynahqHU2cams
h641wlMbCqzCleJoqb04RXQi9YZiijiJdr0UngqaVM38XmM/Ff6QgmgpSpLiqtzxqBv6nxcyv0o0
ICIYtOsAzvV6CkrXrTSNVmCqc3mn9olwxRDbB6nD7lcR39dbvwbgzVcNyrwS9yc6C4Vle6AmFWV4
UlySfPykTbV4f/ug/BoRe3NSViCOVg3p4/aCJ/T9YviB3DxITaeyqCcvdHoVDvIcBmqkRXeLNgAh
0YmAvJpM9yrekAx9VOKST+jxkih2viJ3+p2caqhG5IPwOyn5h0lE9QkkT4Hya5QXpVOq+y4b/loE
4xWOAjdhCPP+uSgs7cTQQ+SiBRL5ClLsfqfAQ4nSsIDpv8Tn2x+8t7900UjO1lEfeYtLa3WvVfNC
R0VqhBoIkYUBbQfWYyYA+FFTjjil6w+23WDC2uqtCQ6A1P/1sckAAOUwts1g7soCnf3e8Sz20Y/x
1PCiSKvclvGYC5q75mUk/wqYPMEYYGzi50Qf7UvdD5orRcscGAuGOqLXR2+WmSQZ2lxx0dIfnnpM
fx4j3kdwE7u9d0J7utjmMPr9spI9x2i+sxan8aCAyaXroCZ8qZoQf2ScPbQW1VqztF1Wsc1ywnYr
Nc7qrKUP5YS2wP8qpemipGmsIMsZoKykpb0XKe/eAsj45faPsxe2ft+rzeGvlDrmjAEQtY5au02X
a5+NzlCe6zDVvBpF+jPycobnQJrybq+8E/zhcyEk51Dy0kRYj81vcWuKSkdvrYSwPBj1Yz+hra6I
tr3cXmUnOsKO40lHz3SNkZvUCpbslJlMNweD6LB9FEZ1SbTycTKm9iCMvC2vsOP6baXNqctzDalz
ERFGosjwNLUYscSApC0tUI4sCcvcRpaa/7KJzE6QA69J6tbZRGKeo6vblFfHKKZz4VQSmEF6xGfe
20S68cBjKwBkbBuFcR1HlV7RKMyaHoUaWSrQSxvV+04yjjhzu0v9H3vnsVw3lub5V8nI9UANbzq6
agFHT5GSKMMNglJS8B4H7tFmOy/WPzBT1bwgS7dVu4moyIzIZJD3HphjPvM37BYbgAYs797oOJG6
NDaUwiLYzFu/ddT3sH2z074GpfDzmfFK+4OU59lQ2wR9NgHrshBgdk0zlEzDunKspAn7qM4vdThY
4exEzb1UF98zex5cc2yT89Qm1hNVZ7ltIXcXojK/FQD+j8RE/+Sy6H+gE/cKdWcYKycdypJ1oVWy
fGIpmGb6i12rapDWsunacL+QpUin5W1TrnrnRkbbX9iT3vR+iwPGqbnUQM/QOWo/54M8HyuevpIy
Un3fmpzAg/GS2osGIXDFyx95RXpiIj2RhE09X6yOda8469tEAlUlKyQwOsy3JLvRxHw6qsnVtCGe
RZ7eLI10ZirVx9oYvEWTr3tL8qYVAdqfv96X2wvRHoU7Dh7YMIiDHb7dnvbjoNbGGiKoH52h8iY8
GR3AI5Po5dm2jUKGvvkMkyRuraxnc8iOZEMgRraGRp+0ZAPFVZRH18rYm54lQ/X81XviNKJkDQgJ
XsuLCk4jotSAqKSGQtXaEDJhAYm1l+5+PspT2L07P7f0A4Y7ERGVh91NUSSy1r6gPG5LUgQyQEzL
hWPEYzCkA8pf+FGFpdo3pzHOJ26z1tMp9natT1xcBMusTYGEZUCQl0t2KhWFfu2IbL00JxPsO8dr
kJmr8un/QMdQQMEb2LU3mF7LlTUF4Fp0F8bUMWTjK9A4pizV/s0dYqM27ibDsrZLbOW6GW4ae9+W
pq9d9HVGP5N1tN2jefAkbVRPJLVcbxKnAnTppBQ/ytI4pbF/lHf/cm5yORSpNmY7TK+9Dwf+u/OS
ZY4ZJhu2pe9KVIzUWD8xIr10s2JF8NeWUq/c9AnlwnzsxmqEeF7kLpH96E6dLMIOGuuR6bW91xfv
nWIKUHLyTg7Mw8nsSKB6CoKFsE+iS0Ki6r2Zx+37YUTMuJHlRzO1mtMSym+orShU/nzWvfZMyNJo
76HTBVNnd1Cr05hnZhaZIani4ivpvGJWlB7zh365XuGroQRKvYhoFFXGw1sUSjT1FL9ptNW48xqR
mC6rpbjT4WkE2eD8OpKJ4TSUOtD/Ij/bQxQ2qoZIO8sMRRJZQTRrqd+qKGn//NG90shjGDwrdGrR
ZJ570a+yTzRFmmgwVXkuXGSUCo+S+6dVbR1/4f/vpwXJja4zzrW4RnfavrIlw0/E/PHnF/Ly6WIx
j8wkUkgw1BB2PXy6ndorZlxMajgvxReSVdUzJAjQsVPYQNKq4ch8fRkrMBycMd4nZX8U1g6Ha40R
Z2SzUkN9lSThUkAS7liUyYVq1vovN4IOx9pPT85UVB9zCoGRPF+a5viHpSKn+S88PwyHUKtm9WHe
dnhDRR3lRmeCzFwWOKq2cORAW5o6sLqBnNRajlVGXnuABuTr7SEC3Ne3kPbZ6YUl77IBhpVwtprB
rdGre0sYWQW9oczBz2/ttaEo4MkUSKhp0304HKqSSxQl0PYCnlDJgUiBkMmDjfWaFeVHhnptFprb
bbGJQJXctz/R9YVAjisEqaauv9XqpjlH5rcJYmCAF1FTtUem4TarD7dNzmKKIjBUNnLmHuPHdr3k
SVpza6tMSXCirBekWL+S8Q1lEMlt6UuwEv25cI6tgJebJkOr9Ahg4hJ/7H0oAZynah8XSojRfXdS
42DiVhjcHHmgr4/CekbmCPW9fdlnHaSlVexUwc1X0b1BUGFC++CYv9lrM4QeKKkgskOQ23YzpBFd
g3wpr21zBYDltaxYdzaYyOhtd+SGXpshgHI4eUmcQKzsFjNS2grMslYJ5awv3CyeTb9LhOrHZP7u
AIn4SGr4SvwBPFjBVg0ZLwPJqe3eny20DaW3ThIy14UypDeSjWCQLseGm+PJEJRMoMTV0BP3TSdS
T+VWXs90tW29rrJ6L5qa6siMfXn/XA65DzIym6jbvnUS9aSpNLXlkEqSGSy1LUDx5Zi6QRsNoFs9
/OraPxxudyxUcq2MbEH4HvY2FCi5TcOJ8zKEZfzh5yO9nKnE+yz8TTGGuGy/ofUoKZRlxUib3seJ
00ZTUChVe8R65uVMpZXIyUO9lQwSZtrh27T7Cond2lkRm+urM0LyOKyAf55RejvWYn5CyB9uLiDR
kB9CPxZYEC2ow7Gcqi1jsk05FKKPNG+S5+h+rVRD89sJ5R93lPoo96ciWonKcFW/yACaNmHc1Yk4
50+mOKh7NZFOpChvRoQJpe52mW3ty6hnWuuttbX6CZ59120yiQoDlRUs8GAOHSq1VWr371RJfDOy
sbnDKyxT3KgR66dsjbrJHToBJTIZJZUORTYVxdvEnsgDSiVrFfR/JR5L3gF9na36Ti4mBb6bNun3
Ri/Yg+et3+L/6us3yeeBolA32Jjruy0EVyd6puYoh3NfDifdnMrkqEny5eejvCKbxZ671TPpWFAU
2asfJASnUNHQkI9mib5vOiXXVbV2COihipBdGs0iZfAcKiPzsTJroZja43DjZEKj5hppy2UqGdNF
LqLh7bDmEcxAcFbHEtNtDzucOMwbSl5bYwW7pz34YoX0VHSNMlBRntGWN5vEo/9hozk82evsz7Uu
ra4hqbZ80o4Fdp1R5ADp7QvTmKiDTPrgO+BCLyiJRA9G36XlZo41FGeNGWnlqeUMxAjZ0GpgG9I+
MHoLmVCtbdIHGsWjcxKnBgMkiMiubq/hHAkly4aYWYO9qlySmUpxgSA0raf3dXSqDVQBYT6r6jU0
n/UytXrrnazPOJDJ7VD1fmThGOaiVpZUHmqTIlBUxEo8JTKc2c1qeYTdNar95ZI1hZfBV4UpXObV
Q29UmLv2sqR8SQlQrtIax5XTpVyo3qAwrwY22u81kBGQ6l6UoUfs9kmnz35hG2K81JyyJ+PSEvRS
EtqRVIIpy/98Qr0MIEDiEICBWgDRpO+hjZOcp+pc5UuozWZ1sXFafW1KyutukAC0lE4CGbyv3pr5
fEx49uV+ycjgM6ggkji8YFrglkob2KE13xnyeKoCS/U1uxqPzMVXRiFr1HBX4eSzUK043MMIMnVp
yiiSDCKbkJJdsT7QZ/OXAaKYVmxrf2NfEvjtdmXFaC2E+YY1jOshvTDBiHmpWdr/wr08H2UXOuQt
VHGt61bIRa3wy3apQ0eDz/XzGfHyhOFeAH0QK/DAUJA4fGKTnU8Sylc8sbxq3bpLNVfPq9WL2eGO
JI9PloO7jQIgHVhB9kyNvG2XdLRFp43tooLr0AXFhWQui08dWVV3Xkjqyo4gFe1lP8txdSHlHazp
RJvwmYnlpZbcTJNsMxhWfXhommS8dGw9iU70aGnvHOreidc1Ety3BlIgWl6tI7lOtwpM++pKvR4i
OLP+2CrZsSryKyuK2bZVEjbjBfBuh88vzzGIWqiOhoud2+fLNMS0cfqNWCurlVfZvRRI5UJFPkms
Xz6DNlQdA4OxIojZE7GKaspwxMl4dbEu+0UGPZ4SsvyvjLIhBjewm02qeHiDMbheK13sJSQRos5q
lJMvadGx9OJlnLgRA8jXfiBTDkfp5K6ExKhDAVi05ONqjMMJOMXipEYAyCsdhOd+Pu1f4VhS4aNR
s1UxwAvuA9NpNYtO0IsNS5DPF8WgjrWnpOunWIsQ3mZxu3NDNOwsivERtpRzg4t8c2KBlXQ1e6ze
ddXan8l1PGIFhneDNMrIv6U1mKZJbU/1riUCb7I/9EFO7qAPVUe2oJfPa9t92E2pgABb2HeSzb6x
hNzqc9jpyhROXZVfJktqvo+MWcXYV5hHAutXQCtbZwvOIcKUKD/ou32C4GaMUHaZ0XxyQHBnaXye
Jn10PqvynTlrWYhICQQSNA9PyTlKT6l1cZU22t3P39tr10HDZgu6t049Vc3DidIuUWbK8zABWK2a
z8C2CshBdP9u6ibuvksSRRlAAlNZBVo7LbeVYnUWfnDWQ6VP5TGpipebJ7ndpvVGGLhxIXch81yk
BlPjSc2bnqLWWeLSQGjOL5dC/eXTALgQJQ1O7Q1RbuzOHCtLMI0qGGocp/h+XCTh98B3juQbrz1e
qtfUg4gNNm757vHig+WYo1lMIQXuD4jqRF4x0q1dVgRj5uJyHYzz2Zp0T1LHM2PIvlJuOAaEeyWF
JVUkqSKtIrYGFH34itXFsMZiSZjWORpKBjMJj0U1flvoWutS26tpAjhaOFei9IZp6c+jDC+HOo0H
r0xH/chOsU3sw0OLq6FiRXeH7gtp9eHV5A2lj1EyxrBMTe1d0zerP4k6PsImfGUmofGOmtrW86Ra
vztGlNaGHtEzitSqLUL8cf9+WE2RubKk9Ufu6KkG8PyWNsriVmzbJElJXfe1nGmCEk483YbKJKs4
8WUDomaymqRIGacJIXPcrbXbqKM2QM6qytPRrMVFobT3alkKPYAAnZHQtXWug96L19IVsTZ97KpR
kc6xFMw65BKKCnoHYfJ1PyTjRwuZnz+KscbjqcIVNxtl5g32X+axjGl/Hm/3RiGOPWrreYDQPXxd
clNJOuJhONmAOAtIPe0vM/rM30Sl4cU3JPZtERnFvS3l8ZleT9aV3kiNi5YzHaQUretGH7uLrrTU
xc1y2eGmFOsUDC4w6QRi+c93s/3c2i6WWihlGjBHG2rg8GK7ppHMaBZtOOmV5SXrahG6TOuREG9/
VjAKEwolEyrXaEjtO/eR1W0qAVkbghyDKipIdIqkqd0oXe4r0CQ/v6cXiM9tOIq8sMsA4m9QuMOb
KmK7xOAaaNPU505QimXxhT6avrT5O9ur0QOqbLVbfU70U1nG1dQpM+m0N9qvWTdxnKpxH5i96F01
Vwc3X7v2bBI0TYCpHkuHXnTAuVaVfzdoL3LewAB21wrOLhkJSsM6MZNra2nTS61InFt1MLszRarp
EQ1a1OFH0dXvYGUu7zKr3mr/C0iVTM8a1Vv7WrtdHf2YOPorc4M+Dg0H1C3w5Nlro1cLruhGU7bh
jFk7ZD4tCfM6Pubu8MpyIQpiFOgFlJn2dQyrlTGGiRrsqJeuuEakvb/CbWr0RFoZV01UmVeo0eZB
grzukVT0BSyUZ4+hAGZKwM7BhO8JWFGposGH40lYGOXH0qwdN9Zk5Fi6XBbvZ4zCrqMeGqzeR1+a
3ESjOZ+nI8fdftdFTpLSvWxTT4dZRKHl8PVj5Wyok6WN4bhiRp52Zn/edlSwENQ4JjL+6lBbv2oT
Ltrw14dDoYQqpYON2tqa2499vmhnS51+MsvmGB3ixXPdbsokJyDHIjFAIfZwJBTD67KxyjFsI+xI
5QRzHivPtffm0sVBmyPYMiOe50dT0X3I5WoNdO2XKQVcA7nxFqA5RPTa/oQxY562MjoiXG2wF1pa
DhwXw7Ht85VnumXgtk4RVsYuefdMM2N1oE9GAsJrlQOn7COPRElclNQAjpyZrw0FNcvguVJWp9F6
+FCTHlCeVZsCBEoh+4oeF+d1vbTn83RMEm+/IrdHBzKUdUHNHE+E3ZxcDW2ekpi2e2LJlRdLdFuE
beSnHebZrrZq/Ts8fIcQrNAxr8wX9mHb0MhKUXDmsKB7trtJbNu0bmo6EcbpIrAO0xTXaATUeifu
XCVZK+q1SdW+75MtB5fXE1OAPxNK11wsidOcRio5LsvNCDWtzHE51NcPbVRlR3Kf197F5sO+4W02
xM32++ctDjoZUQKsNJQngAkmQvUnXdyMAZBh48hr32/CACc2qDXRBFsE3fxd8ktEvwgs5tvQGRrZ
W3TCIjFFx47MJy3V5wEZwxiUxyifbqg36LmHd0TdE5hEXDehpgu0v4GsLveazCxw48Wyz2dsduDG
4Jp6Xcx9j4F2kuCeVC1qp7hUt7MUlU1tioKmMlW/SHStAwtoDX4HhSi0lqIQm4B61Jw0I6R2l/xd
/6KInk5ss6Y4Vsd5Xy8kshNmDOghNueLOmD1J6cp24aMebS7OFMPBCvr0t4rzMr+gy+SHw1dDHeN
rsWxn439WNFthRrnrkNan2TFWKHxHhXNQ5QZie1WemUAdzHHMQmdyEDTw64UcWuMCo67sZZvsj0I
88tJuX4o8wiwF5mO26W67tOxqsdAz2QJwoCU2pRYzKa/mdZ+SY+EZPtgiVeBluoWD2ykz5dHgpPp
k54ZTVjU4+zLWt6cTI6LRVOjpNaRsbb9affaCcqo7JPHg7Eyd68d+ZAF1HbZhKBfO7901MhH4TcH
dUP3urGkyEcO9NiJ/yQNdjgq7DUTW9ateEQ0uEtoRAP7E9R3yh32EsjRVC9yvzS7zZN8XJ23Rls4
gn7hlAEDjvg14oed/M2wEmym1wXKSmou0T36POsULGa6XLcir40TvR76JNRVxG+jLjJzelbF2gQz
cvrLmel06bsFDu/oSgkE7yBth0h1K2wfgshJkFHTSN1nT8q0GYsh8kLVp4ML/d4qhxjCdGwOIrSm
OM3RkFBkhOm1FmdZfMPmNZjsVFvOunxevsl6OdJ2MuszfXO8XGRcshhGFx8kFjom8+vo1JwVBgSU
nwe+L8qbhkOwBk8ZbT6OXaLKw1VctYNcSk2fUwrhdWZSRku1FGK9SdcmL+Gb1Lmryp1WsY7yZDgd
hkYbKKYN0v1aoFh1Jq9j/aiJNQX6RhXVFWWJhJOeymRbWYvbu9uPa0GzZO2HIGsaswziTF7bUxTp
8HOYqqUub35+Uy+ScTYkpsjmDaOBCOSxH95UkghtyEWXhgMG2bCVRl2svq5J7U20OJKFeWTqNF4u
JZwYBTS6zh/nxim8ZoZNFtS2rlC6juo/g8f/+Db/Z/xY3/w5Xfu//xc/f6ubBSRuMux+/PtV+q2r
+/r78F/bx/7xZ4cf+vvb8bEbRPf429VD0/8WiuqPB3afav+Zg69gpL+uxH8YHg5+CCqQh8uteOyW
d4/kp8PTcFzz9pf/21/+9vj0LR+W5vFvv3+rBcpMfFvMZf3+16/O/vjb79th8x/Pv/6v310/lHzM
r8u0Sr9Rxvvzy3584vGhH/72u2QqbzZMMzVOiEhbdMs+Nz3++BVtOluG9GVRcuXQ+f23CnXb5G+/
K8YbjjoCgE0bYpvEBCewZv/6FWUuICdAaph7bFi//7i2g9f1P6/vN+ovNxjWDP3ffn/S1X2+CaGv
ucn9btH/hmd9CkWeneGKPGXJkCqtrw6ljKy6LWPyrKuSG0nFDB6RWbe6VoNujKsXS+XA3ih6Hz1R
JC/z0mrcaZDtx7zKznVqYa1XOM0NLCT1RPQgplynVKvvKkwC4TpUcBrkMQcdbaZuyPxWmeLL1ARp
4iVZrF929iQuM3tcPjW1ijhWoo/lR6TA1Ds64gKjxHw9d9p0vojmpoa40HRd6rWwdoM5Wa/pe7Yi
fHqT/57dz+cqh90/n93vHpv/93+/Fszv335M9OpwqvPxH1PdfoPzChsuk5wCKVYi/5jqlvqGNUDc
TjkRocinVfBjqjtvMC7dtAKgmaEpsXH1fkx16w1F9Q2SDDyVfZwi6S9MdYqWu2OeXi/BHdRqyqmU
pPaSK41Ez3vRCkDHAyXkiwyX5iWEUTyvYZ4X2QeV1ugU2HqPC9ca9dkY9tbQtS4k1OKiV+Ra9TXK
VfV5bxQLf+jI44lQ5oGMVSTpw4qWveavRa390ZRRU/o5WzROs40u7qoMermHvQt4CnWIAQvUbdpV
Z8j11qYP7cu+SysFFyAZu9jFGwcNel1a2Tr4X2Q9S6+yFoxmcrO386uqKHsCsnEiPHCEhVtlmukL
zmE1jQGvXHLtmoqN8VGBx9N4ioAUj4nMLNGaW3urCaLaGh8dYVgU7KVq/tDJqVWe5sTDM2KWpj6C
DClFjMVQT69echL5a+I40R9ZlRDAIm+t6v6oTsN7cGiFeVUpfeN4uVyLq8kh1zzPhpWqHZBr4kP0
MsuS02AFUt1T8MSGN+4X2hIxbg3hAMasvGZD3ryuy1ET7iILsF8K7kvo0FWiuxmNNZ78aVizB4WO
OSqnJp/0Or2aKU/p+G15mhlJKjgZ9DX9eh5Ecp8MlfxWwrWzIc6wa45/3S7H62mB13XSp1P3qS+N
sZ9dp0IqJSCSbZ3TFmbqB9WZc90bU6e8hM+OEniUzuVVhJrBw2TZ2VsrN6yviOXpPSSMJWe3rAXc
LiXONg1GsWRUx53hY9M6ue1pjS0TRM1Ul/wkkrSvqzXHKOnM2XoXO8Y0uZMVzbKrmEithW2b1Iqb
oeOSegsInpFOqtrQ3NbgKN9mFoSsLe4YjZNVqlvtXKcXpGJPOiGtUQN6wz/IUPp3UlZQdaVXGl01
tO8I35rOerSLZi2ut7ji3TDSE77M9BE3yAYzpdxfdXCgnoMFUOnb5Qy4qYgsq7yoycSms0rqutYb
VbjBvsS6GPx+mJvYK1BFpdOptEPqKWOL6IfcLonki9IgkG3QN41OkBzUr3SzzAYvHhBy9jBlNbST
mSp3iRPSUmOkWPfiXQ8DQQB1t6ZvSjmhmWFKQBfcWKbddVkNTvslUwfszwAwR7PnDLCIXUvtbMOT
EFU+E3rfq54wJ9nyO1MbFeiNFcLLcFbBQ+OvXb+PJmzd3RbOPWr78SZcuCCeZ38RhhTZgUJhuXKN
OZc+DX2XFG5vzNLHLh2nyU9Ly/hoT5P8yRmnMsLmSq0s3nhp6CyriNmaWhbNyLn95tAMo+uXyZx3
VZYuLfN//GpV+XgjzTMB9TLSVoWoU5bfu7IeHW/JVbJG7D2U99NQPi5R14mT2VyXTUYHp3l3dGCw
4FlG8mUbXekVxUwnNseh/tswUjT0pmK1L5sYywl0D1uWjQVz/0MicuOagtIyuZzareKT8pahtVHW
kKOmLh/0NOrOyoK79ZVh2MzRh1mUft3ktO+pBDe1rxod/R1JGfKG3q+to+eod/A1HL3oYrYe0r6g
ngvrqpNHBclqy4AE48x0rrxqTOfZXQGpahcqbtF+W8ryt1KNxEPV6eYaGFPiFK6tA9jFy28VyslM
w+JOz7Kq99TKUN4bTMLm2txEBVHhN8Qn2aTq4sYDAC2vU5dZ9gq65Y2fjkxdd9KTTOULJ2okKa9A
8Y04jr/CcNev5CE3JmIPFZ/4bszBiQAAlVvXrqU6DvURBcvQFlp+jCu0L1sA3wOGhd7U5pyjkdYc
Bu2mFg/ragxTEK2NEkRq5LgKFsRHiiMvKo3bMPQJkWQj7UEoabuMZ0Gc2smJQBJ9CmYSiAHjzU4y
PXlgMZD1ZFdJJneeifvz/ZQnxoWyVrbw9WFt/gyXDnKB58HkdjfPY0nUcKiU41KDWy5s8T0cJ+np
9Lam1gZmXSrntsjGL0aT9XdtWunfnkUhf8Wxz4facuPDoZAwg9xD0xcbAErHh3eMNKmj9EXaBEUt
gCWDLcKJKFcm3jIVIlu57EieHT8p1RZREpl/vB41Pjn4d4C4T38cwrh/HiCedA/Vwx8HIeH2gR8h
ofIGZgPAFHo6RHcAV/4REpIYUfXAmYtIDKAr1eP/yX7UNzgdgeWkDgoU9gkT8iMkVN5AeTWpjKLq
wGkFWfQXQsL9hAULrgGh5xKpweCas1uei6MAkbDazNcoEiB635qBBJHvFK/IYxihF7K821hcLpgB
8kH+bzeWUpcJ/kM9aY/hSFeFGEmxIt3cEJf3uHqz5+VFEiQw/ZYpbm6KFNPdKl4a3144DqHtZ16O
r8gkVsgueaUHZrn24RJL4mQq67Aca6CnOXYmiyrhiWLj4rKijuVpyCS5JnhfUrN6JXYctNtnL/yV
tbgvlHNnFLLIU2HaEfbvBYcxKjSdPGL4VcKUayD695S531wMiJ01if29AMzgrsQFRzac/fb658jw
jrYpRjq82/cI3EesYKrMV5QqDoyxrHz4GMeo0E/1ouebDcNsaHZawyh9UzZnfj/fXmvcOlLhOKk/
gYru/M6QmyAXifBlp7Iijnit89XMjgoPr5fo2xBl8ZelWT+1U7ZYnpJL5ntLWs8tzvqTpiyHzjVI
Er4nVMtuZzBzlavoUyc4x+rYcTMhsovZVrL7rJvRmbfsunPL2tQutDYfzsRk/OXj9O8091maC2Dq
2azeikQHVZzzh/JhV8R5+sRf+5hlvkGlCRAD1WFwGmAF/rGPWWS97GvofKNMRf1kK+P+SG1t9jHA
QpxTsC7oArL7/djHrDcUgyhus5ex8WzkqF/Yx1C22Z2HrABK0Cpa+GTfwEh3U1Qd8kE4mPOEqyK3
RM+TuoGydcKlSdd1jArqqtmCWkd5V1O0FYSgFVbpcDrHxS3kBdM8XR5nzSvLHoVPoNP67Ipkjdgw
EutywBS9pDBuZmswawSdwiykUystBDVUMS53leOsEUyBVqje0o/5p2aw4iqAWXSeREn5bikwkvTa
wTIX14ztIvMmo5h1Fza7XngFpj2Vq7YWhhErTLnIRRFA+4jGrKz5FV3cyyJS689t0WD+1EQmF6hq
0Vu7qKsRL6BRR2nOFE520hq9ctNPcumcJlo5fzRx46nxaR4Atba0s0uvbCddclHOt9hUJfu6Rvpp
JptV5sdYcShQpW053ynUwU5nJS9KT16V/IwfkSBWq0X5hNOF+tXaUlaXQy19EKoJMaJV81jxjNhQ
02AQKha5yirkjzSb9U9g8VClm9bc+Yo5Y3uhT5NhBalVSY0nN+j4uAM6Ehk6Irb0AZVl9BbSGh1x
CFM62Ve2IBC2ioSX09N6/NxYPSh7+ny64a6q3Ktuq0QRdOJBqWO6cIp078zZCG8DnS4dB6XRDtih
rIca5H+FV206fFZLLfm2HT+2W5tN9FadsEV2I/pYmp+sznCvtCBKCN9Vm7nDxrtejlOefQb563j0
DuzRT5U8EyRvg4Ej8Sil950uNbkrlUaveymVzcexFVQQ4e5ALxnTLgv73kg/j2oEZ9yMydglBKZN
d47UqQr1IS/Rw5GcKfLGKOmSMBKjfmv22lyeJEMyneuLDqiXAdb5GAt6HwdAMkeDjVCSlUpgsddT
yurelPneNDTUpApSXqLLwlZDGn3HhGH3gSviW7TIqegiLcq+sSeSFAgaxZ1iZWFjtDeStWYUfyYE
NoxOCvrEWfyhTcdLfHGdGyWTpz+VQH9pp3/bPFbvh+7xcaASvy+/HxTw//8t2UMp/9luf0PbYKh/
e5d+q5+X7Z8+9SNyNd5sgiRIPYAH4z9bq/hH3d56A+WZYrmG6Cgh3batP9vxnzSMcauFkkbw+nzH
J5Q1cL2EtbzFndav7PhPKd3zmGSzluAkwosQqCLCXLsNv8J1awRpXgZ1hPBCs4rJ1/vSSl0V4xFX
UKnzW/oONJCt97Ys3qdaXgWNliXnNANlF2GElP2bAC0ZbGSJMsm+NIvkK5xncZ4kLau8wkxI5Dh+
S6PzNoZMct4WyxA8e+6vxI77zuuG4YDMKnOukiS/wB5Nja6kkZKW5HFR50mL6P0ySm+MEhS31GKd
KTJlcn8+5n61s8yB1ULMpFhNQLc3cowNSRqqhYAxamRUjJ3iu2pV944MoP7nA23h5/N3tB9o14cU
zrymRIVxwBl332Vx6dml8+HXx+BuACJvs4uz/DA2HVDdrGjgxIHUSLaLcDY1uqFrjrymF3BkboUt
mz6vzNzdzFMOhyF/kHFvx1MOP3XHp+x7UZfOJ7RJTjCx+zx24q7rFeBNgxJmq3Jb2vOR/ifLbf8s
UYEgYrLAB5I+7RJ+sx4Vp8lSyXfy+rKop/xqHdTWzcdB8SnS/TIo7umGAYAopIcEfntIE4aqWr9W
UUTFsV08ivVfE6qGbh/bq4vY79vKAT/ZGToeCtn30Wzf//y10hp8ecNIsYCCYIlzYuzZ81o1S/qK
KF1AW/ecw+K6kFY10M3se4wz921uGrdpPlUn5dhgQ28VX3Ut+06P/bLBGsNNSqjF+YKYRi2vSaiB
BrkROpTP1LgtLXw0JfN6zfLvcq9fw/nM/XopNPTQsIOqBVrXSm5E56XTJze5QqmU3swfY0FdupO3
4nQE0FLLNRf3nPfg7O/zyPzQ2/otIkS3tszIuhXfZdpUeJimfrWIWNx27Xp/G20aosrdLgMcBsW8
yvqAmabmNrNyq4v4awTrnsqi/MVeMscdt18ZuWq8x9dxCEy1wBwisbtTs59VuoYMBR+38fSFKraE
m82tjt+bn/Z8NRCbS1S1b7OeqOfpztRMv1rAelzoGOEQkkh5UKGLei5bbX6V5v3nvKq5K/hx5Mlr
6U3zZPtSPeDTY5jXrTbBLzTML5LVV58GAhV/GXrHqxWenIR7kWfko8Yd9c6JSjrs0rX8ahbW9Tza
10C761PAPetVkQsnXAz7g7nFsezh65UN1tmzgBJ5hoZSdJVWo8/Jc60YleaqiwNQULIoplraLfiF
r2AWPyICoPqO1X+OyqQISotLUNJqudvea2RVl9lg2RhiFslb4WCEmlmKJxq794y6lP0Rcl6gJx0M
M2wv6GDwkJ8e46z3GdSl1vYTavt3VqypgQx51F80PCUrpXJOlgTOpJ1a105SOCdGtywn7UIY2STp
V9jDmaflCFds1i1u7Exq0EvJCgBZW0/r2rjFYMCgq8BUmNfZuJh4DAl1jLDLGSlbneUqiiOoYpKW
+waBtheV/Aj6VQratvhuT81noG1nT9cOob06QUPorCpXGiDz+jCN6ndaQXiA41lAS7nGx5abRMjr
u7nENPmQIvfoPjkeedz4iCLFENjZ0p7mY3FbmmCl7HpGckvjunMnXUFH9Z/XrJJ9IzNzIl5op0Ux
9b7S85ycJI1DLauWk81kzbWq4TN0KaaCkX6XYr06qZfu8zBbeTDbJmmSVDSeVfIyMaTmeHXShoqM
cusoYJfpMxAOZy2fjqrLbdHII188Cf6IpApZYJa72Aipy0j/YJRoP8G646sF2oNLmX83RhZZsZZf
Ac9eJ5NypUbT21Z2PgB8ydx87vOrluZlsLJv/zd757Ect7Xu+1fx8N4BVMhh2gDYgd3MoihNUKRk
IeeMtznDO9hP4Re7v0WbR2RTJo921ak6YbvscqCbQANrfesL/7DG1xVhrlG/BFbkuHU72R6ylTCa
ldEvMuBVXYGR36xdZgkbSTXDB83hweCfwDWC5s5Aapts/06SeFKzFX+iJKEbMvLClIWvqTqRdJOA
TjpEVjTDY2QUY+BBhxX08nWAfOZOtn0jL0vqBbl0AzhqAotu3yBV871rs4ciZMtC9b9pI0XyRfDt
Oiv16ra5S3L1sokrNq3K5kB9Wlsh/FjSVg9AhUiT26mj4dWlVKw0nZCxWM20q+Ju2k05Ou25KVHW
hHK3wkY+OtO6fglcPeR1Wi2vxmi5SVmSkoPMqG41ZrhDDFX2gE8z3yCPBjFPDOGG1L3bDGX+NV+i
barbsetU7Pg2ae4aK3pgkHnX5M0dzWmevV4y+TXhikcW68SOuO/Sjr5ncb2cPO5TqbJu8gwYZ59Q
boUz4pVN2ZSbCtqGn4QGz21gkdiDdDPNKYtLcnZOmlUndjmnV1ArslvQt3PqYhA/r7HR+B1AZuqp
kwbnUedTgaxeZimsK47M4L5NjGlliLQvcERorCdlr1klwKU0N5Q1WpU1vTtrPFc63uUS9tOFrREE
k1FJfQZCGogu+lRjw9LG3bGFoJGr0gb5StvLGul+nnDD0uxcxROmLDe9SsBPjfLOZAzAtsGlYK+j
dY5o4qJeKUvMWG5AzP90sGYirZZKOehWCQ1NhhV8UumlTa5zy4rZz+tQnrmJeSDS59olCFTi4oRu
NSMqjDYxE20/NVkUnadSkflGY9w7jpKCYMuRcHZa21MjTb6bdN04bae6OglqufqsSPa0totgPkgZ
Ut2enEQPbSilV7Es3St12scM2MX7S+Qsp8mxSL46Kqo/jLX+jaExPChFw/wsZLMgkscOD8PMn2YV
CruCpZOFZ9fdmGQPE8wtaExwUktWsMaBbU/83mpo7h6PRfLWSzRJVb9ok8ptZXEu4mtwmotkI7eN
M21hHRYW26AiYGiU9ngwG82prnSS27bjOQPf+Av6srb3GCPS2DyT26q4lorkIUQwfVeFkbLqSjU+
IcSLMyW7gQ2EIopphfQ37ZsJGIOblvH3vlIvKg0H7tL6qkfZ58JKT9NZimgrkyW0wF1XZZE7J8kg
q24Ts+FUQtxJHzPhLpEwQyA+jVcamnCnUy2n+3myKFQCG1d4mQ4Pm26rpsN10g75iZrJvddNxnSh
jpwh7dhOu6IirJNR3sFO52vS6eCi7McsrZcvfeyA6ooe4pDnlzbx94o+h6vUYtOKBOMxXSiU5m42
04c64WnacauhNge79O1M7bj7TV6Mogy1PFh/nVGFyOOezd60nFKvmJbIz2xilWlJNyNXImgm38e4
gZYSWzRBQD++c91HtMqL6gIaHIqMOD+BkKUMPIKP0jGDm6OEkmdZw3mEI2nXRTtNHy6DNAPZoSD/
hcEI4OEGo+6gPJiddKtY9V2iR2srLegE6Zzni66RsqWJKze1X8CAwi7wOqTXg+awqrhR226DDtCp
3UkrLZA+0d+8NqrmtFZs4LKTscO95KPS9t8SNdsoocX0m2U9ZMF3nE07N8rjHer5pGnZMJ1hmZHu
8pm9XAQEbrqm21Hk7iPNsJVYc0ain2kFUSfRZsnPMyJk26XnM9ZDiJnFnJuMhcgaM4ctObaLO+LG
scqrFMBqtWh+L6nvMFNeFahoq0HaIl+xsLWA3f3y9ZaVVZmYTksegqySj9QYSZpibhcr/J5URE8O
1u9vL6hH5uzRiwXyxyiXBgRLSjuqtdReQ+A1yCSvEE+Kl6NvYUUul1rkhH7bLp9729rWCadKnunr
IbDPRDqpLgT03BlUt+soAJSFM1fkTPJICiTeckMyMGvpwxRxlObEkKGwtzOKiGjJNttSzb7XVXOn
ofVIJ5K6JtEuJ/w8Vk7L9D+OK7Igjn3IiZk/dPqlqpM6inRTgpJa5CThrczujFUOCcSG5lU0yB1Z
G0XLY043gGt2sZq+gYl/M0qcT2naSBsFGw96DcZZtfB/UkjdTYnS3pTQ9OJVOyYFiGOBUAk4xv88
Gam5QuF2PM6yhNtKNKfcYuO46lgRWHPO4kzlVHCcWRKJXetRqjwADUk9kW5pMRKpJv4dJM/BLoS6
8ieB9JdabDdlzp9v9tb+Y6DZ9e+lQJm2x79K3M2/A23/a6BkHynKfz8nvr4vGLns+69//OP+Rc9N
0Bafem7yB2Z5hlA5JbkTrbUfPTflAxBVinGwHQQ7U/S7nnpu+gcKZBDNMnpS9J8Ft/BpyqJ9QJYQ
HXmCM61qnWv9wpTlNVZW1fgdYmQt8Pr0j17GgmZGdr9CScuLZ+0EwFDs+O0kUe2UEcDUyfiao3dx
Da6l22dKMxqrWWuzdTqXp7FhFb9DUtdL2vQWbHhkZfQV3jXLfWeH0b4bx2K/mHKSeUtZ45gNsaY/
V6dmr+WOfpFKqnMPnim+COdguZLiWHFD24jqQ4uFx6q2SU9R3DFBUyn5LJ/kTHUKvzPq4XaxC/oE
ck9ymAX5ZsKj9DFc/dJ6/1/RUhbs7b9f3zcNKPBv999+m3+7KR/uw5eNZfHZH4sc9jozBpo6sOVe
NJYBNwgYONMBuIkQp1nJT4scIIVOz9KhXWmiYSemjE+LXP6AgJCsI3uPAD66IPqvLHLRL3x++KDF
R39P/CJgtwwrxM+fpTOMLsKpDg3HjcaxXw8DSdM4Td2fi+ZvkUKPshjPLgOJC04kCCFUy6Al0lR8
eZlmjLEImtDml9AMuIk1xlt+1g4GVHU0+T+nkS5JqzmWatOT52RS/GVgFa+UbprOZ6OI55MFUqW8
Mit5AAa6lCZYiLgHXqqZwBHbSFanfQWL6zyn4ZP5HI7Tg54H3W6UKIPX4ZR3t0urI3BOHSkb3lCj
HuMigdx+XshvLppZD8PT1lwCSwA9KYXjnn5jn/VNBw/HmRniK1Kec+pxiGyDrLP7bUKmf5Gw6UlW
hmo6G4CVmpg8p460nsy5btw60It9XjBEXCVF0WcocAYoKjs6X8+VR2f5PlpjHbr4P5TUMFF8G8Pe
TVy1NfvbWs2wJQD5GjfMLot532dWAn+1bfStmoCOn0mklpWZq8PCSMCox1WOcW26smO4gG6Zgmel
SVXOAuCK+8Sg6MVNvtiL5JUMM84irQ/o1KHvfSnkm1I431lwohVFjQrXpAe2q3f4WTMiTWEm61Kq
nklDqj6koa0hDmNO9rdnW+gn04GjxSgSXKbjpEJEdVVmDPNylaT51KnW3EhUOq2zaadFXTla9BfK
/28XoyJ6xy8Wo7gMsxryO7QKXvGF5iKA0oeoNpPrYtymsXXVDorqlZ2OyLqGMVYcBMGpkpS9y7ZN
9lOQxO8gWY7a24/fVKhlGYxzcE47lvsIkyqYnLySXMuI2kM2NdombmOVxC2qIPPBJnz7yYond/yV
CTJ8cbYiQUVUNc+2eadrwJzlRHKrnGmqDkbRy7o2dXEKec8P/XhUJb4bdQrXAfvEMz6mttdVFMSt
nQTu3BWxtK7VuL2T5sHEfyOSum6laYWx0GdNMB8zjfaiDBGeHqHdpCcasIH9tKSR7U5FOZzXA/e9
DphQO9QZQ+x2YwevOdDCOvYqto/tzmZi+9O4lKeV2qaXUeFYh8Qsmz8dR37p2PuP5XD/jaeognb0
90ceKd1vt/FXaE+/c+pl9+1vf4IBYxT2XqR44tc8nX4KyRpIVZI1hisoTbEwn8aqygeQNYxaHISN
WCgCY/N0+mkfBJ+Ec9NBGcEWwoZPhx9QQQagHIkYMKH/gwf7L2R4x0uVUl6nmIeppZPp6QiTvNwW
gSM1NtYrqacMBc0c1ItIrExnaEu3cmCBrJI2VT/qqabdJvTlo5U6tvbF0GXtR7mrV/Ko4nlPvw9L
ZsBvCXMAI6FlacmQAKZyX8VzF7mKpIY3tpmbHuDo/hrHmnz2e7Dom6RV39GwVo9im/hG7DsYtEB7
4Iwdn+cx1EBLTwr0QuO29cLZzi/0aixXSaJFrjG30Bjalkarg+sM8m7ZQWta/bK3q3RNJ7chq+wG
l5LsIuHswZKGqrOPlI+pGRqAmtt50xXNewYuxzU398x8HV82Bo1CouFo1mc3qOZIc5oydoA70o3L
5IdjfjsuxeDGeQ35PWjfs7Y9PgTEg6LAh8VOza2JLOvlq+clORp8BxiuQ6J+TJP5tgKQv1J6wOal
pZ8D8zFPElIwlxllfAId33lPMvjoEHi8BdCyKumf0Kp/XJ3PgrJVVyOwJG6hwnHEN7UIvoCuFHeT
osHpNCLrILe0z6DtLmtFSvBbmFXIEHNH38mco9OINuRKq9KvVT4+6vS959/zExArmAYRxDktOTaO
p6ILmCXMES0eknYbY4lEN62hGcgQdjUUGMk1pZsl5zRM3EXGxCo395n2DSgErJbcTQPDm3FcCPN1
xr8uve1pVsEA/vOMogJAqWrCZ6WVTmLnunnXEu4nDxeoAYjeR7zxq4FuHZFv5XTlvBZJa3rGDVSH
wopcJ13gXktLtX0WC3+Su7yStKEtCHJEp3GE6hnw/6P+nG0MutM7SuLBppxPRjs7lecqWZdwSPwM
Xv2BRs9D3yXWSmae7dvpAqVlhBnW0vFe2dAn110wZO/c1uvHwF0haSEyDQU56KOUinFRQ6+Vu3Ka
acCxJVLdsuqwzsWWykPM7C+Nq3+dk8+wpeQ1z9bGK2zpthVn4+0f/2jC34vf299oVHZ//JvgDL88
JsVveTom9Q+A4kU7g+rIInBz4j0dk/oHjkLh+8Sq+vPE+/dj0v6ARwygeSRDiJoksz/OSVCqMnWl
w3JErZCM71fOyeNFBDjCNAnRiJWCCDGO0abz0jQVEgKO1+oN2eM4tW6BKsXABCubvz97Vj/ZR0eZ
KrgTtEVgOgv5bSgEx3o9cpst2dAiGtoVBjoIYZj4JkMb34na27ev9EqK8vFSlAF0oHSI1ccmctMC
ijWI+VrLGLmF5pwO9m2RT6OnzHp6kkM3Xk3DsMVSTkK1p7qbrYnGpHzBILj8kmvfh/AK3GziGxJD
dhCZLcx8sttUhZ+i5X70nhbO8Tkp7pdWAgxuwbgBwXh0ZNlNboyj4nj9TLN0aWvZ1cZSRBH0yyol
QA2TQ8Z/+ynpojR/VjpwTSCbIj0C70wT7BGK/OyUymhjZf2cYx+eUFTadXkZ1sP3THWyS3NqDriX
CpDpWB6imHHspCm+PpvOYaD3VdDI8Ooq8eLYvoyAfLqsZczxhnIV1odquJ2kdDyJFWUGOGLSP1sA
tBk50uE0or/Mhsnwpyqvx8a8nIZ28judae4MtgU8sh35hhWvU0OOGCozYFKqYHabxgFRFlaC7ZZ9
akUpOQ3xO0nWK20GYelIMSWWKPQr/nj5IppxCsc47eAb2f3kNVaOGdycfoOnG69g7kHDasO7vOtM
V2mDvRw4uwwZAJjBobl+++288oV5vBX2CVUkt0Th/PJW5jK1EN5AQkR2YmC3I3PPuZrEiNbmyK0T
FFsyGdUP1UsjBf5i22HJpTfAsetP42A27+Q0ryKFeDI/bsc6SuUcvS+tdCgdzxHgYJisoTdoNOu1
/rYZl/fAtUTF46VJ5kgRgFYlglevkt0pzKkKHdurmZ+snLEb/LAyh3d2wE8mb6hygvcX1q+g7o+p
PLlezZkC6dCTsiBZDVP3RWOy61pxf8glyDphsnhCcH9XoYSE+7uxm61q9ujMWJGxac1MBjdttWtz
yq8qXANdJHo2VN7fIDwzQXYOfaYEh2WUQzyqepyI1cGvyngt6ZK5QokBReWBUXA8uHXkfGywbqRv
o58yI0N3mWnNqg6RNAdgUvrVmMCuzDvQHJ4Ni2Vbh3nuAZhA5kbC6NmOcl+f2sa1suBekpNvaTF+
DkO53tuMuiUnXDyUjOl1OYSUNP44xHh+22aNkHvJ+I3rRH6KuLLrDFho/RNrmUpMQ8wF00ge98u1
HE1ZPeI85nhWhus6jNgyCRdY4TiddoZ0Ew1Reaqgq0YvPpJWzK9JABFxN2x34GOrt+9GBNOjsAff
zKJhQvqrYYP38mYsp+o7OwhstCtsuoztaK5yuWS8+tUZVxUTayBQ3XsJ908vitEMCkEY8MIgeXlR
eRlzggQXLUKqzM45Cc2hWyFqfFjwmFrZQPBZbZ/f/qY/DWfIZtCexSuRkHwUzgpY1PpQJxzvRr9t
Gcf4cNDS9cAzLQfJcaW2/4L2mQQ8z/oyI2V/mg/Ghrle9M6M+5XtgohmGBWRCdEsgBN4FM2CzljK
qg9BnDZo3c65PLiBDAAqssDiyTWIuYUeg1uHU7MLmmQCItTZvmpJZxVZyc5G7LLsy9UEymLz9kN6
RLwerwfWJSpDohJCufrlq0nB8cP2INY4+WfNqrPzbD6bU0ghI5ZzSL2zeeRqXeraVtNcNL/mg94z
VR9wXvWTnH5bGnJGKfIAYQ8nxLJyPre5ZrhZiwpXol3FaoOQdZs4ayhi/DZUcV2rMF3N7lfBkBzw
JbB9ELmfp3jGbqupVmZ6b8rwv6WZ1QHSJB2TDShFdLKlULj8xsmqk2oUW8zonqarjLnBfNKWyrK3
wnPs3Jmh53AwirA9lWSU7sccUmTGgw7DKfFoX1se4KcUlEXGSEl/R0zuZyeFRQNURFXSPEfkgc/S
CoZZVdEHlu2NiTN4Wi8x4ep8tYs/AnX8yw3oX1XJi6qEzO3vu3fHVcn/8f3fPn78vy8adwa/4UdF
IpwJQF6jwydGU88qEuMDLQGkjCzUflF9EcOup8ad/QFUP3NbhqZI1qP88qMisT7A2FR50Y9JE33h
X6lIXp38IlrROBecC9E8PDoqyHPVMSzQbXPS4USN5/VsB+8cR2IBvtjwR5c4yrYJmKiyjlwCvdyD
Wk3ruKLvMjjXz97CxZ+/8Dmz/dU+eLwMDU2ZFBfG6VHI75iohJ2MH0iA+Hep53vkLb3UcG6JZNu3
L/XIdDj+SswUISMxjERr7yi8OgaOWPIyB549DKeR0gHNFYA7xBoCYL2ojMXacFqiLKNH6S7O57Nu
1jdzqG3E03XGeS1DbX37nl6deHx9yOKyQl1JEHK0l2FAQUYlK5cp8MpIIjnKNsLOCAzgaSheLDI5
YTa9Yx7+3iWPIrmuhjPWBMC5czn8VMxclgkiouZu0SeAckNkQZx3KoafLdfn3/Io2HU2eN6m5ltW
MCETOdpFevrOAfUzyobwXxc6DOim4/by8kkm1jyUdtjxcoPyYpELJKb1jcS1GCEfzFw/DGZ/2nYJ
airlhazr713/VZ3Im4TmTpMCygjn99GWbHSjV4H4BJ45fKn05nzpcm9us01aOHs7iHdzGO8Sw7ka
nWxT5/bHqO3eOVJeCQGKAlmQpICAMD98Bd5ygtkOtSEHqJ+HJ+aSfFabfF+BUUO6/CP4Qg+telRB
Rl8LkdNRAEXbaryz4U7hGuoXgHxDCIDM/bYshT1qjKcpIOFBTjdDNa6Mvrx4e/GL/Xa8H9mHtiqS
TLbl0SurscMz9ajklc3moWs5fSXIQypjx9G5ltr2lBbJoZDbh7cv+7PIRiGjQUWmajSPdTvywGLD
jQWrsRgfnCa/ECKfjRldvX2Zx5To+OvRPaYshX7FsXC0IrTQVgKE3wIvlW/KtLoodBtYK7C9qivx
5TN2yaDv6jA8kVNpL0JMUkY+MK49HIj9WGSXVbGs0VNZSfHiTVZ4aaajn3cGaU1PSg4VQZ4B8iYA
tMts41T1OahQDy0d5KNyT560nYzYExefjWj99nd7LS72Z58KMCbTThkm4dG7WyLbTqXOcrxCcW4i
K79Qp+EUIMXBbAMvQy4P0AWyk2hcL3G3ncwqXHXpPY0BIbu+SzR9JZXx52kaV5mOgCxTzXE6r1l+
8IDcah5O9MBwwUlHqwCRMsRhN4U1nODkQ4Q0N8uSXM0N67LB5jiVYGIheKLMa9iAm4nycdIWL2zD
dZEbK0CwCNQuaxmkbaASWRETU9rxwWoRkKmNTcMTDfnvkTOeGXV9HuRfwNWCDmi3yZTv0Zc46afo
ah4hIVAXekGZI1M6oE8R5nvHGvygNVw05j8DH/TFBfW8vGCX7/s5dC0oQOGUeZ2Zfa7n7jS37G+j
JsENntZ1bLpzlOyWSd3Bg1gFy+IxVd4Uc39iyM29qse7OCkuhjjMXSlqzmmMHexwXg9mtDZG9KqA
W1lhcL049b1UkXdXzXSmjmxb3b7NlfgKOPF5XGeGVy3pzYDP6qopsovE0TeODoUujPw+7M5tW9pi
W/7NBkLLYbQuw9jPqgHKtvopTnijpn2biHPBQAppdvzOcnGI8I21oR3SxgZXEfgikJTm94hnK+Ku
eNYVUvxa4ev1F7qrQCoL/pNmfJtCfVPUQQ4UZNpYZnWlJPm+CTIvX6xraRxPs1g6aQppL35XSY81
XNpzJ412VhT4bZftpwEfmLEDWmbMawjnN4h4+kMY7VoAIIJ6kUvLx0AzDqbBwpOWrcbopgt7+NfA
0Z1pXajOPinMTS05lyLqSLG8DhXtYGfRGvKHXyfGJkyFm010NRY067TKKVy6Xg9zLp2g2Cj+WlVS
wbHZgoLJnGu8sD+26JlMXcN4CPL8alTyfVLL66o3VjnG37nSbtsamaJAZ2YU7SSsZIo02ZlG6I/W
cKqV4Lnb2auCbpsNBtTGBd0xHiyg4TjsrwJQMXbdnKNK5Zf67Glzhpln7hUjn8G4HCkxjCcd5Wtb
5CmA9BFoarPtW30nXnWU8e8miZUt3UpDtx310Qfpv5HDwc1qIaUnneghJi+RZa9acLfF0G87NMZJ
jnfpvHjIHTyuAZB3O6BC3+d0AdkA1SpaPIy9r80o8vWM04WD1VRvbKWHKJbsDBg2IY+1Ea9G1FJN
/LkF/KznYHVYJ0OebxDX/Jir0zsR6mdBHkFcmhf4sglN85fpwNLUZmZ3KtrCdnNuIeEQFtO6N9R3
jv1XA+fHpjQjeiFWi5fDsZZyEuhZVaPCCN0i/R6xixszBLBdXmR4fLeKvovnfIP3CLPNEg9SqbhA
Te9OnKmyEXyKkBYA5p9fmXb3yaKIxRnATabZeztcv26TkhkInzBSIzSGAKG9fBoILkRFHti08JTZ
oFcuZyhrL19HQ98kqrab+LvkKDsoJw+Lph6gn6wtpuirsHyvZ/m62yJuBYH+x0QJZKvIo54VvqqR
jZmWMXWYx+gKa4IbvVge+nRed3TqTIsaWOtOi7G+j63OrS2CBey9tx/HT9fGs1s4ehrTkEt5Sy/Z
M7TpzKpDqC5ldZ+AC3j7Oj9bHBZ4NXyrQFm8NvsasjqW1E4TE5bscyXrB/gSUH6MTbc4j3ukGALf
sjAqIQzVWnQ3N+e6I2FzyjEZNFtJHk4ax9ljj7fLe7Zt1L/TsP5Z2sz5zUSF2YbDPxw9CzPEf8Nq
xFClRGxiRs2+IfBIkp+k6Chlw4lgmvWS81EKaUTlHG9vP6Of1H+0OlEb4vQA8nYsyItYtRbVk+zg
qfplaiPfDtSvMXlQVrxX/v2k7mEWCOABzVbSsuP2qlTpVplm6COqyRadXx8Xci+h11ip81qrdCLy
O95K6itrW4KDAGQzvaTuh0V+9HAzEzXQLuaSMF79lIOjNxghNehNkug2ihqtrBqSED8UVaeg2vWa
Xa2CMd2IFTFTlOk17XQNwXMdJ6hF3RhztjFNHLEcY4fA5LbtwjvaX1Cs5HWfD349Dn5i5t7EZ/Jp
8C2yoCYMDwBw9nks3dJCu57SyE/q9lyZE3ewnX2ccvhFxq5rAJyExg4Fl12bw5ltkss8GVcW7c7a
TOh9Fl+gNd3K2CU23LT4fDcNJzNd8a7SNh2njY0VKT07H3nCnTRFdyIb67ke7J1To478Kuu2QxEe
piRBqrU71+fAH8gC50XfKXACbcpssUuQt+E8bM5lIqaT6RuRLI1j7/ZpeBfqEo1OQYBMdmGUfh/s
dKNRK+v9dFU7ywWmvUg+oGdrVqSIcbvFE8QXmZbFYdsNA6dbtgkiyY9k6cpOw7WhhGtOOzRXpq+6
2p0u4XQm4vfc6LtA/RLXwdVSZWAWpNPWQeszQDNIpCLBYO+1JNxm08GMii9KH64DCON1GdzKLSm4
ae9pQ7jzYMDD5WdL57YVq8CJL0Oyz5qs1yohuXTOfrbQDWui3aiBt+UZDl19LufhlcMcQFGdtfhc
vJAYcqLKk7FBvOggOfw1StdjHX+feH5lggeJfdMMM5We4YLHOOlkmEMc+GrKQCZIL/Fy84CdXS2W
4zcd+VOWeaM8r0UioyfOra3TEsX+9tBKE1QU62NAPRI43blVzGdDPJzqKQd+wjtlrYXOsJLTfG+Y
cJ3y88VKrpKGpLv9At7arcf8QvSM7IC0yhjXSqXtxnzYVjO8LU6hTseXOU4vlzl2w3I8LShOSyO9
LChY8T2Cit7w2PhwNCQkyVV0LXohYo2YE8RIwtQwEp5Yg+KIhby/nS1od+2y1uWc9Tr6jt5tTaJr
F7A+ISCozbJuIsMV76aReiTlTHjo0rVV8oAkys44Qwsv3SgNmdx4w5b++Hawe334CQyBGFYicMDE
7tV8UJGxSJ4N5oOhdC3qAVXvTxeySrEMikTfxGl4bVkL9kPzug1IAzXnnbL0VcDlFmhamnQNEdJA
Uf3l+VvKtdzIGkY8sJb8oeigD+lAvjMMg98z16TS5Ze9KIFFM8bERgrVdzBUx98XBr1UIEFre7qR
7CQI78zzOvRK2+jKkhdPW0jjWz29lIzIr4nD2Grf1tH0BW3gq2qu+xUd2F1QSfsBWz4KmZU0jQ+m
Hrv2FIJMKyk5iQ0K4D6Y4mTqkintkzTeYVfQrzpbpDni4VKkMVda97GxUWaKAkbFtjquR7N3RbNr
McnCYOivzQoS+qijeZunmyDoT2H/7kpLO6CTsDM0+kdWfEX9cdWydfJmPHOApjXzGCArM64QFSb5
n/VDmYWFF4NzR6FmAT8YfkrsJVqZ5nJWKDOSEKICzYhRmtrBBC+Igku+1xvzMHbRXaHFl1JaXnRN
XqzsKfAbg6KiIl72uUWMZa0yF5nV4KpRgmsZGnAxSj5x+PHbdyjgZoV0LXHYumoeXaHSDfJYzja6
3j1ITfQ7JhUQ7G1tYxbVhW3224HtK9GKgAN8lSYpQ6QhuC5Nw1U03kBYS/s8DT91GhUhlWMxYJ0W
1NiigMAP43wNg3UX2MVFZ1DUGRxXEcWaWlADl8MJWInJbcPwCpMKqLMnWspZ19l7GD7XCJntaJld
KkF3Ii/Zvpa1HYa3B5t6OpMcX+yLFk63VuiIk80ey2w3U+xrJluUOqPHtrCrol2VjCdpE16JMIv4
xkcFMy+r692hYdCEzZ73+MudZMOUKEWcMXYthLWwG9l0KofiIuQ1+EEPHhxq0bVaGeIIRt9Cc75Z
JgwifJC2SsQcuotqbQMAAFOZEvca+zuMhGqFNWO00gOkhqQU0YvpTMOY1cCorZWL+zS1r+OmP9My
gRdJN1ZX7kXhnRCUFwqpSu4eoiazkdSQmlUqLfOOcfslAgC3qHNdtap9VROcfafPCVjAWcM2+ChK
7CjJUneCbCthnITCsqdOzM/NFM5x6JsZJ2WJR9II0q6iti4lH+nPrUydjNzIFxMul8i3M8UB8EvM
RDoiOC0VbUfLf5dZ5g0C08hHL9NZak3GqrQsxva1lnG2J5+dAisdLcm9nhHJqTjpmyJ8J3f+SeQQ
PhGMWcgJAYQd9eo72lv53CLpazsj2REPk4PXFFsQRklKd+LtyPz6ckIaiZwfkzRk849xJHJsIjiH
DAQYh/5U5CcRVbNdFPdipeMp8s7lfnIQ6GJaaiMxZNIBfcRcPKuCZhBvQM5GyysJ+hkFdhOj0IdD
O1zlzkVs7os8R9e4ZO/jKIcb0buTk1w+fuf/hKkg7E7+PGZlPidl/r0ririd/2rcTZGI//2o0O2b
++X+JaNNfOJpNGgLsxLwZ3jwChsTsVaewIrOBwTUAESJA+8vROLTaFD9AOGFlSwOQ9pBJufuE6gf
HhwjCxid6D3RIHF+bTQoiornZy5APgaQKMoDo4CLciy5N8eyjggNFBoI19K3pR6iM0yVuup0qBoZ
ijDi/MjnFycYNZhuscifF2Dgp+DLLHBKSx0syLPX3myXCripdtAuY6hr7qJUzbjSx7aIXL1qm+tQ
GZoTHWHqCDm10tookcO0o8Ce4PuAy9MW9HpgYMRTkmLlsT8ksF0PXRSfpghpIHkTL59tvUaRzcDi
y/LllrzSjgivpQKeDPQ9wWYc+iz3EmrUiCSaumnqgv4dxvtxPsTLEgkZD8NSsOTg4b/oR6AvnGC7
XSAvZCD5Nlc9jegWzoM1CZma6p9QJPwfz6OxWNt/v72u7x/uX4zdxf/+tLe0D9ABLOYy4M3+Qvs+
7S1+JADAzIh5TczP6eo87S1m6+hMM6s3ocT8idF82lv8CK149pZAM/2qDOEjT+z53sIzSDBZVTgm
dNIs42jqoSSVaS2BrXpLB8dxTq0NbmDOyu7H7+qyQOC/YdDRgmcZv7ahskVIWd6CtUfkIbe9cmn2
WTGoB/CmdAA0/WB0n389pP+vYCcLItVbS6z4ze/b7r7u46M4zuee1pqKriWUXyBN0CMg3tAw+rHW
ZGi6aCKB0HkEpD9fawA7xNn9uK7Qt/wRx/HvYR3KkJxZqVR4vwQ6fzSBfbnWBMoZUAC8MYz6Hqe9
z1IEmjVzmhSK4lV1YLmzhXDTdB9OYbcpHBSAWgNcMa2hJv4EaElkzOa1aoSeqoPGTphcUYDrd+jx
JCfBYqGGAw+lydoLZZRXXV9Knm2V14jTymstGS/LcXG7JJndf63Hn3mmYSr23npc3aPBmpX5H//v
efB7/OCPBcmgQgg4IBEqDMqeLUgVqQhwYohyPy5Vsfx/BD8Bm4Hj8Cc9QsTFH8GPZYhiOjkHOhJA
TH4Fc/RIPz5akFjEqkRAbgK09RG4OejCZrLTUfXUxQDjn8zdauqk2BuSj0TBtRyq67qzfndguJtx
nq1ofUp+g5CJ1XeO26nxTbC3G9s50WcHfSjV8gpH22I4jQtQ3912MiY7aV4eHOp8S0LjJu6kwh2G
oPcSYVHeKNKwtiarxmtmanxwsZ9nuTbWDbqv5mDk/8Ta/Z9+VHPMCo/ktyPpgZX7xz9eeAT+9bmn
hat9IOZxwCpMlgQplRzqRyRVBCwfQjsTMsEW+LFw7Q+M5vAz0ZFHfPzYj4XLj2Bwkr4+KkawpH+B
5foTVC0MMAfYHURHkDH/n7wv640cV7r8K/cP6EL78jLARy25p9P78iKU7bKofaPWXz9H7pp706xy
5zTfBoNuoKvLMEVREcFg8MQ59pIBngVSVpY0mULI8A15BKYCZdHpM+oHI0bravUAdbKUhGVx1xXT
gCaPSHfTLAa8XUZlO1bQ/6JFKE93NPfOFvIPyLc/FMcW0Vdk/jgVAEfIt1EMGe49ClAoQscC0lgM
OrZro5F36Cl6BTpU8sFg8oKGcYXQbD5VVYObQ4hG6Vn5MM2QNrVw+Z8ZoKit7HtFaWQyAKSDot4B
KPYMGNcM9aUOJUSkHqcZOlaeNVjgiEv7Gm0iWhJ4UQouesde+vBA2ueC4mylgt3OtBep3mqewOMr
71DbyP568X907vz/IUkxgcfAORH93cA2LerK9t+62oJQ/dexbD7KLD3fIv44zF+eB+v5N1hzdXXh
zVr6y/+zY3z+ZEkd4JYL2/vyk18bBmjv8UtLlWq5C/6LQeX/7Bgou/17AUaBHR5AVXSG/yMGoa9H
K9AaQSYFI0ESAlwW4GzGHM4dL7MjyFOFNX3stuAPgR7D03zh8Ma1Mf/+CL5MpGisUWY8wgNU8kf/
lF31Fp4Eeb35wkUlttGzY/VvT+KP1ZmF20PHxpNKv1mfsr82m/9bUo5fw+NOAJ8RfetoIfq6VlHR
FalOB/oIxhMQmh/nxzCQ76rjJeaNT/qJ/+7ivz8Ih6/zj6Iro51U6kgfC93VqJ9D7jSAnLfzSoNN
T1Dm3rJttQtP2HRJt5m85qjh7oyYnh2kG5QOAnAgKpb/97GQi9G/z2pZ/bMYnSWo58/ZRB8be41b
snQdlD8dH/dX/uA1P8aH/mXUialcWvXFAv9uMbitgTahqtcWHitvFa+5GzfzPkFv9mN73++UbUja
U9u7CWLodnsJHPDHV7ZQRcLWuHSY/3YfXUuJqSeMPipvkPWw0RPxUrrdM7pt9DvIzelXaRCrPhS+
0te/X+yvtc6/1vr8wZxbOmoDBTVlMbXJX8ChDZkf3sr13z+Eq3D+/hTOM1sNWCJ0p9FHsyFoa6ye
oT+n5GiqWh6I5khAGGPJ7bULbqoh1/jtk+JsjkQZmSpKYcvPzywJHVsJ9N0d+qjnflO0LIiiaVHq
diBujWMdSlga+kYt8zo3ksydxo0GSiWIGplsZylS5nYxEsyo7xpXpmN5yBT96DCQM6SjdZtIzYtU
2A9pbid+DrJmtDsueDLpo5wsurZKC4J3EAcJRg0Nh0X7OE9zC2mU6hcL2ffhYvFS3nDP35ILFwX0
IyEIqNJHEAxcsRPu02+gSnmMSP8wvSrPoNy9BBRZRvy7J3Jxo0AVru/VmT5qt7rtKrhrI7oPIXBi
X6ERyn6y1Utf8tI7cjEhnLKmb2qFPtZ+/qNeh/5ku50/BtkerUGti7bO/jQTXG74IMudoPzlLehS
dMOl65iSISLDmq6yTbvOVvj/9Ery1N2lLok/BRCg6tC4riJy4xj21dpmu5cpNFURt/bzzjmiWHkB
RPKZBfLrvnSDK4ZsgFWIx0uBLqXW9CaOH3OCNuFV05NDelPeNO+sIjOBXq3/hqbH+t5+nnfUm67Y
owIgjx+/sN3UHZgdmJvppN6iJkAqd3qEzK0/JiSMiLWRAuV2PC0y7iT8CWD8M0De743upYp/jaaI
U/eenkKSkGE3kYoAGBCdfgzkEiKMO1f+FSnO35Cz5YzWigwGZPpokM6nm94rriQyB7ULnl4gYv3h
RtZJuqW39kYnNajQ3JCoXh7oryZpXPoikxD/rW+BZiXAMV3aI5ZA9XcfgPvE0zTNha6E9BHX0/tp
K1O3fQA+Z9WvWemhlG2z1bhVtvIesIaTs6+MCxMw/uQH5+vD+UEB8L3cgw3xMSXVXt/SZ7AmrsFE
shtOqXtnrRNv3Nle6j4229YD6SiMot7WLtu2Bxo0u/G6eD39eBuvMz8OMjdxn3A16mnPdo7VoiNJ
DuWjetPuUBeqDsOuu+DGHM3Ar88LsAPy0IXRYOF2OA/IVE3RGA8e1UfmMa/YNKpnrpw3I1C8IkgC
y0dMrnzzdva7q/iduew+8j4u7EV/il3oCTHQKoVMGVP5OgWVRtJkm0n8GD+oD+pP6UZ/Nylh2yL3
AWfRcW2tgfzowotz0LpfL372VC65mNsoNVD4jR+hfnRlrCVyavdsBYjP7pILXXzUsuWfbXpNZVVO
KOFR6bGACPUBESEM4k3hh0cEzkudyuofLfLszbgMotYc9N2XRfyor8Lt6IHW/hi6zBv36Eh1peP4
KvnTs7xBL77XkGHT3qYemikfL3zVPzrm2Sy4DMOa8myGwm/8CKdcDatqPa+yV3pFX51jtDV89Fkc
eug7HMKjjNi5+vunc802v74uSh6gP8LJDvy8X5e8yIoRashYg86fvcyDELYX7zKPepAzc6uP4bn2
Oi8k1VbdRV7DvIPtytEFE4MCGp7yW3BaED3L1SL4o7ia3NQ5UYWuufjxafOak5g83R5eH4L4iBqZ
B4trXTS0kdfN4dUiu5YgO/Fy11eJv11VhJLTRndz90p1ZTff5uTJXL20JAny1R1iCA1u/NRd76kX
pCTHeJuTr+P9evL6EAW3ObkKN9iF3WDnAh3vtUQjB6gkk5a8XB+sYFeuXq5TcjXjdw0SWMTw9JVM
rtGxvh+Dw1XvDX7rhp6bEXc1eaefwen55s2frkCOpPpzEJPDlewaBIQ9ZNd75vbqoPsvd9TVyEeK
Nz08vHg1uXuo8ee3xpvcq8NM9E1O1iW5ywieT5RAI09BuAG19ucCKIHpUg+jQuQBYfLn1YuFyV2X
Xk5ujxN5P7zMeAVvJ3n+zRVpyB5VIGJsvOB6+1CSgRzwPu9ALwX36/cosDG5zK3I+r5zQ/f9KfQf
XsJNTEr3BKU6RNpb4PDd0r3CWi7WMe5e8T3QH0GgTYqfSGRjkOvDrdd7hw0jd6uRvEyrl537Pnoa
/uplxEvJ7oyoib0cDKVeu7p6wUkNOZfjBrm7mvGG6YGRG1CrudPJxCi5q3vwuwDjM+JDao+kyx/e
fMP3VzZxx63murf+9miSdLU5BSN5Xt9jqpq76t1NS04oisFu94/H213mHslpP8Oc9+st2uDd2vO3
+61/s7fJ1vGearJbd+S28TeGv8dDXGRaxA1hXh8/bK91kZHOWJ/Vs050WNwJ2MutTRDeDx05FsRf
G8glSnyKzj3eqmTtU/I+BwYWVNu+UW81BNJW2xI1+EGO9+hduIvIC3XzlYmF82/wn4pso+XbJeQB
MuAehAhcsIyQ/U/L9bfVKtz5W8VdZvazdANPhrH1rnl13ONBmKdbuYer2PM/fG+7+rkkOv7x/dC5
W4BtyD0CGipqJ7/wVz9nN1nX/qHbXk/uoff6oPeUgHnrlKwPoL531e0DvHuCWR2u7novmNzJb7z7
h8OVQZ7WFjyi9+yVvPLXzLPIw2F3jZmnHjIyv3KhSEF2nX/1kHqk9D40cvv0Dkte3MgiH7nnr+8f
XP+0nWCAx9Uzli8nHw/rp4FgdScvOf7Yg0WWHJ8j93kKRn/rs2uQX5DZ731pVXqUJLuQYG/HPyuI
FpAoWGOxqy0lkYdRl/E6F1h4T1omdO/fY3bM34bu7fXT60B2o9diQSwCzwugAbW5e5DxxcyVjSW8
trzsXibZujo228LdXqLG0/+4c5/FN+7CVYUCY6zXiG9QnCdP0u5p9l4PLazmAV8KDruh7kF3VSx9
6b7erZifb95QNqg3jzbZL7krENGB5t6KZYXgQsBBGlTg4O/+Gv6rBDwnkoTLN3lbbGQ/it1wVW0i
4Mtuk4ChADVcmWsbHEC+5hYwuL/ffT5h8b/F/bPHczuwQx1q6kW75ITq9Ut5HDcW4uAq9rVjuDav
zKDaplf1hTP9nw47kH0F/xcK6RBf495Zpmnc29oQg1gIUuTUCE8OiHuJpNQ/CuDgoY9VlVCab6xL
Vb4/WQHYYgGJwnkezaLq18XOc7scFAkPHvx5I3/YH/rz8KQ+4URSHayTdGe7n8v7jyrU/4P74+ZH
FoP1k3TNzx/dv8qPf92yHyxuWfz2G0X9Ocrpf/0/xGO/pJLfX//8z8LhxsBwel6QXn7l182Pof0b
hFyQMwSRKbBLZwVoydL+bRgg6QKkDj2iaO7HR/tPBVr5N67HddyUAyS1IKVgab/uLCUD9AoLVMMB
9wy0sxecxz+4/PmaH0kLmGSRrlyYHc4TYr3uyrAMoRUWZd0jcMevYfdwthCnv3ztnLjgu5G5iJQZ
UFNCZ2DmowRPkhiaMmiBFBuaS+bieWJ6PWqpPznWSdakU6ZoktjYPJ6yAuFqEaaQ0JIHbT6UBpg0
UWAxPaGZ89RsULGz2gy6er7SQx4AsP34F4XJtxWvb5abjzllIqMdzobIxjwW/XYuIJyTpdMlForv
RueOaGrYzENhlRmIoxrLjXUwWZlg5hRbFO7UibKyNejA/KJXIjXXEQQjBjm1fbHBlzc6O/HNdot9
0ZIzX2trVHPmfdxEF8L9d4vCnWwMcPfaTGaZD8U7p0WIFPMcvpKFz1ZVKBFALyVq1WNrFN2blsTy
+Ffw/seWwjlmaPeWncRd5oMecMOa6S41LMGhOce06gHMXBkUthIQ3u3QZqMcQlu6wMvxzXJ/NpGd
fUmDWXoHrY3Up+pbDQgEqIbFfP5T4ONs5NA0w9GCUBEEEQtIB9gZaPSByxAyQP76Iu7btNXBdufH
FXrm1T5aG9UoB2KDc34JPsayahW0XEFwMXubmzzatInqbMRG5xxTz/R0LPsWl+FPc+VqleCKcC4Z
ghFogiBb5g+QIAPOoE7ANK+I+TvfwVuAsBacVbASkFOhoW9QSd6PojNXvwaTPlVYVccNlI6sCJKH
YxxCaaqrBZebc0xaZOEcAcru206GgALFIrCYNIKLzrnmnOfzELVzhpusOEebEaQnJ4sxsanzXP6m
2nX5XGL0Ktm33V1ZXchsv/H5T+LpM8/UVb1IZglCHbHaH/IwS0DMUF2gg/lubC5LN7UZmqUzeFmB
CtiUaZ7/oKWhXbiW+G5wzjFr0wZzxaAl6DE105fGlNtPOapCzO8XLNuXXS2X4zqG6C84NeJgHkrQ
LynSJWqA7+a+/P3Zomfl1CmRjIVRs6z0QqNAc6gJMguhoMLXAxNFB4o8AflO01REhnCJ2r+Ljcx5
p2mpdUJjlvhtp4OCpNPftbAXcx+exqVgcyJBYThGl5DsQRvjhSpo+BWbN+eaSmhY9azViY9uRJ3E
4M2HFHPlCQ2+CASdf0zWW2xqGkw8Rd8uiAQTkiXptdjYyzn4zFB6aJbmqoGJJxhW1or7Ns9PYkNz
zlmM4KqwCwzdQBhrwzRrKzejJeY9vNJ7CvyE3rQYHOrMYGvxGl1w1pxbjq3eNjn2M3/KBpeqCN6m
BdSm2JJwbtkmZTPJJoWZ1KD+gZSR7kNv6F5scC6XzUKpKtIuB4k2BB2yVag4k/FslaCNFsveeLgB
UEFoQWRZ4lPAVmzpETLTgl+T2zYnS+rGEIowfilNWxZVCsnb+U5sWTjXrAyadL0FFc8kH14lqduH
RlWLBUKZ80yonXaQKQS0COI15k0ij/e6Ean/iFHuP+f6pXBw7pphUcex5nSxHyn0UEgM5x55aMV2
ZZ573VGZJOtxDpKC4WcTbexC7EAlc5tmq9Gs7iOMGw4yYAuSN3apmPnx3MwFy3CkVMCvMBQ+JHcJ
9A7E3FLm3FKNdAVa4eA0kmMbFxJF8YwD7aU65jLIf8uY//2MnFuGVYppMzR9xywtfFtqIa6bN2IJ
EC+2VkioU8UKBq/iZwd6UpTKYumgzLmkJKMLO9J0CusbbdJUoE0xJaUUtG3OKeVENqrBxuhhVO3h
QNcqhIuFvqbhcE7JmiGSOglOOUY/sCkD8QxSDsGxOZ/M7FgZunyxlEwtfXAwPrSRYwv5DjCpXx1+
6ONcVUEh5VugaUuMlVqKpT7Ain0dGVxQODuAGg9+w1z0CQ2kMyEMLBJgAcP9OjjELHRGoV3v53Yt
g40eOkKRIw1CdghG2a+jo7tHSiZJpb469TlkmCJQq41xvxKbO+ecRt93/WhjdLCIHbN0+FnPIGIX
G1vlZh42Ya9ShMJGAiEHwBoAYLSh4KJz7qlH9tDX1KRQzICqEPr4GPRBayrknsbStXi+9TDHjBjL
GVyoCrtVmE71wlN56Ur/zxER5vZ1dLWJOmi9Y2FsCSzf1cmsnoRWnNflaXJ7ZlFkUV+LIbaTDE5/
3Q+2LTg65/vSoFZJSsHXFE4z+hRCyGgLJeGf2Pnz5QYjTDGkNUZO6gREPOsM/ZViK8I5fjOFzlA7
GDmXSnCra69jh/qY2Nic34Mrc8qkZddMh0bxKLQ73W7M/2oi/ocVTlyufLUR8MxpWVm2cMzOAdPI
jKto9GoJzpzzetpmZk4lMDSVbA9C6bwXSqoAVPk6aUstO9bPHRh4ymlfZdlhvsTd8I3L2Jy7y409
j7YDhwROEJjHVih9AJ3v1wkX+tC1tAUFEPKejQmWaC2knpB18Pz+Ts2gQAEdB1+bTXBYHrQpvgDT
/WYtfmu1mDR5GHVsZhD+Sm7AXXq/NBQIRj5uDx7zJkI7PD5hmem3jX1AQ6pY+LA4VxyhBs8aHduk
Pt1FnV9QMaNb2iXPg4eS6VLTLIScIB1+m5SZzLMmlhj/RuqGHrK0lcfF7Eqp8Wd14S8Gfb+YhXDe
ouWWNpV1gcGjovph2ZWyp8YstWJObnEukzlm0ycQcvS7erZJT8cV2t80wblzjlOBxx3ySMhfjbSp
H+ew7MxAszpjFLNxnqMFMqkp6Mkr5A5Zcp0qQK7a01po2dH29MVeyt6iUN2Chee5sqbZVEB4EcIy
YoNz7lPWZm81w+I++crSp6tp/MUq8U83hE/s+Fmhako0I0ajLuJJYYNofK5XYPZKArFpcz6U5mnS
mhri4MTUagqsaJ5aYiXdKGiM/JW0jKBSj3NlBqwbu2tDqsd1Rq3xJDR9/ko6tkHCZuiFGQydbbqg
W7Kfcr3rxLZi/lq6yWc6pl1mBsWkJmsppdqprxkTy310LiwC1OowlSVmUKbqIiOWAtGrGpKgH3Fp
RCPnE07H+LCNpM+7NOvek1rVb4SW3eTSiK6aIfE0yIjoyp1htUQZxTAGn3iS85jehZk6oA0Shx4K
MKQWtq7p5LKgj3KB0apLgNRHDJ4N5ZrGh1mKxU5TJhcVM1tlKCFju0jt9pTZEkCodLLEEgqDO9Zb
06yoYdFZfu+wft/JcrGvcYfnC31Lg4uKJhry05zNZhCD1tFrer3YTENtCI7OhcW0UNBO1TAziPoq
XzkNmzegGLiE0/4mIeJFnSyrYqPCYuxA4dCj3yuafGomo+Dc+dgo2fM0OFDITZ22WzfRrAQjyiti
G+lnQ8hZWJfDXHKaojYDu6vyo2OA1T+bEiY4d85DCyOMpzCMzICmvYzOB5DIS1S5ZO5LiPq9sgei
lK87aYEEozDQ2RjkSZm8QWlhPiWtNpOyrpNAqWJTLADzTDxmSkdWgdslsMJG2SFrQhdQHIWCfsU5
bTlRdRymEm/hmMV1rdfaBsJsqViw0TnrkQpJq2WIW2GNOkBEK7OeDzIk3gR3Dy6+y22oS5OE4SG9
XAa1ZAP0j1Zswclz5mMpE6g+Y+zaQ02vawkKCVVvD2Jnr98gQhoqh0mEbTWN83irtca4DmUokwvF
M15vxJCV3Cki+JWhj/WdURbqBy1jS3B0zmbiPorrEfqLICnroDkoW+W6Q9YntmnzKCFHbjWrXLw2
tycWjEOJ3jdzvqSn+U205JFCOeQ7czqERhB1HV2Ndqb7vS2nYuVKHiqkA6+XNDoiPUtSNQClHPNb
PRc0SI1LluIBBfmOSpi7UY8ekyGM0ZmGGGgNPAZf45mZ1nWbWDlsxujVNdIC253VKRXLsTXOVce5
Nlu7k+FMoHi8okYUebOmXOrX+u6rcq4KcVAbQKfBDJqhuKklQ992hW6KHZk++7DPNqkuTYtKHXqo
/7HyPW0rZ6Ox5FIX+Xcz59KxKIcWhzzbRtBlhulFWtqtqCSJYWHRFfj1m2pdHc+pOZrBVMj0pdYz
bZVYVSx0JYeW8q+jp3rSaFmumYHCbGmVh7q1lSYN7e5CQYyHDhVUcqpEb3E2qLvJDW1tIpk15mKu
qnJJWWgyaL0WjhGoSY6msGIyXXtOQrFc+JPy7Mxm+rCqEk2Fq+opaOhDAE09pbKdS52X31gNjx6y
rU4few0m2eBqe5cU8ejK4MAXy8o+myLPJq9mDsvHFN5Ux6pJ5DyNA8mml3TElnjyh7yJhw/ZiRqX
uaGaQUfbloxt3e5SY+w3aVnbnpjlqF8NcwQP5xxWCGVgwJ2eIALSXDu5M8UXDPO7N+B8Nka/CG7m
8QaNUxZHKPoULopYMP7aAl2+2Ctwnksr04bRmEagVaO5cagUPWEbH96ERucxRUUfFwr+NQLT7uJ1
pcTWqkVvv9jyf3JLntlPbiWxCpptI5hnO1mNjZ4HTm+GYjsJr6OhRpg4tj0jsKPYwmEktFbABWRi
FWAeWZQZaYeDDkyHQpPZ11s19gHmVsU865Mp5WxlDMgw1FADMILJpINfgIfL1dLaERx9iRbno8s2
NdsZJ0GpjfJ1GTchmY1qFku2Fe3r6HTpY7HizAomA7ESaEV7Dd4OwasqHl2ksHCIowRZn8zy6n2s
WtBtR8V0J2bvnMcyIw17yMYbAQN/oK9KgwMxtNgSy1gVzld7uUbgk5BtJ6yHWJWUWM3PKipVMQQg
WJO+rvxomc1gTBi/nSZIGNizZa3CXpcEYw0PNRqh4F6AaN0IAMdgj7bcxvs5K/sL6dOyof4h3vNY
I6Bo+9hcrLIFJX7kZrgjcx2ndK5yLda8MG1n0uEyMRJzAh6C1OOGAoSLqRVouLD1Wr2pjmipS05C
hsSjkHBom+0iRKEoyuqaqIlOXQUM/b7Y6JwDm+NgjnKFJHkCIOEeu3oDHaJZvxUbnXNgAwYzQRIe
H0Ie+h3u/VgwN0wMHgiS4q9GCo7YJh0jA5rtQMgobtGULXhN4kYLxW66eEiSgmvxLELoCepcnR86
O9Q/GscWLKLLnA/rgGhVvYrRAd93fFutnmIju6ROtny/310ARFhf1yYttKHvDQuD9+N424Nk5Upv
o+yCg303Ole8zNVSTS20DwetqrATlCQV18qzUmi7BcPd17mDalWiUtFagcOGMtyEtlLeMnjBJamy
72bPHWoltI5VsgqqNaPpHBKiuy6QJiRTIjav8+ikpNY7W69KBzKUiXbMs1zeO21qPYmNzvmrnhp2
QSl4Xu0W3XpSZzn3UVMNQoU/nVdMbmX0Wyqd5gSWXieLmFBOomrshSLZQsX/JVkownLubMl0wJkM
FkxoqORvNNLKn2Irw224ExoanL5Tse6mND0AbcZykgAZeiM2POetpkVTJ7YmJ5BStWaeMWdm6jqh
MwlV58Ds+HVxDLkAR6hdhgEokRRo4jCHyHKjCYV5EGZyo2vdwNSiCIPMAKlavShUl0bCPKG1Wag4
z7NA6GE5JcQSHCjQMIl0uSytK5Y5YivPU8zGLaSj0AodLpeN2Q4qPhpUXW0m5q72cuI6y2DzDP1w
EaSlA1oh8QZHmHZkRaeLQc90HlYU09DJbdqHQV3Ksi9pUvIjL3L2Krbw3P7aaO0UdWohBfEArKLZ
J2pg9LhkExud81drdMoQ1RApoE6u3Jsa5M2qgbbvYqNz/jpXKVQ7GGSIwnwa/Q56zquBSYrgZ+Xc
NS+kJmmdLAyiNssg4zOlJ0tLtTehufNYo2ks03G5SQqgtqkeqCLVdzj/X+It/WZ/4vFGs0xzZnaT
FPQQeHqC9FC6DaHoJVSFgsL0V4PXLTCUpl0VBsU8q8FQJcc4zMuV2MJwW2uYD0rdlkMYWIZU+co0
htD+gnyt2Oicr4Y9VLWktIecbm9UPhoKktWgQodKbHRuawVdfxcZsyEFrMiieVNDe/ZWC81KMAZb
nLNGOcN1YAR9asVKNaBJhqFSXLWLZTGHsjh3TSzNVmod889lZnqoT4ePmh7HYg7Fo5tSA8KPLUWo
6aam3tFpSjYQNb50YvvO5Dl3xT6tWpNtIApPXbZR0Yz3kJpDfum4uZjfH7JhHt1UVTgGTuUgBTbt
jMgNu1FeoYWuC9IavCvEhGbP7ApZEY92ApLZznJ9lIKptQZSRpqK7qWyFRydc964NOUsjmaEZG2R
oNcjnUCRMhNL/3jIUwygliPlESSrB2PQt7JmmPclqi6NWGLPUwVSp5zYaMv1inVKGOA+aFgnVSsY
HT7p3M52ciapeplbZbsq0yjzuqlPCzKX8fwh9mE599U7g8YKOudXljM2HqNG6+U0TcRC20Locp6G
JHSSzFjNpZXeIbukZTasIJUu1jYGMbavo4fUkUJJM8KVMUFeDkUEyfypQ/NJqBoFrpqvw8voaKBt
yqJ1qkpy4VUF7tzNtBkFrZ5H4vRtXZYhpH3XVqXLpFf7bs+qNBKzSh6JM2uOFUNGoVm3HYP4bZVF
FZhKaC7Wdw0lh6+rk3aFlqedXa+H1GjcysZXLUCGImY4PBanBrGTHKaRsa4SUIoAnFBdpxobhGrT
usHtuGXaDbDLUVrHdfU4DUbxM7OG9lnIo3goTmP3yZDHebXpNT17MSAA9V6x4hIy1PzEC/4h6huc
x6adrE662lUb6KJq0c5AKSpUVhYD2XCxn1QK5W10D7UJhBjs0tIPUIqQ7BVkvKfw5wCJluX2r0ga
8BvLbVl1UDKXZokdJN2CTqcrpZNmBZYp0eS1LoYpJ5Yqj5MGoe/cVLe07NIqh+hb6ECcM+619FUa
tQpNZ7NuDsqztfwK+Ja1uJ5vILrbZFvovcX5waJQh98akV1Fz13RQYWJVGU7NrdyXXdZ5aYTY3pC
8BJh9CqpgxKFJJXVMnmHXDGD1NDodGMEbWE61D3RoVcHoyunJrwqFT0Z9zkbZ7NxW6W3mafoeRre
VD0YMA4lLoVn8NQBkJrcWHWXKj0ZxkgeLW+qJqN5yJomoyu0HBTVxrEh3Eki1ud96fVyluV4f9rN
9WZudAc9A7JE6ye1yrTiuKjd1bE7NLrJ9qXTq3UOuenRtt9zvVLqo0WNWn7KWdarstcreYzTVwme
HKtxC9DLQkJeY3Y6QUwVY9a119a2rrzOmWzQmgx2ncQgX9bGEEykAESrVkkcFalig9JO2Fd+FA5h
eUymghnXTWS0GMEGvZwKhklcMBuTH0HN17hK2iJNjo4699nawdmkwguFejkFrFVw7pxtO86uIf1U
QaQHG3w5r6gxGe2h7bSszsC3DhDDLZTDVZa5zLHMCOp74xxVawp9F+k519jUFiQGdM6Cqt+YF2OJ
GshoDJAnsauh7TyA9rRmcNHvN2nabkqyHmU1GaK6MwnHwjKSFSirMkig1XMrGbhpKezQBDM5aIGr
H73WDsN9F6s2va9Do+4b0A6ATCd2IX81golB0iAyvzG70jBf4lbNkg8mW9IMQr1ImtWC9KaEX3NN
KEKP62TEWymrKQ/bTCIJqBcUmSiFhef6hQMsGHxiKDv7Q24jqiUkTuoQjY+13RXSkzSzzkjchs7a
/AaNjEl6h4AFxAbRRMHAfZpUTu5r1VCPxa6Y0sXBrBryrz6a1Utn9GhR9s640+NSU5ogkaETW/iS
QxnI5Y1Oo2EBNcM4H36qqDd0N3YeTXHrsZKFppt20bM5NqXlJy2zawI9Zph5U1sxe1NarNF7nbRq
FWHxcmXaFnKRW3t0yLfqjV3jMlUhODdm17lpxttBSWWw8EEh/b0ceojSgj9sflPnNvE0fbLAKaRE
852eKkP0HkGEQF9FlkMtaDxqI63Dw5iVLN0PLJ10iKuPeuhAX72jMKr0oM/UUeMtqHJG6OEMqdPQ
xxbRQYcCRgLlWeqpoTmU22yhhq894P2ipPb0bDKHR1OCoONPSQuj5r7trcpJIJ6LCrVMOk1n8zUF
oXabehl2BqVws8FKE2jQ1sCT1aSUcYdZBT1AAo26tuQe9Fkr9FGabUhyUBrVH+gNq6BzHIHuhVXA
p4P1xYae+GSrPbG6JKmf44IBGhGMSOYyxwU9UQp16BbCaZFDZkmvIUYgT+DPegJj9eTcNGoxmM/a
JLFIJU6fNzrmNvSD/pGxRiuvY9ra9dNY5hCnJPqoV90xlBN1/DFEfZKBB26Sq3iVhUbfgN6qrkBD
RWRIBsVKMESmBQxCOjVaqu7TXpF7hWR6UWu919ihBpBCpkqt8jR2wyT7lp6a+kcn4RAG6voycsos
sFLcIgSQJWybY90nXVFCRmHswZWKWxbrloL2QX7FZ+0gRG2PthHnBFvD4Jy6gqkWoFwlAC/4HasY
h9dEKxuIAFvJKEOIQYqKUe1WaV0xqQZdUWVGVybVpNpTmTHLGznWGfYLy+xtED3Ww//m7ryWI0d2
df1E3EFvbpMsK5XUMu10w5ie6aH3nk+/P2rWia2iaqlCc3lmortlqgpMAyQS+PHD/2tK0j58SKx0
6O4LvzLUHXMT6H+mtI5XKDC0DTv4ykHfxXBh0koo6EXYZPlwsCt9rkZA2/YAETLJJxLsbqv3uTq4
Vpd2wVfdUYp2L9dqM/xo0kHPoZw1ojAZNmk7Vu3glsMo9w9dhZ05NXGYLqw/cqS4Cl1QEy9IZwdS
86YolAcr1NtO5OkUqfDe68OYfpf8zpyLB3z7mBRGTUFwXN5MVjlbm0FpyvGGNKJkyEJV8wZ29zJT
9En4xMZozpzJxZT9MtJRj2gG4oQDwcmwqvWSHikhdEMJ1A9BeB9bXY3J9v1R/wNmszTPvLmPW2UQ
FPbUJZ26VT7je2NbTnOfJUlc5LtQjsPE3uW0U7XljRIoUnSjFrncTPeD3Sdq7jrNpAbzSZtn1kpU
SpvWoBPaSfZlr1CljEbMucni5m5VLpdr0c6aVD6Urd1Y8IBP86RWm3kgyJeLtjaC3L5PqyH46UuF
gUsw1q06/lYY++wLOsnF/V/6MDgg3sZGyekmLtGhnK7X9qC5gST7QyUgKhzsR7lTKEwInCbqHUFa
iCv935E/91O1LUlLOV+xgLIaiV6PHGkrq2bX0b/ALPskFnkeqtOvqZrL+sZXk0k+xpU1D895Ojf9
SZenopXdtkoiQ8O3mDECkN+jj3P4dRwaNoirNq2l1K5maG1U0MdDzcZvWPVYeumsyVIDEasZIIgg
drTwd+ykef1c251WBDu90EJbcavUrJxbQ65sWsl3XZH0DY2XyyLaT/kYyY7n9Epe9rSqxTo9DpLV
Y5J1vdLzL5pJ6/iD74yt+TDLCV21IUSJjDl21bYN8satmRNaeiuBBoQEl7Qb3CQMCmqWLEXV0icn
LzjKRWGERvtCT/s++A2jrN6UFHtkQzeJnlQ/jbaTEhoaIQ1prH1Xemfpc1/VBRcY4dvdLBViDCGo
UjbNnJcJ+jbhEBqiT/UpvjHMvjYfyfxqzlM00+68ZSVUpSIIa1ZRTviLrhY09pmDpDzaum/E39K5
M/I/LTUq1UnouTYqlUgdOqb9GRkBx4BQIzONvgdT4NOhJrAlfB8xloZfHbKGPrqQR2tAp781aRXJ
kHTTHENiAs22ZWv5U2QFOyPCj1XdCE7QGDvYG5JC8QIEMx0eVM21WNA6sPQPYdg1zGAyjcotPodu
f9NSbOO2nJWFoyyf4Z/7MRVakmzHSh3qROhNpvk/s9kpmgcexcDI+bQPXhobFI36xcx0WxIOsD9F
WFneQcDtJK1CQwSI/fzHwtfH+qCMaapuZ531weHuC+dra4VjTcVjE0w/6aNZJ52YQknLWqGEcqGf
pBmdeJCnGGSbKCtnTgoRBaaRRpjYtHUY/lQEtBACmpZnOS6JHunJRnOawPrdJFCvQcxMLzxen8Vk
b/dGxin1fZ58yzqOsV0YPwIFe/LnXDBhD0ndGv19WGRafzeCmgmP4Kwsavm4Pg/2sc2buv1bKWm+
vKHdtGV0ou+UsNj7vRZ3P5ISTo8nDcRj+NgPktYVoqBOefqWRE1S7cnHhoMi6BpmFd9qmZzpX3Nm
K7my0ep+NAehkiQcnhOnUnHo+2AojcNUxUNk7bMgTqk7jUKpy4Til53xW+mS2OB8TYLs24ARYX6I
yEUGczBKPquAPlfVzThD4/+HDDLwYeKqZdxanVRT3dx28pex6Kis0KI6cr5GURT3mcsNqTZOUuIk
yU8V6qr4PiEIoW7rGD38I2gqdNJNDN8xKD1SHI0CTUX/3fuF5DxMsV+PXJ4GSTb2uQwL0IEktN0+
F6nahr8mp7YZPqY+me6tIU8ztC2d2vxE+4i4E2oQDvkPbcSNFCWNgOVDXAZldVvTKEjb9V2UJM+G
UYZZIvpkUrN9WupFhRVotG8dUK/yvvP7Ptk1cStJlejl3Jaew7IK1N9J2g7djpOvGkUOOk8RHIsW
u1KJ1caT2z6Wb2u9851veZmnOjbbNkpPiTq7/DrmOvFIZnlGCZrZaikZ60xcsgepGVpCz13i5/Gm
Nyop8Xq7b61HKWhG9Vj3gU73kHlIUwrNRie909I5mQORzVif59GZRsMt8rorOG0CvxGzGTfdjSwP
ofkISWDWJ66fW2kbbGzF7vRHwnBGs43HPsESDjRairf6TM+CXdlkNi2+y6YPGo8KZX3YwAIR5rc4
n1Z/tOxAMTdZ0wXBNtbQ0GM256a/MfQ55rJrRUp16/eJvDCddkWU3ESZTvdEwUom7UGe2s72VO67
6V0Psqs5dOFMjtUM6cYaiI4nNPdWHkTm3WjQpu82k0mJeIYpxSUPS40T3OKBPcs3fm0mxZ+BmdnN
j85SKuVeSfGiucBRh2PeB2WT1Jsa2uj+1hxUszzoftVi85Wulw+RXivjLeWp0FsIM2515yUponLc
2tHc588JWgyrQzwr1a7WuNTcm32jl7hWdmyFPREj1clOaZKr811vMtE5ragkWjzFB2MKdGn2wApG
OTTj0mQ5UHqqpnStd9Z/iWyva3aMrFKkItaDw8iJCDVMVlRAbMgbv/y7IMoqtFepPnrV1+EhHeXq
hvS6fJfkxb+rLqDX93nsSs3azsJPmg9GETZiaJTqebJL/+FfPfu6SNUy5rrKtWI4VGakHNUwjb8v
HvOVRNcrNPlC/GddpRoMSh1MU5Qc0iINy3ij0wUvFope+wcDoBP1WTBFBl5rqhLbfsoAScoQdv+O
nIS7VlwExl3ERmoJmOJ6zaOrl049CUmvJ42DyKbGztO7zOYFTakH/k6tCjqhxUmp0icxBUB7khwr
b45BHykh27ohJybPU3qNJva/pDXeFcpa+IpBPA4Hx+L6sO1rpx33ja8Mfxdyq9BWDYaWa7ng/7KP
12WzY5VoUt9MzaGHVE86plHhSIanRYpceE4xE4YRhj/rhkc0QbI7NwRdMgnwd4pkEBKjqargxBjo
2Ga0Ur0dU7+p905GM/hbs/elxC1zysK6jd4mktMREKjTvLmL1NTEIWvbsrNbqJibpqzvQSMO3R1M
MSGXhya0q+MCXqPrtuUn3Ko3USx1ibFJxyK2PLUOpwGLid1Rd4kZqOOuD2pleM6KhtyGSM0+o1GT
n/qwfXGb5f4+7SrNUAjEVHPQhK7sT1XhqQOURpsskMamP+r26PR3mW0GkI0lQzPkkfeqEp9iyf//
vkEySY7/To8v6j+aKH3Ljb+UwfyHG582qwvxPbAPlb5thr5k9P7TFRlufHo3yCrt5+mxSqtvfvUf
bnzjf1R6K0ACSdNuR6YXK6H4/0eNr2n/Y3GlX0jzTYdOcKDOPkGNv8TF/8/kGCZbmS6vNDCyVE2h
D+XKKmtc/WM1wFhURptq7hy2bb3rqBAqjsEM8OZK6uK9OJ18roIoVdNpI75KMZSSBeVYq9OqL2km
468xTZQ5FbkfSfpToDv1/Oeblfjyz0D+Oz//MjyOggXRQ1dqULrLPL7NVslRntQTLZa5v8n5Y2tp
5nMVmfHuipRXHrw302ipLC8doHS6XtPvVlmDoviRIimh8nBzuN/e773tVtB76LTdet725PL9yeNv
z3PpFeO53ulmexAHXnM68e3R8/jd3jvyu82RL3n19nC49/b89sSbD7zUdQ982nYn+Eg+fnnJtuD9
h+ft/eHApwk+TmyWX28PW/eFl/AIwl1+wtd8s6Hdzd7dI5fX8olfdvd8/I3n8VEv/OSwEZsNn/jD
O4nD4VkcNi7v2Ww27sZ13eVlG97P5y0f5t7yxYmR8ESPi/jd3j1+o+0ML90cD7QBunM9vmbUe9rP
8EaebrvZ37ru9nDaLg/Ks+1456P7B5+656XHu6f9/mmZJiZqebd3OmViEfvk8uOPl+y1UOeDFVtT
bWVx3egyd6nT9v7lsH1mUBv3D3d/dJ+uSHoti/hI0krF2qZeLhbKw9ajlc59IO7F5uedK4srcl4L
1j6Ss8rMUixUhtYihyX6cXh8ZJ1d5psl2d+cvBvXvZJEXfWbM9abfg3C9JW2imcEnryXZ3YL6/Tx
GmHnzq3TOwn6ufoS/yYxEiHh4WZ7s2zo7en1f/69f9miG/fs1dPLaftyuq8EinN6eWEtxe2OjXV4
3B12u91mt7sVd+ywo3uzZzv/vL193Y63wr3bs95oHmrhuQ83rkA/N8cH9+aG3XfcX/FIrm6EVY5S
l/vej5kv74f3jN4wY9d29Wua86M9sEzoG2jBjCXPDUTcbF/ugw1qibrfLwrPtD3y30Hs+GrR6kAw
wuPf+9IdxN/efr//exAPT9e2yGvO+KMHWhngrLW1OFs25f3h+X7r/r2nN9p2t10m/bTFxnlPp8VM
sjAsxEZgA93lW+9+++w9Hx5P3o8C27YTP25+bfkAhnK/E7vnLz3T52FFHg879t3myD4vxebuj1gc
n1hqz1OF98CGeKGL1+YOS7L1xN7bPGCHjqfFwHy8VV9TtB+Nc4VbTQpypgo7FYN9ot2ct+0Fz/1z
txWP/1hmhocRvXG9my0PscHufvwE2mth2kePgDtxtvbWNEzDMtU/MO8nZuG02DVay9177s3hgLXe
v6AtGGssPqfEbrOpMK/bLXPO0bNfTgHvB4uzffEO9/cYbPbN/WMgxHd20ZY14ZTYHNHCH1jto3i1
ZYfd4f7w+PsQiN+Py4f+er5/icTzLH4F4oCxww7dP/Lt79/sRmz+ni5v2Fj+fdg/bZ72f7uY/P2T
eOYUGYUIxA5V/X57d/f97rjffD0c9389PXBSuA8cB+5m8+SJP245iPYPN94TKkpLueMtNvu4Z+o9
ZvV1mhn530w3hysSOVv2J87l042739yh6q8v/PbEjxej8OTdPPz4wUZ0/7qyIh9bL3VdN2EHxJtg
yObBtjf8Ye/uTh5HHqovXO/4zyHnXtkHymvFxH/fB+q6GCTpLasvEItMpuN0j/6jaovU5fSuBFok
fi1nPeYSvTgIXoh12D4upzILzcLz1SNvOIg7HIItXy3vPRx2d/y7f2LSvKP78OrYMK3b5dREo+7Q
3MOru7A/HlHIZatvlz14v13MaSj2bCGmH2u9paGde7Mso7f/ccLT8fb3Hu/5eAGW0+H/JsLU6P8N
86Fi0TDMhHNxzdXZk30I5C5vhE3JpTe1Ze9a5B03H0s5X+X/SNFw/3TcPlVdl2IXflOSZMwaQXzN
2fgdt8g6H9OXgLp+L0qcz3WIWeRBUSETGZcVUNpcEM7VPFUIpjkjDM9d7ejbyB7GLbRln+Nh/0eK
Rgcui6CdSa+3lT1TOhu6H9mvBWVc6ncaMmSHthznK5v1/dzRRc4xoM+zHdzztdtcV6kctpZTizHR
Q8sNHWK9IqkNItaFMxUQR1VD+Pzxep1fQV5HpshQ0tiyzT1KXRdjOblWlVk/1ZDR5OqRolPDI4sQ
n2QYwq4M74Iobn7ccxxDW3yZ1SSqJRnDrEsQlfal6J183pIULt0mztIraNcLM2nqMOWSyYUllZvh
+a4wSpLfUp7Voo+a+NBFsbk3ub7dkuZy7gdgBlecmfe6ZbyVZ63ibTQknwsCEjV7nc72+4y4prSJ
ezO6IufSFBqqQuNzleGRFj4flw9x7RQVRiWctAp7N47nePLaqJtftKC/FjO6NImUmtHWl3s5Kerl
92+8J6eqTbuB71wEk5p4XV+rdyHtk1xDtyfPHG39ioG6ODi6R5oqemYAvDiX1xPLt9tIrYSSdrow
nJiQELl6EUTE3z+9682lJsRCmxVc99UlhNiWkRBIrsRUy6nXEq26a+IZmEMW1FcUbHHpzs0uQ3kj
anUP6WerrBuFURlzcR+GpPvARFXfLEXTbwc9qb6Rgf3x8egu7ca3It9NJLxtQ0KeknQczW9rqplp
4BhcUeeLUmj1bJtc9MnGrfZi45RhPYNSE2XkdF+Sooxdyc61T9VVvdonDiwKIXXdBIO5Zp71DV+v
QseqRNFkkdBG+KeivrjG8XNpq5u2phOUUhzLWV9/a6CkdVSZJKZqR4Pew0mTI9y//t8ZOOdnB3vV
/gtNZuowhw6fqOsrixFLIYgFU6uA6FjmLu27nzQX/aVWqrX5/GawZICwy8lFS+xF695osWnIYTAY
mIzQlyziqY0NHElpryjU6va7rBNBHUe3Ncek5bayZngJJRt8jwF4r9JqDVSRNrjGTAOTsiyDXT4U
pAdNY+f7SbLTjHaQRNXnnZhlyqI/O14T1TFpvmkoy2Mt2/bNeIFicrHsOWUUGkGYD3mjh80h1Lrs
Wh/eVxqDc81Gkomvo2q2YShr12NsAjtUxqIWpHiTI0T//baqSu256OtTYErjsQYZtqmTQgH12WXu
OCWhyxq0SuscqBOqrpDrvLc0DocrGukQRaUMc6X2w4R/JPWAxUoZXIoYAiczhdoOgeaBLlJL2g31
5iNo6av1Ge9NAZJVm9MdBtH37tGkamPWKZwUo1bYbl3EiTtrXX5lZS+O742U1aE+9aUzBwtKjWtd
73VBqhLq96ETAnc6OT+LeKg+beIYFwu8tGy1aOm6st02CW8Nj7IS2mTXYCNG3e319hov+nvjgxST
qjmwJQpR8dU5mxcq1AZWW4kkcMzHwp6qjZY08U7u0vhXG9Xz9mMNuTSPbFkTr9lAT9YWwU+KOQJC
W5GRHfTS6ytbulF9OXBtO2tOaj85rTcGeIFXbMQ1uatxml0wVnAhA5/J8vomHoriUAI9PsWAG26A
JeuunMTXegNemtzF25TBfdOfYM1VNpZ2VqUQR4IOVIwfLf2Duo3q9FSg5Y5cCiqj2u8fT+97N8ZZ
EhKaxhWIY3HtC3ZaMORGA4y495vcM6uq9rQs7oWUj593O3Gl8WBMzZBl01gXWCT6PEO+pJdiGujx
KSdzB9Ge8XlnmsbWCg4JjqC6JG3OLWo+gR7U1akUklUOOy3RM5HE1oNcJeD66s+1t1ws9rm0ZRe9
sd9DoJrNaGKt5Cj1FVeLrMQErFrP05WDcfFPzs330k7ZkpfdoZNWWvkv6HGUhuFcAriSm2NoS9mu
yDP5COWUvSlBdz6PgyQlIiOMNHxeFRx5yVbhX3MhX7P/Wcloz0nL6U9hgvOUghi9B8rauSUt1g4F
JIYANEP/GqvshZ3pEHfhhFAtk32zOiC4k5itpoBVNBS/E6UG3h/wUygiYE2ft9XO611Zwft1OB7P
V9EuSTnrAIGEFBb9jUk5xAEkvXGMoBfYt75F7j2twLd9rHoXlpQQB3EHHBE6i67pyOqwUmdyztjr
zlQDkUaR7Q1R0RyNQiPzrBeALG0HIH7UX2P4encELoeuqWsgp6g0UdfVQoYP/LqqsChBbJdClXNt
Syymv1Lh924FkUL0wVnuZLhba9tS+yOVBjN7do5aBfB2R3NmrrjpXiut/FO1QyjiIgvXlBugRSxn
zVWUgMmLjLItReLkdFWtOml+6SU1vdYc8uKYdA24ok1kwFwbsWiOS9DPXcmuTCavKSf9Rk677FCN
XXPl5LskisoLXdbM5aBd13+3g58XRZYhqgIvSdiDsrF5+hkW8udI8/+ZPHwhVEAxZAes9fn+ryAP
iEa1LEWtyxGk4vi64UCpxMf7/cKmW44ZjkYmT7bWxb3AJUMqdCJMmDGPAlJYwHlFZl/R5UtS2Nrs
AWTY6jopjhYpdpD6hRggLXVJ1Uu/+g7S2CvKe2FxNCKUBtQrGCj81/Mps1TaEkngbgWN6v1tm7SN
m2j9AiVzruRhLg7ojaTl92+OmLyYKn8GnQrytf9mW7m2yVW/vLLX3jkeDg4Ht0lsHzaX9P65EAV0
PpURwJEVs5Bvq3isnjINdKUTAOEDYjpea+H6Snx2dqAtEhUwcZquK0hd+cdzlcbpUCFRDxwmsIKl
b8xz8IiUbqUiNPxwn499sJng/djlcqX+DSXykZ7jJWXJQ/L4+b3JQpoG6AYZAPdq/CFVXoo9smsS
K3wBvyrRhsXsr8T5Lq2kBe29DjCbyKm+2jNmNcxRUxpgvqNajVwQQ2brNbJTmld04NJqWo5OHEd1
sB1rdiBfT3Jg5GzOPM5HNw412C4HKAGMfp+30nRF2qVh2aAkHNvSTQsVP987tJMwRwr0SkGDN/8m
oXrgUGJBvc+vEFUVjo7/gw+5DmpbqVVrU4A1jJusvi0ozdmMlBZ8fomYNi5QWMMlkLOo/RtlA9QI
MDkKFx/VCu/SwdFdJTLCz4aJwP7IRB8wG9xr7DXhsT33EsU67P0k0rITzCSqV/q5fcXevo9yLGLA
BhkWeRRubSvLkVEsY8gUq4u486NbaaKcSqnSYzEYjjDl/s4ejMeSehD2uuXfEOs+mk5Z7j9et3f3
KB5CoQaLFAGRFnvtBMyV3DltkOIEmL2qbNoxbPIv+mjI/a3RDVSkjAPQ+UPdO+q1EO0FNeAmAA5L
1UxwwWu3jt5ghtxlTiGmLNYSN5TNyRvK6FaD0cDtGp+/Px7rBU3g4KEyy9ao51bWJ3anQuM7y1gR
PQwjgKxavbWy+ZomvD96FJaU6Bg7yDCd9VWAeHMw1rStFWYYwTtoW8VhymcLLLNzjeXg/QwiytZw
Ebl7qPL6MoWtNGXqrCgySIxI8qYirWwhgxv56jSa8Vc4ZJRRfTyHi90/PxcIU6n6EmXEfL3jZQuT
yhiDCuhrmWcgX53K+FZ1w/yr6qzUU5Rc/UUIZLwpQ63YU13YXEE4v9+uikbwROWWgxeJVTs3AFle
yUE/UFYhp3TMSE3rr7S2Xoyc4FTl5NT+6tc8yvebZpHIhZVMGhHWNYN4M0TQyioVXWKos95pVdft
UZX8ijF4d9lwoGskdosiqMvZs3Lx1LgFAVe0BZWnUj27dh5FP6p5ynSvLn39S5X0cyQSOyReZKVp
c+2MuLBnDdnElcX/I3K0xg7Wc2klOaltIaV+tTUC6svhNVPC56KptWstOy8YPtIkXJMtUyGGwn3g
fBEhqE70oZVRfLP5gl1MnhXKYr1er1PF05vQeEo02PLF6A9Nu1V937eE1DTV17DWr1IDXJh5crHg
M21c6wUwev4wakq5wVwNGPsqRF37rv01mPjyuTw61Hv5yamxvylV8LnOaYtTzySQQidqBlaTjN+5
XDlzUqMq2ckU3KSFS/2HNu+oiIuuEWZcWlsuXeBPNa6SyroZRpbnsQ/qtBBB0/lfe3paWZtJcfyb
NtI7a/exebgkzCFkRfTRkfmzms1WV9VQainRmomqH0ul6O6G3JKorSiG549FXTB+5iJCJplokehb
uWuKrxsTNZkFZWCW/1fcKtNXu7X6XZKn6Z5kZvj9Y3kXhkZ8HsSxQTSA3qarJAsd76KsmwrsemHZ
nhSSvKxpKioK3nPloLogyibdzJHI0IgUr/ZGZGZl0ED2LxyKsaiJHLvOJ+WXaweF2tnc+3hgF2yq
jU+lL1ZOXoKN5zsxHnMzDTopF0qWxa5PkQcVkRVJP8jvG/Wvdqp7eVdx1ly5OV2SS6gRkdorkGS1
V7p2UFJVs5A7UBAsxi7S79SJJGOdR+FXqByLW7sPpSvO3aW5pSSK1DDOF18sv3/jQvZWr2etFGDq
qMn3oMh3REkbVNeymms9eC/sUBs7ZwDKJmIMIP1c1KwNFM4MWSH8Zp7dtJvV3USd976r/dgb8kC6
EmS5NDSu1EvqhFgxl8VzedVgBRUNO3PSm7p5UGF08LLAKB5nWCuu7NBlB67cACq5NPIMFlB6Dshz
UToNgGkl5VNqGETpnV4TOorpjrn9eGdelMK5a6gUi+NKraTIWZlkpoE1oaK82lS+bN+EUniN6PTi
tJlEI2wCuIZqqedjaULSbuZUIiU1RssFhZ5Oe53+z5U30b20umIiL+0KolPLPQanQn/XVVWGeaWL
sFtS2z71UDVQDTYIE39KWFV8je3pkjTiewt8ihAx97rzwZV5E5taiXLXUxUcc4iRt00SWAd5HMub
eZi7K6O7sGRYZKLQjmwhc10sllgqHAJL/fTQlyU52VBWe4/CbP+aF3Fh1RCxBMWIz+ryukX3WOpK
2Ebo8dj3VuZl4AY8KynsSESRXz99vBEvzCKTSFqSLLvjkJo+n0V/VCjRDyjvN53QyD0ep/ozr3X4
V3yJIC5Rf/1aH6IL1pETm0gpPgku9/rYpho5G8MRTpa4j3w3kQJPV6n/bjpD2uiU2YpxVAbv42Fe
mlOcappjq/oSZ1qm4Y1tDCnuLzNJx8ds0qNKJnFDn5VAJBAofTo+B+7ojaRl9G8kmSWQMBBBuSi7
NuoPmOo23cAD05dulJQs5ccDuzSZ1pIUXXwTzpTVwLK2pt8NZAsC3qN2R1N66cts+o5XwQS0kSjE
PVpV5H//F0LNxawsvC9cmc7HWGfOoES2lotmYBIjYCBfs8n8GsJKtJXNStsOTahfkXnheobhx6sG
mwpkYV0N2NjQDMZanQtuSooIwvzolFBzTH4Y/0lNe/ZiZHLtGZJcH9RhzK6cCu996SUjhAnFo6bm
aq38sl5Yo5ZGOcz6o/IAKS3kWWEd/CH5VXeCu9vfNH7VnKSyuXLyvbc6y3ZFU/CjCSisj6OcYuCo
JT4pfBXQEOmMYBNrsfrw8YK+twLcOulpCuKVsw/37HxBeyvvokgNCdj4XfgSzDSahnGoKfKt7o/F
C4RHwR8fS3w/ocs9l5CaZXIGGmu7E0KNG8o1HkTWwnUkYJUwvjjdDIlDTUoF9sTcEFRey73wS596
1c9Lf/XiFUO3Fj97NV6pgPtFxw2VyzJMPUtCMcVAFfDgOkMaKSKiJ8HglTQPSPYEi5XfH8t/b440
zhBq9EhJaCqR0nP5kGhEuMkYCXVMtAN//khgmtmpoW1vPy2JECmRIdI4rwH2c0ncHVRnTjkloV+z
ci+f7WESTkI+f2v2xnStQ817LdXYRzZ2HT8Nw7Ca2CaWknhsYQIz1bT6iwPES4Y48ZTEJwLX5sUu
yKbqZzlY5S6eNP3bx4N9ryxIJ5QO2Fm2FAJiq8F2ppl0DdJBjcU3SmlSBB3n6qdVcpFik+Qn0wO8
dHVdQkNsENrDQsghOcd40u96e5QO/2IotrpoPUhPZ42pacD5SSDSmMhhLr8ASPcnEtByfw0HdkHz
CW6rhCotB9jgOp1E7tTIBhq+i0CmutmpKHN0lCw4gPUbj7bdSp9OzQJdkJdkh0UV6Ts0WBOoNClf
lkiSYm2T9nZ6ZxD3ovR41L98PIWX9iKoS/mfgCWY9PPdkEGjxH1r4syH1PEg07rAJZiQeeo0pIey
qeVjRa79wajj8ic1cNeay1ywcLhxTClRJ8Dwa1ywkSY9sA+cb38MJMiXiCh+0e3UIo45WvWzCmtS
T41+VD3rUTDVVwb/3i/Aw6J8lWQPEXBzjZYqpLlUDcIvQpkL+SeLES0UUiij24VB2gBzTJJHyr2N
f2FwEAy2gEXG7Kxj/20UNVXQcwmYlKpxJZ7w0Ntz+EOxuuSK77pSdzTPAc2jWFwAsOF4ducL7Pdh
njn6FHny0BgeNIbNTin6a03M10G9/4ixsWeQ5WO0V/sIzoRMjjQt8mJyFK2Tdl4PR/GmkGNIxsxG
viOfmB8hEPjij/64rch2PviQrV5Z0dV2fvcYK+OmlzJNDnQ18qK6hnrLsOodjuGwK6xM8xJn3hSm
1gq0mcAbQMbNx8q0OrFepQPuA62iEEklgnM+13URFREcZZFnB0F3NCpz2shB128LuD+vHM6XlvWt
qGUi3nrQs2ZNRtZHXuc40abVUihaxuZa+5WV4XsdkLMEhgFSER91lt+/kSL1YQLlcRx6flRbw5EG
FbrvNlOZ1Adtih35iTbQ/ie9uUUoKHqyfNSXL7X4q1nUJr2qjcIJvMEPg1M7Sq2Xs4OvOKsXhgbZ
GocH0Bn+W7vKHYUivkSAyXPGyaalKVQ0yb6FR44upGHbUP9jlVj8jzfIyuC8Do3U5YLSQjaXkfP5
LGAjDaNJj7xslGOfBHDZRbNrzQ08JSIZrdFxW1pFDLugq8i2fyz83ZYhn8/eBxcB0B5buzqSa5iJ
dMnPddeo4GmWa39yTUCvV6SsLLpuEkWXVdwoFlAjF7yS0qURxSuFqrhBNAW9O2lpcR9Xo7ORzFHa
NBOndQbJ0lZT5+CK8r9TP0TbJJ/BwqmkU/SVqXPiAhrkONNcCElC5YtqlH31LWpbVdIF+JamvZKN
uiQPveDMx5cDqr7SwXDWU9WXaNM3JXov0mG2PSgfUghK5/qKul8QRezeIYQPuAk9XA2tpJqrToDT
QE7Shxu/ymdv5FzGpFX1lQV8Z0IVHCqQN7jcEJhxOJ3v0TgxKwWuTEbVyMUNTKvlTvLnzFUlK3iE
7LcU/tDFbpyN2u0Af/uVRXynl4t4UiM4dSB32Knn4lXJcfCBQ9Vlk9o7GAdVoZs1gWkZPqZKL+SH
z2qFhofFtLJ58BfXTSnLYEx8qAF9V00TfZ+kMLtVUdhemdT3ozqToq60InE0R4I+x3fJ6FtuYJuF
m46g7pTQeeh7zbhiZy6JIzq7ALMpomB855NowHJYRlDTeBgxOY+3JXxFUeiGBsxcnbBzfVJzeF3T
SN9+fjYBDhEGwPUn8L1WCUKN4PdVydXswvxJY4UfVdF8Eg7EIsF0wtFARIcMEBp/Prq0mNLQtGXd
nRjOT0cuco8sRnklP/HeXFL8IJtE4LjJ4Iuv5jCGUiAYYif2VJWsj2FHxUYCvnb47IQhZYkRkRIl
MLUOTTWFNoSlLcVeqat4ZpS7biO5ubYf3psPE5PIFZfyTDKu664LhOr9Savs2JP6qRBhKP8vZ2ey
HDcObdsvQgT7ZkoyM9VajdV6wpBlmX1PkAC+/q68o1euiqq4b+aBJYokCJxmn7043nCIvcAwW/3H
Y/vbEXdWNBFTuSQvDAr9ecTNw3nCtqqabGJM7NM0ssO0r5iOuAiqbIkGcVVQRP2P9f5P94cSwqV/
S12Rsde/rogZlDVm2zzFuionWsbI2BenDxMl8HD69xf2T5fii+J8IV+hLvLHsvDbcqsY+6KDY9z1
bsQqMh22yH73EBj+nz+m8+QeGiQq6uey3h/r3DJTpUcZNSCXzHCKl/b37Ab/JT34+/tiPdCOQPN/
Pjb/3G8X18Y1iKlWFmCon+VgTIaBc3nDzOtya5Vje9sbMf9Xb+zvH9dfr/rHPpEH2HV5ZV5lrr2Z
i22s1tOwAID/93f191iEpiYVNI5Nxs/pb/51WfgK57dJkJTgRlbdQ2AwiQ5Vn+I571zbGKp2SbXn
7oVXrvnHv1/6n26QQ4zM1iEGQmT910srs4xCKEU+FAQqC6TT3DSr9V+VpH+8CkVtuvtUexkh++tV
/FqieMr9KgudbTu644CN9WT/V13370uenIaN0D27ZtGL+yOpGkKr6+21rDNLmlyehn1cMHGt56a7
gIq5rv+xJZ6X9f/TXOQ2uBzDKJhnkUWRTf71prai96bJeHWWmwk/9WYyD71ftVk9n2tVsdzi/1gm
//AJUPVDgnOumxMe//GuyhVCwhbudRZh7onRnE3PKhRDdEGish43NOU3W7gs3eHfl8g/PFb2Y0Q3
XDXgzPzj5a3iHHzhN54VHD5Hv6/NZV5JSroY+Dr/NTD/Dw+V4D+gJceHZ/2tVBb3FraWxQSbFgfl
gdEzQr8U9UEUpFUQL+VF4w34mv+f75CiCmUsDjgswv5EDnrhvi+LlPhn0wxNqS3lT8G+uhfGHbbP
f7/UP3wJNK74zCkUMz/6p4JqlSFdgHLrMjT0YbrZm59iV/7r/+ciVKKpczAG9mc6bNljgZ5v7TIE
0Puh7C0r6/fY/McJ+rd1QfmEY4y+HzWbs9D1r+tfkbzRXKyHjLny6aGl7J5Zy7yfSm0Hr/9+Q3/b
IFnv/rkhRpTIKM+f6rZ+7ucCH96z06XvPuUos/LLymgGXLMhn/Ho5uTeozL19nFqftS7jP/LE5UW
6t9eHfkTUkkC5LMShEH6v94v6VzDwGczHbRvNcyACwNRr73fsCovmhRf6aUzSVAB14sTZieXGu//
qLNgb9q07vLpEFeW3dnfTYc59kfVoMXwLvc2GsVLGfZUKF5z3dR9fRHiXil+9V0t8igVlZULqBXN
BvPjYO2FlbtpCRtpsrJ1o91bn9a4nt2nTY2xGIBilPv5/5dmct+nED7fb3u1xv3VOCZwv80Y0He/
psZbZepIXdmHWgwV5uK1vdbdlRzr6soK6wBD+7De9Jsqewwtk14Wcx0eHa/qJXTzZtvjhA5bNN9a
7dkpAUfyNnqhvON41wFzlNYv7OC9+LkhIYS5MTASBd+BJ9OF2dYK2AX88YPKr8a57taUzm2/f7cB
SzEqOax1nmcdTfImrfUaz8/Kc+f6bh584V60cZxTIOReBv8dW2bpmsyddhX6FzMmmMY94JJMLSZt
rTbG13guF7Gf1g6pVRK00eaEGZMpVRWmXTzFHV7U49k/v8xd/Xi2me5/tWMfONVpxSXwdVpIZ7es
nYdRfEMvO+Tf1io2iJ2lvVQkKtvCnxqgLHmzZWEx0Oqavjffx2BE0xoX2EYc1GJNaypDv60flrMH
TZcB15Txq5/rcPkxSlA1MqXI1Mvvy1BTdMX1uW7nklQ2j+2L0nVW9QjaaG3IIgojJ/qVtSUg67TO
LM1roMK2eK78aJtAVPLJb+1lKzdZgj+Q4wYLoyRqe9j3EFZXsrbFruv03JUlxq50oIbXOWRan7yr
H+P1xWh3zxWu7b4RD9HiFu0nkODGKdJOiAjnZrPPtRPR8bd8+X0ISsv/cozxioai9DKVVloWW1iX
aRVts72kWk7DvGYgLPaCy/Mhx091rjs063IMInPShd/375HfWLAi0EuUmrOlleH+g71yc6xklV5j
7icZIYM8iSXWiwsYrIdhkDbF6soZh1vj5F/LDFiBpZwHC2MLQmvbeos8bRbm1T1l5i0tajHp97GM
jX21O6Nnnj2MrYvvbpyv/ROTrQpH6DgXe8pYhAnxQF9BuGxDpa3bDjsnhv0pxpsXfMyFtWaDDLj4
vE/hDZ7mgfey1vjxH6N8YAdKkd0tpZUt+WAX4mLSLZ3XpJ88rd97r+NDBX+osWhIwsYySET6WvSz
de3OTjfGqcnx49xPfSn8sE2tMqIMmBinoRdwLQVTnHFqb500v3zM1ssoA6SCCiixB40fPdCGsI+Y
lrOF0XZSW6bf31FYirpImCjP+xvHKQQqVTx+kCUneoAs++FPsxqrFJiGsR6DcsQ4gakdnUNtMSsS
GZmwwfrys6t1XZaJcIp4lulZD7EsV6HdTt76rRksv50v5xUfY3maFWPBS4qzfxsG2egGuX/Tu3XQ
SXyLqrIvL1d2a5yNWztex8TFv8ZPHU+IsUkruUejc2ncju3rOW99LeVjD48SBDkIl3C3n+d8IPch
ugOLVJ97kiK8VatR6jpCNLQ4h7Ew3p7ssZbAEeBnRFaGQX4933f1pKeLCS+PCp/lbh2AUQBE2uNf
UefQ8ziutQ5+r2O1h9e21SzWj7ByluGpC5nGR/WHWAnhIUOkwy/HZU9OnI1oId1VtW3XVoBr4ZMm
QZYv1jrM7alti8C5XmAOLSnbF5iWFVPfpJJ6vJxz0552P8fhd9qnwk6CYi9ug9wp72ImD45OGzd3
9NVG+j0dxBD/Kar8rjlQbpoBgdD0Hsq7ABd9BndHTP3Fm+NS+/7knir3bcVDnLIAw0jxiT+LloNd
NlKn6BBa94Tc2mqvF93nfhbshOlpU8fO9OZKJxJWIrpuGm+E38Tto9NU7QSDYfDz+8mrlL5hvxvf
jGfr8qXo4yn/DE0VdQ91I6LwYZ0sE7+hBZqG4zKIKsxKe9z0iVhVQ6BQPaLRwyS6/GuIF3u+R7Za
dUdVVCr+yZIdWHO5jdzlYQ6gQf+Kc68OGCqceQ6HwWyz+1V5G9XpRAyzw6pmjVjqwXc72lOi12vw
vddmMlelqD3G+uGptc1LXkSr1V94+xLAbLf8uVD2hSJRyFWKL3Q9/94ivVtfW+PBSUvK1fakSJdV
eM5PZ1aQppie71VgMiY0tqVNcUEqCpXEcVn5zGoM5VmVOpfuBFAw0P3Uf4Wys6w2GaJpYVK2LJw1
/pi82hpfQPl1FYfSwEIvE5RhJnDSZtAg3xJpy27t2UgjNZ+iaGuZP6fvMd3C7toBKOQldkHRoNjP
kR4s8r1DFzonzFBVAApqu7FTSDD0BQZ7EDSS1FAhK7KaCoCGKmicvuS76H4V/VhHVCtbLPx9Odov
tqBilrqsRTcNp2LuPhdpokcEXpzYcQfh4CHod3WBT/6e3zSlW0KXk+DTIpvGb7K4W/MO5Wd6bDWU
t6Dy1+5iHJT7MO578MDQabH+77HwXkT2rJhzXIKrfp9K+Z1IIaIkXfpxd5oMxhYnzEzy9WBBNlOp
O8Szf2EWC1kLct/uZbBDXpY24nKetWVn1EZLKynBF8kUIR5WBJBO2vpYB35+Q3YD4GY8AyYqwfl9
Oa7O5B3GcoHqWa9rd5gnuzkGkba9o2f1xYnkA8eQUTejhagtn8ps7PrBSjdE49lM90Kedo63dxct
ZptOwHWW1G82XkqlW1yBNlSta6rnXTaXMGBCMCow7NoDTnFxgXsQqJes0mJRVwWWFxpsWR9ewLla
FXY1e2RnluAYSuzzpVI5OPBBe1vmXjrbQyAyVznKRmRXlI9sd87r4g79ljg6Xp69Oiye/ULlv0s6
Ow/2jPUJT0QI61hWA30kK5xhsjAXHu9JHC0Eq5jGjMHNmHeqeRgG0y8nx1vq8RJwXGkfpQsX6Blj
/RWo1xSKKqn9ZacNNLA0gyXuvEOuI2tIa37m7vweqITrZtjSNc8dJyVGGcIMAEQp0SXqjkOkDrst
CXrpfMS7310X7mBUhrK54h4stbqnSpiJiXJT1T8GXk2VVpBDAIAsLdglTAyOlA/HHtlf1zgpyU53
rL2Wf1KGJQYvmqgvE7e2i5e5qev8AsP73QFeVSL4DOooHtLYbse7pg2i8hg6NX428SKD9egOi0VL
H3pLnAxmGXRabih7E+Hbpcen31n+wchufNzDpfO/d01R2+kOQWJNOhWOS9KUk1K3fliMjFkXblyk
fbGHdjbwPsdvk7GcCygwnX85uC3A6U4Jj+gylLZJXCaDtmQNVzazxVRee+y7Tdw5SKuGn/bQ4OYf
sWeC0VGyyMpi4te6TRg3hy3eiPjO5KECpXgfXsdtHXqnqGUPl4B7+uarMa7avwJMV97A6nCe1GVV
uVm/xPF8XE1hcS/20qdESx5u3Dtyj6tczf6L4+slAvfIHEBaulvxaMKit5IR5f212uCYJNsONivd
zBg7WTAAWk4xnYqxXCxVda8nx/mxeHF5U0Hh8JLVcouVzTCuq7TPgTEmu7G959mx9A8xNHmcCDBR
9qMjV+wKfCQO3VszTxu1sWZZZf+Nz1LDGOwVJx8gDEvcA+EKn4wU2LpYg1NdD7Yv43TA9dskSwNJ
KCuKMnIveFX+djSy3BeWah8/boyb1IdcVWueFPSoy4tqF1NwhNC0n9EtURke8zWnHGxEDgOmHJT9
5u3iLIhimrM+UoRcDrG7oQbNVZmfjLNZeBD5RdGdBPH0+FrW7p6MUdhU6VJI9i46G2HTJTsjkt3F
zLzrPbU3p83oH2325RSuNhNigpyF7yuoxHbC3FzVF70XzeM1sQpZW8NrqS8oMvB7rFrC9l2Uxyg8
AyzlK2397suxTfGrHIf9F9YvJWy6pr3pfbR5R5cs/d7Usnnqc9GqzGJBvUkXytjJatz+aW4AlR/r
zjbuMVRBS1Bg5bHIfAIK9xTYym4uXVhKT/TZ/cKk5Ptkb2bt3ceZGTt9YAJpzMq8DjgLBKdWirgW
b6y89aKKYLAnQd1aN7inK48xhWGYKT6i0bfmowjnUD3XfRw1l6vXEA6vmxUeTLtxDiVL1bvrARhj
AQJbiPK9LpicTxCtWd1TLfW+ZFsHkOfEVjzcIqLIGfF1TcDYjYyDBIAMPgEIKeLfwHXUb2sV8e/F
88lstzqfdCot6dO0jMCGpwjsoDB5ducccp/0HN3L2SxSQaj42PedSRc4ksB9lti4nzRLyIHW2G4I
kcX8HOXh8LPrtXCvXKbTT7YVRGeuZTRP+HBQBT4yudKMae3naE/KcrJftiHf+FwGU/wAGr9/C4yX
f8SrFg/SdeRDLOK9OY1EPMgnV5+p4rCj6QQ6op6Ou9ct1SG2VZQnpaz07T4BVzm23q5+htiRNokv
9PpZu3gk4PLSu0GWgx09tda8WRRuCvOxWN7GqPwY9epiaxb35757MmSmRw8fI5uHOYQyqm+d2rF+
O7Lbv22COvjRnZbgYyva+qn0cchgpLFdruANESL5NFO2RKPx2S5aRLg6m/aq+60mS/zsF1U77G9a
f6+gYEowfaaFmFdNHm3Tbuu/7HaZdbpryE4HLby2RbnZymvRqXEmQdDT7yLw8h/aHYsHyRF+H7Tl
+l6uPsy/jaf2CaBzvlbAbIj1e955gv+KstO2EcSBsE7OY7se2DVSPN3CIQAx9i2eScOTWjUrWZUu
z2kC/MR72+lUfxwtmG5IoHAzOsIV2WRST5Ufnuhc2u/B2vgB3iSLuPNmn8/dYewypFBFDp8pxtrn
xAsVAL4aJUFEt0no+LC7ihGORqnhytDz9Y67Q2J/cKaVtufqresprHnWSbx2YKwG6UgARkvIIss3
z7vLp6h8QXnRPu2OpA5E4ieXxB3jyTpTe9hDuiBSj01b+F/Ay9rbfamW4koBLPMOMein5jgrYDAg
SM8dFSu3i0t7guB0VCqOnzjThyrb/Kq/rpnwXi/noQ1+DJsrblUtQM/YUVm+FgSs8ios5vixjHOt
mH1smDFYXOXnqS6nCRqUCpuLyQZdkxbe6P2KJlchAurz9tozs3nxACqt6ewvQY/dkRZ7onkzp45W
JIiYrTRveaG0umG38Ltj7DTOAXobAMgJyQTh7FiQ3OXcPE9Hx/qNpNt98hu3+N7MDPom1Tr5TlII
YoDsDBf83VZ1d82433kLp3oVHOetGsOUKZr1Plz1hnEv3g48ALMHqWEs6w5PN1el5WgCsLMgi6ZD
Qdjup6L1rEv/TC47xGckWyq6PQwTvmfvkw5f/myN3vIK8bD9QZtAXxeAMFW6Qq1/jQC0/qIS2N7P
8KR+1r5xLwduc07pkpP+KrpEuGWg+UcHt8f5pdsvbcR1pWZFiXzdD7nlbk5iw53iybJnUAdx/OWx
xdyDZN9BFcHuGU73G1nqnmDiW9vXoxb+j00v/m0Y1PNHWzXeKwAqDyKQ164/mwXXqUS11D/TpRuC
jm2vbp1khr/3QYeZIFmWcXFj/EnNieYh3gLysCpGq5S8GWVBkGLZ0s4g1rUDY12TCBJN3vEukGa9
R1UA7St3RkZCEG4MJ5iZeZPobVakQIyVkvybaphOeSf22zw6Q0ECWrFrMpVOWKRLOUTyQNSk+9Rb
TP2GTD+/d2Swb0lHfmTSrjhHbZO3DRd9gB9hssFmG9LCZWD/Kpr1/OFs2nsKTOyxdwvTPwz9Gr36
hWvrS3C3zdO41sPnisT6FvsIaMpVUMUqgcHpvlmKQmricAIz/F9N9mO79RwBYH0wlPJFED6o3gpf
pTuSyqEi9l7KbePo2AfN1E8wN6q9Wq3avW4XkmRiX3eQmdvb4g0OIrZ05Aw5CWnkYeS0ELXcQD5b
l2T02mlL+MSDnwL6Y3Eopx3jo5qMOG2LprnrXfIJ6kD0lE/tlNc3s8Eo4ZSL2L6MoPR9FZ3XX6Ff
J4ppN0IMe43UE5XlcMqQIed7qiIRlVCmRwT0gOrYojzm5m8rmk2fO+DC4Liug3P0g42Ivl9rU6XO
PC/v1gRYNkDch9a+x5IkafyundMY78drWpmDn9B4q74XXbOOKax0p8WQdSP2ijCNchMo5913GYtw
T7t9dE26emDTvKjQMUfhWj1GuPCGSTeuVXh0I2kfecejIXJj1LlzFvGOuIhxd4beIeP5rb/ctEzH
7RcNXaKnUOxzeYVrJIdjSVhdJuxF4iIuLbWdrGIMw2z2I6bUoUOaN49i2VVut+ZuWdspPhhVNte6
1zBc7dkHexsLvdxVe8Cp1ocFbcxWzv1FFdIoOhiUh29+PpqPKVbWlPEOmxupVsfO4n1hcbdN3r2u
ohl/gpD1ijQgQvmkyaBv63Bfy4ycuf+2Ki3aewsrhrV4jEeKwJka3BUqTy6r+d12NQg7dgBPfvNy
pwiyqI8m/bMx8JWTvln5CkS08hYsQnUyw8VtQBEiAGDEuZrjz8Cv5v4wzYvZ3/dc2t8jGocXGjAn
H47Z5NvQ7fFnJ6GPHSE99i8Yp3uvchD1nO6u6N4tYJZeYpFxPxtRx5guBfFwtOeAVRoHcm8PYpFx
dFAyH6uLmVr3kji9Z5uboo2JWUCJjd8Db6G8aCsHZwCXAnabVWMTqQSr0kEdoqgeGsocbve9URgn
YJ1uegHjsFTvYOQJQ50Qrveha/ljsmGbuLSKphAwotHqluB5IpfVrZ7SjopedWA6H9T7RE/oQ+gt
iIrP1pxLCtqapoeoFlF0cCIUJ+m+T3pPDUxKKlOhBDkrtIKUTHVuHtOBnvZvR4cWtr+8h8q58ON9
/DHBILThtsvJTakxk9bo0IX3PIhgGK8WDyolFp2uS3UIYz2qxDNIyLQ3xr+X9d7cbJbY+0ytO6lQ
YZDtpaWaMZEv53Xcj45DjIECpkAG3I0dSMea4b7HepaOxX/fhm+2WxO36dpY3dFQ9fXSoK+Ch65F
NZAoLUcqbk0XfsOSzg2TdQzkLwbilUwohlhjFvCax6ybRUnBaoyL+01jjAMNu2us04Zqd898hTtn
6ndxNLN0HO8WovHySFOlI7fXQ2+ft+/2o1KeZJvGW40fr4imE5Hb25MDPvVu7NSqTsj16/ulL2wn
8/GIeFhjzBvx815xfO+DHTQz0DlJJGAtji2OMqZk9NKVdYHGoy5Ayw9DX5nbxmtI1XyOwS6JVumr
w2gExp2ihV15Xc2RfTGP47olI/3/p5JVtaKsaaOSWoU3FGzGFR9UhVamSBRyLxLRwC9OsnAjk2FM
PNLKzOu1SCJMx/M0kLn68Pp2tU4lWeolNVX3bgj34HcJxl6ybxWrThcWUAj2uDXWEWhmY7IZzPjT
7otOJLZd6QVvDA82eFhWYZeO3YjgG1qqUhGiC9fslHnRwzbfwL6Vfkqfdp+I9vfolibR/JwjkbNo
+FMKwct2N1T97JVGQAXxTaQ6X9CP2hVnU2t77U9RVoaipBc3Tzkd+vHQhSLWqSA/uI9VTeTEdNFc
Jpa1GOrMum0uc9dhrndVtGUSH2cGgPVErnMq6fF1vEkzkAAoz59Tvx6971CAyatthi4fafnYlDAm
WxIISdkkaxPRk9LhOt7LipAXqN/UXHZNSYyxFQI2/LaX208n11ZLvLePN3XTtfals+biaTae+4D2
13SJv+YxFVarn+dDR7fv1gw+BbCy8Nfn/20ygGaPxy9HzupO9Pn6IvJhag/xPNVfPnR13IA3ZX7u
Wsx3ru7Lr2nAwoPkwM3vRt0HbEH54LyAR8avd6P6dBE6g/OZS7Y8bpU1Rl/UyEyqfv4R9oLCvDEb
jlsyKltGkrFywa+t9g+cc94dHbTlkVTVjKlb+PoNkbT40dOZ4CCLS7UkrbRFfYtbKf2kYp2276OO
So3e34A9gL84f80Wni1E68GXwMTRSklGo2+Os59RubNanoUCQk41Wlq3bX3eaVRZ5g89x+ea7qu9
XdMcYfoWIXMokrxa7OBW+cYLaM107YOyNfEul+zvHCUCbA03zrso3Nis5jCwHqeor6frJQ8dRYOp
2wAjhi1lSiy0I+dCTh5WWT4OK3622r3+zRM6b1aEmpAQKae+2HtJsbTBH29PfI+yR4E1iX/BIWhT
1+5yGuGO6YaH5uw0cIx7R9+w7bk96QfhfRJEYvidi87z0l6VE6nw5g6PtYqhe9Mvr5Zj7PWYvjiq
sh9mQhArDVD53C+E/zPbQVTSfGJ8RDIZr6yZILtQuL/n3bglDXsd40lbFepLj4nAr8ivay/pbOl1
KYtEv22yFk+FXc8VreB5/uibnGrtBkiuSaTaxvsAa9LPmZPnjkqzfY9f7+DcAylfckp2XQN649wh
VnVvz685lT/rVLta3neWvXTXebAak0x8XsGRYUT6f7U4Gx6fvYYP3bIQy7tRFVeoeRZRpUhsy599
Q22WIcqZhFbMTUObaGzKe4dpWHmY120+AOGlxa+Q8vF8tUNQMbdW8NDYTQMN1xTECgNq0J9WQ2P6
0C9sxamuFSs2Gqzw9+pa+tHTcluuxyjgyNHM3NhpuPnqgzp46KULIuRTgO1tCc8Wefz5mMMPcxwH
l/BvKKjbYUPj5CllXfMG6dd+100bgSt2GnHN0PvwFYQ7hWdMnjFbrWkBv8o23GCNWh09fL8Iz6hw
wW/u5m0ipPXC1k+nJvJ/0/fw6XagIjg3iztmrnpvIc3CNN76pHZCWbxnU9sgqSO/vtFzZz23wpuc
g4BXWKV7RZefOnJOMz4sqf9meMkNj83u6p8KJdc7NwShhWSj7Q8h0yFB6k2gU0873ulXFHysPRlY
Qt+Jlvo2K9xcWOkQGeGetL2675bfVy+oVMsfktrsO1aednmiT929TFCtv2YzwOgk6IEi6tGb+zkO
k3er4mja54O/xfYnwvHRJE5eYwIAicJrLq2m3V970F0+ZNk+n7MVNQgLmcHO33yPaqJ6ONEnrrZW
E+KhvJkOQSPK8bDMlXe94DZBuwkA9FfudlQC7CHKs3Leg/0YVgY1YSV9S5AxDGIpbgu/7rhnOgMi
VaxXfRykdNu0491d9fZg0UtmIPOrGff1YewNQa3Il9xPNeVq9+D3vqrTEXiydW3yds4TjIn8dwES
Nb/pi8hZjzUJ7GPYCHtMY18IfVnNpfOEHBZnAMsuiQ3CAQ+XYbWpzhTnOCAp8ny8a3t3bNnc9/67
mGmPcUpD+0iMPYYP1hJsxXEXa/cjHImO0qqnWJ20ovA5z5x2fFon5f9i5oL6TN/IIUzmlXkc783D
ydC+dbV2zE0ze5UA9ZpTbdoKP7xDqzs2WcQ5bLJyjSY2JeFLxus23CGOBfCW9pS3U1hfO2wfVJ7L
abUPcCqrp7opNOUefxfVYUCX5FHOcygrj2tgUkdL1MN2Y5oX5rqCDvprUxT8+GyyALjzmnBE0uOQ
nDRfCwa6XkbHx74K9i5v8LCMg6ugiYSioL+r7yWP8mU0hiFjVccVzPqGvS/dgExjN9wP03ikJFTc
L+XZn6PdA/tFWKV8Zd6Dz6+X8Kl5e6NastKLFi8txIgUw8sj53Kp+f4+0AmwQXphT6PLcdlsG8Is
Ps7emcfErigxYG6COBLfxIUktgqmFS5QZ7undsX3jdMgzA+eIolIPBxTj/22ivrG13seJJGyVJUU
G85EadtTUL2IdOB/jf5UvvZsKSUPIZSXg01IlEVooLxH07TyRnvWUN0QnQU3+2iF/cnf+q1Kfb9D
VEPkQLXGtjd7zrrNERRgTMHiKX1/eN+05EYmtyoeOpKuV0VOwIiPGDA4MDChn5uoGIH8GhMiA+Lo
qA+0eufrcSRMOXbU1Ju0HfUsGZ9152+23IdP0Qq/ulZOADI+j+VnsLX+wXJKOX2jdE/Pa2UoUrMp
TcHveOuqX5re6ldL9fXFGwOkE/mIo0/qNgXR2zoRmmfVNnp3K3IPFGL0YPFR2rSi5bB5TaodLMgx
3dznj7Ae2ASBmbO5T+sazmndVAuvYg9Z+ms09l7Sl4v3EiM9+ihbW71YUxjJpHN69dFjEG1ndbmJ
B+IJg0Jl4o8Po+7Z8+T80qjBihP2artmBgrdCcoxbyZo0cVYYXkU9IbczSxrUmEAQ6kB93jKXGM4
R4ktlffh26v37FqhfPAECWqyRNvy6VhFTzxCEjRmOW3Ny44bJKTLpXtdEZIGaVtty4BmBc9qzD5d
jGm3EZEFn343njgLy5+ht/sr1tLauPg8TVWQeShhqiznAdopstyQbzVnHaSV41bIlvEMo38+IthK
znsyQyu8YC+ZQUrd9BHlTjpyzfiCwVT7q1HbPKDCN+1d3xJ5HvRWjLS1aO92WVxvnjqqmrb2pIJu
SnXYeNxZzpToweQcMPTGI/VjbKzmg4SAOe6qE+bJsbXF1Ap86yev0PWjozebopG904Xj+BjGFL0G
nek2Woe7bc2nb53nuM9zT6b/QNnJ9dIJ5dUPzWTdezHo7vsSNITYKMBrNGFV7v4PZ+fVGzfSrOFf
RIBkM96SnCBZ0ZZlyTeEHJY5Z/7689DfjYYaDKEDL/Zmse7pZnd1ddUbnkN9KmDgT5G4k2hzh8ci
D6q3sC8WBCJvkMQZkHFrD52cJ5LTdzb3hTR1Me0kmolPhgGoJQ6RuXSGKm//9hAufho8QQPyDcH5
FCQJZBP0uOxdYQxR61bNHHxXWgUwUUlHZ3HUCGlX6MXAOkcZ0tNO16nK4yiG8THDmKykdKnFbyDq
eIRMbf9nBFmcOWGz7OKm0aLiOJdJ/lLQEGZD2+kYuRKFAdmhdxDaDkUnSlGzkYS3YVvmpltras09
PPA/7atQ60KsPUKK46ksTelRy3yAQ00wto9B4wOxiBegvaNpQziBR+ukF97m6b3QKXWz8rF0X9Zt
8ACdBvFcX8m1K1VpqQHXC0SJA6frCEQmRWd5JkW1Z4qK5ascDKq+M+WUumxfR8odmMnccOGVULji
vWbQlY4Vc3KJs4A3SL3yx6nDHsaTKsEHD1tayR5HAJZHAGLvRQpFOXoinOTjINF+J4YH45tV6v6T
ThbDOhlS90sRM11+FDwjLGYUfeKhLg3hs+JHun+NJOtwn1coxuw5CgQ2oHnclYWODzId2L4KyNxF
Tb0pKw2uiqmobySN2OKYbdAmXptq1exIxuTfw7fov/aq1f7qtVarjwqaIV/ylFY8mVvh05bU9Dfq
eAPhz6yDYyFg2FOLjYqDPFQge0ZNKr8w1QZog6mGoTtBufobsX8YAf32fSNnxn+lFqbGTqr7/G0J
D7zS6Hmg400mcWX6Y4asIf3S18oaFPgOoQhybijJojxDjeIurSEXAI8x/LvZTHHzmynEgUUI56L3
bL8ISlIiLbqe9ZwKdumDU6eAAfpjX0kTzud2weWZVdmgsn1qcZ3o9JzQvJGLlDeUkXyV2zH+PRSz
+TMEDw4gMxTyj2aueBTpKao72hiCtglUGY5h0Mk+abnRix/swvgGKP7v0W/SyhV5SbZnRuTn5myp
KELmqXyM1RI80zjT5CRgx1W4iy1SdqeXeIk6Me06wEb2oF4BygmtHUp3+DIZuSTecsBwRCvBNRzn
vXwMm4ojQeHffmjUUjyUVKBzzx/E8Fqp3JpsPm34peZYDTlxEhtf+gbsl5PbRfQ8TLTLqEkN+i0c
7IEdDrgy3HUA+2q0oUqN17yZ0MUwakW+5sPVYDWSUXpK7DEAyLYAEAsdt6FDX/URAdfPX2tIpC+D
aIq7XI5GcYzTUt7n0thqB4JrlbhmW7ShBmqCkiBWQNQT0v46yel/KksnEUyd5ZgwSvvjaOsZ/YYs
MhoikEqxF5MUiA7o5NPe7kXCeeIj+DU4plY3aHz01m0yRLiZNYLy+C2kMqoH+ZgYJr4yNfhcyhJU
K7g3wnbXl2Yq9rgEUdKOO1G/FLE6/B1y7iAUueg4e3E7Vd9MW5HSG4C+0ZeYaJG55rC8qugx8yOA
y0SBY5J7vaBDKn2BtUgb25yH+E0LteEvPT5GrZMmsT3qVql1X2sZBWHcDWfeA+jf0nXNLb3+AQ+u
1L+EehF9B3TQtiRcfdkBmYkkMCMjVJbErUsQWMeAklpzA522ue0BmneuRblrPuKOWEbhPb3WUX0C
YTH/IvHqwcOPpuY3z22QQAXZ1UhwmVcSrfw3VL6HlzEQY3egJ28Vns2rGIxFJ6EOyfua4nZgztKr
jSQasl2WYd+FXWKHoMFCi+S6KL41tPEBVsmR/EsCHpF7c5To/g5wiA00iqdp5mkNGCE63csB0LoJ
sUI1t/rKtbhTDDJsE6QZnT77qS0q63HuxCDTrJyZJgzl6gDSdrid+2am/DYTGTwaI93XANB0R39I
SSpqmlbyHCGPILyuKGpUf0ABkmQm2UStuNEJObWS8Oi3AIYoQMbatgWXIoUJLQaJbUP/FhnHpJxN
/1hRW44QKSLBdQtZpWVICy439siOlWgzIaVm7ancJ9xNQqU1pwEjRzOunnku53Wv0rQSUvCN5HHo
dyEKqteIyShUWORckngcN2zfYZRRVajibPKdZCK800ek4HOFKjiPaQAnJtiuOVbe9ERN4A/nyGii
ttono5eJXvsTzjkxUIpwonEkkVGjtWMwwE5HsP5ap1X6HWCiKHe86sfnPgiz8Eoi8aa3EZXi0QxU
FLZGpWRHtkbeKnQNFeV2ILl5q+Le+oZcsA34CKcif5faM5TOWajtXW1F6s+wUE3di+NRvpr1oCjv
a7uoH4cp12WwGxYI9mJJ7TNfJLWryR2oMDJyCeZ1bjQ/8jDlnRsjC0qQB8Tpe1TGtUfCAT0kOGZA
ckWeShLgN6l7IEzNvSviBIxjGaNoNFT/7gGttXunkIv2ltBInxgckf8CEyM9Tiirjh6AB9qDwHyq
1wl+XONVAN6qazxT5P+CMbfEQZao8bmUCRSuEtnAPZLgIlk7ZRA8PxEeb/9kgdoMJNRJ8IzGbv84
hXXPDVMawVvVTtN/gQnMbp/UdvLL5pKudwYHi05EFVsVEjSxCS50IuV02fE0u7VQ4tzAYiDx4+md
/KZGn78VpRkNjoI0/DNdXGo0Q9NOt0Ux2G9ov4DmoWOsV3QB5hjIspCsP2mczb8i3lbMSknBtHWZ
2WtuHMV6u7Tz9N6VIzP9GaHtimmPMkO316jU0fWMFk5H09uARfNizgCfyDIfP6Btd90Mk9o6sqkO
OudAk0JQRnFQ76zSBnbN3YKdkhVoc+DSkK3ucB2TJ8+UDflGD3LMBiJlSIsD+WPyoyqIyiRxQI86
tST0A3jMfgM3jR/gtbbgDCM1k3Ygwv2HlvgUuqT5Cs+0qOi+qWDFv5f0bp50gz6Cxu14kxWp+Bqn
Qssfq3jokNqxo346qlY/fmvCpkEGda4FMkBl2vqHqRDx164UDZWnYYK0Mskz1UZyF0RTZ9VKrB2v
JMnYRVrBc3FsKqP21JZTswvaaCQ+2kOdX+XaqHbQcQfNsqmt6sQHXbT85xA6z+8ymkvJRWutQNEg
Vqb4l1UAnDggkdH7tz1vHABduNR/HcHN/dV4GvCplUXMJQ+otftaCJxsAgEDvKGV019DPfpPPpn+
H0ShljLrNA4agYAccAcVR7zCBwHpkUEPeq2ikYu8bhX7UKVDQpcVhlB2HMF3fuWtUmJqHKsN8Hkd
ctCgzJXiNilMRCdR1TQFYUKRxPN9aDLkkab5QG2abFOHFfAlroHfeRH2khbNg47rCXCNeFanKvo1
WiB73TQ1yXJh/9WVW8mW/5DHGjgjMn+SXNquYbIvRGZ8kzIVIE+HaMhDIynt7FaW3w0O9DfQTKUp
F0+JGU0/rc5Qvhk0tOSd4s+y5IW2TXMCX6ggcpM6IzVNJZE/KlZrfcW5sXiVpUYHsFQUgeoSDykf
4gyX30BJk3J4zbV4Q08ewCdw3OyqhnjV7xR031uX3yM/+XCer+d5KMCIUED90yRR8KpSTQNRW41Z
RCeWLeaoIpMmkIL9grsE4AY4AAj8Dz+fQs0DkTTThjet8gDCnv9TgK0ruPfovpEcA8l3OoFO2i6o
W/OujXVpJFSnik7tL45f6jKJnmw/sR9oG1JxGXx/lpYC11g4liFBbRkjjXR/IrK9kTTw1FBBWTpt
AdnBgVjl/zJCShX7xq5izZvAQtjgvNrpWpuNDK0LeblhYrlKo53Wh5RlUxAdYqdklnm/vDt1gko3
XzVFE9Su3/XU9tBvUm+afta+BwlRzEHgMsJ9iGfJ3qpL0hnEm+v/Bgh/N1GVtarX1zL98siCVcBK
syFdva2C1OnnSXqBgMg3Hick0a1oVp7EaCLVUoG7VCmNkaLhoFOoEG+S3H5sE3/WHR7rIUmDrygc
CFmVvg+RmL/7Ud8pAMKXOjNicN2bFjeicueBOow740DhL7qCEw03akYP2VQGEvBZntXOJEzlFrpY
fWfZAYBjU8nI7APNbDGKssthJNLTnlebiVbvPCaDvwcoqgXHVGnsRykPUdGwbTr2X0Q/0M2gHd54
PmG/gWLBXX+lxpotOU2Lj3Kb1xJv0Za2+47Hah5DQ4yL4lGdFGABYMYaSDS+TL8Ljly3q8ZwKr1a
HhXNtWYo0O4od91bLwZp2A1drcR7O7QTzlRoG2RaAFBn4HNBEHsKJcHozxhQmNl1s6T0blZAgCcx
mxIgF3alRtfoj9nZ7dBH1oMeJWnliX5OoWkVYOzuofzQ1O7gKbAYlcj+KEmuNPspnP3Rm0ZKVvsg
JDH2FFax9maCOLlFTJeKhU1LSaEqpPpfo8okl6iwvpAAevYkIRNn9W+aj5ipR/A+vhbthMJLhQ3A
LYYI7QuYWY0mZNEYt5VO39kV81QCLbbKGC1GzVdA3hK5HIlGyp3iK0BeRiqpIPEGYNleCn/oT+GX
0/ciVeJ7DVS6vAAGqR1TjTV5iBblf5bf8/ijrkutkOohGVes07BpzVT+ScY3tC5PlJwUtK+te6UU
lXLwNWv+GUiDfAvFtJe/QCYTfwZdEUtxJgWeiZdQcEVhOJzpj8r5PeQCoYDhF11Imx2DAxcQECfK
HGP5McT0IHELTeaD9bKsP3VNTVu56gzau4nc2FeTFLTDYeB7f5u5wcejRjXjKqZ68tiKnhoSGmfd
DYAIbskC9Mkd2QHXRSo3Re/MDUWMgxVVNQUsFTbBN2qSKSlI0avgpfLEejSyAjAs101wX6UgiZ2e
Vf4BQr2/Xx56QHHkFD6YJBXNAzxJ/3dSUkF2ezHywtBGKwUmgqXKqx1OHOagDCcTfFZKuSKLEdbd
oYan/U4ptqEMq5bhU6jlLS9f2a5e0RkyUopsefo7UKoaFISfUFKCzZ2WYNLz8kkpQAAQZMFfaDqa
x07UYEjucYqnn/ZkzD15vAALMlCq1UHhkDaCk9bSr1oEl8GlC2X80q3afOQOasS+8AP63Gzdeie3
QU2KX5eidJfoPO3VmOLOLh5byti6NQOMDK3sfsGgTl44VuMtmUveGMeAjva0CzXFqpCWq6TbpufW
PCZFIa4saiKqYyEwzxO+GEvlvoEM+Kf25fneiKy0dQaAFd2xnam/PcA989E2lcyCtQk1vdjh4tWa
N3NrpOUz7wLpWbIpjNIGKmXw+UZMltsOpfKa5rMmkwPyPPptB3EvOTy/wCj6CqSpQ1mBGv9h4hhq
03Kxc50gISiNgbMNKMIDAIqm76BLe/w2bKhLe1HC5XGKbsKH9jLjetESeC9ugHkA0p/INciInFGF
XJG7U2XS7QrgDw1hTf0pdYXvdEnVHcxkGB8kKUXsVfIDPl3beWnSKYfLw68J38vw+LRCx7eQsaUL
dsq1hsNat8BWMgfqFc+hFChzd5RBCQrYneU9PQrbmXUt+FKPKbDgy4OvXcUwl2N0VZbpOgpj0U85
HR2fMEOndZc7ic+Vu6sVn4OUYQm4S3hVRMCaqKIFMLPpn0e8qOCI7pIctAlJDAXvymhfNn7Rmnu+
/kUriRUAz35VZ3yOoNCIw7QwvTiwVZdU6bkiFSbw0AuvYaPt0nbQ0feypkOeUwFQhwBo+ETJATyJ
vbFSawmAfz8LA8NF9VYRH5TFqpEI3Wk8ifMsoNwKdy4A2JFSjUyawii8y6uw1oZYRlsUPsxF3RRM
zEompRy0HIt3kCDAga1fWmQK4HHQpUgLR338hcmvuiGic24bIrmnGPqyBxV9JX0BQLIpkoY+PHRA
9cEAZkKaq4DFbeXxCvScfShzuNuFMD5n/7DYGxogjY1lBzK+stqBVgEDEfwL7T6E8KBcUf6Nyu+Z
xl1wRSWI1vblpf040dPxVvtrMiSIKWUJ8TCXh0VUdbqdGPcLeAwBVrxqvcqqqq+2ngb7yyN/3NmM
jPiMjqixiR/V8sveSTc2k14okcbOxiFJvg7AtnLxlsUntVr+rScmgWwbGBkUcU5HYehI2BUnWgxK
e60v0DcrU65pyg/fTPDWG/vm47lAfZvwQfeYhiBf83Q4S7N9O5PYqXXLbdZSGnapOP6AXKMcLy/f
xzOhobNh4kROuwd932V53y0fVK66HiPuBr9SqysyGLhY0IcjF4AnrOSacu6G5frZEQVCTDDgoSas
1QsVXthV1nHmy1AafvsThS67jZdKYh0mD6g1Whs6I+d2CNYJFkQIC/mntbr4gCOERueWaFx3vFfs
uWxKrzSbPv9/bEUsiNCEVzSNr7ZaywgwORkFazlXZgXWubXBHI3Vxijn1g+5cgXwFC4oYOJPv9hg
gtNNQkZpQQgYUAvt+RiHar0bqbHSwacWdnmLnNuMtmyDHiAtI5qtTphR1HowWcsWUXr7ccgRBnHH
IDClXZeS1GxEkrVI0XLSbGHKrKKGasTapqSwu5QcGOZxrQTZW0RDD3xoAnRlLm+sJl/siKW2f748
xTPhi4sBETKFWInxm3q6prNvzUIHJOqgKQCjUzH9QzNRbxVZvK9S36IKIbSDJgA8bkz3zNdEBJZu
M5pMBBdtlaj0alSEVsVJb/zOelUhXsfcxUp/xKys2wfwo3eXp3rmNCwJGdYsQuFKWoeWZrBbMHYp
vSzgoZ6OsuW+k8SWI/mZr2iqKLoZCipFSD+vpoVcTRDny5nz1UQZQb0nTXwQTaPIe6Vd3hJKAyUq
VLrY3pjf2ZG5CKCwYRaIXvrpp/TB/Y8tbmA0S3r5BbZVQn0n8aP7CWeMX4R2sK4DTE5/I5CeOSUM
J5NcoHUNvG35Xe8CaQ3j3YRgyrom5Xjd5HK/QwhWerQpoGwEtDNTRP1P4F/CSVmcwk+HqlJZnQc9
Y4pQ/zypBlk26jW824j+0WMJSvklUewtueIzE7QXaXjsg3QKKPLqk8KXRoK554xEfDtPrkEjwWzx
D4EMSeHTe9QG8mFjsoHrDRqYpxOM4ZxTTmKCPnpAnt0CYxoqfUvu7eNJWAwXZDxWdQTfjLUioNxb
mHhU2MBI6AfcJ0MCnC+M+41M7MwoizQefwieKOivomcHXSXLdZtetAlEtFRyHbBOaGzs+jOjYGeI
tDwSiqqM+Nnpio1y2I9k72AswIxk9zXaOoVX1FIbbmzzcwORUCJmL3PHsRNOB6KhpAU55VNnHhAm
jTK1dsErbggOfwyK/xxFkcvCHZ7sZzUblXxlGHNqnEw3uSZ2RtMuaoB/lCOk/x0E63J6/eyWQ4sX
r0YQ6vrirLIKGxGobsoHJMxClLzYQqvcl9M4epdHOTMx0yIsajJ3m8Ez73T1BuRbgzqpeInbFR3D
NDRv8JJp9pbZhW45BlvePOfH4wWAjynp3VoUv1flzjQp64BAkBraf7iJ0lz1A4g2sRwXj91Yi9+X
p3hmgzBFXMy4ZJD8//DyRh4f0goLOYV5BHG3oLlQtPPn9zuSPNTFdLFEXXulM2w3BhR3OAdOl8r+
gzXCd2riZNrwYf6YFlCJ0rlJTK5KGPGrs+sbIWpTi3qmwNkOoDaiLJBmhm8g9u2DPVhQcJNgpIPX
tNnh8jKe+XJkW8gF6lgVKpRSTndKH8lRVeFX4hSGFrzAANJfYOZpzT4tUO1wjARE0f7ykB+vFXwp
WMqlkcPlub6zw0HN7QETbccX+XzQAWX9TCUakjeSyuv8wYfAqzhFFVLOvTzwmS1joeppcQAtzt9a
ahbbS/JX5AadPmylu1jXMqcpy+HTaSzTs5G9VOFbofi9ur+KcoTKb4H7slMrP0Br9NF4k3KTo5Cm
mb6xQc9tHa5mioHLioKZO/1+ncARC5gqz1JrjA5IewGtSyMJUXrfjG+RI5xudWp2B0Fu/fT55TRZ
RsxGLLaPvmytd5mIGVG6Dgwd8D9YpgcFyaddgaTixhP13AY1VZ7EpJA6L9VVyozkUykQnAeYbCSm
04BX+ClGRD2B31ZHaCLN8fKsPqYfxGVe0ujc8uohVJ/OakZNpYAhCLsnC3WgkVpAS9KgOwvUC6Gs
jS15dna89JcMhH9bq/c+6lRAQ1FpQMXFh0eAOzBNk6awx/SYZLrcfJ1h/2xVw84Muhil8PZhRbnH
V7fDrAJVLme4NhOubfSpoHFNYOELtG2CLPM+vZ5AE5Ar5a3K1SBWASYbEpi2SOtAi2ohGLnRPFbp
C/wvsxphiU+DuvWy++eNcloTXmxTeF1ZrCspxOoTjpkdBgbtCcfm7GW7qG/l22FERcyO2vzoW7SP
lKhqDiHoSHwAJVpUTjCZNAUzdPI29u+ZoGMjfkJcFwYBfp1jhgPoTByiCvA1dbDDTBcYX4Ba/OVV
Pj/nd8Ms2/rdYYyNNu1lHwccf55Hw6m7RWALu0hNdzNht/fsZulKHuixWSmqtWVKOxrxcgtnnlje
8Ko6t7/44v8zVyA8rI5sgaCcb2pMOQA/7mogVv+KukqAhcnBdd/wTrs8+XNLTAGcC4XrczF2O527
Zsz4UyDN6Ji6qNBeg0VkTtmwMaszgYG0jXYIAvmCb7nM+t0Kgw7W0rHjsYCMXvXqxwG9xEoN3jDf
3soHzk6Ih9eiUg6+V14tIArJgAQUso4aI3HPr0EF0qwJN7KOs6NALCHwUP8giJ9OCG6TX6pYp2IV
HETWHqkirfN4bsGCvvx9zq0cFj7crxTfKUCscvmaDN+C2MpAUivvJdDpnln05mMJa/jb/2coxJ/t
JbvGB/x0TlkzNq0t8ZHKsS3vLb8N6XJaQHlBFA3x9//HYDheUYYjz1bWT3EkbUIUosl6e5ow+65r
Mb8EJe71bZrtLw917luRp3ELIsnMNb+aFzgmzWgyyjdC6NkjchbWnWH11kasWv6WdeBEKNlcSkTc
EGs95jztjSma2Xd5A3bS6cCLXhEch+eQKtW+7GD8XJ7WuZ1BwQ+YIogl+lir60+0EMczg/YZmlq5
G89Q5OoYozCS+3DjY32cGyUTjU3BxUc5Yz23QVPstAFXvTCq60PoV4+FVV8DlzOOch31GxM7M5qF
9jIWCvi+LJCz0304dELCcZwWuz5IxnWQ2dIT9k7Qd5RufkCmz99IOj/uD6rrCuY55BEqbNfVWY5k
A9C+VEBsp8/+WirzRN1NHb5e/lxnR8HpkGNMPYO+5+msJKk3xhmFJlBtqLBqfVDfAePc8lU6s3ZL
LkSzhRcCheflv78LtJTsYUhZYOvzfuofFMVfYBMwf6+1bDB+qJWf/vfpabEFqTSpKNbT5VlNSxhp
HQUh7wJUxsjYM/VPlJuf9KmmusCjQCMsEdC5PNZ5pSohOJHPPW+8QqCk26AfQ4VZy13gGJDUZL7Z
xmn++LWI6zoWnDwsSTHXTcGqL2Hh9DaYvrTqbsw59m/lbhDDp6M7tArZxL3cJLqr1iq6WxmYH0Ag
CeoYbbHLkuzvvMDNaiPessL6MCFDKDzDTZl3soqD+epQofZbS50MGVGppug1K6Ryl7Thp2v0jML7
lHRiMUxgQqfbDzAoiG8TyeE6GUTlJLmFHM4wDYm47bsS6F7c2ADp4Mpz+FG7rDZ7ZefmuYQNnuVE
ELqOp78g5bmzkH5BMNUpeJmoFuGNFunZZ+9/rpPFZ4uLmZuZ0Hg6jIxEfKcttTyoYZZni+FvDtD4
ePlsLbn2yZVC2XOxDFn64fbyz+kgdZQ3ddsYPzt4wmUhPRrRMZPNfaGoDq43JDgQv/Bs2NiTH0oM
y6gQjqjtaoto0OobgidEsXc0fo7dtR1aN1m/UwvfTY3Ym+eXyxNcD0UBWaYDgVEOZVdY0KvgEaEt
MQMPhRlsjMEdiie+2w1Z/0VCc31nZT6AMm5T7/Kg6x3yb1D6/PQ1VVKMdX0vRnlIH4oxdNDwSB7h
CKS72ZqsjVHWt/P/RrHIeYVYzPVW541GdIAkMFMLoToNAEukpR6LkpILt3wLNHFmsMUwBC4aXW9s
MlZRvy4KrMr0BZEY+ow1lNZXLjRuzLH1P7nxmdfJUKuNrxu+b84VQ8FPHCAyZP4BgZXPpmzLKJR/
8MeguEYkWcXFrlNC0PcoNBJk9MNA55iG22zuP7sT6NDChCBOUXKiSHJ6vmAdzLFuQFD0o7LkFduE
qCymn428tH9ORlmdYh4k6AKMPB4RBfUdtLNe5UR5vTyTjxuAcgTyrBbSLhSVzNVXGVOpVYMZOTWM
i4w/yoimQwpJd9GWMLfskv5t3fdhiQSDwSgR0DKhybR2qRvQSdCmnlYWnXSUZMgZJQjbZnNTS1l1
BwC32LdG1x0RgFXdMYrVK5Ry043Y+OEU80bG90QBwWUtPM7VjLMKlfUsNF/sCBZAhdSiOxrJVjZ1
dhBQHqwpbRtDXg+C9AtSwsFrMlWZvROV0K9z/Orsw6e+3oKK0XgI0UdhIDxQVrGiS9PRDo1xcDDE
C0Evl9Z3tFOgkWpxuPHGW83of0OR5WLXSh8bS8PTLS98M0pyklvHyCCAN0zQ61JJ+VyQ+DcK/Z9/
k8EGc41GmIsCKak8hG0TYsVRw4q+EfK81bVbQ/j+NwwthsWAj+eqvlo3tHN6mmgSUPper4/xWE03
KMl1d3oX6IeQBzPsrlGHjAmHa0gwUoEs3QVXOtotLp9066CvDuG/n2PQD1iOIAnxh3qklavI6CEX
UUxj6jRakn4ZkTTYR/DbNky5/2HD3p3Bf2MBlVPZODTwyY1Pv6OmZcg/T3zHMK6fOgg+yGeJw+wn
R2SLj3pR/+yi4WenYKGj+d9yvXsZaUNPZH1Vm1yhTb9Vp1hi5eoHcZFbXOi2CpRujRiCZgEz10Im
X1ZqW/zN0IBNrvOGVucD+pl5sk+iOVO/ogsX/Z4jFKk3EEtnFn+xspWBKwGaQIDvdEH8elY7JEB7
B3gYOr5GUXhgiEuvCuPUu3xcz5yhk6GWn/LujVUpkxpOy7YLW0O6StgQNySj3edPKqPYnFHQbMtd
eDpKDbXVz1POUDcH4V61R2lfquhN/T/mwrNKoQ9IJ8JY7SMbp4UU+TX2URHHP2FGN3dSLxlfL49y
bnMA9+BIUB+hgbuKOqAugrLPYFYnkRIfsG0NTVghSrALtKC9kUuUHdSuLK9FH/ffPz80dxTIMgAf
Hw8K9OpcGTLohYLi3O2o6MMb3gjSFXRv/SFDWQ75NMN4IPZv4QM/bhPA87y3gCyRTBMSTj+gNNDf
keoYDQ9Lq27jJC+Ood1stVw+Lq1FG5BPJ1syD7x1vT6Uq96Qy2xyoOZ9lQ39rdesJ382rntUXNBt
bY+mVn8O20LwoSKpohhAmVUFpru6FuEgDTy78wn2KYIFL3aJOPixVERkuMjMliG6jU1AEwaZzvj5
8udcdsppmLEU7i1ADbRfwNWshgZBA6EsYWjLAJQtRj/eFWVY7fA7gvDQ1luVhzPLy3garRBwyQBY
Vzt3UmZfC1Q0cRBCTtwxL4yjnXWSN5ZJeYTw+YTgX3lEk3jLB/BjPFv6gmCVgJeye9YV8xDPQQjS
6CwibCS5iVxIXqI19r5EZ2sjnp0dinc7ZFA0Dbm1TzcqckKDmUlo5eQp/Xk3ROMguY/KHp20dhH8
uPwFPxwLrPcAVRgau3bp2a8ubWmEQm3pEDH0EQkPqUbmqkzwT7s8yod9sgDWGYIACliRx+XpnGwf
3NmMFBV6eZnV7KYhjHMvNUL9DxQxC0m0Mt6yG/6wjKshV8soUniAFsYGLozP0lO05G9sKq2XVWm/
MbkPS/gPjQ/UgQSL/rWxuhrCeQpllJGQFJ2q7grJksyFIpRvbIuPo1DaoBtPr5NbFQn30yVEXLSP
zQqysp00+q4K+xnhJmPeyH2Xv+X9gSZ94WBxtNjkqoUg6ekoELQUrJ9AvHS+L38d7R7vpKC7moTZ
O/gQjV/7YqtD9GFIVoy3y4LeXsDb62dfqphiFA18iqipFW9Exlx37aKVHhQElu5tq11k66Z2d3lH
Lp//ZKK8zcjUFvghg4K5PJ1oOg5dLyf4QbX7yOncYVccxK3qhRvDrJuZxIzTcVbXDgljZ1Qp45Te
z+fcw4LD+XP98HZ5Mv+eJJdmI05nMxpNCAGQUdQDwAIHS4+dcofai4cNiqvv6L45X2rnGhV9Z/px
eez1+/PDDJeN+y7/4gWdavXirCUdNXdwwcI7v81b8/qzV+t6JZcD/26cMc2RhcgZR3v0DxXs+mdw
zdf+xgdb3zDrUVY3DKz8OJWW2cx7LEJc9APd3C03zvKHp9J6lOVMvJuLiGpFi5fvdVvtfiXu01/9
8Pb8bctA85/H76VtsQq74JnTSYkYptoBP3WRIXCe0dy8n13zOzKeVxs7YdnLl4ZbhVwb40rCB8MN
7i+0X53fuXP9n/vteWOYMwHj/dFdv8+zJm9MFEGXWSGE5VIvcrEOci3P8N4Or433HcmgrQ+2ES7W
PKjWEqUdLmP2Hm87Dli0+zE7v7/fhc5D473xLHDQ3Ny4WLa+3xpjL9DqUNPl+03ur3kvHzDG2jX7
8C668p300DkbC7vc9Re+n7qKIokGlRKW4TLJ0M34ozkIf7potG0s53JULw20ChmahCNRSPPSUXIU
vnsfRkRRd9d9Ym7NaWuvrIKGZcaNlS8HzdJfOv8YIZlcqnie5QmKJFs953+ltkvzWgWP2JJUHd2x
/y1geo9dg2fusYJzv0de5P0H955ALDv/bc3yX/p5aeBVPBmCDEuBioHFN/W6eS7uqmvxy3+g4oj6
dvk2PeXX0b140J82dszW8q4CTNCOkVEsO0awZxBgYH/2R7I813dMt9zlu8CzXMvdgm5/qLes4qe6
ijSTmidpsxwMepD76Kh4T5k7O399p2R5i73qbN7j5wIAPUHA/AtpDp7NacRuEivL5WXL4kW8Uzgf
wrPJHDTX/pK5OPk9Ng8IWx/qg3ZjX22s8rm4+n7s1SojKzOl9EjIVbxhZzyn+3A/7Ccv2TdX6nGr
bHbuk9JSoG8Bro6++OpBEKNXHU912Tg1IvCyAgkXlSpt+tvltRfPj5entg4EpP2UPql3CAHYH9zC
6aoabaT6YarNriRasUcmCXFlpY6wWpvmjZizxJT3R4ShQHjS64eKZJnIY50OlVqqMao9Blo+ZPUv
hZ3n4IJFuhFD16u3jKLRxOI1sJBm16UVDbNqbCFRPWoh596jPWle133auPKkZvdxmWXfYTQpD59e
RYo4PKtI2umDGsv+eZdNFOgl1E2JZSO+k+UOeVZiqtZmj6jWp1t7cf2SY4K84ajdAMjXYWGtzgGm
PPVsm9Lkmnmf2y4SGM13NOCQUqr1QiRPqdK36L5mJvK1FLcbyUEiMXtI48l/1tu8LdAR6Pv+qsoM
9RFASYXVUB2VllPK2CddXpcPyTdtV9pjhkK1CWgY7avThdHw0shb08TLUul7rEekNJiIhkjXht7Y
YPeKGrTej/Eeo9P+rab5+Dto7MDyFBqE8z4uhbFFdF/nl8tPEuwPOlwovmJndPqTJLSaIsziRxen
hQS9YaE6eFJkr9T+0SQYyt66nkqVazfqx43U9uNhE3w0EGqUhCnSi9XthKCrNEywRNy6tX5W4De+
t2gQ3SO8uQUUPTPSwqgx6MRTVQDOczrJoFmc72x1RlUvNkBTwHnyiilGNJRW1d/LH/njuaaKSdkL
9QA4G/K6Kx+Y8pgVKFq5Joo4u7Ye8Xmqgo0OyodHDp8NcqUAlUkPmStgmfG7IxbQnxDx3PWuL4W+
M2Is6sRZIBw2VHYddXOxM1M/3alyrN3S0E//6tmkbESwj0eP3wD0ZmEtgTRbF9umuR+CouJ0WUg6
G7ug8KVvWiIDC7RbJHGuUDFG0eXTq7vEMYg+oH0UivWn8870MBNF6sO3bwqEcCYt2WeZKY6fHwV8
89IvAHYAYfZ0lGDoaU9NcY/aC7aeCCIhNoyn9qfXT5MFE1EorNGu/PeN333DZBKJ2YINcaPh/zg7
r+bIkSxL/5Wyel70QIux6X4IhECQSaauFC+wrBTQWuPX7+fs6h0GAhZYlll3mWVGkh6url9x7jll
/pDqjbKPJEhoBkhE91k3+seXzkrANgBVUgTh5OiLM6NOcpMiSQtN/BwFd3EhzWcfaZaNIOHaoNiq
Qesmk6LqdoU7pPmXqt5kNy4ysflelqHBSeFq92TbkABtGAMEsWPTn32p+QuV9V/fx/8OfhZv/v16
Nv/6H/78vYDzSSDHFn/810P0vWbvf7X/I37s//2zyx/61+v+Z9129c/fHr6VzW/HLv/xrY2KfPkz
F7+Ckf76Jvtv7beLPxzyNmqnt93Penr3s+nS9mk4vrP4l/+/H/728+m3fJjKn//8/XvR5a34bQFf
6/e/Pjr/+OfvoiT7X89//V+fPX7L+DE3jFLs1b9/03/++c9vTfvP3yXT/AfJLArIwrX5/bfh59Pf
Auf9BxbYpo0ScMi/W03yom5DfkKx/sEnHFEAbiZQGFE94Fo9fWaY/yDrDJiAGj+N+Sp0Cv/5Vhcb
9b8b91veZW+KCM2yf/6+MCWkdClTAEwhAYbd5OBcXjgNWtYYhZr5XoF5L4eQrDDTty3Exv5HNUfN
8GMYxMWfz1bmr+/wfMzla4wrKXrFUR+lgA/mbVnshjAkyPwgte+s3etg9+7Tq8f3b7d6w4UX98zL
uxpjMTE0KmB+NxL7Ltl9/voh2L3yd1tPgYiCbw2x8MYns8yq2WGI5vD288OHN/H+zex+kXdbU1m+
OVdzWXislV6nkzEx0L2zI8IJ90wm2+cb9uMpv3pjPkuPBM17hb5GtiXxh31ZnKwMbto5PAIH31n0
qqJvsXdsz7Heo4jskuneSaPhUpVwW/rENf0uyZxdV26VQTZ2cllw1af/LPN8fP3acU+P0FBsPAhb
Qywet2qCuMtPmXm2+xq6H9rdo0q64/apF0b+2eoKu0yDHtVW4L/CO1k8bWXgzzTxQA9fQK5/kBI/
3JsRqNkqkKyNMGARezwNBWwFpWfqODRCLN6bUvLVMXWq9iQZfvEhMNCQnhEyHqQguRucoUUsCrHS
29NbGBKgxgpd5zYXmocVcyIuy8WbqsdzAuDMqxqI7mZ5MHdG36EPoar5XaZa0en2eNpyPcWAkCOI
ywEgWF/yRPlSXKm1qjJgBkecWuvmQc9rBFuNxNp35VDtoY72T20cOghMVNa9YdSl1yiD7SZOUB2D
pB2+wZqKyFyrKJ0Lktnep1E0UgWIxnkvUcN8J5mZvcOJdR4sPzChgIVAP6hL2MLGvqWturfOMKNn
9xLUuQdiQW2vdVV1NNTGRrgAfm/8emjsrCw9UGjfajoVR+b5kaJUQpMLr75sQNdFQHu55nR9WlnW
OQFUZKF8dGjDOsJo27/Me2FlLYGNx+HEK9PNZbPbJBman8hzdaQjU3UHw++PQJbrjVGuthNQvA5q
EOddFzD8RRkGFDQqqvD6oXjp1H8giCzdpZUxvO9IG2w4mStDAY+D3IxXmWd2GblC7JmhTeTrRyS7
8n3CyB+nrO0OwOe6d7dP6dpQxHd4mQjsEHcubkWRTXYREYwd6XyiVod4+F6f8/CIdoyzYV+uDgNx
Le83GRu2i6r4YgGRJZ1LH77io+h3BjlbDsgMSOHGNV+aFuDfNNFw9wQ/GwAyMeFn19xvuqhpB6fz
LF9Rf+UA/EP0r/ToV+o7mLW5scr3DtTHW9iehXOr000jaI+AKwp0HEmiy3FhZpUrdJ5gzAhgYdsh
AFN/hnd3SI5Q30efWsOqv0BCoCPwoTTq1vuwNG5YN1wxHfj8U+R3hTfM1LDs9Sb1IDdHhwUWWsXw
xgaMuWvVifxO7Z1AeeFKgxsmcNZI5NDZQ0F5MWM7Q5ASESrz1FdF5GF1g88lAkUuVJfa/WwTaOLB
thtXY3mISEeA7xVd84I9CDD25TIbmT9nmmEXHirqAeG6UTxURRhtoOSWt+JpFLDXpgbyB9KNxa0A
chlMXMDCQ0U0u1cyZBiQu2+PSTNKL7wVDAUSlcPDheAFXjoPQW8o02gzIbNG1nCwkBO05rk/vOya
i1FILGGKAXnT8bzYq7ioRmsO89IbclVo2DRzGh0DRw9V2imxQxu0KNfrx5sOlA9+VGAh5hJT19mF
PyZqO3rQiAAtNrTw3tbgVM6Rgt2A710fCLg2QPVwDnnVYVu6PBBzJ7W0oZqTJ/t+/WggOXaSS2fc
cKXXRiGjDl6U3l2ZNPDlKBJ9dIFFbd9TEBI4tkNUe1KV/3l7k1YGoaWH5wLgNwmiZbshzLQNybx4
8MpCmaEmLyZUOqKw+3V7mCtbwWrR8w7jF+4Jsd1ixQob1jJdSQdP4ky+trrKf6VC4v2A8OTsNtM4
fb893sJ35RSQlGF3BHENPIlLdKtipGXQTcXombkevDWTloo/kgBkpbJqXzkDajNlqx7s2DfPLbIx
G1u3chbJ21s0pDgy8aMsPn/2IJC2VKxQ7QcP9QfpgP4whIkDUs+7tDK3MIMrO0g7lmAlxSSSv1zG
QZOcpXmvDF6Qk26mBQwSTieQo61y+dqcyLDJMhAbTv+SnsEvGy2ONWfySHPl31hRq/FoeImUU8Fg
W/SIy3BYx4tj9UQ6kVdVuYLaNFEHOlpLJa8PBs2GKsWs7DeyFBR/5IEkPc5znjVfYpSAPwy+bb/L
60Kzwf0A9oN9NnU2McxXJ5huQY1ORRiy6FYkR325pcFoxno8yLIXsA6oOcI67pwkK7fSozqHer2v
2sloDpGK07vHvMvKMUGRtHR1pHasU0Jui5KKYUnjDmUuYL7k8qQ/lCCa3qhjrsX7F14Avi44JaIO
iBi5AosLN5pW3GXaPHnAuqwfOYqRgxuqKBqHtWrcD2oAzzdYs4fOGizystOwYY2XLpForrQAenJi
2L0rikSIy0pYV6rJQ5fSR3HF0V0FWvCTlmX1Zx/g2aucuZ9vT/rqiDKoAJiK9lgSeM5i0uhKtqOa
S5MXRXH/NXH6tIPmvYEpuFfy/+T3LtJ7zzM2q6NBOgFCCn5Gx1lc8nJIxro3jclDA7A/W1BUQy7R
VJarhqq84RysLSclCUwn7J2ig+Dy9HHt/aFDpNpLWwnlPUIuzPQUdR4qSoCzLHU8jBYqQBvu1rKS
zC0UODfSUnRrORjvRTAVKnCPW804eXPRIvk1h2l3UlEtfqNFNhIRsZx76dQfS9gLPqFJVr7WR1Lv
uZa4WliT/x/76EEhbEldikutuuGYrd1J3ECo1gyZxNlyVaTIktJBjmWEV1rDDfNm+pB2EKrvpLat
7zU53Ypc1raBxj8oFHBuRN7ichsg2olsechkz0hNtCyy3HlAY6z4WOpVcOhqGB2LwZReBmB+2gNh
CEluki/H37gcFDGyHrkodfbQ20jRAY11IduqVu9VhO/eoQkWgq1BB9fa2PyV803ygty88PFJ0i5q
cahSEFS1kexFA5SD6Eg6jXRI/d7+YbK5n25f3ZWV1fBJKc9Sf8NTWHi/0uj4KcywkxcmssQpalNE
QSKzexzCBhY9sxVylV3zUkdOvGN4jBQIjKe21culRS0NcRfUlD2ZvCh9wIpeVS70EVZwuD29q0f6
aSCssVhISkWLPbSRfteQwZy9LJa7PQFV4qEMvQV0WRvF5J4yKdpa7GUKWa58a1TaQoEUvkaDDs7y
XN5TFsk2iXfEdjxPsggHAHACOTvoHIiLFvYIOThH8pHTRa9KlsfDXKOnvC8dHQCBFojlU8gDf4DN
X7eRRaHYsStrVGFAG9dW6LZDKls0whtJ5EV2ZGxVkdfWAQ+doqeoLHFlLrfVd/y8jLJSQfsNBaF9
ESdGczT1cN5KL6xdkecDLbaVWDX1J42BjBwevt2cVxJwMGiP3il1pW2RWF6F+6JTiecaYknCNtJb
l9OqqrZD6SbH+kiS5QahJn0y4xbB3HHM3mdGY72OarXeO5mmRRu24MqfZmgDMArtYjiZ9FReDj35
QzKlFrZggnT+A5oGrezWlTO+413Qg13aOvKrQPInqBWNEkEzmsg2vsHKngqKA4oyoCpo51zsqaUW
XeWYjeyZGdBQiEKbZqC03JTOBvvPykCcbOJPYnG4HJZ54nxCszRPWgtyf0PfpymymOCrs5c/XUQo
eEi8rZR2zYXz0Gjd0Dqjb3m+IZnk7rNhdPaIvSDuZJYQbdBOoX++bYNWDisEqPCTihIyBbTFkGhb
hWUVppZXSAN9joGFYMw0yXeEgFt91ysPs8MrKfhJ8JnJYF4eFzwjW0GGWScN3bZfsyTI32iOj0Sm
U2Ww6NSFVXcbvt+yHiSeSYrjHFC68wUOYDEmXYTlpCiB7mUqbNnHZprVaRdWWfKmVsLqfh7y8l1Q
Bd0vvdWGbEfVWXlb9OmmJgCdsMxuYRxFGzXnlNYjVnphHEnCGxmc5KbXt50TIyeFN3JslbZ6K8mB
bj4qMnphJ9so2/gUdQ54pGRUje9toDnyUU1aE+FjhKWNAwyiyR9xEFbFvuEFKc60J0/odaawiR76
WGv/yPOo7twoAquDvCOgaVfOZ/99oSrpJzQ9skc5RGLsszYnteY5ECe/hoRnKF27gZNq35PYMk80
gPjlUUphuUDkWdKH+zCpWhtNh1ofXBSgrdg14Kb/ATSp/YUDWhWvQtWQGjcd1OSPSgohOHEykESH
KG2Kd0bX6xay3JI878qmsfpDobb6996xh8mFMAz6lSpXWJIB1cXPEPCBQDL0Man3KE5K9nHkZgyu
1Mdj7WaJ5r+mPtQX72JYdwGMaj3igBI5OOOoxVWT7nSCQAUdVVv1DzO6aV+VNpTa13HU1Q/9YEBX
QiNN/TUucdDdlFzXNyGbbJ+nLBomVEuM6Y+2L7sPZZsjzwMvJ+xwUSz9nGpV/x4S9NUnJZXmt6aT
lqg5j8CedrOvOhM60kR2uOGjob1NFbMO9v2k+m/rCBngHW+h+c4vjRhxlTzwv4d5O1q7Hq2Qx1b2
e8tjTv1HwEWG/xqpQ14Pw0Q265AWdfbY5UrZuOgMqcCRtEGqD4ORZ18Hmuo0SK/t9OM4QPZ4QLOt
+6HL/YS0Lr9DKO41IegQXza+24ECOYtWlXl+H2atnLsWhHywVxQJJRFT74B3ob8V+8cmC+zqGCH5
mL6V5wEkS5ZXiko+eWyEuKcm+2cpi6febVV5AD2q9Ql9DFmoegn6XPJpVB1INwo1a7R9UA0y6qJ9
on0vjMBwdomiDNCaWnWf3dlSmX4bAZN8x4Wcz6hY23QpKII00FCrGmEHe/T/DGy5+FPX2kw5gntO
ZdfyZSmHctKWPkuBbDb7pEnrtyVuBF4EYrFewjkLDrbcot1pSNpAt4U8Umcb0jHTDwGP5K//0yfj
MDZxpfF8NuJXT2Q/4VGIynQjvbryTtNCZ4CkIRKli1R8/iz7EwOGryS/0T190NBPqmVUZw/JOIaf
64DGml1g1LkHx3aAT4vo9lbov2Z+aLYW6DK+As7g5fCwsPv5IJeq12ImH2sqFvssTcP97ddEmNOl
kcPGMT/CQ8o4i0mOU4eQhJapntpIdD0hJJry8ttyB92gzAuaoi+RWn+GFqrxv24Pvfa68DxTFwOm
J17RywnqXREIV0H1pjSG5iunr/PU0LL/ziht6wRy8cvt8a6nKprFaRWHK4305PJl8Us/l5RwMLzZ
z5DGQrhejlynGsruXkpmA8UEqOfHYzgjlP3io0QLFDkwOmYh8Lyq51J0gr9SGuNzOQUQ2xetpf0Z
RIkcI384oHybFVbeHTqamZENDENnK/ZcScORuKVUJ4IWYrNl4NJOoakjY5mdzQjdP6837RAhiihH
d0YL8LMPLSGdgvIUKlmAqsxSOvZ6Dc1p3MjtRxRj8q1myWs3hlKeIPwkIIZxZbkbiYQg5ZhG8ALU
DXVop6md+6lRjDt00O1vt3f++qQxFncZUlpBMLSkni4Do8oLOU3OqLZ2hxCdwAPg3+4h1AfnaNiI
h94e7/qkEbMAGWDJyVzDoXp5svs+0u0onW3PjuIECv7ABoE7Zw9aPCmnqEkUGtG1ZuMmryyoSBAi
M8AcgWMsBkWkF2wG5M0eljt95CGnuwtBtAOS4vLG/K5NE6BvDAZnAt6tq8JJHYSm1RqN4xVGqR4R
0kruWuD0x9uruLJrYDK5NaRrqWQv/S9omggWyg5QjhxLPCEAQZsQOeRokAduqRJuZBGeGo0ubSGe
PPU0aoNcFbLxl9sWjzOdx0Rt5IZVxNu1kKYal3yGVt2PQ6W9Lap8MM9DmzSZOyi+75/iUAlfN0Nt
vYHBudB29jBSWoz9WvrgTxbyqUqjZelDrOoQIPtaNHenpjTat7Hc9v6jlU/6l9afnI9zgCu0sXwr
5wEgANEepTvgoMtqdjSpuJZG63ujrI4KOBBYDA/gOC1oEAJjfCkzJNGIDfyHvAVDilTe5eJJ6AqW
M8gfr6w6m1b5PEeel6xx/UGn20p6cRgJHEcUJIV+grCrl6NVk4JIXqj4Xps1uJdBb37pYJfZwBqt
nHNGoYsCqBF1mWVNxqkZIUXh0CtMCYF7KdHi7qM8AsXfGOja1WA6LB+MEdSoMYiX00ksva9MvfS9
2YqseY+7rOL9AXetmy4zIA0zh0Npj+GraJqzraTA2kER6QDCV4493BGXg6fki6W+UX1PltroAx5R
q35OYi3/qEq1Xn64fanXBiM1SJBHDAtgbJH8CBo7GJyxlzypbqVdX8VODHV8JZ97xYk2bsCKAeHg
P7WRC/TNFexmnPOEXhXJC1InQ9YavXY5UIcjENk/J67HhlVcsfoUKwSGXvhTV1bRkNt2dDKFBmEQ
MK9Vuar35mymr9DXhKC17KVzrWTmxsm5zuiAUyGlz/NOOgcKxMvNa2HGH3m7JU8tMxM1+UwOfTep
UGI5dGYzgsODg9NBGjcfvkmqb5/Uppn0F6e2IQEDUwFoRjQGLdOIST6amWF2kkfiMlO8sPABhvWB
MQxHLe2BuM9OEDSu7U/1+9vHae2GQrRA94vIJoGduZw+VzHsuyaTvLSazfssniU3IJzdmN/aKDZ3
U6gEiCdp4ak2UjkbtV2ws8kEi8xAHU7bo3rTWBsDrZ1YKDhw0Ch9U6BYTMfsHT0x/JDpWGSTYqct
XVTKf+gBOdc6yLbAt2uXkWthCK+I2vNyuNaJ4rSkWQFETKPvda1oKD+1JjKI/d+4HNTQRe0VWBpH
ZWGwbQMcqtqlvtfBAOq4nR13b2nq0EEyZl0GIlUvmV5cOc7LjQD2lE4SId8CBmMx8Fxw9NuZOXZ+
Cy+NYqW7WZnNj1Ankw9prC1i95U1ZS15b2n1ELJdi7NipCTVRTCJCLQx7lRfifdTaGskH5stLYKV
Y0mRBTMKVYtIci7uPqX8XFPSyvHK2IgeU7pL7jqzj0+3r9jahHDBSMwBXeTsLyYUAA0YYP/EK0rS
8d5u4vYQVErw0wmMLfaPJWMAY+C6wv4Bkyv/udJyQOW3VoY0drzYaYqzTn7lOE5qLIJvM3Bl2B/2
KZqoLnK6oPSaHm1fuEo+1docnPxUsjfwHyvPskOsiEETt/8qbEtJbGT1KN7/pkwoFNpFeSq6ur8L
yKO5kRSkh6g28fh40Kr9y5dd0PCgH8d9uSoVR8DHrC5jbGotdfxqMEfgUHaug8o1pXHsNxyqtV0G
cEVjJXBEYDeLXY60qOxyzcBblJzyDDGgZu/ZruHNUE5GsDHYipmD4hWvnv/C1Ld0dwYIWAe7Z5tn
Cyi1Mo7SDo9HQ2qynXZNKm8Rjq0klfFMqQwCUkZxmAzj5TNhSv2Q5kbrePQqtfMO8Xktczs11OfD
5Mu1dDQRgo7vSfM3ySkLmh7h5VxD7N3J6LfbuFBPwfYizuCrPBHXQbV7leKOB73R4efyvSYeMnqr
ScJUdzUd5uHruqhJt4ZpbCNkP0v9uJfSJLnvs3j8aU5m9zksoZKFlzQ1gx0CMvSQ1YGSZSe57ay7
ibQ6JA3+UG0RhqztmPAunlLzojJ5uYC5HwWjPIe+58R1/bNEeAtC0aT4Al4unRAF7g114/xf3z3B
ECeagIQ42hUeyuKeG6GS2YAC5qE66U2vfPENv5L3uAFpe0DfvE72gHL093PTOOrGEb22rTZdZrJ4
OmQR5y6ejQ5VdAdmQxu/SqsdZC3N2DomIwC/jfdpfSDUzLB3hDJL8G8I8rdrA9vyqiCwTxICjOeu
1bc6HK+vN9PhlQCwRrKFM3e5f00a1EiaNIyShOlRmRH6zmqw2uASx43jvTohQiCan4AjAny8HCqc
ii4Ep2x5qQ+IxqE/wCvV/oXNt5geJoQbQeKQrA5e2eUogGzluZlMywutOt83jlK5dS9rZ0uqX+4l
MRShNMlImquvALCqFhjRWA6k+jEVkEPL0wGalNFFsV1xX2r0xVAgYXjNef6WAWee4WAL1TFvDsdP
CmAhgNhDc7KTcth42q4vtEBYIXSAz0w1dumyRwYow9kcLYBdRXuOlNw+ylkyuKOTq/Q6aVuyVyvj
ASIGzAkMEDjZMrfih5qagy6yPdjs5LtC9pNdlc7NIdea3lXMYcvkr42Ht8mlQlvBBj56eT7yhFZb
NW4xH1Ysv+kodb8lbquaVz4kZt9lv4jVjUhs5YrRAwF4E8Ce6FJaXLFgaOukk0rbQ2gX6r5iKFB0
0Kz9VE4vZJYRh18Q9+Ic4GqiS7uYnNUWLfgxzfbmfLbvQthY9pSAxn2u51u6GCu3mawhF1m4QMIF
vFzHxKk0s+XR8bSeLG1bN8l+rKVh49yv7dazUZ7e72elFk2ha76dGtvjagC+dNSJmt/Uf0BduPXG
zNyiVlkdD3i+UFkgUbsEBwy4bxPVXPaqmBHgzAvn7WSO0y4Yi/yo67H88hwLO0bClH52vJ6r1KJk
9xY5vsL2rN4PDlbjdEcTQB5VrnGrm0TsyKV3QRJY0BnyVpMFdhb2tzPiBocgZy1rWXXbksJUonMi
kwwyyXnQZK+0qT5XdCrsjbhWf9w2YSs+vBBS4emkcq5DjLA4MW2BCDWMErY3WLFeepESJD+dau70
PVSFVupmqtkUb6YqqYeTXasIYjuj1ryHKaO5K0mRUW2GOHFL1WzFncAWgPCkzwVM1TIsy+sp7upR
s8g7GVO5Ay+gPMS1b33ruqoZXMrODvRJWt/9UiqDEvDtRVm7RVS5aHQhxUYn4cL/zAQ0unJweM1a
avZjakYubcTS+fYoaxaIw6WBG6M1kl9weVfDwNLHSKLsYCXV9IhUdnyIe0QG7LH8fnukFYdaNGfz
Uj11LBEvXA7VcqVmEjy2B+Shfw21BzQYCnUOE7rS1Pyi502MDoYTDGdZJth2lIFqbyttFZFW1lUo
EdmipkdAceWlaZFGg83keLkTJo9QUve7fspfDM2H2wMaGI1qlVDEWFr22tQTdagVx/PzOPKfsiOg
sCe7fSGvjrDrAphOiwVVBpFuulzVMAsEriLwPZoMYM5OG0mr9nVaJ3+kqW9Gd0OcVg+a0spbyfsV
ewh5OLylMKTySC9f5wlSGBTUU85nmiivWlb7brTC4EEP6tbNJ9s8/Y3zI/CGQPtYVerOlzO1ChUf
MVHIkuha/yWx/fIBdkebGgm1g3Dwx4MR4aPS7uqcmiTOjoPSbh2etUlTPuD8QA8AR+ZitUe9RTsy
oorV1UbyZYT3zjkhbRU7uzJH1/LAX8zJ4fbEV64oLjh0CRTcBWP5whCQ9hi0zOGhs1urc+s5jJAX
cspjXE/F3xiKsUjdCDOMl3y5xJoxdXlnhLxxABk+ppGjw91QzMYuzIyg2giXVswrWNX/HUxc1GcP
uCwjy2xMRDFmh4ShK+GFf+nmtDmPwMfyXTgHyhvAHra1K0AIj97tVV0zA4QborBPrxrUZZejq9Qe
dWeSbE9Sh+Ix0pPhFZ0C6obLvLZ3xFDC0CDjwh5ejiIn+BNlN2FeJ6M+6FoUuONk6oewKv2N5Vyb
EJlSSsgARa+7ZvQQXQ05xevyu7g6J/4c7e1cK/7GKEAwRXQtCrlXoIA2pscuT0wvTLPwBLtVsZ+j
qtw4h0vavierJsqCuMXwypM+v1w3EtgjhFqZ6RVVCn+1rzTvJk2CXLLXyenpiemW/hSeShUlvqb0
5Z1Eq9srwGMULXVor2VpUNBkqerHLA6EXmZsbOysOB8Ll4msI6dHxOBwjyy+od8LVzGk7RXxELRy
iiyFiuIg56F8GBXD3lj21cfz+XCLy0IvJexYQWB6Zd8r3/xW135wVfvs2BX1YLpZrSdeXIbFBxoF
9PIO8EyvHxx/rrZgIWsnmu4ijJkoEuMVXe5MoavwfJi96UlD3H52QiVywW8FrxMj36IWXDvRNk4p
ZSp6UUBiXA7FzocmuscWbZ2S5oIqmfdBCObxtiFYM+kk+qGlYyutq3cMGPUQ2ZgZLwwn6xw2trrX
AGuR5ijyN5Xehxv1mpWDo3EA0DUhkFCuEsQ0vZVt6fgmbv3c3fs9dAz1nEmPrADaMIaRg19t/oZh
p/QNtxkU2XRGLoMlNXH8wJYYVGtTH7mzUt0Pg2R4amdEGyDqlfWkBwHgjKidcHmXJzWce+g0QnYt
Kh0XWU20MssiOIV2k7g08bX72/u3ciAvxluY2FTu5riPY8sLzChy60hVH62iGYkQqnjjzVgdimoG
Mhc0x+BCXh7IcrTSDryt6WVlnO0CIK+vUf4dPhamvzGptUXksRfduaDE8c4vR0L0vqkAdgXnoYh6
ZJ8GJG8bu72fBzt2Y+DXG86V+OYLa4amj+i6hP5BtJNejtdHmaTNWhuctdqy0nPr9/nHOFeUwk0K
bfhqm6OTHsgI2cGOMr963yZ9fL69jyu3ndQG6AyhRYFtWTzI0N7KvL92cO7KRjkYJcEfb1C1cdtX
nA5MF93IEIQILMjitBiwBqdVpQU4GS1iP2XYP5j2DCt3bZqvAr8tnD0r1AY7q3WCd7dnuCQUEq+a
KJbgr+MRkJITu/7M42mJ5zNpzMNzaBVOhScA7ppqUGbrr7pmAGKsVAX5wbEkmoQtBuryOyPtqXT2
UlYWe9Xv9FM9Iv9+FHwP866yY6s7DZJtJ3vDLmuYGBSBVLYGvdpqIVhbOIOeGtZO/H+ZP+pAkWul
4QCMII0bwn8kWUe/C8M3aTS3d44MWMlOGvmAKLN9uL1ua9eOR4BKkwB2XVUTfavwU7sdJXQs5GHv
dLN68jNj3CfFOGwcwrV7AHxHMDHgRV3HGFw6xDLm6Jx3YeKcKhAfswvSOW2/mr6mfrV7TfkySjoI
lCjU7VeJQgS00T+7Nl1YyFQRz1FCXFa6tNRpaz3qwrOtjNHBsWv/MFnB92YKt5hfV54iUAOEMujK
iQ7Dxa2PkziQ9SkCWOOUnbkLo4A2qaiT6tkNM8CRu9502uEQATXfYvBeMXDkewigyG4ICNhiaHUg
L6r1jeRp5K+7h6y342pX9wUxf8Fn7xo97KqNl2llYSE3FIAl6vqgJRa5jjGM1NKJE8kDI/0xRRjm
I4oUH7PW3hL8WltXVhMHUHAqXh3Y1DI6SUGM0kvTGv1GWcqIZujlvKsGq4eCFmhBDmqiyLZi8rUZ
0s1IGMB2UnlYPBuTrLRdmw4Un9M2tPdJKeXyjl6+GDHasZ43XOAVkwBWkN2D/VkQXS3W0+qklKeE
cnM9lmpwclqLdlR7ggLUK2KjLmD2ss2foZUG73MpaKaXm3LRistCExdT11kcoUTqQ66r7QPQUKWP
ipPRzxNYzYSkGW7G+Kqjk7fwdDsu6nM1D730x22ztGIrBAMO2Xtq7tyhxfShOSqUqY7Dc5z1Vv+D
foo2vCs4f/1+VgcaH0pI1nPaHxL4uFB6q9G0dZrybyT2BdwfGATaT9dQPIBw1ZSUwJmksQnuU7uL
d3ba0SpkBdnGBVrpCbd1m4KwaHHgZC/D2SK302SWLMmrK1MKHpxSC+Qj9CUhinWTpp8LqyhpQOyk
Bm6E0JSz5pOTBfHoymqQWseqz+r4ZNEveWeMktTdD5I0PY4d9Z2No7l2EdgZTBsP7nWUYiAtKjt1
IIGmHjoDEr4k+Cr1fa27flLDl3T7JKwZMw4hpWeMKZuxuHZZgkCrnwBQDHOTwMioChjf7XDWzoFW
Bt8i7s90vD3kirfEiwhYXBWST1fJVHwc+A6g+jjrk5Idm9IqjvNgqofbozwJGyz8QhwV05EdAF8i
DX7psST2HI2FbeCxQNSZ/aiCRInuGwNN1V2tzsm4izQ1cO6m1snHUydbs3QuusGguwXwVnwOVC2N
P1W6HiKvAhf3cO/nffcYDpHZuq3Wl4Y7zegD0shhdtOdGltl/S4iWjd/Snhh7W7IyhGvhhaILZ6W
lfYGOjy5NKB0qQZfXd9BV8YEgGt0lpxUc86KOVsjaQSgLrtqmpzgoYvlsnZVH0YVt5sbVjgz9EY9
apqUPpZOQuvb7dVe21NyRdxlqFEJ08ShfuYemorUyINmRmfF8stzVJmlG6bA+W6PsnI18GvAJ4NZ
p5a1TFxUlWr3tWlH58wy4jsZd/hN0s7lyYpy5cvtoVYnBLyB/yFwfeVNzVlcR/XMEqtBMJ5GgBeu
QvvhxrKtvLbid3PNaZfBQ1yc0VSuEpmsZXRuO3DdklVXKL7WgAmKkn6xUlfbh0AJy9PfmRuLCI8W
8ecyFkznXsurlguoBkrwpCovxXtExdONNVx5ZMF2it4CWCdoaRCfPzsU/mA3hRmk8TkJQkIi5kiS
MoLzuNxlSe6PJ8e3o/KRrH//EdaV+OWAaOIdJogSKwrfV3nSoJrLUU/ga9GnmrDMUXW3yqryMa9l
38vbNvRur+uKLWWqcA3RJEJyZPmqw/kQlGRSw3NmtPFxBhbs6XOp7aMpnD7JY7xFnLAyHvlMKIcB
GVDYXVo4UF0WTQhVcM6SpjykYWzshjjKTzA3jZ5c5X/jZYJXmHZexLaBCS3LepY2QPTrl8F56mvw
IG1aHidM+ZH20a3mlJWbzlC8gFD8C+66xbOE6Y6HsEqCc2NGDkA5U72v5FI5l/CJnW/v2upQpGs5
qgKIsowkYFNV0kIlOuwHuk3nuEnv/Sqw76SsGzZablauO5yb5ARBFwjNefH5swsxF0o29F0SnhEp
n/L7vvG1elcSEGr7sprpMJ5C9FU/Q7Q/h59uz3IFhUeVDVwZRVl8vqvDqRhJpRpUp8/FDNfTCRAJ
jZyj7RQ/mrBV75MRx/PYzZWv7SmaTxABg30zj5YZhalrxl03oedR6p/6RvRgV11nvepM/uJgGnH0
GMiGHv5x+yuvbQwQe9TruFQAhRZnIKE3CVRL73hDZQRuQOOeRxYovSPy2aIWXMtRk+CAJ0uU8K+7
hyQdOARFXUfAmNXHqK50HOFiOPRqULhZFYaHIWvGQ+VH0b6qQ9mt2miLHHnFXMJ+QtUc148XYVnW
aRp7qGO5FnXXsv9VFGN/B0eGvvchM3UnPRre2Ub204+rfuNsrLx1RHtCsRrCSEE5ujiWoVHAlUvB
N+n91oMaxHxjjcMW68gaUgKPBV1F5ODBKS3zV+NUdtoItT4YLD3JabKXdOSSo7ZDejfT6i/AYOJP
bSb1n4y25x+gzJ0Ta4ZFURylOUzMk9XOTrjhja4YUZJ2tKAjt8oxW2LQUiVtQir3YGXrOnmIrGD+
ZTrBDCXS/+XsPHbkRtJ2fUUE6M2WaVkqmZJtaUO0G5JB783V/0/U2SiZPElUYxrdAwhQJMN+5jVz
7FdzWP3xeFdvrDIwNCaaCUDP+Q4vODoR0i/0usaGvotn/8/Rko9xY7+vI/tHoxl/lgVwlcdjbtw7
knjq8A6DCb7LdtsRUkCTTgCQI6P82Yb5fFBdhASjyaFMu1T/qKlt7tx1G6eXo0tiwcGVlDyZgv52
19lGHneEvpAtPPGTSlN3aBGeQlBnaY6Pv07+TatAn1BQgrlpbtMqWG1fu7FshKJNGtuJOWAN2unI
LrW2qCa/rjltfml31nAsY63+C7/qFme5vFHeDocjDmd2WVLaZ+vLqmwyZUhqCgpapei576Sq/aF1
rBBikN3V5dsDYZrPZDaMCddrHQhb7QSk1aRYMiZ9BhKljL43ViwOiTHU/+XDfhtKXh6/reOQKEM0
5QM2a60oLnWv/DQqgVOVlo7/4SRS0IEsh/gRHMfV65ijDaGLEEO3Pp+UoNJj9XlpuBzcuewO7tSa
l8f7ZmuHQqbkLvIkzHUdrlU48UEdrsOroaaI4CHwrPYnve3yfw1t0fcQmltnUJrlUjCkx33XO0sK
tVbbzobrYVtt5GOylosPeJJb6VGf54oCi9BxykJ8ItlrSW99KGE44GQuedmOvF1Cz5jsMUa15Lq4
YjhJH4kPRZmrB6M069Pb55QKHm1lB5DXHSZLwTpudmN4T3UZLeeePuuhNSP1qvXuXgV466vAB1Mh
ARcKWml17Lt4UCsA6s41LcfsU47VOWdvdg7DUtV7DI6tK0baNoOIot16F2mPjleki0pjsDJ751ON
YkLQh6b6AjQf0QCtG9v3pFltALF0/DnSmtnLr7deDbCUlhQ+lkHcKhaKMKhextwiMYzx8A30Oiz6
80LZ5F81i8L/1What8dozIwfRAvZHp5va6q9V90KCvv8gvUGoodH28Fzrk4+5x+73J7OldviCgCG
/MfbNxDlR2A8cBxB4Mqf8tt145R1nFg0fK9lP4TnRhjLsR6S9Elt9f+A0YZLSf2egVjT9ZVt6DO5
lcJQrecuz5VtoBQDyO0Q12Lyh7TZ27Abm4jJk2AacGD3zZHIEkWfLK57lejfFuyXtXyrQTE2VKLK
6OdspbxeTYGmEklE+TTrbfLv48ndCPQAJfAkc8tK5tPqyMxR1yxGCXBIryzn0LRddhzQzz89HmVj
t9ArpE8JwgK607rdZrjIIOoxcO1+cp3zWJsxLAJ9uogmtXcCm9fQdPX2E7ajDQZ9YEN6Is7dvrR6
z7sOvZoOV2tMUqPwO3obfyEaNno/tCoL8YLo+6z5N1I663mZzOSDVoVG9X0xEeM5mUPljB9G9Iqm
89jVc/ZdGQenCdJudjQEncoof59rcf6lrOi7+BCClg/20PbKYR6bdHkeKk39QgO4a04K0uH9ZZnD
+R9PVOhsJGGrG2d9nOtjDya0OIxzFydBmWEhIMvOGlJOUIzjp3kM/cbLvD80Z5ynF4T5vPagG4mp
XYukzb5oS4tnRQtpfDjqrVf+rzX7DJBz1VbdQeSFjsadnXR/KmWth6ik9Wwlt27jz3bqzpNf2alZ
BFk31AN9BrNKwPx5uGWovegAIKm0yU5aXlmL71au+UF4s0h/oJFnqDt7YyPahttHss0pYAOuj/fc
DIvo5ZmjqqUcxlFUgWIIhLAKawkwDLPfHigxngQ6IWp0rxKC4VQUWiP0VGtUnZcSf4+nrgJ4Naje
ztna2vXcgVCoMPJA3UD++W8XVzeg8ILSbBTElpmWZ6cvouigpZHbnvVEFHsIxI1wgpdP2jdIV096
ZrfDzTVgB3Jn5doDDDrzPEZfrXlqfYF881GYpnmkcjzuHLfNb+RvlWKyYJvWJ7u2GxxhVNj3xTC2
AYsXfkBDy/4I0fmNVu4Sb0CuSOFeiibSqFs9eK0zmfPYNvQlAKwMdIT0iKKF1SQ2qj2NcI+4YJfm
IclU8wm6FWJsInaM+vr2qwzckWy5Qjm+e/ehpucQJagWVvEYfQMtWxzMpXG/54re7uzU10d0fZWx
S6mdg5gFm7z64jxpHKNDXfvaEAjOX3qvKH/RD3Uqv8oSMz5n2TLO514Pi+zdkijiOepooPmiT+0/
UvT4P+RZ5XWBkVlKcUQ0zaZ7a4FogoKkmOIliWyvOODX5SS+EvfNtzorUvcwtp2K+liXKvmhoDfy
J9gN8Z1QtVDOkLG1J3yOstgfETh510Rh8h/YZlJs3pNWFcAy1/t4oianaLauoHqTf0tTw7tUs40E
szq90Y9Q7iipwcE4SG3zBMsTdXNAhe4h2MCJSbsMdfucu7eskp1l3KokUWqm1UhjhttgnZqVVWV6
TW6yjIk5PdelgSyGJbW8PY0pFoVp/lXBxT9NdvrHOMQJgkXazlW0ccnyE6giAdrdUIvRegqZhadw
TFEDuCpmmo1+mVTLCaCQdtbSIno77INrjwI/j70p0de3U9sudjpmLcojKfB2vwiH7GB6SnLpFd7e
xydyI4Sh9IxoEUVMWSdbnZJ6mQxh9YZytTD8uaLuNV9Hr7F2gI5bo5BYS0CXVFVdF4WSosYlZgyV
axuZMzYtAOP1Dgzv42/Z3CsSJIeQKiX1u5ywdJXEnWYK+GrYOIEHJfZaTIb5cbCpfFvetPyPnrVq
++bg2c9Gbi3xEQSY/fL4Z2w8JQiquIjhcaNTw1g9JZM35rgLJZT10ym+zrBMD0PfiBOhKcrP3tRf
aBvuyf1tDSqxSsAPwJbDxrjdMjWdqdyMRrrccYT2uqqET4bW4uCJiifmCUX9We/rbqfCsBGBoxrD
BuUikKYeqyugaevEniaETaI4qb5riJOeoq4GpLgYyXFSmvzdBFH9EE+8nFrxXxgYEm+CKRYJzn3V
RkWjSmqzcS5pcr4vuqo4al71b+hSaZSk2zcfFeoagDvAocPEu2t/Ca3TKl1vw2u8OPpXx5hjSXed
d87+XWYqWRBSwEUCnflHHqXfrtVZr7u6o6tx9arWfWmGpvrYe3p77LPe+VDnhgMJrwKUCH7pzYkG
Q0MqkVqOBAvE9LdDY5cWCvwc+us0xL3qL3Zc/2rDZZl9p7DCPYr8/WmV0uEk37SkaNfSlrgdLppd
c4FkixvMQByNKEGpZChxiiX6ODhTbR+1ikLoYSmqdIZvWGW6n+ljQUxtWULs4Fk2pp0E2aNnyemR
Qj23P0aIzlYjUQx8e4G0bApwPz9FzMYPUffuH65a9+Y5ag1npKlkkUw8vjM2hqeiLB8YwiNe09U1
3C+xMYx0+K+ELcah7Cgs+d1it36RJsNzW4DqrLLMedL7/MfbR4boLDNL3vK7ZoWHYxJFlmbkAQgb
NEqq7J1amPXkm3kxXrQlct81Td0fgVaHweOhX91SbkI09J7ANhJw0yIiXFntABTK8ADxrPEqFmd4
SpvOTI9zEepHfYiXy6S1ynMleuOnN2MqnddJexa4ZPu13S6yh9n4qOHFf/dhsaf6c3ebSiEqnkP+
BXLIXruAlwbE6Fjow7XHff27WyCBVVSLc4GDsHxtvNj41pvZ+O3xdNyFGRTfsKanoMCIVOBWe6BW
KOSCxu+vo+iRS1ZCTwSzOouvk1mMxqlBWLfYeTHv3mVZ7zMRT6VjI/n8612Pnrsuomq4egV5r6Un
80mlDH56/GGbo4AdQgyDx+IOKtY6nZaUbsvZIiP/y/Di4kOnL9HOY7Q1CjkarxB4AdkjuT3BtZm5
RZNQtGhG17q0w1RiyePtdQq2RqFh72ASD/mPpPt2lHau8L1EBPlaVKVyqAphH2a3cXaug3tEEgsD
LEdKRtDdo2x9O0xVU6mw0Rq4mqPjXnq9jJpjEdrap8xw+L+OGKkzUACxPixJWX7C57N0j8SkBszg
rDPH4+MVvNuasDfAkaBiTkBDR0FeX789SqUDh9/R6kWKE6S6bxRUXRAgV8vYt71SV2h8T/M/j8e8
m2k5JuU1qQsJ5uWuHl2V8dACALsqhKeferNrP+RVOO7szc0vgywLE4Z3nQfp9suwoLQs9FYXQhhk
e0sT+0bRJ/Vn2rf6RUtib4/Kf3fT0w/nqNFXI0gjalqd8mhCg5tVn69LZoqTB5zt2Ska8WUy4sqf
tMi56FpZX6Muid7aQZQj00vgf7wx1JJvP9VOaAaBAlGvilJXZzM3khdzppdge0q354Up/66bm12O
xXvG6klQ7Do5dA24ml2lLFegzeapCb35uWvs+MvYmPke2/E+kGAwVO/gGRH8EsHINf5td050CJGd
wxpnzJT6hzHq8TviUTc552MzeP5gokHmd63V/T1GnvnBHbzpoxBUBHdiiPsdKxu0smsK+lajZXP7
O9yoqwZsT5arXuvFJ8ga3dlUBFrRbz0YGrJGZPi6zr9hrtwOM+RdaQmHLcsGC4Uf1ShfHDwtmvZy
763v+X2g1euQanqu1JmxXLVcMd+JZqhPeZq9GXVFc+u3UV5xp7+tHv6ixIdiXq6QjVs/LoblpTLF
36G+DEf056edq/XuaZfD4Z8lOT+SVSo/+rfhmgWpxxiZiCt6WMupxDAlSExzuoxiqf1CagCNOUXh
/7Bkvw26msmimDVrMYfl6lqTdkF5KH+K6lHf2X/3h06jQMK5kwVhNuHqakmx1jHthXOAx/X8Kdbn
+tQ5AldmqA47Q91vDQJ2JDqgYiIjcyeGrigi7lpzMK6FksZHMwbBY/btHvXt/oPkKPJIU3GGY7y6
sWTFEswhWv04VdcHfc7Gw2hM1Zekp/r+eIXu3wEAK2wMGARAR+9SWWHqWZgmqnGdoU77Lq7Op3lp
3VOX58lxBI374/F499tQWmASeEvOBIwm/XYbEv9gOtLH+JR42XDBTKz+VZYC7d6oipKTyLDh9oGy
qjuFmK0ZlX0CFAFZPepLt8OWUIQddCLMK0DO+AhSbzhkGs3yUjHUnT2/NaPUYiScgmmltHQ7VEEm
V6vYlF3rLK2DuOvTb1FtL88L7iX/ejMl2517UR6i2zcHrBlBE68BL8+d3LKFeG5SxbA/RyzR/kQb
3qmfIHtDSDCqvEQRGY8C65I1Od58VPqDwtTLvx+v6sb0yn4uURLhBJHu6iUK9bHNqqRAgCvETbf3
HIwf01A7ua54s04aPRFOB5uW6PC+sTvPMV2qCFo8EqXxBVKcfVyYm9PjD9pYRKgxHAoAqtTS1+VB
KKBWPnCNEq3UDq05CymNyuqPEEerC74aOJo+HnB1sdCJ5WFDu4QYE+QPBZDbXeOAAijoMGUBlRX3
2QqRq+7MeC+/2xgFCjQvCwgSAMbrbD9reixM2yyDr5MWH7CgbI5L6e6RPFdnXH6LjnUeZRwdnudd
c84x6zStgH4Gplb0ftan2glRi7+cQVsq35zRnvEjkBA7M7g6Bq+jAoghqaOGTNdnFdH2XafBsmiy
YLSS4iu+NO3TEGLaiu6wKD2/TGtJI+4TUONI7hifUpd+2n/5DbCi2ZuSw7CGXiqGOU88qlmAerP7
2TIIuHC5cvw6CsXBTpbmvaJ4tW/PIv8jM5vq2+NNtDXxwPNo55FMk2/KP//tja8yWr9D2ZQBbWYU
LufR+Bk6du0Tn3UHXdGL95DDuPXePKoBpR75APr0qPCstu4yNlPrzXUZLJDNXqJO1S+1PbXfW3Vy
34sq/TcBg/HH4zE3NjL7i469Q5PrvnqjlUXWLc1QBF5ZGx/rUqn9WFGz6+NRNrYU8AMeYJ1aDYj7
VZ0GpSYAcrVSBCjvur/cWoj0NNZjWl2JbFC7yvWoKHE1ioTtp6WHvEnVhk3y8vhXyPn77X6XGxsc
G6V9In3aWOvW1ti5Xo+lcxkUYdj+EZrD33MxW76S9PrXxyNtzeor6JAIkYt8/UrGWrXgVpiXQR2G
3dnLIuu8GFN6eTzK5vdwx70+FZSW5az/tkvjNokbs1mKoBWknrQgG780QodMRXkj3Ol16nD2oKQA
0Ue6Yd8O1VpWKQpc0ALHmfTvo5HBCO0Vzu57xIBlBKyXgx1EIhbVkUKklb/9aFCaoZIBPtehXL+6
k9CJAUmbdFWw9KlybPthDvBk7E9jaeZH9LuJeKbO2Il1NlYREJJjqFTRpY7/an5HUUZ4eQ1lMEaq
cTbCvvS9adyzY9xYRVgx9EBkHx/83OrTDIT5yfXDIoi1zPTTpKoulaGjQqcow+nxhllXheQyMhYF
EZOkWi7n7TKmGbV7VeG0t3XcTBejCevWxwgn/5SNWNCdK4Dnz5HdDPNxQA8nfdZh7CmnZnbqEZde
r9gTC9yaYrR5MI2HHqffyTtOeRz1izbz8cNU/F3rYwcZHr/QnZxtcxjeTxBWFN7udE37qU1r4p0y
SOu2eYnG1AkwoFWOj6d3VZl5nV3+ehCJsg9yR7avk0xvJq8uAmvwUsMvKGbaRyPvhXbuonh8MucY
pWkxKOJS6khA7qzuxkd6JukA9XAoSGzY28X18HeLlHZpAlofxlfFKscnzev1nanc2kPoLxOQS/EJ
yqSrYeg0jOQleRNEiql+85Qm/Fg1qnNRGq09VKlJURPnvMMwLN0Z80bvoKdT/dVS8nQnhdw4OPRo
IUzTs9RIR1Z3UjL1jd7FUROAAik+DLZV/KBMVKOiGA07N+3W1II5IVsFScA/8qf8dtOKKlkmTdh1
0NPTOg0F5Dn20BtbsBKsRDAudaAgnRD5rW4C6M6hQqacBqpToN6asdP4mtEbOKM8n+qZUnz7KdLD
8Y2+wq8jE+lIbAIk4DuwfFYQCokaYiD1yuiz0cH7hp7a7xCp72aR7wM8xANCMZa4crVgodd0haul
Ag6Z0/sFtEe/mOu9s36/QeUwdAtgvxokqOsNmmdRQoQaJkE01JzxOYeE4FtN7lUfhjQfw2963C3q
0zjqrXEe1CEBzJ5bhXKiA7Ckro8gh9CDx1fDWq7ldYZlW1QScklQ1rFdWBWt7sStCIpqNibeLZXw
cTajnN7oxIY7qXk4B1VTLo4fu8L72yD6DX34Yap4F8aJbGR1aeqrDX6c/mQb7U9thpx0xkwu/to2
VVogiJQme0yVu0PGZKICAQYdwighxmrNzH4oYnyc0gAVmOmdsIskmMoMd8os93ae282hCC5AUyMh
cnd/KR5N4txb0gA2Unpd2lj3pzJ1rsmSfXu8GlsjSSt6kl9ASHd82ygvgbBFneCg5bbfGU0XZOFk
IKyQKafHQ61NvV4XHroraZwsRHFr3l4dA4rFEQZiaUCsqf9TmvTJoK4Z3jcFRteM5XGW/6pZg19C
qKl4smHdur4W9epPSG5Ndqib3jTobadK/96qBuulyzpLOTlZ4pSHSXeLv9QwNDV/aCfje+nixerr
WQ7adIyMee9rNifutTIPuuj+7tdrkPw03EXgjBiUgSEWfq029WGgsbIT8W1dFqTwiHVD+OYsr0IV
HC7jAtyyCMwEA+Cln5NnoFtv7Pm9rg5PNjg36VFGyeh2dQDkdl7mOCKwheceRYzsUZnM9vHxJtj6
Fk4+bzNAl3v3ArxrF4r5fRJY+WwdsZszzvAO32jHIr+FGxzshwS7StbO7bck8FXiEi/LYEz16NPk
ospt2X3+9kucUYgjAZSD0l83mWfFHgujjxhFnZsTPKT0jE68sRNlbGw0+iBUwKRoOxHr6tppFK+k
+pdyFxT17JycKG1RXpxct/DtCvOe8+MFuovcmDrJJpHEVmKo9fue5jESjN0iAuAh87Uf3AISSQYr
z8Mm+MekxYiCq8L4U83EXmYld9hNUiqHJvG2Xq+9O7W0NnZsWVARQek1xrExolqB+aQtxnXCv/a9
Fk/j9wKo2/9QL3b+qVXrn8efvjW+lGy2SMxheK9PgB1aaVE0XhoMRV7OZ6I+t4E9nPVuYHtpGmEe
WDcvLfC7/sSNhdmBsbhpuRNgyfVczwLis4AWEBS8D50zJEIN3FfSIFaH/GJMLRexCXTrc6eJ4kuc
ikR/qs12r8S8sc0MSrWkH0SS7LLVNkMQfUT91sKWdLSM+RC6RW35CdVvsLfQGN7+wJFEctHIkhJ5
+zq+M5zWia2iCMp6VHVfwxn7c+3W0T+TMdt7Id3GjN4Mpt/eBqkZ1pbVhGTsfZq/U1wRHdHpV/1W
fFOE+kcZWuXOIVqVeuX9gzwArRaUcLlS14eoT7qx9iozDSwUowc/zcT4tS1QG8aBOlFdqaSUT+8f
7941h/l1UJr7lmz0UxxYI13LFjnPAaf7IHfr5QWd9wjpsWm+onWHibRdjOcB2+TjJGwNW81yOIio
bk7Ej81f7Vzs0V+2Jp2HEVw6LmpAolZ1LnZPMrW6S2BhCT5YHfqnyXOr5z6KxTEkbwIunuJy/HgS
Np4XeVESVlOyReV29Yih45QWtlKmAZ7oy0tXAgCrVcX96/EoW8tLJwYKoRRIsdfROxI9OKp3BDJL
7CrnAmfqM4oE9ZcG9MHnFJv0nUdz62xyRjiWnBeO+uo5szvC89ZTmEuDevOwTOXJinosaux8T5x/
eyjicuqgPDrrJoU62RPGGXka2I1u+VY9/VWZ2nKYPWvPYGVzqaC9ABKkw3p3BYg2UZQM0H4Q96J4
Vh1lfAqpre2UWzeeM6koShQtWWV3wsqe2rS9M5JoYWq/DB+LsI0mf/KSpT4lqPI3uDBHhn70wql2
noq4jP/3eKustb3kqUS3g5sAQSRiq3XWsJit47QLoXxauIg5ghxXr5GC1kCgLE06/mFoiZP9KOoS
W2eXovroJ8qM+rzfeU75bU6EbR5FJZr2sFjCLE4FTpr22as8bc93bGNB+KUe5ADeAHl73V6T4IwL
I244O21LVpNmSf6O4sbO0dkahH1MW5heJsOsBhlCk+ov6OogoX1/IbFJfWuZq516yMYBlbklmxj8
OrXS1WOGglAxSFnQwBob57MWzsnH1pqSP+fKzb7VxOp7dgFbA0qtJOoFrx3L1XvmgGhU4nyIAqUs
62OXoKXZTdH83lWWnwbN79PjXfUaWq6CBCJ1eqMgXWWGv6o8VSF2HWM5xEGX1+WLYS+x6UPli60j
Pe/iizaGQ/neDVUbriAdz+vYLwPlfXOcn+x50a2z0aeuOBay5fanELmRgwsQ8Xy0u3wwfHVOo/DQ
iWIyD/2ka2CJNSOOTraXGClVbdegDgPHR/GLXGjKoWyiFAFdKcFzztS8PHuOUJqnOnSNzm+mTBjH
XDgNXevRK51zo01l8vY7koI4AQXvH/nlekZKvTBdaKxoyMzmfBpdDJQg2xjHsGvnnaG2FpuuKrE4
x1oWqG4PSsYfjZRX4QdM3hyEhV587boy+wV3UT0kqaL/l91FLRMhEDSjeNhX2zmEV2HmEaauo9Y7
x6g0PkSaSb6JE9vTsih70odbZ5SGJ7V+Li/pSnX7fUueqj3gHTxkVbU9JoYVHSvMeXZu5o2XBpw0
UlSyQ33fnVbRIY9qz1aumt6pULtq7V2bN+1nBEHSL4+Py9YH/T6UXNDfapYQxFBndpFRarGrO5hK
ml+cEjGq/zAKTAOKAkAmEFG6HcW2lykeJGMmyprGT6mLX+ji7XmAbjxoNA0BHSL9JpnMqws0S+Ip
w8chCkLHwBAk1ZQTdPDkDK1Wf8rtJr5EbqYeo4w77/H3bW177xWVZ8LZQBv09vt6tdPhHXHC+mlO
Di1H/lIOmeZ7KZ87Drl1eDzeRgRJ6RKzSKklwnO02vUeEFzyUAfJMnNWXsxWc88p5b/zHOEwh4ZK
BnF23gMEbg4qzR7oCvGfdY2qo9maCcuNg1HTw1M6LsOhb2IrQJLGOQ6l1V09aqo7UevGUUDeCTNM
9ODgqHpy//62P53WrkNFadG7cQvtQ5XaHcmu039XBs84P57UzaHgUYHO5ZnniN8OhWGjPbgZ72+R
JO65t8PMz5U8+uDWwz//YSRyPCDkPMDWmtAkCi+38gpFNteq6/6gJRgo0GAr8585tph72OM1cFXG
WRB8CPA4e7zBd/oBUxRXXRrHQdv1/bPpKunZwe7e8F03sr+0I2p+Jytflvxghq35yyyN+rle8nyv
Pfv/+SGy+cVhobW42rZRVTt1maFGnmi1cYy1Or1g/NWfR73CynTwFHLAemAqtNI9oJrFrRT2zenx
5G+cVXk78EbBniMJ02+XGVZPMVoTeuxt2iOlJpx/ckNvkXRKLQortvMfNrBB04/KLkB+Knu3w2Xl
aOphKa3kZX3vWE59Aj2xi//qwEfvCVNu3ObsJvpcVJEpWK+bGlO54PJSVso1ycfxADOveZpTVQ0e
z+DWQZHgRanOCi54/QjOeW33Vgb5d6qSdjha4LWucwqtyx+6xPj5eLDN5SIPQn9Hip2t213xqNpl
qcM4jKFvWYeiK1m5UKMLIkrtOC7kBTsrtjUiFAQEtyh0mXdGWpXpTLwtcNhhIqCT75p5D4xBROGH
TLHn7mhluaPuXOhbC0dhhBa+BIXeQVDrSiFRy/ooEIngGOamB0nA3htl6wYnLCOuoPJwX8cO4RbR
2iMUbwqlB4hhYx58aSCsnVGZ7951dCHwHTdi6/J4DTc2jGw1o68J4w+y0yoq9EaKS3Ghsi0toT3F
cZmcUmN0/BDYwM7irX185GVnS+CCbEXBarbl6v72YKD6vcyeGJJgiKNcveh52NXHvMjC5dCPeqN8
D0erts9GrufJtbAtpT6ERQsyRl9CoDGqUN0vqhvTR41So7ymfT58y/JW2GdhhZa6Ezhszczvv3Z1
IzbKLLKuzdEWAThyNOcB8bqx030sNd/obf//Jga8mI5aO25N68QvawX9O3rU1H+W4as6LeWhLGgd
G0pbfyz7yjy2XdfvrLxc2VUyJklSRJBgq8n2V8kf0stNXTbEDE7hiZdu1GbfVrT40OOkfXDtTDmi
gWH+ZHnU49B7+cvjjbdxlEHlSGEGao3yGbzdDEMZ290oojiw9cIojlGT0Th1rS7XL9GEMYc/q06/
lwNthKGkB4CgCHTJStZ5fI4gGUBM3BQ8RU/eaX3Znq1xTP1FyTQ2ESVWDQtAoILxG6k3r0tMcEaU
RM+FIvnqc6eoEqkOBjNQqtD+WDpqRcMv1g66aJydhd2aWUg3aB5KMB5tkduZdWYbrF4ueyEilCF9
bWiX3E71i11RuYzUetk5KVuzCpeCrAj4AaSU1YCiz4UBQlAEcTREP8Y2rQBc1eLUWNrsPCVt75U+
V6Z3JntX8p3BX//21T7GrZRAm5wPsOu6VGX1WkhXu2Zm+1j0EEcVsz5m8DjiJwPRk+YUiXKg3zlE
8dHoSHnpgsSq7jeGW3xU4nb8FjUKsNg00tviI5TTxjpUkRY+OUbfpS9hmHQvXuM279HkxQ+1qtxq
OTeuVRY7J2LjoYFuCo2JGxIbxfXmnJq4NpEijYO6EtNHTEa1yO+xoDo/Pnhbw3j0TMhPaBjdVZmg
PaUoEGZxUAzK/Oz2iCoVprMnArpxeyIdi2QGWxAt5XU8abfW0tujnQeVBevlaMBAQRdbqUDImZSF
fz3+Jn1jC7pocAHwoXkKgmr1jA2YPFWpbJaERutG57CtpsEHoaV/SXJz7A92XBWRzzbt9Musz5Xw
0ef0YFi305z9ynVLLGe+I8mOs5j7fww035aDOelNdnVKh79gyhUU6HvPDdtLuUTTywg1Y/xoqnE0
fulsO0oPZoGfx6Gvw0h5QtG25sUa+uydGfXFC8ympd5ZyI0phsmHiA7QO4os6/2CEEreO72REy0X
+XII62G8GJEZV0Ev+PdOGLSmassbDI9UwD8wfuCjrodbsqIbcPdjipNBcw/oXGXaoc/VJvcLK4v6
Q6x3+a8O88TqWYU6rl6qSBGjb0cOBSZwpa3rK0Oj9dTnDXQZxyWv6uPjfbA1JTDiwPUT0yOEsbpl
C1XLl2kAb18Il/VXq/6sTHPrW1n2Rq3L1+mANArsEx4ZiO/VUJ1ZxjGOLlmAUKp2Rgyt+zvMw+LQ
60vxv7d/FerRcD1kd5X+0O2FHsnudoUETKB2pXueU8M+duicHOy0+Pp4pK1jxPsEQI7yLJK6q2LJ
GKZ9urR5FlCN+ZXliXvyUJ/0VURTXkxvHA5YuaTHUavETiqxcSm9uv9IB1lAcOtgJOysSM0tZrMs
u+pkzLPzfgb89fb+rVSFoSqD0BeqIatbImvNrGiblu2BXdt1SZXqFE/4fSm9tqfsLqPD1avEUNQj
eZmAKK1DuqRTw1xTBR/kRvFTnI/FobHJyJJ+1niAlPiQVWr57fHybWx/DwQEOwQ4wj3eOeykAcoA
dSaZmxYwVBu+ExqGbaWT7IBINjaK5BlioESMca+z0yW613Abp8E4KcMSeDpyvU8xl2l1qI0Jdsci
ymn6MAA1tb9EkauHe9fRRpQjuzFcyjww97CHbm5yNSpVCDyqmfwdKtTs8ZKOxVfNzrLabx07/4pY
F5VapP+E/VmZK4g2DRGv7feWmXzUOzy8LwOKDO/AeGEsW41RZPpZCL329HhdNjYDSQ+NSV5EmMHr
olLimEMvUrppFSHZJdcn2y/VdLmWlrEcspz4PkymYYfsvblEgDTJJqkv0WW4vTXcqhzV0BnSoHcy
46fmldm3uSxG8nIzvoi2S59z5pfnTbWCx5+7VUwiwuAU8xyTMa+Hpno0F5hBpoHuzDE23jlUbB+m
yiIOGVLs9ZGXJssQFCmr4jAMqWZgc+caULSHWvn8+MdsnQkoABI6TnBIo/J2GrrCIHd2rAz1Sbt2
ffJ7/Y8kMmtp3aJ2085Kb9xjsGQgyVCLleGP/DW/pbhk2XlcVjxAQP8caA4tQozoyx3f/k3Eu1Qj
JH3tTocoIl6hcNgzSqY5L4BoDT9W5+IU8S7ufNDWMSMYpaANDVuWRG8/CPfBtFY6GwabFaaXNs+d
5GBMsfNjSsfYoF/QF9/e+nGwcMERgacimCOyuR0RUWBI+57IAz1DvN13TdwNkV6sOssvF6zgH4+2
UZQgEqb7SWHZ5jpbE1MKkzKgEnKPuIOLqnhfCrSki9xKv2MqTiZj5q1bHzoIgtWLV45x5IehB3x8
bixlvtg8xDP14WgIT8Voi/hk1+ZYnOpC70IfG4rafPOCoFiMNJOMOiC3rbM7vUXXpEDmM4BO3pwS
b7KerLTCFtnV04+d1y0741lM9+1DBkuY7iQYHahDd2Ye4Okq6i6lCEKkgw+EHc1BuNg6FMbgXHfW
Qr6/67GIPiiQUoyC5rF6n1EOwy9N67KAS2Vuj3E/IMhuS1lqHxUJ9WtJ2v4zzNq6vCxOk/SHGbrG
5MNRFRFc6bpK/brLY/sdqPTpKZsi7x9ATE2PEOykwmOIxjE6QnW1x+MgRl7jnd+v3/9+GiKv+prA
RGmm3m5dZ0ED16kBUCWO1nwKKbf9NYbEdVA99cU+NKFl/kvi6MGCyj1uoNQxxZc8TfP52S4yNJJj
+DT/R9h5LNetLGv6iRABb6YA1lr0pAyNOEFIooiCKRR8VeHp++Od9T0dfSZ7IGmTy6CyMv/8TfNf
mp7/PMHY1PB8Q4wBePsPr3I+z42kua+r2lPjT69x4jzQWXba5e49j5t5/f9/CP+PX/eF3FNw6bH+
03O+cVyt+73pUc4xjwhcyx+29oDQlMWAOuHR/jfVzH9erhxdumIIAen/gyvThpR4p4vg/jRr810L
ONnGdS3i/TAlGtRuV9idt/+l//nPOg+nGUN2YoloWNmp/9/fNGoAhYat26/Hzp1OR7r0Xz7TyX+5
SDliX4/M/zoSrEwZauly0M/9781XLJvK3bs+u17qORDnGBVL/TDYJDplnnVELjXh5oUWJvnlrVot
JxGZJSmxTdhtLlNn/yCEZfC/ZGnx22qi+nGseiEfomkhS2325D7doSpZl0IPxirWzLOoofT49XKp
bIXZ2VSvZn9a9NDHeXOQM16YrupJH95cOeN4n2S/Z7d33sIpkk+SW7YGxvOrt7SuxZHHPW1VCe3Q
+TxwNrPlcOzqwZP1+tta08u77DDmb+Tte4s0ItqHIujQdRS8FdHnOO7hGQhhbHn5OsIiN8Ci0Xla
I2GLI0ts94RTWf/THWT3lrS+evPM0c4X4ffLi0jBtU9ecxxH3s9akwa0VV33D4sYoa43sCEnT7Ne
6HyMyHT9oathJUAEbWQXXrSOWZ1kzmbH33UTgBFaO0XfHVelfxqdTdGpoQ/XF59ktg4bhW6d7zqH
VemdRC5Vl1tk+u52k451byGNB8Gfvc8aJ8dcSR9/qWgdbltT70NX946hKprM9vfSjx1uvHkesXka
qumHjJyq3lGLmMz9OMyUDVeOP+ngvg0Uu1migI3rU5oTZ+jnazK1IaZ++KnY4gIe1mDod4Pog83C
EN8ywNtLZ49pKbavrJwrA+K0X/Xp3n+Iyt/eWBjTqUjoDM+biwX3len5BzksSz2U7Wp9k+OwmBAc
BOd+JAtP6KmAQFR/psMYhAV6x/bIt0H278rWGnG3rDVLiylNv2Ns7PUwwqR4naJqnJCYzf2vFUfX
vvDThZ7cctllcNwg7p0IH5FTDpvHO3J59FB1+nnI4FyhmP+oauzXCs+D7AEdv7Z1CU8t60vgXvNS
WeE90MasvyARrcNJjEs3n/a+1nM+k3W35TF2/32RZlj9FnN0LJ+c8ajcoVd8s0s2NHlj1/jOGbYU
ql3C4lEqr/MKJpGuaKsx3oo9E803Z5mx/Y3wU95yZP7bbdemvSJsU80v9dT1t20UDBdnkOMfG8Qy
u/id9cZyITejLzJMiL81q4rb3Bn83RQ8/l1LTCKOLvl8RMk/bw+qt4OkvBvVmsacUNWQDTa4fdCX
q8s9cyemyUdc0o3hjQCvVrk76uV2a3Amy7ukrr55h9u8ZVyhPbbqTf1DdVX7042m41047XIUUSM8
W7R+Vf8lCUk4eePvfVN0qCzr3CGGzJZVlwzp1eit5iXwp+ApG/tgyxtVdy+mO6LnrA43XRyTjR82
CbO0FE2q/6rQsX6+7Qr8ck5TJVBwbQHS/2VsMfBOZOOWQu12yzN17A5/vmWnNt3miqQJ1T5i0Fp7
vLMmmdpyW1Q0lYFdGvsX2R5HecmaSJSK/V9/5axTeCdZmT0elchKiUIdJxNCJ20O7TA8inVH/lsq
lnsyl3j3FbJf9HcniOeltKv2H8M66PlPNMylHI9UFubQkShktg1vTTf3n8TmBsiGh9Hj27V1svIU
DsPTZEm1LyLbbK+i7pe6mEwtj5z8Ew7IPpsVZ+homP50EaFXeUUxk+VCQm11XkUcv8Ruqz+XOO1f
gmHrzGmN9zUqsiUWTxH+cvUFPjlCIDtMW12Kfo42KFoAgSUNf+bR5dTVkuva8S/h0sn6HCiWSPle
L/O96Xy3o9JJ/Vz5PuDXENI35yppg7+N29TiZGcMo85dZ1OgHbYvv4JjaEWZApUR14oJ3PPiiGor
ZBNHr+B783pqnXpWObrM49Nhz/slYzPpkR+eY18J3h7mIqsdeTWHDNWFnjoPswl8Wbsy5pnJcs8Z
hyc0bu0bBAs4YPuy7ibPMnd9r+tqIjxpUO5v8iLW1x6uBRYGi9+995GNp1ONrV+cZ3rF9zFp+F1F
2zRfGgvUZlHeVs34qRsoROUcxa087btJkmJK3f7RRw7wzUOVYIrVCLESuiaCF5TcYJBus6Xjc7W6
8QojbR9+H18EE46j58ynox6ITvQTkgZDT65uSdLbOhdpIszLiEqH1pTI2oi0p4GI6g5vTfxQSDHw
8mP2Mc4EtMXjNx6OIzmljk7g4CQO9AV4qpiohuFor5VbRdVlUeOX4i8JGz4U34D4F1HX+U6BC6Qn
T612/BfgATVh9qoh6G1KBR+LzLJ71EfIDROLxiWfpNoGsi17+y0w+3gXdWJJ8rCeITdxRXaP1p/t
c6i641n1E88qRmHxZ1rRx53UQTtN7ej8G9N2eL72c51O59AQW5dn47ZaaJXYgeZOK8P+Lpj28Lqp
N/G7VpQF0hGF6Arb7tPzEgaiO7c7IpcdmF/dYMVzTKx/wuXajIv3m/DBlniMkZ+w4fbeUOY3tz4N
c6I/x/0IsNRG2AOaLBfKoLuo7B6RQ1WXdrPJxfOHZSqCKoqHAs/P9V80VH2UH6MrxLm1ayI5ZXX2
iYh7JkKWauLkh+K2LCQ0QEGYa0MUKDto+bk18X7QWwgFFq360OYetIK18Oq57nNPD9mjqAWmKa6N
TGF7wq3yMJjat73fxD81+novq0SmFlTbib/Vgas4/5ETDmyc+ogGA1dTCEpcrN3E95yH27A8Hqm/
LYWlZf5eOcjhzgu1/3qLTZWVRlY0xyM3kQ9WaLcUOnWD8y1SPW7dOK7mVz9U/gEJp+5+zvbI+tOg
IMDmpEmljyN+A3uZmIpnUvmrWa461Gr/gsEZnjpnIFAnkqHURZ2mY1foNttNabuvqsUWw34ztWri
q9Zvm3usqrCVXIjrg88RzftTR4KEvViFyP9MlXCfUhLhDU2BZ09qk2P2wAjffiPegtl3DqdElkNk
obpZ54suwX1jqchH3Y8nt8GYMh9rl2uHxDaRYIjTu82d49SjytdZ9WOhEVtwP+5m5IhS7f8Nx9o+
YZfG9O+FgsxYUkkO/+pYB/OReVt9WeIhyjgvq/mpYqtuhQ3Wn64ruQax3Gf/MEzLVOXKp8IW5ElI
ncvQ5fJ3ug6blDSBdxDPOv7Vpy0nzD3m4KZqZbryDoA+82qmKBder0fy8xyxq7z2VXzPLNeYPMHA
dizDNtjc09Ep3y+MmKiLc2CiqISkA42ox53B54hk6SMkIJI5kkpUXe5oWw08fsK5WzClkPk4LTt/
2ezZo+rZ23HPJKQKVzrT+rKv7AzZn/U0Xi2pAf9GP9oalPk0sdApJUGl/eLzrFR26z7IvzUVVsnC
+yHlWD870Za9JYvLJV/31PStJebpooWo5vNMSibWRLHvzSDUo6NIsTGxwwM/OKxQ4kG97Zm7jyB3
3XZF7qsYrnrTBD/lvPUB84fXBPk4+3Aas232hrM7OSGE7giORslWA/NDVw/VY5h+RSqLkE0xXKQI
q0smrJ6wTusLfRasalY8yBxsoA3ysi3HC7f7s/nDMV8NoXC+S+liUrRAVH/2vggiRTRjoJa3MfTx
HHaEfzVIx7C/wwGW6DGjtx9ZM05u0a3p/r64Xn0nyJKxRTcH/XTFnOy1BZIKbhKHYaejPZThwxxW
A7vBVHg32jqevkhod0vep3r7iU1KxKt2o56gLxu7793Ytjc6rnRXDAlmpcU6jeZ1grS35sJbYp1n
SMVNIbZ5X3NsYKqRxHHdiZO30YgX2cBkU/KoekPBKmn+K7pwx60oa5I255Zx3HvPgQhyy3CQ9LmP
bRqj1O7L71PTqCXH+sf/i+w8ogXJBsyqk2mUJ90OPGQhQS06x/BjeqqhNKoc54HqT7B568sxytmU
huZj4HP6mgRmaeRc7rZbAc5T0815xdIS9s00NT+W9sgeESxw/x+xnfV5oU0K83bK6r/rFFS/WXt6
sojSyd2LuApHfi02wg+KPdLHHEZ02MKNv0sMA+d8cObuoR5dFrB2iMxvAoVwhs88dNBFqMZFl5bO
608YefPrl8OYc9b0I2/O4W2fuPbJDg3pln4VaWnXvKN7+S37nbfnL3YHXUYH8FCxj9Fn3+mbv4xo
5rMfe7GwEOh5REM5zh3TxD7pvBUhRbgyES9Yaw/Tlp4ZQy5ATFWw3sNoiMKiG8b+L+FR89+wzrg1
+hCDt3wSy9GUa+uEb+HGbFaEJtFvDLQUMgoWPMmU8nzX1TJsCus1uyhp88avz0diKbIevX2PTDyN
OfE9zJaRfwTvCEXpfJxmX03ZRVk/o1/a1VtTNfoj2iRUjlYyOuWQU5xHOvaI8XWb+uqyT9LT+bat
hq+5j6bmRND8gngBuGHlVjT2l2wwocvXZHadggu+vakIQ6HazJ394+i6uVW+WdpvgwcVSDkyfhEI
xbvzqG2GGEGNWXCLAXozluki60tazWtX0neOEFg8u48XuWPPkJvZBjV9dqUGaCf+xuQsQ59jLU1f
uFX8BRjLmmucZJb5H6G5aZdrezTMgGB//enr0n4/nNCseQw1qCup0dWDmYLmM47XsC2jxem/777b
DOXXQ32ryFKhcZ9idyrQFfhEOrQJQNuywp7TdI8/Uhtvc7FobdwCSojD9ed020dXHWjSMudQUc6Q
a66GNpu8nNZqfq5Tm5oiaXGgyJ15dn73XBp/KhOr9y6ojyzXfbZR+yMVMRHHdF1eaLyU8jc6WdH2
4/Jq+yRqiNUxc3Lm3rc/Wlc1v6HJTN/wX5Lvc3x4ycXs3rQWGWbwdb7EduTGkMOmCnHIhPIvoQPn
kgmH4bgT4e9tm9eHoOH35g2JIB9m7GTP1H3oCh+BNuCq4a6OCncy+qnn7773jZM5l1h69lclZfa9
2tc2KysH4hUnYZq5mUMA/Px/JEK5gNZwvbfVIQqn3wLoYOkR+aXWQ/Pc0fteMplm7/qIQ+p4NrQR
9Q6b+nwcq+wfnj9Tl9MMzvMpm6uwP+OLkLZFkAoKqq20fKVr9O40/ulbHo6RRxp74i3LWblT+ttU
rX0Ptb/eRN6XRx3RrfaDcs2zkq4RvzCT20CVhDFY5x4QwMdqo/RxS47pKDCPbf7QH2VhblNnuEGU
sSagFBuMA/CAqboW4wGOtEzuoS9tplsge7fl9oiPOckYaAN5aZnMzdVMxpiDKD5yvJNY+uUe3oq1
RbOmjeJimoCgBqfm22+nbe7zxR96rrPA6vTWGbX7vIl5e0TyTTN0hFLc0TQzrlnR1wMsiWUnkHr3
AeyawwnoC2H69bkY8d8/ycivv7nkhlwNvq++62NZHMIsiJ3JKy81qtSVSMb8SHc9YBCRpk0hhOV0
bEgqgMt2357SUPR/jt3L3l1nnVty9zKPhex0ZFu+p9av8zEFJC+2bQx+Bu6u3ts1M4SczqnWgM/L
6F4zN26ajlXPTUG6nesVAmC5zqMU29U6HJk34n0SD66T9dOX1bhwzggT2Xagg4y+tyL2hrL3N7x0
AwAum4dejOFJmxj1Efc7MX31nhzc9Vm6vHStqb5rE1RVyZLB/7fwbh66zEdPmHh9+s00q+E1yvZL
jewn7xWULJl3LUNZvlSA2nk4Z/XvFTvHupBqGrlhapFOp5Gp/Z8f6FSU66gU18q6B0cejQGyUAWx
+KEKJHfqBECznL0vhd3Nekz7o9O3UsAHXLOnMZ43CrTjHgAbyRyspQPaOpyOSDk8DGy8vdyVh3+j
NhWHvOAqfsPLBTVb2u/ymxN64p54EBOD6Bn1mthtCQs3bsxP3fo1n1dt4xtnVk5yA/049VgsbbXB
5LZO4htyzM3niDcbsQ/w5z7H0ALL1KGLnbWEjkK/svbbxxjpbc7t2vl3dGZ2u8gvqV+eNWA8hRlG
8zjTxr4PWbzhU8My/jkjLk4wkC+twg9yS9/Jret/7mQrcFUYbFLhQabMYt2h9qcsU61g0la+dwrl
IWMkVYn7g4WgM18PK7N1nlV+/NBHVXCD0XDm5+leb++mjuQfOjj/M5CWXYAgR5hwujHAyGeskk7Q
sR3efKmGxr1FQzrOEKsrZcpU1+PvJthsygotqxdMHLJ4Oa1HPb/sYG0+zXvdjSd6AaDFZDsaDKOl
mD57d3IXdkCV/LvPNeWzB7NNS50qh5N3GPm0dJ74hKHDjO1P2/7z8BbzaEOhf/F8BN9jQuj+CFDO
LjcL7FCsMavpXeIXcV/XqvYvR7fXvy0dY1rMrWUPmCUMY/nR+eq11vvw6+g8920fvPHHjFfQmyOX
Ob5o+IOP6PWT301TVyO2iLZrywkEbigPxzMXeGmwCmky/X8HLPBfCyZGb/1gpCmwOmJwpVP1P6QF
5y9xkop55jYOyZYGHcZ5rtf9jMMK+7zOryCVhNz/bp5hzZzlVvbZXESuMeaSzSAstC1qfWFx7X9r
k0z92CKhbr2pSbqrVbquKDu8QcJCc5mYfBWBSwqKT05ibnVY/6ycydbs4fz2VWfCoWwa7QYnpebo
3+AkFjiVlc/b0Ww4boq+GUOg7c4dT+x89M0Ya5PAekjWF6/2xURRq4PkMmAhneY8l1CeeXdYDdjN
vaMQUd6aSlVsXkdv/4RKSFVxrSA/kuWScs58Xl/bPh7zn3ZMDPPCypRzHYxGR7lV7BHzMetMmtN6
7O8TqoEhR/aSgsW19LJ5z1ZgyKexCQk2WakwuYSA3bAy2Xiwgtrv/y0ADODZngsZc16C4RzCLfSK
cCV0vbRiRo6LTITSODk9I/Ex4qqSRwCFtlSgpzVUkr5/2rqJyGqhZay4c1WWFXU7zTfax96Nl9ju
bSkJML/vJ5nFBWFN7ktl5vhzYX3xY6h3eoy14/ncYPrO4ISRCilPi5OR19cPr/6KWXlumqR53rdg
D54Jcgm/T1DJxuGcjiy9X9lZL/+2yXeo8Uu6kYx6Wbjrogt5AON952cb88wk5zuvgc9xhQHfLk92
V9X7Ru24pjM08tyOcCiKPl7VR9hULb7pVZ/O+LfGQM9E3WWMzmrfnqdFC1BWara47Mm63Wfrihac
FPj9U0z6a2JjQPwW2W58so2XDDgdzIGm+W/lvR49/6nbjducJgRaTZ6qxX62Mg5ulUjsz2j0ulfJ
UxrhdDzpJ2uC+bdqp/hlYNEOgtbEjJtD0G7PPXRrdZeQmzMzEfWasXLyaZ536bVAQvseMUtQSJvp
YQRdnb2rXqXB3gHCRDYKgPZdq1YXNlPiyxiwYF7qE1uBIaHLaS2duwsxuDuJ2auYubyguRnJ/+OP
B2LUcic1nlvO1Nfn1umCpxTklHYDKs4/jQnQ69YtztvMa/HyAQ9/y15o8ZAnMq1/JGsQsl5hRA4K
GAftzQqmNZZiGb9wQKrMA8ayvUKF5evp1Fa8HLYaJr5BGjGEZ1cgEProPdTKecjye8V1rtrpZDIa
Shy5mOgpDtDQVjzcqripHiITuqbYrcx+DHoy05WPVa+97BKX1y9wwR2vfM0Qd4p8afZTHwz16+DA
kwW+mIF0iFEUceFi+9qWwopjvXXjuq1OJjiSrByGOF3zZhkTXSqoGCltyTp8R7FhWxbzdoKKnWg+
iC6b9Q+ACLUUbda76Ydw+4itYCpm92bZvCPKE25PUSxjQHu2plXfcZho0y8shghDWDYGhykeJ1lO
Uk4W/BTpxinwBpcBsKld3LgyC8HjTFys8Z5Iw9mhbnLHvfq2SgH/h+jL1XEMA+meCHkxL3uyrVmp
g2RFwRyzyspJ4tHHI1/f5BdrzMatXPd0vOXSlm/7rIOrrO2nvx03mLjaYeZ251Rb2Z7jacoe5b7I
ruSwACG0fjIJxoy4y07KQy2aN1tEg9gAsI/nr+vRu651o5L7lkHhb9WHhNdNe/BLrcKqsu29YcgN
7iyqyHq0KrjOHd5nNIR0Njlw2BpfvGT01ycbNdvxBuhhlvsDCDw+hbQxIq96Xf9DxVfbi8fqTt5K
Io8YCTaRyBeFB6l/9iasMEpAwXC6hlrc1uc9mYV6CO1YmbzWRzJca+D0mUk0JCmcc0ETDBrd2BsZ
hIv3RtlioslGVAhN3uh5i/O+4Q5+MG7fRE9OhvFJkDuZNesJ8Wj/k66qiq99YPz6MZ52Brsujaxf
SlcdH6oBCvy9fYk3LysP2sqRd1ncicb1TgElrz01NXq/Yl+JTKfqDtI7T2m9MZvy/LBK9TQmbg3W
wSv/UlXhDW5U8XqbfTXdz+SGpOZv2zvbwgmm+OQd4yOf19Is5gHv1Y3Sptx2xqu3D4L7xJi4uWHa
lV2BPKIFSNda4BxacePHf1UcjdkFKF/WRZ8u7EdEVGf7id1E9iJs5sAFnA7/b2DDxXzvq3jZTkp3
XcZWdViXex3u+BaILJzcSy9837vHYNbxLk7bsNRzSFNRZ+rc9GkCZ3bJha6wbVjZhZ77w9MfY92C
g3SVNZrmJfM+d374fgcEN3XnABBzfcZnbOjzjuhlcyeidg+KEXECzS0OPEHBm572N+x5tjuPFMX5
g4sk1QWbpsF7cqopDQqRjpnzFNKwjZgzHNv+kFU6ZSXJedffPLXN+h5sOgnfPAxAktNilpDNirK+
vmltqtd7nnlvLZgqR3w5Vw5AGSpU8fm+L5H712OvPZdpAxR/Hei+H6+BcXETgG/PpbGiP1ioU1wO
V3O0jqKM4kYvF3+DPpSjVLH+zx44aMllp13AHBfovJisMsP9kCzU/p65dSn1PEBIN3jVyLzH+bnP
IUa4t663t4BMTTDbwh/DbGUUwhD1JgNo+zhGy04ZLvqynhhUq+BcTxXOfzX1Yb8bsonnhpX2YcqV
Vkf9aL/EEtxNDTY4ZjObUyoipDte5la12QkOQGyKSq37u98de1hkCKGPnAdsja/qPmnX89IdMVND
Rj79yR/2YS3mkKzaciGR0J4qHOX8UqzhZF+7VPouy8lwi39Gy+glNxm7VIZCfAyLwBl44STdrc/z
ZCoULcRSq2JHVGqKhSzno2z6fSfsdrXram6+fLxtaY6waU+oaHzeVnygnxHOrNVDpofoOz+cC1Hx
5l6WVS9eeaxbhp0Fe/wPJqflAdOj2l7NHPaXuMEfPCdJPHXvXGFcfR4zTScRafpLNnQObZ2Iazne
tPXKPdgJ54hLGB8H2+41CUZbAJtOwQ2ZReGPkHEWtl27YmiXA052A2NCtR0vyrqTzAlaTCvWCQOb
XpVtVXV2dzccn1k8LHwxeyvrW4ALtv5Ls65gyuyz4lNvBMRDeGYLq+u69/YXYHdRnw9T4S6KMiKe
ypGsH3jdUbqah2FLnPsIOkV6DXwQj7kzuo13G4F1PHMbVXu5gitQ38GQfvh8CiBxYRcSiJRANCx6
G+CEv/hyBJDzZCXOa1LHMm8bhseb8YiwACYE0PsOEMtE4dsMbcsSO0gi+SbadxF66iiVPpqqkPEx
LiTjqbAp2wG6zq9RShrdgG1UmydBP/RXs2oW9zHrkEye5S5T997F3o6CvYMQsMJkLUKTgxIgiE54
q7a4VLLs6k+pGRCRbfOCkke0PZiuB9HXeQgq2Obfoi8DjtduFUKw+91Zzp7GtmLMDSFaRz/GuHH3
ctvxE/5o1yqd2A1QNnvaceAasFiX53xymbku4QxC+XD4XtuUDjzX4LRGOluvhjpctnMGHVD82GYz
0z0gghvOxsE4fOx3q6404cs/JfbTtzOJ1nPpN+vBEhFaRxkILxrukqBV4zWXmoRYaBoQkWZd2AvO
TbATVh808g14q4qLZkorQQpMtH3iJwPdJ+zcfbod6xkPph3lx8c4esujZtf1hpTd/A9M4oL7r6sN
ziDDjk+qEGjAz7TOUktSW5hMpT+2ToV1EB2wwfOYHRdkguA8DDgF/sSqBoZ6QvTgv3ZbzHEzUAP1
ydFNCumDioft/ciWRnPa/O/QLZRyC9mBdv9Tve7bCwLTThYza+uk9Ick3s9TyFYeFZlxtknlydF2
pH277r6P9zUu4jvuxCAyd1Bcm/0ct2p650mlo8MrsAFIzNwBtwycPCsKYk36+uIf6PH7/ZhfGR7k
/jhHmbhDRDzXFzHbPTgrMGFAgb1jTbtkhzfAqhmCqhz9riNoXK8pZJ54BgNcJjdM8ggRmsyNE+j7
hhV9dmk0taTwFjaERSSNb8nSmhneNmdptvPQTeNlhVtVFwG5VOLOZ0cmy2pDIHyV4ocF6dYOnS1J
Vt7GQvnWO8q1jtRWsFLgguZWbwLW2OHmFDZK6ntDuhC+6YNOAfKyTjysMDYhDokt4o013nGKG28N
LjYb5l/tMNcPOyJlqC8Nr9vD/1eeD8amFyGm+MHyuociq9KNYbtu1Ks2vf8bz4Puexj143tdeRKi
xX6Ex9MX0Sa994IdjBWq0oJnDRj3WIBFqSPXGMa+B52fdOe5J9Kwd+EXXg7jDP+8hhN97k21Dmfy
DqPowilc05Mvkr0/4xABGWpV1o4X34k7c4lhDizF0tRJdEb4s1Q/942huJzD8OsiGFb3lR/mzXcr
jan3m2zZLLoo5Xh+qYQ+xHlM4yU725bQku9btTfPYRtyZhs1V7+6NFtAKkwYvLPWga/VYg/2Y7UA
gydT6+h9rpGK5BODHDthmhPOOhXpZQFbE0Ul5ulTE+8ry4Yd0APIXwd9Jl6TJywAZkgMabS3Z7bo
hiPki8rN3UA18IrU5g6YAtYxCLh0h2ehTPbc2nj8hB0c9vehdRtIyhKFg7+rXhaJEmBpkduMaNcm
XtmPNZqUuIKiRYah2UGof27J13KCjnr7FuvJ/vHg3EhMJVNm09RR0weLuLa5I/yQi76K4yW8Dey6
LG8aXmRyrsjfCi+zoLDc2EFNzQVhHiHE0xLscGN8LZGaVgwwLdCRud6aZP2BBS/PpuPE47tEs/ZH
w7D+5mQ4NhdDjZkMR5HU6KvWYAtQxoke9XNQDzs8qmBr7JWwzq4uzj6Z77vRbH4A9TF/WdnEZ6Wf
WnZEtdOvwHKiIRNgHBljIW1ou1xBWNp0yf/qPiElAhVTSBbxD2WuFWfJ2PdP7alhCWUTls5zzaP3
txvMXOeBbw4ftHI30zXkPj4EGogxX4gCkedArJ4oY7OGv5gjoAYAlln5sqlVc3NvO5cRgbNsr3M0
IAof5NFfxGkDbG3vO9U2L0J3/f+h7Mx25ESiNPxCgwQERMBtZpJb7eWyXfYNKm8Q7FuwPf182SON
2uWSS62W+saySSCIOOc//5Lv2jp07ChXpqufVRtXkpcmmJYI0nCHo+0M3oSDUGl/G+IJgg6ke3+F
OjWN3/rBWnFNaLUZjjCCiEZQvk9qejCRurNTbu7f2Srtph8FecPexgjGcNvJ7lEKF5WV1jC5Oqn3
qZfhIRvirYcLn2iaT5OLo/W+mzqSctmMchHx/4L5CK1axXnssJ77thwmdKd6fXbSLK4OOPnicQY9
zxuimIUKvAuj/mNWJLa6aWWcwElIBieJ5nQAK7dDS54XyzSAQqlqC2Y13aUyxfzS3xL5BjEkQWAO
iJrYMcwjBi3VqSqIftmNVZDMOzhuaQqdpAGuGptkICW3CUABnVpZn5aqpGPicX2xrYAAXdMgF2OC
z5h3N48p4yA4lTZkB7ZmAj0T3vJuNYXqjpoh+svaa2AyBUY8Ur8lORWGTtuncdTheJrT2fkp+1TG
UQfO/ZCtPWQizsgUBUWj5GUMWZoI+bVEOjKn3o65of/UQpuREdKF+Ceeg3BwLmY596t0y+wQxqWt
zuybY76jzBYuZ0PT0vn6qw1XiL493SeUi8HB58X/snleLXXtoPShgJBcvPQdjvgbag1mzxutKvcI
/J+cUcBb5oR4NMwvfJe12cpypo93gRrbx1qCmm/cKgDM67PAma/YN7Np64dNEAUXjdhmYHLgHH0M
WssDDVGKqi/J0+IMQzmfIV/6PQJ0BaK2Z4VX+Y0DkbTkCwTNiBDmx+eqW7qbdOD171dp7A8MycbH
MBDh1w6mBXg+jkC1DQ5ts3ggJNq/dBda+WZggJnuGPg4Yp+HM0MM0PYC5tcM4G1a3T2qybOnHek4
M9JNUzXBZoAgN0FQ7ic3Al3PGe452oUnDhavr3KySzpkcc6QMLAHv3pWlaitay2oAHZhy7h369k5
tnRu6lrrA9wMELahjUO5mwrbvyngeqWPS80vzsirLnuzhX2ib4phdqo7sU4dw7x+ScODsLS+OOb3
zqON3hITPku780Mb1gkiYbsZfs71kE1XM1hvfUctsly8C4KYQriya/vAiJU6xJND696DQNUD+cgS
9k3bB9nnup9ybyNi1++eVnBe6qg8AQOOKSGsz07bWuP1UjhM4VZEJP4tMFcx7kkN8L2PVl2sYgd9
awYilloEl+5kQqMBOSnd9VS0epNP2WDxmJrwPqMxA6ZmAGofIS6HXwQs72w/GI91E4bFDGVRiOW7
GcOFMzBvGTEnMGZYVPGQ/LKaLhwfE2Exk0NgVIp7Lw0W2KKAQtP9Ksz4FeJs3kFdhaG3acdVlgdv
gPQUJUNo9bg3L32/rWc13q+GhGoq2Lj+MlABJehMausLAcVUiYXvol4KRTlOTwF6j+G7BPyFMu5N
AyKYem3mDysBIfb9ADAENcI1ntce9TRyQCUw3x5ctXgeeIcffq6cwn5pw059EjDyzaW/a7+USZGF
H9w4gyTurmUWXk92kxT38youyFSgg/bgQq+FyyvgDG8bl6Huw6pBkK67rm3Da6dRzBG8Ycw/+OhJ
5a01GDc7UPrEbuTmDExIJApHCzzLijs6Wpno+TrzwZ2iycjxe8hRO277tGnYqvvargh8bWnxY8fp
wfjxebvL4B6WG6kbA82iogO+XwCK6h2eXlW8odIoyWht1mLcQH/tcMEkeg6Mfr64FtBwjVQtzUq+
cTcEUPQGb42HreqWGsirdo3YJjx3LKpMO9VUFzJotjYb7qV2RR+4qxdm3AD4cCXPMZ9guF00WOU2
b8ugpn5p2mqL3TG/MAgbu/u1zplw0wsP2ixRF7q+u3WAv7/ofCqmDVpP4UZGpcq76bua9+j1mDTf
4F8BVboJ3aZ/KsBi1/1CFsllNYaAbygwsmK7yr4q9h6UlAXK5aWtwbED7hPnNYfgKP1npwFQ2lLi
OuUht/qmu5rGXD85XVP227HPFmtnZti4TF4F3GQPnPpuJWnD2hNqXoqoapKkOU9Om6VXXtCMVKpi
hIvJo6H+rPS03FaYI2Dl1RY1LqpzVmd0m33VU3OHyxndR1Y8o2xWR5xBzWMrUmhCc9s0L5Ovil/M
HIMnUmiAvo0bQ7Mn6PTGtf38rkDhfD9V9dBFMxMJmJxmcR8LCmFm24y1H72RQ4jZJVZH1EZTN2zj
woXmbJt+3E9VL8Jr4EhH7UyQ9l/5GlqOUlp/RuDORHpDTRX6pQzGEVHE0kF7WxI/+JXMoZtEme7z
eQsBrm+OYdqKX6UFjTWSBeQJOkiy9bDIbbNGMnfO528Gqv/nueeMuMyuZb/31ja375yFfX7LuMLt
TkKbeD3kUNO/wIZC7OAuZfDkkHDc3TWQ8QagKuVM4CtBXN+ZYGGT7oMRu7pxDvyXVOeZOgBxMBWr
k16fhVpCxAs41RdHDvUBiqlK7Ij8wK6M4K5CkuvRWl6tzcokIsMrMj2XTug81ENfH+OqhrjktjE3
tegpppCpbe8cqJJdVnR1/2UsLdfeqzRjf6dhZ5PlR9Id5bqQ7YvDgfJxTmXfbVNscERk+6kIjqWm
wI9QPXkNVU7l4wEVJ7VC39LAIMvkVH6fi8B8XharNWdL2dMpH5LRe2wcv1m8TVwa90eiFFM0r3KB
/Cc8w76Mqwva1+LRbO1Xtq8ddPKsQoPbtOF+NT7tF0jtnJZ7x5odjWBhMvepZVU/8PegHV5su/ta
6yKr9xCzYCdn4wiQX5P17lOlV/ZngtL69AnVzfSRPgUF3Rws4W5ZOT3hSAgbLU3HabxQsH8j2HCa
d1Zt2M6Iw4aMZYsAsnNJh3mbwbD8iIUAwzWvTdvvCmbasAnysLlSoiYzO4gNWE6/5voK5INVhL/t
3G+D1PW/EhOefVp0oNWmZzySbroFUgdKa72OG69INayry6jwOiBpZo6cuKe6VIMDLxyJNcSNSVgu
AEq/4PU14Jvx5K1lwpQCVsR3ZdA2n9Q4raim7VV2e+VCC9/G9izag6BYiy9T/FBvR8YWUWul1GD4
1dffNZ9jeh4qRGpAia5b7KxJsM0aq/ZAq7ih7LosGWDA229hksAfhC5fubQFUdEHVh81YTLf4pM0
yW8rTxJXFepG+6pRXokmKjPuuE91aEQkJ7Hkx0LNXsvz8tkpirUY0PeM6ax3NDe41W9mykmWg83k
A0i+qb/itIXEi1ch9I5J6IVe1NjhN7uBZ7WBJ17o29XuizayZACTi7rE83i4XsUOXbVjbPYd0pj+
GFhA7AxuVziy3eCw5nqYrv2O/JA6hF+zQOjVFOHI9BJCwyL8u12ILOlwm9PD3Sg19MlOpUOirqVY
nG9ixqmYOeo4eQdwpXk59Dqcmpe8V7271SOM+POFG9bsCMEAAgHhC8adtBI0XRQYQXDsnSnLbtbW
qb/TIi+P7Gq5PqCb0TdWL01zmOZE+1dQwsMnzKj092owC5ZmcJo9SMBVR9hXXemUth7D7k2pRg5o
OFSVpjeBZLpFWoD4iGFtAsZU0yzu8UcjvK/VggMa2p2/EqE9Dt49MipH72N3yK4xXV6HqKfgzW97
+ox9ZQQuW6HVduyZBB7+IrLHy87QDMfn0Iv1rUe/Qcuc5MPPRNrquRGIrG6DcOrq49rZw4MqZpF/
scEh1o9rMk7lMRiWZGCNohnZVaodQwqFXPWnLFGcMGyBzsfZweN2W3gFex0lP5sv56DBRZTeqcd7
1qm8gzUZz9qhTKgega/1r9oare8NpD26O8PsEKKgKV+ssqJOJAmwJcu77qWO/LTIKaKyOY3IUb0M
uAKhoSNR01534ArVrrUh5aJkF7kX5Y6yfDD7VX2r5pRRnTOiC6KGafN1N1doSqNCadiDI6Zr4igt
+CKHzKzuF2XgT+0caNjFwZYq/iYnfmpnYoO/EdO3OzQiEKvMDAnm4n0Dc2coq2U4+SDf+1wucwu/
gbVUIn+rus9pNlruEdIifoOd8Kf50AJ9tmwKZfCCYlg8QKZwv7G3j/LCnMqTPVhjm35wUts0MPk5
qYeHNJ9q5jdwSuMoK+dl4hDydX503MSl2pYLLSak9qreWYDjz3WbeuYgFhouJlhJXd6kLpEpKPni
2tzbqd/0u7Fdxut8zCvYpVAhaaAEc78bZBa1DQlWr4z6S9GQI+kN2sxHywHd3gCwOke3KaQNq2tG
y4NEo8922P9UV35Wtd4dCRNpt5fWBYzpx1Df84Oqr7CKeT6blakYVdvipAAL5Co3H0Q8M/Iw6zhA
6sXAHg3MVC/9OVN1WEahDR8tR10H8x5r8uDAHmePRyuFrgoVIuzZHcHKn6CjL1TRfusmN0lnquF2
CtfVoHpUK1wFG/EDg4sBhUtvENYfyi6O1SM/qgK+RagTb6fYFh/jmjHutnE0Ta9K0zCGelexGYcp
BMHFNojMR8gC17Fr+WpfIXG4ynMW/YOy8Uk60q1Dx6fTgjInW8eKn4t8NsChVT398qEdrCear24+
WAx1xRlyPOWmrHKxh9hesJAynd+Y2pngosKIf0IrBdeLdVoXj5Sg4XcIjjkqYZWYdouAy6VvxQ40
fZJtmrzAKlLLvsG406efIIkPfZan3H1b/tN84osn+O6A3L+7U9NNG9iz2Q1IUafP5DqU43Yu8/7X
7KaA3EBCsPxbLAJZQG3F29aU7+ve9k2znms+5WRXeFrf66TM0GMoPuVPnM4VzH94AMlNCjc6OEMj
12JncsSnUCMZ2u7iZWivykJk8RYcL/jcYjGVH1AKUs+YMs+ak+qcPD07rq7J0qTEQI7DgAmvTILO
9SaJmXJvu8Lrm89TnfOVuW6GhSXmaIQe+JU9DBFgd1DcQcvFW1/OC1qUxW2SO4Liak7dsZgjZgBe
HJXZBMLdWCL4SIp6Df+kXab4ho8MQsWlpftgJ55jjsUaULnEKmCLkD6yJIm0N9j1Ts/RH4qmltdm
VogMFGAAm68zqZspl+uz7nzYcT2YfLgtRczMLcxtOhs3G5f7kuvwVNAlaD7ghn4EHLrSWxuygB8J
cjamqBSoAKPK8SybHRZ0b2M6eFVbmbhefoB8kwd7Vweld5gtRqU4cFXdwQ40ZNq2X4Q+ejLW3n7U
qbiwxfzsbhimuIbRlsvmbi07XT3w/dbyFDvWNJ+QTQAaF565SxW62W3dpCP0UB4iFTlmVa7dOOYG
P6A5OIdNV90mC/L1U7jgMQLZJV/pJPQSwHWJs18rutbuxHCTJgpgKtT2fWn5QbPBUC33WG3ZWuzK
IfXrXccQ9VtfMriPVG/V3bZVIEmUWGvy0KMCmF/aQRBzoanY8iiGCiIPzciw69iMnaJyJAzhl+CI
RNGhSGPa2dLNqsNovHG6H5w6l0j5iuWTmnDt5xKyDJAniO4qqOfEPtgDLNeNWROmExg8sLFXCepE
0KiWk6fMIb5s5lw6/NA4Y+wBRFdATrYt+SNMVdJtE3dO9TboltaJSgysT3PI9rmFW4mpqU+13HF+
zV3/sR+TVTKmIkuppmjyEGQlZvnY53HwkDDhcSgdIPDvbG8gwduBhgS7uU4ROVeYNaPhKPx+2vix
al+YhDC0D6tQ0Ml6KcRCHo4GuaAuzI9Qx508coVaAWyk8TRDMCTEEWY5ido7HSOA0wJxBuiqgmxK
CZbbPZAgZLpdqyZtbbO852yL8Xn0TvMKffzoz2Xwg8kD0itAoSyJxNzOIlrrcvnIV8w0Eenlsgmc
pXYOosJ5FvuE0XtqYRvW13U4LcM5af3xEx/4JY9vNElUhnX9Qwxi+QU5V6MXa60FBlhA8SwN/E4O
jQC1U5OVOrLDemDejYQuPFhzv3bbOYnjNeqEoItiud/XMKJ+MUIPdzD+Lsoj8OnueV3GNePHSWrh
iXYDIcmYtHfMqFrKwxmGy4nKfQqoy7su2NTxyq4nQgwdtghtqjoissOH7XJpeHZzign8hqJ2+TyG
/vBBtE7/ZS7VciwwJdLnFrT6SuGLdpGsTkhtCmJTYO0q3P5BtuLsuoXx9uymXVBRWtZOA+majZsl
r9o5wsEqBtckXEUdg8kK8t0iUoRA4YTPRhpAdTg00PowcLDaAD5CkFT3xIK1XzC3TR/1kltfHFMx
3ikVp8k1TliFiIArR38LzT24VtmMbIR8HQ/ak02En8gV9IgydqfjZQbKZA+KPeg6fLqb3pubbzZh
x1NkZg/bAewTUIiroE7kYSatIwQXhGD0OCwypMHj7NnQLIWfeph3GpVMbCSmQrH/5MNdzg5gCfOT
Ktf2s/RyQqaEU6cvA7veHBWg0N9aC37XBkpxMh/woLdfWBL4hNKm2PRFaprvsJPwLv54q++RGtLl
edSHpu/vSXXpoFCL1fku27WiG2EaV+1qhXf2LllV80Hj9SOitjHJvcYw6geHuZI7yxSLSzvtCHi0
VVF8q5jXzRDOW0Vfs04enDqRM9jqxhry0Coo5tcGhSpM2CD3j8qlOdumsOyBkFwclzeyw41i6zop
cw1vTkIcKTTmRQNjGnPIk3qMOeYn+Uzu+oSaRZT+XaISeiEnC8XzGCuX6X+t5odMF0lxJaGt/JJq
1M+91fAtl3xb/wClq9nhb1eqLUZI6SdV19l4bPWKOkMlKjxaoXCnW9RgpHqN4WxgT7paLOdAwjGl
eBzBROqcxNJNPszyyzLNsARmEw7xIWcqfeUg0dP7hqwUm9Kov4DHyB+9w2qty7Vph8mcXAR34U7m
NK3oC6dQXTEr7Us+wpZfYZkaOBpVZpYzCcVBYuc7Q9bcVkmMoQWr1/6Ys1tUBwhaJDtZIl/6x1ya
7D7vl/W7g7bhNDtoKC9jcuLnh7FuEzLiF39FihQAW4exDN2t11AFnCrZejZEFAuHOU+neXLwcWJg
Ju97dbKbPerLA7h86nyd+3l6qr3R6vdIGOXNOiRld5AYQHzRhs4CkLUpH6FvVtNm8nlwLAN8Cbac
mHhrTLFcH+vC+MsGIGGBq9tZuK4ljoTLYqyFloduf0mOCUhl5NozA/5Ml45H4TK2PwY3oEkYYBYM
m2GSs0e3s8YPpSmFtRfIBb7bRSHkyZtc8dOsjV8CrUj7Pl7zEoJ9HZjnS2B0DzusaygVvCr0zyu0
SoLd8Qi5q3Cq8pD1JyytiwXKXRtC2I+WZvTXPSrzCoosMpqNj/Xoy4RyHhQ98PuXUJapdTLgbR9a
hAnZBi20vh2gD2cMhRrv3gEbZ8EtguGAu9Q6vkF4qBF45l141ztFMR8QZJK+615GNHBp2g+WM4BU
2ZUbppE/FC1fktUN5i6ckjmJlqkgQ6zH8r0+slNRfIWlQ5IvK7MgM2gO8oKlpTAR0RUskjRhXMam
NATi0LieD5PnH7CovEhCgTk4sbYLwu4rv55HFl8JnYkaKmU0g3mLgRPoMMT6lndpeJdx0mELw5ny
VaLr6s46jRM3smYFFAE2MYlIYS6id2hu1aMbrw5cd9GkJTkVnbof0pYNvzfUe1bZIovFC6dhK8cg
MWRMEBaJ2K153AC4uY3a2wyqIDtVqfC3hmEMgKRt14/Ua9R0U207aNx6dqzD6ovlrnDYTjfjwlxt
8jN9qaY7AOh1lBkgWa3TrZ4hAG/GmBSlK9HYRX/RoVBVfqO9UQorEN+94zlzrPi+TVQYQvrlwcOI
63Nctz2uC6mAgL9qNpM9dl1Dd7ZpZh6TSeXo7/1GQxZCSTVu6gwe+g0IBJhYUvfepzjI4/shWeMb
m9FNfOXVclVbzDasKQrDySk36+LIBfaOh3HaPNjlL2IHmy9WauJPC6zR9XSx4vrFNESTZFbBidgE
wzpiB96mwGROHJbX+EKz/wpvTL9hZJSqA25ypCQuS7FIOiH8EE6Watq7OG0dIHlJDxb5HbM/XkNa
IWDyZSyOyoI9jxAf5dku6NqOoUQdODuvKiG6kjLoH5mTMbuAJ5PFO29VASw2KM6EbuSFqR4RO5j7
JTPjgyjrnh0bJnsPDT+dP3fepVVBODKeMWGAQBbkpZqu2O5i+wOrEQWFXEQ1wl3zfSdKYnATFKAQ
2Tb0qBfHfXuYruJghjTpWz42mUzzyq0MEsdONjnZSj9bRu4X8hoS4w0o/vjFOAHUb1qW7jEdGrj6
2OBc1YPUfhQvzOQwbEoQosUi0T+S1jjzDq44ni8Xswx3s8IBifc+EMyAU4AIP/uxm37Co73+kM+a
D0d71XBcZG3bzGVS7wplTuJuMhYNnv+UPlnk5wI7iUXb4aEOM3HNmHaoiOEG976rTAE7B+TafxrC
YOw3jREdHwJEoBhkIeHw9Kgk+9s11m24SXCp8re9U13k2wklTmQlTvYs+6xd9y2TF3PPT50fO84p
HPmtNgRMlb4YohWdAcRKjjHJ4/IZeZbe2n/C64lxUFEEzfc+HFW3cRIZcGoUBskGrA5IJF43WMMm
uaQibDMRl/rQ2XPD2MB0ZHYADIn+1l1D/QT2L/1bFmKBWagrTRw5rc/xxjSAWXpioFmDX/ptEtn5
hBUMf3VsI3yPMSzI1IoHHkJG3P15toitQJLAYPF0UNmuG6ch2/d42ab0Wul467qjfXEPCNKbdRVW
8CGJveWpvHyMIBUZDW9Th/LJhhKCr4Hf5FdJFxQCa52wfx6Zgs6HEnH9bcnZQI5aRR5swhyq5pQw
09cBT+ifWCV4155VengaqSAOtokHe/qMhM3Gurmp5xO2RP6568ha3KBogSaxUmSxXmn5/a8O2Ohn
B6omFRQkJLBN+JXqg3QL0URjN0osbjibtz3qohMOFGN74M/SfNNPM/OCwpWNvRNIisp94Jnla6Em
QO51TMNk59IMl1/BZ4MIbe8F3REdJTSdniWOUAvNeRQjkJIVtD4livLDF8ZpboH63kkv5wO20Agl
ikk8YcFmf5h7t/husU6+9OVc36Reslz0IjE7qB8v1XcU+vZFmuyAnIW41/1MS4sUOwYyct4snF9X
ISt9uSq8sri38iz3tysE4WzjK7gHz1hiJMjcCCBGloYvMxD+StPIOcP0eTfMzfQ4Z9k6PNbM7xBM
hd3wqQSehCSKA/0zlIspOMAnEy20oIqdkjRI5W/alh70ONm11X9lUm5XW3fSbXMNxFGfa0qt9dDB
k3Gj1E4stAxwunDnKef0gZLE/eokMYVotcIjgbw9wIZb7awd8NEh8mHTMmiqQZhFkx3WNVyQklUF
dXQj7ZA1l1YeFTMb4Lwv6ebYBereae7CystvUdF02fXUFD7cILuEhZUnooI2nHlJ5AMrN1ST42Uw
2mK/+ID9GZp139FBdYI2I8UWolb8gvVWkt03xu+yPRkYbhV1bjhBzwzc9pbk5rbdONrmV6Owcd2z
G8ADh64dFIfCKYv0DFZaU8KRSwRjvuoX+3kIGusHjXnF051q9bDI0oOEuWSd3OAXafSHNln7vUjm
xUSFO9P8r+7YQ4UVcb2HZpfdO1gc4RFV1816q9tWkDeLxobkN3i4SXn7P3AEpTXoYTrJYEzP+HI2
6mZ0dRxuVrXMzu5/3Fh0HvTY8rTGIxFZTlk1FV47XlVEE3bA8x46ul3zT62wFOqsWY5Nt1QqKgwn
1mJ4cSgm8ukdW883HEQlBQ6+mti60q5c/vxfnrhMQxdmPo054RRtE29YC4giMHldWs73XKHfsktU
5J8FEg9K/nvlIJpdbEKR8piTwR9hF+N2FGnpBrcLrjBbwCL11YpXWouQOpAhN2S0msIcBWAm3rHd
fMshUgky45kQKfKYXnmBWixpkDPbnHq1DnuDESb+2Ho8/N1t8w3zS6lwhQtccYlzEK98KK0ERHeh
IzmZuPvAC0w+i5S2kb9gnYAS6KfaAiX23y/qvPmUcb53YDaTGvQ6zKRC+zjF4I+naRyde3gNwcFz
HWvrMZvZU3VhWQThJip7ue6aKW83pJqG22aq30vjfWtp4df1/z/kYkb6r6WFzVKnOslDHssS2z14
V0Hg6Ct0ouM72axvvk74GyRBXRzd/7B2lbMslNeZk2SUfBCB8G8lfnHvmFW/eRXlKZ6WEDDdXr3O
EcKKcXpBB0ssK0CV5x/rqfOjv7+/NxfNv67yyhJbDImEljWbU4Ma+kQ0RRIFDIo+Y8FVnbMOZiU1
3/jO9/DGqyLrxya91LEVgcKvbo3k+BDM0TMnhRFixAh/uDX5FOPaht7v7/f3xlOEHArNRsJfwqb+
lfO5wWUJgkhmTiTUuQhnBxns4U4yR/+v13FZDbYg9sbBg/b1ZpNWbOewWlh9WS9u69WFO7rOyTtr
4k9DXa5CGSk8hTjyD6tZXBphiPusvBifxX1Qt+7HOJyt+bzqzD0BCcbuO5nsl/f/u+csQVS2R4SA
rXCOf73WXTJOFEZE/YkSwXxKfdoMKyvyaK5kgpfyxeQ/lzW2b7HrvuN4+09Cx6trK9ISQonZOEGr
6vJu//1FM4BBEabX0zBa0jnlMH/xXPKskAa4qdz6NCqIiKfOUI8dGRDIljbF8c/GoFPY53bY0lfF
iIkZ12PY4hdqKbeII2L/WKGjhU9QYgDK0DUIk3OpfAbyDXzvTYEWv4zIgYIyW2J2AnWwWL0n1a2i
eWf7/HN5Ym/NweBBofEIrXkVO+iERa21dpdTGuTyCYcoKA1raj/8fXH++b1drnJZL+zQpCK9+t66
3Mo9xhsLUyv8BVJrGrbWmLqnqVn7w98v9eYNhTIMQg/vRPyYfn9nNhrVNUgUlyIoO8o9QNoLl/Cd
r/qtGyLdgug4IT0J5v77VXCOCrsu9EgXhF20XXofz4OVpg4Rw3sxg298AICcNjArXY9iQPf7pSA7
VwgYg/mU0CDVm6KcMIYy08XLCOdCN73GXzV9mUIDD9ctrCV9Z2O5/PuvPoKAyzueQqvKiODVBgaw
mpXGa+cTcIkFmlgyuq0neHsgDldta2c7Ker30sffeL4BYKBPRBnbDJHNv990Ezc6U0O3nDJLk+Uh
pyJSnZkigd/Nf3+VXOoSkOAR3UGC5O+XSmSGe3zO2sy8+dlzZ4POi7GvFF75zpXefJL/utKrRTO0
Ft4xplxOA0XoIzQueVuF9YJWxh1PLfYmjGcDuf/79/DmRUMGi4IEHZuK4/fbQxlHAx2g8OjhcXzj
i0m+lw3NS1Ah4S0d474sDGG//f2ib70+jzPP46F6gf3aKBwBW8J8J59OCaKXc1uitrI8JBCg1d07
D/WtSwXS9SDnhY6LFeHv94fpNC3q1MynycMNfPJa1Eh6/GnmKXznJHrjScKjsH0mIJwFhE/9fqV2
8epqdOR0yvpxuMc+VOwXUkM+MuVtr4M4gc+o7e9/f5BvXpOMINRnnIFQNX+/pl5AFJ3LpHSEJ1wy
AO6LqwJv+Z2ecUzCHMDG92eBXu4d/37hPw964TicBwTR2vKS7PH7haHFVTmGSC2Hnp+io2buXhB+
8aMuTf1T4E6SvPMe/9y3uaBn+5yzJHzI12lZHR/elLp9i4m91dMzYiJX5rp/5x2+fRVKWopnl737
1Wpx+gpbx3loT2U9wyQJ4fE/hJl037mZPxclN0MIbcDR6v752hygU2+Mh+7UTRiZQeTp14MET5x2
KbbFv/7+qt64mLyc3sRx4eXrB69eFYOuRbU6HU447VhXA7mD+3SOy9vFbt5LWros8d/PAiFdsnxZ
ipc0hdeRXOHk+wwU4v7UNH07/MComS7KNUtxizMhNOqROeR4RvUT3xNdVNDpOhz1f7/dN14h7kd8
fpztpMC9bkuwflzjHEj15MepubYHA/MFAdKnv1/lrYdKtRLSzREc5L8+9QK91uRK1eaUlm66j9fy
BQ1vGSkP+vHfr/TGl3b5tkn5VjSv7uv7Ybgwpc6supPMVvtg5iDJwLBxgWb8PJoDXqvDf8+apick
wdemBeLoe30mNDUpCgKPgpPdWfM9pwF2QnINr1wkuvu/390/BeSrJcMBzrnDJ32hsl52uH/V0Ej/
UigxuCF5iEHL8yWprmN4jl5ng8zCO/d+V/9EJDu9kELgRuyD9pOLv/c7+9kb75MF47pkjwjqttcn
EiTn2W3dC4UBeu8TprVMLAPdW8elhG//93t+442GAqdhtjPikDgGf79lpcpCGq3NSUP0urKmxv8Y
t6ZEAdgDFOH/SDjM7r9e0oNRztbpwVUhQejVHgBpp6oKnfUnsiWwdPBlxBi239n4nW+rCe363y/3
5zfI5UhfJFXFZoyoXlUy6wTclQ5Bd0qd1JxwvkD2yb2+c5U/3xlXoey9JJXZYHWvnmMBxdiLp7g7
6SFcb/HZCQ5FEsKzvni8/P2GXl+KN2UrCVbHySOJy3p1Llith2W/sZild2N77mvRQ1pV9T7x9X8t
WP65FB+7CDAbDP/IamQAA6GsK+wTESLVkaLlGSXhdJFpJe88v9dv6fWVLuv0X5+eg5VDng81yRRp
M+0nE8udZ+Hj8fdH9/pMuFwFTY1Nm+7Qdb3uT8ZscTgpjHNyqEawWvXlJyFCdaJmV9E4OFmEHWR4
Q1hKH82YG77zsb1xk0R0Cb5thzqFVuz3m8zJSCa0CK9IF/7FubICc9QX3cHfb/L1J81NUg6RTUL0
Dfim/Wop4uIlPc3OcqpyH7F6iTBV499JgIyG4E0OzH+M9Llc7/9qFJc1iS7n97syq0U1FFv2icGg
PW7LNc+eu079L2nntRs30obpKyJAFvNpJzUVbEmW5XBC2PKYORfj1e9DH+xabKIJ/4s58GAGcDUr
fuENCNFd/66Vfc/MEQc5AGbUi5egA/gzKrkloLNg3gqNOp4QV5IUciHdoHSwMdzKYgFCZQIph7nw
wxaPgVlUQMihIpA2m7CSqji+Z3Ft7/pH6fPs/P3mMHtc9KQdQrVxwFteHEJaMcksgDxOfOO+RkUe
UuAwiualKhXgYA62bhE1lSA85UYzYntRCcFzOyGPCZS1E3sliDSkT5zWjk6Bq9Zn9rbW7GvHBexc
TeGI/QHXKjx1+nlPRZ1L5YCyjvU4AduhdJMqunGy+iRyv6HIPDbfw1J0QLGhFgiaYjic3A6+mrR7
pGTycI89jwqMHPDnuPH+ri2wg0WbptLzsClYvN9IQyAQoEGu1AtVJ/YmCIi7WEkLigmwz65P+8oZ
oWzKtOPhvlJKimMkLRCSnzx1CLsvNtY1Hvy0/tAabfnfMHYbNsvzG7NYZJ3Wgc5Bmesjy4TBqfs2
n1SGw58PgaEpyH7jMOl8DrCo2KN6Kz6i8oHlc4ZRyfUP/RP8XQxtkqqQsVAGXb62WRrETVWBvKK2
G5h3ZW5EX8FDuM+d4pizyaqDmF3YBh+nVqm+iqytTkD8rZfKL8SXXnbZx46S4fH6r1pZ6T/1X8Dq
TMpFuT4bNC2IEgP/07Axz0Etm1sUQIrPgOnijQlYH4rWFt1Xa67rvd9UrjGhbaBYrLRUEYssatA6
ZpQ/FAoAk//hq+YqvaAIxP2+eJizTlQYqvNaImkCjQl1bHlIlTB8hoIuH6+PtbKB9Tl/sihxGzhM
Lz6rGglB4saZPPABU/IaENt9HgATPLQp8kBvQozKxuO1OiLUxrnypPPHYsRQyaJAS/LJ0/rShnSP
liQAOCxe2oA6bBpsWVIvywlcjLyTukmXgKjtIn9rOqW0q0SOXhIG4jAIaJBdCZIKeEYGaDR4U13d
+sfI+8+Y7EkuYiIe2o+LzRIC6cwCkws4t4tnwCEQPEED3xR9Gv1/DjU/P38FPLKgfx10zuhNwomj
Y47rwFOWgA3aKakqxo2tuTqZJp6ytqVjZriMCdAItpwQGIjnNr1216Psf9Maafp7xtGfg6ksXxHE
LTf26NrRExC6DHrYtJWWT9sMyiv7lmqlCf/ow4Cy4I0s6whhJEjd14/D2gVL2d5hMMOx7OUpj5sa
4nfuDvD2BU2KoKjOMBY1mJMJGmA90Q9+WNiTgsXdqNJsjTwfm7/XEdXTWBlzPhJk4r7KbNBP7oia
6JC7Z2PQ2l9d2IApqK0i3xhaWxt77uFy2PC0dZbPSmWWHQ34hFXt6rrgJZd+B6JxjLoD+sCxs8dj
JBwOOWlRv7dAG3sjFNcY7X3fvUVRy9F2KlyAcO/kRoC2NXRphCHHwXd2tVk1uBRNooco3SMEdLy+
YGt7gyoQwQ99CeMiEs/CzNdGhM+8KnXSU+8q9gEtgZToUXU29v7axUVAoQriOO6tZb6kdmg7G/00
eV1djaegCJszPjnFQQ3G6R69kPHm+qetnTU0A2kDEuSblHrf7wiQwXoQoPrqda7vipPR6u0D2BY/
eOz0Qjhe5s8yE1rSyOfrA//pFy3fehAjMBF46omUFyNbAe+ciuKFVyiDKBGbiIwftYv9iyftyqlv
DHAQzgmLriQ69nUSIndQwYQBZzmYX3t0FPKPEFASgaZ8BLPJL4zeOZRYtWFsid5Acmqggavnouri
zxmaaLN4jl+2cDnCOrgFjj99jlEeBaM0mhYQUtBrxncZwMzeQ0+Sb5OcJgQkHCBCB4g01cvYxzaq
zE41ANBv0b67Q0ZHxzDo+sSs7ACqtaiFubwmRNmLa32Ic1T/5tuB8zILmpVaqtzFSdh/B24bp6em
baPq9O9jajYlMur8lPyXcVeJmUTYSYUKfKGiI1OV+ci242Y4Anj1NXirHUWP/2VMOtCG6eqUdBcB
SB1QHR5qxhwN22cRNADNkrvhZCrD8KlT3Y0NN79Ri/0G4IKnUtUpv9PXeL/TkSrUOx/1eS/IMG3Y
+RL/mr2JYvcWcGblSBnUpk1SJMsiLlgsoIs0LBy0bPAM5B9CJCdUTQETn2FTikhrgr5/OE33cTPG
P67P6Mo1ZRhoKxM/8wdN4fdfOPVxY6kmvT2Bvji+EFY0uke8evTu2AlTbLQv1/Ype1QzDQ39G+px
70czsqEcKzhVXiWnFrEjiSKoESliONhyQsDEQrl84x5eeUJoYZhsUZJXijyLLeMUYSD1sJpAJKGv
+SCTmSlshYkF5DH7gVbmg53b+rDPHelvvNnz7ljuHtqlc/ivmZgBL4ZGHi1XG9JTjzulOnP5p8dM
AtCrHSP2sJI1zhZ+VYe8jpVpV3ZVvTHba2truSTXOBTo1O4Wu5cScEZwrnEryPzJwUPIw+ng54T9
ys31TaStjWQjHj7Xflzir/n//xUjJAhv9HlQsa6ESeJjGJsUVSEeKPkB2R46Ijt3ysoH3W6hCWP2
kn+vmio/A9JyXtUs10EhQnL8ySmorNsI3Ir00FSmjnT9d64cZ54r7EIMQRRFeez9zwSjIm03GybP
CKFxilYiAd5ASN4YZT6si3WHOgPRnroiVe5l1KIIDetABCI9jVc/vfG7rC3vgF0Hty3GQHCWu77W
odho8Z2NAyfyT0E+faOOW2BLOiRQWwDQ5zeqHQH6t+EW/2pUkN1IKgsdd5NJ2HKPxJiS3yDgA8WE
FBOPLz8boXvErhvbPy2lQd0WLWhV3JEfpuPZaSrcli3DTnokTTMbueBSjixSlJQo70su6/tuHOOf
gxGWT0YUBL9FaWXy4PdaAJHXx3ltj0spDjVI5Ne3OjJ1wSFTrDHHGqcXt7raZPm36zOprSyYRfVe
mzNBepHLJDBFOhbdhMD0LFQB/C8AVWsYFUk3cm0Ybtn/16IE9AXaddg8qkZj6A9VFrrDGQIAmrHt
gJhozkqFeypr428b1Hi28SKt/EJK/JwtCnZEqcv2gqMhgZlWmuHpBTD4XWBqn3F9HZL99ZlYuThJ
EGl+4ZyuMw/zLffXAVPdOu+L0sRhU+GiQehNVgjtxDZOw4GET/pMzyH89+yGmgoFSTA1DLm8OYMp
EhEGADoqEZllnYkh3OjUC5xovo6GZm+13ubDtzg1DhAhE3m9Oe1fxhNhM9JpnDTdy3S43ToUhpva
wggA/fXsC1ju/pSp5dP1aV15HNhcVJItg8aGtkQOkUfancxDgxa3DRgVGaTZYNzJ+se6cgmlq46a
VTAld1Cjgy3088rWwZYe5CM4Hu5nd7GmfTbBxcd1EYgqut3wnhDXQl393+88XnVggrRNYZUsYXN9
hINKMuaWl7Rmj0Oljdl2qG253q88AM4MD5rxm/TzlyXyWJqubxCdeQMi+AcXpS8M16Ry1AvaiNfX
7KKJSQ2DhNBEyMp1NWZvnte/zgKgfBi9GDV7dWfDOrcy895wZHSMFHM626M9UjbO5Fej7fRDqDjx
YcL9ZGNWV87jDD9h5aji8ksWv8GCkIDiVGx7JhykL2lsSqTONf9UOL35BbfwYKtLvPbVIIyNucgn
QMo68y/666udJrVKmD/WHPrm2NqbcGemHOqma5YHGku4942Y5CT9gEZrEPVYNE724frUr361Q8hP
vMiPWR6XZFTHIUxVG+FO1zglsHX3eOagYwW+4FDodryV/68cEVelgi14AGYw9wIQCSE+tWK/tT0I
ULGDcIiboGNr5AfpYHBil8Zsfu1Ez6AgEJRy1AZze4r/oxnXu4767wFVeucmQpvm9fpMrP0wiqAG
blIC9Rh1EUloBcL0vaqYnF3HeLaJd3dm2wUb379yJTLT/2+UxQ1hIpyEJXpkeWqCEKwbtt9xpxdf
ht740SEPfNv0Ut+IWf90fRbXMA8N7WvavLBq3MXORrCe+N3hyS3rrFV2pa209anIhxJTFHyBdxIz
F0g7KWICH3N0LiAulQgPPYi4zfX7RJXdN6RcxzNeN373LUoVAxcIkSPMM6KggngIsC0EGOHuBvu6
75Nn3+rxNEpEZ6FcbM4seiUdXmnoKPggBkFj4tFnNvYhAr5yEyYSbTYdA2Doh4j7YxxTx5p/wJ/E
9J8dfwCkVOhzkTEAlx8cmh7NByR4TWOrn7t6IHXqfpBTYTuohnh/IG1Es1CZbizqYsXonuKYSO6m
rmw1PGsJzq+7pjZcZaeNkX3WrHZEmEEAhYWdFfrWzfXtuHL9zn0ediN8EpDZi3PiRq02e79Y3kTb
4RhbASZpscDiy83UjTtg5clkKMrkM+58bh++/+zETOAcOYJXK4jCXwmEJ1SNS1wKg3p8gAU3nFv0
CW7p75tbcTV/83JnzhAHamlcCnRiFyNnCIPG42R5zYQoXG6Kbm8M0VbjbG0qaYiSMhJlYf612P+I
M45J5Nim108DlomBlnGzxfoXZGw///uicbPBb3DAThE9vv8ePDRwitEzXmYX1+ckiYof4G/1h0iC
rbg+1NpFQuEYW+k5UKUr+H4oJUd5sCzZH9lg67eBqVQvVpaJ+4gM/F4MiLHbVr0RW61NpEuqRbGG
w8EV+H7MIEaMLcaT1LP1oLWPCkFYto/MrjyiuxJvZArrg5EkAM0maBWLw2jUbpVh4mN6EZ7m3AzF
rG6uxWekn4yNA3A5FDmsSsAIO4/wWF9swzGKTMyYuZRdkU53VT0iZu2b06dyCrcKu/MUvd/xc7qs
41VBdZdQYzEUOhAJl6owPRPSPVRpHvkMMcTT9c1hXR5pbb7GAOzOKLSLSp7bhX4o2lj3+sCs3JuB
FoZ4MtuiD++wf8YGCHOu9m7eV79y3CvQNuZZRUSsSV4wMlRfXAOQ4b7O4go5Ky0W9NCRcbMRhcVR
DQuGRmr1Ifal8zrYFkR0LRT57wmiw6euBKx/8gvLoFw5+P6blUJs3ClmGHyGNlZk9w4qac4ubilE
7mBcKNre6XzrLW0TU7+JEA98s02EF9DQVsz/8OvV32rs+z7irur8lGjvFnvyWRxWkk6U2B9WdnMT
umVrv0A8o96VTFPVPTdDGud3CcYNT1Nu9snJ78rpFz6KdXb2C6T9D2MPPgiZzUq89FDlASRVQH73
wLxy7USBDj8YI817fRegGfCWJn7YHYsxliiIEDA/JKViYaWXVVK9xY0RrUBNzdRda89i66mlt9bG
M77yOtGF5wm354SRcsfiQERSVfFUSHSPKBifRuSv3OCnWoW8hpTdIgcabRLjaBlabopMOjVO9NBR
jkRmwSndeiNcWknkOZRzDqmxkzV7mUt2suuRkFRpUWThJwdDZrQ/YlTK8BIe6gdntOURi2dEMGKa
WIViuIfQCGN0iHSdbpOCohD15Zfr+16b52BxvGYgGxwtEglasYsLeMoKtCbTQnhGOrYJAiKOkt9H
OcocbDU3+GJPoFnOQx4h09KgiR7vM1edlFtYOjK9zcpsiE9GlGFTufHD5ut4+cNoLxPlA/emaLn4
YTTCQJyOBRpWYVF0SJX5ZXxMx75yH0ZXbX9MipuMu65JnGKPxqOKVQAtLfxXDKzEXkUmB/WsIACl
H3TMcksEIqT8QaN+/FhGWvfr+q9duaQECB9nxlcTeixTIRN/T1xRa522eaZ+SjAtHfajjrrjxqy4
l5NCKR6MMSBgRrMWb1jXQslyQlX31D53v6VdgLcDcM6POnEqgjdY2GSoP/eoEg1NihJShcuCtgER
uHxHeVrA/yNDQiER1CC/8a8kTIEFjnZQxYXMv3xiSR0kZDOB8Ahi8gF6t6N7TgFIbuQBa1PMK0B/
B5i8BhL6/bBRibRTIyfTc6dO4MKbxbdkDWLjkK48bMLQAQbguaXT0V5MsJ/C6YedYnj0A/ALQT/F
fWvdMngywErHp3/eNWQZxJGUpmGhLe8nQvpuyNHL9ooyM70Rr5CnScbBRgV8ZeLIHG2qvXRhgT0s
PqnqnTxGVlf3iCmDW19F7AZaV/Xh+rfMf8viuILhALcnXIq+pAPvlyefpO3rfdV7eeT77m+3F1Zy
gGFgIInZcAAfcrrXG2Ou7EQDVgOUYyKDy854PlmDYxcQwbRKb7736oxTQXhkZyO4cygRFLwfC8z8
rn+oPn/J4kvxMDCpfMBEoVo3n9G/9n+j41wdDXrndQluJw+ZqEDNodpPFwVgU/3I9OBuhduonFVl
A7rdyICZx8BswnLWj4el05chpiJRlsXaIUBmMfg4wDP+3EcTHa8ZsvFgp1WOpUESltoLtdSGvJ90
ANvlhAv3h47vSvKtJLX6ochQK84JF0YDpEtE9qlPE9RjM0Lr4Dl1uszahcU2TXNt7tlTIDSp/ais
/PtZsENXt41KSi+O9fGTj9cLHiKoDQJskeI0UMnGNUWr+ufrs7+yzeYmHbh9OnUwcOfz+9fkh3mF
qpsBkl2DTvWYBgijoxBk7yG/Ok9cVnLjwp1vleViU6CkK0l2O9NF349H/aslegZSHg2h+dTnWvOG
mle4Rz8BNdJaTm9Abqo9OlD5xj5bObYkltxBJnkDM73YZmYpmtKv6Ya2RoM2GspjN2ZgDjfX51Nb
mVBG4BTNtwPqYYvwupqcuK9KC7Za1CJeIk1fbc5WrAnPKnsrYMMWybTDx0hRDimCRNOd2bAnPrX4
kCY7TJV9+asO8A44cdF1KJ6JWoAAKpT+s8CR2tj4vSvbjtuSDtvMYrqkFuE8gn1xHdPOQ/iBRrFV
Po5pii5/J/Wk3UW1n3rFIFP3cH2e1sbligZZAPhZiCW8pIx1JGTQ//eUwi7PaSujJ6MusAXuEu0j
z2SDSmsdvV4fdGVt/hTGKfvNRMllp7/rBmTWZyah7kwlsokqxk9O5xyHtnj1sZ/yrg+3suPw/qNN
y/uq0p9eHOk6T1Sjw83Sa5oWERC7c3FoMMp0C6hxIZABMplu7BxtQjdwuSjeH6rJrGgM4mvpmaCi
p0Mf6NGPnPLSrPebjzgjh7XhaYj6doA2kuiTigi7uOmMysT7XBjjj+vfvbK2NiGNzjIRvAFDfP9z
Bj9XEJlVGy/CdRNH7zSyn0r28Y1sRXGXIDgmjloaFv9eZZkjRY6FPq/tRbNnShI1oh8Bt7BDHdz3
cVRMk6A5d4QFx+ufuBI3osdM8YPElirLMvUY3ZFENSobr5hCbW8GlraratXdq3EkT4Ne+jear8pT
xFk6hRjsvVwffi0TY1PRSuIupUCxhHbEEyj3SJTSQ0Rj8g/CbhEnyvEueIxQsEbgqatMxIZsXo2j
HqUGJdZYC76oIXLAGzf6SoRnE0MSwcIcBJewuFcHUmz0H+HwDLhQHyzQOtbOUIa2PjRdUW9121eO
MDc4XAbOFaC05TNJsguISzawvPoC7J4M2zNpVrtzsdc5oJufb+S8a19nc0FSyWC1iZTf7+UQ07ZS
d2Ppod4MfbuqdWyGhnwMvmHU0YiP19d15XWkI0t6xkPF1lqORmu/RE+xlvDKWrlvFQ2lflMrvDbW
lJM9IBs8aLb5VKELtXEfm4IPef8wU2uZw2Y+c27QLpYRoEvsFylUIrh+CUe1I1Q/aGabTTtqGCr9
L0gkH6bU6T+5cYjHYmE44xcUwZX+AJrPp8TuOL51DKbJcZCHLlXcpBy/R0qvlw3OD1M1RLsRYwXt
gC5UWR+bPkXGrgmAzdw4STHM0uoTMqGB7mu/MxdbGtQdg9He2X5pf9LKRkl3E6pmH/xWM38ntqaE
J3OgZeDpFExeisBHHrir8xbIR9N+cnukKE4ulA0EAaWp6CzeiG9lZ/duh/6flQDrxafsYMJPRGcn
9PvfRYjUnQd9T9p7LGHM/FCjOunvNWyEh3BnZigx74MqtMyNbXa58BxlUJ3UyjRysiXWxYpHKH+I
snkIapfGp1mSwf2N81Yb3iCaDq4kzGpYJzH3rb8jZBNbILj1H0BcRNlC1S7AflUQ4vZmK7zHliHj
56kBZYN0cVM9BERzNzSM4g/APJqPI9zSr9d3/eWZJl6a+x3EH1xqfy67v2LQqKHRNiX6hBAzb4Jq
oziq4jG365FTOY09YdH18S7PNAEHQSBTTbqD7sz7M50mdlhhBATjwGjyY4Ss+dGs1f9k1/YbCIvL
l/D9SPOh++vLBiHyCCsL1ZN4oR/l4LZ4M3Uo4/MmnkSIL5A5jNXN9c+7DDsYlFPsaMTzlKIWEaiM
R5jpIZ8nfCqofaQ7t92Q1BvBDf3hyxuDKPpPwZrm7cXFn2djL6mfzC3zOO9f9Q7h2+9uVST6j9KG
XnGnGqHob+Cd4a8uoxrRcR/xa7TjU9QWj0Yj3MojVEkoSQFji3elNcrpgEGvwAa4yCZzp2uyrHYp
nmGzlF5Zxnexm1IRD6ykbFHiAWV74KJpK68pjbR7JLaYBKYATverNHw4smFUSQSpQ39S8ATQcM6s
ksHuDlXYcLdqjSaRA099fIcDjO46+DSj3j4qoU0UCrw7HF4ABCmfrShGJTNIgza4MzsHvzl854Pf
vmUn9sEo0a09VG1E29GwwmY39WgQ7icMseMbiv7lB9rZUXqcq0sTAi6R9dGgURIiQCLzt4Ig8WSY
vvbkAIN/rPnxd6J3MTUNwkDFyBL/sOYwTZQiEOmO4+oearNJ1Rkh+FdNak6yD7EnG/g8KT70Upvi
r82Ec92OsrikzO5jqMrzmNXldydunfqnTAuKooh/ueGdiYbg+GFSlfhVjmPoH6qq6YsT4qfuTSdy
Xb7hlBN9QkI0S24sC8nos4OnV/GoFhyZt5yaQM33KmWAY6PVgOmSk/iEwD+qXk3fxumxHMq2eIwr
SGp7dTCd6IdoKI/eNk7N06IwMfpey2qBvqGZd+4ZNwA/8ji86IhMeHDAJy8livRJrY23uMc6zj4P
IeN9TGVn9SCkc5wlHIxA/G9WGVu3UgosvqiMU9vXKfd+Vcy66aiHa8nwkk6lcA8OPBj9ox/FRnmE
/5AlexslZ+e1D4AS3k8VeMJXC2Hu4keQJIq2E3Ytz3qNEhu1ftUedkaMXui9Iv2g3w1DS3Q10a82
7uopMuJzkBU1+VQDpnyHPLCi4Y49WhE+3FPVnJBO5NVLnZoGgBqbevmlayK7/9KYSiN2aSXEj6DS
w+auiHIMQYImRNpo4P5VzyNGogMWI3M450q9+GiaFtckNExbPeFToSLtaCHVO2TAfQ8sRF4fJLX4
CClaSzPio6zxTgeXN6W3aoEt8n4qTfEd1z0ffV289QDApXJ8wlsL2z0nwKnKRcBZ51+t4aHIkrFC
ZDMP230CuuKn79cWtaEki8u73HGHX25jR7xRfcmyU6gasEkPbVPxbAlpYZdi3xphQEqMc0wxi7B2
ZBA49fE0i3TfdI7UMNl29J+1CQjiSNuH9j7WoqgvZaFsskMgajU65IMSZWcta7UMrJqPhn9UuvFr
ga/xnYXVGx1xx0+fVFNa5tGJQa3fwvDpxtvS1aLmZE+273EHJ/1HMonoAQMStbhJe0vWe6y8OVh2
ONJZHMIxC+5VTfb6OU3V/lOKBtMbNHgMd40UKdL9ZFpteOj7LsBRp1Ri9B+tuk32foNc6A0mBNPD
WDvVHbPGpNO+po9V0X/KdqOj5tpxil38H0GiWO3roMra/gXxo8WdtmnxAONd8PGxrgVv72jms58e
eBAIXTxZv3IsP7S3Qajd6xDJ/FFLhfbZhDAT3ERhGnn90GTaYSzwO7ur2qqub/grdK9zyLx2RW3S
r0EyaCt4XenHUKuc25dzfu1elF+dpDSjOI0cz5dRUBHNhc7JyITxw0BK7lNijPr30jTTh7rU64co
CpxTEwir39m1GX4Punzwj5iFIlyP94C2kZOuxBiIByE1AP1fXPb5FSsSztAqkNZ9v9qz7cvT4LrD
Xa7W453a5ea/v/xIAXLwqH6Dlhbz7/nr5ZcBLneyZC5i8sKnGnONYccrlp599nK4yyPLfRkLv339
57cf4KhGQmpSS7zoyWM8hFhuMtqeizzFgSS1u/dp2p2uj3KZ/TKFFO9AwFPn0patgxaYsnR9zfaU
VHfTHUmhj9N03OsfcrznX+sqzO8Ms+zuMRrsn6d6qt6u/4CVCA6pK4uCh4Aloi9L8Kj5xULWzC6O
MvLQ6IAQywCyxoBl1vn6UGsbRweASGg857dLxIEKOVUdWsG3Uhzb+Xh5k5LxKCA4737QIENtJWKX
UdVcgLcoHiJFcBG9ibhp8DLQbU8T4Q8jsKrbKXWt59Sf1I0vW4kTXY4qfVygKVSn5pTgry1Kf1wk
XCcA74KQ5CjttQ9m14/P1+fvMgRGOIL+BTaeEKzQiHk/ij9aouq0wfHMRlHv4jhQsCANbSZRlmc6
AsW+F+ye64Ne7g+I4zNafqZIzCSN94NaE57oSUdBT2ClhDQj9g40kE3g6Z12/F+GomfLDqGHtzwL
OHlUvtrXlLlGjOxRhdR3oWGON1nshxvH7nLBKDmBU6Inytm+QN3i9BWFBHaOV4VA7Wck+gNRb7VR
g7jc8IxCKwChGpB6VFnez92UgqyJe8P2uMl99QhiM0h3emDaeEQpeLEja4lu979PogsWn2op1Whe
kfdjqnHDacDXDWlTMcdUnAJtz0Os7C1Z9Ru59p9SxqLU8QeYwkvFDqHR9X60DBdXBLUcy+srJ1D2
OCuZH+iQmsaeroD70kYi/g0tz8QsEcB2uZuJE/W+qfvcwm0DhOCOQr5dntBhVYoby+967dCVQZyc
OqfFaAGX5do5BK5V1o99JkVLKD8G+adAgUbxME4TEilw/GYvLGqZOA6gTNPvAQY4XjfVI82XONHf
wJC0YuPevNxBVBhQvOKwu7BIlmi3quimES0q25NVHp9DzDXvJjVvD9dXc+V5QBhwpkYhVoue5WJ+
XTfqSlfhCivQYH5uxzr5hktmUe50ITUdd0s7vM0zfAl2oq6KG2zbqi//+guApVuIyaIFhUbosuvc
NE0ocU8yvXb2p9ih/ROE575KY6DNPXD1wzDoDu7yBO94K4PyPNDUHeqNefgj7PV+o+ngU+ba/FwL
v4BcqE0U1z76fp7e27k4gDux8k99UtbtnZNTIt2Dq3azfUqK9NLhcdrgJaXiHA2HP5LfQtRl+4NU
8Kk6Q23DRExFybW6q+Le1o+j0uNcpGEyuUWQvtwk7Awaz9Qh5z7wcvLSyVZKtq5B0UKbjlGsZdiL
YaVxfYlWruj5TCH/RN2LYz//ir9enx4bULeOXNPLZzNmmdAk2JUR52yqUrGlYDTvuMVC6Kj1cWtS
Np45Be8Hi3FikYEKK0IhJ9637jB+7abejrFdCcdHgyC12rehrd5HutwUuFiZT50vpDGjUi1hSt8P
rqtdoCcWIPvKpmwXjFayl6O59Tis0JgBdiKeBnMW6Qeg7e+HQR2lseuqdTx0a+UDzDw+b8RL/akR
Cup05CWjQmFNlaIiS+doQn1JyAqSXNF7KP9qoOF7b00/oHOBaqPyGnBWi1grdkgtyAxHnSnHSISa
fnp0kri+LSW47j1OqtFDRS8dFHLS1t+sjogDw6nQabuDzeuvHqHluW+OJtHdwjBX/+BmZPmkf0Ip
9ij5YNKtTzmat9hHuP98482i+HNBE/Q5JbHFXZR1mc9/jB3PaZv0iKO1ftaB4fz7+4UMJD0Qbh2q
p2IR5BSu6lvBQHYRwdDfD9JO8BzIcViqxq3Xa203QWdCXkz9o/SxKF52IuUVxeqS+LBRD9TAzUNI
sL5R3Vs7nX+PsvggCnpxZRgJ0yaiCdROmZ2Cwe9eYqyFNoZaCRCJQhHYmDHYRB6LFfL7KC2TIHS8
VtV6/JhHXCd5QbC+pDZ071Y06yHN2xsR4kqUA32J4zjj2x2xZDD5k8STTKN4aYTY0Zjp1J/UHgNJ
GgrDscZT6fH6dbe2bLR1bAzF2F8XsMBMrYfO6HvbS5jLDxOW23vAZ85GaLM2l3MLjpuV0I19/P4O
cFMQQ1GHNBsVSPdbgeu3i48ndZVhErdl0yseVlLdlsL4ymaBX2fMPDuC0osHw6HEl9bEM146YPoR
lUrg4fyGgZwbOhvR9sqycXvTiCPJhXu2zCa43cHp5aqL7lSYk3MmpnhTdGX4QJcnfYBLmW2A81Y6
rYDkEAMGtM/LQdP3/ZQO2DwEmBP6HtXf4AGlLfsXQEn9C/Up92UA/3jIE8mFOCXuIRGZ9VTFhT9s
RP6XERXgH8S50fywAE0s3y8inQJtuCK4LSxK6xjBx/3dFI8DiiWoFbyGhHUu7lVhEu5dkQcE6Vpe
RhuX3Mrczzo4OEoRQ6J7uZgJO8wgVYPA9qSmTuPOVZVsBAWqjL/zyedKDa2w2Li9V95tSjYCBTAA
BQiALfazYSIlGg6ugpvOFHkD+I3HAte8fReN9TkKq2GXu+G068gobv75vMJwn1GZcF/0i2Xvg8ws
3YnipWlL+7G3cFRzczfdOK9/LrdFYIJkG9JJZKtzlLh4tGNYpMHkVgreB4OqYb+ONlWnYQG6S3ow
Bjuw3Op/qmInjzEMaeyt3DH6qOJA+kNokzm9ZGES+zuL4DAkazKn4UMRZUW2A1+OyGypVZa2d5VO
4tESKJF2klKzfZybYhUnoTZwKXTiOD8dO5is9w3ESpRL2lTrYTelOIWF1ujgsD5GfXLfpfQZdh2g
dfNcBoH2Ao3B7c8a6Gp6G0GnPzd9439BsSd6lnWeikOCX3dzpJUSypsREuzThBIWGPF+tgWX5O7A
1MfKwIs2mW2Hu8gYPlkJTP59ghjfgJd6q33Ee8LCuMzM0ucuDzPrgJVq/tIRrWH76JREGtJX8K4y
I2Cl+3rIauCYlbSbQ9a5ZbaXGNJZOxlo+M6Z9IeeeWY6oP2Ir7S7sB0qejnFkD+ZRYh3E64MOIo7
eTqIxzxGfAjIuI6Lapw4421OMvo7M6X43QYAvMuROT72QZt9R54ycXcD5exmr9K4/gnRWH+psyj7
SUvT/9bWQf3mpLgw3MZtPH2GWIU9nsOn1ohwtM49PFpYXLGtpCeMw8g8fepDeGUiL5XCa4sd43Om
2Fa48fau3Nxz9A0Ai8bzzAF/f7mNrdPoWtsqEM2jL+MgLLoDteYcDSOPNh7AtaFQlEYugzicKGkR
UVS4HvMzCFTUPB+eEGIpHnP8tm4jTF83HomVt3aGNAqKP5ADLt5aGnyxj52c40k6JucEu88PY4x1
1vUbYuU6dGYqhDmj/MinF3NnYTGFm73teHiXKF9ZwOoujFw1gqaiO6RMhVN0h+tDrn0YOBSQP6Cq
VIKXxXLFTRDT4KNMMCLAodhd95AKiKvXR1lbKWI/5o3y4FzVej+KE/ZaFYEX9/pGmw5Jlw0Ho+3f
gJMlG9tv9Xu4YSGsz4RcfX72/soBDUtJLSvke2w8qs84UWJ1Wvpb/fD17/m/oxiL71FggeZpDhCN
Yme6T9DBuKFxFO0lBNjz9alb+yDeK8r+s+wNGgfvPwjTeyfB1o86loZ1fUO561ej2PHPfx6F93c2
xpuZaRdVHEyRnVSpQ9cLmi476m0xnrSiyP/9FEEgVHmUwNQRUi6mLUb7IcPuzsUfIHI0MrTed89Y
TfdyY9JW1oeMiVLXLF46a1G8nzSpTn6WNTU9i7JtX5I+BiggdHTU6KJXwUYQszaYwU4DXwWm64KP
IPyO8osksYGM4R+g2IPCbbphh7/YljvcSvDiAgXGKY0WhU2m+/67AisnchH0YlLKH8oep0/6437i
xPpuLJRSAgjonJ95iC+eRt79dH2TrFxPaCWzdKQ4hE7LuyLU0bLKJuruOFpnO2VU8Abtw9KAYluO
L6iaBBvLuPa5oBHh4NIS4p/F3p9SCnEx4AwPNYjkDdwv1rfd/+HsPHbkNrYw/EQEmMOWoXu6ZzSS
RpItaUNIssycM5/+fqWVh000MdeAYcM2XE2y6tQJf+jC1Wfclz9LORhMGBnycze2KOXdf9i9rwpN
ggEpklN0/Ldro1OWDKK6At67XntzNEh1jNZ6B/xDVw/i484hh96l4XpCRYC61maxjgASrlZlgcqL
zKDVnOLZLtT8YJXbR0KSgqkJAwzRqd2+zlEbsFnsuvDiAHd4ANnQuUMXV+9n69AJZIezBoIYJTID
lo5D13TzRABMFabUcXgpGxo9PlX6EvuibZTQxtDsL5QU7eRhIWtOftcX3exVBVborl7rJQa5uk5+
GFhzZx7BbG/3lPhhtKrhYsBZ2yqAyGgNmV2ZiPxkjaITfc/sJ1Kj+gkvYqVGcK/rdU9dojZx8wqD
1OD+ttpdXgCpmEwQbLdnaLYrrDdkJbwkw2AUHtbZy4jQEehPV4q66nGcZO1vcJF5EvQTGmdvzjB0
mTSPxgjq3YSrTQCpWuwxcd0IkQiH9aNLjuOXcj0GZehoL0WUHY3qdmpdLhTqahvpGOrdbbnVtk3D
ZLUKL7KGqfqo99BJkTowz8uA6+mg9HJgKCl+ILU9fcDJGKNJfapf7r/0vY1PwQWChIapdTN/wnNh
7DqnlS7xPGne4swwZ/O+DNTSMg7O2O1JFhcoLVNihuCxb16wlXVmVE2VdFFnzCr0lHraUgvt/9hF
zKhRTOPiEaLlr+8Ba+2Huixt8VbT5SQrOYaOfZkGc4aG1ICJip9nk+YnFnKO91+l+D+/ri65v/GL
ELKaIKa2Ta54gJgXrnp4QQHY9BpT099FQ1N6tiyV7yUmEEe3645utg7tW5xV1ryd9uIBp2P51TuX
FXiIqNuKTP2OVljUvBjjahanshjKv62+1750Y6nnnoW3veWVoZ1UOFVX7b8j1L2PWtXR3bn/Mvai
HHhIQNVC1AIktzjt/8k2jcxec7mtgWTkRlacxinLPslmqiLbik7f39MiK/UJ7nj5XZacSHcRyS8/
aomltv40WOnqNVKtZAdb8LazAwSVdIRTZ4g+0+ZHdZmQQmkt65Im8ssyFE8VguTnxOmM6xIpeUB6
8A9u26sf5U3+9f4bue0W8h74gxoGtYgbZ0CzVGPNLOgWRor5bigzP4tbDyBS/pxXMbA3dDcf7q+4
c7ZBB+GAy7VpMw3RXn+CKBozSWsa5+KEMQBwRx6DOFfkf2pleTu6gc4uSSXXGfrG3CCvlxrqBb4X
89tLYhWqp0nt4EP56g8+3+4DwTQR805Et7aJR5ZoJKm0YC7A9LA1pfCjwoBq+GmdNIqNt789A5o7
/xsmhaTlrx8JASpVD2dK6MgEVAj2tPTRwzFwfA6PakCx7TaRAzA2AYt7jwHmdmwiV7DWbWlwLoVh
DMlDP0Ihc8MZkwwX+6m58mQzAYmujnb0Scb88eiw7kQu1ifNoibgL1uAD70PmxSLOCLb0urbEAOC
Vesbv7LG3IO0dqT0vXMTAATngS0GttBZNjEa/qmqLKKYHzpjekcxpKOvnxzNPPeeimYLJC0Sci64
zX2zjBJzAAqTS7Q4ZnI1IqX6VCQaYViurXAIUBp6O9adKGwzzEWSYAdZMWEu2akRVZw1ab9VuWuf
6mIN39GJy4+onXtnAaVZ5GBovGBtsnmHi1QMzsQevcy1PCH0ivJxS0/Sk5E5PujO7izFdBD9bkAG
QiF0s5S8goDRFlO7xBYo+mCdmHzQMjOkf+u4y4rg/rnbuzlozUKzEoELaY3NclmjrNOKbNEFZGfz
71RoKIGBO5YzN82pkc/LWlXzi9ZOK7r7UYs6zOjAnvazTG3pwnawWYNZruX84H7f2bU2wBhaUOwl
ujWbGIf6SZMVERT+XJfav1c5+ns2Sunl/tPvLOKIso7yDWWqm0mZHIeagnOzeVFqNfIUOoUXaQHd
f3+V26MhGlpANcCxcz9vU88ubJRBF8DFwa7qj5I5OAvuXYkJBGdNfyRLpB8E09sIx4JCTZVGioH2
xeYsZshcWp2C2B48vvBjb+rFaU6c+lMFbsRdl3j8Cteo9JzU6A6a/ruPKi58enhAs7dhvFPCXkvl
0QLkPi9nUGM1wyTN9FQIt0witberIqDjbjDk5N5gEH4TdTLHZMLfAMsNx/lczaHy0I6T9earHa0f
0YxSkSYmB9zsxUFFZZMekXWBvAzPS9aip7JdfzrqWL39/SFZSqNI7Hom7ptrULeGMVMnEJnoZ6vP
6uAAi+47FGhbSTmtcmIcdClv0yQmjRBpEM1jYoz27utrt7XGNDZhXgEhQAY9NZM2mFGa8EYpnK9S
qi8eqj1v9S/XwQ0JVrbJbcQ1vJ34Acxw1LWrmam2juknFUYhbKg6EFrwX+4fvdsDDmoR+IKYsDnU
KZsuLGCfgfXn8GE2k/jj2E3txa6V6chg6zZmi2W4YpFb4yVuWcGL1iNwCbfvobJ1qfYkRal8KIm4
8cpqdjQC2F2MvhcQWnHCt2rJiCXrhMYifFhkMz93Q40zk9mED7HSHCG9/8w9X+VKaFYy1icnoVlu
3NDXFGzP7MJs46u02OAyY+Q5rEAeMoSQ2kXvfy1FPc1+hQa76cptjhbRYPTlj3J10jKILKNEy3+e
m79Loyp+TyVNp9OwDktFpyGvfsasC1esmZrQ043Byr10bcA7z5otWe+1iG+mulGEc62br6luIXSU
DLlXlRXyuoWKNJq/DlkU+lymy99aEza/pyVLQTUC7BqQjwLQQWRfEDUWjFZPQ42Lf7mWUxmUg9WP
Xj2FzXtDWmlxFWsU41q5asXf/AcoZK1tOf67plH7AK7IUPy4dBQ826chh/Ahr9nLvNrQYN64YcUL
F3Y6TGbpNG5rJhiIRRnihXQN5y7yGfWUl1IF4HB/lZstBMiWE8gZpOICSbgJM3IsIVHQz9KlAxP2
RZdrzc9XZXiOQ+70+0vdnMA/S/1Ri2ClG7iyHSMDYRigM6y2SwJtbNXHtSyOQAS7q3AP0E8SbYFt
Tr/mw2Ci70EzbcqdMxKSUlDCXzt4lpvbDbkW5EuEyCdEi5uud706bTraRnhhuKgGodXnniKpydfQ
GdKr3s7JkcvBzneiy41orgC+caFvLh5GYZ254lZ8xeIbvdpOts4hWDw3jsejqugW0MnDYTrPlIIp
plDBf30VVMqiNsAypcsah80XKkut90Uz7Unp03V0aW6Mo5/kQz5BdVwnjkps9lfMA6OXVE3nF7Wc
5U+zofUx3nSzNLhVpaZ2wMEtfzJ6bo9GXzufnKiEzoqIt3yOzbtRVjOde6hsF6so049yOyTfIVfK
B7JB2t4nYAmmHYxBgedsbkglyqS8MR2IVbaUMISPo8nhTtYoMZYWrtxDNs726nZhgj7rgv+V9BAx
tMctXOntH0XiaPFHrYykEe330fiKJxCMqRipKO0hK7N2cZk/9lYwyQTPxxHFnswzYqONPyrhnBmI
xRRmioas2htnKUmkzoN1kP0oZ31cvG40wCsii1kS4ZAX1ALDGprmFGvo09HqlsFagDNa/6UL3MB9
C0P1yCt67yuQaqr8SV2EzPTrXSMZqWLgY0AfN9Vjgm2zXLWwgVB6P4rsfQUB7kY9CKXzmygydupk
lEMZXhpdKn8Nhha/q5V81l0zGc03Y744CQDMxNWKEKezLYmUEZEP2vPhJU/HDNrhqrqGmhdPIOnG
4P5z3WTqYimoMHSq6BneTL1RUR9CLWQ6sSSz7k0mug9FltvBIq/jU0dj6yyVmOo0s2n+vr/yTXOO
lYUAHcGFBu5Nf3iMUaqU7Mm5NA4QRbdeMuMhKWgLINzYeJKNHqNq5sDrCmMN4AJUB5nn3sYBLUHh
jigUIWezcSZllblOO+dilGF8nWJz9VADKE73n3Lv/YJgkGnaIj0AQ+719kQscx2NUHIuutUicYdq
43jOjTj/Jrh8D5I0/Wgnq/MA5b25Y8D7ZeIkriOmHOSGr1eWKsBbeG6HF2NatXPdavJ5BuUEurgu
39oxIH/nLHMymKXRexGv+j/N304fUfgT+zW02+ypVOXysWwG69TW41FlufPV2KogQoSS8W2bbhEt
OjRXoity4t1fjRYJxmcxHsj37Xw1aFWiLmG8TK2weXdmBadk1hGg00Y7+zdSx+lcjjBsg7qdnO+r
UmjENaOMz0VWhwc7Zu8JBVHnD1xXTIpev0wrk2y7Zwp2ravBOMO/1yZf1mFc+fd3pniG15k1QGd6
ARTozKToVb9ex+nXrGRsEF1X2H0BOPOHtRgDJ+nnB9xNjhy2d96ooKpBE6XVwW7evNFFWxJdjaPk
Gmt1E+S55ZzqYTGx1zHTL1qjNhfVLtqvPQSSg815U2EKkgo8GY4fYY6h3+vnxIbEQYSyTa65CcZv
Vkbj3Od59hnGrPaYr+2/8OPDg4bLnwi9ebmAORHgwqGCwdQ2gi+FCczQyvMr1IQ6DOgtS0gI2VXU
udZkD3PQd1WRnvokrbSHcFa68VqAaAO2NsbR3znOvrO7oBL3Cya/arijnpR1QNsf2xDVGQw376qu
d7WRbep2uhSdFWk2Nbd1WsMmjBny+znWlPzajmZfX7u4DXu3snrs0xPUL/+xiwUugeQkl7EeWtWt
Kyd5BlsbfTVx4P0aRvL0bxLJGHZFDVgvN+4d9Rd4i/xbiVNBFJiIAcXPhoEzb58Z+gsD2vXZYsNC
1l9lc/EQWm4+39+vu9+Rc099C2L1pr/bOKUyTDmaBfTImXsVq9IrbqE6k+F2RVSb52nBxs2b4QRr
B0dy56qiqGZhHFTpUfxhh/wnvqHXkqBjXsTX1Bry/pyPWQSOsYt046XKuvYdG376KYGXfk9aPKhP
aLsy17r/+Ld9Uvbxnz0l8nGC0+a+ShQtHyYtSa5LmvXZx9zg2gbPyMQeIglhyR1QVF09CR/lnzDU
5w8zzkWyD8e3iz2lscZP66il0kFFcjvW5mehbgjuHuk/KDKbcGXOUxh1PaGyKrtuDFioq72xqWG2
zAwhFdcplMQ4K8pY9163NEbuGp2pl66d68pBVbn3nYAUIyilMcm5QaroA4AJ2gHRVYUL6IsxZ5DW
S/ic52CswsLEqVUqSz+ZYaNlDI1/3f9E4lG3hx7AInM/9B5vC5hwGaupdYroWupt49rSYjyFJNUH
52AnE0VdHBcTUGpsyu1cfbGpACFasUpEpQnsCU0UVjlNzXoUOveXEsNTRrugtTfJC2VoZ4VOxhWR
qU7QD7P+UUuVyUfDojnIQ/eXotnOY8HB3dbPdTSQxaRRdE2LqcfjStb9olxXdxiHo6nw7palnMV7
CzNMATZ6fSO0Ux6XFUaIl7zMzEd0Z8pACjXjsyaV3fOcVCiEyWXuySiEnvpZgemlhflf9/fK7nEG
8S+InIIRuK12GzzGklghkRmUxfrGmDMhB27a+n0n5ylKJpjHFuc502Oh+014e4eZRrX6VaRN3ypd
kRxXNUvtyJp6L8iyg4UrBTZLN/BUOStWiygSXbnbxp/osM9A2fNI/mKFffeIpCa8XnXCEu7+2/jT
n9wcHUSjqETIx3El17XXnwT3yZEJopRcmbogQN/gmvKzApf+o5oX+VupDs3LuFh5+aKmY4VySSMP
sgvbL0VfJ28pSp2+t15QwEm/rMjo5m5hrdIPXALH0ivXQfms1c4Su0nZNKMra5Oke6jYKINvm/FC
V0Gq29NY6Sqcb4eLtZnqDjbekFqfMETIjasG9w+fqbjFwTZe4+4744syfyywP/wH89+Ryj+36gBv
uD9QdWRuPBSAYmDrS56+pEvT/COlSTV5FTwAAPLonaCNVMSpFmRlFXZExqX60dlKpbio1zfosqVa
8YHSUKq+drZRPQIQ7bRP0TpnQaF3a/fYdHP6q4lz43cSxdM/Bx/kNpS9+h6bI1JHi71kGrtzMrIf
6phYwdJajVfq2frw5pUg3QNZh8XJgHMbY4aFwmkiD7ouOqA3Y8S0q5xGyy+T2fhwfynxozebTMw1
hGsm4yFrW6aUXYMAs9Qn17Fyqsd+RRnBrNrKv7/KTiRD/ZNaiLkXAtbbC9ECBIvfwJxeaYkPf+th
ljyXTpicSqxzDtLMW21SgJIkmSBbABPwd5sATXcWPV8jSq+T5DQ/uklevy8wC/+S0X75NNT99H5q
6+KH0oxJ/ZDI8YTJ0qQNdTDpdvj9/nPvhA7uXd4sZT3SGtvJUWyAMB4b8hOwb+2z3a9oEOHLcmLi
awVGlapfHSM3Dz7pThFj27RjiBogVG8EPVonl8qmUuJrg9ZWABkBcgcCyM/R0PYeBibRl//jIcUg
jjblDlcMYa5hjXjKa5ok9JiEWvmnSCkt/jZPwm9M/+fV1elCaQcRcm/v2shXMgMBNHKDuCEWIu3E
zPYaU+4mrlbaK8bUsf1y//luMWbsKOoVgUs3cJ7Z3sMLDuW9pS7xtY1DKMoABMfPsp4j2t2HOrJn
dZR/kOBg/mrKcL50Y50jtdbh0xpMxdR4fS+nyqlZx+bgQ++dKsFNhMjAZr+ZE0YqVIl2iMn+VSV7
niRrOk+h7Txla3Y0S9t51UJwj2KRPER0p17fRXk8mmVVN/FVjUf5u9Wq2qlfYUHef9M7x8VBYBYe
A8ECw7DN0cXOunFWR4+ujcqFM2urnwyht8jp4oUZlKsBHY23RybgHFyztPxosW9D7TSXqG72mJqW
Rp77uhnJZ1NhIG8i5HIQ1XfOJdhahOfxXGDFbXMBMbFUkvMpudZLJz2OqT08r0kqLV5O1t+fSqlS
h4MTstNhoCgUAsUC/cNQ+fVnq0H0KpHCCZG1vH3XkHl/6ix7eURWVL7GSTw8GmZnS0z4UmkI7n/M
nd0pDg3zLHF0bubzo7qaViGbtBFrrTjrVvJtbKTqg9o0v+8vtLc3cZWAmwJ6HSjAZm8uGSijURzP
Cq3h98CFfsjADQ7KqL1FSPpBKyMxQhdx8yYxlZm0lUbEVekw2ZlREI2DWNPbIxro3hHgMhAAGFBo
N5tEMpQyiXseZujHTw1t6DOza+uk93nSQmSUay9p4VYf7JO9b0WtClKMueMtDtss0YPBpo9IIunh
h7aeCs9W8IUxq+XIzvlPtNxkHIL/TisPGhaBdVOzw9jQusis8ysk3jk8qUPXpO+RyR/+bXUD5Ufo
Iyi0zX2k+xr9RstlhtF/qFGbADy7xt/SdERN0krC+kcHVOiXHEXDpzLv0VwsSqNu3MmpraNk/Pbz
G8xlRDaBXDGwDPX1QeII6d1SLPm11mx8iIZQCdAarg8aB3uriLmZLDpkt3Mb2xlIdq2IDtlUJn6K
LkqwNFn95oPJNtbo2vCpIXLfBIUhnuO+b5BkXM38xIbPz22r1JeshW3x1qPJsAY6iRgCM7S5Keha
O1W7aUqvlgSWvs67Omir4khA6vbMwJ2iA8RxUWi2b6eBxdIPRdSn6VXu0X911b5Zew99DOt92DOZ
ddV6VtpgBHJyBMX4U4O93sxMpEgLxJwIkuR2FmxSTKEsmRRX8EGaSEQ61fZGdWhnv8YWJHZTZdWd
iSIrqroz/VjTdCV5ln/UuTp8KZEHHf0pHaBUcpuaDJvGrvjVFL2CiVQToWkYgwmInpwqiQG/AhP/
TRtyfm+gn2p6kCL097oTJy+NYqKX0qhOW7h2VWizv/ZKjudf39tmgFapBqQ8jtTlzPcqFy/JV5Tb
jXC0cxjMnd7C0FaK3rNbIc2Sd4WeeFUt63+tWgVdenQMQk5aLRSAet7aiAkZ/OP7e+U2BvEqDfJ2
emcoGW7nC8DiwVNqKtdj2afnHMPvQK3qzKuszDkI5nsbRnDt4f+C1bkRyKnDJZ4kbU6uMwKnLohV
86eeteB8rbH9BCcFe7a5ezMWl0uQeSwxli4cStCbEDIOvaI1GWkyyBHloVsgvMiVgx/crEo+cM7m
4OzdNv6Aq1DQmRR3YJpvOjpd26N0VKZXxa6M3E+yWP+VtmaoCDJghlIsN9DJWpxyCkC8WL/UqEGm
/P43vc0/hNkG6Q6GaXvyX2mcSV04kn/UaRl6Y7hEn+lF54/dMhVPZi83F11tB2Rl+P0Ha+/tJ8pN
xhy89ltEeQsQa1En1i7z3PEE/lFoKOuo4uZHDd+9uC2czkzqEDrx21edSQ0lTsF+ChERDma7rB8q
p+gP4vZt/oi8NskUqid0hFB2en0H5Yu2cm7N7KpKhVflRXEO6b+7coO0C7CLg1xc2Xl/eA6JopVH
upXCiNI8k4wKDE2kDirKAEtkPqSg3z7bcdmFgYgGs29EHbxje6Sb47ZNJj2NBaiiNklyr5TwLXww
J2TDvBCi+mMqR0diKX9gdZv4S2dZTLCAgHJxbt7JHBHx0DXjLotwBjivwF9AwjARwJapRx78SUFd
UA6aoR7eR+Gs9x44r7EKkqHOP8v4L/6LD3CxPppyUl0MVe6FrHWr41CcpFZgQrFLfXlMbAiIuVxX
l5z+l3TFJycfPdsWflAhQixzUIRml4HNTMfuYBvv7C2ARiiCWKL0RJ/y9Vc36WQky8BnUFAD+awX
uuNq6EgfaDBaQsVp+yIZr+LUCdMBxOTmRa5aUnOPAzRy7HZergl68YpbmczHXBRXyvYRQCea20PS
GMpHo650ydMyxhduZwgqmwosr0DNa5lCL7Xk8lMYrTqiHjDSZ3ce5J6WbqcPqN6NduWq2B4UJ2cA
nOilUZm3XjQv9jvqESCMi1nLqzfIWfIr6/WBUeRq/iyGVXsxqmXSXAWIXOLKXZykQabOtulHg2R0
fpdD6QqUoTFVfxoZ79Jlsea/qlYrdG+cluihqoypd4tEkb83dRL+LurQfFbMBRcHC1Ds52TKtZ9Q
6BFq7Eundh7DEvFmt6bxGZ6WbB2/tWtcSC5BHKWFPJLSKSgGCLVPVkR30K2mSWp9Bx/lL2RYUnZa
MRq7LFku/2OHpTW5kt72P4tmXDi/YDcjtFBQRXfpbCTKu1Rv5r+UFtv1kw0B3iAvWLSjcnenO0YV
A0SLp6DJfnPLLmaMExFa4Je2m5Fmplfqp3obeZFczO9Fn/DZ6dKKiVlfviukfvB7ZiieZQ3qQTT7
U1lvdxxoJ1FQgeO6BeBHqlZk02JfEC3R9MCJxrj2m7Rr2ufVmRtOlhon0WPmOFN6LnqyAxTupSx5
6NK5Ndy+dybnDEwrXE6aNqFBX1hIq2ToIBuuQWvefmJssgy/ZaVNeg+hJNreBdvlizwYXY796xoj
GR+18HtmaZSrl3qwx/pU9dn0s8gt7AHQPVeqd7a9Ou/MdTF1v43N9kNqSOlXu8bdFTKGnhX8Z3PH
L++LZfGkzppSV0JN4FtSrXJ2Kiy5By6+JBQma6wX0wukcg7MgjB6eR2XobpOXTLgKUyAmf3cWZT3
srZiF2c57LODYLKT+FBcCGgPx5zEQFwx/xnajg3iOetcORdVxiK3UYvGcXtqLH9S2ANS1jV+TKZ7
sOrepmNZBCrgljNg2o7nwkoAdlvJvsTIE7ipCXpjyorKT+qBadZQ5Z5ddKHXd6SjslpPj6hutWet
W44gtjv5CNcz5Qi/BabvDY4EjfWU0Qc/BGqZPzXZ+iypcx8wizKe+0GeUbUvrJNhHDWCdy5TVWhb
IAYpCy3UTRS3wA04Wi02u+yUp7BLZS9tHP0kpBrP93OunXYlFxUzQzohfOqbVsVcMmrV8QG42Nnc
f0RYB8/f1AaD7XbaygzYLLL1Y5qMSO5bjcwkE0LYkHweJmn9rqmIJzSIM8J2cqMklMs3I8zA/ZPF
CIYklfRNs2bGcmUSUiK21OZBlhTrVZun4mCVvX0uJmfEN0giNzgv/kVRLJDs8TZMJYZbAGc/L5nT
ittjcK7zkFnYMRtxcpQJKjtZt2A2MGs3QL/eIOhA5k9W38TSJQrzbg60NhKiiYVjgF3hX+kg9Psa
XWhjXH7ORjL/Jhb1L+wbhqtltiiY9sZa7wSmEhrNA9lmpvqhVY9/LwDNGOZZqXSy55b5fUpN+nKw
dXZ/vahmSbeBVG/nNLSTJ0WN4KfXK5EKHCkzbSPNO0ACSqE/LRo2FpA/o1NdKfLjHEZq61IXGx58
MP15wivF66RReu9os3Ra7UH+FC3d9AAWRfqq6d18jnPpSNNnJy1GMI8bjdoZGOq2+h+c1eqcGMgx
cSS/pGsRn6daL36n85x9TgpJOXhJO0cZgoxQYqJ7cttujLMGTknPetCn8l85DJPGq8ah/RBx6R8x
D3YXoyFuYYKNIsO2Pd0j3o9xnSldlnlIfVpQuLSgFv2AFJtxuv/xdxJNuOqERoHQupVyrNB/QySG
52KQPHvKiop0tRjaQVW697UExpkdzePw3V7fQDwh6VRcUiPkQE/qZs0DnRbROSIR8uNKPcLY7b1A
bju64FDSdvqpUFFa7EHCy1yYg2+QWQUSJuouahpvb6IS2YUIGNMYBSvuTWNTD0NrziPxaMnSP8FM
lZFetjH9ysfkIL7tPhVAXdp3gid2Aw3oJ8asQyZd9HpM3g2SM1/oWnbfCyW23Pvb4mipzQfDbEaJ
5yjleCHKcrJkm9YaXOIvUZi8WdmezjrXgsmfTEvBNrzeGxYYwAmab3hJseSJ3WHRWg+zl+lhtggi
9x9r54agLYISgiiomZ+JSPifTEhqezUFUwLfPBuioNPX9DkuxtS3jPV7M8S/9U6ZDi7mnTf53yXt
TQ4wlauRzcbqXBQzgR6Gu938qUI7dSQ57Y4gBHvPR7sAzMoftPM25WoExEbG7+NS22b5LOFQ85g1
nf5Ymh3qs1M0cQmu1kFfbe8JhT2G6LrQV9sCWvmHa98NoY3HqpxdzXig91qt6ikypupgW+7EEbww
hbAWwy10bjfbcsG/Vel6UspqlHp/RZbRn7Qe4zw9STxKdTO4v1/21hOirALDhnHAdgYMOzgcxhJ1
h2wY01PST+s/U2d80/tevSbm6BzU4ztvkuqMTg9jUNLVLd88UZJSyluBNYljNIkNXCsKjHfOSEse
+Y3sLsW3+nN/3vJo5yqBtwjb4ErwnZ600lie6fqYHwYbrtH9l7gD8DLQQUOwCyUORurbeYBh5rie
maFQH3WU07wUklfPpe7P4DLOkmItFCIrxFoIas+tVvd/FVNWeqpSS49RRMf7/s/Ze3LGvia4BfbS
zSRKa1i/clTIVaieBgsEuAdyOimI6NQeoFJ2jiP6M+wcce1x/amvw83YjuFkjXD78EJbnuquih6U
RJJP7RrlQdsZH2apSg/AJ+IIbApsUAHcQ4zr6Z/+afn8J8TJXZEjbL9Il7Qro8BZyuwjs4j2QK94
9yX+Z5XNk9VyUZm4UEiX0UwT6nFsLd3UaRIXXWjAS/e/2F4lCT4f7itfS7h5b66IIcxXvcf+7QLN
w/qBKbpxmZCi8McQhgCpqKN9aHBse+zD2flLaTLd8pJVA0rWhG9muVNdQLgQ0wrKjJtaWmsp3lON
1Kxe5Pzam1Z+dSLnyNpi9/UicSfka6DubytWSU6tKC3q6Nppxny1c0A0thH3z45T/B/DOt4plADS
JMGX3rzbCURh2jSAaO05BoKpOuVDPhaf7n/B3YMgVN9oP9CY314RCBE4rR0CjQ7xAnEXa8GTxMxw
GkyRwR3zpPOGLD6w4tp7h38CN/AdrqetTgjgJGW2EMi96kvU0RtUK8xheZtZCGn4/uPtLiVEJYhv
/GVbjFSEzxz9MvSjYeB5y5JhttHJxSVEvu0gXxefY3u8AXUg0g2B5BbYzQStreSGWg2B1vw8DLaM
5MqQnRBRTf1imNJvFGDGlz6a/4+WNOBEk+QTJItgc7wOZtOMgA5i0UTxuHbOFZJbvpUMy8EAYi98
UWDRLiGdFrOz16ug0K9Mhs1RB3iMFkgryZdMVbODO0DZ25AUjkKJALctWH+vl7EGhXGrg2SZ1Bpr
5CJR1YCi7cdFcU0sqtqH0Fq13wzIGKS2qzLXftstY3su8tUQfat5rF0mAb3jW44FnFbsjdit8rX4
Ry7Xtgtob6pHo6C9bSZElKlr6KSQwr7+0aq6xjOGbNKlHOXlutpt/sspVS0wrVn5Pw6sBXSfKR6i
hDdoQnSy2kmucxoaVWH7AkblJqY8nOu+HE9ZtpRuUVXpAdds76P8cfZDu40uvb3ZYSAbnbiVgZtJ
4TSi/ahggYkRRJAZ0kfTXqArQMn6P46uIMOblKc06badKUeFR6PiWX61lEj/lFVt4qHE3f5arPXb
/SCxc3KdP01vVqEq3e7sIl2VukuBuUklSkmME/T2UUsi5RnvOwd7SSMqPpm9Xq9noKVHhc/OsaI2
JcDTiaTTs41QVoq/FQ6w0dWYAd+6SiuD2UQBVz54nbvr0AOjEyZwJtvOhV6FZtx0Biz5NqsndzQm
6zRh2/7z7e9SOECC3ZPJr7bvMi5Qklj1kSYmSklXhs2IWi2AQZn3hldk53vPiaAJYvlxVO7vPSCt
RfJZB5zbTWtGZdhldiFt1nYoxhcGWg10k/boUt7LeKiH0S9HgMbiDG7CYIgvirU0UFbjWEiyrknT
2T5kBaGxWy8rbcyprK2gSJ0idKGmTDPd23hiWLJqg+VpbanVB8ns3pMLIi0YBtCaN83syp4jI61g
3xe6vDx3dB9gBMxH2fnuk1PgUSwIMCjP/zrIGTkCiTVklQvsCOVhpjN9xTOr8iMTioeWSyp40CJ6
Bn0zu048jBe5dxp/mOzmoNuy+0vE7B3bBCCGNzS7yRikkUNrX3IJJRO/iIEwwAs3ksYvzcUyH5Ag
GhBxlBscp1UKlaBGpKU9aUANbDeTzCk9+Ek7F4ADmh7oiqhFbxRJDKCV7WJk4SVbkvzUgtJ50tJZ
OQnw4P/xtcGkCbULAPw3usDFWoWIiyXsc0uOA6Nv0kCamyMC0k59jXQiesqkEwgbbm+0eSlDrWvw
pTAzEFRxU0cPo6xkQIDa0K/X9Nf9sLH3/kC+8epUuvU3DD2HYrrKK+HMa0Lxl1ukIepyxEFmzPK3
32XCqlHAjAS5eNs5oD/RoE0VSYiYJeG507pUcnWzrZ/GbjU0MtFY0dzMiNe/7j/izh1Kmk1UJDVB
aWmLs6wQU+8xyKVUwofh3A5Se7WtJXoMUxvrCyQIrnOnHSUm2g6OwIFQQmAg5FNubW7uuIbejpEo
+X0tlXqQ1IgveUmMFgvzj5JyDCLncB3w9NbcVIvbX0NrY9VlNYDkoGKGXPRypks+JBRreeihamTu
AAu68pq2XYbAjvPp47I6EtiTNgMpqiTDnLpYcaQ/aC/OTNaLtUhOPfJHX3HfzCIPvm/7Te5hnnzo
nHHEZQ4Q1ENat7bljYSw6CCl3LveCVnoziJmCQJpE7csKa6Tpq5pOUtxhaj8bGVPzVI7p8ZK6TwX
cVddYidzmP/Uyfn+R98LzUDobfj5hOcbhdXcgEReKg0i3qqaBEOj9eciCY9QBHuH1dH+x9l57NiJ
tW37iJDIYQrsUFRwbts9Qbb7bXKGRTj678L/4Hex0UbVE6ultrw2Kz7hDtRCwFatQ61b74/KQlXQ
X5dHnj6pSfOrIbcyOFVMn8PawOKk0rKDuuJvdPUm1+GR/f8DbnZVW+PdCPEA1VOrMqmvd4W3CnS/
iyYAgvyX4+ozxkg5gDdXDdH5shI6JfendvejKQFyS1FvJHl9/dE4i6OjAi+NK6Nu3k2S056TJVI9
qdEMN3Kqo07p7RUFf4dmAvGojWTg707jH5MsNV0qYjRj8C8RGEgLHeUfWAknM8yPkqDbq+LVUOrm
06oUgJGTrrLNtlX+XIpl9BzUlDx6d9pLR5+aOS6OpILWCvvrNeWjVulmWnarhcVmTRsibLqbrOmU
qsxn6ICHBIRyspMwF25udtWHLKL650gdBlS5+Wbf45UxDKJU4YhCHt8mflln2MukDnGgaUX8Lp6W
8skemnp5SAG3hgc7eG8xOSfIH6AveyuF1YluVCWc7IMsivIXLex63FTC6X1e9enBe703FFkhir2/
yRfbUuOkR7OetjngVtOp/T61MRlCquDUZahf3z8Se0NR/8KqzIZxdkNvk9uylqMeZmwyJ9LjrEj5
P50met+atenz/aFuTx81MGoNhGCr8N22bpQPhTTz7ACxJveUOl4LQxujcxaOmU+RZDndH24n5GO8
1X5tNUEj9lt/zx+nr+3SOYlGNHORSrQ/i7YM3WkJQSNLhXISwzCDQDO1M44Ms4/RVfZUY2PlTZmi
HZRBbl8TSi0wD6iEADDHHeX1DzHzMRa14IeEY5++dyrD8TST3BTZAsvTp9lwk0YC+10K48DQY6da
/3ro9bH5Yw4QOcoNMcxZ0Cyy3IHU6ereOMlGlj0vNhp9bt0uiXApPUMgLpRWCwZMBepgyEP53PEw
98xeox1dHDuvAVY0aF4gfsgRvpE0mAaaWIL8PFBLbCPKsjMvvbQk51RMpHtFXj9qokv9XgibRWvj
S1qN8n/Y+qv6Ig555Lg3OXynK9hVsEeCrDcsLyxb+bsyDL1n4m52sA57W59az+qOTVn2BlIi5Kih
hASRKquXr0gplLJno0bjS11tfSqpJBxcILvzSwBDsIrsNB6vm+dAi3W0KgwpDsJ0yM9qrFDhSuZC
cwclNP1KC/WT0XJvVaoSvzMaarZYELUH9YO9ryaSWTG9xK/k2K83Hzr1dtlFsOWUJrX/ltvefCfm
rDwjq9E96kRwRwJjuwMyvxh0gg+6oXJYSpqGucO9qdhsLaOQ84+zlBaP1ijFH3K0oQ9Ctb1Hl0QH
uQUUHrhBNzdMFQ+ZVmN0GxQDShXWOOIyWE4Y1ZVDOpPaitBvU137eP9i2/1K0B0r/vN3mf/1tMYR
kX8q0BxqHTF9n+q4d0spTl9GI6RZGyVHVeq9V55WzW9uDNSm7SurNm0h96UdB1Zj4r43IhWjFOL7
bIYGmvzFgnFgnHkz2bJb5vM/9z92byej4oSkPMwS7vNtTc8QFWV6BxvLkD4V7oKRgsiloqA2dJF6
czkX2GYFaqtaZ4wCxmfKZdrHUiyxdZCurzflJtZRqMfCrkMUDPHnzVqbjTHF+TREQU4/280RWPhU
j5J8EGTsjkKWCYxb49Bs0Vs2M2znNr2iOWm0f6jMfWmQJPx6MKc7DxJ5Os5ZtPmpI273rUbdoxlW
ixy5lBbDpUxEGTFZkv55kGt8nGcqBIFsx9Y3Tm6egX1FNNUtBehSNx/A/LpSHC6tOztsRhfb0CHy
FhPPcdwgGqP3h1Ks3pJVlklHj/r6Vm6XYS3VcYnuGX/lxNlOUiik4qbeOJ40xstTOsWdfUmGRJev
KTFOReip9t+iQhaGb9mT/KiEWf0j6ofwyaxyu/CJBao32w+s9udEUQi+Ayy7KWOO8DDy0pAAlUnR
eJ6aXjvHYOn/UfNK/jCVy5EQ3t5WIXKhoIhOwsrrfn0NsFUsSSDyHKjw0gNDDREfGuDQvr+/WXb4
cWjzE0CBUiJbvOmHofcjxVTBoqDI09x2IcnFP+LQ1L90i9qwE4oQNUOoSdEPdbCU6VmateKKZlEr
vAX2a/eizVVmndRizUmgd07fY8sEIVDbqmRfLSO3W0SFxPwNlL/1sxVpL1+UiRPvm3baIHywFMWn
yg4xFHXp6dj9dURRzDlVQ4XfmwEN1XYXzCfG8zgh0XCde3te3FmvqkfQfU7kjkLJPpVzrZrPcpwO
NWXYIWovKliJvy3+kezfPoafDrS2jaxTVxMineDLNNGng5nc2brEvypejMDmbm4yS12yapl7GLry
rAWgt82XsevK6/1Rdt4k+oZcmNxWFMe295RwkgoBAPoudVrJj209No9mmXRBvmTFC+zDL04VKt/u
j7mTRJAWcZWAC6GduO1w96Lu1KJi66OzUHtToRcPDT1gHwZJcnAB7Dx+QAcgHdNLRzJ4e3Xx6Kd5
swAampvqV+3YgjXN5k+YfTjvwsgph4MgcWc8eDvUDNYHkKb3epX+EUDPoR0BKimACITaDIFyhQyc
m1yiYBVJWjt50C3l9Mv9+dwblKbEGjKRcN70BnHpzZt5EOFDn0jKaRnVn1a8dK4510gz1suRJcTO
8sHfYC5hjnKxbqv0jZV0EJToTwxtNRJvR+vtzd82dK9KtPRgBXfuLcCcVG55J3/Hhq9nNNK1OpKb
Ff9RNShEyJjigRnUDh7SnSlEshMcLOoiK5h7GwDrkLBrk/ZqK9NEOTcq1YlP5ujEQKCddqlOdVtF
pn9/3XYm8jdCiFyTci3YiNefhmGs0aEmKD00o96gebhI56xOaQ+S7B7M4s5Q9FWAQqxcCBosm+/L
uzmNES0DsNKI6myRvj6LWosLr8kPLy51Z8nWMJfkZRUXu6l/QwE1JXXR8sBCd7k8iVCBjmkusiFc
wxCt6Sakkb/awUr+TopiKFxdEVMGTSvX/5dlafPMjVsvvtbCXD7VmYrG8xTF9lmfbeUvuDy26cVO
rToQrwY4QtLYdz8Vocr/aHZkYphSpeMnGzetI3fyve8iyFKp7FPSuSm16tNAhWCSsqBOnBax+7n2
Q6xEDm7kvVF+11aoemC9uj1eOi+RMUXk4Ia+5Nd6ROLG0eajWtjeKKAaYYURoBJ+rO/CnxdVpESJ
rYk8AAnYPyXwsryu6o/MFY9G2VyHQ8Mwo9rlQWIAJdAmMz6rZiP/h829Xkcr74AQZ/ueAM+HyQ65
JKgLWfJGjXoR/bfqrANOPbgn1h/8Op4EK8AlgRju/xO3ej1toEamrlvSLFDCKGk9son2FJqF/VEo
ZhH52mhYZ5R/r5qVxQdJ+u0RJsqnbPq7condyuYIO8SFpjzpWbCUeomxUyK7mi7mIJaG+SB52ftK
UIs0sKwVaLvFhcWIz5Vk3XmgxZDcLnGXdsO5tSY78vISAv0v1RLoFeiFFgb9NEPAvX8x7o5PnxnS
M5Ek5LXXs5y02Ugnmlnua6N81JcxeqF+Krt2Z8TXIp7SF2hs8hlGWXcw8u4kI2oFpp+k4YbX3atW
n4ATZ+RFVhYPj3j7pwHjM3JttT7at7enA1Ugjh8GMwx5EweVY50PHUr+QQIZG4/5OX6CmTdc7k/m
bYQHYwAIEvcW/P4b75BUK0f6vCWEaST1StT7JqPw0SHoKleEDXdrE/fhs0nh5ahptFNSXckK6IGg
Xkdwud1HrRyVQ6dlRVAhQfElrNrpOc9TUz4VqIX9intDfOi70vJR2B8eM02KMi8r8yp3TRtXsf+w
tJTtYFWDobkl00cgqlM0NXJqm/XnJi6sh9iIVR/Wcfz57TMOWGJFia5x4Fb2CZSx2g9mXAQg03O0
hR35wwxl3XXyuvvcOkN5tkBBHjSddyofCOyg/LQ2ApAR3N4PnWio3RZREZSiqs+zGaExoRjT+5FK
sz9Y6j9zMziXrO0RZcy78kTN46gXvLehWWl2GnWTNW/ZnFtpDNErsLKgpUB+GRpb81JwvQfX/e6X
gkoASgoS5bbjLOl2pMihkQWT0+YfMDoVjiurk5O6uVLHK8p8nJ+qPopPtpkUlVvW5vhlwcHwCJx8
GzWugNbVxh7AtX1zW4TqCF0dm7sAT5VscWvNGn/WGbRPpDOn6FQq2X85zHTPuJQVoNA3NKB2QEt4
IC5YKcRYNdk8ro9jR9Pfy8bQbNwhS0TmtapojYPjs7e2f468/v8/AgbK3/gadWke2JW0vOhjYwaY
F7cHle/dUch2KVHQpwP9/HqUiQJpVDQhS9s5RhlAAgzROU2iwfHvn9HdpQN0gsgT4L8bUd9YHsk2
HJ64UFebs6H9gxLVT4y+VK90kG6+P9jOFcxtwD1IDXZNDdXXXzX08hRZmZYG2aiq6Wf6JNlXFccM
9V1mWuEFI4TqQZaH6Xp/2J1vhNpHS4t7AV7wtuTT67NOl9pA870bQECLhezAC1NKYImadY9qOYiD
6s9t7RfxUoQhUbBFO/BG8B1Yp6iTllqzWY5U192xGdXmyZZ6CVSsXYmPi6wK7dyUSR7/26FI1Z+L
Mer1z2//cMCyq3Ah5f2bxUVRSc0YOglsANHPUForv1ZbAUyuip5iazgShdrpm/HdAOnRo4bvfsMV
ElyItEZQnrG1AZOsOKx9kcz6U2sv/aW1TKxD4gzJpVntPLxyWg8r3MdMipTvhHXiYNn3dtv67oKu
WsFb21cXkfZB1ynsBFWcUdHMB10qzkbnzH81rZ34YtC7B6dWordLD4J3hi8FfmEFWm1rHxEqbmFW
0LWKorDw9aXM/dY+KwVw/0Q8id55r6VWefDs7VwYBKkY0qy1gduGNEAhEAzCoVUmh8i31L314izV
ERdsJyxkFFQAVwmFVTXv9QGOHbVwSJQQPDWkxIOc0Z4XZQ79ucCz9v7e3RsKot66i1Zs8rakXwJo
qawFESdnGeE/NX2L61PWOyFqzgIHyfuj7V0RUJQg2FDgXxHtrz+skWAZd7GUBoU84dSWgG7pARBc
nSX5uYCrevutS35GeQwwEtWBbYwSpUulJ62aBmpXNA+0uW2/HLXugRQxO6Wh0R3EvnuTSRFuLUeT
sd8g4kpERAZVYjwxdnEQj+Fy6lHV8SvkhU73Z3J3qBWZScd+h3KSK9MsJcikB1JBUFIvpXrKpk75
2uPDdDCLt3seQpm61tZR+eSW2+zGroscJ62nLECVnviSzPOk9tAh73/QTpjFMDr2MrwgOzUjIPgm
G19lGASGPWxms8uazpxqJ7Kh9Wv2e+TDmouFpKkrKZPum3rbHryctw/K+hssHL/I7FHd20SUU9oj
JTQTURrGwIbhFr9OQpqfUtbbG2tnMlzu88rF9QttnTk94kKv//7rfJ/x0RpEnZYde1Mel/vIRGHQ
Jh5RuzZ1TbN9zOyuPUX097wB5I8r6mX+0FtZcnAydxeZg0kJDe929uPrk9kr3YDMesHsF3F/WpBN
v3Slrr151/4ujNMtXYEmsD1ejwKctEyaDCGrKZZCr+JveWOrWH7UtdLBxbY3lQoSl/RDiVxvwN0r
j15y+pqhwr66jpbVn3tjql1LXhx4U5N8BkU5no2+M444WjsCKXwmebZKVgbjZ5uRdY3eKxJljKAR
pfVhqvT0VyEM0L9rJ0JcKE1izpHHUvJM561urk5vJScegsE3py753C0xWBPEHd9c0uFn0XYBcERo
fYPziDQhSkkziAsjs5lBbqXhxwVZyM6X2hbQ8P0DvbejYBUAH0eHAYLhZkdNUZ1b2EWnQYh4tuai
j2V/buy+e7sEIF/FYQUQu5KstnsqsWi8L0mVkvUPrTinSDp+sREHFuh12NNj1Rfk9pCT8whFQi08
yCBUZefIojyE3iyQzVspfUsXed07RRosy9JkH9Win9As06Il8pVVefBrMdUCKadSSdAWG9NRnX0N
JJvmqgrib25i63WML0JaVq6UgAz0J6Ozu2u+LN23flJrKBlDLdBznEPzXBfzlFxlWWihu8x6rB1c
gLfPCspsK+eCdIi9u61tGqjeFlWZpUErq0VQZNPk97aRX/tFO9ofuxc+2HGOCUo6lMA2l60aOkrT
CZEGMWCqd5XQNZTKUKk6zeiznZImmZ5tY0TOCYLb/+w+BpGnYJv09l2KhhGSdHD06DNtbqS0T4bI
MBCQBWfYv0yLkDyrKKyDe2/vLBCj4kVHF564cVNMRZI4Lnsb2EKRNeLBsFrpimaYfVQg2Fs9xkAI
k8VDj2Mzo4uwRYXcHN3VVjH9WE5Mr+thbDp5ZB2wsm8jOQoQIOPQ+QKGfqO4xaU9QkwZiXKWun9W
EIjHsp2S5SQU4S+aPfv312l3t4CVpGtGnYsqzmYKh2xCe3F1YsoXTf6JGtAsTr1VCv0xV6xS8VuK
4Y2boy6Yu06ZVdb7ZCjtd3LWQ2G6/1v2phlN3rXMSUB0k3lQs40ke0bSPYYk5Nt6GwZx6ljnFIe6
g8/eHYocnh4v5+RGNVEHRQIZFFhvBVZQ+Eoud8rziM6Xh3kLfd/7H7a3qOSVlE5Z0FuQSIw1imxJ
GSlVb5TeBKTpMUrBHjhJqP8ChHkE791dVPAhMI3Id5Ck3rwRao2iOiU3nG/CUc1dNA7zR63X9fqK
zvGSeWNF9QB1qujzXMZpc6rDNrpmU60d1Wd25hlx5bX4j56ZTvz1OjDpmJVRQ6+LkskyeYWy4CgD
3Cq9inJsDp6M3bG4XMkPaMXCcHg9lpoPLDVeNAHwZvVqOml7ciz4dJkCCeX+gu7cO7R6qTcxCi30
7fxGY6vH0IjZPmgFXoqiq8+hHB7xUfbeQGIdjEWpxvAU/l7mP4p12jxB24VAEZioteougpTTL3yl
lL8BNtkvmlJWWHWMoVo+DpWoeQzxHpx+oLWeOifU2usvvTPLw0lHvv9atX0k+2OdjpniasqMLaqi
o1rtpWTerYu5SbYCeGzrpM917rz9aAOBIRkm90YXZRu54TlOhxn14kAyNSx5G1tx8yLKrpmZGwdH
e+ewMRRXJ88OGNRtrlGIRBPqmORBhb74syINve210JG+J4M0nTU9nJWD47238aC4QBoiJAbzve6W
P5Yp7hfUOgqib1wq5ueh0+1LI0U9oomDc5BO7ETfuHgAOiX+BZO5/bh6rhYBrY8ukB0l76XSSR+W
NjOrC5OvP0OZswL6mg12lPAMD9Zwb9OTxBDHgDIi9l8n/o/PREsK6EbB2Ak6HqcZMOapN5L+4Av3
JnNVxuJJ57rkvX09SqUJJezXbprTFI3pAmsy0GiX0n/NRU8P6gp7WwUcKdh2cqZb0hWamiky932O
T5uZnhI1rh8nKfpYq6LyS8seD7SB9oYDRrGG7pAC2DGvP21EfKgegdMFZVXofsdr81c0QG+WdJFd
Cs04amDtTSUlY2IwNKNorG/CFiPJrFbXizxY0KX3M3UMfbZk6Zea9PaWET4BlIMoHcLxv8HAkK+g
pQJKK5BDET4qtWhOaVQcNZR3PwixB5omgKRuVA6BVw+DblPm6ufI8iZqsy9V7ejugj7vl/s3/G31
lQ+CigOBm5r7TakwExXoqDrPArvtl7PEvUgPLLbfAZ0tLl3XZQ95E8pvroIyKHIWxMvckzcI3RIE
X9NEGRdJQ6hsRIrgLav/uf9le7sQUgp1SSIt2l7rl/95jAss01Uos4EGihcKeutWTjOfo1k0vqSU
B/N4NNpmD+pN2fEsoIItqsR4qvPiR9pk2fueo+fV3Zyd7n/c3g4BzEasTpkHrfXNcI46w6sooyyY
BTyDAciBJ8WwT6OKE3B/qN0vA5QMVA+F2JsQEh/eBUFjNqMuSc450dT8qnZR7yVpIp/aeBLn++Pt
Xb/se9jsoIxvaXeaujhWaVN4cTIlPxPK10G4qirfH2VvAomdELfgmb7tcdU6Vr7OUCECZwvnZEDD
Pc1UKq/RoLb/Ya3oMJCh0m4hSNyslU3JOB9NrsMoVZNzFSax5kvTMp0QfxbFwWB7q2UhqUtjhyrZ
TbG1iharjTTuQimWISkq8eglFkLO8kK/zqq6IwTK3v0B6gZkKqRBAHTr7/njlIE6gXlS8ozNTlF+
aYu+cxHQTc5J3clf0JdZTmoiHcFWdwYlSOSFIRNm9bZRFvuwaLO1Ts4EdEGVo5rs5r3Ze7PZR54p
FZgZD2337f6W2R2VO3JVhuLh3qo0SZYKx9Ra0qArsTpMyKAvOS2ic97G1iMyPeV5WSrl7ft0Feyk
N2koa61+k+HUwllEnbYMOnfZy1Au8cdUSTK/UCf9ACy2cyTI+ymGwS8it9gupWrFuiNCfAknK1bs
c2jmzbsoAzn5UJmkNgepxc5G5T5ZsR+wIlcVjdcbZ8LNI9fikHw8y62/m7gJL2JououRjFLn0msd
Dx6dveWjCUGKtspr38COmcSlFAKLR2hxkpckeImoehxdtVgV5xJ4vKfLWGHf3zPr2d4U5Nd0YG3r
/g6INsunNvYgTGzag6ZU6veWMr2QxprnxMKX04qb5DJH5XSZMOv6fH/gvcVkTNIDpO9u61JK2Q4Z
wBMKcQh7pR5+PUj/FiMsJmGa4X9YyxW0Ttmfe/umPDWrhAyowyeBZlZx76GRX3derdUxxbAKStV7
u+ShP3iXdt4JHkDedRTbQStsoz48Z4s14oUOt/ZaTKfMn208uA4WcG8UdMRIsIj4uMM3C5iaDbSo
npp3Uxi1n81rubEW5cGtvQM947zR8rMg/pBYbT8mjfKxRjobIJ9CEOEJ8r5vTlNL71uOYeplqFaU
blc2Ze0qMIH8KNKN2F8SgCaypfUHFYb9n7OCU1fS9GqF9vpwQk6oChCMhBcaWI9IVIVX4p/xpCyl
+RWX8PpbiU453lFScc3pu/lD1vTP0YRq5P1tvP9LqKyuam47lLHYmXJOrkJCnWdG682TnjwZqZSw
pc3cCbow6l9apdXPc2XM71Bulp/jFk95XHT6t/NcAWnIDtuB/jOaR5tZwRrYXMqKWm+bxb9yNGfI
2tLORXRVvYyp1PyHrUfUxc3PtX+LE47yDgiKYRJSKuny0bCa7F0MVOHg7O5cFBqRv4KrwyqWty1g
I75hzhG66QHgs/HUafavuYv7M6FyffC+7NyFMP65JDhGK297PWp/hgoitCerlCHjt1X9Q4+rdHoo
7C5/kWEv1G4XFyWYlwbTi8GeTOlyfyftjU7hF3lXtJoArG8ClWix6y6nXBFI1F5pAAO3SZuuOivt
FF+zRjcvLb4DJ5WL7GAd92aYMiQ9fS5i3tb1l/3x3UMUKfOcF5S65Ww+pZZk+7EVZhcqVdXBPbLT
fwY8ADwCKj5X4naHouTCLdyNUZAtXR/Ict9iI1IUXtFF02cLDX+3xC7tYsV4Rbo0Wd/OEiQBXx8B
Xhwu5m2rH9uIEfNulngW2QmGynJe+gWeTd8lPit7MLE7Lzo3Jj8T6gFl3i0aBM/zCg3GNnwoUwc1
JskQT7YVz14rt7Of0bc9xaMcfb6/j3YYgysDEk1n0AOkldtiZUfkXUU5L4KMa8h0WiKLrrC5mEVx
WpoKhxcBWgz1ai2rFHjDo/kxNfoYCr5hhsKbrFr5qigRtgW2Pf4rj3He+GqGFYPXNoX0lNVhlMOz
VhGobXG/si5imaIPiTL1Om5Cff0YVtkiu8hyROm5b7vqm95Wynwhl8pylyZ8/4N2UROfaXa1f2FR
m+gsOoqp/pw7iX0tDXNO/EKJqvcl9MDBH5CGzH9RHie5Q8thOS39oEfXqaki5auq9vNn/Ge7I6TE
znFEMRZqCu1dJnPbdc2QTITgmMSBkYfNpcCp4SwGdPByqU7/l9Y0ZOawjCHjJPL1/gLu7BroCBRw
UKwj8ty2DeNQadpypMml1nEV4CsJe3OKhw9UPdDHEFGLIGp2hJ3fOZjE7/DosRUB7byNrZscy5zB
gR1ZDFF9cpZc9jPksr82qpaj0pPXlykqhddZ4M/EVA3f73/zThRDtWA1LQTGtIInXl9BlSXSDFoo
ARpC5A9dYiVnOV/aAyWQvVGotADiI47BqWFzwdcFHlnOnK0tNlFFLj6+wq/ycjooL+4PQztiLUfA
ON2GZN3C8xCDXjTGpSzcYo6KH2VcHTlb7CQoaBtxYXOh/Y4wX89ZtOrUsPOxe4wd47m28SNKOk11
OwQT/GpcjvrZu59FMIt+DKQdNsnr8bQRpyinJIgue6kOUrvPP025OOq17I/i0Ad1eIv54/UoCPsb
Q8RTT70PlX8/mmXDi7I8Ud8eVuB3DKyT944ofIvesFJo7CCREC8a9T5yhVKRb1VWB215lAC5v31/
MxLVImhVMuCU118VV4qaFg2YubzE/qytQWTH7aHQ4N6dBcsGFjBhGaiUzShmPwx1AwIp0CNNeuE4
WX6KuNvTYmcdypaT5XOjlJ6iTG8X2f5tTQXvRkWJ46aEtEgOXLEM2Kiy0MCcKxlbukUaPsAa/HZ/
JneCFTrkKyoYTgatzM0uHGNbm9qiSILIrMX3yigbvizpPk8ApQ8Wbe+ArUr7UIFpKt04m6eO0Oyk
x9MZ/0/6EK0T9Gqee2a5/NXH/df737U7GGtGPXjd9ttYAcK9LWmZjtn3EPXPjpHEbjHI9rnGnfs0
MRcHvbKdc7Z+FuIClPApcm/2SrLoaj5qFRI1RTqfCSTmhwUuqX//q3ZWi1GIZ4ndoNttQ8ukz8dp
VibMuNVkeTd1uOGYdAOfhm48QnHubH4TjA2RJSfsNtgyZbyDMECJAxotjh6kcpanvrkM7bWyJcfA
W9BMLy2b9C+nWcyDK3/vO4GOQtqgp0Reunm/Sq3CNwafoWAa8zbzw7FQPoXpmNa+HKvz+f6k7uWc
4AlAptDlpKi5PQNSHoWl2ZhlkKNheFJmLfQzecrd1Oqls7DU8JoozmcSRTyQjdKBlKzEvj1kB0dx
Z8uubmz4P/D80Cpc//8feQNa803YpqIIcrWKHkqUcLwJrPrZKByCNJEexSg7K7ySCNcLbsUYbT9b
lStJbxKrDEZtklukRZL4mzxJaudbSjgTuSTmuy6LE3+GkPjP/TnfOS6A/ICOgFWhvbZ9Lhp75DEP
9SLoCiB+LHBovI9kqz/SUNoJ/gCnEfcB/Me4ZMthV4ulNyRYmkE+ighlYgE1lvf4VHaA/Bokvb2u
7Yrrf/g4Ko5gfhA6vUl8o7RGD61VykAP5e6x0NvioR3T5iC93vs0chJYsJThwPusy/vHdgGHqteZ
NJcBnSHjVycW9RoqVvbdqSsNNk2ElBPaw9kRZn1v5daWMoURA/DxVhcXmArwxTAuqYpnwylrrQTR
TXU8gIvtXAB0eqAZ0BFCwmFbHwspfEM9yqtA1upKdoHxaN/btKsEtpTRoanZzkmgIM3JozatYLyy
ubybnghNSCEnITSd4WpbY/dMt0V86xwlLn1LAzrp4bM7KOAv56kyLvc3zB4AmB8AEYrWJQnDNkfR
QyVj19h0cZYJcsoy6JnsghNrf3Sxk2LE1xj1chVcG7FrZVHxj4Zr/V9L3E0/m161U2rLfaS4Elzr
8ODV3lkJXmyOkALIawdyhX88GoImPy1CS1WO7Plsabl+JfORD6Zh5wIkBKED/vtWuiGESUD4TWpg
ObFcU/vGUoknzBEHrNFW63Uo1weX0O60c9NyCQH9uHUkl4w8gl0M8mNwwv6lS03jPbF/Y59xW53t
czLJ0oJ/4JTJfofksxloudl+Qm0VFXdrkFL5YSky7QoGHznL+1tib9rJdtZyILQ0DLZfn26pjsdK
mdgRVWoUv6RkhtsuIfERjob+dpg3M74+AKuN4E3xV1LtfCLeQJ9AS/41Qt15sttBnDWKD1/e/lH0
tqChUIJcratef9QEYyhMVCMPsjmr/FlOErIrBOYKdbYO8pHfKe6mE0OnfAWbkoTfhtC4bBpznDRF
0Odh+vdYtsuHfsyX0B0zJ3tQRke/mFRgTFdPC7R37Mo4jT3lmzcfH4eLhRabTYJ8i1VJlVJy0kor
gkZTRt2DWThkPli3FdQ2q+2RTOjttnEo1hNBrOneSvZ7PcNVNghbjkGXW+u1WWVz/tdsmj8QetXe
/MgxEh1K4lGIsDfFccGrXoaIzwcqDlquIYfLQ1PlR/ib20eOUdBhQtUSh9ybi5Ey+agJO6Exgf7u
F/aJfCWIy35p4O0sV47N4SRkNOYPVu32JgIOhqsTFx+4vpuaUcabnTbphCjhYuafUAJWYTRX3Ys5
6010EVqiqOf7R+P2WWVEkllq8vACbuDKVtWSoBl6EoxJhNP22Be+VFvKwQ27N53sClgWKw7iJuzS
Ki67jnZ90DV5dG2rSjnNxWC/JHirnUkF+k+rnOfbjyJte4Ryfyd+/LGJVOKEREVZyGaTtFTdLOTo
Lc4QexQK508tyrb/jnRLH5Shzc+IEEZuDWe8PFjSvQnmlgOItHZzCApfn4za1kfmhGYOlfTiEsZO
+EjwclQGua370TSEF0mlygShvL22wXfMCtYPaVBL0jxc5kR3rhKP9+dIRcvvrPZCluG/x/lHALjJ
4NFJbd+/fSeBMKTSqrKTuHdefyiyfVFfqDHcgVBED5omKf6IWO5B7W/vhHA0wWxSvzKIj16PMjDJ
Q49BTaDa0eLNxTS8z1oVPfQo+pnmgF3uf9TevcZlblLDAjh8g5ArUXHBmQf6gKxwuUmtpuFKE9sP
PbJjBxtl74zg4qisCLk1HdtsFFGoGtvPAtod57U/OAYQc7RIYZhYZryqLPfRdSnn4a/7X7hD0qYq
Anl35Sjz7G9z3mGW6lGuSLgjo5lCzwZo401TKD9FQF7/NYqu7T0488rFiLLZcckV9fDULIv9Ds8t
ifZOGdm/7v+mvTOzLu7KwCUq3makBQqIdjuLOOjGRPuZRXb5Xhf/wdB1faapQgGxBEK9zQUlW4Kp
0dIasI0+DKwRGRZHFfOz2cpHkvm/G2KvowIWFgk8LkDaVTd4TnJhJKccLvY0S3LMXFFzeGqKsZjd
RWs6MBpZhE1aZCHrdU55Qj/jJlhEP9uoimGPqN1XYdbDO7nvi9bvzUZoF9tiy1Oi6xfTXeJKV1wk
HDV6MBOo2LPdO8YJx5y6u0iDXJ/qztZzyglN8q3XnHH2tE7QB1CmBfSWoySV5S3gdTV3UqROHNz+
O8u5SnZRL0WJ6lYoFdFpYj0JBMVUOZ+VITefc4TZD9LSnZPKIOxhfD64C7c3YKTlap/1WhJALup9
/MLpCahL82iIUT54M3fuIMC5YELWpbzNmtQ4q+dmxbzoo6ygKb+M78ZejZ+tZVF/lPIkDm6G3fHW
Xif7dEfIS1glkvkWb7SUI5KYJOY3dDjzq6B6+Q4FX/vg3dxbLnQ5yAvJpW5ZElLtCNQxYnTqWnmg
P6dMJxjq/cEoe+vF96BFTKXttsjdRIvSVTAvg2nO00dlMGu/klTFgxpWHyT16825OXyrZDgBwCod
zgv1+s2o0GPEhQSAQ9wa868MrUlvoH9/nYZ88GrJTp8snKLe9+mhadXOR6KaSD61duUp56uvR1Z6
heaihjiZQxnIOKPrmb0kRdp+z1Op//v+pbmzSwApUUeA8cWUblWGzFabkVZe6QTynJyxcah6b9Dp
GZdZJ7VuW+rqQQK3s1Ew5iWrou8CwW57gWaatpRTUhfBEkuVZ4pSu6yeM6f737U3h9AJKE+slecb
hyJTMuAkLkkRtJ1OhTuKkwCjXtMDlHYk1bE3FDEUMG7iC2rlm42C7tXgYDRaBOhwLT9wFPw/zs5r
uVGlbdtHRBU57AKSLHlsTw7eodYkQpNjw9H/F/NV/TUWKlPzrtlebgHdTz/hDnEUMJCzv6Zw9H6+
/lg3rnsEYQDdWExLufCv1hoJzmZmYZha6VP+oMlpboOo6PQPaaSnpS91rUIttcp3YvHtZWmiYRWn
MeNZv+lf3bthZSfXMzja1pXl4A+Eldofk9w6JNJUrKBFtewyq5O3Z7d3690yhQH1CY6cLPXqeWdO
yf/RiCY52GGKv+DH0sD5tJCq/v71V3trqbXpSl99ZSNeZ1KKsHQpCoeroC8tFGcQmPed2swPxWQA
d3h9sVvBhfsGFC7Ym63qxIRF8lzY+HGok2V/6XKpoW9rdM7ZzlvrnC21cafBHnrIyszcIwXfelBa
zNCzeKmmoxsvP6YJcnY2e7IKy4X2UjXmclCbtDmmqRvvnPVb0eXvpa72TT5MeVxLjamxW2THMnO7
48Tt8XsxUjyHmiT691ErCGhcBf80/1ZyxctnM5SuqdMSF4JBm36n5hi9ybt0D6zFPcOfubob1ouO
7UJriF7cVYRGCCVlzABoKqoTy/xYUN4slQ9bXoGXO+jqMV/SzvGjSBd9gJiONQQJCv6UyxBLsF4p
yyJwtEGZT3bj2nUwx5b6Dpcb44vTFbHjw6zJWvwECmmFqpl39tt5Ee1vAUUp81239T7GwirLO89G
buJkuI0WH7qkrDpfQaD7kmsaru5eISI1SEo5/bbV0sWBpXLVr5pdenoYg5J8N45T9F6M9tIdpkIv
69DWJQLuXhaPbxTpdf2x8TLjq1sqcgxNMcRNUObGUoQ5Yxov7KxmHHxMdBUFo9FleZS6UdvnehrA
uk8KkPvAg+b6w+ooLN9HdNqIGZEttJNetx30x3mhTzsiORfMaSXyoI8UR/qz1TOSX4At4ok4F2X3
COEIp+Emd/Oa7KKS3wsEB1G4prcEMqWM5WcZS/GJKOUsT53nMJfywfrn1k/EJiVSEJ2WfOuyJp3O
RW16p2KEM3JW9KmLD2TzWhYYQnXzQ6Tmwj6oRWziImHGukFcSw0lqIwsfVzAC+QhXk/dL6KHtO/1
XKb6IVaUFlzUlJXjp2ymyAkX1yzKt0vVdB/qrLEfkNeLC3+xJ9m+ne06qf28tZevriW8H5O9zEdP
4mHlDylCP3eKZrfOqVSbAoXDaRwfB1Hq4mHqpnHy4Z/GbkhdOZHeF5aIw6UY4Y4KbzKXOxVvvNiP
VW69AzL9Th5q82C2QT3ZOBvW9Ka6O6GOWuHHed2YYdt76X05T92A8bfwvqJBNrlBL0vrU+NZXek7
gHXcB12ZpotVa1OOsjCc30DlopF3Y1LNDbIPbmGm2Jt0heb3HswpiD711Ic5+KjmrInExnuLy6Lx
3THufzYmMn9+lCt2g10dE+egw0Veva/7xfo8KFECAMzKyiAfSkQVbcGM2p9BucVvR4rJzi9cu1E+
l7LV7SCGXn1R6m75YGSI3L8tsdldfHK2bGRTevN4lmnTfhrnzup9s+6NL3WjL9oRoVW7+o0lpV4E
OmYaew2kG3cldSH9PyZ55B3XlXEtZAzjDyKGNRTGW4C40Uev8dwfBbX5h6bTfraynneuk01IXwkY
SEBxQZLsbJTSO+FOTgODADudOQ26FWtXp0p2mBXr++sX16ZlRIcftWZKUrQxWevqQpa09VVrcoqL
3en5N1d6xbvY6G0wR17Wf63R5zwNoqs4ebP8DF43qw+v/4DNozJyoo6i/Ui6yijxKsLLTHZLPjXo
Rjde9U4mcsahMZoo21px/F+WQjsDaDdXyjVKIhvLMvZUiIDRBF+zKOMFekJtHXUl2rOpWn/19YVC
NsfoEAWbLUchTRbAjm7JvLeZmp+rW9cPbWBS9u8PtGrjckOumkHXXcU4RdsNMD/VkzFybNtFZl7g
upn13yofu+xsyluXJAUvxqdA7lZw8cu72OxrY/ZKCigBU/+NlxrTaWRALE+2IUlbGy+VZ3MstUOl
anLvFN7aJjhf0xZj2gwI5arjVzaA72gRcQo7rCOL3mxVX2fdc6n0/b+r4QKiAReALi/QtQ2cprRT
tU8W+qi6Budf6IQot5enDjOSnXf6B3n6YqOs0EWuSt4ovrWbuka3FbtCkpWBdpZnU7g2TO/n1uu+
L2bp/rITk/tKLVyh+0Xblg/CbhP3YTZrQwn7RHHzYyTz9JsalSoj24nC9vUdtvnm68/Dbg0mArPR
zQ7DsnM2sSstLknUlgGe6twj3TIZYV57/42xYxxcV+ZBFJV7BKpNqsnKVAqgy1cIKTKdL3dbpaXJ
FDdDQRkSyYNilMUhr+vxZAlneaOn1rzXX9nssHVBKr6VvkvVcB0JkR5uoiZhwRJX40s1q5JjVb+H
kpLvNKn+BJrrjw6LlsKEQSQtwfWt/1V+4Xozg9B1mETqSzT6+hSD2Jb6ZMWhafQt92LUuJVPxrKy
KpuyQdJ2ztpnXWTVOxUTp4+6lZpzuMww4u/GAbFsv0ytLrkzvMb5VHSdPWEEUYtn4AL5t1yPwC7N
ksc7jHqlLYepMZYfpVQQ+6zHCHADgqtajnVe2+qf2fND72fdIsd3bUKn7uB0kEqZssGw90l7bJpq
oPS+NXFsSZ9ywEkDHEYzz+cqHHs/rnB/eSRsiQ8tMlCRr83u9OX1jbkJsHwteIP0rFHAgx+pv3yF
ZZnYMimRtU951oO9RP0nK1XEv+Lq1lXogjHOhIGzCQSqk+F+pebFRc17nTiXKg9t0eypWm4hYCzD
fIr4RRGynQ6lWZbbOZjSy+JE6SnPo+lAvqOGMs0Gvr8WBUmum09J2qe4zFnLc9I6xtPE3Dp8/a1u
cp31hzAGJPODRAgL6uVbtadIpZPF3D8V5nzAjIhgr3TMplVDhsJV2JMEx53jcCvGsBxHwcR/dEOt
46R5ywo8oQcSl79iqxjPmRK7jk996RwjszKf4YdlDxGi3HuEu1uHHj2fFdkN/oAM+OUDs7VqDlld
Xuxhnu5bNR/Bm0VYo43envzvzaUQOaalymobdZtMqSn3VugSYtQuDU4lhqmCWIAUi7uT6Nz4jK7K
gBVVVppy9PtfPhVVRGzM6PVc5s6rTrMp6kstHPugMWoI6iap7lUnKncWvfF8NJRQhwE3yQTpOhlp
jcYmM1+KC1Lb/bOBI+UpbYd+8FN9cfaQddqN64F+GVJBtMNvmF7SOKOCGNk0LWWj346WdrbbtvCr
LkecMJ1VH7h+dmjF4P6eGBWGdQrmTthqd5dBojkp5WKd6YL1q1rl4keNuqdmdCOzZtxLNwihJhWs
4dUFtioHaVJyn6SWA3wKgceCYIlI3RFrh+ojZkDd1wX88FEKNKJQ28jnu9dP8813tI5JObLrxOkq
RjYucJeWUvuy6MK+VwfrLQYVKHNOBUwpHE52cplbyzHXoRnM2HIrbVjbTbkwcSoutaspn9yqQ3jA
KlAercf8sDhzL3cW3KJsaENCb8FsEozSdmjZjXXp5UUPZjWy60dwRPGh6OsE3SVLZN/wJpqOedPX
TmCU3vwx6rPxDNep2smRbm18Wu5Q9Kmitv6gulTytjAB2RR2l94XsJ/Q7R0bv1eKdCc+33zFOGdR
p5GLAR57ebCLXF0aV0zFxc3t/uDEqXdCLyW/8+rYue+X1vn2+g669Wj09k2AcSBSeMaX6+mJrKfJ
HuDDxkn3zErWEqC8bH6yxrE1dz7nrYdj+3DomDiht3p1YAbMpmMsrARaS7hrC00sJ63Rm1OFMEkw
ODL5Hx6OKhtHTFqa7Nr14f/KwnKtFE604JRQc1JOS1S+Hz0pDymWqJ///TX+vdL65H+tBKpEixfS
oUvPkDkEFiboe9F3wz92r2F664tRT2CNtBIireszr3e4wHgaJeHc1ZVfgeN7yLseVynYb5/+h6da
MaN0Q+G3XScLM7xXzHhBR2Vq2V9Sh8MeVi7xbcKGTdkpddeddpUyr5Btg6nBH72zq1coaJWpdImy
y5DEQzC5xnyf1O6yk4rcenursCapuXWj8Js6OzV74LDoVC/Gp2xJxEH21nKsl26vxXPrgShwKDeo
rNbZ4Ms9MeYe/aSGQV0X56gS0U6+AN7ZQ7DdyK3YCCSvXANMu6+HIBhw25lscBuDsIkuqtolvunO
3dka7eSQuLRn02bsTiSEe6Hq1qskQ4fCAQ5wyycv7BxUAZcaslxZCl9Dne/oQokgl6I6vr4Rb75K
bjhQIgxsN9SFzpaYTCV2fiG9hu0892hqjs4euPHmbUM2BeOLmpj54NV1ir52IjtnLTkibzhkXbbQ
KFWTD7OxZEeSyzzz0UfqD4ZY6NRNQ4dhsVPtcFO2qGHuvJWVAn2Bi2+TsUYDep4UPzle4r0eHzI9
siW99Mw8jhlSBIBK3AJWsALR3q9Krx1OVVWgaCwEjq1U20XhAyUYzuTce02vW5uNmMMvo2eyBWu3
Y5yVkc4QoAQufT/ZDUMM21HeFmn1fYqk+p+HWNvzyMhh5+a4tQEIDRQP1Glbeq8eubZieHV+kepo
Pzj9lH5BqmRPmupWVs0tD3gHvhpGHlffHzMKvRR1UVyc1Il/FIOMv3pKP/uahOQOhEj6nhR77u63
jhGPtGryrIDQ6yDbm1jouD1yTlZhqQ+FNhe1H3lOb/pAsvTvrx+kWx9wVYDDGcSl332NkLbbzl3U
gsX4MVBqjXSqT+hFROTHbWKe0ARKHmWjTiHd6W6n1F4D+FWAX7HK1JeQ3On4rMrVf92RSZ3HiHIS
Dxkome8bTfkpZO79xooroQYexnZnlHljz7xY7+prtkmkj946Au9zbcz9Uu/n796iZ+Hrr/TmMnCh
4ZGQ0mxycMI/9MbEEPD3K+VBaeArM8TdyWRuhSYEGFYmJdAPc6OVztdUmVtiYzYm+jjeITREKwm7
dju009zWQsW2U823ysHW/aTt29LHZSfNwwK/sX8eRyNYhXwrAF/KTw7K1U2tOqIl+JEzNlXxbFgC
F2F3sANQp9W/39ZYm2CBQEzGFeR6dKBGZmtkPUKTw1BUn/vKpWtVVrAD89n+HzKD9SMiaLkOKjYA
3pHhvjHkNOJcdCY+1I6wnpKsjkJHjs5O2XarHbQ2BQk1NCU4+VepATYgpWJ3qKpZnTnAPZn14Xch
6up7qzb1G5lp0VHLuwYSPx5qByiU41k3ykHz8bIzdvbvjfjDjsKtF+QZKhSe9/JYzl1bu4pGkqzb
SfxlaGctsKaqveR5PB9ePyqvLwVQ6uVSFTbH4+IBk0rmKA2qYWhCRKuKR8WgcH59qRuhHN4ASob0
YbwVf/Nyqc7ADLhbE/JEaGCWHPgJMsnSsyd7cWpQRr+bkz3sxDYSgFwCLsh+pYDjBn+5ptTTps/K
lla6jHBgi2LrI3WjuqcJvI2jLMNmpAG05uXXJZuRxI61ePQSx9GdD2mcGg/dpJRhpJT2m7Tr9oQE
bq2nI20IJZhNS0f25WPpoqmMRaPtkya15ne1Fj3oUyIedWO0wS9hnPP6p7v1GmF8AtRgKLv2gF+u
V9rS67sGnmoXjc6HQdHEY69qzc4q272ISRTGE4wkDTKa6zIqNanlbUQRLhOp/w80c6OjGBL5YKhi
Ryhue+eyEgXoyt6murmuA4TJPGtOgM9BKal/LB6uSYHTq9bJjSRDAXRLz5bF7DV1MYzcOQa33iVr
rtQPKh58KV6+S3AcsI0NQHUVtkrnTkrtTSrrPSTprR3y1yr61RczoyQpZr1kR1q9+jbWZ3Gsk3k+
2trwTQH4fHp9g9xaDn/F1byAjHCDgMwGEnNY8kgdz3UflJPiZD4GFvF9ag/dqeP/2dEvu/UFmYuS
8WrAzTYTbLsztGiClXhptUb6duIAsUFDAak/GX1QwG7TlByzbxi7e3tx7I/l38usiZ4TuCj2z1r0
b+o78PwDBVVxmbK5BxvikEH5PW7gWjAyH/lYN0IjiqogUYxouAg5KG9A7WNkhRnkF/I5+z8kVkXr
u7LICoSqonFnf2+ZBZByGaZyYkkpVwuCl5vM1YU1MWyA4AcW5H0sKnGc2jH6iIbR+AbP6OUOiBcm
1jmWIk3hqj6azUYQj537kFdOsnOw/+zp6zcGoIdfRFFMNL76OZYKGirtR9i2EPpLf7CLqA0yYZiX
qZjc1h8Sq0xDzA+L+ahMVV2FrkQB1E81I3cDYE1m4btRa7sBYF6cp2OtT9K3WdZ2TtCPGX5kTrGA
vUoTlw6/7Ftd3XmE9VRePwF3MjkIIQHY6HoA/s6UGzepUs8uLh6138GkiXQcUBiCE+q2D3qEuo+X
IxQ311OJBmu7p2V743xZGGyiz78CZDcVCSa8Hn7penlxx1Z5mtSxP2pWbp3aavYCekJ7co83klsO
s4H6IoUJnfTrCMnhUso4xuClyTz1POPTFzSW8cWUXtUE1rws2CTVFQgEyNrjY9NYxWd4UPJf3zoI
XU7ZKtKDAsbmXq1KG594pplnnGS/Nq1ZvIX+bq9jV+uurdviyVhaUGDqkq94LOv8elDbJCzMp1aK
MJTcVSP+erjCg9lYhUj77ClwQSpwY0/MjsYHRg/yWOhYnNI83SNf/4keL3YagtkrgJYLyoGKaF3V
ZNL1FjdTM+/smcgOvjF0G5JKNwlT3JuW9D4jN+0i8pQPqW+3bvN2HGrV9nGtz5JQIOv1RC9PVe4i
b2ZyuEQi/lCyeR9VG13UxeyWe7IHfa/+2OxPfjSiBIgt09lFdGsN138dDxrVUuaV4p7HJvmSYTB3
Mp1YHDuo/kHfmc1O1npjOfJiG8Ip4PctpwdTwC5aDVPPqDXK95HTdQETYvy/51j57jbtx3/dCJBR
ASfQVFuFO683guvE6mji/3qujNJgoCWi4Y0x6l+VPDLfFohW3oEE7Xeu1E02hCMHvrN4vtK5NelZ
vnylsqibkdrIOwM2ms+u2biBOaMuOE2IG77+fJuUhKVo08GyY5gI0OgquI1DJeOok2w5Gx2/0EVd
Lr4zwYD8fH2d7WeDqgBNaCWD8EKvFeFGi9NEr8o5N1PuhpmZK2dnAN4TLWl67OtG29kmm6CNPhWf
DUElZsq0U692Za9PblPonXu2hrh954mqv2sAVNzFVl1dNOmNvuJU1aMr0TqfjWKvfb6NH8h0UOyg
RUdfewNuaczcU5dec86FoUZPSDvk3xhbDqxqldYzwoZcyp7TxOHrb3m7cVgWOS4uCxKkTbI+tD2q
8XAszomjLCcBvjhAXtQ7oiWe7WycGx8UgiZJGM0jRh/XGycuYlQHjVHh2KufAGjr5ylVnSN23GU4
1jL//PqT3VhuNf9Arge4OCf/Ko1ArbCoVl30c2a3U+FD9+q+Ta5IH2VVIMQ/zf+MhwIdAXOOj8hY
f53ovjyDcweBjk6Ad3an0v2gNLXqZ2g+fgV2znRHa3+//nw3NswqOLmW/oQ19s3L5Qb8/qhVNe8c
rRXdBNf2cRaD9mQoTuO3njacF9UYjq8vusmk12dEqIBJz8rWvk4VoaEAT1la79wXphefYpzOat8r
VtjHAspInBFxVJ6tvNT+q4q233Mq3sYelgeesaq6rWHo6puixTpMtk0ob3no4+wa4i7iIXe6VrdW
4a8jz8o9zmFcd9Zf95ObGcYQ9a53btrG/NKgIXqp0vif+44Wm4WBjwWoBW7/dTu1iDsZewrkWSct
acMrnX4YarGXTd843y9WuXpjbmuaMX1+RNVmrzs0Xg1uODJUn67D3rV+47WBE2ZPcifwda4Ddlyx
7c0YRV2nX5pQG2b9bAxutBOwbq7CpwHqrdP/vuZ+yaT2JoWMnvlssZw1KcDKx8s/+xbycZhWOcxx
IFZwIbzcAlqsaUXTIvZoZOXnpY/yU9FqadA49rSTtdL85W+9zOHI01dMBtp3xMVryIBeNJMuUyyT
u8l1npyqib+O6Fc8aYuaZP5gCCSG0jI1pT9VBSJr4EL0/HM5WlDqo3GwQUImCbhec0rvEPTAccGk
KfmUKHn2W+gxHBCONHDflUkmHlIb9bAwyQb1h1ol9uBD1dDfO70DSLSkrYezZDaaD4lb5LNfmPSf
fUFKi4mzgr+HA+o2Dbw+HfVjrvWN/pGkvFB9Cw2e8YD8uEOimRdqFlYNLoEBxq/Mumanst/aiyhV
ah7FyQ/KZHKzeYPm/jRdodawF2LuG9FK8607D9RGXbx4i59MzTI/kuRa91bXohg5Slf9r5Je9jtJ
DOcdFN84CicFvXnfxvnkl9nm5fs8R3LuVBL9n9BIiqpwsh3wl+qgCCMYcX35kill9dyNQ+EFk2UV
bpiPdTThgOkkH4ULsybsod8djMidhrtokPYDjvDl+M5eXONDbXmSQryLjK9ZDxGDfr2xAncSoRym
wZCxbyPGqByFljZvCjl1aTAJRTynqFaldyXaX9J3Oq31jphjJ2XgekoDiDRF8QESjERzbNCt5gmT
M60JI9nrdWDmRWOelw5lJ0Sdsi8V4vANNowJPBclXYbGt7retX1bJKMSQitzhiCr+M93Fat+QrlY
EWETwRgObXI3lS9lK7Qhem7hx7kFCMXAaDbuncKR7YOiF3P3rosN9VdZLZoRiAbpBX9smqV5q0dC
nDK7wmIjpnGl+ABe2h81H3sMpkVEWdB0JcQR05XVu8WRk+Nbmde0d4quN7+RI8iTc8uSfA8dRo1v
pW7mvbWzWlefxtGmP0N10r0h4KKjAByuBpLl5M5/OKQkAqbUWGTvI8il1Y5gxfYUrqP+lYlIWN7K
YkQuwCgTJeUzt7v1bYyj/jNXyxi+fn9uVoF8CPIKgyXy5y1cp04WhUk4lmnYA4nHDBWpZye1vJ1U
9uYqBDDSOeY8IPxfRq9iFErkKLa4jMRf4DLtcAHSk9/947MQI+kvMHAHDcTo8yrfsdNGU+HkpZe5
j6d7zeiig2WX7U5dfesCc7mNKRXJTzfknpnLS2LugjjMMKUhpKiF8f2QhW007TkN3VqKtgH9mlXp
jSn5y9eGsyHyo2mOJPyiYKJEwQa2JBUnisduh+p+YykyUzjgNLhujDdUvasmK2uUc5T1RpA1bXGs
Gzt+Y/Sjtwc4Wr/21f0CWQnLAK5kDE+v75fesjGTAwmOMYY5HOxZFQersvL/lCLO30yYIbY7if5m
+5Ey0bLmW7Eig6mrzDSHL6xXYxmdF6eTYYFNRdgQmPbaljeXWUdDq4z/VsGrB2Kd4xlLmkYCGubN
4AVei4W7i0KIb0+6+cMaW3Fnz4URFnZc3Y/N/J3DmYfxYpd3U60PQd9W486xuJGX07xGpo6SAyTC
dfbIYAkfmyV2z51d418Qewnw/kY99I5bPZuzbZ1IY/cANjf2E4sCDF+9c7f02IgQvuSgsc8DreYw
QkDkOC4x2IBBcXYC5XY70clepyH00lcF8/Wz/JUdz4uLtqBV62ctjvPBT2IZpZ9bFf70VCZd+l81
RXvCENunYzsxmmdgwMyVBt/LJeMSQq7sRu2cyskNW8QzD5EO6D0rm70ADar9+riwCBUV/9aH3IBI
ajSdZ7dhsJSZo9scsI22j7oaR3bQJyg3+LOsnd+ixJH9KPI+c33VLBz3aFRRnQVI+jufdGZ6cUgH
MI1COcUQSwEMSe7Zyql8YehdEyYDXubY0Vb6UwrHXmKuXJHmoRFsiqPSTdZbr8V1+JSXc/+cg9v+
pWWi+Gx5c6yfPFr03lmNsRR4YxCyzKBgIs2F6kn9p923VnfERmP66qAQON/VSAM5h4h24LcSB6AU
8nLeLcfeyPPjok0jI8G2spzzSh2vj5qXzW5ojyiC3CtDR6oSo7hjhpaZp16gKtOAWgVWMNEhqSR4
YY0U8bmAOVxhlVE0ma/DILDC1FV63W9Nr/3QdbCeSTVcMA0o/DlaUEUDHQa04Q0HCfCxTXxF9lXk
K549676Zx0L7JovKrkDCdzlsFWFk3620TaOALED8iBmJmccy9byvSu1CZPHiMr/vNC9qTy2ZThXk
pt0lxwHS/XdRaFF+HCzZv9dEPWSYH6SV9EuYablfGYPxZlqWabk3ai+JHzyhuGMQAer6ak2pTTKb
OGhQF55Y7hN1nvLQRdOlD0a1xcDcHKLqZ48pLZ5+FTqBoZZGQoGsbdRvXC8XY4DKzGz6mYyNX0te
FM+i7417DFaq6aDnsex8x8ni5i4TnXqH86ba+4NXAASZSuWnbqN/6Gqt9TxPnnInRj3/PrRd87Ut
sWiAAPEeAZ1qiFLzLo8M78MsjDk7dHE1pIc1GkJftous9JMlG3/x0ZuHzBgW7S1K/7Z9cPVxyN9h
gYWT6QgFsg0bXZk/jqmEclTk43hSsjk1DmZU9Igz1Kn3hNaT0kBCn1IGKfbSHwpXz5JzORhRFZDy
1M95DjPaN9PW6o+dt6jizrEj81cla68JKR0VoG0JmU+YDws0Vims6NiocV0Gem8OaVh2Q8wWUBXZ
zv6kye59BJd/NQCvjOaNGlM9+H3ZWU44qZEhfDwHYZ7LRenv7DFfvDvmE6g3SlxgnxolMTkN9vR+
qSLvoatM9cOcMOC8q+M+T/1itPNPDOLyma9pxu2h6V03PnWO0T3DbYHdVcNpHP+L9WXSwsJrNMoP
MVvNKUlhBxRp1wp/6ZsqCRLNrafQrcfiTqZa3YYEYf19ryXW8ugpsvvWVrb33cGUQLnHEl7t75Mk
psZQ4rS6nxI7cQ9xn01gfqSRaz6MiP6pFUYOoREuuXKaFWS1IBlH3iec1+T0AU0pXqWescM5nwT5
p4oUov+AImjavVv0souDIafAvfBVdHD1S/8lQq7MOpnlUn+sq7ZZwtezwc21R2a7QoqY14HB2WSD
boFcNzQzpv5NGkg4jyiyDuYhT1sI+ktnH8bqn0k065JEE+DGq1bXNcPMqRgQAmQAa19M07FP8cqo
uzYJaVK0Z2dx0nA0s3mnXt9kHeuiQAxX1U6me9dJYllXf5SpYQbKLvo86MJ8R3G3J0S2ufH+rLJ6
9ILXoMd3deONmpHibxzDm5BNETAR1QJ4+M37waz2VL/WrPZFevhnKbqsq/AXMk9X9znlDs1wtJQv
XCtj6k9DjeNJK8AvorQQ+T3mQACcqvwojDT++j9smj9zK4bjtECu1q5SenndAI4KBy0n6Oreoclu
ykPu9CgryFQoAReB+vz6qjdeLgBGxpTMTGi6XKO3iiJBdGNapTDq1H2T45TtN46SPaOCutfVv7UU
gxI+IJ5EfMyr9hv8376U68tdFlME44zctmYUZTjgS/GvXUt6wUihIoJAzrmdOxlu1Jkyx+lCL7Wn
lMz3vkV9YSfp3iR/JEdgetZD56H3ua35ACaXq3obomuwtWI1Gw+uxUAmbUrT9yjld2qJ7Quky6yu
+geM02nJXtUSk5pgN99D048zdkSvqMY96qtLEEN33nmBN55trZV5eaS2W0llZ4wUaLGY3BVxU9w1
ohSHNu/7U1OpdYBCye7w1ticPJ6NwEUFTbEJZvllWgvEwrL7dBIXs0/zOWwQeFSwqzbyd4WSLe0v
XRPkRomhT8xmRTK/LSXWT2Mya5o/zxn6Nxab625wVqvm14/INsoRwmFscTZXdeTroBCZSTEmJn7C
Su52uFlp0bsuGob3/8sqwOT5wEzfrkV9PKOlHSJcOp+DXocKYtuPZCzjz9dX2W4hDsYK3lr1wpg/
XQUZq4ftxu2B0kOXRFgnRrGPsHfysR9ku4P9v7UUJokEUvr6aHddLRUJTAsE/IlL1OvZwyxz611U
LJP0eyGndOdobL/R6pVKj4cxMyjUa5QJVFjDiyfkTnVbqMFkJOnR0No9fsqNR+L+WaXPuIkQH75q
isy2WCpa+Rm2usqz6MoilEqhnxEinXZ2w3Yl7ElXWCQzWOQWrjv749BYQ10iG2da1fImauafuTPj
2p4a/+yWve44aL7r/c0M63pEb2bT0qFTKtBrh0k8lnRoIbQpvp7Ue9iYzVR5XYqHoRkHLHkDSukB
dqloQnO7Vog0xkPrfPOgnR5zpDa/VJVtf+KRx3OdxjBwFbBoO9X6lo2y/gBQi/TqmGrj4/syyIyj
Y1VVzQ00904jT0WZ2p5vNKpXH5w6KiPfYFjnvGuxXPzl9rUmwt5j5IC/Z4ROQS5chG36xHb8WFOs
fyZ38+MYsADaIQBsnTBQvPKMzqJRacaZdqkX2zzRlVdOFS6fOxHtVn5Ke0RnMosSGxv65XtA3mkm
reNDYL8LwbfQ8ke7tIU/TeBA/CRiFFB1yx4u49bnBzUK/GQdmm4oxj2WAWiuo52PWbp1QGuBSD41
9smgHj/1jOY+IXy9BGJKTlqy5920vdBI6bAZoUUG1ngTxB1jwvivJs9pFKv6hHGa4sfoWfpRYQjh
Y6Gj7nQ1b71jIM0QvMCg0P9b38ZfrSHMC9VI6SE5SMuKPo9JrATY5kS+6KfiYaizZe171DsJ+TZs
8JT/f1ESupeLwtAnRGYpKRZ65ScLkfD7qVnp5M2uPPqNiAvuAYzkGnghEl/tIYDAzeBC772MUqcZ
Qm/3SY3E3iWy/pXrhHw11FgVO1cxzfWz/vUWjWSALB3xQEzJ9Pe43RbHbrTKAAEtU/MrWdinLJm+
Klq3Nze4sVsRKwJswy0JTnZTUDXAKZt5ji+N0MfvMfJXC+u1GsN9HdCuj3CY17yrS8f5Ycyl2t6j
Y5rtoYNvvGQdegq98dWBdqNwoY1GA3+6jDECt2fAm0l8NJVqj/x4YxX4KCu6iACkbfLKfqkkmS69
/gyZgntvkokVOFnt7u3Om+vQRkQ8yFsNA662DLAM2dsI3EGZTjU8dfP4KYcWuHMGbmwZUI84E9Hj
t9eZzMsto7nC1qdCUc76UJQBg1oPb29toWfU6I9unelBgrD82xj42L9nPFSH9h/aDXiM60tbtxJ1
TFE4vqRxhF6dpUQH5NndcIiXZCe63HiVtGQ57CiQYO96jT2JjXHSCd745qJe8LadHO0/GHLZzio3
YhhdDH4iS/1haL98lUvapIMyRPGlcjGVPGhNrP+yhO0h+SPz1j3CWqnluYqpdXZqqxuB7P8oWcy5
wEldA9DycmwrVweq0U90y7xEtGE6L3UoSyU5/3NKTB7sElwQlwVEdBViJq1Lc8BsaMn/P87Oq1dq
JA3Dv8iSUznc2u4Ih3MIB2a4sWAB55z96/cxV7TbaovZkVarnRmqq1zhC28oIzxPyR9ygIpBdMTk
SP0P0+JBWJpqYL/u6ulJn6B37psBkoZBh71KGhrnCSIqbeUoH/ZcOrcWkaYL6RRAZJjvyyb64/Ic
amHXUtRE16TicTcRafKGyheeFUl7jZ6t/bgkpQD2TCLWdY3GUpXWStWZXDj3gyfKi9NJ0oZfj7/U
PbYaG3jQzEQsIGtoHq0mVNi1GAyitivZUXmItaR+j2wU/uv1oB3GuK08er1YkcaScfCjQSDPOf01
GobfsKgjIOqGBg+38+2ihpHZxbJPZD7IWXVJtUo5aQOS6lXQTDu7ZWtROd2LIJ/CA3C3M6XIluMc
RdUkDduzNcbTaUysaIdaurmqkJGBkNHLQsJlNSMKinRAoRFc5VJRvbBQzWMxZ7NjwoV3O7lLvQFV
MbdAicappy57X/n6XzOYllWFEgLiHu22OzxkNE19GshlBJ+2KI4RBRBQl8XggHxJd1Z161SQx3N3
QooHfb067yFW2GXX1Ji6jwGeYd1kOvU41l+nZhfhsDkUVG9wc+RWd9FLZWqhLiCaX2HexwcVaTRP
GyPI0JH219hVJFZAWnI4KB5AUFnVTxaFMc1OlQyifVd/BDhjfkadBMUE2wiNneR0WaFVULbAKRiO
HjpiGqsXVuJ0m3qOrouUtv1RluXOmRcetlrH0knOS+v743O/sYyMx3C/gWh3x16WujhQZYRzunLO
QhSI1fatRjr2AmbL39kdG08eCjLLUAt6/I6l2+vlAHFh4T3SJo89QaznIZNg56gnJBn/h57EJ1Ru
zY+P57gRtUBS4UUADwN7dV3/kkWhlSjIErmrxXyo1TLifpPTZ61vZIRu44bGVCc/52k2/H3UQiET
BVdYK0ulZnUexiyTOCUCHYR2GD0RhKGHQWJ6GLNdk+Ctq4Y9ihfiotBI9rC6ahpjQs4rxVqcDq9e
OWZkjIdSVcZjnBsGFH5NrY6dUZhXVQJ45RVj1RlvKlvrvvz1ai+hISVHCqr3z1UpiShIVQmPA7+r
n0IpaVxqb/R6E/9nomLpK2Nf440jVLPHA29c6QxswI5ZxM/vtjL29NpUGmRNYabaT/DF9ae2jKPD
41E2DgzFb250hJ54Oqxlk//x8OdBWvFGUb1Vacx8UuRuOKrBtAhq7Cqdbk7oj6FWdwGGob050n68
tmNpeLYyp54pd3uVo43TsdgT62Rki8jwb2LhHxMC5hqWzZJMJ8OQfYO7G7yqcHhOJTHHRY/zKIZG
KHL6tkaXvz5ezI3b7mbs1flQtamvZVLbq55k+QFtLpP2E8VTbg/FiVjbnS1yT6hfSPuUZyjOLKH9
GrFWVHEzNRLKUqA/gxAQQZBe4jaxvlC8wgpw6NC0chogP548+QEzt1PtrQiK+QnpwGwPBLK1lxbd
AkrzCBGjlnK7l2J95uvjy3fl6Uew36Sr+mSAZSgdXRu6T3+/1vDcIbprAtDQ7/vjj+9MIXDUbGAN
iAuVX3N6bMcwRl0ZpmPkpcr410ghVhq5kuVd4aq/61/ayBiBTp2ohkd2eQ11vXFjU5e8MDDETu1x
aweTkRI1kmCbdx7balj5Q6hhqavVoCuAi/rh+0EqEE4POyAvgxnQwqgjwx89kEbJ3+9hoo+l6Mq1
cB/zgEeYRoGm4FWOZgOoTvVTntC7EWrZvY/NON3Zwht7BlUWPF14Q7mD1k+KMmjWlAI/vvZ1374g
HaX/qoKh+rfspW7vRt0ca6GXUlA27iFmlqAb1Bmo6bSmGN/mviEuClC0SyfgWD7enVtDQfggIBc0
AO5eytyX6T0oXKth24fvZmmYj0aQ9Z9iqVJPj4fauFaJcbm5IbNQMV+Hc0k+GHLh06dJRxG/jACD
zwA+/sN3Iixl5VToUxvfyafpXFny0nOqwn+npq3cFsDOU9812s6E1I0DQIOP55Z0Bl7M+mhL6MjF
PlIP18GaTQnwcmnWB4zRdfs4ArGJXK3O4s6FcAbOSs1N47uf66j8xrUmf21n3JlJTYoJvKZQkk9N
NvKvhO1g4JAi9Q1ivmnA/27FJOB0DgTCZpZZKFt1CIhhYj/FvWuHthR5WA6x4YMi035iaj3ER1n4
uBBErQVy5/FX3NgwNFaW2B8m1NJ2u707QXN1wONhM6ClWh2gdU0HG9XJ57AZXh6PtLW6uEYCB0RO
g0Rq+ft/XJySlfhNjaY5Iiwq8sbgMU/WaCQnjBoKjNqyzNW6YMSQDx+8xyNvPI/AhPmo9PUXIuRq
jp3Z1n6mFhiL9XF2iFkPp0qS4RS3QetkudzvzHTjZIBwpd2u8yLdY07odU84N4GB7gw9OBSFP/8D
st7eCce3vtxv0vhSwN+ARahhOINhjK7+DEkv7tXhgzSgTob67l7kvzUU2GdMjECQkuevPx11QhEE
MgWF2ii8KgrqI0SR1Elg7O98qyXuWyVudBUXFDxkKx7zZW3/3CUTzHtZ9bFo0WNpOBmtVv2jSihZ
uXbhR8dsjLP3cE3L4D+cgwVLgCgYAdxdb7saFHMOYotxQ4CBkKbGfzN/fNf5ZvXh8W7cXExeHWBJ
RBB3dQT6sgBihYiuphTEyM0FuovkqO5OSrEXZG9t/GULUsumYnH3yLXD7/bHFCEANGWuAWH2W+qn
sivsYHprVhRQHk/ttzPS+ush8E9gBKma7bI6aRiKGWA7kQEyh1D8Q9NB/VKBnH0vg2r9Isos/DSm
FQ49kVmHPXLsvvqrADvx0YJYI7tyZ0qTS7yDUafZV/kFQYJucqwG07wBF9T22MVm/60XjVXS9qxG
uE6jqDKvVgvxRp9zfc9Nb6PDQu2AiSBqxH+ty5O8Fb2ObEx8zTurp9EtZT9K8t7vhRnXvavPukX9
p1ZHb6ZD9KoNVjPvPEpbdwlaQEvZaaGPrs9DI6zRrCsTev8sii+aAbKsSIJxB0uzdepAPdHb5sst
MtC3pw6SUNuLBdkh1VMOUDFqTmOUvdr2WJ0BC9eujWfy+fFm2ToHFF0XnDgdrLtEeybzbHwd8EVv
St+hHClPZRKHZzVtu52CydYxsBZSMSEYxad1fjAHFCgIuEDHzLL01ZJ05ZvWpEmAuNlcvB2afE9w
bOups4Hj/AYcQhNcLWdoY9phiMW2O6zLZ47E5NoRhlOlZOmOXA7tZ62RpkOasncfL+r9h9QoZsG2
BPK/AYpqNIgqRcFN3dpDesCGeQA0bY0HC39Zd+wwtawyEe7snvvpMih5PJxI5NzuAHpzRQQTxxh3
Sn6bn1VJ/z4Yie6mc6DidpSK58YvhKfif7lTF9pASzAyJ3NRrKZnsT4d1iS0OhrwFdGLMvmHhmsq
nCGaZ6iIeAsc4CVDeo7rBAWC1pYG7h1hf/abpnhXYeykOg0hrOo2fRruXb33Kj30vaAjLEwIbQOS
hQi6qpIUks+I2PwMliMHx4SWuu8Jpc9/4jJWCNgFUvzcTG3+PQtmAiK9VbV/E0Cjs0PnMEt3Hrn7
y4TfhMgNfB+ySipqt8dcKcZCSjuCaTnr2rPWo3Fq1HASH+/B+4NNWQH0FhoFWwqNZh7T+i4It2w/
E9deSqzQLdNIUp1Ot7M9a5mtzUcKByKPYsQivXU7p07JIquTuKKTMJLeZKmQHVtOxwPJpHzKZG06
dkGhv9HR+NkJVTbnSTIFPhn10jsHHWgnMB87oFZgUqAD9CCn64pnTFIQXnq8pFuTXES1oTyC7rur
t1RaE2cwKYn1gjC7hBBAIjf3bUn3rFTKsYSbfOtz5Tflm3hGt3Vn29zfn7ReCFeQ9lvwOOv4OYgD
I9b5gtdKmxp3SqPkvRmYoTMXQ3zS1STcefPMrVuMrirVbRRSFnme228K5GmKqmIxqu61+ClS26GA
CFzmLUSLGg14vBmzmo8Ls8KdCwtyakrH8puZ2I11MK1uLC5QNKb6AwpvMEZmzYI9Gw7R8K7X5tb6
0keD1B6omcXZ02yqBbdiB8rGI78T0rk2ktE/YT8cJU7jT4rthToeeMexshvtkPVgXNFz9fPGoVTR
aZAK+uppMPq4xTDKN5D+UhX/TZb0UA0Kaza+0I22AkcOq3yhyxT6k192oeyCi+1LmP1t8SE1I6RF
h1HSigMiTFl0qGf4EY6Z1tTMAt5FbC30tF9ASBpiYz2NP4lJRwWkG0D0+G51kzYi3mT03wWoW9Ub
xGjS4az7lEMeWZPp5s2Mn6wq2hqeWyPlgzfLTQsrY+wTwyln0ate2viGdVS7KFSctJSzkfMb6uVV
irGEP3Yo4ldn4jjtNctLuXvKoHuUXjX28otMhz9yOt/oQ29uB0X78PgIbGxC0gIkPJcyAHti2TN/
JAZjiVGKWvKmJviaORm9FneqBv1dzO/+YQRm/+nxeBt7ECcEsZQ4bRVNhhU4KlOKuZWqKL6mRadK
rm6/zZC1TB1fDrQffS43H7LeKnde0q0rZdEnXVTd6FSvN36HigXPM5iCKQ40j9oV/ovEwKdqaNud
SGFzqMWghUsTcaf1oW7pyFeRkYIpsOfsyC1duyjL+G8aXNIfr+TGl0NBhiQEdYblZVhepT++nICm
P2dRT/MWOQvN6Woj/kCmZZza0Wq/i0reQ/Evf+BtFoLkCOVgCpmUcu4iy9ace4BRFUznzMyFI/lB
hXelxH2xcy1vzQzuOYXwhcR5p4wlG51BrwQH8VmOa3eg5+x1StU6lB17MphpTzJt65vRf4PLQpGb
2GJ1L46+jmK6hV+QJs/lCeOoyiuSvvnQ0cA9PP5om0Mh+0XqiDkGpaHbjxbwmvZyHsZXQ+76NwFC
6Fel1JrDNBn6f9iJZAEkORpkWGVtG5FPQCnTeGQV81w/SE2iO1UQ1odQh7Lw97NaKl30X42lxLCa
VWsYoxaWSEZP2YjgoDSM8RnBNN8nyUTS/fFgGzcInFt09qgB/Zbeul3CSFcmpDUWez/NSlxttq3O
AbbcOchQlKcWqex31DH2wB/3KSs9Q5hIGuBZstb1vVWmBdqqMvFQNurRd9pS1SHRlcpyajFiIk73
wqcfY0C1guZqG6+B1Nm7we89KRdMFv86Usl0LRCpvJ26Kde8O7yfV1hmJiWpvJLeSfaA3moZVulb
FGes7EMAYblG4R90vouXT/mayXJGfBGhTLPzKTYOKqj4xSlqKfDSxL79PaOSqb0RFUiFjwWSf8hM
OnVcqI4I6+RgtP4eH2OjQbZ4Q0ArZ5NRe5FXC2DzMoHDI2QK1Vh12skez1U3W05chqaXiCo5G2ZR
HvVgDg7JPMcUmzv/Olu4oj7ehBt3Ifb1FD8B6y9EuNUPUXohR5nFsxmnaXc2fRG9tzPdPz4eZXO+
lJFpHtE2R1JxdbBq2p3IP+OSElsL3sLK7CPu1To272jBNL2VX0y7hL9PHuTWAv2UoAHIo1NgPz3+
JRv3FgAsymp0QPgp6/ki2lcUJloN13EaAw9NQy4TkcwuVuJ71a7NSQNZYXnpgiw939tdlTWRH2XQ
7K66X2m9IxeNJWC6qvUPYsTyGQZl/FpEnTiLcHo7II9PqperlyZs9rT+N66apU3ItLmrAa6v97dq
EJzMJbMWjQS3Nkz7N3S3uheji7oTyXj9marDuHdzbwyLgAHcMp4jOJ3r8ljQtlToqKhelHzElbCY
rVBxNaRMjzV0pdyFyY6GUFNaaDg+/swbI8Ofo1u41Mb4s1YojdIMGqNvE/uii9Y8qmWeX+zBHE+S
DkU3RusHh5l8T5xr4ywBmV28VxZmyF01UENvxAxzBo0wcziCkUkPRk+N4/HUNnYwll+0ZKhOUHtc
s6wAqFv0CZGPjoGuelIVB16ta8cGCvXf3w1Y9VGG5i6iOLYOJ4J5DoEqciGWoC6cUavVlzaI1Z1R
NhA16AIzmwWMyEDrDB0fVtHirILQK45lgzu0lfQhVqyGiGkIIsmZu9LQn2SQ8wsjqqxQnw2bInhb
UdiJ/z6s4dNxQ9mIRbBpV/sGgVnf9OU2uPoki8cC1YLXITGFE5rznr7gxrwX1jGoZB6AJRBYkvo/
4l6i3hTMGyhvI8dhNbf9eeKdU5TvjZrNlRsrdtUeynL2P0aLNoSbx03/bLe19uPxhtr+IUSLPEiw
S+76mlbVh33HDX1Fo8HHUaqIXKxvtcihUObDYGyUYxOWk6tG6uRl0ag6qq8bPx//ivttzWqg1PGb
sXnvtDZVhShxv5YunVwi8szvQSjKMlAeFtnOCdqcMBuNG4IXmC2n3q58WWR62AdCuiSLW5mrBVWs
OVGhYQ2bgp44IyugtqcilKXYMf1ehMdMBPUVIWR4jY+nvfFIAHZkvhRGIf4hjHr7WxjOTlohAnpn
TQhsuyiNjzFib++yoOz/F0tahI3TrH+Y0nq6dAVa1wccQnXNyecQja7Hv+Y+OLz9MeuFUWSS5xnG
iJrL+YdQmCh6Dcpkvq3icnDTSbEQHIJCZlvBS4ku2N9fBYRCAFs5gYgoIm50uxhVU2pdj/zdFVlv
FBh0IvzfyOjvODgQ+qVJab+b+sI/Iui3qNxJ9pW1kPKdW+D+Il+g5kRD0ArNxXDt9mfEOpsxMLrg
mgizPWfCmCR3TqOm2xnnPuzkzyaNX3CLtFbW375oTTuUBgU2iT5C5jJjcJmi6I6zMEIHUTTp/ePP
u3XGFlMRSsu2zqu8qlmEKKXNuj1yu2Wl5DVjOZ7que8cpEbsHd7F1lALLw/wDNMjv79dwtzqg9wa
uFNiIUVOQFPPC6wZlb4ccY6d6H1zLDCZIAUXExd99bnMWORZnifBtY3DBjIwoEjRyCPYMrHXbtsc
aqEHWGSkNFGWnfPHnZ0nAAjG0ED0NpXD94jJ6K+ZMfTvcPyy/3n8sbY24YKHNhe8jkE5/naoxpew
YDdi2Ft6Pxz00peOZpJmO5G5tTXMwo4BSkowQU3kdhgtC0ThD5N/saNujI5mpMvt0wQpPXhphdJ9
ieokVdzMnOk+92XVfotg7sQnFPXyxA0LuxAuD8QUgeGz40/ZNDbxMeipFTtVO8k/xpqn0yn9sWgQ
B6qjBPOXNtVPNZHF7PXzROWyCY3gV6THdenwFmFFE2rRGLtFnZq91zYSHMfZFFHoqhRbfuUQ7UkN
hBhf8CgafYcKUTo+V37BdpYRxWzdwVZzcsa4Ns1zYMmV7vZhaOQ8qal2RHMjq5C264za69txtA/k
/EmPIQNYoidZna3XWEnG7C1evi1q1chiHiY9xmuxwSjrnJp5Bj7ELMP4PCeG9tVIcQRw/LwL/EMy
9tl8MtNBag5KWyDbWcplar0l3J/OQYBgp7Nov7zTpAJM9DRI3efaSjP/Emp1/YP01g4PklwmT2rV
VqgsDRnCOdAh2+7QgiFH98mPUIeskTQonEZugo8kTOhPhAHGs06j4vfm5LkyIR7V1NTNIkkvvlH7
j+Kdh2LjHIAGWpqmsiKogK5iFz+iHayif3OJ9SF9w7uOpW8aAPmYqTaHO+f7vrtBLry4w/BUI7th
Lz/mj0Pn13WhBXkdXW0jiA70E0YH0fDZy2a5PaAw4OVZipagGe4NfJ9FgJyhArHU0gQEytXF0qlF
p9WmFV51OUk+x9gvfBmUIUaMXbXaC9bCvMVtGRg78914hbFkExRpFlF2qDq387W00O+qRKfKGxbN
s8WinJGefx50a34T2/r/aGtKp3rsKcQXXbVzcW/0TCnnUV6GGASsAF2Q29FtMSt61nbRFRnR3EZf
qy9PmDNRl+paOIhNrffFFXVItXEQJMm+gjPqXjrNJplEszVxRqXWTlHYDefH9+HGlqNSsTSaLN6v
OwC1mQXZHNUyqKkCK02eTvLHuBu9kabYzu7e+u5YG3LpkgXwrKw2XIT8mjrHdYgSUWRAKZ07N7Wz
n7IWFE7c2faBnvFeZ35relzBugIjZYE3rR7MMJ6ydLAgKsLcV49cIMrFR5TsbSwpe6rfW0MhJ0oS
SXa+aCbcfuGkBX5GgMW2Vmi3Cno/Xl8rPb7Y+XR6/NE2IhzyYTrJi3zp4v9yO5Q/2BbgFJ1HLJ58
zSlSO3g7dEXf0naP21MENUzeOT0bQ9KOXPqRizklBePbIQOsWrDdswKsxsrwgNGA+ET/KTjaIaJo
iRilnQOzsVmWJi/NCwhZ96WtItYGKhjoZEe2yhPdjR/zOi2+gss23Jlr0hHDNP2HmwlwMiu7kKWg
ma5uphQ4uGmMNrljVHVu3avGszTlJM9jk7qIL7fuWJZ/7eDIV1QMatVoWCEXb6wGNZAwtHqDmG4U
BUKJASVJ0/U5EOZ/+IRLNEKMSk4KDO72EypBU6D0NksXDWdqh4ZG6GpxYXmLjtypiFLp8HiXbsRA
FMWh9CxIYurAq/H8xM9isx2lS53U5VfTyjvXSsTeRln+lNu208JEpvJON42q2PrYSVE/x2ZiSZe0
ydXTMHW5W8y55TZFLf7+2NEhhJ9jsClJ6VcnfBonu0tthtLVoHgaJAgfmWb/E8eVdcDgc0/VaevI
/THcmlAag2E26A+Tu4d25IShUE6TlreeCFP1ADptr1y/tZKA0XgcBcV/c60z1mphM5n+aF8mfR4c
hOmKK7qlutv1UruD1d0aamEfQ3ZexPDXxamphMahIHx5aaZkmUtRnvVyZBU72OSPd+HvRtZqg7BD
FgAa/d37OkxTc7YSM8QYLlfzs4HUeAeoIB4uFs37p1H2ieuGpLaTA17W8Y9a7+rBGSg9A1TqJk6k
rk3WfG5zDTXvlOTZ+ChH9tx+QrdXbw86ZjKyiz69X3lZMcviBec09WTlifgS620xuAJszpswzY2P
ZjGLL6ihErsbxpxq7yjKmf6RZ774UaZahqhmb7VPPrlQ8N0i8JwceB/Ye0UjwDJ3VJUw8kww7LIz
SL5lO6UORN5B67+1vjdz38oHWKzB1wjHkslJxSDrF6vO5cH1I7n/J1HjoTshhCM+U4/jkSJDQSpf
CxGv0yUlSJzebCawB5MZ/8oondM5evwxNmJOyhD8teSvPCTLvvgj5pwNIzaiEkXnUE2MN+mQ+N6k
oLS+NIhIPkiaJUAiP1Movjtnd2PHUXSFOQTBHqmZ9TXRKARQMna8mGKI4jjwT3hp2FDvmcT44fEk
twphC4yAEBclTcZb3rY/ZtmWUgvOTJMuEg5+54ncFoqYlEzE1+xAKZ0kh8drcOvQ0J/1XPuG9k31
/vGPuJ8vji7g02lP6DRl1k2CDDvETuRAErO2tF0DGK/r1+b8SWuTeeepvr/nF/GepcmHuDJkqdW1
mGV6bgYGreqBxtCZ6FY6p0nV/Xo8oa1RLMSZLIbYqLKIGQxPmRO+4+yovC2mQb+gYqvuYb6U+1sX
uSWUeQCfGAtAdhXotGOFFhE4K9B6VvdeAeLyLenH2XCRkUt7F4g1JXSUMdpnstn2FXeB+TRF0GKj
WTG+QV6N/hcPtQ1YWQ4/TdgInAe28+vjxfiN3ri91Ciz0nJChY/g9q6+SbkmVa18CK8IWDfXglrN
5MhdmP3qJSs4k1YgNKhCDXw75UFP3pvNn7I5GQ5lLJme6E352Jud8dyHxnx5/NM2Nh7dGqQ5aNfQ
4xCr3RB2czRiDoOQutX0J2wG67Pw8bjJDSX1/n4oWANAflXyZYTKbs+ZJVm0wVJkVVqpkz057fBc
yCv/kGrJrozcxvYDjg4Tg2cELOe6wZ8TFoCIIx4NIH1/6ymhZk5BmTE5+Vo3fDPQXyzdjuQ1cCrh
d8/AX/reAe3TfjMoa7Rv2wDpi1Fveh1IGNUeb5xt9XsJxAsLZguyjIMM6zwew0BuKe1JRZU4Va81
n7BwjL5YdTaEjkab9zypY5x6ceArS+mlGL/aAjCuJ4uueykXLLanGTOi6o2koIqaZSM6ZUogSgF5
Sta+tfRgKP+mhaidnjfk1zgUoeW0COsbNCSmuHJVDER8qtFF9LEKZ3sPv7OxQxZIJRk21WhaQsvf
/+N6lOh4JU2IrkpmRb2rjnN+UIFtvx+1Yg+6s2y21TFZmvC4ItBxwBpktRk7OxWab5P+zXn8Vem0
8DRLonWtTKs91WrkFxs2hIclvexEeTvt7M/7HAY+IAUH2n2I8dDAvJ2oAuLA6lIKw7WWyF5W260H
DblyA9vGXRheCLDGak+aZ2vKGhH+YuGK8OH6UASDmSUS8uDXUY6tQ03/5dIazYKl6wb/Q+77E6AU
P/NPYVlQV6i6Gojw43O5dYcupKUlTqbfQA30duJI5QyT7as+qtdtwr6z0+xCG8i3f004Nyj/syk0
dU5P4+PSgpqMzjg88SjOtNGlQ53r6suQxNZndc7FL30oBuQUzZ7i/TxIe8iFreWiGQF0n9rQRl2m
0kFxmbV/ybCtqUBOgCdDpDoiBiwpXhlOG0WqCXdnHutzaQSh/KpEjW7tLNnG9QKWmp0KXAZctbwK
GfJIJjNKasITzZ7cQTXSFz1vy7+mZJAgsR1hDCxM1XVG1iaJ2aDXLl2mMpIHT0h2+GEMUAR1i6mo
1SP62uWnx3th4zll85uQkyDT3FdFgpQYM2la/6IlWH96tVQapybrJ/sATsf+aNHcf3084sb1AlyV
/b+gb6BFrTZfo/hAz5vAv9RciBVB9aHVqBeMaZLt1M5+12NX1wuxPIpiyJguzabVAySSyk+iqZUu
w2hIT3pop6ZDMjrLblSO43c23IxxAFgkEMhlnk2XJFai7wO1m9yT8rL+hka/Vjmw7eyfvoF+tKNL
hvIkkkG84A8yDk6jVLHizoo8InyZSXJzrHspF9dJLamamQ0V9J9Kg56LqwbDSAzgl4GNm8FYf+iG
CENTdRp9YG+JWr6KqKGoSpIUZpipkEoe+r7qgSD4XfuddgtSSeoo6Z96Zaa5VJd2/iLRKb3Y1LNI
WFpJtz8QlchvcDBTFE/vdaN44voe2/d0qkBZW12czZ6vpOC+e72a3+uE3JJr5XYCDTfLpfocJTk6
9lZeKaEnqbWOxxrWiicbOmr6ntAfQI9aTGhF1JY9ChePALN1o06VOyywy+65kts6o3pq0jwNU/m1
g0vysUPWqXakUOqforQqA0RnuJLdeQTdWGS29VHTSKgAbvfmOw0s2GdLaQoL4Ayi015UmJV+DOma
gnOf43H28nkeKyere5pdOFwGtduyLr0zBzgyOVXuh5ZnhYbFfZT5aedhRxN3HmwIOUWQZbYhmIxF
Cu9EDSTZMZMy/xemBL5MSKrGnx9v9vsnBuNPKO4WTDfkU9c5e1+3wqL3Jy4yxeRDK6nRPynqzEc5
61GUHMV4xJ5gL+7aSHAWu1F2PXkcnOL1GxO2JDNC1MZlQl0MlSS90tG50otJ0JME4O8YWh38TGsN
wzOqkxafRA3rKX0DYSlpdpbg/rzf/pjlav0jnECGiI8jmbD7kyzwcjwJD4VRqYdR3rXV21htMM7Q
talr0WJeEy1NI+NgDap+Ubg5XeD98rUTRZhhYTnbx5mD8tRqqIs9/sYbEwRXShDDJbM0TJYr9o8J
wsxroy7rtUvPtXnyDbnykDaAmzHsKc1vjERiDlSA/zDLtfxr1BqolMdYyHRgt72qFfGHVg7lN1Un
wn8eT+ruXfitqgdQRywwNt6H1aQGKSp7NbAvpSp9mFnWqzI0n+wmQkNw1oK9R2FrOJXGGg8CM7xr
+yq5XgBLivE5xaPmMIet7hJMKK4d+5qrZ/OeB+fdSi6dtSUzIe4EEbkWecUpJBS+PIPR883s1e9b
H3yVhM9pmc/SnvzEXQyzDEbBDkkEXqO7QisugYFIkRW8iCSK/HMOjki4aa5mh0o1ms6dpwq/vR53
joBbMkyfm27Od8TithaYeO83C1Lw8K6+56zSjsDb1LxYtK2fgkk301MP2rQitk/zNyVX6E5k8Vvb
5+b1ZdqEMxoa+2ScdymZzu2dAeyxL2FiGc25Upp09jR6aBCDoSn0gKrwDMmVSMCBs7tc85S29380
+aBeWrODvBxaSfBaRuEAvqFskgZqfdru1bzuQjt+JgUY2rogZKn1r46vZM08PxJusBUwxk8qqs0/
zV77awXyZRSkD6GKAf0k6r49T7YKWw2fDUxf82r8WmaTAcZqoscfoJD0+vjsbs1ooYkB6aP8cHeY
Cs0e/Jl+xgW1k/FATNy9icpI9R6PsnWEEDqx4dssMkPrI0R0l2UkK+zqeEjcBC+cE/XV0vFtaqqP
h9o6QCT14EKgrfCSruI4Y2hwXATAfmmUXA4cU/TaPyXv9vuuy/wvKaiEELujoCZ09UcQfAZtk2kn
A9g6QAD1UB5baPxM+vYDKphaYZQ1WZcJfODiCUrZADJY08cUcnNJvuBIujfvjQ9JKY1TS0qgL4rf
t2NOiJoTmqvGhZTG8vI8q84aov+Xx6v7G3K5OqhkWMQpXE5ciOu2ml4rlhTLmL0FEKzKxivmZqgP
xBfxxwxBgfYQk8hantJUTYt1lIGEJ55baf2CgikQmjkSReXigCKJrzXGSC+djxGKA0Q8CFxZmdvp
nY0sTvjON8Pin7YQrfRm7hDGcifbDH70up4RY0v5fERu125cWWAPpvsSJlsd/hWYXTWKll7KofA/
t7kZ/7C6JPmIFbZmeSj7TNZZ1fEJcoe66r/K5gTGZNSH4X9Dqxd76PaNTb8IIAP9WAQdqBncfhF5
6C0zGTAuM626Pily0BzzXpOORZvkx8ef5S6YoR5Ca45XHlVDHsbVUHk6hbUh4cQ9EWu7gEFsp9HD
2IMUMp+EmpEyISN2eDzofeFyGZWKJb1O+vF3KAxKuEkpkE28INEjHcnLc9IB+jcfC0VRrhGhZODm
9PSexr4Sz3OTZE8SBY3n1kjii9HbcEhaXTW+2sjxhjv53MZxEKw6ejXQ+Pl1q2uAh0vMcUktQJWM
4n++JOb3UzBW/2XdSSfgqKgkxOvgOdYas40qy75IBRp1MQJBheunoV6/NSE0dJdYaor/VXGCoPjj
td+45QhFlgeChGAhT9/urVpN67KOe/8CMJlWj93a3jzavjsZcX4Y4kK+tmNqH1olGD9g1PvXKFi+
POUHgks2uH633/DlnRKU9W2CS9FdytaOXClOs3NadyVqVkr6traz7tB0g3osU6HudCm2Zg8gj36M
TUgGIfJ29pNixKlSRUSAllV/XuQcnoVWyCy9iVqf0uRepaSNQwI5uKMp76KjN+53LCF5zhZRGH7B
cvL/iOKZ72T5eepf9IW9i1xek7/EVhorXtvN6ss4q1JOhlhXP+N5CNl4iflvJUL9DYiOQUE0edbG
c0sj86vv6wQpuR4FLyPs6HJnm2xdQTac84XX/1sU6PaHTnWCy3VP6JpHdfV1VGMTsEA8kYcPWjDs
PPIbRw6sG+R2uo5LDrs6cmYwjlIdkAaooFrplLbilzHK3b+Pd/7G2pM/ARAApkuxZr32eaiksiQV
PEDJbJxR3lJew6ltj7KvS7LbVv/n7Lya41bOdf1XXOse3sjh1LYvgAkEs6hASTcoKiEDDaARf/15
QNtna0JxjnZ5eVVpUZyeBjp84Q1/TP+C2Es/bEV0oLh7Ev3nhmzF2CZeOOZVtO8QEs+2Ttm35YXM
8FTugoHAmBo64C1aE682nb8tqkVHiiPKCFwqTeKaUWiz7VKD6I2veGop9XsvmodvnW4ijstFIF/0
IjVxcPFMas9OlYrrzBHp8OcL6OBL6YcLCF9PB6fLxsUss513aMVH73QMg7eNGi0XArfTSsT6AEAr
cJOBhiK4OByrMSqnrYXqhpMZ9fsxAfeUQs71ndoTVyWnTQDRwvDZMinOpBNFqr4q8guL+MyO4WAz
qfKvVREutsMvIbJmyRXREeFz3d6ZtgIfra2ja1R7L7n5nRtqZZvRoUSH+CTMr/qlna2SlVWbMv7V
yaHfYlUuPzl2/eHtPXNmZ7JwweqvBHJO7KPwQLOopKVg58LO6sxtGcX109IlzgUtmTM7kzFWQCTY
5dPy8OLSuLRaol6kqJZPaiKzqxG/pseURx0Hudfb396e1plrYKUgrTx/rkJK0ofvSmaldGK1csO6
A6bsO2OTfi0mJ5s+J1oJ5MqsveRlaYv+aSqg6AYDGqqXNsi5VbuSYnH0QQgAXb6jL4Fos9M11eiE
KH+OX+nNRfsWc+LOdwejyvyIFCDxIfNVCw2Jtr0BI7Bczy5WJxf2zwkeg0RjLS1xH69dquPjd14i
tK961Qq9hPJn3LuGr1ljvs00VI5LUch3c78ogYWU0IXr+PW+PUoKYEuwZ1d9ExQCjzaNg+WOM8aN
HbqOcJatOXXmrsEj1fX1QTeGW0QuResbiEFc1Z4RfUikE33IPGe5n7s8urSFzwTDeNWsiGQOkZXc
eLgsIlKspCgiK9TLtsPoiPfjjxAfNjayKDtNtGLrlu3y8vZiPLPHkEh0UBIEGHxKkOZAByTflHZY
9vbXZmmqG7gIyYXKzJkjA0VpMM9worEcOu6BklYWELyZmkyxuC/VqUE3fO7nb/jV2c327RmdHQyQ
Bt0XAN4YrRw9xyxeHbZn6tFZWYcV0i3Xq0HsxutG88+jdSrQ4DRpaa/9nqNX1qqlHRX2ZIVUcUBn
lELuZtXKL+yQs+uUoBU2OdciIoVHUfOklsYYzZkVLubU5FtXrUqUf8oie4oaLZNBs2jZbZ/WWR7g
CJnc9wJok19NI47IlVqiyPznTxi69+o3Svf8pKXtOXXXFXPOStXr5GagsFT7I7y7fKMOrtlfuNrO
rVDYK8ArALydlhapVZrT4nZ2qNDeCyS9pAAf4OJCSnRu1UC6BXALsZir9OhVmrgMDVXNKLTxIesZ
1hjkZjPvQN/0/4vHB0Gd+2zFRSF1ebhAkTIUlqgYCj5A7hfeOIVeNnmbKG61C0Ode3YsTU7QV9D0
cdSZpK2yCAiioeoo5fXAeCAdp0uWbWcuE/RW1uIf/QEcGo9LBh6lEhc+OFsuLb0fEivtKIgWKUd/
sWekjjWgqT+IkWw0jsqlwKy7rvKNYY4Utd5emqeXOd9kBfetMrJE20fPtovpmLupZoUOIKq7Ic8H
kJXSjgdMop3yVp+lfil/ODfkCn9ad8JaXzpaOTaI1TQmRAx1mGpX8JZWRRgoV7sYC7DryegvVXNP
lyrlAWDpvNRXW4ajq5si+lAabuqEEAiGTVa28Y56krWtWhCFbz/Os0NRkEA4bi0eH3eXjUk1QEha
dlgodglrWsWzDcnSXdNl6gWK6PqYDi9jZkXPh2jaIYY9FpIgAqPRjKFaaIjW2arRNOxmObxo6WRu
88yhJJq4EdJZDQYNc3YZdLfS4U7GJ/9b+f22DZr7cFeqmaEkwH+ccMKZCAxE3L7HMUu7UYcIL+BG
G/eL0da9n+O8lPpGlYz3yNZcwiqce+CcdVTDgKycpokDVLnMMmMnVDut3OmQKwLTmIsrTadf//a7
PVMHW8GFvF3ulpWjun6X3zO3GoQxnG87BHSNgCoCYPr3IktmkhZX+VCAYNgrVum9b9vJDqepwu6+
h6Z5uxTqeNO6RrPv0yF7cvp8+vX2VzMd/fRtsLwRkEFOEOHh431sZi5TB/MZRnnsDS+EX8J8N1qF
pgSGYjjNzlxsFMwcRMv0W1g9EqT0rMyzvyqsabspwcBT+JXVINeV5qAB7XdCKFUnbq3ctPJHIv4u
3TYlH+8P7VSn/uDkzS+wbG79c65sGe8aDQTrrVSrTL9tPLq7H6yUjMDvMXZ3r/V6iIELzWq9fEkK
r6sCuzPRjVMsb8ZOxzbi7AXQTzNuBmPujb3iGKV2JV1NGoEnItsM0Pfuo18ONlsliIMJMbaATnac
3XXD2CJRCj192gxoxnMdmXX/UthJlu9A5IPhSkqE6YJYQV8kqNy+lBviW3oSHfK680OS6QOFe8Xr
Cr9rs+a6n9Mx8lM4CZOPjD8Cdsgh6Y9uWtNBabsG8Zk8n7Uy0I20I/YEHu2CNJqGb61VD3aQ6kmf
bNSm5zfbNEoekc5r+us8bbToKo4aVd/iYgduu4u9sfuU90ap2xuH4rjzsoytFu8qs3OirTAAdm8n
N52xhgBDuxTPwDNccTtlqVbdjJk117u2ICX4NtblpAbA2+0hqCbdrLdp1SMQVSP72b5TC6EU6Iwu
89e2sSpzA9OjeC9RoVe+4dtd38d1bqgbWPWVNYbd0mlC+r0dq+ZdMeNVEzSmMd2u3CjQFIO0vjm9
bkWPmt1R7Ubhrnm27GbIN8gLAx7TZAIKC2a1rvoopaH6i+6IOmB4FemfoPUnPzWj94i49Gm6LRvI
mntbsHyeIOCWL7Q4nManWp8nPvIw2uc50pXuAbLWpPmthkv3LX0e494a7GVELcrMfvTIl4pPSVwU
855683iLblRdPi5cCck2jS0987MhnztfWvZ0jUnOEO3GpR4+IQWje5tZV8YnLbKsG1XNlU/ezP/Q
LJ5n7uDUKYN+TqIvNWmd5attlA+bUc4LigieVjme36dOsgTQTOqXkl5uHJimMB5bihzDjY38HoKG
M3P0jbI35kAYDdZbCefLR2es5Ivs3F7feGVG50IFr9Pf5FFbGvtcSY3+Kh366idUKzFuKszCv5Ve
nzd+7lmt4QvS0d0i7fQlRTbka+ngY+vbaoGEVqyM3se0S1SNvleu9X489NM7RSjEglkm0s73LJpz
ft/YqbYzAXZ6O2QO8XxRSMM3UxTRY00GRyPHS8sqlHiUz1e5UYqIL2mmdxmOrz/k6GrNRtPE9LGP
ZzvZ4NDjPtrox1XDxm4nw3k3aVFpBkYa9daO7jp0hdYUiSQ76zX12egQ1guLwo7rmxZGRKQErS2d
eWNAmwbYl1ggrSqx4hFb0yG/HrvEi5DEGC0iv94wlCfHFKVzQ71Nfiwlfb4Xd84LDD27PkrutDbT
7E9TNudXBKvA6dM66UDqNsU0ypspj43owdHTtL3LLOHUAQqT3g2dcpltY8Wb74SnTt+GbKEGBnEA
04FMa8x3Isml+rgg0+RxFKINw0lamN81WiB5AF/Vm64NtzOHPY3I7naiEGD7BU5asV+j+4KKJFBu
+ZhmE0jKaGhwRFwgifiRoQ0gz9qseh7xaoTwYPbLCL2c2txjL7riXkHXPboaIpEP256KUsyiK2cL
+be0fhJ1pYE7nnlijbU077smr8dPWtJHxTbmeHlYepk50F0U9ast3OYBQV1pIm/ZqRrc7lrCaqUs
NfuoWy+O70rpPDoIo5nwfVAmu9UEKhvvYPDJz0ursD+M2G3vWpu1vUu4DwCLtrkbqDY8nQA18GYO
bAP3rU2FrOH8jP1VPu9iAzjbTb1oKT4w8ZTWz4nSSW1vwlB/n/Rz5ex4t653z2U/9wFuZ8ODiOp4
CsAEjuOdmB2gaKjCOHJjpO2SIxWBAqBfpHNX+majJkXg1MXQ7Ipct+OdqAinueK0vtgaOoL4BCRa
vbNK3M2CNB5Afw25bn3vzUlqftXrBQLwZHE+hTwW74xtmO/MRf00gXz5pil9+tNxWuOxKNGOgc5Y
ZT/Srh1/qLljZxsxxJ3jjzAL1M3Yz+Z7KuUZyFRtUSHJsP6euZC7cuP19fzF05ro/WBP3U09VfOv
ybUnusbF3H8cyLs5J6pJSh/3w+Z51JcC09xCWdpdUWrVR8foxBcRael7askJhjd5IbYoX2oYYqSD
+9XKqRljcFul+aZCuueX7dIXuI7UZKhDra/qZDMOifpQu0rehOg7p/dL7452kIMoj3w54DMXICiV
fER4WzgkJazqIFOdUoQS+Ge2oe9tz7eytq3nBEhQhDlE76g+It7Tr9GlY4OSFsZRLmTCuxYBZNO3
WguV4cK24luzqETuw2pJ0GmfZbuJho7zzMqdhVKwlB2vDHjgu5J+C11OGU9LoFRZ+n0R0WJuSSrw
EjKl2X0d4loTz9Pklp/oLY4KVKQaUZ7KSjhpcVZSnLCfRRK6OE3UnBuG93UcZvHdxMXG3HIUleqX
eZgaaxe1kYZXQzKr5lY2orrXnbL9YqC+xyU/6vKuV1r9M/UEuQSW0fWTbwzkL36t83l7Uc+pvWm6
CdiLL4tFuNcOXGkDblg3tH7eFimyEMi+IWpu19W7cYkni9J3WfRB1KlRSCjpfLZJ9vKAElv0wa0Q
sg3cuenaR0JInfulSAWsXS/z6s2sKMv3yhlUy697TFY2LRAFckfHno3rSeputoGrP2vbSSkmda8P
VnvVadKxNkqdDcltoTvLUzvUjbnHQ5I1Duxp+tQW4CmDXupOHySulxe8kYaEO2+B5gJFsjDLI14Q
9xi5LfOVhXooOX8cLR9lnDBLD1ztU1mnoxaY9oh24jQbpZLAyY0W+0clu6Z9fjvsPS2FgjVZ62PI
fK76rEfJ6zCwG8wk18LSKc0wV7J+3Eg1B8xozKRAfqxG8U2HJPRt1jtacyEBO5N6IBOFQBZRJgi1
4yQetrhacKNpoVd4a5AWp4+wgUtf2NklbZIzQwFepNaLQjrdsONcjwO5LBTJWYxw9biJiaMCJ4q6
q1mKP1b8YUII4lPUMTWqy8cZbG2ocZ2MjRVWnWFtI7TVd/FYxu/efnNnagCroBqFW50q1Ulnt5Zl
r/b1aIVgiJXFhwgjPk2cSe+NaGx3NtLB398e8NwTBNhK+gZRHEL1UbY6mG1djoUHIJO4cqsNUr8d
KwclryK/pCt6ZlWugu7wObAuwMXqqJ46DRAFsR00OXpqrdkuaEpvIzFH1ZWMlG6PGp+Lz5EcK+5G
oSWXnDhOH+3anlhXJJUBtBuOZlrmXVrFdQ0gVMbmzlHT6EYvwNaa3qBuENObL9R0SX/P5J6YIFMN
RAkF0NzRNiwJ85fB1XUkBhPlRSBwGOHdwLfw7aU1iqBtezUPZDUMQ2CXrrr4edd1t01kqOCyKlwA
t3MM7RYXE8yh+d6Z+6J3eCD5GT2OzDdjdWg2rcqdylVh1FgRNar3Mhvtgj7bKlG1KZw8xtDW1OWz
GQ/K9DxWjZ4Hwqysz4OamxxUSpoDbF6EjXBzRNCmoiqe4cBewqhZWimImwZEZUgGRKpsc92T0TWf
Ei03wlxPeiJ7rd0kgs5Mjgju6D5E4E7mp65x3HSrDKVw91NTJI+tUGfza6sZk4GRlY5OOgGlFgeC
gh+KMAkXXLwphKeUvgpBLdrbcTuSHEVa9+R5Xb3qS69uWfdZqfXTFVALHYGPtJposzSlYgeqKqN+
Y6YGgppupiranjLylG8GJbbsXepNWrUhCKp6hFrspr5qJoeQO9b1TNwPtoaQB2yGJvvooDOn+C4a
q+kNvOVGbB1hCkSHsAnHmsuA/vHRJIV/WCYw9kFmS6MPRJ8tSxAbKMj7dge+gZrPrD5OpTsUd8C5
rfeL5WV1kHiwVrdDEmvlVvPiGrtvhN8BldMcMK/EUC8v07RonyKUfbiKSyHiW0Vzusqnv8XdY5Z1
ia5KWqbtHhxf89h7K3QLRZLSI07Sp/UvosS41bHCgeNJsTvx50hZXLqAsVC2cmhTGThIRlGr6K2s
Cyrhde8Uwy25GbjH5E6RDc8gyOvZ+FAJu+hjv/TsUfoy74vmvozSpv2VLW31bKupTfpgmbN7k2pu
fIuMKLaR5FJ5H4Dcia6bNsfm1asUFwVKtai723LUO+tqVmwSF6ja5SevKhobGodusQ8AATwPY29f
CzHp3r6btQxydRnP17Kw2toXqRUN+7HMtGUjbbf43Kew/hAiHMzEL6bceN9bwvtCmpO9n7xGv4lp
RCpBn1hlcStcULJ+W1eKdwVDvr8rzBm65ZgvTnaFXH4XBV1Oo2Ani4zAoQSMXG/w3OyFz1ZV0Vtq
dPc+T9A0ApRcoSXWNXElAnso6xfTxC2PLVh43824TEb2zSLMLcGWSj8yjqGnoEugLYEOEcZCNbEe
nnq1MvNbtUCiAR7jHD2bZbmUqPC76WdiRKcI7MJaPniUxX8NS6Mu2yYupg/5Mol+r0A3l8iSG+tn
ZlOa7/J2sJ/iRa6MDdWRFIIqq7oXQ9HUND4t4wcpwKLczaPXvx8rlF39AYqzui3ctMmh8cyOs4/c
PqXcU2JNsavBavxUClvMMFwACvqDURolpgLW/ITkXVMFCTVG3TewMShDT1TtPu1Kzwskitx1oM5e
rAaE8GV1M6UA1dDdUlNeVi8hHi9eb9R+ohjRNs1F5PmqYjf5jozOILvDTZqXqlg7Y0x6uhtaNN30
+tBnAY2HqYQRLGhpO7UcPwxp69Li9PTuQ9bWjr4BVmDbgWaRfdF5KnBuxjTqc9zFpr63mnjaRNkg
kB+ji5MEMu7UMG+NadiWbav0QT6DbgonPcaNQBui7JGc2/5a6n3SXrgiTrsqiPrBradSDZSLW+Kw
cFposMwRZjHCZS2h0AruNvoQe5fqs+vHHFakGQbAFpcetfcTKRjNqUhKmswMQcb2mT9aXffgVVnV
sp/H6idd9eph7iprnyeIi/qenQl75ZDqSCca2Ze3A47TKADwLGKmKpJ/hKbHc3YXDKYdaiAhFkf1
rReRnyq63l9T93PeUeLL0FH0et81y3z/9sjnAgAgc6+IkzOdOVk0ne50nRF2re6+m/pJI8eYy53Z
u9X9qEXKhZ7Z2ZmuHtDAtFARPQ6tzAR1w1E0RriGen7tyXrjNka6K6L6a+SV9mdSpJJaZTvs3p7o
aUyHdDoB3Qo0h2pzHIAr2QAp0bD10C7iBQksq99Meu5S1VLnC0OdhjgMRfkKATR4G9gVHq5gSht5
llmxEQJ3WDZF2cV3ksPsAXHubJcbtDwH27GDt+d3ZtusVpNEq9T1geyvD/63fsNgz13dL5kaSrNp
Qq+Pvluzesm+4MxqgYbC48OGEfel4z6uGJI6RWBfDSdN2k3g9mP5DZtdeYfWu9dsOze1LjBaz7w2
VgvUHf4PhugY05raPQLosbGEc84JqlpJioxSle56xS0vIFZOe2SrcTNIDY84mGLv0WvDelEfaqvX
QrxBlu3S2vq3VVpsD6fNvG5RZAjI71rEB3qyfORTL5xIZ54tMlE26heoPoCvOBo+TfLCKWjXhAMq
cNt2AMKb21lEWLpkQT+a/4sNAS5lDcNfBTeO8TllTieslOoSDnqrBmLJa2Qg0yG0rKG4AAI7FccD
PMDiXKE3PGCO9cPF2Vr2WFm9rYZlVLOzVcXpXlb5+sbXxqT97hV45SCMZVTCzzJPyQJSvknCFG21
+142OVRHRx2wSZ686o+TS74aWSXCgWuL/fgxmI3s7J7YC2nS1HpqDWP+pg1Tlm9GV5jfhUbh5MJO
PXM8cNKDi0L4DIeT485gU8Dys50cUgZoi3BQu2kzLwaGjJbor1fzw6CHtvr26XC6jahsriSyNc+z
UMo7fAG1V02atSxGaEW13GpjRU9ppM3gIQr450MxEshiqi04GR+f8OAo7TQquFG0yororo19sUct
xp63eY9QwIWHeXrsceRBfSNb52CCl3Y4MXTVMYJTXD1cBvD01A7tu0Wa1oWj4fSVgWIDgwoHDaAV
YLbDUTJMOZuiiVVkjdT0rrWIcVO9tG+tGTrxoKoimI1Ce3n7nZ2bGoQ/MISYdqE1ezQoOpKRY6aq
GmIQWN50ZpOHtddfEo07NzV2JxhFKiwrsOtwai40Gt3ENTKEROQ+6MAcaLLJ7jHPY/ND03hq5M8J
SNULccC5YTnkAOiwQhwsPQ6HlRw96ZL2aqgZQn2npBmCNYWV7gaaYGag5dATiA6yobkw7hk0DaQU
HiibAXEyFs3hwCwk3RzgMYWUr52VAtPSmS1ad3lGUR9MTTO2VrTpCEF3Ip2QBdNkWW7yqnMu2bmc
7km+CeQc+vOrF/3xfaNI+Cda2RCBzku+iyhoh7raWVut6S5hiM4MhVAJVbo1Mji92ipHyrRc2zNm
I+6j1JX3uSZRLKkUffuni/b1SrFBYGEeyNVy+Hihm3V1h5FJqNMXaDZKZNEPs+pSu7AjTzcHpNvV
QnYFtXDYHC1bfUqKtMTYJbSmrL4F619t5kFXL5xlZ6JVggGIkJDaQLAez4ZaZqVYwlRDe+IigE0D
vWY3zVmm79ysEUNgyT77NlNBo5XcVfmlzfkKpzzKUrDWWauDOufAyRqBnGH2sT1rRHWUIf0OuWTY
K3lFzk/nsRBktPOo+kDS9ScELGiTwxM1v6MR5332bGF8V/Np/Bxhi441D73W+76hZB9MySonPtK9
/Joboz686FpPPamlfe+rPTDa0EDg4MEgIXrJE9f6IvQ0aTYYrStd4HRO/7W1suXG6HKpoF0Hx2Mj
Zio2FzbrmZAI0O56Ya1Cxif2N1bm1l0O2C80MDag1jYhTq7E9H1JtQN4Zv3V24v3eJtACXPXBoHK
S1/hX+vPf4uhu9LQK9eGnNcPSUvjjE69qRQiUMpEhBeGOh7rlV8LNBgAISh1Dp3DsRAUK12KkhPn
UEbHr6Ogd18ozqTfLzlA+sBrJ3mD4gJmBUqcJl+4cpXatwbPfCBacW+nBcyLD5cMdT1JC1wPsrFu
68+ZGc3OfQMkOGjBJr9MEebwP1qr8G7VUXbq5LtNYtsUjkYLQcPB0vINQhZW8tAlk0XXvBV9HUyr
x1YQF3YUQzd31C/L7C24GaIiKndToaKUqoumnTZKZxddoKzsKx+/MSjW6tI28VU/qdOzpegJqNnS
ZoKydN14k2SjqB7Hcex21iSH+d6MSgoZHVKv3pU5eqnx2OhxxvUaDzmaJwSpIqTEl8b7mvqIfQVO
Z8a9z6Xs+/HtN3J8I/FCuBc0ejO41Z7SJZFYKRT2RR+mrnARgEBtbW9EUV/cDHTfhyuqjvpnr06m
+BIz+OROYugVmb5S3YmYAIsdrgXMU3RTUewhNNw2zgM3EbgqJWMdf1Xr3BmCBAcR5dqWKEyHmlS0
T+xWFM7LYgEt/8dPgcCNrabS2gHaum7J37aA02eg4qm+h10XDZsaSQU/0zL7u2eCaLBFKQLT6eIL
h/nrBH8/5ngAtHdAyoGZA+t9jKTFOIDCn6j7cAQnN5Ci296DVlKXQ/RtROQsMyeqwckc1epdOcUQ
KZq4kfZGyUQHZkeLs0sygafbE/4G9wv9LYIi/n34HJIqzVLUK+fQrGrvIe6VLHTV0dgsTZdfOOWO
rzIHVhN6TSwAMgL9BN9bwCIl+R0XWkB9dmXKsrgWwO/2b7/Yc6OgHwPMHb0u5MCP6gNl7i2Rog9q
uBR9uUmWHPZxW1zim5xZygZ1rFdvHh7eCWjfQvRpdHOO7BRD9FVpXEUn0O22TtNrGz1freqh29Rp
c+MpjX2vVdV44RA/3cd8A2poVA/Ry6Dje/jm6rEDt2POatiPRXQF4i69aiDk7lIncsLcaOegtuPl
QqBwkuGuL5G6CzsY9VPSyaO4xxgQvCtGxBaxtQSfo0cONrUKHOdk11eTGg4ib0x6FpR7NX3ukOYz
1eYGvF0iUf2jN5M4seKAk0Q35cJ3O6Hnv343lBYgOXDXnFxrReyh3ZHIJSy0Qr+ps9Fem0lu881Z
cK0B1DKUE2pxNG423dq0ABPkLVWoDq2ZBECu4yoAFYpE1CzGKvXhNpX6VSuJNgJFYp3p24h+tYEh
yVOCKBntZ8Po7MlvBVI0m15vukebJHsKVEAcX/AY7gQ6281AA4XK/svI7n+YyiRr/WgNZ/xWNmXl
q7E6/sLWIqUWKp0s9S1Ju8AvwNk/mqjaf1F7KS4ZWR0HfOujgjeAggyv6VQc1LRFlHqyW8LW0qJ7
1aqc2zKLcdUwl9z7UYHK+4Wncd/unLq1P7y9Q8+cgpShqckgD0Ap9iR2hlGmd+yfJQS8m9ZbZ9at
X3mMVoVv5qUzrWCr6KHJ+qwIOg7HarMGEc+FnPBy0ExJtfztL7TmzoensqGjWEGtdg2IyNUOdxLu
SijWNVINObBHhSbLnA3IY+HPphkISfsyyekNaSC+ys1sGikRpaoYF7LgMwcxevQE4Bxe1OmPr4bJ
VKo4mtsxFHWbAWlQ562q5NF7AkFx4Yg8c3KgAEo8RnGfYPmY5ml2UUSwv0zhQo/moZE5reayEcEY
C/W64uTflHlW/Osh/9f36f/EP+vHfz3P7p//zZ+/12JuU3ba0R//eZd+BxZT/5L/vf7a//trh7/0
z4fhZyv79uff7l5E9zeOjR8vMq2r4985+AhG+vc32bzIl4M/bCuZyvld/7Odn352fSFfh+M7r3/z
//eHf/v5+ikfZvHzH399r/tKrp8W87X++vePwh//+GtFNfzX7x//75/dv5T8WlBjnvotZV3868P+
8xs/Xzr5j78U2/67S5rH4eUAMUFUgptt/Pn6I1f7O0wpQgdjFdOgqsWPqrqVyT/+0qy/u/wHLm4Y
kHCHLf2vv1EAX3+kmH+HjsqawhYXGRauQvuv/3y5g/f1P+/vb1VfPtZ0dzomc7BLXpW0YBlRrwVH
wUYxj5yAUE4WjpLU5S4tPPTbd5AbwBVdojUdpkKvo4AahTxBZAYn7Bhpk7rwzdy+K3ds1V3l5rfj
5Oy1ZLovBu3pt6f/7wn+PqGToSDsw9RH4BqXC9RqjkKfqDMM+rrUYhw3x1hW8T1AoWp2Vbfu9u2R
eD2/HTBM6miko2DTHtXUXNq16mM8jeb7Yvr49udrhzt6HYDImjeALviqgPKqY/pbNEtjL5X0L/Od
WWdJ8zx35Ek7WdVj/ezmStncw42urZ2lLFHzC0zGZL+36TeIMO+KbvokCD5tx8fEae5uRKkgzltP
veME5izN4VPpVYaxNYc26v9IPv/1e7PWqWeu9Oy1SHZ48qpTrQhrLrNdOnycy0cbkfpKXAi6Tx8+
C3ZFiNkQlVlYR5XTAvxzOXSM0Q99MFnXVn1Jj+QoGHydBjvWpvJPP3cFOR1Oo3dkhnxklO4iS/4Q
WrU1tMzPV6hMNHzkyvGhRfiNGdFkv7CGD6+u/4y8KoEwMh3VdfK/vXi1tZ14UBnZvouf5rvoUV6n
j9N+fL6wwE73ytrDhGrIAYQ+4/G2tLquwvDYw2HT/9r44tbw1WAMSJwCb7vs4w/evg2qCyVvjaPr
aNswKGIrHAXU82H9Hk6u8pwIrGsBHmlfhPW9dSWvot1ynd3bV0qohW9P8VVi4n+igH89SmpPCBIQ
27qmdRRPK0puVUAN090Y2HvzWnmo79vQDCb/p9yOu2E7bJdg2ka+EbR+sr1U3zfWjz8dHqECZG2g
yh2zgB3qopGe6ukuCYEiMdnpJgphd27k1XAF9OrOebKeLIhD6CX6QH/dIPuZ/VR+GI/uvX3vhF4Y
b7yNeuOE1oUn8/qc3/hqxyc/gibquHQ8mSneJsk2Zn131Iv3bhEIsOKtX9YYnIFu88v3TuZ3l9zE
jENW3b9fDec0FhsErdQoDxeCU9VTBgYy3ZV+fGXsvI2ygzsVjFfuNr9XPiuf0xsJ8AxMu28+Rg/m
Tr9RQpA9t/WH+rG9Nq9m/9I9dXqqYPuxHlurKCJtzOMtL2rhYLqd7KgDV8kdDbAWV1rkFy6Q3k/H
4Q7EKJFq9gqfVI/2QK0UEbShnBOy7qdiMxc6ZSTOu3S6cEetH3T4kjmILHQcuHl1EMRHExo7YHTj
2DBQbH63y94NBvZK0C+Lc2Ffn5wl1DhphlCBgqrpIVZ3+DYpSimVK2ZlGzfKHijEVveuAeUHRnXp
htdPFs46FCJNNOoIXQDBHA6FEkYXya5XtkjZPs338kH5Jt9bN+1Dfu1t3Yf8sdo2D8vHafKrr+o3
98JEj7iRrFtnLaqvtsUgh3VimsPhYcp4ij7iRyR3ImzD6DoJ4AMFZUjP5b7ciODH22fY8WKBOa3z
D0ICRDar5snheJqdwmVb9wmKRyimB3jubN4e4fjdMYJhWDTivLVLSCXgcAQIfHrVJ3O6o7oQuI/F
VX2hqnEyBQDWEKLAzJoqienxI4t1x2icWcm38YQGdWItnm/KUVxY7Mej0EJdm2KUIjWbI+W4Gajk
NsIoc6lBGliw4m6a5CaHwvGHc6G+ypsnZObqNInAj8qdSE6D3DPyYqs3irjLHC16wgPxkiHMyVxW
0Ai3FkJ0dFFpfR++Eq8YEYCZ63KLAbTmj6Idg8ZtLzXWz41CkoxCM/01uopHS0s0yzC1siq3U4T8
66bt2N+BLmHPX9g0x+cQ9zwimTS83NVjkNd0OB05el4c6S3TGWrHR3e1ChazHIN07Ze+vZjPzclj
JSBtq65d36OwfCgKWf9f9s5sO0+j69a3sm+ADPrmFHgb9ZIl2ZJPGLJlAQUURVN0V7+f1/+3E1tJ
7PHt4/80Iwl6gSpWrTXnM3uDO1fYXvdI9Ia6riWiqV9fhfb66UH/uLeeBjssR8pP2MdsCe/K3KCa
yqGO8B1hIayvCatElnvjDwQ1hGXaNQoSOK1GPJWDcnnrvSrfhnTx4KTTEhLzQ73B+0Jg1ZvmvvJM
nGjALYeJwYeTY4oKZv8N16pzQyHMfFvWo3nIYdZ+cYo2KHbmmpu3wndUm9J8a8J0pfG+D81gG2NB
VlEeu51Nm71u3TZPRm0DBC8LR480oifvwe8LvJKiD60jEYvEeSIixTwcjViYdz7BUg2lrh4yTJWl
uV0EDe2dVBYAVFK7Nrvlo0Ae5icNIcLLvUNLkhl7gQVvTIRzErKHBJ+QS0C+h+YPqaa7ASGinW6I
sW/rinbawSKVGKdeOT+E1cofquitN3GxuPyJy9TXL53OsbcMYc27X2EB+UA4s3fVZeY47GpcMEEy
qcDCfqnrwTpwMyFdl36d3YBFRe7K05MqBY9kqXQ0plUzbVTTq5MrJ4gjcw6ufaUnKPOzK0j8lqV/
NymxQV4Wm9nsvcKaaoZCU3st+aNUAjLQ/gQCsUcfX+TwiGjnd2Vc9qOa9+XSI+EuSJAKEmsEU51s
QTnLdAIOe9lum3fLWGZGW7uOWxdvrHiUw64NiR76p1Tna42iF8B7nqP455V1El/5EktrNKvPHdFe
pX201sDsMfrUwZuNhkMlAYK5NtaBHs1kEgNmAXqlGJVwChlrUonewFxdGtlttY3ZuCvIkSjLM/J1
o1wcenSML8JeG3j1EPTLXYANtEtW28HraW3rcoU+PxzSuaOjGOsQQXuqhdcGO6j+kZFG/bQ8F9Um
jViAlu9TETkUiqFo0UI5ul12harwlNsmcR+pkvO4JqKUaxbbTdM/5moqFQp57WyXE0m7Q4zjXZVH
Ag6zcOfN01LvCskbGHddpfae1dqHtZFziB+BHihJZyi40R7LvGM1bc6ngGb8R0ZM9asdNt5L0JqB
SrF6Nk4yei0nt4Ad7jg7pXXPmt68Y+87wtoJ/u2XhjzZPjGQsXzVJQibGHPj9Ma7tcEylxkmya2N
SDtuqnEmucYeTFzFjBuDs1G6YY3X0wGqJhbyQmO0bmJN12CwuF+z2T1HXrvwemOhNRrMZkP4iCqe
5dWNXpMnnapMebSBmQEw1OyhOKihTKUFCoQLVWcrdjR/Il9gJZBhu3ImqW4E2sYwZh5aL4eceMTi
jKHSiazHOejrIJoy35ldbdyb9LQLgpZL08CtHni0ujeREci2FaGTdD5armSMRF0fSkdUKsla4u5i
LAZWuRMiNJ8Za9k292UJHu25nJ6VJ1Se5oZr7gywp1PS5E59kEatr8MAuhGLtfEuvcYTOoFzOz5q
x54+hAzkLO6jjwa4A/A0HDpXjBeDoeotRshofrMXDdZyZjR/LRQthdSBT6CxdiMLvy8WbeR+amVM
ec+6wg7LRKyleKsork2Cgd05S3nf+DZ2djStKdbipt952lvttF3yBiN9iZcsXvvWFWlk6k6lWQN9
ZbSXe09axp0NVaFJp5J8gt3UGt633JCE/ynSePtjGI2+g9Z/KEe0UpYrd/Vo10vqS3xPMf5128Se
vlnX9lCqIolkJKd4kQN5SJXTyZMJZlFDzAxNeqmue950svGyHgRM3227sFVNflhzK7fTUZD+lgyk
zci4Jw7Y2LmFEvosKDIwjbmqgHGCKlwTp4jKzziCCAWMXGNrrvOgau5rVlTF4LVb8XDPvZ4TBEgj
m2mLsSQJJ2WxK23DkicCfsdLrrXr7ZbGrZ0LXP+tfXQ7Ys6TQhXhtxn5OUtNDL1OCZD0BQbNXqMY
cTqQMlPpb5+iQUUWs/OoKxJSJNQl/FYbZnET1lw5rGsyL9Daz1czY5Bq1y2WAj+VhxYWhkZPRqpD
RyHPqqJy4Kfb7lOOK9lLnFmXb50wCn/HSs/QOIN8rZhkTkzgRdiztc+bBvFA4insxBUJ4jcFQn6L
O2NrjRhVG67lQhjQfTKXFYkEr/RjQQ39qk/ZvgknpqnH5oD9OvWLPLRBbIRsrbLUOZ89DBYbiznA
IWKvplHE7VArBl9mhOUCK0T77AdidOLCsZYJH07OdMfQnq3iCbfpBRvKxIuhGuABsRFWVoc/peyj
6RlT7tLuBMoJPgSeGHWqss6vTlmg5RMIZTaebM7b10xvueSz1ijrvFj8ECsIKovgyMjQFlh0a/eu
pe31sEUnRuDGMfNVRFJfRCEROjFT5Qbvke8YNl+CZr6ZQtUUibJn53VT1aYOKGfMLhHZGk2pVfZZ
ES+NLh+6yexEbCAixcjtDDO+5Tl3XxrGSN/WIMoWLl3ogHImx+4VTT0FRFAshLN2p388kzWBnHoL
EVqYp7JkwCxl4X0m9BSIr1p5tZrBsnZ1y9I9LnLjGSeOPxnPY2BtWawGq3L2BZaTz0YbkHhuo2lW
CW+ceBpdfGMYijtqDhcd0+dpgaOZdB2YPnAoNPgnH3cREUzmiOqtdsnq6jDGfLdQm2/+ZA9dHMxu
bycDrVbAFeY2Pvc4X3RqGEhnYo7p+mNtEw+XNCGkjdQTVn8v+NBaO98U03226MjcZS7EscTf2OcC
qsUXt8xOi4PgIpfFgDn/VZgLJJiBRHfcxlGIAfy6L6clPPD1bYe9phv00sN43RKHJXWme6G9hI3V
+1RXbkno9DgWV93YwB0I+mj7sAa5xOo/WydjcTF/Lb3Z7hOvGnuZjMLLPrT1kvF+Z3PwUPrempo5
BKh9Sb7XuHdxSNrHLSNFCk1GSUcZXk2hP08dN+ROajN42+g7FLvB8Rs7rWeky4dhmvCMtNnsDIeN
vcLZtbPjXkZdRz2I3NprTryKctuZNC8eIwAk28HBkPdU6ZFDt9kORbFnwph5cFVqRqJOvgGkB/Oy
3NaTG8qkgtX0NV+HbUyVsag69WDOvHWIY3gXe/S+O1zVJMCZQkyX2vIEWaJrQ5d3rj22uM6Jxoua
C1/wsk+kwPuiYya9qcjZz3k1RjuvdsRbFqre3xdaZru2HNW6r12KIaBNFDGrtTYfcbNo67ZchQGd
K1vnvnsbu9JYH+mVO6tIKIwYnZnC+Lo11th6RH+M05xulP3zwbD9TR+7dhn8Z85Ryr8usk7NV5M0
Q3XtNHlW3U2j9sfjUIz2fKjIMHLiocvmp6Kk5Y/fgEygmMMKAdwdzKQxFRVrLxF1xyS6mMVCrkBZ
BeVdaPRUjcBiTJNxhrVGsYBO1KS2kxdfaRWH3/AX8k3Kl7aAxdw1lftxDCQElCZwzWeXPzeHwSs3
88rphs06ZzxQugMAesyBJwStzbPXY9Ytl2VWLZGXNHyuLzcaV5TktWgm8rCm0nD9VFheZfXsqWTz
7Sq/XL9M9hI5uw1M9Oexz92PDu16BdNlZNwKrqEzroRgpz1G45xBP9u0Z4EHsfjOL1j3R5smTglt
4mACwB4/jR5Za4ldutlQsrv01lMV6lDEPrTa/GCrrclvMNc689FwN3Zravyg2fXa8zc0WeU0n4MW
YC+31tCfz12M+PIQqCxn83GzqGZXzaKHMSQG8knmcn0yHBoXhwyD9Ha+kGPwFURTSbySMOf56GeT
mycDJsWJCA5yaL2D2HKzPOsYDSGNaDar3Q0w7aw7umrEN2Ge7aLdZBvsIubYAzMOwimv00DWlvtB
NKZq42nI8PDHEZimb3ZeyQW4KnXOuSSRrj7HAwnaQko+zjcuEZ72AWOh7d3DOxDmp2nrBxdapUEG
V6yqCs5iSHHoP5egJamxZkbDcUYdOl4Npmb3HbUz9C8RwAx7R7MhOrkyZOfva1u6+S2KyeJEfdr0
vKuFiZ8ItM9S7cxZEhcsYH5TSTYVhl5p+ANLxxnaOkHH3g/cSKz5HPOUzJJerOu0Yx8Jy2cNhaVJ
5Niu+kOX43m/HEunDRmanKLC/MZo3dR3ZHAvzX77MEU6vF304LQHdHb9V68JNn2OaKCq704h65+6
XEfGgd0gwqkZ9W0N76YZrStttpO564IFMIqBtmJ+tufVzY/VZLfzTjaaMJnczSzrw1iV8nPT2qUF
AYKMP6vcVI1TgfPR9WDyqNKAx2meBxWa+P3c97l1MwV9hbWk6eG9spwHpLFlZCBASRczxGA+GWQG
chxYmomsLYB0Cblq7is2YqM771SGhTKGaKNmADBGaaTwDBSVoDnxmc1XWi7XvtOPNfzYgZdtbIs8
x9YQFt5NW6MHuxhEsS2gXmjpEoxYYsOlFd+eShwzs0CClVujs3PHrkP3Y+uafBprlU1f3MynCEG7
9DEzCNZKy86fHh2v7/Q9/ucKpTjyk28QxnRNHFQ3fLWNEGt2IdftHL+oUR2Qqm73rZpUl7iiyL+N
pjv3Kc7x2nlthnbKPvazaJ7WriDqedtKdRWVmw0aHaUfw7F+5qTi0j54DddxEWeNKcs3e9iIWZOF
8tonuzUdnXphHsiLtumNZ4NaKjoDyIh5xttUM3EWKbV/IfWSs6ItXT26cozCpJrtub+lvwSpxQNA
d25VQV2dgZoRRtzgCv/UIXL4NKlsnPYcUTsUHp7ZZSkaEdhrE2pOg8Ozu8yxP80Unr6vUHqedqjm
Zpx8vrE2WHRUX5iXOMAt9nJZN2wfcSGI6QQopiJ+21BNqFtlaz0WDTtCYvA/v6/MnG99UXnDeOVa
iy/vl2GU5a0Z9dI+x0Q+DpeTwWEEYrDfRfmlMtz2Cy61gG7KqCZ/10iODGneqK2NkThvct/afnHX
cF4YYxng2t675Sa8hBZ7I5LJ64mi7Lo57Gj54AyMBwgn9hXGg9W6KHMOq1+pz6rouHYIV+GSqGm8
XLE93+q6CKeEzHGfkxy0G7eK9drLr0Of+7e+bxO9KcYFJFXQ29YbfRdE1V04jP3BDUVRxIIMITPd
dOSxo/CZHdkJHFnH6hRjmDSdsxRXAOAmtSucrDOOIyUnLm6feiXO13kSaRhkJxgCJ8/bFY/Udlnr
wkT+MxkYzZ+DIlcPawGy6QhFj8MVce+VF6+rZw7nQT5mc7waKp/j2l7xqVOtE2RLhFu9EECeqS4N
RI55/DQI/zyMIc6s3qCuiJdKOx/nQmzPfm3bTzMG6hy4s7Dg9ZgrC8wg/WE+irzIywQO11bfrot0
WQEgcNLJ21wA9i6BxMiZRB4l3PS1TjMgYhsJODPSxJxTlBMvYxd+hUnI+s27Jr+ySw1EYcikte50
Z0MQX6fKu816I/icbUX2AZdcll24hVFhYmZUc9jI7WXkpStWXuVUYYhOWg3y0HN2P0fAt4znKNeL
2xJ5XhV7k9zOizxSRlr4kgfEIYPjsuJeu2hsB9p5i976B4hdLTVYJ82COnoYPudy8O7dKdjuyana
+MOtJRwSOyKLnIPfPL0oMu+/OGAOQEHQo5zg4pTDGSBOtybykUW0s7K2e0Q/Yj47Gc9uN9ge+lIF
ZYh/OcDLHpfrNPqISrhBl2FfD3OMdA6pnB2u1q0TyC5EBdvxVRxgMtzPXRve9XnR3CySSQFSOrN6
ilYH2fcA4gkwxlAMaLSxFt0qR0jCIZ0g/9B3QSBS4o7XV1n7gA3lnPtXlTap9gN8Y24SSN+/LmuC
ng9YdApjPwht4PRv0G8kkd/3t7M38S0HPs2kc1uMtzJvOEuFhZMbO9KUbDuFe18XsVWhHo9FyLzk
LOuBsOyIVgZ9aBU0CChYcjozg7LUknCOiuZzlg8iRf7n7CyDdIMyodnkXnp6CPK0glWImLFfVR+H
fonrvpdRwTmiy0V4sKkaKHz8qEDuUcyfYU5aRdLJNj+6G863BNOze99mfvBZT37QphC4eLjUPd0b
ckw2PSE3OaaNndF0sMcx/yYmd/ga9R288EYX5ZvvtCtdamtuHvHeL89dYTY3Ecw4tTdmb7xZbDkV
p+/T8A1rlfE86RmoQNWKtaZZ7Xt3LZOFR0+NYOHBPuAN7m29Kb7UhmZ78GcPd0c9F+uFn62EH9Fx
NdPSqs3zsso68PV1Rq1mZ1n4tcMjSje1LLcLv+vQ7kSlis5rZ/AMFJ2nimmU2+ru+GBTfWyOxiIS
tHRuQ1CWn0+AzdPZVVoL9ckpMcitdGUldd63X4e1kmtC7WWxU+AoWGMim1YIob7fWTzLFdJjsEwS
wyzuCSCwk0j8kO06gepWZ7ttlfJuLc2mZ3W3lMo9J+0ynfKZGhrDiS6SGexacR61U3MPU6p808Ln
gw+kLXgQuTs/aG03a9znwttpakuLeG3oQxyOm8igkVxPrwUI29ToAuiHPOEXRPP0Aqn0xL3VZDa+
3c4998ki2RMqUei4nJhDxXkbZQ7Jof78KaCkyzjiCnGDVyF6JtKveVPZPBxt23D0js7yiO3BDAzs
qeTb2sU+933tJ06k5puWE9nDVuCdpc+WXY7eKr2YCNPpM/a6bdgDQG3OIXkFr55Z1jB4S9dpL1yh
2GS2VmwPfTiaF7kMrStjNtWYGEa9vRqwz6uYFu3wlG+Lfm71HNIcM8T6ElXLitC4D5iGlK4nLjnO
14i26DADunCwLici2oYXnI0uizZwlrdTjjX/N6GXRwy3DvobBmg6MTcz+uKOEwuPddcjzmWL3NJN
De1n1yjrLbHm7KTapmaBdtfNwb2jOcTyVVP6CmrXRrBNTTERm1Pg1xTUodvTdGq7sxoqG/X01Dev
odkFH4mbixAd4PF/KM1BPtoj/QzEq0szpMG6BKiRS/iqyQICoUilO5qMQ6oyux7XfvBigDMnOkYt
o89RUciA7lBGP8PZrO6DExTqS079BHS0F6c2hSHkN7DCy2OwRv2TNy+SlekW3+hTssVljL7aFD9N
fynMTX5tmBLLGKtatsSuBI4rrEl0u6iT5aMoBrCmZmsHH9xccA4ut2xseflQyqW5GdbW3guMk0HZ
n4MgluHsqJ3qgK7TEqNGSLRy3dc1twHCBSpqXjfaHazVOdjspFIi52seFhKMR184LKWsGr7io11s
/r6pvQItYpk4uyo+UVu15bA7bAvoY5eVqIAMYKf9TriRpMKp+JYbvrBZc7493c6dRVVUjZbF6u+b
6I7clOZxM1Xnxiyi7MuimV7GIYWwZqwVwOlBhWveEB7sPbv2qSjjc6Z9xCvW7KHvjazBXuDRo45r
F2w4ScghrTvNyIo8xuXLmnVcenk7y9LZtpttIGfpQlSxGbf0EfjNWek1ac1NBFgoNQjmqBpsB+Bp
Nvlgf9YT0G9SRbljspnp4wivdoCoyXHkit3f/12Wuf23wSr6g4DJOoKqCPD3e5ttznTLw4ZZ71QQ
7pbqALrhbOtuoEyeD+6jb4kDXPM96oFd64Yp0e6J4Q07bV3QkLu2bGKl3GuHth/T7tTL9d6bziZ6
m727nDXh1Wb8LrDg79NZKAVMS6GhndxC7jtBSheOkxXpsd5tbZc9nRjm125gGPtfT2ffCxrwoxBq
ifMFJbpNi+N0134Q0IkBL6m1eWLnQSh8MOd+uqJNQPonpd8urLz5v9TzfL+ej64NOaKJzPv9KHik
gUIFJHbK6Tm9r4KiEuVb/P/xqxBW8l+ifUEB/POv0oxckfq4AvmzecJ2GeroehSULkyXo0L4mv76
eu/1pwzsSbXzAZ8jRLZARPx8vZUMFC+ogPU2px1ncd1rc/YprSnp6S8bN2SS5L/5ie9fZy4J849f
F7JBuKj2f76kKO260IzW0raF/9oaDS3mcfBSx5S/Y5z//VK8hwhsMUt6oe/677QPxrCtvr9oQJF2
JBP35IftQUMze65/9+Dev/ShaRNYhiaFHFgsUu8vxbbiryM/F0NxQVes6EM/7TuL48uvH9g/XQeU
APiV0wtJbNHPdw8ibptHWemm1ew4R+LKxqRdAvs3Api/vxanDFciedhXEQ69x2GodWA0jaAopffv
fGDDDSirDLvZV0VRfda1ZGDh4KD8zavx9x8HJ4EhC5J5i7zN77KsH9d0HVrZvNI9kn6r9nRPYPl6
qvjNzvFPV4F+g2jZREsU+e9uYSn4CAR4WNMi7Kdzr3RRQM79f7tffFeunbZAiCJMON/n0HhLVdg1
vqZ0QpzDSducklr0y+HXr8P7XZCrIDM8UUF4w1HbOj+/DuXIoQaXkZP6/bYws8gsiHmrjGkbe2lj
lt3tr6/3D/cO+6OLlwDGhI0f8ufreXPnzfQhCTKuLb3vjWj6ELTL8u3XV/n763dK70D2RwTC6dt3
+it+eA+2FtU3vUeHpqpv35SYlA/a64aHTAbG7VYxBCqI7fR/8/b9fbc4SVTZKgK00mzw7+5lpLco
n+rCYS/EjB7l9E0zF762nNR/DLX/66n5wSFzcub+u6fmoF/WF/nyf/b9i/z6bfjJW3P6L//jrfGs
P06hPybvAC8CDApehf94azz3D+Lu0JljucEQhe/mT2+N90eA6oqlDbaCUCuCoP701th/oORipfCk
ERt9j47+L6w1tvduAfrIBNE9UlVyEXCs70V83WjZFeR6jhp5NkH7NDZ7TFY3VGDDaSS68co0jZ5L
7S01uTDd/Oz0hUtQ4FgBFsuACbN/g6xOEQ2RBapak3Cn3MnzA0Rey90DCan2pRjHZjd623xsR7tj
rtSvYRSXlW/MiYK/8EJPkEbR2Bf5TT8YLXL/0EU2k6sRNF5mqwKIsLVtmB1B/Z+1cz+8ReHQfJxU
A9lPZGr0jluQuUvCSajtdnAEM/Pgrig4aErpjQl2VmTLPfg1/xzd4sBm40f9Mw6uYkwsEfp3jMmc
Oz/Hq3ls1la8VsbafaiYRwAHzycOslMBzc8e6SAMyySM60DOy3E2Gf7GeF/Wbw2dYwRoYRt81a1d
PDFuCj9wTmwIgms5h1zS6zechEPQliUtRtBHoI1A6l1QyYw1ZqN5tezMbz6aOYjJj2Sxw/PPmGgV
OxQJzgPM/MVLckRCIwwAj2CerJlqKxn9pQQXD9qSFg0WWpq6TQ7bv4qqhk5k42ieYjExEA9pKXVX
1VCgqBoZH/QHLfsSSFGRd+eoB7vX0zitTMzVEd2+D9YQWJ+oHSBDWW+vOxVt7XWjiWaMSeAb9Dkj
JShSGpVMc17y7TsxZtHJwCIgwvGQRV51I9U08Dhtv1EoDgFpJwQVjq9FtNj9pa5yg7DgxumfkDGE
L9Ke3Ve/kOD5qB/Wj64w8k/ktQh+TUi49s5Wrq9PDUwECw7xC4zJ1TwgNFPkKl25Qed+y2Unm5uq
G1xrX5QGJny6got4HAeHwdS4SK+GN3FqftqaextLv6yurIIIXwYofHD3SCm0/yEIOKif4JDmGTyD
3ErlEuDfBYKvOF0FXV489K0IqZVKa52XuFOsM7reWj31pJa5cd7nyxcSxkIEJNOCgCQr1/6pQWSS
Ll2PKqJv/PCuLcrW2DsTRtM7a1S03zXp7MaZW7vzWz9mUckklKb2C77AMWQRZE5w0QwmESvNSmRp
in5zEDGZcX62l01jdHE/4IVmPLrwheFwIXRs1cVIOgLjVtLWhg7gBv1hBHZb3pZPJnHh3zoZBFUi
/UBZ1M2mx0HbceaGZ+W0x8XL5d24ceDaOxDoeZsq3ve0DNzTcLx13XCnFhkyzKEnW6QGR/43xtVK
8ZaMBjEWIrSHSx/N0EtgDR0IDNfp7ykAGT4WTo+AAggIFZnUxKpe6aIdl51NuIWVGrmJYnJqT6RG
Ym7weZABsLdsZZbHBYb/YSEqgt5vbU53309rqsj7E75kDK8bc8j6lJ1vfKj7pgD0bzvVA0m59HsY
CAef8saMPijAgbfmavRXgnxgmnG+bhkmUeKnmIRb+rlNA4of+UiLYGwAyckOWX5CcLi8ZABTw7Mw
0nmdsFN3tCmXEvs7aS7yZg4RSaERoLke51LMt+gnLScGIpy5SbNWFVUbzVE7gTYaZbyic2iloV3h
4i6FDI40NaqVjgH8kfM60wtTPOSHvPVTyNEUuQatnO8fsP/9qP/4Uecj++8f9bOhfhlw/yJDky/D
j3bZ0wni/33Sgz8gH2Bq5VTmnj7bf33SfesPCEIcDx26B5ARTrC0/9hlDSoBjqqgLgDfUA/w/f7z
m2549h8YaTk4UB8wHiTM8r/xy343Xf6l+jZsCg4MLhSfP5edfanrbGqq+lgt3s1SoMdgSFTCSS6d
/TL2zmdzqIzHgI7xE+jbKmnLbd6j4PKTNVtWpEFrdDA3uMkY+6yPVQ8d5Ie7efs/f8KPxtfvsLh/
+sveFcSFIcxpCN3qWDtFc2G7q7qslh6BFwiqKxQJWWL2kYcBntQKa1rJQnK2x8kgCovIqo6Begak
2UVekZpQi/f41brUAYN1CNpw2RF17nz4zV96Olr/01/6rog2W+2zV1bVUWcMtp1e9yRRMQFpg6r4
ajJdu/BdFHLTBk0y9jKXwqcbfhvt+m9Xf3e0I6gmiyAjVUcTAe6e3XhODQKTdmHHt6UvxuY4tKpG
eDOrVFnzxBwiK5Nf//RTI+iffvk700grwSkTNFsdN5nzLVT+VN7lqDDP6Mah/oKh/IG5N8KeMSDO
7tfX/Pno8tcb+67BMaGDsdHciyPg7mY/E+Iat6Gsr9rMfP31Fb7jWf/hZ4UsyR/PYiHkrsbc5uo4
WXlxsamuoAcp2we60YxSt6ygsYtML8pXk85xI4/NNo37MN+uq3pOI89Y0siVSM2r4QuyFHfflrZO
LMPKfmMXtn82a/x5E8J3nTnGEC1xmrM42pVYEnmKOme0M+xrzH9HZzPlOUE11TmN0YacCb94AHdF
JJKFjKfVZDwj7xyQDtfBwamW4tycLftabXq5cDq1npkDmoCqC4a4WdbxNzCjf3lu77FtzTCXY03y
NLK9BXhQBOiKcJ3pgNLp/tfP7buf8Z+e2+ng8sMZWhdVXrsQt441uUDAW5wOEUhoHL1aLRcTZRST
mbI9GAMzhk2uPSpF5j9TwwDNXLR1hwp33RX9Sa/CYCg2iqn6NMrcPeaq0MdArGMy2ZYk6DPvDqgE
jN2ytNMBT0WRWIO2dhUqZgQLC8ndmb2fxk1euJPuzhZFGag8fnLPHPrCzenODxVEfchx3wbfia5s
YqAR+fXObyiv/3a33+3rhAFvSBr89iizzUxOIWjp6m9ID9Ua7H99u985yv96Cd/t0F1P4z9aF253
IAZIC52ZIsRpyInQ1ypvPiGMe3bHQqYz8YVx2Djrbx60ddrb/ulBv9txSUHTgdu77bGCRYz+3xOu
n8yu5XIOKqZvzRQGzE9EHfjIMtbKZdRjQeiPRs6Hnb945nEDIfk7PNW//jnvtmC1kFW3tR43WzXO
5bwx82NCUzZH5B3wtKV7LsO83nU4qTlAIOQyrIqYoKEje8Ftxt9sjO+QNX89j3e78SQ9lrtptcc8
yksIcdC5qoks2j7PHjsHTlZ5Og6t5kgJPXchNOUoPIThpn/zNfi5P/DX9d/tzICOXINDbn0MZ9RE
FoezNG/r7gKpWU2Z6v8OfP0v7/b7Tm22hqysKayPMOAachcQB65ZBJbM6h5+/Wr/3JT785e8Rz30
dQSYS0XVEbOYSDPbwgZTGRFP0NIAxL8bbFbr068v9m/r6L3HWBPPsDVkCiIeH5z9WvnVHYNbgw8P
u05l+bD2yU0+M1z1hn6yT8kZk79ZSd9dff+wkr73en7YMgPO6+vajcahLAt5PiiaDWYbbs8rsdpX
ygIP4Tkc4ROj8EjxUDaRBKY1QYLidO59MUcqsnjkxuepM5fRNUaozEl7byX40JubveFKTPBNaZ3m
15H6gsykeXLLQh0ibdJFob9OqdbJbunT0l0XziqzWsH8EPl5+PXt/R/n/T/8xuD0lH/4jRzkNbCE
UB5D31xfaSuTa4O2Zj33PdyBe7REKF0qmIlBrPu6vqgZHot01EjjY/S89Wme6i/IglVPJPdQXQl/
5uUrR6bc9RRWV0vd+xUH19X86tlj9kLIqqVTE8PgM5GV+hmFZJ42xUhunUYOSg5qQTKm5/GtimcU
zYigZRFVBz8rg1szRDufoICwYLmHwYRUbLGvBsbz106Go34HKy46q9chpLwrLWPb1U2GSsCEvYl/
hwr44EubtlfpOPrWsCFCxnMgg5vcCxFrEFIhLkoEsVay+A1yCDnYxqfV7Su6Y0az7Eb0J80lzpP8
2aNsu0Bdv4TXUyStnecvrpMIDF4I1zmEk5wpZuEnUYHWFGOcxJ68tPl4sIvWf3C0IGR2le32ZpAG
93UW/5e9M+uOE9my8B9qajEGxCuQk2bZkiz7hWVJNvM8BPDr+0vf6tuu7Epp3XruVy/bZEJkEOec
vb+dos+INM/Zt0tl3bcevQQf/5h91WVCPiw947qNYUdpw0WXipjIqTTxxNUjQgEZEQ4nE76e37dy
7TbYGTrnalmRs2gDf0jbZD9axUWhr/gPqzk9TtdFC6nRMMfse0bb6cFKy/w2p9dxaDGe7pzYpC82
wOHEpDpZjYfVpUkWuhm2Svf90qNxrUyJUZPa2dmteWU8Cx2Ztq8wAebIY0R+KzJXahfJ4PQ/CNMr
fqqskZdotxoEAejbNpzB6g3c8QkiJ67KFqkToZFB5IxExRnd7D2U3spTNnJVfKrKqip9pzE9BpIp
yQvamjK8Qx6NMhp/QI4OASPYsyJNiB7Rij1jYzc5KtPEjLVyL+fEeiZGeNpbXt49ZlWWfTdyIV5L
W0MtNcb1Uj22gw470plWbXvUMyDQp7cR34vUqtrAaDQgeTldKiYqOOU+QYMrn2KzrmLyLsxc38MN
h79lGYO+jYq8sg/t1JuHHAbsuCWpdqWR2ouKo2OdXvXOIpERaFPe+WmTTlEoyJqgG5fo47098Lv3
cWvgkvPS3vw82poZh+nAsBGle1WEqnFEWKId80Un5SWpOvi2rDVCyBCpwfc6XPFeRnHqY1dav8rF
aVtyi1ZRBWY0D5/bxqmQj9iLlm31Ef2O8uxkh1h2RAicyOE+NljXwRh5LPZiiH86CWGlvo0sha6p
gaypq4G9+e64tntNkk89922T3RLUKD4PWPieO50Yoo0matYhSycOsXxwGBK6leENTn7l0wj5UvNb
w6lTdO7naGyqnxosvlcvngyCjfEt/2hJwUgDox2RyEzITB9hyBJ5exwUvQxTPySE4ljVjzq2s0fs
NgjoYhquY1jY82z7hmUfmT3kQn5v9Xi8GZnRfVnmcdyaWjdiik6x6vUR4ReDV0fNJnK0iEiRxLzB
twm8gDxfvxnRd2G4bI5OLgeJoNNcEEY6PwxGSYdxzsr2u8tywqdS6l27N2soRblKrCIsas/6OvXj
nGzILbtQpY6jcYg62syZ0TZ7by5qyIFLNu8HLOMmEavG+pLLrhn2S58t6wa6rHYV9avqfTaF8lOE
Vo9dc2i+6oa7lBd6E+nXKE7XQzsmg+tD96qfbNjgM63Pxbsy2jUfNnDxtranKfqhcZTeGHheQh5k
u3daNQvIyjU+JJmvGc1NJMq4jws2imFJ91h1h/IYZCB/ODV5a5uyUPprGdO5ZB6WOgiy5Ty+tFQE
1RZ9VWH4eLTjMhC0/a4XWcNhLAQ6I9zlTYbc0U14WcZIKpXW2F91OZTfp4K4Bb9AVnN0SbTYhEWe
s577idAy9nD2zCBtJfliepI4V3K2+R2+/wo8c2A6hYe1yhrpMXecT4cFxm9lxQfEdQtZatZ/hl74
94npVFQxj2VftmVd7+lAdkx6FmsfY5/4YEZ/ogv63//+5MCPGL+Wq2tW+7msIR1WOYMaSVd5dGAK
2Hndf0Y9T5YyqdmEukpISJElLsaOo6Gs02SbG/DjPWdEF2ljeEp4C5KnnqVPzeRiLTIH9FAFUFI8
yJnPI+QtS9TWRWt7/Y3eoXt5/0GcO6KfzuFnmt1ROqzFPhtVdsVEBmlXhlcDn+iEfo3Azx4DLb82
2R9ajqG74uheMprpIyT8sYXxN2chcVIjuBzjytxr072D8eYW4Wx0Pasme9ZaQhwXheIvZRK318Yq
OZqCPkrh+SXc+rvrntQGCxm8UzLa6T7Cd/uGBWZwtim5TkbiquaK9HTh+Ai1otafQPs8Do7df4fg
0dKPHPHC7kSTI3Yk94y4bnedQXsYChyBjrqWPyCE+YnKn+ELgY4TUZ59ET9oRRlT2CdFLTcimcRX
bZgnEtrcmnewbUVsIKjsP3iyZ+7raZZHZTdZzeaa7JNxNjn1JMdGUVMMm3FWaCTnNnKoU80mtnHe
RNVb0md1HL6/qs78vE9lWispcZi5qR9kJcqvIp6XDcOJOcyarPkg+edMaXecVv9+hO7m1O2wS2Sc
3MxgzrRyV1YGB1ktfZvBjn5wE898kdMYiNhdUy0GHUBoOsbMmJEpoxSO30pwyHz/Xp37BZ4iW6pq
FVphzcXectZk26nEDorUOvoQa8MNXV4/cPey5a6qZMfaQzmtvDXb6bEZ/fjgIxw3rb/5Lbgnm5nb
aIOc6FDxKyMys4mWZYdWK7kz8iG9bxE0o8VNukecjSOtDcu5ztrSuV/bHI4FUPZ9gxXtg+LoWAL9
3Ucx//pcqy5OWZhDvtc4NmN7I+Wz1B3lQwfVAqOss40rl+mf9aTck72HbpibZ0Nc77HIw60TsRfU
Vq1trC6qP71/b8+toJNtZliM2p0769hkJA6ixYfIYSefUI6h1X3/Esfu1t/cslNEYwNzfyKqtKar
OB/zBHss4Wh5P4gmPvNDEyeNXS9S9AJcUe3b1ukClB4PNQrhy75Qi68Wcibe/xJntitxUhJXkyLn
iep+n8wNhudBVzdFrF3HzbJelZpDM23h5y1GPNFiij6S91pnlps42UaquZxxlFT1voz09gmKFV9I
aBmViVbY63NqCZwe4O1jil4VpxPpq1Ft+WAg1i7AdpVfDUV31CKDXviJaqLGJkgh7Pdi6rRdVk95
y4HuWFBrC3vxWpFhdWk5bb1bmlLdNeU8PbszZmASFSr9YJrMKkICfRJIiQB4mp0OPPkYRdqincTM
090bICCOSOxucIJ56Kf7NBrzp2opmTrZVVt/BGA6c2ec44L+rUeBi5hpVpFn+wiDhl/AM9g2/bBe
WQXupSzNs2dsC/EHi+zM2MY5adwKAyV87YGlyc31h2UN96hkesqXjLCLydj1niq+kZb5EVP/3J57
SqvURbZktceICnvRleGN471ek2QBkQNrh5k227FP5LaQ+fdodbVnJCC6P/K2vnt/sZ/ZFJyTTS43
ouLIUc/3dk8nC+e/u0mZJ27Nskg/GMicu8TJ1tYxcvGw2iR7RnHjIUpNHTtKWl8WovyIan9uhZxs
batX5WUDM2Y/WHAdYtVOOCWd/KrpjAan6QSFBkDS6z+6Zad69gqFGZW7F++pHRH6K10cUC7KQM26
u3n/Emd2Ovtkp0vcal7RK+T7kobTnbEeg4wrPIUDJsUdbtePVt+v//BvNuzTSCc5tM4MaQBTbCSq
SzwOVtCLOgoNVCjbSrO06xEr9AXO8luDH/6dK8py4xp18zRWpvG9ViUemsT4UVFi+Fhkax9T0EOs
smo/+UKLmn2RtFCy4vzLmqZi+yvUliK5CpSmzf4yxvlW64YdOGo6Uk3pbCZUuvQ9pvwW7+prRguW
CheiX+aQ9jvVMcBaN2mhp3IAmkVS3lc83k2Ud7yOIW9d5iOhtH1vinAV0TdyFNqtSw36wXHy3M/V
PtmlSTCqUTKYVAHekbyTVXXmL0MnAlHUIkSA5u2SztT3naai7QSS6Wvct2NglYX+Qb13Zq3bJ7th
jZtRrpYR7/vSjb8djcOfV7PFyoz5P5i0nLIc7NH04/2V+Es5/Hcr5GQ/dFtczMMCLKMYXP3aFX29
saJqxXzQdQc1m8luEL1J1dibIbJweGwzPUGSKQHipCIC3VI/ykSTYHSI/h6dTt/aakaySED5N3yL
3nFEmJHoU5ghZTjqpKWuP/gZnbtVJ4dJOWGmcyH87N157jdkJelI/avlBpTLlyHN0/u1oMHx/o06
uzJOdtJlifOsPPrLMYZUe9ta+p1eDMuLOy3TZTql08Uk8v4yKZLks8rLGi1Y1odtSnDC+5/gzOHL
PtlnM6hKqaYPfNujSGxJEW7BBfsoDPLcJOYUHtz28IzMmJFFbPzp59rXq+o24H/6QM6ze9los4nQ
bM0Io2hBPuL1+KDEOq7tv1mEp5Be3QA7MDUcY3SnQNIwzlWo51kaEgvZfXDqO7Pl/sok+e2QQdMp
s9dFS/buspjPFunr1wjeXntvraaA3slH/aYT1Pu/2zW/zn+/XQgSFHIi4Sb7HJef38p5ubfUSoRw
Nwww2yJz5zmFvlUFGsmVPPD7ygQLloqUI59oMsYY9PaRzGrLZopd62JxsHT1roj+4b0+2eGQGlvD
4vG6Lroqu49M2sHGahaMTBzj6f2Veu5xHv/8t1uQLl49NoAx9gRyyB2SZBKj8FXf2uDJPqhEzhzj
rJNtq1eFPgNX5hJ9BkRAGehwtFxuTaeUO1yZuBhjY9wwM2o+uOK5L3Wy2SCBbdcGk/CexzcEgqzm
C5ZsDxuj+Sj495z45lRdjjg4nkD70KEiweGBFmy5m2Rn3hUdJtgl1qxwaevpM9clUblPkz2xg23g
xN6K+rgiQNo28o3jzhAvJRBquxJjQBNhCLtu/qh8OvdDOtmGRtkOiuFQSvnk0M1VICKWzF22tWDK
46Zru3t/EZ27zsmZLxKtZrox+3dnLA7D9HK5BNmIRpl2GtgxSA3vX+fMcz3NBJBlhUasdVK6tyOJ
RETtQvOT2qZTQG/ev8SZnfsUK1szDcRigjhhmhQ+2EHa10NbLZv3//dzX+D4dvzt12aICY020Q/g
L4HiEYDrbCKTN4S3MLX/Z5c42TPytsZYXKBfyiAsYcjF4tk36y0i3o/Css59ieOf//YlwJuMXgcO
a98lpL42eY3EDJDI3TSVHz2FMwvqNIJBS9IVRpcs93EbDU9RpOOInnPjIHRQkkhBh8P7N+vMqeTU
o8VH7+Yxt7I9OkvSO5ob4gOFb0CID0HZYMslUPn9K527aSdHklXwYlFIo/d2xTzArAjpy1z4B4ae
yA8ucU7f80uF99uDGWKzggY3ZXsyRkdO9XN0oc+pBoiyMndK9SjkjyMbk/bCJs2Nwe8M27zoSs+F
6Ot9eC4/9/BOdgMvcWgLVJTRSd3iB1PgGvrAcAzjW9TWKOfNJesOkxmNEoXB+B2wkfENIkdDCMNo
W6/DoqkLSXDEEfVCoFhSFZQRXmzQQHn/WZyEm/37vX8a/FxrqUN5j2bXgnOYAxz+vNgjs/ts3ppd
3m2GmXYr0kNEvaL2gt6CBsgcedzKeFTgChwH66C7wDThMQKErJj2uu2XMTa83eCYCZL3aN6gvVzD
EufIJjtmDI55ctmp/qqdYBXXYE78EU6V/i8Ebyy+CMhAO5Cu+Rby8iVPsN1NgyZDO43Nm1nvQ6P7
aI8480b+9U77baEUQGDMBkLBnvm/Catgpk6RGbpbvaNYXM2f2tpQu3ed/GDjtvUz++qvI9hvl0Sp
mcAjTrK9WiV+S3usvcu0LSEoFxzCVshe49FXVQgZNGTNXoMoIFoGqIzRbSyIziHlI5IUj5FxF6S8
aQ2gIQ1vVJVBXuiQjF8wfJsC09G2E6AOulEV95b800J9K/Hmko9Xa9FuyL3+cERbMvmnB/uWTFGn
oEIAoXFabbpF1mR9LmCL3o2tcN4SGLJG2OsTQaVDn4prxRg69fFIgB3JLDO6BSHigILQpPoUM1qd
wrgR9bjV4lempFWNHyIyb6rBSNF+lDkzCBNDkWuZDTTcdYCT5liIleD3olBPGR/OG6BYgBgXzy32
4zozFdRcbS1CucDc2pCwpON20rzyh6CRE86uo7lhOlv9127S0+/e4CGk1NpOMo/A8bTw0dbou26M
QBf08tMgEnXhLMxXe0PeNjFJI966mPDKuwSk87QIjclC75pXtToCDws9sSc/kj3zeL5f+jYWhXEV
ZTGsXGERZxcikum2oq2T76bb9cw1owypnpOWRbKxKtt4dobWvCiSqt1AWenbnV5WtCoMUglglinV
GWC1onZvaXydVI21G3i8upK7kt3ACKpozIiHsar5Rw3aZPqEcrL9lLnZxKjck0V0FLnI1zbqC4tw
BlnsYxgBdVhBr8WeArBLQ60F2+MGLE7xBsfZeS4WqlBQF8TDgPG2sycPzHrqKxJnv6g0cQg5VqBq
QiBy3uOAZwfm1xo3L9m48FNZ82KtUSsu08EgQ2X0dabpAZqE1twi0RlZ0it0yqMxDTIXC1I9L4ZR
x9jIJu+xMaP0p4b0Kd3hBSvz0CVPYz/D8AE+3FWM5e0FGYZvKytD7uA5IKNFPIzk9eSLeqDiqNAw
jSmpIlQksHLXqrTnXa7g3VrWZJkbkCC2HcDHTq8VXBKDSk3p9ypOSB2pBU6r1JTJY2wZ/AUo7dgj
9GbWrcO0rjAL8yUuqk2NAU0e2l6rXtLBFm0wj4P8ply5jTz63gGmqOUOHAscn7yQ7m7SWZZBnNrA
h0U/rTjHiv5KFc2Sb+lqtV+XKY2/9/qabrWpgI6hjwkwXdHr8mJinFYHrefy0RVj0AuVGmBcLDod
97jgGm/P8Y7Jlwe0q9iMXcMDZfe2X2SWjI8atJfZ51fhXmSmMc9BXlV6D/tfz25F7YzP0dhOl4wc
O+ipHtHTAdMk+TlOe+gaY8M8lNG27LJPdJrrXZVpzuskliZkLQDnG6MSxOGQt+kjIFP3rR4hPSKh
K2duiez7eJMSCYZKGjB+ux1ks8bs2lFzHas5zbeWVvT3sVPpS+DR93ACkiBJ9em8biTVGKsDLM5k
BROujyp/ALiNGIzuTfmIJFqzoaYl3gspY1SaubBbwtCJ3+RiOM5vV+8o4ofbI4owc4doh1iuSzaa
jJx129JMvCnKOYf3ww6SYphc4X46zaThLil65GRjQVrMYmmNAaUf18CmXj2ItXoE/y2akXtPuntF
wHfuAQUuhzeotI70V8Ndt0sqdcY8BpBtPNvAKVYbFqJvZqwGOUz0ycEOX09276U+/58XmOSA7ruo
z8yLEUCVveGrIxtskq54k3JSY0jI+LjtaTp+hakDt0fBpeEOtdPkHSzoEI5f9kdyKct3uoQ6GQOm
BjFyq+sA9nzZDepQWjMoaE+mzj2/ejBTViLbLChZyQAFY08F9VqN3S6mi//iONO1V7ZPsS7SLjRA
Nl3O8DZ/lPx7VgJiHl8YVXprl671GiVw3gkTaACFZcJ0DjHyendrJexTGwkIHHg1iVv3zdzn6bbW
j11PklZsX7S8UP2kGaeIo87A3ICc9yWU8gjtISrFaH26M/oz8Fuz2A8lCZ2p5d6WpCY8pDXTxjXX
k9pvzUawFDMstb5O8ydCe1XZVwXTNhZ6o6I7IgAcm1CXxvgKpGesN06P1AgtVXvbR+ZwPafLI4LF
o2xCZtWDlq9ahq4y6d+KWdRL0CPsqtF85+W3QhZ8uDolXg1Itd1d0GEsoTixZMOlqTUYcql3RNoP
+fgJRZr6lGRy/hbXdr/svAHu9UbkTjcERZsqQgemAmgTr3Sd8VQd6/uKW+BPsqheMBROD2tdlTeN
VQy4SvV4bXxCfds0nLVIIzOahbMHaAxhsc5rFQe6OydjkKZjau0aDGmvgLzlVw4GnemX6I0bZHYk
ceJKjTtwnVWbV4EuIzkguHCjgz1WNPuY6I5XzLUBCqsefEF1RFPa2VU6dU3lz47Zf/ovObEwODV4
u6nKyi/odfhoiVY1X94/gp47gZ2ckbOIXXIkTHQH6B98XWq82qrobyV71wF2sc1wizfNlI/yn01+
9OOE9bfzF1vnXCXHC/I+au5zhMA/qXPFgczY1/e/0rmu5GlKtNLtPrEdR+7cia4Y8YZ6WJdJvhWp
0b8MR0ReP0yEUZR9t0/7UoRDUc8vH1z8zPlSP6msdVSiQqOLt4P19xCDvAqWKcHMghU3MGN9Cs3J
STdazNo22ZUPRav0S9Uq/L12XoVWX2jbXJ++v/9xzjzeU5DOvJqknU9K7HRV89qJJyiMa9XfyDSp
dwgXiwAI57iNOaR8cMUzRdcpc4nX5pALM8cooWX5k4lPKLRIO79I2bAOqPbnf7iOjvf/t3Vk1FAB
TFO5O2cgjCEpzOKas+UUNmaa379/886Uyrr110usRdTkHUCt3Qpx8HqQ4raYFySuESy0f3aFk2Kc
kA7D0hge7YSnPQ6ZZd1Bv64QsZD8/f4Vzj2Ok84bNICCmRlEZDcFWKzgOVzWc21scYXWO2P05g9K
2TMNjNMIqaiz7L5JZm1H/s4zRexBA3UZemXy1qb1csjF4H6givk1h/y/jX/zNMxOdEWnI8pP9hFp
C0FbF/GdSwzNLZMm4cPYFXuL0AQ04Fl1jQfNCmpYzoAOkzm0eHk8yUL+LIH5hNDg86spmo2nrFQE
OShLke6+uBsvRr1g19oSxiNQDTTR5NgVqbizCPEgg51Zq6AvjWKtcg9KIzRmWOxyozGF3LbGgnxd
msUtYUjpznKb/DpyBTPUcVHgfxsScVy9PJRFzni4gKzBK3TdVPCUNzlS9dAdkUpQiQ7oCfvlg4V2
ZhJFCNtf13IbF+D/skLbtaLqDwbnzE09F0mIibEP7YhIlMpbMNrmuXYBwlT/lMAECwsPkuz7C/EX
oOnvHtvJxpibcWt2EVzhSfXSCj1jLYjJMq3O73BT7FxDtGaI7540kdbu+++TOZWhmMW48yBRU0Es
oM1V5jg3MqM//cHH+vvtmrT3v94XK4n7wdZUsu+K1tgRk9Tco+U0w/e/9Jkd5DS6F/SoJueIX5+D
S4AI6URSZQPiowj+SObwi+r1f++rdYpbGjH4Jlay5ntoEpKom2LZNjENdgkT9zXq0OcC5lR4a4mZ
qaso/joKFMeENWW+aa7LRQFv3o+8Lt6tCihE2cvoOopH8jiLBU9mLO9quyju86F+7RxCYt+/M+dG
Xqccr6SOyHkpmPes0UoGK7K9oJxytf2XDXsd3LvOEq8QqK2rYrGdvUwZzZipbvPe9uSdZchjbHTC
T490l8924ji+2UvjA6LfmW3TONn6vXhe7VVyUwmPcO+lGBFb0CsNTLnib+tce//+bTizbf7qoP72
FstjuPox6K5dIpc7oM71Lpc9sDvhRD4PEXoIrob3L3XuK528CUpvGo2uNqOd3s3T1YIuLKBWVFsA
s/gOMXv869b9P+riN9SFoXMXz7MuduORX/U74+LXP/gfyIX4AzQl8VSm7bG8jaOX8E9u1RFyAcTT
cOkiEtn1O7fK+4OimpceIV46OEF51FP+mQlv/ME/MIlvJC+afNLjJv8fcKtIf2Tv+98dBb4kJygD
dNYR/AiU51Q84EArEjnk5yCZ8XxD7oHUHWDDJgWvm0UkQfpm67dpNexHrJcGYh9PZmngrG2CkWMe
ps8qnWeUwgT6fOsTD2gSbwCi3JJKe1iAjb8paPpm2MfVBYkGzSfm2/hlBm1WcHppQlxajYE+I7am
+FMd2aYbaNWa34/j4Fzhe3PbUM6d8zTnpBf5zUok+jGJQoHSsxcbNHVu9Hxgojo+q1iXNPxpFz7T
8RluaEUQjNCryBi2yCP4Rkdc7TPxXJFiBGodMUhIt7539hjfk+QAkDYB4P4j7hMw9h2SI/rtc96N
m0wNDsRpXlidnsDvWrqjit4RoDh2WlW5l60ZObgZcc7FYVOUgmmHzcU2hllDoxHKiL8OfTxeT0Nc
5GzEcrH9KS6X+4S6397RJu0vSt3T6E2Uk3ZL3pddbHtSyUl3orE7+blLB4K4QBxqYYW3Kzo+l9I5
NKtu7uMYwsUNPTd7ZUOZ3a+GM0TkHtHO0sKozyU+WXw2VPXulDnce4XZEyVpShOwhbO+G6Qj941w
yRixlPOZSVX0ScvsGDxZb43AlovB+KSVCfEmreu51zafLw5xaTokt5Fs8Bh3CEZ9hKreQRdlRE6g
25LkkmjouH3NTsiy4h5S8BalJl9EN1ukVAlneDFmlNa+lePm2Jt66Xx2hpT0PU8rpgeVk19I06c/
vuxGQh7o6NPeGZ2LtMoh9qo0wq4zyuYa6A9TkoLEviSYNdf46aFgK/2Izmvlj63R99ztAoWrrqR2
hDyZdosPqxNL6E54HIN60TB+jPbyRuxJ/WNahf5zrlf9VnQLg+uoMi1I5zpUmKBRKNs2OY1IyAm2
RrJX2S7pSyLUoECirwuuJ6+fSK2Kmm8EXyeAJXDkoMEl3YARD0h4f3XU9arPWroBLY1cR3kZtihz
7bpvmfI84QsFKq42p3Rr2Plgb+hXigtS9gpJ8z5yV3+NE9Pe4C6i5SPMuuleFi0qbqJVFth0Erc/
jGnsciOnorQ3SEUcZ+eaEyl8uhhNoih659LIQBlvwEs1D7ZeWl5QpQmm0cwURLaSr1NR1saojHd1
l033nSSN4gASUi4BCRo0yz1t9V6ainyAoLPpopITZtTiZtZM+o0p55Fbek4kVeK+K94Gw+u7y066
yVUj8Br4tj7P+s6ATZxuoNSQDdusPAu6KXXzk6598iM3i+gZKfn6nTyNYwNXE+JrVWCNDAbdbr4W
iYY+so4zAuZ0BfeMDCmnzPx2lWkJzSOZHzwK8Yz+njndQGqmNcl5ffzm0Ej/rnIckCElBqkbpaoA
rK2r9t0dYfuFM8zAN7ePNRfiedQ/kMHiDgeL7S/ZJP3Qfq7a0rhnjVn90b/S0God6jxjXpJNGJQX
qdGix7z45FF5E91VsnD9rkU+uB3dpIw3VW024+VgN9K4GPVGzTeTnc4uXVqXzMNohuV5IWrJ7bDb
Do1f6RgEkIyEiJbghdZOPIA4zy14/Q2BNk5IrCmbXDSW9RzatjFeKl2v8xun6VN30yW9DsKe0Lnl
OlNJbN/iXtRftMw1dT8qksjbFcUqIGil+lGRJ0j2um0dr8bZYjU6oaZ4TCtQGY1DpIi2DPf1SnM9
sPsqjcJoETawcUNLmO4mS61faG3KMLgbS0dE/poKYzR9e2oXMftuyembDqqR9pt+GfVHd1WiCxcE
WMTG2K7SA9qfrO8ksQBmmF68dE+uow/Fj7wAyuKDh/TUVvBcm8BrPW/Z5Rxr2CWWwv7iJaV317MW
iew0+fdhOZvGS+zU2guDM/IDuohnRVZjqnTasOXwoLg35PISlSG3Wdu7M+b8VMxhvyTJjaPn6qKH
FfKcksE1QlWV2fUKfcrYRd4EQ52BscZMUNXNazzE6yuJGN1t3ebZt6ZFFpckwvgS8YN+NRg1rIEa
JOxANh23CzHSuW+uUuOj5cQ18sR0KgcC1Jk/YXQBHew3OgGIoFEij0CH3Pa+WNMs60tBc43p4Fpy
jG+Hrt9AG1xL3hJsOaMCM+dHoma3kaZtEW24rDXiUKkTZIetmbYjssjPpqjsZa/6xnmqlTpGOM7j
8mg25AIFU17ERNq1MYM4SylCLdOBHsw2LztU27QxuIEtwuH2wkjjmRp5jfJka0xMOf08mV2Fcbgd
n/RfrnjNte3Id4yRwIZi9QzkFAyaHlNX9V4Awx0n2wDXlpANklxiP5NRfrXKku/Dfiw2mhOvLLO0
Nr+BGGQSWrOhACAu8mLaZqV0vonYKQnAYMxB4SWabquN8AWqup6fHDNzQBVEunhBpzA8WPCaeYPa
M2lOBVUEb3G8C69urUkw6LJ/89Ilv5PtWLNh2BPaus7pZbkh/q64X6o0q+cdb1tZ6ZcVTL2nMSNd
IujjocXTzuj8Z44S6eekx8RO2Y3O7lTaN5iooGgjgO1vnQorOr6m+poR0vBceS2VOYbx+iHtnTb3
V7yHyJttwzwQAtW4e7h31EsVVdtVMVi0Eru0soaNq6MLDCmsh30UuaQ9INIj+DZB1VP5Q2Lpb0LN
6xIyr4YFA2sFeJ+VxcVBnydJzmNmmg+eNdoPKJhjdHG4EDJw+VnEIDduOHPNmfcwEGIjAkJHO4wm
TUVdC8RQPyIOp2epV4N1HM/mIHEhkadYrZ31hoENfId+HPsDmkXPxtpeZDejHRfTTVlmNIpIwo0f
eaPo+SGTufHkuq2pAmvuo23SH7NcZlSsdrgknhlvLHckCMmcK4BCVdWJx8Fi0rZbOTk9d25CAp5l
JfkDscgN0dgqjYNJ1+huz3FeXLGpA3qU9vRWQsZ84zS7vBSQF755hBKwCxF/R7IqBlo+pcujDvjN
u/gum4YoWiGi4S51o+SRuYoXBfHIccxXDM31INLy/EFlY5QzVzHE12XM1ssqTp1261hKyovGxQXv
dyoajEOfRqTdMMA0ntpyqu/QMtXlHu7YDJ8Uy09o8e64NKJRJWFHkMMRSg600Sdb0D3AWJlMfzAy
40Kta1bQNM7EBUgxxiMMJPB9ko8DtZM1nPPSNJmJ4vBuop1nTeyNq8nxYNUdJ97GDfNe4kNm45kz
QklqUM0hMfRa2X9JBsHko4+Q3fswM8k+6wfJhBMBJaFMkmC+jNiryHTDqlvlp4VYFob3nqseSN1K
vtQEijRAQKuog+hjJl8qbVE/SFoCMFflHJ3Im3ZQ3uSIYC5zu0zuR6a84GiVch/KJsM2wDs+vkmZ
UR49Tg1BjLKasZBpdGHx3jWJvFldI7U2GT+zyhq1Z6vSXGufaURpBISMVBeayomlnZzFOeRwxR4z
ZmdssN3Cf1A7fXTLmJrPQM4do7NpIX3Xpwlo0Twhi+pPANv/F8S/F8TeuwXx55GN6Hv5l4r4+C/+
pyK2/pCg/y2XBAUIzNKjS/dnRex4f+iuwUbBwidh/VfZ+yf2UQB91GFBesx0oDY7x0bxvytiD6wN
rj9okQ7EbuM/KYiZzJ8WxMIB3y9tWD6QJKlm/tosjE2zExlJCYBKjll8jbm6YOzMDAd6UZB9svWM
omHYr0fIbTAyfylFNV86caRM8GVZFu3tzIj/m73z2JUcO7P1u/RYLGzaTTbQkwiGN8ebPBPipKO3
m/7Retovdj9GqXWrsnUl6I4bggShMisjIw6D/Pf61/rWKwYknp0qVsW8SumcMdY6+/Yt3JDl/y4j
9ibhrLNNesrlkKXZCBVNTW1zbg/JR6LNxDly/B3mzqWBpV9ZkjptSsPs/DRJ1/i0xo5joc1Q3q3M
WVITlBpNKX0Wkoax2BkWo2QCzmKpOq7uAEKIcj1VbE43PMmaXdEtTIgyVmHCxI83yGdp1uN413Ip
15nbWF+ZceCgDOUMPrJznLQ6hEoikvViyhjBSQ2nD+x5Z0iGoT3lG9elLHVllgn9jQgOrIQRQ+U3
DjTRa6ENw7wVTZtT2hSN3oMVjsFPq+vCl8Ae1EtjlrwdwlXmW9OF0aMxGiP0DjrdN51pMBr1Nwys
thBhkwJHKPYVCNWkjvKICAzxRfdQhXL8xFqWvBFicj7iuKi6dZ9Qq7zWPBoAfarhY4qYPaMvaVuD
UqsvvFpvHox7FgzB47DQbEtOK0vAJ82eGXnA3QoVd888e5bnqGG61/qGxjVb13uPF14uHeF144OM
z3dVJXQgYwtbN2Q/zLizEHcb2o6Y0LxC0/0AUMzIjRkh/AKWA1hvfAP3Ki8E4gtJqHlyb2hf7GHF
Z3AD/hrJkusIswUEHMJx+EnJKnjgelxQwTXv1d0kN4Twcm/lRAurGwjEDTM8LcRhWMeLw7iHMEiW
FCRx0g+YQQFygCp2zSr+IRZ+cXZDGU9TnPP4cEKNBqkb7ti5oY+DrCgp11ELEnk2LW7i4oZK5nsE
NjmgIDrwixtOeW5nm+EXLI3L01jnSVzonRYfw7gcf+auNWqHSpMh7gYiFvlDmFUVLjon8x6mG86Z
OQ08uaU172PWEu/UrUwkBydogqe27ziO+dYoRuMFsLldfwVb6CSnyZj7J6ZsqiELyzaxuMUs3vGB
sorZ140WPAEWCtt1pyGerATAlXIVZwCcHzWHsx0DkMZAtmYND1o9so3w2gfY2VfS0kPQNyqDXVJw
Xk7OgzEMF51+pc7njAVrnQkQp4PRlTjsvSqc2/sA/A2tfFCvGGyFwhJHFmAEM+yUkZWuY5Ukxbat
E4QF6mP07tiHNnRooeGXWqV5YdGlp9shE00a9mdqWDlNBlpNHqOIaEHbUD++nDgdONz8BR3xoJdR
/ZR4Io02dWrZLaTRUT07t/Nrm7fe92KgydFn6NI+Aa6kd14sOPWWDMMaHyaHYQuH28fw+wl5DIcr
UgHn5nE5Qle307SoQdvgr5GzxqCwnLijseT0XRl19aUBKV8TDVbOF5K6nNRr254+2dYG7zRVhD/I
YJY/8X505qpKbDr6jNupv2zZ77KrWtQAtQgDICmb5uSaQUr1mFnw6d1EBCNBT6DoMHeu9U1nKG+a
Az5F96t9UyLMULoTxM8sSw4hw+1D7TkEJr2EUuc1hk70jPymbZRtY7hrDWPwc0WNMkwbyzyl7aDP
ft/LdF4MGSglao4zfEM3BWVaxBTvpqtgKM6v9k1tIYGB8kKHNWOWF7qyXUVSBvmmtlJ5HNKukfgP
y17bcHNbxzdNR1/kHSYPfi+tY9SkTjcFaEILAkaFKpQoHCu01CxakYsNaN0tEhIWUk52ZTEKzlqo
+qtskZsC2nShqSU2KlR5U6RGuuhzpqdFqZqSeqp3btPgkQKuXr8ZN1XLKebvxaJ0EZYFFq5uAth0
E8PESAkZA+QiknV9jGDm3cQzhDmM/Vms9J/2YGND7W5SW8CP66EFLfVB0+LEGdQ8ZrJw116dotJG
ST5th2l0GFIJwT1TnoGm1ynHejJuSp+4qX4tkOCvFMAaoLUWWTC+KYTBTS2kapYuRbBofDfnm6I4
xbV7MPpARzklIvva39RH86ZEsr+XF0Zb9MmhyTngaqYhV8FNwQRqkr87Ae/vAEvNgx04tdEOaNGi
ft6U0PamihKXiJ41sCpvPel7NKGCMYCSAZzSD1bSiZWWT9VjWICCAJ+gR1iIeoeG8rLMq4lYDWa7
35c4/ztL/mmWZI36/16u3H82nyENIX8eJvlX/nuYtH4z7GX0swwemQ7//dsw6Ri/OQQNaZ+grMsB
Im78X4a47v1meDoNQ8wBv//i36ZJskO/OYI2eP5Qj/8ldPGvzJN/Xgo7PGssi+of07ZY/bj2r2AM
xjDXGCjD2Jhh9lQA3Vs5fPlwnYfyX1o///crOdITuom16uak+MOW0epTR9esJN0g801Xyjfte6Cr
Fg4AbNJ/+Bkw6kxhWfwRP/733tSymTLYHvEOf+24Miyra42WN0UC/D4CEbXWdPuxboJ/4v748xbz
97dkmqSqdRfHHJ/hn0dx9mMgwVMv2aSjoTJsjiwvOGXqJ+J2kJESwuX/+I39eUP71xekIYzDiU0Z
xa8E6R4vc2wBlsAN0mR3XukixyfNRXNNa5tG1HfadNL+M7cGdWd/OnLwsq7lCX5mrhTU+t2OPX+0
OQW5qjVPmdEGWK+81+C2/yiqKSA2QxrTxMf+1I/VcJ0W24rZqmrPwSQ7jmC6rgGCtW83AOdsSr/f
PITVbYL//NhL4dzPETgZKwcJGU1dc/AYTPY6y6KnBPs1atoYM9GpLFjPOav3VV6yIK76zD06Y5l+
ychMbqQRIZVRbVOqdZNWrS96DB6rKUNOCCB8Y5ZP5RdA9/kugjlprdSgtDu3xy4ZiMD6sPjRxdCp
wFDlTQrGo+3a6cyjsv2UZfY9Silg5bB47ZUEwWl4/RrWkUcC1mwTPg8pkUZt3CIYbk880ODo6iSB
gQJpb7oVuVdb1pQT56DGHaejZpY0wfhaMJTuaAmJ79LBNVZZ5cQHi5DC3hb5pyhrYx/Uyw4MSGOI
VFnqnw02jqeKcwyCzQjgllKQ6Rv9QZTQi8GlQt0euh1KCP7fLO97X3M6jNT01vIBZwwodzbqXbty
6jHDfeihFLVOfY4yGzUR7yVFujkDLcGO9JF5dnimAlQ/uFNi+4bGJMcwbnx1ZpP4VCyKlUJSMv05
iLXzaIT0JsfCRlRyu2+hM1EiGwX6s2ZWi2GhDOx4PbV5cnZKUlB9ngWHBs/sxpjhzwaNp2iMNtO7
JGvC+zarg4MuAQWvdP7hvsuFhvE2zzK/KSd7m5KFpgSVNMI6zoz+WEFZfJpyu3YoDCkGHc0pl8c2
saMvoW46+mp2OQXPfeYQak9pNZmFefSkWXwaoaJZpWwT4xuPbOa3NFfdfgjIya4isAlIsI1LI3uM
Ko/JmL5s8ky+lZf9TpTxXazkjHVh7r4vrQDHfPTITgkHyZrYQaM/tqJtfnRCqFMShA5JPT7c2aZz
JqaAPloj3Ef9qqiZvSoD7SzJ2vq9dvrw4PSJSSSBRpHO0yLpmx2xqawHiNnn8eybUz/AC9XtV3aJ
5T1WaHIkYZGug7IK3tx2Tji7JxBIrVwcMb6lrzZmUHdV19nHpBFtq0tZ4elyf7R6wZBfxPKdnRja
p9NOz7GXh49Fbzt0uFjeC13cBnVIjrtj8AuPHlTwC9kfd2R3pYsXc47EXWdWwVXXY5apoKLGp4gy
WEqZh+B7HIfR3WhTxTpPMj158Zg+0DCg3jnRyRaOaEVTqMZfQ33TIquKNsbk5cm+LSZRboeib4Uv
mVranujIwppqUmXWO8zmdQ2c0hnzh14YCcdMqo7E98LLhmyLtNgFu2Ku3WIX2JCKVqZnluUl4nS8
T03lJS9papo67e+Z+K6YUeV2EkM4bcIYdY/YBeTQC48UPm8ahlN3HUyt9THXmtP6I0qL3AJ06Vpf
C1JrODpxBW4fJNa9oLFBJkK3d0yrnMgaOIeDjxiMSllA4M0/cdF3FJ+XVurbzGJyg7PBugDypgIJ
b1E+HCN7CMpjAbrrjSHO6tk9muNn3mPOWGFGswHgGWr81gnEF3zaynylJ8aTx1RG7c+8UtOTPuWR
+ZykdIuvOeTTqCVzY44OjabRIkhvNUT9KEHT95kIskeCYVTNx8ELbKVmJ7D+4ii0tHWg2rMN2Yic
QEk/kJJkf9oGakjP0p4NKf1O5XAMkZpq1kFrHX70q9nHDZHtJPlpRdO8ZplJmUft0WHB5TTyGytX
riyIHTvOkseG88MaO7c4aZ3D/YLP46D12g9Ijv25trTqvkXcWous45RX2gbtm6C0uPifUi6vshXr
ISQ4L3i9nT4ygreR96w6ddc4zj4ocpfOes0V27xWuyp0joYca98taNIqAku/gyP0in1jXczRjicQ
rRvNSbbDyYm0Q17JE03br8NQv9tlHe/GYPpm1/qn2derpLV2etOf2Qq/uCLqX3gO7Vgc7oXDAoPu
dlih9dLRNUAmDQxqssKwO5RFuZtxmq96Z35NJ742kG/xYcj5M4sb2qbTC09JTA7NT9Kfu9K07iyr
8vOseirr7KEwvWLlCWs3OOYuRkn76Lg3rPJoURokpnUiQ6u0UNa1L4KfkTU8Qyy+kzoXiVc8VAZc
f2k0mzLy3hrI0muPHQ9omCDfhko9uBXXUT/vpahBgGAlmGpEtiT6NgrCh920Cr0fXUX8pLY9P5qz
V86m7Sqze26ZGceQFFou+HAwuMXZtscvsSP3pmWvl+Y1s+S+m+qbLMmJY7SfTc/feNbPUTrdQedi
HasW6JfOvFnN/I56q5oBWo68a9UAUVk417A0eO6b3cW2XOPJks2Gnt5d3Y/PeTika4fN76V2gz1S
GNeRke/BhW6nCn6xzKYvMHMrIljZcRjajRW7BNDoFOdmqRnrAc8i4qFm7bqxLv1w1CDSI0RQ0Y0z
sXTrlZQ2WGmvWZdupq0MaeyW3m62qs29FnFo1annXlem1dx1IMDN3gLZEIxmec7mLmLjiUUGlsTR
IqDps41oQaJlz7HNaCjS4sKiNNylWbHt5vggZvdkq+gzK9PvhSnqx8gKN5MEa20ZxjFBKuqXDCqL
qycvd09THZp3Ca3cUJ6gD/ECvPmk2MhgglVjiq1sNXaNo/s2BdMPi7Z5JA+nW7NZIUsZddl6Vtib
nFaXD4ZMqit6C2VnJBBWQjTXqqLfYPS07gG8Gi30pf3O6ZuPTE0nTybB1snEga2u2NHb1z72TRds
y7KmY0gL9t5sDJ+GNkaXWs7yiOH4PoiL/UQF9drCf3JJNftQu1q5j4f50IRqJLapfZg86/dYUvtV
TnE7J+iHYqTMpQFez1I9AcouXBKw1RX/qnqPOCGthyYDOaaM3RQMQLhV6rdd/I5FXm2bEQM4kUd+
T6jWozs+qD5+LfXhEYHv5A2KmJRRRlzcwa4aDOOqS+1CoA8QtYOsVrbR0ziJq272BzOvHjxzOnax
Ovegv4Ff4w/yvagYdnXpXth0zhtXkBWqw5NjNftypMO+tovt1FEFaKNQTfrPNB720qwf6yh4RaZ/
NG3zGqbNWWbRfep1/baf2ZRO85Ix7egOnMZvDqaIiVialboHr232aqDIrbbOGl9XdlyAK1R6wb5z
zZI02bpufC17/as55v7cxbu+xdIRA+Rb6Zr7oVv1Yzjp+ZrFxR3S8QbH3RatgxLGLCVIlPt6NGtn
RxTP7Sy+ksQQqyLr/UgbY3/hSnLJDtFRmUTBGt546LKqncYRzTADCBsNHTANPheeS/OZ4N55Tviu
Q2LiXlgi3MSxbT7KuoXvjGxOB7m+b1MU3LGhHrKq2Ba2VSdXXmW8aEo/FMQPN6KZ5SoX/XTwBurT
tMb4Llx+iOkSOdZogNRT7VuVWWILg9Y5gqcV3BTVCw3qT0XUaTA9euzFA2x2ZdgejjkKsR/sZkkO
sq5ZsUmZ2fwRk+vc/lsflsGaBtVL5wzaMR60Danv5VLx3lVWfIxN4UuVzE8zO9cVHH3s8ZKHE7i/
elsN4D1I87zZbT/xRw5fiLNd8oznjXRw0+tE+WhNUPremiFPtqNKvhu9/Gq02W5S2mlqys8A6/tm
JELNbWpjOXy8WZi128pBtqkdfd4mEap9c7M3hP0TqxQeLpVz4P3zVpzimsTVj2xUJ1cERO6dJcha
m5SC0TRF5oa4/Ui90UUknlzZudJWrZGpU9Ario5aJG8KChadXC+LvZOkxa6cnUT4hagSZtaw9vWa
bK9ZTj/yuat8DA4UKprdUhVQFeQS6nrXEoUoEJoTgL5KjK8wrMYjGq/9jWqT9Bl0+FUBDiem0ORP
cwcPb640emaiwDjnOLs5Z7UOzoxC6uhtzMeC+qGvBYJouDbySN/kZuk+QeljAgg58y3fRa66ECEa
jaX8odOEdtaq2H5Fr/ZwXUT9rh1MaG5OThZuilMsOVHaeht3QQouFbqPrPKdz1Rk476xzAtk7Wg7
CDe94jqPf1AnKlvf9BRdgI6nrdH8gWziy4nWbRikLS4U71C40QhlTInpEHfYyVbJaBDWIa2hVqGe
G2faSJMjbRvx2hrq2i8gSd8HrtNvncEer01atk9tq+w7+lPzS5N6XwB8s/DHQfYjyEDmQytrOd44
obMOU67R0mvLc8NdcGfh6YIkmDpPzVQkGwEw/NoWGpKfkY3bAGOWX7FwIV1l93fYOJ3XqVdUklpR
xyFqqtTFGXp5UrGO2zuhkuyh8sLcTyF+rM0AD9IKqv1bPEXGidWQ/oA4QCDbi8z0Qmw/ftbClPE3
EGKo16kdpFuuWPkNp1VJ6rp030auwp9Sds2mTwbj6+iZ2Vmkc7XuiBSforyJUX/B9nYrsssqopl2
yMkm8N0/koQPdyTF5L62gvZiB1QhZrH40alabrHRtsRFIvc5GUfzrvb0+mmYDc2f1MB4luuHyJ4D
anTc732j4yDkRnJUs8cPejQokRRVObEQnbvHxs4XVUMmY70jj1sX/rj8pI64R7UBw08YMTVBMRJc
t9NZ5IZpuT8LEphuuXFtLod7GRnT1F2EVcf64NcsFRMy7C3tde1qwgpmbuopJZuTDRS+bsjBZmSL
R02/qIZSuXsndfW31sqx2y6mP6Rjqwwfc2s667bFzTUf1EFEYY9tmEqJHZs8FkiTbXLYwlFiBUOe
c4spNw5/ewbRyNxidTC2up7V58o16KWMXeVDuRSbcqq7DUyJaaNTdbLrgHdvdc8Z9n0nGE/mftOY
E7BieqXLoSowVBUSCSaxKDQxWx+d0D3TSu2urC64rwemJZ3MN/wSb9yVPPiBdCbG0lrCjyut+h1v
dTziC6t2HPmfpn6kCyMc3EMwAfvp23qTtEN4SdT4xXLnH04MvmjSgDX2ZqttaAwxjxFuEauZH11W
FqlhimMIDxa6DkunMZxan95cezuO5Lx7ihCOVCA2l6p1h12Xzdkpwn1N4I9FojaZ5nvgEeTg+7wL
hQ0QENvjFkdWtwENOxFJsZ4DgyF4stUWM5jHicJgHVeNXrTGjeOcWoPtgW1r/aXJZbUNQLoc2tKm
gyEPDJ6V86hd2QU7lHtSwVhqviTsv7Lt+SvlAFx5rATXlJ8420kna4kfpsvXeeQ82JZ1auzJ2bjm
fObvQwHfhBu94TqqV6VXln7ligN9IvLMV3nkgSnBeOApx3MXWXdNVV3HGN515Ih2G1qjd6y9QZ9W
iFjJmypzHJqqCocDHTlfq1I5vpO16Qazfb9RblruxomWZkuFNGcIM4c4oT7jaS62pLnJCsWuto2C
MD5Es1vf1WX3yA7W8WUTvvYCb4qchnTT1NMHRb0WjsCehRXUjj3fd4pNR4fNS+3xtO7FtsyRIfpC
N9+nvKi3wZKaGdEJVoNrXpE6J/bWmfI5VeY+R4zuZBM/W5sUWTISsa7bYhha0eA+rXOdCzMUaYBj
NUC6o1n4xEHtUxjpzwZYaORyawZcl12TcXIvsRfcQT7jONEY/RcTn+XBmzDJr8rexAlnQK9fSjhe
7J67IPT5h6oV8dnVqFUhHeBte0HKD9uH+KJzYz5UqWh8OlDkhVt8srZrV+05xmQbHgQdCyGZrUne
G5upkTadfPaCctPH9xl5daMcdzqjg+d3yThMHHSS4qsWBMMDplEbm4NnJ1/stkg3lasHh4A3v1Gs
ATe10VoDjSj8w46N/9EQ9MGJphWPXmUni90fm2eYa+LFrTselprpbOK86J4KSKknzuLVpmxA8oQa
6GZwqTU228I7QAvTAWzMCcJmQj8GzAKvgrKRu8FVc0Yd8339OnXpfJiC1Fz3NBCvbbOBBmEYOZv+
7NMAbLHmccH1Bj5gtsyrHlbiDkCz4L7kMZXJukiWnnBChn46efLVoGvMx9kW7kav0Y50o0NMwDaM
CFG+pHj8cYXqpP0juQ6S0mJYxHk7kLvwp9F0V7o9v3M5JHvVzAs5IQHWkkBXWxk9I2jE12Nl91wp
FoOy0j9yi3YLs9URnU0sAXyf7p2xh/vq5u62S9HrE/rI155bOfdAUfOr1ZhXgu+ZWs0Y6nwW0c6B
mvKXNtNfdBfjrioiDvKlzfw31fYqKBruElwSbkP/tEnLt9k6r/VivKZegBFm3tJ6hsO7OHhdsbHG
6otM3H0SmPfm5H4An/rKKGUz4tKqSAC7vYus8btVzdY2sVS+CSzJsUOpr1E4EIyk55GCFA55tWgP
ejPY93znmstcpu254RG/zxNd+RVh/X1Uh+PGqSAohbHUxD21QOmRAveLHU9vZj19aljWOLEN01Mx
C/VoDQgcdRuG05oaZbKmrXFXdTljJtU7LhZ0fVhZ8XDqjG7YFnbhvQVqGt9ss+IcZbraBXTipcti
C0MmkYnQpRuHppsnp3dfpeec8B9k2wzES5baPOGaEBviWH8pnKn2jWDYVf14lNAnGRp8BN3zJC33
o554jqaR8DlP7XvZPQ0NbvzR9fN0fnQqCq5R4Ld2ghQSi/JCJ5PB7EuC3U5a0CZx/DA0ykcA9+ls
8kubazGh2nEo4oMc7auMvXevEaeEuE5lGSTdkmNYW3t3zp9HS7hbjDFrsun7ruR+6cUPSuue+6h6
aYpu3ZTuHk11G1Fs0SGHeHl/DFXsZ5GzJdPzo2VBoKgnmBx1X2iz/WEYtKzhM810HrbUTPlGrW3K
sNmocprfEpnv5x5IXWRTULZ0sNNvlWmnpubbW3gnU+rbPOhpXepdKDIj8Rl173rm1rPz1wrvcxQ3
X4DNw7ngaLwcbebwCDkIw1ZFlQp0W5zxX/qc8H0K3g34cdUYRFsIeB0nz3kJMCPZnrHJrI6raPa9
tKbWDoNoAmhdovw7Bs83vFcLDGgV5t9zs6qvY+6p/WCUPk+NI96T6n0wzWNuN7uoHw5WxFM9DsZD
GJp+VIJ6s+iUQtw9t2Wx42DKtRqY5wJgCYLBeozUuudvmobllypp/DDBquHFfl5U92xD36XGbdAN
eWgL55zbxWOhEJDwZyOtULsACW8rS52tgM4Po1sn0jmPUu0iB4xnl92bZgWVh2J6rM8b2bpbzUuL
Mx/lxbOD57ZtmDK+mYNxVnG8BVhzbw3WqU661FcZdpUgu59cbDbzyB+C+sxhxzN6+GThOQTkTN1Y
/gT35pJNqF880c3W8Oc6X2jQApLHYD6EER6Z2fuAwgQQBOIBDw/0UW0/GsnGNGcDb+94xox9UW7F
/cK9aF11onLSz2y+y1p5KAKO/R3fMW9k8beqBmqLeco/VFl4NvvkY1Dd/RQWMSuE9mgk8zrSbfcR
YX1iDMj8MujajWM7l67DxKNpi4BJF2BR9uODmRrI2hgGKHtP7nngP2ROe2kYKWeRIiAYSGu8+7QH
KmR77Qne1iOFSN2qkf2pyhQYJoRYKph2MVz4ytJPY96RfBug8iM73ZPvOlvgptdOODzihn2KssCX
iUFtHAi0wlTDpjObbNV63E0DjSxWBH9y28ZiH0fAq0yuK862GyexPkw3oDsv7b6UVvfaWNw68ePO
fqrkyTImiRet+S6GjqdL93OMxkMzJAer9PyxiL/0kXxgY/Ri2IWL8t59ZGZ/mlPXO7CLeLa4a1Xs
BtlxAluIvk79dIx6QE+Jcz95yT50A26XLHv02MMVHXhbqTePg42oYAwebWDxeKot/WCn+S7w7Bd3
1u6kwZxcajOxhdB66uJCrQOQMDjPL0Of/0goSxhrY1eN2p3nRJ8ejqw1usshsDj4LUe5krc+aOUd
ZxPfFOnJzqJT4I2PqVM/doJlXmSrY1GpK8+/jzKmScnR3ZcsjMZdbrTMT5LCMLaC63wu7mSTnhvg
NrtAm9/YYK+GfDyBBboDSjZzrgjEGWha/KSHnMM1egSv88xWbnDLkEmjN7qnOc6f02QY1xH1fptU
aOFEKqrh2GUF+kF6BMx1kU7nQRe4gbz5WjVw0l3F94LvR3ZQUy134Wi5QJnMat/WUn+Zlr0gPbAo
9LrbTitptPQljsTgjK5A8HEbuo0Gxtl3jV6CmYvOm0+xMPULfqh2nbYqq7clXV8bvWmWEch1tiyS
WSLX2dIImkVPOfUiX1PTSO6zqUb1Sb2pJkISCL+LY+Oxn2L73pQRMKcp9kLaLlLxo+89lBgwEh03
ogCzeRhQ8lCL6GsWjUGzD2Kq48m2h90XbagnnpBDOdxTCVcNELHcjocVfXxUlcVfAXVSopYXzUPN
9nBfpoZ8MmNvfnM0G3Bo3rtXzat1TLsZJ2YvDmdf9Zag2jgb75EOzS+BFomPASV5j6MKX5UNGwTW
nAjWCWu4bBOH9KkSBMu3gYyHx5qfzGZivNkEFSEiop79plBh/OnVEtCEmjvfGdtxzVbdZB6nI8hJ
WpzC3WhuWSfgAi4D7xHiGoVrQnFuzBguYtKZhrnVUUm4sffDhSQK4LTJdvgZFcbwmhXBCC2yl8fe
HtzPiKKALZ618TlMO2vlutBRBisbXwjA4mrEfBdiIPPLCfvUqh14AOieqPbKKLqju9Agh1h9T6Lo
Q7Z2exejHmx0/PTPXW6JbmWVqqd0LS0P09ylT42NsFoNMaIMuqo/N7q+lqVdrFNWKQKjIZ9EFrKU
REC15fy1YDcI7tDzhsOoqWxXqZb7j5jlVrp1darLpuALxK2tDoVvlfq1RHPfjshuj56Y01Pc2juM
CQ+shszHKJ+Zg+n/UhuBq8cf3aLY9Ezbb6Ma4fOCFdsYqi1AV9o8/+0wQ1CPp37TIqH6honU1JuI
DTVW4UtQSu1KGwqWVtljZFzZMWWrGPayO2MaWJkVVniymnHg2TEEy9MEx8UKglp3jYm8gLPXk1MQ
WcmDKOVH3Rj1Fv1HbcPUyXbMTt5ak3YOkKzkwd7RXnQVvSxjrgDFsimlzOMI28178toUzJbqSvV9
1gOQk2HX5NtaDt2dW4mc45oDp7CbjW7XDx65KPAnI0d8ae1mSzUtYwEmvlUTYYWlfda0LkEzWkcF
3ORopVVGZKqeKbVzoirttznd4vuOBehiV04CZn+jsZ5x+BmVb48mwRJPoAAQZfPu8rwjQVtN2sTE
2E7XMQU1SHiifdeVnu/TPo4odSe5MratfSE/U/Jnas61CpT0bcJ2fKZTToQjKY3VX+YCx07V6UgJ
njGRw3RDYQTcrwOOEmUW6O+ekzjRuyklvD36OulUkM7CCfxLG+m1XrOK3IQ9BivWG9BZ2Y21tbjS
ZKra3V/SPE0oDEeoqBKPfVYU81rriWt8XFNtEb2GAS2e25tX6H/deX9y5+GQ+gfuvB/Nf/3nn615
/P6/WvMc9zeSFFSikJWwbMmj4m/WPBfyAZZQz3Ns1+AXDAxmf815aOI3THlSZ9yU0jMtzGX8oiq7
NvqPf9N09zfTxniGOU9fLH2wdP8F+MEvtiu2pEKycCfLS4JUuL/2DkZ2wIG9ScJNLcj7V6U97xw9
/Wc4/T8DFpzfXwX3ISt/18IO8YuJrWH9RSQ0ZN3YVI9a4u4qL/4kKHmhytLz47S/18zy5x9+DH/H
oPeLj+32mtLmPw5hcXARv/DXCrciMhcpmj4DWFYCvN1j6HbB2Vbz50jI+jIWhET+8Wv+Ygq8vaaL
twOSBbwL/deqhqFNw4nHhYYmHr/pXtQeMxXOKxgX2e/fvG/jv4c/yr/z7v7eJ4qU5wjYFBYX0WIb
/IPTUS/tWIZuix49quG1LOADmqHIACBwMKEiWd+bYmi36GDZPwFs/Y/3yOsZkDmk4ZjMfTfe8B9e
GS6MaaeWUSO4uz1rEqvVn/LSXiw5gQEr8B9/ov/j+uS7Y2Pm1LFYmqxdfnmfNmyGUOkWTRtsytdV
rLiD65zg/z9ehVeSuNnwPf4K9WonsPlZ4jSbDqrExS14sBPlrjb/2qvYtjSkJfmm2QSPpf4LgtAs
KlNZcdBsMgxI9/+HvTPbrRvZtuyvXNQ7D0hGkEECdQuo3arvJdt6IWxJZk8Ggz2/vgazqSMr89qV
D/V2YcCAIWtzs4tmrTnHDAfXOrgOicQ/P8rH+7MeBVcZyBLJspQm6o9PhkaV3VZF3O77bmHZWDrj
fS0i/0w3TnT8+aE+3hwOpTiMI22PmhnazR8PlQt0Bhgf2/3M5n4bxhAtWT7/KvTxb44S0Dt1ucFe
4IXehxMy81T0QarbvR6pdFgs6gi8W+J/fnOQndpIqFkiON5HnB+UIFbLumn3I8t6wNFI5MqeFsw/
u2IMDIz1DIEhAzurzA+D0uxlEtNEhm29YaOXRXrCR99ZjfzF8LC+Fv8m2viQbFBvB+vg4NpYUT+m
uXITzEAYhY1TugV1hbPhxLXs/EssA8rZQS6rm5+f2AfeGkcMeQoolzEz8cyFAUrz9wNSUtbkVpFf
tcfaA4+5gUXZOxYsStfOzqSvv8aS8JGFlcx+Zit57koy1hSyuF+c+cru+XDyymM2XWdHLJIsg4MP
F7mVahnUUA77MXYlBOaW0IGNNSyKyjopRRp1nHYgs0mUnu5hzE1YPq2L9uCW9nI8s88f47fZxvF0
RtN5ai+bCePeZ0wvsoMRRnP2LGythLKVKA3De4+TN4Xt4po7a1qTeXBPgk4ta7mYkyIb9U1Lhvtw
qEZtLux6pdHDfpkC5CE6fwBHJMuTxIcAfkzBTiPfndMg2VFFczsaWL2vdjauJHYIRNqCRh/H+RUj
Xrbs4R4v8nPsNC3o0sQv03ObymJOqcBCRdPm8XTeZ94YkhrWlcOWQt3IAn/Wy3zl5NRzrXNX5F1w
AUUoJ0WEnPaLOq1xNxXh6gRrPbt+BNRL0Ftqt3ofVl4EBwhx+HlWzSbb5fHqBE8VwswxiueLqBO2
fq2CslTwotdX1s9TlVFqjIy9XXqnJmS6SNrVFNmVOLsnH3itGHv1qVUGOZrrdiYgNH2y6cM4CbV4
4n69G7yjfr1VxpLnkpkuwOxJXX1nQ8Q81FaLS6iKhZvsyrDBqCNSF+hBixDQg0nuLhNboknd2aXC
TdVO66fY+RSYPWSGGfC+ochiy5SGz9BG7UvWNSOOxDLp471nT/Fz4rThHYJS8Wwlo6pgUc8DlGeZ
F3S05WiPhEO6YB3SzBnRAGk9fmljPX1fZMXMjPn/c99I8zWFRhLtynSkdBphsGyxnE/+ZwlAAxF2
FBKypGWrLtZA+3xDccG6ttFBvuSospKTzFb2cuhA8RTbmg4G2CbSMc9idj3saZXPwxjVPNbov5L2
IOYaZw+qznpjxcq+Mo1vntoKONdRDH6MLJjkd5smUgS+VSc+uXIuRPgdmZqRt9HTkOa7oUvKo5Vn
6rmLU/0Z54//aRQadMRNMPhZUN+GNsnsl33o1H2/7wjhPqZ09PELJW54xy1zJTXyEcBPzrJo3JCU
Hj75OWWLfWn9RiwnQS07DyxULUejfDqCucmRDaRdgFnNzb0Gr2jf0hQdY09dyzyiDlKANrEgtuN2
vIiTOEPHZcjHjb7kwWKu43ga8cnJ2H9d3EI/6G5Cot4uHc6xIByndVPbDM/W2HsgFTTStBlo4Ord
VBQ8qTVU98lIOQf+QKSv69qFBaQ7hzakiwQaHaqTDA+qz6hEmCALH3JMy97pJPr8KjGlHCi+SNEc
igIQ8qUYA/nFWgaoTU43OfY5amvA9pbxXbGPrI7s4h6YBlXrKvEu3bJ03lSqlwDjp4rORt91i22Y
4GQ5eI7p6FCFdJNpzBq/jS+bzHGsbZAu/bJxIkfBt6uDCJW8S+61X1UDVYbEotZhI4s6VznjFd1Y
1Gd7AulwZWcWBRWkTxX9+L6yuu+jnECfoMxMkXlUXjggFkYpOwz0Xs/gtNU8lKNlsNq5Jn4lA7Ih
/8wxtrz0tE6+1UxlMxmrSFU2szd5b70cyidh6PseTe/KL3Mgk2ektenT4nTiS7FMVOiiWGNsmOPS
hxycxNM9xG16QA0NPPSKq1IVfwBrCzutYeR7c2x5m1kp+aUYxfxtJPDpDrlNllGyjLoGF+CkBhQV
C34AYDD4FwUgwAdbhCnxCha7fhDoAOE3XGH7pZY0H/d9XPLyFLwVI5JZD0KYn7b+dzZoBepdQ8fu
JJIkC2xKL1bNKaJUcTIA5WK4KJPmU4FnI0HGSYUTa7ms30zaW9R6i8BBTBw6X7xFLZ9X20e4zVhh
6E1uuejh+jgd6XvImbdRiVwmpwTJyCPPspLAaprp62KPrYOxgnIOZYR+aM97Yc93xH0G38OqAeqO
UQFiVUF2j7VDaqS/eYwBr+CILSjl0vJv3abzYkguKyUpDmlLbwbmoD3u4pYGRz0kN6Hj4uGMJswp
K/E7CzfjIJJvfddaiImClM56ZPp+3FtZSDBIHTn5fcQzH6MFda3hmBos2Zte1H15ruF0XefU6tAZ
izXGZU6KvthHiWm+O0kqhp0n4xrdqEpRzkxwem9gD3i3wsPYU1R2+UIOOyQTywQ5DT7SLzfLbMxX
YjEM8JE+sx5WqstniOQdyTqks8GycbV4jZmD5tPCnrGNZBEcaGo2JVaOWWrCitG60rhxqAW2Z3m8
SLNRXZLdDMSgoJfIeufWhuqnNxjorOYArrAbV8mevsPGSwfLtROPbJpqKr6HULXmTdHWsoI1Y80X
bS8GdXDZ9N26HdQgwHuhkyBV9GfvxJeJ/hSkCBA2k3EAijRWlz4VMEJoBquaLlcyi/k7JSzh7fqq
r82FrFB6nFj4wGMwfx6YU9/Ya/RdrfLmvGXnchcUCa/2bHx15iAn1hsEvNW10+XwTUoq3OhIexRk
ZVcI/7IphFql75BtgKQ4wznwPBSRgJ2i24kprmOs7e1LoxSO0iaP2kfGHFAqTOzhVQZ42ka3Ofhv
je2Ox4JAtzfi5CGIFHORzUfUjP39gBBGEedCmt0lZfmJLgROinCDTsp6NrJcPve2Qo8FKrm9i0SK
7ryZcm+/0EZ/ZrQoKKsOzFOV70CFh/Flnmd/tte6sewgeUed/ATczX1ZgE2c9HQOq63OXfepRgua
bheTWtdorVDCqVQk6JCb9pplgP1N0mxqNiWfTevY5XGgDSjtb04rnRsyVZs31naSHnLsdURaNAWQ
vMhuL91Yt+QRBUG07Jqho9zYoDm4dbrIerBKB+FXSAfyojdqKbZQa4ZvSxmMza53R14yxKv5Ka75
IENw3LHwywOJzqejxsma2OlPK8wlxFy5UX7HBhMDmp9peU9nySfHOlpqkH7GBkET+BboFgk1s9pp
jaNpEwq3GYHihdlpaxJyQ8BqAIwJJjROQB2D4KZQjHBbVlm+3i8yzB8yqsD41jBbfStdZ9VbRy1m
xbFZrFV3Qn8rMeNCxTzLgFO5Yq7s3TK27WPXlMGlkfQwjo3VRMVelq1DQXyJXGJ+SmTWJxbrhnTP
rSJ1W9Iz9sE6tC7krcEqEhayupr2cgip/3ZJgBshztu03Hk1ssg9BpAevHjvowTxVjogIRZGNiw8
rAC9btJOTxAVdeciq4wapJC5m5eQMkNcpBsEMt6XjqTd626paXoFY8ZCDGsfLwBX3/pm2xqhEGzN
8pFCcgibwiHkY2pwAe1s3x1uVBmj2PMoOw2ohfL6YGZIEeDO0yI7VMmU1AckhOR8iiYHHsm+ybEJ
1Rro/cMwcIFrO+aloWvJmOE2JQJdj+zMDXokuquWIYkUaE9YvjZq6FebipSvNa0Wf9s0dEo3NYo9
5mJ/xNfnKwuGGv7A3DnITqCSm5e2Y2MRU7M95E2j7ljP9Vjpmip9HNgdNPs6aAWdRgKv0NxOM92s
Ja9eTDuYC8uzMRzgcKHH6UFaeAODVV0PtWk/28JMj1y18o2GauPSXqbLBFEl0d+WNjF3qNQjfxsl
CevgtKjCZ9oWbr1pZ9NiOJ1FeMXuh5wQVLBU48c0IzAmmCeIDq6cgD9EoqNzCOqhehyGuXywFXU3
+uaNeorA779OGCd8hNox4YwD3n8IdJ1XnMbo0hg2SbGv4K5a3aXbG3x+MsnVvcYJ4WyQlyLd9qy0
QKqVRtWzY+SIXw1HhUbs70GpaZ0i/FbYiFO3YbEqc+qsnx55v+ycdU41fU+KgaVvHi7tV18UY7AV
7N4YYnOoJIemGbMLYdRq7sinGfMC7b+vuh+DAYlX1n/B6mU+q8TkAMoWd36NJ1t326TCQ1A5Of4i
4c4PXqZHubE9JDDnXQdXcF8NcfAa5E15JuSytMxGbv/ce3MFwDmKowurzWGnz554kKEerxO8myh/
VdbcJDRLAOGhsWJdzT70JJEg3mgtTO3WGloCDjxTT5+SOoww8lULigUjkKNv9NCKl54ngd1ICu94
o8Atfk3j3Lq26mJ4RSaIi6PrKxa0Q4mXDCRt5u3LLqV5X41mfJirXj0M2fpmlpmVfA/Yrt5PTl8k
Z+0MmYul+CjZuhAxh3Ogq0s0Uw4Nxw3Uq+o2kzY0TRUQVU880zgSBjMiHKyaqPqWBzMS08D3UUtm
Xo1yMbdnM28cnCOwXauomreJpaoXL8eHCh7DBKyY/M6me9jHrEM8LJJfIwX9AwlcHH4WVoruBjPA
LPeIbBWdmtwFIBOlGrXJqFhEZGm6nPtBNZDUFEXBy1jQX9o0hWPYrzuFfeZpFG47LC31Z68Yk5kU
8EBi+MCX4kKpD9HKmAEPzsbX5EVtdBA4j3op/FuAcXPBebQm39VGWF80PL+3EAE7i8E676+ZUUDo
M1CX10lj5i8LHL1HhbgdCk45pd8j0xi9J52yexFdF7/1w5S3XIal6nZBbKUE+xAQ/X3mkiK1H3zC
PHTkM2UaV96PIGOTranqNXBZOMk2UPPwrPww+dQDdslIkoupsrdVmOBwCzrfZdSht3zwe3hpuygL
xUUHapJmHMttWvBzA2mCpl44nnXa0RMi9lgxPaQea4Sw8ilZmA4e8p5Qp3reIy8EsljU6K14d3tY
jm5bTWpn5na4p86ZrZnzFtPzONG42olG478fotbjReZhwHITYK06qKktcKuREdISWF7axRa/FWiQ
mgzNN8UO59ZW6fRmWTprt8hTxnRFHS8tz3yM3MVF+rVshrQEDtoMvkQpaZaMzEN4xjJrG8Chfu8g
XnGDzN/BqQmR5tAEL/a1SHDI9uxg+FqqK0rogE0864s0bMWlD9rwUWbRWImHzmki331UMS3b3dgT
g4cfoZ8ChOFL56XmlhoEamYyflBikc7Qf1LNYp8meYL7zrJN8w3+wOSg4rHb+AKoCBNiUBaNh7kY
wYKNDBpvUoKvAD1PQGmTGHA5nckMu/be9zurA3KcEHBYqil78THyFkzAaDyhcmRVuEmTir/DYYX8
Yn+1Ly002E+W3azUez3XT1Av5X3WloG37fz1RbWnKP1EzhXZhoQBohXNzPTdDS33tcsqJjp3LtgD
yWBq0f60bPVBmWRFvube4TUpHESEWxdZX7gt/Xy86URy01kOpExdJgbZg/DzTYx7MDlispKfp97y
gCRMqsA1XlMt3oKWXj2MZk4AM8wYk6jY9EV1GqvCbz47WR/YF+FSER5TI1pnBGzpXmFUc7hTG9dA
XCJBT4cLY4d07RTRWatGhpYCZIlgTxgF2UWZVREd3gUeTHA64KLEJOQFJTE/QZ+sAt/WGwsXg0KM
1r5g1tvWtQDT22RJcDbqMTQPpHj19VVG/z7Yebg1qWqiQmm7s2gJvP7BJOOEfmgSE662JacCuNFh
J3ssZeESnesJxyzEgXIw6c6GYUaaQ7HwUG7IePAJTMK8q60n0+HxvhVQocdn0EF+cRXrsRuiw+hG
Qh1lgo1+5/Rcvn0fjYaSJi8tvs+pIpDL4j0Ap29Wf9SS3qIsCIAJE1UfHnolHLaX3UzYl7XrYBgx
TVpS20154cAYhh2GWBjG7g7xNNLAjQ/+k/qG21LWAijuzyl+rFCwa3udehPGGKBSVhXuxgbTLQ6B
XDRBgL2YVqtPbhl8usu6BbExnr0lrm0uxTB6DGsNiLS9049YdBI3k8tx7msWjhPy25zZQVCX9FKp
2HxzFhXFmrRJZ8y3Q80u4ZHhMAPwaC1y7rAm5H0yEE2oGUsdLn3ula/BOKSKuueM0op2RF2+lSQH
MqBQRqvgO1cqLM5tt8m4am1c0zrKWi7ES6paPKGVPQBt5tlOp+ZiCuJmfPAQ3vo91TRaADd9JW1F
zcwtPFwxDsAABAMoNPp8M1qySu+Zt9r8qcM+Q6h24i8JUHWvyR6JF3brYySaoDnPjeeldxNKcYLs
/EnAh8PfEJxPSDJxtxV9T04lfnfaADviqGp33jDI177YIbwiyWLTNJgoT9ADWOI0p8vibr0yLN3P
JTywO7o9NRmEUyvCIj3Gnsny6XR22slZ9h1KiTg4YhrqrAFpWBoLysa5wExJOZkNE0pyYbcd0FUU
Hwy2m0nrwlyMCpwVi2MLkWyObz3p22Xvq5KG9O/dqv9WELxTELiS9sx/rSB4BOb3Ae/z22/8ifcR
ACHptPkqQPOOcJJ2x79ZkTIUNBQR0PIrdkjr7E8NgUBEEFAhCMFIouz33sEiLSH/xe/QH/rzQ/1/
IiH40HBE1xBKujBrjMLa/fE/dAEBtg1SjhTyl7Kyv7TFam+BjfzAyg3/xbsr8+u29+/HcogT5YxZ
zoTrd3nXfJ5tOxVpk4u9qlRLw9lPbwZXBQcKaP2xp4Fxn2c1GmOTLL/g/XzoQv5+ZI7p0FxFUfAx
6jmYBDJbFwhrHmPAqz0Yshp74c9P728vpeD8AjA4NNjXtt670ytl34m85iCpF9wTSAdKYLjMf5Wg
87FX9/u5vDvMhzvmDAT8ocAQ1BqG9KqvQDSMjbEetLTgGaNe6o/1RHOEsg6CJ6/IP6ULMQ1TH/8C
bvRbuPu7PuUf30TKgD+SJvLaynt3wiPLiSQYuZ/jFkjdrt3Wl9Y2PTInHB3+pno3HtgLbDC3bVkX
36JM35bf2HGfYb4//VVU+N/eY2BVf36b9efvvg1jb+pLqxD7YYxr7ADehTVN8h/eY7ZcWGuVF3KD
YXYFq27l3UGknMcx6iux913tHagFF1fIGhBLiqn+Z7IGwAzIUOiD0plF3EBayodDiTZGm8uITw8A
kGjOxJJ03a+gWyL4+NhyHKUQNPDMotXgtfzxOHZPejVqN2YWQ0tpgwkgWU7cup9bNvJJVB3l0CfJ
UadCfhNImJeN60dC01ii7U+plx3KAJjJpqLhjSP7HdbXkT7CU5ry23xoALFThrXltVdYeQwtVON0
pW0HLZXdseMhc3NVe26KFNczWvWC9kxFKPQtIHQQHDSLbKxYGQXarbIKN7gsZ67MaZaDkMxJbbsK
Vr126F0AgY3Rlzc2JRwrbxT73HhyIMWoQe5AD82PauwATtAVkMFuklZXnKTr30edp214kphJZ/fC
rTSdg7GBBBU0DZpwlObhE0j4KAJmw2YWaobj4eidvQHog5Va2UvJNp6N56idL3DtI4t3j/LFntRn
YuOtkrVi4AR+vYNMMO1MXLXZsZMypbxdBnF7WMi0dbd2aQiytFTNwjRLUBFqCpYHMbUBztckEpTO
nTGlgJV2p1NZlP1JvFjWJRVcFmO4hINXWU/auSaRtG+2YRd37mYaIgBQSeGkWDt727pM6YA3xxEk
47wf/SJ4De0M29RRhVNwHlsz5xuqGaC5JQIUCPnUFV8FoqF+b1iazYcqnSCE5FgOFnY7MIAxoFbW
ioNzblzj0hvw/Tm4acgtvcFbrW7pifjfPN6ReltAQ70Lh4TFyZiEUC7SHHYrBB1/GXbCmtvvycTq
ZseCi32FmUANb7RMxofcg5KAW3ZcaHolKmBv6zTG2QzaLV6YPylCjc7QfEll1ZXblh0X8A8rqFAT
2/LFwp94hYDBija8sHRcE53AIdMqjmmzdXHxRYZV4azrYcK8UZDo7zmt2ku8g9FLTEX5BuXuggw+
nWKzdVU/XI+zrj5BCGKAjXUcX6dCUENUNHduW2h+y0ZULQxzlVrD/YSV9XVsdapxyY0TVbnGMnLd
8CSflmaKsl1pI3LYBClZDhvpmOIKtg0l56kJugt6FCmIHEKib91eFPR5xDxeiVhMdHgGohCMC0ps
F7NDfSRWIDylMAtV2C0U1Vb4rh7zgm0RMD2XkFutdLBv56TsCXPNjAaSFVfUPMgNIQ0l50G/di2T
EgVLNRqca4H1Q8JqpyGfO+KVPsNgn9dhyUYVS+4z3RvS6HjMguuxIfiVi9mNIGpVYT/7YaVIq4F7
ogGra3kXRgPvZUST7Tv2Zv9rt8yIWUJTZytIwsmuq0jPjzxSINVickp2qEvGibcs02B1GCivwNBz
mTIsBHctY4iDD4XbgOx+5qVesK5eRl4pWRP7ovs8D0GJ13fuvF3KE3NXVtDmYM2Y8q0SSaA3JhM5
zy2NTaJeZlszb1WN65/IJivPPQf1x5bqf+Gd5C4vN6Zz3eRI5AldgrehsBbOZmzLLWY3fJEpXLKE
SIM577cu1clnQojo3eCtGW4mNF0TGYVB82bbFiAxpHJwp2bLmS7YlBfeRZo3XbspEsTeB5WqJT+Q
XhHK/UiQnb1v/MiTG6BbFHThInvTrc40ocBpX88UF0vdRDu3br3gLGq1MUTzNIYI+lWGcZQLSRcX
DokbT2ivewJSCE26T1rKUsSpCzvZRukg4EY5wiv2sHnNcrnCcW8WFHQumSROITZu1V4D0Mj03nNa
NeF7wEG+2tM8vBdR32Qn9jw35CDgQxAnEn4YN8zuSC+JfanbLbEZVPMwSof3A2Uh+AGphW2jsivb
P/o4bxgGjW8RhFM603B0w5ieFPX0aNzSmwM8jRIo6fZT0Ocg+OjiLZtWaRuPNGZem4Io4bEHLOBq
3Oep3TeYOQLw/rmn6GMlxXjnG51igYk8V5wjLEhGPM4oL5kIkiI4qSQG1p1YJu9mckejt1pNwtsn
do6SfKlSkAxOzZc/lF7tWudO73qG8moNdo0wausyc4x+ZIEZy32QDMMVGHjL38d5VgR7JJEIY2qU
xDa6wVX8lq+2oC0lYgK9fZu02QsPwia92dgrsEHZiSj2us7c7sGncTHumDjFJ29qJnWCy3IKwT1H
XDAyu5rpsG7Vpy12w2jc8H559ZY3h64FgqNoID8pFdYeuoqwN15PA2XjhF12ybBKozgw2j+Vswu1
GeTzvaN0Cg1wiLx7YDF01kzkViwaAVrvvF6HPnKfxPP4CLcw2UUQDON33eYK7F6ZUcovmc/ZXBPa
2x1Vim7grEBBK1H3l6vJlXNjk1op9xM6/+J6zl3/c9eBiLywEqutGckIVl9xt+KiES0IJZmqLj8Y
IGrPvy3S/3vL+m7LumpT/+sd6/3Xsv76H/+7RMvw8pfcv/8rfkcF/S+kjrQZbDeE6LmSRP/YuBLf
x+4U1qd0feWpYF2Z/rlxdfiRVIEdIsNFLYkC4J32XRIKGMAlFayhJRq/f7Rx/VEkiXYVaf0qvfc4
khK4X35ctpoubAbpDereXagBgS7yWX7O3R5gln0aZV37C+W0EHzgv3c7nKfvs/gPlSuEL0Gcrj9/
t/SnnxM25VIPDyqcRbRLhw5zinEoOS6EYe4CEEQXxODEB7uR4qQOZXxsZxj4O0fGyVkWDXRw+xQX
v4AteipSMcNI7b9Q28WSqxxH3hk5F8+xJfJjHDk0fTIFfltQdD6diQT5imgttvFc0eddGVSQmmR1
RoP84ERPioxkRdr94u711JRf3j0gf7Nx/3GL8Pupe6wVZCiRgoe/bUnfnbrjRmVEMbR7wJImt2mA
Wo9sm8/Yp7zdz4/0o+5/PRJhkjCxHTaXDG1r3eP9RQ47uzD448uHikrpVVrE2AWbBCWZ6vCOyljX
5z3TwS9lp3+5twpcinJtT0hbIKT68bAQamvy3qfywTTCObhpr8jiC81OCjqKCMJpE/0Gk+uSi0pN
LwgWpoefn7i7bud+fLwUuMZ1X7/Kf3nnfvwKwDJmI5GRPYimcq/ixgAWDLoQ/k15BcrJPYA7Hfea
5tkhsZdbm8YyTAAeRDvPQSa3nrsHmDUe/cLkX3JJ2MdMtfl0qMHoucN3aZgkZwDul9Tu3V9sVT8+
H8i78RUgHxbECYS8lD9+93jpoUWGqXWf2cg94m1tnSEA/MWj8fGFXw+CnYADrLThv7zwQ8y6eW2G
3vtIG/30rSv1kVHgOGVPv92K/x9ThH6r7uG0vnWXX/X/XA/wUmugvHHS/a8f/9n+/m/sIbuv3dcf
/rGvKDDPt/2bme/e2r7gV383kqz/8//1h3+M/g+zfvvP//FS91W3fhqBFNV7d5P704nhtC2+tv+x
eTNl//q1/fh7f5qiJFByRZkALxCMaX91Pv0xL/jyX1S+CItFtC29H0xRwv3XmkXDdLFWx9zfpow/
LFH8CB03cwbxso7NnOL+k3Km/2EAIW9W2Y7ysS9D7/W9316zd0NV05fIqqbOHCYnh/KUH3XQo2+G
aYVs0h13k3dHnXA35PNVHOQnDGpHvhSuZsJmEucyU/kR4uOmmZ+GJd86LetUtH90HxFltSdRG+zA
jZxpOP2heJXdc6hI/Wr6E1qun3RuHvu+AqyFtTjJTtBXbivkPVl9mPRCPA2YcWoDcdYdian8FMt2
h3Jot9RsSbOS1nexsXxB6LW4IGBMhCco0QmI8UEapaRWeSURam6VPZAiBK1ouFsoy4wpBmvM9j7i
YLRfHfiMns9x0Ir/fID68Pr95cJ+mP4C2x/8MmrNoWvqsxVdNPo3ss/2Q+P9YjSWP46EfznS+vN3
t1CDz04mzS0M3RvL/TI4v0jLXgv474daDoDu3fbxeCnq7hQMfzxAoyzMy9loDkF8CdcS7NI9e67c
iba+RNfwELv1FlEH5Z/8Sifnoi4PLFh3WXbdBewaunIvNGCyVVVheTt/+NQLxEnO08SDQ2L4pkX6
RicQGCwLcj6ra+aLENGl3wFEErfWTKkImF1Gxw3twn7W9b7NWmStMYQtuMJWflIh2BVs8mrvrAG2
9vNb+SHc3vv9AmCq4x2hA0Ff4scLYMOqj/Q4mIOhSJDUzDQvGUuLsP8ExoR8iTXwE3XRxDkS08tF
IX39QED8/uff42/vw7uv8WGyL22MKfBIzIHYxA2FyQ1CpY2DBpgZ9xfP1IcZ6i9nzLL0/TNVa9Rs
KJQZFqAHuTTKIxZiRB3+4ozWAfWvjxY1W7hoDHYsTX88TpgYkoZzrmzrPiTaO83sCOIFmhcmK+o9
JrygOrTt5Jmx+7vFuqpXbMzyyQUMsRA0WWl7U0f7KCIepd38/Gqva5h3C4w/LsG/v9qHSVq2oFPb
rDcH6sBwkNQObdomJxakauI9k+uR1JA9jca7nx/272/yvw/7YV0TWtMc6YGbTEwOCkK6L0Qpt3o4
FNGvggj+OnDwXr+7+B+GKEQH0Ox7DjWjp2hRRsfl77vH/9K4+asjfBg5kh55Z2g4wjg/G/XQ9r8Y
mv7+YmE59rhgIlyz1t8/pj5rU50pBtneue7ml17xdMQee/uXn9+Uv30dyPRYA9p95twPrwOb6xDZ
H8chwpNd/1H3T/Zy//NjSPm3T1zAat5zyL8Qzof3u/Vi27ZLnjgE9Ixw40HD00hSQnAWG1QV8NAg
omaAB6scD6l/jmUJqDrgDSWephiAmFbfXQ+WPq4Q6hWk+1jTKqOEqI54DMAK/5Wq6TaPhhOLOlo5
PWa5fSJBJidOTtZUcm1BjCNBc19o74i7Ke7Gg029roc50qkXu3kFGLTNlT6ztH3mJFcDkIQAzbHH
/ops9nHZW+K1lY9QNxZ4fhRAMvjs1KBOCZfeVYq3G0STZYWg8KpDvKD9QL0Ct/Q0msCf2GoHnBNY
H8Av5wz+zgk145MOlpWGt9gWV271Zp+lTv0tNeq7J4cn31vug2i669Sxc68oOd/2hfqe9aC1rRH2
kdlHmX2fDFy4LDnvuHBtos6Xmr0KZZO0D9Hz2vtAq50/3iDv31jjs8nJfpfi6I3esYajrREs5PEV
4pE9j8hN2eVXqH8v8ua1ZwkB5PC2a15In4qYG9dTIHn9EFHUnq27vv5a+S/x8tzLTyYPmZy+eml5
E0HL8+d+J6dwl6PvXMivrMds34VofyZoVy25wzQY+sk9jsnj2DSHJq/P/PDolnB6aFfYS3aZzfhg
YJeuj4uVvjZpeZjs7Khkcsft2SHdgO8QIZTH7lZ7F2BHX4N+OuCKvB8n2DOpDW0U7PsFcb+XtZQ+
/ilq5cOIGHU86QE9Tc19lKDGns9LF7JUk+5Rfm9d2z+nD0PrK2e1dUKI+2Zcp4eUuz1hOKg95Jwe
CnOzm2wiVLpvVpmR8so4Tr+zeYUwuYGmB/d43gXfutDaQzDaY/c7pYl0quJzUgTBiSSnWfZViIzF
mX3gmleAEofuUtq/rwhwByFNOVFxtsaUbNcacanFvqzLXTeED+VwjexpxzoknAEns+zr+m/wOw2U
p9C9qnu4tDe2pJhPMFfWJnegHQ9CSGJ0y50lhs9EwzD7rYhE3rIchmIfb2hFHdyManEfMh67l2Ey
7JrCPXh1cWWU/Jrb2XMql+vKr6/qZbxrx+CiZClLVwVM+hnKBxwMybHrX3oZEjhlngTwvkg9DuQB
14nexvW3bn4bscfZlN9JajsxmPD8bkZq3VK6qaizLtuCrXZy06eo/bJXB6KG6JgPHWef8vVVt2Xh
dJSjz3XQR8dnJR2mhLRb8J2JXyXMnbDgzLH2BXhfDczHuN152dTbxNWXU1w9az6td919UF9TweUb
0E/IAHh013UOWQZ/DIwP+lbDIbWS3Zw9FR57h6Y8ASDCA0mqiH6GhnsT9WKf+LgWx5kmnt7CbyOf
4R6l9R6C7tZCbDRAPiOrft9aCLtYTKK4/z/snVlz40iypf9K2zzNPLCHWAmO2X2YCCzcRYraX2hS
SgJAECAJkCDAXz9fMGtuKZF5Bevuqq4qu2lMLSkuCMTi4eF+/ByI/xd5ag1PUATFtcIAVV6cZz4J
IGl1EUaAERzqENdh9qsKlSzyUhTlKbSYoGB2tSFtFaGvbRHlpqyEaZmi5gZvUaeGDk6lM4FWqztM
nMOSuERQ6k9kwL11toQrNWFwqM8pttk8Jo4UZemTk3cWMVRmqBZP9BrxlPAUVJ1JBwwUADrK7Z7W
xDsMRsHCXMPF7MHTI1ljh93W17iQttv5yFEMzdXGzwtzYKyOwyrus4RL3zz2vRLu9GTbh/J8jqMJ
fvTMWYEMFJT6NfodYcc9h6cJ6UUPWEGwSpTUYnjfx0B1IClM9fdu1RdFdx71j+O6jGTHJnYcTqw4
XPT0cmbsnyw9vM6P1bAspzu4gajU8jrU78CX4ueKiygbZjppp00SGJi7EwxVJLjvcjS2IXMc53Z5
pfXS6TlBP8aCcgmwIrr0w7hY5mHZEhrR1Fb6jdvFoZbUOtU9lkMW32ls6RSCFBGpmhwI3nakyCht
Au0WOVQwvZSSbPw040gI/2BVU/cAlRxIIc90onFSdqeUWMrcgWAjugOk2NK077bnRssa23MPfVfU
fWiZnTqugfZVF8w/lHBgte82jGW/SP3DYeN+7hZ853o0rtpwPYzjmtAFiSrEB6ikMu+QiQ5MfdPm
7Cpf77tu1yih0y3dsfvwrHzjSUUABJHlSrg5EpBg8wdWB2/7eJgfuyRbOj13W/UhijpdKQcAcmmv
pvKgfz6Oy73zEDIUAEmQhgTXm8jecawfdpD7RpczenSixEHJURzNW3NvcGgkXWLVZLB7LkIz0DOy
auzhyb47XB/im4MGe1s/lElBTaHmlQODI2HpnKB4kxbym91t4gG13a08w8Q7UdwPqJ/unJNPqX1Q
2PWMiOicsnjfMd7iJJyTMZmrNWdr5Z0Vpg+UIrjWOZxvir636afTVZn5/fB0F9maR9ksRc360ymt
ZS9a2iElUVVe+Wl9XhYdAsnlcaDUWQAQPmwO4fWZo0lXz4MO7CobTmO73vq9oqL2eHTcMEUzdwvX
IegpwCBKiJ1iNEN+Pj+0lpG7HLE+HP8xgascyIealrMuNjHKl2bHV2Ec5+xMSvr4fHccHYttgO1d
9b98fvnv4kcoF38NRsH9A6hJTd8PVy/2TmVRO5UjVxEU8dHfDaNZnFoA7o9fp+jvEGa82ab8+zag
eAkS/hptnMZfcqgQ3g/NV30TlPxzRCHRI/wkPfU1Cim3X7bF3/7n+O1tQznA//oYjFRv/xqM7Nt/
JzWFxKE6xcD84fwnQRPPEIbsW5yjwE9dgpQfMlRAMXkPWWcQ5ibv+SUS2dEIRcKiZHZhwCAFASnN
PxSK/Na+ki7q6SbkTBzlyHqprNi3U+mMJskGSns9sEu4pcvxOhzEiMPqMJMND7lrp9CWLslWgXHB
9+wOqsPANsZgYciUGiB+RhkZZrxaGLAjGHslGjxdsuz2KHfYZz2bfLPJSdrdF8tyHRidAG0VPOes
J6092yh+pkOiyO+tUVMaGqfJCpsUeUieWBvXPgSQOu7Ow3gLs98grpGKBuUxjca9u+Imfa2erffq
OQs65qxOF/H6sTaH6arltNsIxH3fQw0jrcMYmcNBpwdOxyue6je0q5/2T7otrXuYFQHUvGg7t/ey
fdo+Hd+I36oarpcKpdplCs+if6zfasRHdOFAlQNsaDs4reHM+GKrU8weEbNpYch67dfbIfhzLYSf
9HHTea8TBINO4NTWcxy5D3N1/nWD+Sgs2aAv+e6WnEYAqLfZFcYKPovg1HvY5QtnM+gi3NO53elz
ziOz83tn4TwcJ+kNpTOPhtfBRXvEp0JSCW5N1GW6KOBuxO4a3vMaxy+XHHQN3vgvNrMRDPqDmtk2
QZq8NH+BCXLRS/3VMfl+gqjt78MG89/PKnwbA7t0UB8KJFJFoA4gdGq4pSnKFKmdkgeJsz2CABsI
5MEfEuSx4Yc/OC0R27arNYz0v3i1C9C8Mfp9VBzZX8j1IjrTsHi5ed6GwPaQFJN2UMuTZ8q1CwJQ
9mXfw8TLMw/Ky9zQD93QbcuhahfuqE8a0GvYp3QDQSo600DDgpMHuAxufaW6JQp8PMqOH1DfmYC3
PUBjceM8V6+IH+i3lOIfqVdGig00K7z2o92y30WsQ4bnIIfQ5yUeQaBBLprA+v42fQsXB40CM07/
MrntzIyeOIzj2+5J8Bvfk7eSONgv/wEeBHLBAOW1RiJdHNei53Gsz1fktCFQEgeyMjfh5PCO7EPn
FrjVNYWEFCQao3AePp6fqcA7mjKbndzyOoTqYSMnlDZN8jt7I3cbMelxEH/Q7orXMkiu6vvTOHTT
6z31SiK+TvbSRGvNEjeGDzAzhHsbgh6LQjJ5ivzz43qoKS45Eb9HPPu++5J92X3J4UsCWolyJAeL
2Wt3ZrDtlvDo0mBp7G5VHCeUnD3J2+QWOGNxdET2BI21WwDVR3M9EsflIVjtXJCd0RjE9KbNh24d
5oZ9/znMf8VhbrMmzQKM39qafHtW+mqpwQOpAL9DNYTRCG2gsag5Ub0xg50evp10c15XexgjesV5
0M8N2BQMBEM/d1zaLtnYHH6LSzYKbn65TbLFNveqk85obBEJ8J9938jA5nu1rChzubk/e9FM/nIg
/C+TS60XamwO//SFLvnd5iYA4SOHEk64JkeTb32QGGFD3Sn2ZlCuQEagVQW/FygFqZvrgR5XlV/s
qnDQ6xe2NLLV2e+cYwDTNmmEPK8dYMAdFDmyOh3WUDGMoo7ZlWZMqpgKyr1vwwkh89l+BwDedjDJ
61WSwS9yU8EaCDcHDNqfzwn9R5Pi4+00BigrEvJB0AEGlIinMjpRJS2R9zqBY89pAgx2sOe56Muw
mVF0glThA+j5aj9n41iVwkSEr5pmzygAERZKZNum+8Nl+rF9jXEN0023v05pH6QDu2GHIq3hijJd
opHL/Mp5sAfOQH/YcTYAR/9STqsgn8ZttVo/8nM+tKHJw/kXH3Krsb/9u4dczbhPFpilf7vAthHF
lFQGmcH+eY9IXCJ2z2hHRdM2uti2qWU1ThO/x9Rqu9dGTvyfvtcGauWrHYZXWwf1S94Y1O+3nVqA
1l+fT4kZPDx05dVVKA7i8fF2uWyJSlwGpzl4H6/TMCehk9llX12nHoXXh2Ek96I7WgXh4DB82Q3z
oYnbbksc5CFUoCLoBFBCCshRxGmym2Xi+Xnkep3AG9n8UcMz3Yl7U9giE7ODBKff6tQ3oKPfd0zT
vuRw/+232JftWSTX2D8UjI+Lvh/NoatPJJmw7jA/yyyWqD2P9lfA0rqm7O3F6rY3bLHFamZ/0nlN
muTwd2xL24Rpwpb/2Qnzw337w4RpVmpaUUgoMmXClD7IL3tUPA3ZZLYBKVFEN6pTi3ffNt6XCPqH
EAICH0W3mzPeSM5/SVEavtrc7GOJaqERIfLkst/tgAKS5hyg79o3bpKS4KHcu3BZbjguteFu2lbM
ZSA+NOgPXzGtI9aI8v+rI3aZAZ+tioanXNjHfpnEzJAsldugy7FYrgam6WrvBthSgTYX4I5/cSU2
zOXvPktaO6FhV3+LTvhRAJGKjT45QLaNvm00TKOxhnGI2kszcN2nrXja+adg+pSKg/vgr13xFnoC
LIXrXD3KReEZYrBczgzpiNodjGv5MHAHt2sx+HxgKCf4kY38tVFmIwazOQIj3Z5pVDfoCYA7BILs
hSWo57qxg2MtUNWGotgvRtuxKpU/PNhTUHsLsj9feOVOdgY1S//gG+Ku47/uB8YjFJSyP1hJat8E
afXbFYeTxcpb3CG+OLe9ekS8ZDBENEo6rj0kkCargePGAbJoki/vIII5Mol+NY78N1jvvLMEHuO9
5WNIe82bOaGpjofv/LadrlxzfhBvHRkMk6Dnof3i2kJ6j5S28fGJhDXNfduw23kyFyOo5fzoha36
hWoYP+ZTUYUNYvllbk1FOpk7bs+zvCHggWFP7miH7W6EV/gH0R2WssefTV5R+H14BVaT7D7mkrZr
XfdmKlymBd3h/fr9MDr696WsRtzPl0R+sd3J48m9nzninvCWvJ9fpzIwuVwmtsOTC/5EBPc8hYyb
sEYjzxG83BiBozhLdEiHmRjNlotFKhJx8C1he+PCU48HoGJi/FpdAf71kfdzC+/gjo/y9U7H9KcC
hT93LV8t3gcPrZe72SQVpf8wPorpZkhW2GWDcE/yYTpeD3N37xEduoom42yiPmzn5n40PI3KB4jD
YG+Cjl/Wo/VkjTQrv5L5EccRBMR+NdcJH64n9ci4UpdVLVxJUKPyDtAwj0S8zh6tAFVT8Tx4P4q7
u+4idlE27Aqxn2wEanECDkO3++A9JkP03kTpbYeP0LG5JxeRPr83pZs7shLDUASoXYlBJgcn7q9l
JSjX8Duz+GEhNLz43fFMjlqtTksU3oY75Qam/nAbxOJqWrlnP5ucPHfeCwC0jx6LoaeNaKJf+550
W7y+NkthNlz2f4ulaOufhnefH+AOqvJL/6hJtZr2rk7etCMKsZdPmosEo0jl6LmeSM8IWAMwOPnh
fDIaLRct3dNutBpu/k+j9dNo/fc0Wg3f8fdclG32oeFW/p72U1eFX98Zc9Ja1PdeIFfNvF0Hwudz
RKEFe1Pu5m43UPtj4ZU+Cqje0UPmmJ/pXeWD2A1OUj1Xj/bskofL61RGSj1Xy7MPyHio+ZpPaa2L
yqBr+bqHTK2XeLG3dhF/H/SuywGgbwls0gURy094RAYWMqdCP8pe7md3R7eStpgcXQ8tvVHpPYdu
33XgKjqRelsPIUVf1uyipQtFDH+lht0lT8OZHY9hg1eDNZ2tRSRunw35DPTycsTHaQjeUunMt+yO
10kwvzbdA45RKa63cqIfRTLpz/ZfjOAsJ+y0mZjMJ/ePNkGBSAxgcxZ3W9EX58uuzTb9Or6D0UQQ
z+gJPMBaWmJxFK+qb95Vg5bvbN88TxHZxal4fX0lGzqSaw/RZh+hPpxXU9Q+OCVPdUvkFrd7t/Zt
P3V3gXIKHEkpa/D5vs14tox1w5WPnSrKQrgugx2jd6T3jlA7HXnkLnLynhrJcemqDKcaRnNE4eow
G6IcNqzc2jP8LqlHnSDKDi889qzBxg+9yF/zv4z4eupFbsKAG27Pjxh+9bd9EPlUusm1H3vQifI8
r/a3MvbOgzRIeLYaJFPOvLu+271KYQb1uv4ZFzTx95P6ATgu/8wrLcg9IPPDs1e7ePorTxe6X3mI
2+NN7/DBuBkeGq2KvRW3YfOFsOXQcnt43AgOyHS894wrO9D8LoGgzbD0d+5K8k4Cx6h8MzJb/yD1
wU7KDDyNFw3E/qY7PM+MxXayH+qTQyAjL3QzSQBYQBnua6NsEAuBe+7tg8xPPf80PMxQXPQpMRjx
SdOFC/pNRqOUd23HSGqwfDgBuF25wZHEMZTxXcn/IUd1Kz6RYkZ8aRhimMcH70BXjIk74YDqwdZz
PJuvHjeE064WD4GBQW/Sn8T+oC9hy72pr46+iIfhUEKMHURt06fVVDROZT9NxV/WVMAi+LmpaB52
V0dFS+dgKkofeS7mrR2UGPzKR8Tgl41hxVrSsRHqGSpbA2UfNLfr1azAVdCVNSiJzF37KNrILyUH
ViatN4wNuX0oOA4c3bOXujHzucci3MhNMHKz6WF6GtoPsKMIpGGIw55H9RWwA5dVEXqZb+A9c75g
9daS5D8faV51xUx/iK4PcjNC6zk4BCw+3whAXwEC3Q5J6kvnsnKwdm0wlF7L9qlwiR9xQTmCfErh
yQwMQgJqRSMo7DlTxEzpLci7vpz90t2xLZ5962EzPGOVTCwk+jOX74YL/bhAkybYuCm9V0jT27hF
sPYj+i3k9xBLGXord+VW/Ay9bRCOYm/jF8E+0F6U7aVIS2bY17W7DaKlel8KOkW9Nl6gA4RxWrv7
Ke/D9mov6hO0wdpHZSBAvSnoeKlEwoYOR6kiUK/6+sriTb1iyyPy1fdwtPHjkTbYB/zkirGHWFWQ
0u6Ycdn4e7nhOyVbfKXezqdN3GPGLrDxj7RAWf2VG3EfCGi76TQN1P2oyEU4WrvnwVa1x1c/aSd3
ApGrq658+bpS+4R6H8Z2Vg5STK4yuz0ciB4BhVjOk2GKzzBBShb/gVKhhTUqhpvr9bX5sB1ivtlb
D7PiRhtRS+47AQGbi5NTcbJXzozFQ3OPQcYomBLxA3a5o8eOgf22vU2wvdjorXuYQeyHNVe7i854
hQM1HyvGoMsqWXlUl8hcdt2VWF9bUiOhkLiR15nHfuJHXuS560WEc4LAAdu72rr2bAi5v/LqwSYI
2dJqv3ZTnjv4RBKUQ2HS1tJXW3UUqDiFw/zquWsvu65dTU4cf/du4VisZDRd4TTUwpqT2x2F7hJq
5U6wIcqTBc71OohdtvkV+9pK4pTAAS+9nJ6z6ElSMggHy63sTHuBJfvBflhMikkvWE73bJU529gU
FXc4ITtuLhP3QfMtbho6Wxq4Y9qr9bXyYsBPiQ/fN0Co8WDcH57EnbpDh46hyTTfHRwH5HPZco8s
EFrrIv/obglt7bzegmo8rt33BFtfKUSPqMFZ3g6QjSDCMxkQCh8WQ2NUTLRAfzC/2F8Kt/4SMjNh
JZ2AMR8MOVdT8acO2kKXuF+pGBPKcadn/8Evvc6UocXzDANQavPOqAo2nnzPsA/v7xu5eCWdLpe3
s+e1uL09iVe8vhUDJo+D9a09c8fK29PEWVyrEEshbtRV9vxCMZOEDlz0CPekOId3MAC4hEFcNc32
3mnQn4eMsENP7fGna6aWGlLLhVaTiBTxpuA02I63DIyyhaq3VgwNkt+MZuySF8LrmQC8Irx38o1R
NBgxksodpwCdWacmE9lyphCC4RJnmelQM1+hyPb2+JmyF2yHvUCj44yR/dAhNJQF3Jac6S40jnTM
REYDFd4TXj/wqF27Cq/etx5U/sGKuZ/xANfGLShDbfDXPkNIpaIX8TGdlpAFypktW08jpGPuEJ4s
q4I8ySVah+ra5UyiFqzyUNWiIINyOZ9UD+rsoRb0dsbm40PN71n+2c1vLF9zTalNNAzscRaOe/z/
MOx6RizCgSnV2rXlVLmp1mTnv0AjeIsVc7Ori6eKVVN2DI/VRyBtdAz22Du810V9ewzy5cY9TosA
MWj+pqwhlni8DbDTWOY1Fhj+ACw2GDQP/mwCrKAEeXDM6KOecVUt9KW+jCfHR21mTZNJOLRm5f02
qESHd/U9FSIlsjqnOgobju1Wll7QNmVl2RmSIGHd2tjCr59NMaMMJ6ag4ssz8WGZNoPQd1hkapRU
gBHfeqx5FLbenXxeRTi35D2neSntYTXGMgebZeipNh4GBGxdAncHDw82uw1d9AF84tL3p/s8OLp7
/M4Y+5bw+cwCbx04mJc1ixiJKFZp7T/nUuJW50xPxokRjILiZcOhBqXBBec41r86Aq0DbUg0lFlI
uFR5t/wsfTXSOaFWtXUq06yi6+o3woxs+XuAPDnBWE6nTER8hiC+qolxIsTlZ8GGdeNgHnl4a4z2
ngmsNmX4NjG9hqcRHz/iVnexsP3gxHFr9z4DC+n3JipIS8UbZgwaKIKptYt2A985bvjKEz8SYq3o
NfX2yoNy1e9z5jCEWsJqufYx2BBwgvxkvdDnkBnO03vM3HAlU44zjBUzIcW0qQMvB08QoyqBceDz
1XHnOOwKiQVnOaFhzuPSM4MOH9l7PI07Q2oLsQY8/M2oDBCEGWazLmDJ7K4cWVOGSwXdRfTcWbCR
e6sl6vJqKs1WrjPk6zIVHeCqXzfUSuzuE5qgDhHWzHENvtTmmtyuhp1rNuZxelsOqrHamNWEU5/Q
4WiyujgVOCV+5sYDdRg8s4heOHkXw4Lyh1iwD/FQo7HGaOv+RPd73hc1kWOcglMQcQTE6aAL0gkq
hle7YBD7mZSbtyOBaofRRcSCkVNmLGYqw7gCz4GQr8xjOkj1tnkdBWpWqxMySnB8Z1fksMNcv1Hb
UOdGvVb91ZHFQP0OnUOgX6udU50Go4BjFKdBXi2Zdi0OYesZ22wEf3+esX+esY/pHFqBQ/Ef/0Nr
O040wvVwxx/OmxPRuDXOr9o4Cpy8Z2Um9WkbKBNmk5adVj3/AQDw8/Dy8/Dy8/Dy8/Dy8/BS/R8o
AOdfc+Af6whVBLSZGf+QTLlkqz8YVK2TpmFfmW+gBsSkh0EPn7ilCLDtGg2A0D91jfZDWCNV8PMQ
9vMQ9vMQht/18xD2xx/CWr3oRqLqX/KiLyTDn9j8ZolGt7tP0n5FpgTqsUveYzdUifNsYlypxKpC
jpF/FAQryO5C4UcOccfZtEfc+Oyank4eA6oi70wcRsW3v0aNwOk57pc3FZdN5BvSzt3X+/OI8Db1
kp4VQDjiHwniVIAet24I/E0FZFTM42ucdazOx224r9Y7beQ6/rp32pr+umTSP2zk/03TX9pFZei7
yW8bijZYEY03IeRoWemaXh7U5CdaR7xOxdzu7l7vavlCUHULCuKOP+xcouljYIInvhsqtK7ifcSh
hmf35fosrva8FIVbcXPTEVdACUbZVXZVBM78cK/PjZkxrRbmzc7bEdDegxzpka4qCC2J+Xz+ZUOq
cE5UcyPmhKLOo/OoOwSTOjoHexd6XRB2W6Kj8K3L7bAGzLp3VdVHxeE68gXvLsV59LgRvcX7+zIS
S9IAtLXjvsbu4p0cgME9JCT2UnAedwq22fHHd2MC3xMEC+Xr61qC/SDzR/T/LnfvCN4RF7TUDQPh
BBVyVD/VM+ruF3f0xaWP+OSDzzdeoUAFi9fPwR4/jqJ/GJnG2X4TJ/3ESY4mWGX1GJPykU8nr3K3
4qEn/BsKce5LEYrrStxcatkDwMvCmwjwLxMQNLfUyHihgDGflIdK25UkV/yM5NXaQ4VY3cuamOvd
K1Cb+tJr72Bf1t57LT6/k0sK9bM51oBLVUbdsSpEMgP7afewegNmHZxGvWX8bC+6C31RzQuU6UQV
uWjZU/rY7YsKdd2z6E2dJcWBJnJKa1VNU71sv9gk+VCGkh3ITGH7TSSFg/rCRnxMlI+ft7uhPPC1
vgdO+P9cGw1HvY/sb7lbsTbqmRaTp31TKdBUftHIGbmhiKdxKG9Tn5iu13GTZbKMpshTkbmLyQip
mLbCB3/epkuB3Wd92XDrD3loGslO5VbIUJmSTBSpEMM/TBxwXCqfByBGFIML1gSiPHHQvC1IIO3+
5I/ALlExRWaTLGBxScoYzPk1TQUTQ47oRApzMyVnhNeUBdYjJaotUwEuoB8dsD70aWNnX2cQW8Yd
2q+yBQ7tVUla8gZTBfmpSdmq7IDKD8ElB1YsvFbwpZJM3OqO3A94tMOVQqMVtxt+qvS2SjKvSD+r
dLqCM6n0twLZq/key5Tse4BkdGi6xiK8yfvjvenuDZEReK4Ha+DXaJ4CyY4nFVG6Z/vq7A0U5MeR
O7Z7Er+MokPitCDvV/qXdBpBaNXizbC6wJIg3gS/Zl4pvELpGaMuLgLsiuDIgtP49XXlvb/fTt7S
4HoOrXSWCdYfNip2+RaxBpfvfbcAoaai4yrmrfZ99f1E5Ju8NYmC40D9X2WBVKyc9CLBdYhwiSiS
sv0Xp5feKJE4os66qg2mfCq6FwwC9boD1b2nW2MAHSDZs1hEMsaUYHhHIyzGcidrsZO3XXGbure3
yy1JjssdYhMXr68ZtXfKRn6+Dn7sIf46jy4Fmh/2926VIaB0pKH7682VaeN1gTQLymCrUGABDG/u
eaLft1y0bbe8VIh9uOrP3fLftVu2zodG1uY3mQ9txlhvBPv/uNXSZnYvyMAPE/en2f1zmd2Gh/Qn
29XbHKULUcSH2fXvcJTanM4m1fqfxelsc/v1hoP053X7eyqa8J2r2uvpilHMwo9uWEdruw8hHcHV
cxZPJcidq201GF5ly2KqDQB5u28gKbyNeEumIZ4c2AP3eAuMXsYj3ItBOgLbIwD7cLz7UiFtXIAl
g7MqsP3zdEskZi0A6iH0fMFVZFJVGUS3fTzvOJHRYhcg57pe5Hux2HDSo1izxZVtvb3G+ewvdnsX
wtXvRs/pIoDWRXiZOt5vU8tOiv7ZQTlY3VpmN0cgMuZ9z31QrrnCwlYuzrjMbzh+cABJBsnYvmBF
9/I4VTjQta/KRErYayDlFcceQCtwe6p4wF1fAbLy0ymM1cS/AM+QIVeAS6A80mBMQ1kFIRUEWw3+
6sDS/P7R+9yRa725hrfwl7o544fI7w8j11h3dTcJM90s4evoEewYL+6Ia9w9cI4Ge9clChIEc5OI
Sykv0cl5MF/sKJfRJOeRluOE2rY+m0ONJbJfwWS0sWjJlT8cLT8fw9bbbOyZv+NtWqpHP7vPRqDA
MraxfcwJ1ew9hSVNZmeCNH6M9XpRwZeX4UwXz4+TIKR+NB4NZ4RsYKfhmasXwI68bCuJoamwQu09
GUExNP10rk/sgT12BukyPIg2kXPVos9a3AgjnFf93tapaDHctv6YgN7ng9OQIPkldPJhDjZ2sUOy
Nbd6D+uR9yGDEkktk7sXVUymTUzZ5WcGAhONXxCaCom+cbWBr40VbFyd4CM/cq+LVBrvOVX5RCyg
rZcaxmElDLm5Pnu5AJwmypO3uv684S390m+efyu724nO9Eu6eKR0bNF2wP7xrvFrx/QbIfjdvooO
xp4LjA9UEZ9BhcKWJbfE9gihdsSNmhlnzt4vxFX9oQioZEPWRFj+y5no3hv/3uZw3dzm4nGHT5sL
WklBm4oQRpzCR7m4Zi+kwGlJHO+9K7rA8t5bRtdQvfDJ7GlqJnZ25866G3ETWJWaxj/0xcOeALCK
Fj9N1V+Qs1BwVjb4gzd5VIPXCXLhfj5Ybeuu3zDjf/5111eW5IOn/I+uu7bp2zC4x998+jaM7l9z
+jbM9e81fVt2x37DBv9Du2ObAb5Esj5MtD+NAf4hR6LjkIjqobAN82PDAmdJRyss+2QGLxHlSUWw
hbiHYOM9tk4ucVFusXcutRQqSdVSuaB1lcH43rD9evGGdd6cDzqy3RX1tancz9ZUFJ2pha296YXZ
6woBwkEG2F7B+fsUU1WQTYHzXFoUQr2M82WYo12IpiQbOcBrarqUhYdTwxiU7uoRSLo/m3W5D919
X3MXZeCM0Z3jJJNSlbN1Dbns8ms9rAJVarQmYB/73cEa/pCQKhKSNCrQuvb0QcL5J/XXHkIhkiep
/tBxoHW36+rus/Kj9zzxubGFd7Olcxongnofw0K5YmTcHpXU6FpcLP54y9ZT41aq/3Yx/dMnFA2p
plG1NVQb85eeePj/WSxVhV1RW274ao/YClUb8NTnnXv+rLwmVYmj6hHVpz3tBc99fURz9Rr4gzkU
3lACBohfwfx3JDNIGXo6yUGHiqizrCjvUll2KLfU/4H7U5FEWXiPioHyUmBx4l3UTmWiH3xF72sj
jQ2qgo/m8y77L/anX6dTY39KQy09bhOmU5dT0l68hGK4l9c3Ia4ermEhMtdXf1BzJPWy4dPTfe3e
GxLmuh1Oz/PzKww27OFr8bp4H8XM+p2MmAyp2za2rRO/sS/9d5r4P6SN+miRGpvqHv2icpcyihd3
XkUq1EMNmnLf1v7N8IYaImqJKCC/OP0x43vz8rLHMVu8391BPfD25sD9lHAeXg2Vh0c97WT0/v5O
LeFyIN87pGPV4I50odazXFKiF1Ois6MOLwsocFP52vVoGXm1aLF5rXfX2NH/WnfXbrQae/1Po9Vq
tBpuyR9mtFo9hcYZ8zf1FH7oaKOsrSFoo+nGJTjxwb1arex4U1fshexSKGKypLcYeKjuzmL0bPtd
sRm12OgfUs4is/qfl2zcbqx3DvZa55JRT3utug6sFE6OAMvhxYwoPy21MkjXWu4mSZr62RmOVFOD
atRMRL9rPpxOEO3v06xALm83T0v9ZRehspXVeWD1kkL0T2W3rcU/dBh+bbHZcOXSdZJYqwLDCRNJ
SR0ukJxI7oaGqKfEB5E6Lgc7aEBunxUoYTQL4edv2YEvUf7vHLoPTWg4dCliirVt0gQO1spEX4ee
KpRTdHYboWhhVN1gCE5ogXe1fN+AhfjcB9CVV/RZCxpeU1odiyTa04KpOh2/LqaKEPHKh9PvgIcy
uR2txaLlkm393nQ7fvt+vzCZf3bXDX+i2B0Pp06Hu9b8PZ4cuLC9JPZFqGMPrGAfnFkvihgBJp9S
nNwZdXzKNUzFIgNNELsAJOoBQ6K8X4uwP1EOQErvd5/31I9t3Yfp0djaK6fsdPSMZt6xW78oDxOv
DLeTkIZyaR/coJTwEe3EXJEsfjEhFlK0jcEsV+cQVdg9GNwoT0A1/aTiMZJC9Lu79+X75y1tnchq
zD8YnN9+IrcOaWMn/YOGtM1MKtWyjx31x5vJttXasOtpmBinZMccTMV0Phl8Pm9aPryJbf7HPvwi
NPHJKr/gIz5MynVlIKR6YktitRQsYA2aEohJZDJd3x/ERFXBx3Iz2wKpOkI5Br8GdF87MYOcQSGe
XlXG4dH7/I7b1nQT+fvHrWmtxYloksj/Fk5Ey2506bwPI/Yb7Eatk6RhY9NzjBRoriZJV0IlFgLk
xVtiByikor5Ve0JHPFUuZ/7AAkRXEwBJ/NUMLGIAlnFJbb5s8Uxa29S0pn+GNjXs62+5mH4Hrcz/
eywO+fMmfs7+Jo752/Pxb9v3vy0Pz4e4OMRfir+APKYyFP/7Iu9JqaD7fHj+21t2iA/17Dl9+4//
8VUec/qcc4fPxd9e3zZ/m23zw9tHhUz1CV8VMhHA/XvXNvEsHMexe5rDLnR6Kw4UjJvm3/kTsjYI
aJo922Lq/SKRqXf/bllGD5EFDSFMFHR50y8SmZr5d03TdfTLjJ5t2qZj/iMKmQ27w+fblo6kjqah
94ZWZmPH0TpJtq1WVjVPOrnhdjvaUy/ZoxeTdXtin2VnGeUk3z701vzrpvCxsFI5fB+2Cq7Z0230
gB3d0ixba1rlXeH0MiPTTvNzeUTvu4vGJkrf6fDzq1xkDhqXMUyHbccxNLPP17e7v7Zbb06prpXz
XIuySbRGqjtaV+7mbOruulOVIir0cJqckmGVOUt7swuDlhZ817k6etP9LjqmhmagNtc49Gyd8lif
z3U+d7aHcmDukr5/2lmW3+2XEGAWVjJK0y7R2igEnbwv9WEnQXbN2PY3g0TLLWHZeT0+RkYy1Q5a
OA7LXfhi2GXU0lNNh7Lb1Xt909KNXk9JpSL4921Pdc+RubY1M5uvjSzy7WyNo52FneCUpdbgrJ9L
zoTnwkTGYD+LO4Dzu+fdoxZFa5ma59dDHEZfMv1gzNbdfD9KV5tqGq3W/cFG7x39w8kwgl3orH3H
6e8GZvc4P9n16UEzUGJzLMTWo0IrZXLoZk/2ulq2DEEjPcmtORrdr5sONS16324MQZbWnbo0zM3c
6ifmaJ9pleydrXjSPYWF7Oebrjya+WlmrtKTF2V118/6yDN83gjlZn4zEZX6NZgnzdZ1vY/u7bfd
uy3sk+VY62R+yg76eLOx7tehnnnGyT76qMv3zyH5bDtv43j8fgFYTh/r0e+izGvqvSYu+tDtF6Wd
peH81KsjeXa0+010hDhobXXc1broD+JDtOytLHIOYVK4nbzsiM/vvHnipYyoj+1Tsl3YuT5a8t/e
eqb1t9nazvpXSFsVQS/sgLjfn3vXYRafPGfV2wRavTTD9VWh12Q10F8t4nzla0edBACCKuPE2Ee+
U27qRZI7gyhOAz3rQEN30B4OG10eYErqnfstVdnfGSgL2UuSTrppM2ZWt7H9Jgdzd6o6ev8qj/u9
ZW2dSu9Q71ct3qmmltU384JPdwz6xzEtFNmbDphebbfhtuecr+J1OqzCYyeoNCYpiCRx/H/svclu
5MjSJfwuvecF6SO5JRmMQQpNoZRS2hDKiaNznp++D1X13VIw9Iso/OhFAw0kMhdVktPdzW08xyzh
sWc01fBGC/YjatGGaBKjrVpTrijjZZCk68LA0qac74fOw9XOr0hLqjDr8oncZtTXb/wWHc5p6n/v
GguELb/AXMqSJsY1wfAsYcd694PzUoRuW0gTglMm+Qvnx7C2ejRrq/pAc4nfyRveq1edZCHZhU05
mxJWvU5tRWFE/2t4PzElS795/npTMmkRw4Qd0+XCewtyJniVWPptiAHhlRYFLzWFaMWSMfSXMsYO
mMHWio+Y15IfZcSkbw9D5+9lx3XqsTAhNhtD45X3oj4Cq+GjoRMdg2Pm69OaOVgEYPhWQrkhdQ4a
kWTWsr09sYZE1VnX3NJYlQ+E82bbl76E75sYnqYF6I7bZfIqG4vhm8qL2vaVkSMD0pnQtGXc1U7C
siK2CxU3t5qkpRdmmdX99Wb/D/h5t8Xv7NRUv383x7fi/wavDqL9X+H6//DqnDxPzvw4/Mxffpxm
cPkfSgwMIBQm50z848hpUHD/MRkcNRMmFDU+/R9PTjMxIF0H2ZLiwonQ5Xzt/zPtnBj/sdCrW7cY
IwaFd0j+jS8325F/9AmXMNyCw9XgVIeVgaydv2TJB96KyqcPtUaQ4kyCymFhLrcNt31AKSHc9tgP
tjFNK1b2XF++LywljgdDdSmcHWOhQhTSqrwOKvaASYW5m8sQtW45rbkp82852x7cZDi+GA9PAQfA
GzrfHs+6uFVto99PGj1qsvztGxroR9pwSPpfAYuzgzT0FR19/mSxs8WaC/uV12lVDLGu39ehb6sw
QOfFWqHZnB7cmUW1sti5u/jXYgwj73UC9i3swuIYc0350LpYLMx63bXA98Rs4GR0I5BaT0rvQ++D
fH+mPM8N0PuCHIoTHjhlDHtd7K5ra1r5jST3VZA8EJ/V15Vf7rMk2Qda/1ixUdtHBNkatvPbG95M
4Yp7sGDqvH+A5NwwJOaXWrC58/F/SEHktBgrq8nJPZai1y0jN5GVF9tS6+Wuz1vUvkWN7oldTlwR
Zs0p8TrSIgdbZPFzFGV7bd/UXXP8+lgu7hx99Rkcd27qiIjgwJx/VAATaRRpJO8m1oLZWY+jDeg6
WoIWctqZQ7kmY5engAW5aUp4GiZiouW9V52ohVlO4i7jVuCMZnSqDO3KUEXpFfGInqANmR7TbBjs
sNQc3qOxYN9jGlAxFnuScfT5V/kpaOWaa3ChT/BdaK9ALXSUkRIDZs8PQidD0itrkne5DpZjyvcY
L/Cq4rbcwOs0tqHQr9tqindjalQrpehPz8RiQheCQiuay857VRrIuu2wtgzqayXjPxbc+G9GMHj4
2uFZWu1t2KD16cQrtmGUBXsLRa9cUsRP3TheW4NP3H8vF5YEDglBkrTMd9zEB2HVCPRrUBJcU1El
d7pplU4TtL8Tjb1ktUlWpHB5+POMRdOks65DfI7jPz/8PvJ9htCJP5hW+2aVZF8Vmtdp5eMwkNdw
ar4NEbrNZ9OqV7pU5hbMGzVgxiwEhBgpvLj1PgoLEJ0n44FZp0jmdmIGLlPUDg4BWpuCPoF+vm1j
czQ29pkdR5FL19jW7wbjo6p//wbCYG0NmFWI3vnm86CibOqJ8dCBgAt/1AnpD0a8VtzwyoEs/JHC
G6Kd0DBU1ilyJ9z7kx2zf6uelp+xUE9pFY1poOEzgj+CedVPo91hGHnVOZo8iMzxWztGp+w3UbnS
OLC1cuHCt4WMzTfx4RQWItDkgfL1Ecv3aG1n7AKy6yJ3ijAn+LbXdsE3Zthh5VTTtxQtPL9n6V0N
PvHvr4V+EURefsRCHNpYZQjrdOOhFcrh5UtH0AvBhKc6/Mz0+wICUlnI+I9sLS5ZWsP33dM5N4bw
XTC5NE56FQVjlJIHhqEjocP0eZ5wGzhi2HbTgx+gOTbdwTTYSX+M68Gu+tcpv8nYYey9Pn2UmPjK
ALajp7B1VXGI2F4lTiCOhOy+PqJ3v+pCWvFeKCw3zBhbignX2ipPqPGQVN4AfFln34rBNQcnR49Z
1AgxDwLjKZJNdoILX/7s/tR7nqGb+AC/LPWKbFu2N6VhE8vO0IrB1T3+VOduGzqttJnhWO2OTCui
vYj6/rpWZuhQMvAWTWvpTBWh6SuNduQhAdc/2Y1vFbkOOlvLXiSa1isnCmy5ixg+flPGG3RamIL7
qf82YMJJ5iK/s6Lt3uv/yzP8+D2L2x6MPMxyrcX3YCCMcsbAkTdmdwzQSyfyhNwMqA8kxzrY09oN
B0+V32K6M0b0Hmlvg1cFRZTeK/2K6zs9sjX04NGfo96u8g0pDxIj8ioGtv+2iLYCyYPviXmf+jtR
2foD5j5+LQ7zg/hqJwvdZelN02oNTjaaXhtrZ0kvBczAfGvHJ0rvvl5rkULANTIoSAEzifgCqYpl
foVpIbesjBkPVoP5hdRTaLnv76yj9SoxZPbrxRbVtMvFFjvrMVhIhhJy3gI2SfHHbqpNJFDvlhuZ
H7iyreyQhFuWXHWdQ31Hg/80TA8RICkYlBffdu0NelDoBSb0lOiCnNv8Xr+eEoxntWv0kEntFjjN
U3TCrNQSQIHvzAPvKxHHOIwwi0+zaf9Y093UHcN4EzNXjdc0cPHD0U+Ru6H2QLLD11u+cEP+Ol+L
z3kshHxLmw9vk2ksG42HcWsB0lo6Cr3If9LvvXBq4vnRFsnxTrpReF0mTlWuvNL3kuyZLM3XCyOM
f2AN4CCf20GtT5kVFzhxK9jGaNaOZtGTO2tgnqGZizQ2Y3yT8W2OhIc38F2YOsMvZGl6020MO8uP
PVIEvtdHsU3ip7lTSmr7ANio+6xzGd5aej3VT2ZusxPZgSpJk031u0Rvb/Xdyh8CzTFyLwRuyHyc
jCu9QPs0M3ez1SmpyzDk/ZDhUSECJuAXvoONPzhWdVFbcgpwyCnai09OAlDwmw7t+SRQICyc1jiW
gUeGQ4aS8U3b2Y2wKcC9tRcLV6+3yAF+fevyPGn8t6B/+KCF4fWbzlD1MBgP5uhEKEmSp5hd9xj+
cItWM116LJvbLrrtxKGNrwxxQP2i1Wxy4pUdgrol7CS2GfRn4Na+m2UIXdwBl5LZwa0ZOmHutD/q
J/mzcMeH8J6/Cd+WJ0iXP+09ASBzauemXT2Ynv9dEJs+GYkdCJv9gWkxud0/qRv4ANatdReDLqS8
vnOI5lD8FHGLg/br67NYQD3+PgskbxGhSVSbLpJWukCJSuuNB+1k3fKf8S+LOvyHIlcN2+uGJzSv
hbq+rg78dzXZQWyXt9i7eoMjbn0H/D1/0wxX3TQPdFM8qcdyz/9UNxA5XdnZ99Z0Ghidn9FDdu1f
Ifur3WNWxT5fiyaWId27hFm6QeDXmszUFxl4ItO8GSxsAodbYTgK2GOVrW40tLavtgW3jWSHa5O/
G4xuzRBVoE3518f4TtVevuQ5yGPIYCDmfhe5DzLe15amRBiSh/BXBk7AtxCN/rdJ61poM9fbyMqk
vZdaHpQmjx39O7HNq/oxe8CFtntVuBmzU4bI5th860PbBBNB2379hYvRwH9dNBfvtSoEXIiiznWN
pWRVCBNnhDm3gCCn9vAI+8/vN3Hk1HcN6NT/PxdcKLcqVa0mZsnKKoQStvidYfiXbo+YGjDa05Gh
Wzy8umzFr1zd50IWsiTzTTXLgv9t+tkQu79pf5uPxn381r1ZT+mK/3wRxkF1fzjVZf1JE+rv1YIn
H93GMNj4jfzi4TwLPFpFOK4ttqjjBVMjwpojdBsxRHfY09YJxts8B7lgBKci/x5KBSRoasOfygFT
1z2mOYXpRbDA/mMrdzm5s6Zd4d/oPLB59cSyI4O4dYi8+K1fnvJhrW35pw7Mx/Mh51IXxprW0giq
tsTMhtAdv2X5LsfUiMimyHz/RG0qi9cEb/ZTLt7iP5IuFonErG9SEYRY08c9GPY4bjTLy+oTfEzN
39BvmnSzhziwsXV+5xdrD+0zc4e8ik5Q2kfktOzqoAV9xtpJkQf/j/4WjAf/xTI22Y/iymC21txG
asW3fk/jXez3nwWXZWgSdFlt5SV5ENaGmO6QONzy1PiYYe+8tDs89wiDtsiVhJ+V6MIj+cqRz7rj
qy9YCGZXWTWjElvuHisMgG7dEGNyI3tMHr/WKRe+9+w+QJXp0pwzmkuIWxhU/TD6vn7qB8SMlZ22
h7H0OuXbRUjsyHr5ernLPMViveW+kjaTVYT1knGTmrtWbZpum2L6o3AmzAVUbqNcUt6n0k0QPH/r
7msMvt5EycoNr2178Yh61Bf9vsNnmMbBxAwTjC6qD0bwEmWOMv+9lllsevF8eJxPph9iNQ0FfHRg
RBfC2sO0dJ3bAYZ1sU0nbtXRBMIPI1iGvf6SpTYNjoKiGuEmvo0/Aea2RK6WO5VwSgMpTaTxnYJ4
X1/Pe5LwTOwWX8rOlQtP/M4scnxpivkyjRMU1yHmLnXbGJnCm7DeB/kVQB8jZp9NNq22GR7E0BGb
jz9LdsMK+Nh+hAhYubRAMqE69hiGWt4kIDNjRI5GnAGzHtNrcMRRQN+2euhwGC7hDFrqiBJDbTC4
SdvlRu7oCFRLeVLdr693aMxnfbFDYVBGkaxG2WeReuBaGLcRwQ677Pa1sNC1Fk3axL7C5Bn6QpO9
hdB+uksHpxFrdvTCSZ4P98PSS3/BjCw91LF0yDbS2sY9DsFpwWQHVxNPAa1A1gjzl8ZiseTCY8gA
Gvj7PtPrXN/rztAdOsvTxS8JfIN+pNZG1ivqWlyoayxKAMSaQVhcByrgXIhCTY+EHo/GCVm4ptwz
fVsCs0KRnPF4aFuAs6b2+KRBc1ouiQ5x4slwayAT13sEnTUaWM29wswkTB0q3BgdNzXHlxsSu6y3
+UP/Yh11zPVhP7XX8SWALAb41Y0bpjbiY7S77B4q1KkxglE51tGMbKQZawMO6+yoRujgaV5bRWs3
7Nkst01wMCunVwggVp7Su01cChqhAvU9QgElWUKEUituSdBo+imabKxXoWh93f1Bn5fJk/6thUYO
mQspYE4X/miB6IxcPJ/qeThgALBlm4/aA5BNqYkDOMLBY+FGN3e09lpzF70Ej8lR4V3aA99Eppt2
2xCwp9obTFsUdoCpU8M3S9u07E+rHYDYobnTt94U25Fpky1SRRMO8zkUSMf/9tEjEjEassLxigt/
4Vy9y8E/J7BQso1VW3UbQ95rct8UCCO2kbYT+7dSgWyq7b9+2IvxrDBhi9UWSjbUzFHLBM4bSZZ9
9VPiqk0MXSrhP+Yg9RaOicGDv9PULsETzLYETvMBMSbiqp/Va5zYMDT+j2QtA/SJtkE+em5ZgfIH
yE7nTwFANz1Kptg4ASpIa7sLHMQlX2/80lmZN851IfHrsdAy45KVSWqoajBOEgwKzCgE5Te3m1/p
j4DYse80vTuhHVBhZ8EueP567QVa6e9D/7D2wl7QgVohU1g7qm32JJ/132YxiyB/7p57gF3iuX+R
RDj+gmxPbTjBs4+cyi7BWQe2vgJC+syofzyIRbYtsPS8j4beODXKmTAK8V5xR0eH0gDTg77e92VI
tDjzhRXJrGnUVDUZp3rMdmaCZB5eo6ujq6hxLWHVNQQunqYfx3ZFrayuvDAiiRpDHTxySFTpIsFV
ghCL2c+YGYcIBcgcDFk0bY7hkqtR4HyVF/rsw1UvTIlKYkYB7DJO4rV9ql4gY+JtMu04s7Un7Xeo
O2XppoMNz2TlrD+z2B+vdVYzHxIBvFaxKROcNacPFGMNOzcot/oNHEh6O76x3+2wLShueloRpwXI
83+Eey63A2qGou7CV7VS2dCu1w3UQ5wY422po41e5W+51bjjqzA7uw0fq/x7JiebxT+j4DR+m4pD
RV9Kw7CVcdcnqMCgFotSoI8+2sQRZLRpVDmU1KiwbL4+qM/F/5/PXeia0C+MrsHKJx9JAOYUsDP1
3jeeUH5sy7U076c2fk5uAQAHnOaSwtmk2jynqzBOWbMpBXqNFYNjoEf1DDW4DgvN9iOvCA+rqU86
y/eFGH5YeCENpZabRctz7BJue2rDBqJsVCZuSjYmul8zu+1c1bnTMwohCfEazREtWJ0uuJsWWgPR
TYsxwy2Qq26Y7MfhiqAY3mxZ7FFxLeR9x04BulV3+64/8PY4DVu/XlHYn5rFf3awJHaaWWRotSoh
VsxpkJmuIB/Iho7xSzMAcA1/J3G/lozLlOSsrgQwIyDcSsKWAI3UmFjeN/DIQrmnE7er+Lo2WsQf
mcvSPWndGnMgMeZTdyq2G2vlDYgBDeoIdOeuvDR74uqYpkck3Qj63Ee3w3Q0idNpLiV2VezL/igR
Ncn8udJfIgwH7TZT+j1l+yrbE3OXoq1HMl0XKrWLtNxkMfLlBDkV4yH0r6P6tLLZi3eAAgAFFEUg
PQ4M8RLgOEY8CsUAR8AqjjlcO2ZigGWDNLO5VU+VtZfNfVzc4rUqdRWovYy9KUVZ9p7XdiFsP3Gy
wukj1/rdWOihZYybULkJcVv4anDC4DzcaNqmQqI9Q9x21WyLFA1D0nEzVF4t9/13grYkML04kAZt
+7L7r7f3XsU9ewCL7S0MgManselqbI+hOUeLCNGp0QLrzXQ0zP/u0KUcrVPQAKW6RxZZEhz8JpBX
jCMh5TGMWuZ2gb0xx8TEZ7JBZxar/xNjrjHZtDgmus2FExtOrW2LAkjjjVJoYc2yU6XbLHX6etdI
2zIdPXT5jZKOETs4msp0eeCoyRPJm2o3DTkixV5HbktcVGwrZbdgLZd2NNgAjzavQ2kXrwhfK+Kl
xWQL32GmV/Hnwrr++qwuXaP5rMAkYbpuIm+05E1URmQAaRPANWKbkXh6mNhTc5cFhd0AEgT+OXPq
9i4oD9Psew8HMVNW/guIvPvrWj4SNy601eIDFk5p1ZG+ESX8PzPemeW3ormRwpHkqvdXnvhlXLtY
aemJFZwCEwVnW/c3DULLcfxuiHsi92Vht/nB8ndJdSUjN8/deq0fnnGh0haLLzwvXdFy8GeZLNGq
bnRE6loQhuGgz4yI67rb89Djw8b3D1G1NeKboNqKyrEwtgBmcS11dgnAWHzNwjmbKpYZfhwaJ5Vd
NXJnojrRbtgp/wXcXgn4QL3mk114KIsFF08SiB5WTQTbB8AxG3+V3V6ZgS3os64estEt6/tWfcep
w3Xxh3r/tYhdBj7AfRAdwCZLCiBmL4BfNUmHbGLJSfGig/NtZjZrVLRprOnFlzl65IHAg+CyfQ1K
K7xK5vCr5rR3a4loKOOcb8fKv+krlTlsHP+YBBBqw9B+V414hc83bqkaf4aB1029PMJiPU51Va04
WxfeJTZBES6D7MXBq1o2xZtL9ZJGRnKqshlUIcphM8Bsbb8+q8t8CMJxQyBzCvwGynPv//2DL9nI
gWpxIMNTaYqXIVcTJmI3APjmDUpMiW9sAFW+tqDVAE9D5bRFUZ12a3u9VEvvXwH4KDp0gWBjLhIk
Q2XmQeCP4UkMKGUmdeCapYidrK3FnlVubgI2ZTEKfo1wVL7TtOs6JidZGt/aPppWpHd+DR/siQmS
D1BTBIAIoIbAfFn49eUwlE3o+8FpwCJuGaWncKilrTfBn76qVvkti7cyL8eZhSzYDOsHWHSxXGJm
XJ+sHHvv6LUgkeEZtAmdsiHf/DSw04JFu4bQalNk6q1MEElRPdeuan36nnew4kUnNZuJotwEqfqJ
AmjQtnxXdhTR5sCoE0GxGBwUtVDwdMXrXWKA5o+fqxCgyAG4RPUlZXscc/DBgHx4IANKH1OJ9GFl
ZMyz/GTvN+mRa9LYZ8HQ2KWmQtcMlOYFFWpIRZmUthT505iXiR3pZE8KM9hS80qEo+bGEjNaeIv5
HZyu3e+i0wscIf0dZkWAa9GR6ucLj7kfwVAhMtBPgzBuQqXbfclitzej+mqK/UctSrR7oqYAVfdB
7tKwyDZZTfRtbPY3PC6aq2FAshDw0usxUuO+pYZT+PwYAddtj7oe3vnYp9O2E7wAwbubUG97kN70
2MlVPDlfv+CltsNuBABYlgCmWAhQcBa6thFtbEVcr09dbGE6d4jTD7Q6gnORyQ2vIgCx4u9SGK2H
mTmh4wcA0kiVAAWXw2ersnY4aFqPbBQqy1lS+zdxhBRcMAkPIzEckFbL+4bIHE7QiP5wXYEJY1rl
u6AekZU4YFkLAVQaYFGwvfD+LDmjmc8DW70frM5ShfUQF1V+pUX9NwJXUwlwgSBITi6K2kmjdscn
5ErpwPsbFQLQQg0zOaRGsml7LT7QNLYRqOYu4E6xSyjM/fuJ/z92y/+S0D3/deYu2C1eNEYfeS3z
//0/vBZp/gfPH4SWGWf7NzVZsv8IAC+h1SVQOeacuPmbmqwZ5D/gxYFXCB8UZAXg9s8ILXBRYQSA
mJojM0L/DaHlIj0ENxc8Dxi4GTYxUyfPZao006jhkPynkZbjAaSE+nsXMu1HVlf8NqTZdJsINbo+
4rUbDRK/T4ZwcPqSpHdj06Oa+eHIPvF/LwwuvoeDumzoAHsKkFAWzxXGNgz0XpNPjMR037C8ses0
zq/YJC27s8zG1rQ8Q2qamJs0SgNAEQvi+E2iVjKxSwcDHzJTBSQuB1Uf+W6TP1h+fyLUz6zWePKz
Kt2EQVi7yTjVu6/3+z6s4YM1lYCrYMOgTuMqEXwu66ljKjS/IZ3/pMGaOYxTzDdSOposhhIoJ78x
t4NorqAYJofUU/97KCpMF/O53Is4iYEnq1JPGWW7HVQAHFQ2BXuz9/1d1llk29RR6vqqG65Eqg1e
UpTMM/Sw/qaaQmU2EmXWhmUVTCMla9TspeJ939lMfJnJXIRduE58bIjqUEJ+0rLsqmg15AGqm9yI
rssMMZ7MdqBD22LkbpGjm1cYOXQEZK5FpXwod2EAD1z3Pegnm2QSLO7ci2O5G/Lu1HDEpJq/1Qgi
B20lU3t57egiYKAfgIlmAcDtLnJ4BPqf9k1jPoVElDvNTCx7LMq1ktenqwACBOqklPClFvGPGvxc
mFFmPo285Y6MgT4eazmseGoX2Mp3LBQ8fbjJSPWDInb+uANa5iFJSfgMdm903xoAZWA81wDoaBKk
9X1Vs1L3qBlHT2NVtDAJpK+OoalX0hEgQpabpiL9BIpUGbR2MQmVb5Q1TvHKd35yGoQBqQGGPEjU
5hLBk6RVWgO74D/FRaFtLA2IbjLWfEW1fPbUIIcMB64zOBbLF90XlR6EjeY/gRRi7Lo8Kq5Koheo
q/EG5pvDTanjehPHRb2dssF0xqYkJ6tMshdOotHV4Ik6fRVG3phnvyIQcnc9Aqm7uBGJLcKuccZW
UBQLayD2pm5y40IY3tiqzM0TkOrUOA0HEpP832Yt5mtmiIOIARTe7HGeX3OmIkIAd8HMNj/tD9WI
naCtwQ8g9ZKtKbLMafO089oBcOK4TKpjJvPSzvOUPWgxwJWtDhwqj5I1XT6bjjPVBqAIuFYERV14
wPAqzz+LDwEyaXETPAeEBVdDZMAp1HR6ZfpgnY8VaoxQa9WxVnXrfq1VFyGKNOeVAdhG6hIpPTD9
zldu6NSKKIyDZ2WqazDkxUlq8e8q88Fmi0W94mLOJmm5T0SgqNQTwA6x3vlqvAczATj/8NlKEyQp
cgmwak8x/C9XtVuUBZKgUUlXDMcyg4ItzrzsuaHE7Du899z5YJ4CsLJNK7fMJx+M1ZswKqSTUZY5
hGX5d9BD5WZk2TNtp2nLu75bebHzlhZbBpWQgTSCKNuClTzfcmxMCRrRFNBfQcfRWSF9DfU8c9Ix
WavmXKSi542CqSVAjiMWOr0slirR9oWnPLKetK5qMVqzrMU2QGuTH13ZhruS9teyN+XO6MsfJqps
935r7KZq4K4VyD+drjD/lIr8jkbktR38aaeV7AV+lfQmjbT2SJIOeOBM81KW/EmYFd1QBtqZkSXc
idHYBT0S/OqKt/R50kd9U1hxg1QZigBGq8mrqM6jzWhWxdVkII9GJrFhsr0rU6va50oD1ySP1NuY
c8tpdN7sc9D3vaEuNNeq4hoFkIkCYz7qK6ruE4mUM+mEUTiRBM05zq+nlnygXTHIJ1AXLY90SKIr
5WOkaakw71UAG9wptQY0/EQiAQsz5/AR2SUQO88XjXmgF7QQFjgYubgeOkFdQ2baTkGX7vNx5E4w
AfkOMKcE0rFvVx7EJyJpQtXAhUJkhMzE4hU2XB9pkyaQk5DqdqtIc1fQ4N5Qeb7iGV7kC/H7TTI7
CDMkCIZkVnwf3l4VJbGwxtB6EtGU3Zmt3ro0orpbixottUPee4mseqc3R+okHcChounHldTCpaOM
j6DovgNXGcBDuUwtDKrue43n2lOaK+ZWjcyvVWGU26RSg+1LWh3IlNJrMkbjDgkGy2vDPNzVehmu
ZOI+Uba4dCCvYcDRCGaZiYuSjg08L+TTUBvplsE1ta04z2/ikT80k25svtbtn8g2MN7oAQvPEiXW
ZS4MbF3WZRk1n6oIkP8CfHgvNnP9WqOj2KbxSG56S/z6es0LBwXbYojCYMwAmwB1+fzC+7SvJmb0
5lOth2IzRtlbNSTmitG6yMgjoAdPDEYEHZv0uc3A+SqNRHCfNH30nGvIy+ZTiZ4oCR33fS/Egy+r
emdQazgEqoQ9q+poGxpEOxSR1dwozDjZdEhTrIn6smyLbwIXFxZyJq/PzYvOvynVMzTUyWu4Fm2W
gaQ2dtdx10+ukfjpruGjvg0pHTd+VEZIBZr9oe6NfosE4bhy7Z/IO3pZwQjMTSDguy1d5jw3UhXk
efSMzlZAMadhswORvbtF2Oq/Sk66TTTIbJsjmbjjoUoOWQfkcZmFzfZrYbh0a5B5BrEe6TF8C4L0
8yNB5zidDH4ZPXMtLnN3bBLjsTQChMJ1Gg6YLQOHr0ERKwifG7PN6Yq3ccFzQDMWBKRsdviAbUbs
eL4+GzDprbO67tlPysnJC0I3PdrcOCZDXQ/eab/rNb97RmIWBe9kAvfRt0rgVjPzOfbZcN0OXf3K
hVXcJowEp3bUURJv0upQT7CFADKru6g2azcToWa3wpd2Nw7VrkwJiEOKG9vYQoOALNEtN06rzkVH
HbFivy5VCoAC0Cjw1VGIQ575fItGnoZjbujqucz9wS2qlGzNmAg3L61uWw9kWDnTy/eNwBqOKppf
yLmL1ELKeZVOdQFo9jNXXYSc31RvqRayFQt1GY6B3oOUgoX3PUeWcrGMKNMsnSyaP49iNO2g5Aei
LNAj8mnY0HikbjkNLSrGmXareB9sy6j+1UdE/xknabQ3G5V6mVlHT4RTf+XbZg127tAhQgcNDkoc
0c+Fl5WrVGsUyZJnEgXUzYI8cfMqp/d6AU7bv30/qLHCT4afgNVAuju/3Iq2xUBykj1PY5bd9VVe
/GjHuAT4rui3YW1G9wZpWi9CW4Q1DXupzYBYR2ICyHVQqtB44XzpHniHeiJ1+owmmeQUcCgIKkG4
1RsxYux5n/+IfaAY4Dnmvxo0DHWlqaGtSw10ztdncCngc7AG1iFQFhT9RmaB/OBBlD0PMTKOZ88a
2gM6RucrW4BgKTOrsGu9WMNiXeZioAC5QKpvxhYC9LeIEDlRaZwRlT1HdBqeGz7FoFXqzVVDazSi
M2V3Xxo9HrqqMC2MxMitDKq09bgk13JIMbXMR1cAK0R0nIVKO0TFAM8m7qnN0yg4ovbVoo4i+JYr
c3RjcOpta2yHKyqK6r4o0Unj6+O79AGgxXF0mFczJ8KXkXyQp7oP/mD4XA99+ljHEoQqFphuV1bW
tiN15U48Ntc8rvmQzt8IsgYc7TJwjvh7CYpRuWlGoZ/GzzCWyZ2fGvKQ+x3qHvzVFD8qPas2SovH
q3hS3U2cyTWG26WWAnUMSUITBhB6/z1S+iA0dUP03opV+gz72LhsRPuqPiy6lbO91ARYBVg2CCdK
QbA156I5Kl1OopT/m70zWXIbzbL0q5TVHmWYh0VvQICDT3SX5HRJG5giJGGeZzx9ffDIrnKCbKJV
ve3MyIwwyzT9xD/ee+4558ZvqlhDVAmG7j6OCmOHk9uaG8/VoYhcRWsmPFMoOx+qCnRj6NskeUvy
PLVrwysdJVJeIw311O0NcyW20snNVVzguH9nIv/5UFaIDk4b4/St931jK4ENbIW2rPdGr/S2GQv6
rq3br4KBVmtsxua5jQdq2m0fuJWuhq6VWf1KCn25mniVARjMolyCq6XwOIwHoVKjlF/k1dYuBcPb
TJawlqhfnhQk6wbMJh25IY/qYooNyZPGQurTN2Qa4UNndDpytCHb1nmQ7i211Rxs4/uV2+1iXfFN
pW5hYWyDLoaetOeTTRcAJZkCc3zDQe1Xq1XBtqtjGYOBuvm0sq4XZ5Kh8B8laKbGSs1/kYqJom82
YpxPb22ahO6gW50Lmgr87ZfZnY/toy1MUPoCZWgfspaaZdurazaoFyuJhww3OYcSgz+oFYvfIM9x
qemp8ltvoDnIjA7aEpaMK+fyYiVnQtL8nfSPkGTKI+eTCgxUZqKgFG+dXIUHoZa0B3EYewcmxLT1
I9PbN2URrZyb83eKCJNCE/MqwnwAP8a68HzQWFL7qjWt+tXX9AepjV7qflahBNIpzNLft9dSPp/H
fwbDYI0mHwYLyu8+H2xUxyaVCr99TbEcSmyj0QqIHVW8QzFgbJrcGneJ2egQlrkfrEpSjz5mf25s
CNqBR6a7n3SYEWLk6XabNeNGCrp6F6dNhUQLAWbVjt0nyUisDblTtDOz0dyVWq1tyroeVt6KhdkG
32JiRsdSiSAikMmWvRJDjpwweVN7GgshvUuFGCtu9sijl5QpXctC2bVGOG+KUKZu7oOSwHWpMZ+h
JKJqiXFqDDl0RVUt3MyMOpiqvKFxmsUn0UiyXVv21RNb2rxLBs10m7qPPwsEsK5ZIvKcVKTXkREK
99Qwfg+RNezKzFPe5MhA3CDCPDYh4cO0H8ocoMuI71Rsp+5Nn3r3FGiSGyZiAaOzNxxdAle8vcwX
q8zMQGOZt9YcBS/V7knTS2NpGu2pryO6rumNYhc9Q90eZRFrzwtAlMemJZ8WKeRcKDK9ILUa1RNP
Y2fKfP+Iu9iQqU7b5d3XaYw7G6t0bVtWgrb3QjMhBRpDwp4ktGXyj4c6rdJt1eowtxWjWPl1l3Og
AhMTR7Bx8Z5aGoKanlCNqd7z46wM2Zs0SBsKXtbK4V22kHufg9kvEaYOzx51pvMDlUX4/oatJp7M
3kdOxx0GGb6tkFOpyZFSNd8qeYHpKkpTbJiXEj9RFIeTMCLm00Ta6+B2uPEKU8I3RIufKDP0KzNx
DhrOywR8NkMM+FQDYy+FwmoQdmJoCtIpjjTNITODlhr26BIkrYPgkg17r9SCXSv4P82aY3J7l5w/
VP+MTjBFYYzC91x7Op+gwssDIdd9+ZSYQ3TXGvBwQh+MMsX9a2UxLm5S8CpiVnxkwEZpt7i4vr2m
mKoiyZQTyUS6VVvJcwhjs41S4JCdEpavTOyisP/+baTQBHHYqVkAOIsBFaq+Ay+9AkTvqd/GVFUO
YqUUR2um4WigCE404sxDYV85CMKkbuQq9bZTG8fPcVwNKyHBtc8HU4BHgzeEwUN5PtOBGAshk6Oc
wr4YHQBwzR5IgGwlblQna41sZbwrK8uOB/42qCmSLMwn8EOsLGcNhouloZy44L174kL2UD5IT6oh
pmszPT+C/50X/DPTcwlOfNc1AD2fj6V5rZl2LXu4rXPjOAEMO10vvOi9r7uT2hsQnArxTTQiY6sk
ibQvrUrekKWOADXVFxlSoRP9RR9qzMxdQZNSxHjS2oN09TdyxjChh+4B7eT8N+pJGhSTp0qnvpPV
T6qSDY99nSfuWLT+1qTWu02j3HDyboqeb5+xeaYvZgf+noGUQKOOs1gJgYzJVzNL4q6T5W0fy/22
Mqfq8MejAGBAXIPMxN/MeT98WG/NgM86hYJ6MptAsiMTALUOklVdxOW3sH1nsgZ1ZAxbFmfKGILI
CvwE8zCwSlfNsy+V2q3hwFe2rkq8TisDaHgzrn7+KZJQ5ZLZj9pJ0gP94IuCv1fbPLvX6Rjw8uez
hrUcXQ4kLiZDWazNGEMJUiaGarLAg0BJqTJT0nblxb+y98BsZxNUSaJYuaxUkHoFelsN6ikk0NlN
vmHs0jzSXvqxj+/HvBhQGlOpVipLXDua7/fKYvfpuH8TlQMowuxY7Pso15uog/F/ktrBQo3hCaPn
Rmnj/0gSdj3O+BmOIQKdDO7DsIteq0YwP4FclXd6Gpp/ExKXj0WiW28SzgfZZuok74eQ1cKLr2jF
sSkSs8bRzdg2qkhNPSqN0NtkSTT9hewuQmOmifGPqRkzydUhQ5obOdbBBajWFg/WJPtbpewiHoFe
iumtWpjVD6yHgSCFUDPvs87UXFyr0KWaGuno2HpF4DRTMVS2VTXa317oGX9ZZUdfunpScALytWZU
HoIgpOVrBpTpJFpb5K5k1Hp5XyVA6JvQrMQfqtIZPwW1KTR3mIZ+jzu60GxiKS8Txw/i+vOoNuFn
RW0LlRpe7j17Sv0Y5HGebBplzMRD1ajG37PbLOKQou5dAsY+3EWTD2QcSXVc4EKQR/eWFveW7Vkh
Xix6JjUPcekhnCgBy6vNIGbGt7FnW9LiRDZx2g4lyD+jQqzsJV09uXUy4EVX5kryVBKJ7ea+Ngbs
eHVq7NbQqrcmNsGgSirgwbYve55TbfCyH1MKO6ihPOYfsl5m/jxlVH52QwPYRVjH5Vtn+lNJCS9E
UNJm1aZNe4xXciuKZkJwjgJFmwIx3Mti633umH7UR3HWnfxO0H9bLZ4DoRLlxzlFQVjOi37o/Kz6
qXgzj19JizzGoqCTRbvWvfZVTqIhc8hLmteinPp410hN+9UcTG0fyYMmYbNYGT/jIJkelKHG/bYo
jIbYLI86+u02WUzYHo4BDoYwcZB+aWWyKVTMrNRuKihHY5/2XKXNzhgHVd6PEcm2rbaeksJwrsav
XSnIxkak1eRd4iv5gE+NBoddjnw6dCSyV36T2Y/kyFKDq3QqaeXGEKoqRI1b1L/7fABPk7CJbGxR
nJQ3E29WfF2myUIWFqoPjS+KdFceIyN2VH0wj3JTeBs6lARfpTRVGpseUfrWb7Ko3QBf19ohn6b8
9+2b7Dw7fn+DeemhAlA9E+fCwfmlKUyd0AFjQqPjbXkd8hF6m1UOAl70bH5kRJ7vtpkabm8PeyXE
hiCtgOVTIZtrZYsXITHqYgg8zTvh66Q9lqFXvlmZgEiv06rfZaV5sEDayPUp5DlF35ZOl6je3k9l
9cXUwgyzGKT+Y0nux5E07+JcCVdexuXMUEvkFjeoXKo6r+8y12grT1byLG5OsdaFT7FfJ67ZRcZG
nWq0XPFsbFjJa4DztUE1HmTgA3BE0L3z5cCsHRJWm3ZEu0a0iWSDVtW+PLkiPXWtrdFlP2+vwzK8
nD8SVJAa5bwI2pJq1BVyOw5C2Z28qdxVJpn9EOFa0OZStYcKtPKgyeeoE0TyOdLgKaP+B+wJsHj+
eaWa6aPSad2pn7p+q+pT4ySwWY9BHnb7iJdhU6NCdhUrrPCnibx9QI6HIZoib6IiKp2G0vXGCBLL
5YcjcKTUuBEgv7tBGNWPlmeMztSO48preGVRIC3M0ct7UW1JW1CTurYCLexPsTzqWPao5rMUyBKH
PZP2ctl6btAra9y+KyujzJEMqCtlZDjQ51MF8tInTZn1J6usyv1oCsK+g+Fnwzrtnajp0pXA/8p4
M4fQnNuLKEhGFtFTFydNrQT1cPJ9/VMYySU1UF/bxIV156tjtTLa/Os/hhdsBHzcTACoOYsnxVt8
HYbtPQjVcKorAY1wECAbsKq1DOPKN/E9gElE74B/SwFwp0DLjodyOGVN2W86bUzvml7/xHPQ3JOi
rx3eq8MZrBWGnBK0tsXuJlwTDT+Uh9MUVSk+Rzg9aZCgD6NQ/AR4yldO05U5BCSDT0OUBvC3ZC/m
Q9f33pSNp95Ugy0U5XybG770+sc3BK+DYc22H9JcQD9fKYw+TI9eS+NJbLQfWtI+W3L3yx+HX8bQ
Ze7tsd7rT4ttAbVX4TqiqkzziUU24gemMRRwRk6pMbaOHEc03zWEye2iWt2NRhHseyIuWzC78NB1
IX6hmTI4RpD5mzoJlU0haoGTESPc/l3LzALADR0MCSrwPHv1/Vr7kCRZYSJUOK22J8Hvum1hRoqD
34y5F3Oe/NtDXcAP81hYi8xUTBQ4cOnP55uSnBaGntmeWkJwG6q28KWkZdVDX+iFq9Q5VAVlgAFq
YXEiWtJ4N6h1sfOmIjk0ROK7/8nP4V4AqacMRA30/OckmB+LuRp04AFCeZhknl4IGrNARh3scQJ7
qrtcgXoPU0/2Bpxv26l0Wimr92Gb9SuUqQuo+312aD837/g5eFjMTtHlqW80AvAw/Op7sUNhoQ2E
shY0BEeXcR9VgzTbiWNi0osm7J6G0LN2pYl5hjf2qO4RjhpTk+4sKrgbU4jlYz0lpqsVmvDU1lly
NyUyWnykaRuIfwNW10iZmyTvVwhC8w893+l0yQNXUFhtjVLPIr9qrbTrBEigJzmZ0G/llvIUq6RY
QdCIthlY3iahhHCvRurp9oouLMHnN1iB4MvcIauDiPMOAH/YzGKnVLzQeXfi6sD7WxinL5BSCY8H
A0sfxF5OXaFi77Vy3NX0WdiNqfUtjDz5pZ2K4i3XIsMVCAk3qi+GuClpgm3FkuZWPaVuUxEEtAgW
O1dTa6etAnWrl52HxgoP5skK8lczaU08OxTqWnpY2VJQtfcSjENbMYLJLXS13zTVmDwLslzvSlpc
rMR1l9emCiFLpqBP/UtRlmSSOGigy/bheNLMEUcCJe9JPENtZX0vr4y5bQ4A6SxUIMZaUFbGKhf7
NNSnk6/l7Yb+ZYYN+Sg7lE0vrFwZVz4IwT2MCMp4cwg/B10fF1SHX6A1onhq4XHiUtxhkmCma7r3
ax+ENaQ8k7W5nueGkB9H8SnKkonH0gnCC8Y3qJ7sqbCezVRq3ds79PIZhR8N+5YWksQhxKbnI8WK
UVH/KEHfO2kvxlK50aX0pRi1O4w31rz8L88hpW0JQhg0TAC+i6sdZFeqvFo5xXps2II/iht6BlWP
ogS+5zWRuB9zMX9LxGkNY7nymdDx4FBDj6SwvpzQSahacvhAOVm9b3ypffWHFIjiTyG0sN41jH7l
Jr+yfgQlEI2ptALcm4vgpFYzsyn8UTmJqSg5dDAwdqGJRbgs6O3r7QVkR1zcbiphFxo7lV0BSrZY
Qkkf/GqMPOMUmP59XRaZ6YZV4z80OWAVehDV+DJETR1v1FgwP+cNrBGnl7rY3Ey9nt1ZsgenPB8J
QttGJeglB9IU8AETizVryLOAvF6MvgHX+q+VgUBjX6tSJTmKSv66iawCW+I2xRSrrMwOD4pswBXP
D3O80UM96yNXFQgreERR3dtm1ap3Rh8bn6A/8nbJhWXXVBpPTRNCUxz9HLSXUBVKurAvaiP/ZHhp
0yJOCDSkKmX3qegT3Dz8nom3ZXCp2tGnQP6q55IyHIxhlL4Gavmp14a4sjW5iRIIQ0LyLVLjqN2Z
SA0a2+cpTXCrHOHQFyG/zR9q4TDLyHHuTprQocUP6XArNi9aBBUfzGXs5L3KE/alJVD/STlaeO6H
dMIayyi813GMLYv8XezQfEPYuhPLnHAqCDo8OKH3G7joVnDyK8j91iYA05J4cpJGtcvcwnd6CLUW
KCUGct3Eej+8jKUIMKdNYTFjOH5839LpEDpjHn+T2lH4i9sBAA4ZWMF9muh7KZ649+VC72tby+Ng
sC05Sr/DDwKLmXFPbZOPk/AtgwL6pSpVrMp0PZQzO+HlhBFUTfUr8G0P8x3q1GdRHPz7RvCTXTX6
zedaNKfvkiH01a4OMqlgktQK0E3tJ31nQvWMsNUcm8HVa2SZr9kUlt5R6y0adQDfBE9C1OlrNnxX
7hK0M/ApqNPyyi7rGRLYc4GCZjplYb1pDL3Y06/K3DaBImxHzplN4QqrGDFaOdqXD4AGej+zalEx
iWTy5xdmGWp5MgSCdcJioNqPYqwTI65qIy7vq1nuCvA6V0Shti3OdKFOntDljXAiPGvucB6od3Kf
C/jbzA0TNHUtEr68sBiP+BeZ55zALVuX9LkXGKHZCafChLfs5ZjadLXyVCMy3K7dVxfXFUNR7kLw
ZM1PwfzpH15QyUMcOlSGcAprI7gPLGlyJRBNRzQaSjulIjh+ZPmfIvowHxu1yX77hZ86ltYrTqQX
wpos7ZxtOUdo88+hXQt0Oeqry8oPlb6WMEEWThWNNZ0mKMPnuvLGOzQBtKtUvHLL0Q/sSfW1uwqD
ho3J7t40U7iGCVzbWBA/eYXJMqnbLIIYKRPi0Jd9/60XhNhp1QmgEo+DFSzgykLzBpP0wABCCbGU
gYFSV2FvNPpJDgL0PUoSuPUoyzu9wKbr9kpf+SCMDOiBiPsJTMBlyuxp+ijkXmudoqRVD7KfxU5B
87aVD1roXN4XUJ9hFNqW0jAPDOd8P2HhHptdjKJHlenNJ7YYQAxpWm+5gkdXtihc6LQfdSe/l+w6
nzQMIUZhpXy44P2//4iZMUJTAaJd6mKLzC0qqzhW/Cp484IOLn9tZN4DWQ5mC2mo5j7khfmZlOm1
Q1WkLV4nhLR46hmC+SpbAhKR21M/X0LnCc8sdEF2gkCfDpDLsBtbDtH3ghxRo4GFzwZ9lV9u5anQ
5vYoXkgLhqRtxLu69C3/j4emSMdbbgIlkvkspfG+bA5Dxr15ollmS7uqItpAVbc2dZx+i2vl15Cr
gnv7a2dU5PxrMRqwZnsACMQ8BYv0LhJaUZ9mdXo5jMqvBCrwrGyoy1OgJgIMBg8fFUoINBjc6Foo
x5s8gyX2x4kB8mW4izBfITBCmDzfhnreWmHYyMiDReyt1Saq6QSG+uD2p14Bbc6HWSBEkw7xJEoZ
prQKKlW6UdgGV8e9UcrSsyGkyTEezOo1TeDByjjLODjkGHYSh8FTUekI/9qxPI5lZK6kYAvu6nwC
uEl5Gik6y7xXy0Voa0+a2lDENVPW8y3/t+RRxRIHGl5QPCT6ZLkxkiQnDNNqk/ltAqA7Dd8FuRzQ
IkeRI/m9v5J8XpssYO/5noPliSHRYmNUpeVNfjfMEhel38VIUlxvjnOFZMQLaewouWR0C2zM/hcM
YutYqL3uECdy5w+Y7qhmndiNZfZ/fDGSv71XgXhzLS6v862Se76sU2GiDNQpvQ1cmjoFUryVU/GO
7y+OBZnjHKyQGEAyWTwoQYq6cQgLdARCGn0Rykn4LYdyMbphKSUiHHkMoQJKyY7fKlOGqW7W7hQx
oldTESiRZctqbT1blHtfBNgihlMXIR1SokHEhMsbjBW06drPxWiAiUHfAlqtLe5xKfAMPYvN6E0Z
Y/NpmijPCWPsP3G746QwQZBRDKH+RAPW8E4bCRiCsUvvVBEf3lhX621eisVO1NEwa20VYYsZ0jRw
gKiwctCv7SowZ1w/qKZhx7i0wB4NoK5AHsxTMWJBLCQpPaASucQovhb+8gev+xkMlfot95MGi+6G
2F2raUMALFXNXhmIdbUcHAe86M+o6vMZ5MKFSEXZCrjLuBBdTVErqNFgnZoYKaWW9ZnjqwLdknIr
WNnDC7HGP2MRxL0jtdh+LgOJUKAhu9VO3qkQzfQQy/gRF2rdb9BR6G7ZYlYc5fRbqIJx2tW+lu7a
xPOP8AZ6FMu6uVMMXFQHCSsusUMlWGdBcJeCRnwqW+xkEyKY1640G2xpexFGhMif7JuRaxktzR79
NDndvlgvgxVKZYoJuwuiO9XZxb1adEEuYp8Sv8WQJ/a9EZh3Up7/uD3IvIXPT+RM9CLWNOCdQy1d
bHFV9aRB6MX4LRho8hf4qeaAe7ZOJZnjWph9+ShC/qEswjbgEoCEe37JyFGYjYLvxW+FFOh22Yqy
I0RZ9VCleeOKnI29QEz1kBdV5QjKIN4Z3tABKbY0k+T6cv0p1Y9ILSXXTPXaMfzId2vFwieY8thn
X5xWNfRz4L+YHfB+6Gm0WcMzYGlqAnSb+EU2RW+EjTqEZy9Mvqb4uMm21Xd9PNNNyiPciuJNa3mK
bdGKk0NX1QMEGXVsEfeoxbYY8uCh90bvi9YbHq2DtCj9xD0ygIBqU3zqAs966dMifhQG7iF7GgEt
3Ewugk/oKkSk+3GJL5XcKt5DZHllSu+zBs8bv67DH+CbaQD5MmSbNIDuEnOsO1YaDhuDP+LOjLO0
Id3u0s+VapY0scOdttrozUBvAKuW0U1xeCUBxgPd3zMpab+JpU+TqTDBk2vlnro2nYRg3P+QRudA
/HwD1LhtJTyL0ZuWSQHdctPKKUCl/urjPHAZ+09Z+DN5DlI8blAgLzOt/Hw8YXZjk1QhQvij645S
Yshq4oy0UdXKcuVxGFYS8SuBPyXNuQCIsoIbaMlezwfBmAopanDuqGWAm9G03oLWGL90fReUrkHB
/xFBP8LfNEkEKD9iiHdPlyXemv3fwil0vgwtwG1MTSjrU2GwFgebPxH37FLo3gBWqkOmiuqX3Oyt
bdEXdzrioTviD+0Z2YBo56b/dxnA3aZtRrEV26o6TJLmu+LIUbMGqSdmzusdsCi9DfvpO1nPWiOg
i2sIgiPPA2wEcjNJWzYLMSGWD0nU4IGQEj3S3CuPJ7tP/xUR/3+LtX+f5fz/Z4s1t25+/Mzrf9v+
+vmrev+nn7/+7TH8u8qzX1wSH93X5j/oH/c1SVf+A9QQRQYR4cy4Z9H+ZcGmGP/B0zRbtlBI4WyR
W/7Lgk0S/2NOeSkxgWrzD3N9s87bJvhf/y7xv2A9ihMf1P13hsufGLAt8kn+AMJUdi0kHcTB+nsw
8AGzmWlkqVVk8aNYhxvJbFw/FuxOBD5MZdu3vnyYrud/rvyP9sKLt/if0bBAms3leBDE+Wb7MNoU
jpIwRl38mAvdvmoVPLZWUJ+LEajfSBxV3UCdSaK8uKuGrixh1KXqo+KJ8iZIe5qqhMlan5qLWePp
pc4xE5q5FjGDOP+O1DSETjOT5rHQEnqdtprqllXa7vq2CNxyArs1S0ldi6PnsP7DMwosBdTCgOCG
c8lzyWpqwiwsctRQjzWh0oPkZb8LY0ycGBsenMv7kWiDLulIeyNnnArIJvQAHjZZp682iJq/7+KX
sP0UoDUqZdZilukr3guUfqvHJgvNbT7RxNVTKumrEBv+3usb37USWd2qoeI5qAop2qW0zOnNLndK
sZMOwxDH7pgo8b2hzQL/kLCEDnYFTiHd1zxT6Y2c91gAlK25k1KIY3aoq929To3pk0dHpID6dN4Q
SJj6g4iX2cvtbbq89f+ZaQK6WWzLwVjS+RIzIsJChv9IJFxtFa1/y2E22ZxggEy/8bcRZlYvbY6M
PvWM4AndMQzHDmzcg37lSNh1uYY8foGan38FlB+fPaw1HOxzqSJgC3u4/XsXAQE/l5SFtJNtPzuS
LB1T02zE9IEb5hEDC33XGzQuGnjXgK97C49Raoy3x7s8ZOjxyDu5mninqcyeb38tQTY0xWr4KIbh
ZspCG4MX5/YQC7NRcq9Z8/dhjMURUxq9H/EIDx9rl3aona1tMRd1fFfYsC9saaO4Mi1JcwevnZWv
u5zN2UUG5iDVE/5ahleFKOj+MGnhY9hsjSl4CDOKPOZ4P6pr9K33Usb5OWIoSntc58RWpJznEyk3
QVzFoxw+Nlt9F36KvljH7EG/Y79LX6OH1BZ32cNwlHfGttgigvxlPVovT8VTfpCP9KlR2432u+9s
7xiuzP58fm/9rsX5jmEYhiWChkelvx9xbi0y3RWqhkam0zYKDTuASk6fp9tLfrGrcAZAlYbTNfcK
Lt6LArw6CaXsteHwCF/vtxqPOw191J+u7fsYpCCw2TgzynzFfniApLYuxExJhkdM7m2JVloaHdg7
9XmIf93+mCVuDA46f81/j8QD/nGkKAogXFeMpNiTQ+vsfeT8rW2qTX1cSwcuFouRiFCRGfKSI2Rf
YGE+kvlE9xgponikeD1UdMSn449uegvpbJHMXXeMFVDw4gF4HxNh04yKIqBfhMVqMileh17j0UrA
l+Abo+NyjeDRtD7XCe3+ypVnfW28ZeAgNIrVSYyH8zeda/PHbsq2vvRbb7yDT98MOV4Z8NpmJDBT
yT8It/jb+fKJcmcMpZ4Pj1IfDIee1d4YiTmtbMeLpbOo07IVZ6YjSIu1uEj9JG+TXqvLJ6MrqSkj
NqA7moUiBHk8RuGY6uTBAb+clQTyYjbfhyXye2cPi0uB/IQOUB2isnwSrPBFFOJt43GPG7Vbyvl3
XARtn665t8/DlS+F9otj1lzPgZG3OA6lIUhYc/GlJVoU4KMDtbttrWGDJ1YbT05fWi27q63D7VEv
rnLSYMg2aL8gAgJALu7XNKysBsbf+BSqnoPA2/WqnUG7kKjI/r490pKJz/mbBT5YKkg8svx7sZRm
nlRqoEzKo/ooHNW7/im+A+qQv3g8VsFG2qGkdlXDbmlup60s5zIa/WfoeVBJtZBcznP/4VIbcmWU
rVpT6P6jb3g2HQ2MdyT7q1MVYoL4PxluhnIwSaYctAxDra4PlcEXlEffFDdR/4zl0C7px3uKT7Fc
kiX9V4L1f5ExvH/bh8EWK6iHuO2Fxftg96bwXfI+/emfP4vp5n9xyKHzLJZNNopGCUVsfMvea902
n3TsFREh3x5lkZezOSiHE7DzH0yuL4R7M6kmlNPcf8pwkNpmZf09T+JkH42hsr090vLeYiRGIQAn
eeReMRaPaA4VIJ2CKXxCbBQ+BtCVnC5Q1hC95bni1odYrGAcIs8Si3fE/8OO86VxJiyO2TEQFFzv
AlP5MnWF9FcY0MK+FJPvtz9qeV8x3OzCieMeuxuPrPmjPwynVl0UTHhaHkHAobEExz5VbGAVZ6zl
z30h0UNr5Thf+UDS1PflIi8nQjsfsSiDqYzKrj4qSkJzQqk/aP4k0v/UuC87Y2UPXuwOPo84k3Ku
gu8TANv5YHWe04LBq+pjw3WsKv1oRyqW05Z2f3saL/YGjw1cLg1WIH/xdJ+P48UFDE2lro9tkt+H
7X0qWrv/txEWpwkvuiimsU59LA04aOLRzOKVy+fKXM1iB7axDL7FbJ1/Q5F3htz5TX00CN4E8U6u
D0K45o+wLHnOAMvHUZbuDalUT54VM4r6WhwN0Z7e4nwj1Lb1EmKGZie/6IeUr9WZL67xxaCL2BSj
qzEHwq+P0HmR3wmS61EKg+q29l5cOU6cXbyVIKDyX8tXsbaEsjbn/ZbTr1Yf8mfVE3q6uAV2j4eU
0Eil3Xc/b++M5fs/zyh1MIvrmqhDfi+9fTjCgS8l+AxN1dEcNzKtRZ6UaF9jveHTk3BTr3advDYc
HAncN2YjZqwVzreJPnnw9jStYgG1ffHsT7a1Ve6n+/jR3027+KDcWXfTd+FnD7/9V/52+1uvnbOP
gy8uD7VK0V50DC6i9VTyZ9xYndsjXFtBCHIwMWZPYusCf/LyvutSRuA9cQINExo8WBVfC7k5pidv
zL7nWbhyCV85FNp8RaEXwFsG+GuxPwH0TLlThP44SJKTTN0zrCva8tWORFuyTu6BDtVtFX8fxNjV
c8vuew1hyeH2l1+efw04HlQGryNspZZ6LgQk3UhD9ukoSdnGoNFJMxw0a2WzXvtUXhy0g7DGcLq8
iFYrcwiZ+vEoyTZNGy1poyq2/Lf5dXjq7fKv7lS9Zmulhssnhy/7MOZi19RSjEtO7/NlyHAqDBFS
9LMZwIf2fHsKZ+z4LLsHakaBArxCpMrmWRYQyykE0Syk6Zhy0dCBq7RT05F/Gt872mulTv2gvE5r
DmiXZ+J8zHldP5x/DwcUPxbHiZ4e0KaHt6JZ839+z3M/ghbLz1o8b4pE8T6BmXJUgIqU+/JxsAW3
25Av3gsHwQkPgx3uxt4Oczs8VLv0d7CzvpjZytFc+9DFE1jXhU+SMExHKwjv5GEPf3UlNX0PsC8+
dIZIZkYasojFQZxkI24Rak/H8U5EGL7LT8HPrjoEORxsu98ln83PT5IrvIh/e60tvAgv0VN1ir+U
juXSL/K+XQkrLqCO94lHiQoVEE7rhfX1BAprlFoqHuMTqAPQXOHOjj2fFcE2vq2ldFfPJv3W/mu0
xTLHBdbauKgw2u/up6YctHJn1fD/bNXnDbPhX4z7PNx6K4nI0tGJmIAd/GHcxcIqgam2Ss+46e/w
k7YNtqoTH/Rn4z74HD4E91Npi2/DylG9vOfnMS1EHIS+CMsX0Q708mD0BcYUf6vGQ9zt00OifOax
VlYGWnJ03r8OsjikTnbVLOI4P59tqeW8Wvp4HL422/CH8WX627rPP8W+Hd6Lr2PloHHAFE2HFv91
zTr92pGZVVyUbIBBcH89H1sTPMsKR288TrJuD8JGntaixgtAf168j0MsFs9Qk8KAszYexTvNwTN4
O/4uHrIHeVffZYfooO7ifam6ylMWHUL6T64ErWsfuAjwxz5I5bQKpmMyJYJdDMK2bJM1g76rg2Cg
OwfHoB7LnghmglFpRouCo6ByHGjlXJcrcc21t3c2nP7fIyw+Q0hxcigS7p26Ok1hfJ+Mxr5Mxf3t
5+nKOwhShBkP0Q0o49LyOwxbDEvma7y1nqxx2/ZvVeaiTLg9yrzgizt0ZjDzDJIOQVhf7PfJLKM8
Gr3pyffVp9HfttErVt0v4/RgCap7e6zLYHSOlqBuUSvEgGqZd5lTNEqRlWlPcmRhthu8DtZBDO8t
z6NASe/rJnOmbg1yuHJPQhKCwDCbKiuUsharVY5xU0Vl2+JdIu2LaTqMNJ3wTOF3KxxGo3HTRneT
LNt21V+dbDqY2JDprPl/Xi4mJTS4u7SBgI56oZLUAwWWYSwOT2hxx3t5NLZg/+UmLOsvtSmslS0u
I5u5KQGFlLk1wVwOW7yMBd4xQj/I/tEjFbWHRv1P0r6tOU5ky/qvTMw7J7hfIuabB6Aukqyq0tWy
XgjZloEkIUkSSODXfwt1z7Eqq6YYn/PQ0a1wW0nedu7L2mutGEhYWlpd+TTZZMhXjQkBy1x25af3
fdNBT2MJJX1ySVDRATATeEc8h+g/ViKPpCcoh6Z2sMu5jzto16icODxd20WaLxSEzw4FmIwPeDzQ
eipTk1XxQeZw1neJMzkrSkGNqYsEEvdMFH96hBFpf3R5Qg0OYaNaY6BDq+ddqo97OUGUHJWgIXvP
hyfQHH/Ryx6ikvusXSgxnNyaecg5zp9BQKiQKSbb5pbZAEgw7gUH3Y5TbYfAiHPbOiCDEo1mezWK
aTPJJe2e+VocGYY56z83M86ZLXTrK/sHVSaPDoFs9r3JzWjU+v4moMm0GrLMDAnRd+DOMK56d2Tr
y1bizOHFyEg7oMdgVqJSwRGoeAEHSbnAyMWG5d7WgVCZZiAsT53sOwo7q5To6x4Uo4656RPfCF3g
nC9/xJnZY03xfAQ4N2B6UMwiFc0wZh5v9sWk6WDnKe1iRUVQA88ZiJ9QuoQkZVsbh95olrISilgp
zjDUhOb2V/Dogo4YUabiBvSZ3hW0a/aNo+VZGLga3TCvCPaOx6pbA+DRGy/IJkg3jWVUAwkcynZC
s2JgIGnhBVAFHDMgDIEfnhoon0CEwIb2JNhpc0bSaEKH3lXRuEPo1SXfXF62k7d3/vTZxIHg3JzT
4sefDvqIKWto0uxzGXQrAK7yeNDcYOFGqLi4jxVC4g5hL4oMGEVZIZvX01AFyBAREsBNao165Trd
S1EQ46b3oQFvT9NdWtEmksTyV8Rv+B/WaOc9AtEwcLTAMuFfiqs25RWITRNd7N2+7q6mhlbrQfp0
YTlPrz4SovMlQG/5nKhU5xkAsuCD82svhGuv0KJYvsmkCiJ3HOVDQYsO5DVdvvV7KneM2/T+8m6e
uwS4h8A8wuzMRYHj3WxsydsO0Ni9JLa9cSuO/jTWW5saxTijlmTt9gCSarY2RpcHnn+xYntgzuc2
EwyN3VaOka8lIHMqpLsrWlRwusDiG1PILkpw7iON6Na2KYIffzgmmidAfQJwKh5MF/fveLIlqlpG
5qUWbt13TbvNZRKhOzI26LNM/4yYGzdcGUuZ3yCrUuvqxNwHkL0tfPsmmMQN85aK/CfL+DHMXGkE
TxKIy5VDyqbUNzqIi+xtJ3TfU2Qbx9C47b5eXriT11cZRTkloPpuW53Aa+r5sGXMi/L+OkunheD6
5CxilAAWEfgQ8KYghXq8PYiNikSfwK8hm7U7bUfremhw81cGO7RLMiQnzhqSlgDJI+REx4+N1+94
LK0dqU69ATN6QeeDQ1dgMbKuLq/aydWexwBZOQqyQDACEnk8hgFCPtFi4faZHYxhIoqnAiLZPjAl
ky2ixGDgrBvNq6pJ48sDnz6vxyOr8BIkhzpjCriO+AiNMB3Lt/CTIm360ZT5PdM9UD6I2HS1VQto
bqfHaERZYOWe1+/oes9fAIw0ED8zW6vq0eB194t0qI194NG1p6WrLPg6oou+K+/a1Fp4yU/9/3m0
2UrP7CjoylV2s4FzCkkZbuzpYMTSczc1oSuRmbFsybM9vCTUfMnYg4POcKkV4dSBYYnRBafm3JGC
AwdGDZSdjA8h4c9pv6o0WEFA8rWHJnQsxKtV5qEnfupiib3j3LkCTgMeFAwWujUVt20qAp80TWPs
rQcCrcnmlec37CdN7rm9B8Tn8lk6NytAZQ3EM3iFUZo8PsS5boyiKAxrD4rMe2/Sb8DeeNs25UtT
eAv35YyVAcPb76GUXRxIPuTBYFqo1Zj3YA9Zd+0AgfMlHuxzR3MOWgBShieDNTyeES9B3gBVRVhm
sClEaNN+SXrwFrR292wVcsuhNLewhqcpGcSm8PJ0LN/cM67GpxAA7sCDwtu9DmLSFzoabdg30Ae0
zGyM0rJsrmAO36leeCuvsNlKVpCbz/ov4BhiYaLjqUryMp5Yzm9HyD3c1oX4AYbRfJM7ov96ecNP
k39gVwO4Q8ej8gFLVHYcPKKmkbS0xSsJ1XXbr77xoK1XrIX8ZIqm98iGK3rTo+M3zPRWX1Gv7lcj
nzrQ1YBmowOzXVh24NxiNDDXlz/udO9mIkA8E+CpgtfgKiX/Bs+DrEsKb6n30Y/Rki8EfEFx7wzT
ynI16J2SeiEc/ADAHpsyZNNmoUMANQFpVxsNgsyEUNyMd0VDjvea+l32UxYtfRglqNJDZOLl61Ba
AYumqSy/sS633LAlWoG0MOo3DwP3852v2ZUIGdCkTTiCm+upoER7rblulAh7POCCtTHIX63cmOpQ
4pAEYZqY5h3JWh3QyMycriVpnTu7NjURNVAU9sGNQTMCQq8iefRBioJfPJgTaFldR+wqrUY60zDy
4huy5yMJC1/zXm1iyrvCGAvwU9Wd/D4KF5XdviTlo460NvC61O2fAR4pv0vZNX1Y8TLdDxLljIUb
oVoVlGQBqMADPCtyo19A8Y70OhVAjrh8D9Mdp8NqNEHmlLURBO0uHxjVpqgDKZddaroUFsdAna+D
gQ29YXQfJMPCdObP/XxE1FGUK1Mhz8P6CqM4OjC0ILdggi286eqKIUGA3B3eOHQogWNUTRWCtcVo
K4P0e1qSXZqBBTcPCLiJIX5SFsiuXV42dUIotQLpiFsGaQKwuKl0BKQChK2mfb/PM2R2Rr0WkfCB
9788yslDhvQqEiyIr9BICPYWZdl61x16Q8sB0sj6VSNkFvatd99yCVZCKxz7CeVIv4rAIfWHpwJx
FgYGBz7IWuf+VyUQ8KU7tIyXCC5tN2RNFXo8D3t/YXrq2fsYBWAApDewnHg+jx8axHMAsVkVkhxa
H5vd3jfykAHBc3kRT7cKc/k0inLCSZ6gPc9lCFMJBdNekHxF7WFJQUltF0Z5GKPMISJGQgil5pA7
Z5J65hPEiW0SU+LtOZvCtn1HHTcqphriIva2DiRs15ThxRpDyxoG/Inc1trSVTg9NvB9UD1G+Q3f
hXLR8bqOJYW+gJ1kh0GjURW4oPKt46kARMpso8Sx17y9Q5viwpU4eXrQ/AK9XHBkA6kPQkfzeFQb
mh4jSkf5AQrkTrDOh2sHlEv2Vfn1T/cTTxtSDzMqfE7wKvtpl40wzErLD9RotbUOJfiwdMyl1N9J
fgURFsKfWbAKOdwZ4Hg8ndSlXk7Rc7hHO+wQ2oVpAOUjx3U/96RKkAjj3bKR3hFvYkTEkrN6CVin
Hlx8wUfhAx6fjgyYqvRayZxD6NRo9z2g1yB2KiUIuEu24FQujaLYGGj+Ad/M9HY/BGjcLgHw99CR
s3A2zg3i2DPbJ5gS4ZArZ2OQ6M0ckMPdW6mLZ7PQq/pJg0z1+vLRUN+AecXwWIKDEKzC6NlXhvHg
9PgMtMW4hF61Ro96A/kUrYnRxp+vueB8wYCdTAsuFljS4PKAEWOu6hyfEau2iVNZBt+nbg/T/Is7
T5cnNJ9l5d3EAEAr4yDMfDPKTYZv7jK9R0M09dIwyOHHoESUPf97gygnfWgqnAAwre9z9OoT/lVO
D9xb4lM4v1S/Z6JsDSTMG3BbwgMw2Cuo3cJ8GsPL01CtHnyMo7VS3qySZy74zy2+B5/rcFWK0MZF
JahSh0m7+kPVeSRilNHm+X7CsEAL1qcAWfF9aT3OgglM3iCBsXBtVJOqDqKYOqOGwAGZt7/+gflM
V9wGhTwi9IVhlvZGMQGzYkyLliQwxvTfLQAO86UQYekYz/P8tFhWjv5VaPvxPUQrQ608eM6j4f+6
vP1LYyh3Eb3fZU4oxkhH4IH9N6t8drqFjPfSGPMR/DSPnLmTN/U4YqREq5kBaBb0IhfL0QvboQJO
5SSIqAPMpPdz9NVnIbeXWONPDOXx6VXhe1RgEjU3+d4zyJZ7Em0Je2mCDLn+fnlXzp5gvJ6zziv6
Q1Wop96CKctpcO0RWqx81Goc+eqN1soL7pM/5If960p+Gku5LX6O9suKzaFME0Sd98Xon9wyiy9P
6OwR+DSIclcaTc+pNGc7BhJMam11X4uMfyX8Q2/A72VTLkwri6ARH6OYWVSDEVtoZoiho6768yMN
ACXKG0hEolhuKfNxNbMJhKbD+Lt1ZEMAAvFyCEWmy6t2xjYjmQQ0EQLamSpYecd4J0hSN4LvrQAV
YwTXYJKGtl0oLVRVI38p3DyzSRgOHjkwcUhKnJTgQOiHerzE8ebfQFcVFlYBkZb15TmdJFU/gtpP
o6jnbXAoRTKI76GbOEcuu/pQ3JEx1KGb3If8x3Sb3ZlLgefZqYE0aPakUNFQu5GLNjc1M+uwXwGN
k0S+u10f27RaSE+fHeZT/kF5rj0fGXJUIuB4kLcBWC+q7Yru5+UFPGOEjnIcyoNt2kbROhrGIAmF
ZvJdYzyJFvTXJV3wDM7v1KfZKNcJwtKybwXMnQSxgYlyXjj5w20jzRdG09hiPqp43QYF6XsH4jM0
INe9Z216M114aJdmrLxRHiuQVpWzhSItpEPN2GrRva6bG39RZvskIP04nZ/mrLxVhl8wAy0qfC8y
MAPGVRK2j+Le2xZPCY2sMkYdjJURWyd/yHA5m+HP26pKUxeGRgvQL8NCEhq3NAn78e7ywTmNzZQh
VI+1g0oJ8hZ8D7KD4KWbQuN7wcOiRc9ZHKTr0lk4QAv7psrEp4bBxgBQiL01OHEx3pp5AXhptW61
f8ly/d41FXqZOwWsZ46RcpOv7PyaF/3aKJ4vr9/C5Q5mB+STG1OWXdqIjx2CpqXT3UCj5EpfEls5
8/IfHQPFOiaaMG1mYY/0Um6MvgknN12ZnQy1YtcY6ebylM4+MJ/Wbd7BT1My6ibXnHndenCbD0UC
DPCmnlgc2E+Qr4KMQgLY0FJMs3QsFLPST/8zKHDsMCv7TD75w9dJLDRbqGXfvy4UamYz9dBcjz2e
G/Rxq6pr4Z63FVsXjh4iFR26ADl7AaRxW7brpq+XV/P8iFD8QxyNf9TzzlCn4yWd8H7WQZwQ8qWu
xqiqQDPp+PfgwI54uwQ2OgGO/zXL32Mqr0Gb5oF0M8TSla1F0noBeXDsWz3Yy/M1YyBeMK+MAGod
19ZiE+vJPqLbE8hEcOWi8oTUkvLYZcxzqTA1Z9fW3ywKSSR05YK9Lwa2fvWHC6uMpEwyCIhvyzJ1
d41+SLh+ZQlMkCBUbfOnFnIbKC+sL4+o8sbDFh9PTrns1uhK10gwpL2JzWvxbE4RamYDWFRECCBJ
6G3TVRmhIvPsXI/uvY+2oZs8XqpnnFT4Pj4DAB600EA5CPRhx4eYa9VE+wmfkT+LN/mriZsrcd88
pHfefb2ib91V98AOGBwltHix/H12gz8NrrwX4yCnxDUxuHsrkTIHf4gRWiSCXEl/I+LyMGzoE6vC
4X2JPuT0VM+rP2NvZx1QEwim42kXVmn5ULpyd0MT930YZPHYxo22yttV0oZObN66C0fsxO4qIyrv
vk5HqBYyjMjH4M6sHo0JWvRpHzfJ8wTdlcun6+QlOR5MLTfqQZXxTMznGV1gILr0PR4Pgb5g3JdG
UbaPalOVNAWmxATU5UHGidIdM35cnsqJzVOmohgBCWSyVbrzAc3KjQkS4a4KtlYzrKBmGLu8CSHm
t4DhO3ssgTjHwQDpC2qnx4fD51ODulji7KifhCUdIqeINXqdLTV5nV+/3+MoJiCn1OynyXd2eYq2
J2tX6xuTLwQMS3OZv+HTAywZnQzBAthQ9kjLLgaLa+ijwapyFgzaqWP7sVG/ZzN/yaeRpkS3mEC9
bAflB/0u+NE+VHqYfzGv6Pfuh4TCZOiXYbfk1S6tofLWQ2hi0BvUwXeVWGWNDKHEAJ2Pp8tncGkQ
xVpY3EgJ+MSdna0FKz/P16R8F8RcXR7lfzFKv1dQMRGaDhgO9ECcnahWvb3X6ih4838i8nG/anrc
5Wu3XrjBl0+HqSvWnwkguBEKODvONlZwQyHOgoYD8BFentnSMIqhmMbazmiKTXLSOgJRJVDAL9UQ
m8ESBe+Ju3l0Bk9qXTrasIg1YqNAf5mnIezR3Bi+AWeJrkUZi/69aSl2otU1nRU+Vq+1fySufV3z
74j+I9lY8eWBTgNloJh8+HugrUXf0ElndmlXXiXE4OwG9O+RPirvB3CUhfnPoI/d8IFuljrpZtNz
VOCYB5z799EPgkK32u5lj4CRN6gN7wILijBgCcbdvTynM3cKI8x1QrzAoFxUDnsArDgEtDCCnvEE
GTsq1iMDKZ9XOEtP78JQqo+jlW5vZ2gy2pUuiSq+ImYTWfmvf2s+Ks7Bh15PzoFh2ekmCwvI4bqi
jkpv6YQvzUV5Dk0CXJPVYy6eJyMbhQc9f2P9UoPM+QMHoAtKunOjoZrOcoOpBDO67uyMh3I3U/uD
KQLRvB07kF+uw4aHkPoFVc6/soa/R1XsLJtGnYEM2dmxGZr02Dov7hIN3zm/G+fu9xjKuZsboCYP
QhQ7INW+OBBBXlUP3i6Lmwe69mMR97/Im7OxonJtftfbMPjGvrPtvzVNFeVqJ4BXGHx0dqPRIT4N
YoSmlD1dHuT8Df7nPFVVNmbwpKgSzFNqz2MGgfFvf/b7HVxdHzEoIM8zv7/Kpg2Ni6TNU94dBJlo
jGbBd23Ql/oMT3ZrNg4z7hBccIAhnkBRfAAGDSqM/lBolT7E/pBor9ZQuY8Chb69bVacQFC6a74S
WiIdWtqdQIw4pPI56zoeTcAyl2EuDQDMR2rKV8OtnSECECOlYY2e1q9WnUM/aUDKegxL0GxVYamJ
VkPPPW8XPFk1ApjnAryv6eFSAf6hUnoEnVW3KWSnDhmEEB/7ivchaXiJfKaXRRX0wWcyz4UbpXrP
H2OCPgSvxiyvoz7wFu1KxgOrPcCi9++GJDICDjYPKwnqSQcSTt8KvX8aLOfq8ulQzRTGnfmoZ5kF
6N2AnvPYGcSQjsF1XR5YYBQ3jE11VLcUyj1Jni34MGeWdV5RnEFwMyKeU5yLkQJRKSdHHhIfnKNZ
0r9ruFKQd3psrek26Wj/h8/+PLfPAyommDig4eWWJw+onmQrSbXHoHRlaI5oxhIi+cNgBKNhUmA4
naWSdNAdHa+k4dcuSfVBHoIkM6NibMi9m8hnRr3kp2j6JdYS1VWbhwPDEfDZGA8YCsUE43kxXZpW
8uB44AWyxq6NU9DARSUrklhj3F/YvROnF010ANIBpwpMG4pDKtgsdRxRZ5pvHaj3K7fSewcMnkVt
bwsdnltixoPj35iyvCW8/mJDTujyOT25H8DQoewFDhEgVMD8PJ/jT0FL0PiORtBnd7BG8jrYIr0a
9bSNZNU+B7UFpdA680JSL3EwnTQ6YNZH487b8GlcmbiSjoOFWRPj6zDa68yxbqRmoiO1DifWhgJg
3EYkV0QaAMEOFlpxqgXboL4QkP8C6QNQLNBOAoOqipJpqK9r+eS5B6fQ/ZhZThVKMS4Vxs6OgkOD
hKUN5/VjJT7N1MDuNnOT2gFiQHxTlRa0Zwp0cFzexxNqv5lWFzU/9IKCdduBlObxgno+szrWafnd
MEDk0Sx9n0SJTPQ9ZPAqFvKyct8qItDaQHMGgT5KW6j91V5VP6bgyLyDSuSwIWN7lQpWrKdU59cT
0chfT8AfkbLv6/fqoW3e39vbt/q/5r/6g4HoOU+z9r+PfxR//Zy+s/itfTv6YVVBgG28696b8f5d
QH7wv/8Lv+jv//P/+of/8f7xWx7H+v3//ecP1lXt/NugDVkdsaTDvv2TDXD+kL//2u6txF87MJp/
EKv/x7p5q368izf17/7FsK5B2OMfEOiaiZ5mxbcPO/0XxTqcfPsfc40AAY4OWb8PPO3fHOua9w9w
X4HCEM1IHhJ20Jf6J8m6Znr/mAXP0aWE+AH/Rhbvf5YBnwWxygor+Ney/P3zZ97zj9ae3zHPjONF
oAPA68dZBRBD8QxbMhhtDijhrcy7ZM3hety0kgD+2uPqFY3sb7uhlSvDgCgsaLSm665i1crUCxrL
xuchceohRhwDMhs709eaa+dhN9Hymrs6D4cs7x7z0tViUk3PzdA98TF/k2ToHiFCYm90BwGdpqER
4dN2nJmWUpTDtHDH8QajRdKd1bnUTkkJlTGGcz7c0nryr8BtqL/WSMaA/krbfHyojkgiFXl2sN18
RBDLlnrWFAplfAK+wIb4CswMIlgQYR9fTjd3A2LVhn47Zf36xedjdUBfPGHbvtBWld8Ma2NI9Axy
OWb6YiQkq6PeT9qv+mSwOyIrBhyXO9oybFkwbcsCAOkQZKLVSweJ5h+g3yn3xCq6a2kJDzqdukOu
BksCmZFN5AptBfaXpuGMhZRBBiRsOzKIkAsKdmGTBlBVajXiwcAupT2UlNjHvGFh0UAHHuOZWE1x
TRqedaPBm+G2dALrnqYtn6AXFmhdyGzBfxl5BjKVnlK5hlkDoGiQiX09OGjUN3kQGkAcAV02luQb
hDStfsH8KzHe/HW4T7iO4GyEiAFY6493hRQ5Cag0zFsCXpa3imaUou+rgMYMH+1vaClyxlXRWOme
pPVwTXtQ0kW2idIqIlvIsmsIeWFYZZEsgFKOX4z5uzwoueGUoAcRjqsaHolcBG7RCHnb5OS1ncta
vb+MfJ1TW0e3HfYEPW+Y/18qn4oX1ydOih52Pt3qCCyippFwdKDWFOpO9lBw3l7DZZjejczUVtmk
A0daUq1Zl3VbPpaUpXnkQpnGxVr0JJz0MeljMNyBY7m0tI3VTj28z4qjOSTwyM4Fz2dsGWML+uXK
vyshi1VFoE58Gx0GcoshGwGIFEZuP9iDX756ZfOaO6jKrLIclPTowJwl7aomlhDvLkIA54kZC09i
4MLlP3HwihhPLF1yjs6cX5gNmF40t8GVR3Xo+IQ0kzQZyQb9Fm9r+2IWoz3LYVdOg4+1tEhjuVgn
KI3ZgtRu5E2d9+BmvASlBlS6glg+VpHVEPpzwaLNB/N468Bnj9OBbn4Enuj4Ov4sIURbyDoYb6sa
tMtaMpm3xeiWcWJa3VUp9SnSNCmvJtbL52li0JMjjrcdaVG+LHzJbLiUL5nbP8BcBKwxAFSK+2hA
l5RUtaZDzoihPplQJ0V/v4VNIsKGtjW8uDVJGYFsB9PHV0RojRkygQUsBofVq8LFXQq7cXDjy192
7MajpIajDdcOXFGAcAIJrVjc1qItBNCS/s4rqrfaxDL5TlZE4CeHJzmYC9Ge0nr3MRzIOGdu4w+O
c5UWQ+v8JoXseH9XmvwFr4C+aZrbjDTgOK/6IiY8yOMMQCW9s+utpb/w4DvSWCi0WRMoYBoBoULN
X0L1qHZkZrNBrhTpq2DuPVJ9e21wIAQnXf1ODBb/Zg80W5ekqbaXV/rkfUVqAI4LCCUQwsDvVEFt
mmY6RcdT427UQZbZC6qtBC9BNpbAqx57VJH10nqtvaQIBTi0Xkkpq6Ug6jjcntcfGz0Tnxm+gz5i
NWqbAnhDourgMA7BsPFEVa+lrYuVZ+JuZJ6/6wPv1hcu2XrozkMbSJ/cen6xK/F7Q5YEAC7oVj9F
iZ0skTgpAd78bQguPlSUsR2gplIiSpTRnc6kCb0LKkNGRZv4Ue4PaDawRR7KLLeQFEBBv85a576A
FH0EulDni4AftRQjqCb/40twFnw4kiAWVRto7bQahlK36J1RGnTjpCDmQ5OhEfvxrndQvyydmtw4
pY2CH5RplvZItVrq6ErIh1xVZ5lEp3foumhCqxb6atAt6LaXFX9KOBiF8wpNViBCAamsJkHAZFVr
H2LMSwf2xDaAHxQHFcxa8JnBoKMYraEw7KEatOzOqxv0PMFZj+uhardJZ7G7ilQsTjNA5istqaKq
+8ac9ptAuXBo3PZJisk7ELSK3rrTMK1lRpcSEKf3aaYvnU8zqg7gMfk4T58Cxk5DuirxSH5npV0W
D4nX3Elr2jqDm94YROLtafRuR0gb3AAdCMgAFKoXrOd8JD+bdROfgPY35EE8BBcICI4fGD+vSGYx
Cd59O0G93tHv7XRkK4T0yZVoDSNkXZLtfO7Vh8vG5NzWAPGChM/Mx4VY6Hhg0AE4aTklGJg7Ym11
OB5ZWeQR5HmyNfIydOEsmOoD9jFT0HXDDQEHL0A2xwOOlJSt3RBy5wQUqIuEyCvuJk6Y8tK9yls+
hrVozFXZ0TScmw+jZvLzjdSrKew0rl0PunzlhHTrseHVyullFdlItsY6YXYs62R8FVnpxs7QPrtN
baxT10oXGLbOrhm8WKStZuVfR3XkcvQeN3mX35ldl6+0wprinJIXAl3e0ChtO7q8RfOKnJwNF0zg
yJHNz6yyYv6gJ502UXLHM+8RrSX9pi79DP1u2XdGgi8ssJawh6evK4g0dR1E54jfAnTQKoGpU+QT
zXTwjhOnQeYiMV/0OTUk0bQBBDdoIXKvBakvuw/8XeCwXS7z9gtru02DrOLKDIWGlb+8CqeLjuZQ
hCo6oG9zm+j8558uaZV6faYx2BBDDH5kM+/ZNPu7qc2MeErYkgaPkt3BG4IV8FFmQOMpoij4GMfD
gbe+aLuxze8qbXJo1ID0B+RRTmrqYTNMzU+7Mg7IR68nbUaAUhOdsTmSiiLSRTZt+lxDJcd0tn06
Ok8o2NI3LLezxAz08RXHR2MmvkeX5UxXCGJlxelCPFDyXE4E6PLS2veDMT21vcyusoCiFlEh216G
NmXUCjtUCwnCvbxYMQ93LTZcYj1Ip+92RkDpDx+FFWTjDIgMFcLt7NgUlXVbAWz4JXW18a6ijvly
eUc/6LaVr0ergY/NRLoF9RxlSz0/YQhBqvSOVuMUJtznK4pCxbYKJjPKO8OKEWGYUdnlZpwWxSYZ
pXUzinF8cRMj2I7StMHYUmwbPqA62JEs1o0WXRIo27iZ54WmX8hrc37YBq2NhDCmKIc9DYYkie3G
DULWO3aEiPwd6Wft2mnufSgSP4CVuI5tuxhiTqF8WlXt7dgUKOAWQ72VvPTXvHJpNLaBeWVCV3Hj
dwiMFtbm5M6jawEyQeBfQiOx7sye5qfTDgFTPfWGSTuMddqFZinquHKmfAGq8/GsqDuAOAtlLnSw
w3FXAvIgFQYzhjK9Ex4fY9upvSuzYhCPw1sUN+hrCuuCtyuhGdMDiKYssIfm3R4Nro9ZUk236FVk
1zSggF3b9ZvplU9dAeFovLOP7jh8S2SZraa0XOmCyw0322STmMg52T22BMp4fOERPXG/gSkE/RhC
eEigeqj3HC+ar3djgxOlHSwBucKpMekhmLK/M6r/a9bujLsAOzRn78EygPKaahwTrUbyS3fLQ57j
YiW9B682HRC0W9XeFi2aGDJvDWayOvZL/dZpnHLh/TFOXwR8ASYIZSdgM+DiHk9Ub4GuHEanPEB1
4jGvNyjOa8kYet+JDaHB1lsJr7gxplWALuVmHL5YPNjIobuts1+pmUcDCRYSKAqoczaX+CKUGsFS
NqvNqOHYxCGJippReZjS1tpaqDeHxpib64nYgKdAJvcG7bj6Y895CaMjqk3VulOkJ5D+0/12XFlD
0ceSTeSnhoLW9VhqUDpKHVBxAggFh6vw//iszI8Johe0zwDYrFpOYBlsbhR2eeiB1VyNEkrWeQAc
2eVrfBIlYVmQYUY6DsOAv2F2+z5dY6qD9gWKtOXBz3qxKTqZRtSwRJyMnb8w1On7CNG92b1Gv4OF
/1TORNbnrs5kQA5TXqaxOQKXnSYgi889k0SFpS/t+Jmp/R4PYG3lgTRtQprezYsDof5V7vewAVZ7
I4pgm9nGqray28qvr6lVR0DDhLm25X21kdYY+j2/Tof15YWeZ3dsyJDfn18RZPkhsKb2e6dl24Kj
sqGHuoAIdO0g2WUTaEuyPtuabgEfMffbEG6+ExFtWIzzzg2PWjkqmHMSEeHw8T47DVSGuTOQQ27b
08b1muYhGbl361nyOgNFH3gBTetW2loH+IfRAU46yl1ZaemXqhcAv2kQlr4ei8bYpjpSE1UCinit
HtPboCX5l9ZIHi8v12m4AYYlkFOAuQTNeChlHH8vq93EspDbO4gJPbLYQeC+e+LEFfjfopRW01p4
2p75bKmP+YzxRO4CmZuZHgjJA2u24Z9uhEcrifMBRgrkFce1BMla79vTU9+bP3U/nb62BkSzrUa3
IhLkCWQWnHLBnT49uPiC+aRAERn1O9XrMPmA3op+yg6BEPdV3ZgHNFiCSqiqqoVVPsl3g30GDyui
Osx2btdQ7uRIiOR1xzDUwLbEAy+E5hfWbacxceOVYleDkmOX9V1cgzkSFIhx2gDNhzrCrhtBHfjH
e27oYEJAJGEg9voAvnxaeVN67tRZY36woL2KTvhC7Hy3cO5Mf3rJG7Ft3Kp80EtKFppW5h1VrqYB
QeIZ+Q4XDxj44x0HYQLnninIwUgcZ6O5aKkIzD6IL8/u1PxhN+f0AtJiAAp9RDSfZgdcaTIVVpUd
SDP0VwFJZYT0Y72aXPtBGOOC2MKZMwTLbqN+jzQsMkzzn38azeZuIdGDQw4aDx5p1RTrcUJaFYkE
eXV5XqdPPcJkH2VzQBZBjKOWJhqTy0GAAuvQS+Mna9EwbSRm8wxK4B90bPWfgDItiXKcmxwGBZ+n
AU4jkHUcT47xvDQlAa2KQSzti2uJ5xSsu1vq6u+X53Zmz5DoR50VfBYIYNR2powN/STwNu95bvbr
mrbu1s3RemHK+mYEMmrhApyJluacOc4GXJQZiKBcR6OmCXJNprGfssq7dUyjWftZPu1Q9ELCw8nR
iEn6bVZ40xcU7/xrjhLWS9DVcZNz76rJEnPbpM6EEkvjpT+6th02XT38srKhuAdYRETlVOQLYJwz
+w9TNR8yuBABduV4M8wMlLcu2uf2TePZcd3X5E5j9pfWg7NZNZpAkwX4Ki/vy9mFAroBtXPkLJE/
Va7smOR11Xbc3DtFtQE85boVj0X3y9LMdzhU2zYDB/SYhHZZQt44aEOSgr+RXdvJRlRlWDj9kz9p
AWyMG9mJsSWyW7App6sCY4KMyAwa8tC0rqxKmYCACcxb6cFk+qHrgnshdWvHTf+LrTflvax4tuBe
nVqxOU7FdZiDC2R0lbNT1wJCtDxJD0ikkZAFlQ9qdaPbXF7509Q16BE+DaOmHSp4/JK5Xnpw+dps
2rgI6HXvBCRCEfPFpf+fs/PqbVvp1vAvIsBebqkuy6bs9NwQqeSw9/brz0N/NxFlmNgHCBBsZAMj
kjNrVnnL9HWym0MaSJdKH37iD7I2xVn9AYs3a4wi0ETnBFd2x17qwQQZwpFdisJ9W6j7zokfpcT5
mvpnHxZn6kxrrhj3QYG0hN2OTASxix7M7Ybv/TLWOy0n+pQaIlloTqZj+1cJcP9O6y/vv+7XZuPt
3TQ3el7tARja3M31kkaLhFDl4KqV0YuskIQlBWLmY5aqkDq0fK+PUfWXyiV4mJvR3xS5tB8a3cyO
ek0ojnEdRFxQdy71GMh/o6Yw8UpKJDNyC7v8U9Q+PfZ2Kj/TX+hrhAuDg2TFSBjq+pA+SE4Yxlsf
UcgtsobRTgQqCnVDMj5GdujsVWOMn1Q7KfZ+l5o/NalMNk0x+l8RMfMvNh9pJdS89e05UXhDMF9E
sXyZrvha2TpxIcS1BfF0NtPpD1i18uyr0l7r1PZsWB0N+EnQ2bKCfMc8W/lUaMVKh/g+N2XISllN
iY3FDf6ltxugkXUavpUSXg22IZLl8V9nKsWhq/r4QpVTbpWm/Z0mjfz3/c3wxrokEECCrNnCkqvv
dl0VYcwgq7vgGmAN60Yk+s95iyGEP6pXmSTuNCD+fcyixloRc36j28ocj3YjdRspBaPd25VzCeBw
yUzhKqvM7gAu/m38NNqmmpoUmzKA/VMkvX92CumzPDTO86iO6gG0NTiJJgx3Ri2ABxW6F9nW8/vv
5I0Mlr4i8ZVWKJK2iE/d/jQhIblMj8jxIkf9UdAL2RRfVNABwOSxk46H+IPZxJfWpNrs1fTcWvGf
GvnWxzEO1njBb0TgueNCqxOHMkDg8/f7J+fKIapXJh62GCHGww8nZ44rW1O8sgvukx8Gh1wtJD/0
vpXlLAjsGU1fvKu8NG+9LgmHSx051aHvKlOsXClvXGJ4VVKt0sIl0C1xtmo2acJUe99LabftYqeL
9kEZZG5pmd221PJukxTqmgbiG70jDjhvb3aVw09i+UWzUhVmBesLNj5igK5e6camzlHqy3XxDbCv
5aadGR6SdiT8Rpnqb6HMPmuTHR5RIirRQ60sZ1M3hXRWZAvjp8KW/9at/nll581xfhGaQe7Rm+Ek
orsnLy7cqZfKbpJT2wt6Mz3mamkCRZ6iTVOp7RcCyI9M0YrL0IzymV9ln+wSy+ioDX+t/I55ndvf
MTte6AxDyB0ZBcz31T/bzomhDDWlX1zbKSu+mCi9nCggI1Kxqt+ODHi3JsXaUTX9T5I+9ruOPH7b
jcOmkIZsmxbjTh0i49JLSMs2UyL2Q4ElWzYO0kOShGsCXvOvufm1dB/IFoGkotlsI0h6+2sVg655
TjC5yuXQbuShovPfRJ+caXI2w+T85y3MckjpE6dJxkisFy8nplQA8qoFlNBtBIpxSveDZJdbu8qS
vRlm9ZZLN1mJl3eBYF4U5DRBAJqBtcwQKrawhR5kcO3pxGzoTSe4j6TjyjX0OptfvMr5VM6NAnT2
8X+5fZXUrSjuyYXjxXV0oE1CWztz0UNw2/bkCCQJAm2bBoe+/ZN0D7l0GmLZ67pPap4zZykepCHe
Bmj/DKI/5GW0N4pPmMe6uuj4W1/5sXe4KVIXzjRZL8HLBKK0aOhUGT5mZZpLXsPgYGelHQLkVXSY
66CPwOjiYyJaaTtWzos11sa5S9FczhKf2ZU8yBmtftk6CjDrp5XTcxfj8CHic/G1qJdREF/8Liry
uB/GMbi2TNP3QeWLY0CRdIJGgFazGR/1gmkwJUPwZMtRdMC1pd/qfdgeGmBUgdvYdot0Ly+tGcWf
gGnkM2iw6fD+z7w7NTr32yw4QaN2btjMO+6fM64HRdUooaK+jIzm92n2M0AWVZsykNt9un1/rfsr
dWZ5swwfi2yeBtFisXiKyRap4wrJNr0q1z1LDPiHRh1pY1BY59Cs1Yc539VzO3pACUOGxyz/1FqB
Ajbzxv37P+i+2kMok4sOqyhFBTG7hADYU+uQgqjOtdVr5zC09YQ2gRzQpAQ89NIiu/FYdc43DN3V
Q2/D7bfyUpW20Cz5huWQHpB69VGTLeuPNpCgX0Up0Q2GrFWVO60NfHd07L+AlpFyf/+X3302fjgt
RGYwZPHKXZmqx/iXKbKvX6ew302DsDaSmj8zoOO6YAD03xcDuclAjiRkXvD2s4HHgklVGfo1jePx
YhpZtvEzpo0NjhlHhB3UlfXuohwPR/NFx6+MU8peuV2vydiAad/ycDjQuYWKyJfVyWtR7s1V2IWY
mbMTge3drpKmZlHalalfkU8bNl1RAsBxtHKlofDapbqJpUQAOoBcozKGjnSWbpcBLh0hyzhY11RR
u4ssNe2nPA76bVv3xoutZfIsREWFEVkTUvm02XdK1E7G1lJzO8RfvTJ+6D5IoE0dKvFLToYSuFM4
+n+tZrS+2mPtf+jbCn23IJPNxp2z1k0S0sOhlJP7zO2Gyt6pVh48WXEafwL0DdBHDHVducjR1fvM
z2CJyGMeY3zrGOkpwuvXDST+ewOSs/jhhN2xkGnjbhy/gsw7BWpYuKWJKPcm6hJ1y4DE5wIEghnj
7WblitTsinhQ9r6egH0vAjEEbmclUJq4toKVM3x3EripIPiBCKQsx2x1kRtTtUxhWzjyVReZ2NXg
gFHWq3V+VRJvNQYNK5vzlSt980HB1WNJNsMvSZZRpL39oE1qxF2T4GerdPLZtr4pnfa9ae2LCBNg
ypUbROfS/p6H40ufxK4CzruMkqOG2IzvbGiY7lStOaqYGEkWZJO/if6HoTCzYpW5sHCLMtk3TJWF
L20T9VljRoFQwUPBICmjaZdKn+xubNDvV55ReNznSraTE2nb9Cvz8btiYH7KWasFqDqNwyU/oyV5
7+W+wHRy7Kj01aq+DEGZ/BZT9/H96PLmSlAl/jcYYbR7+z77QAs7O9Qnr4us8QtD7gc2dXaamibZ
vb/SfbXJQ9FQnl2soEjc0aNABCq+6ZSTlxvDi6j1X3WSPNsmQMC8q4+iyzVXH5u/osIa0ajdJEqu
PZdyHPbbwqaBL5crm+keazP/Ii5F8kiElyiJbh8+VlUhjzJGqGFtNZu4VfVTrnahazW6H7jA5Ypd
pQ7mIU0U+xJ1KbMa81ynsBa0Qcq2lkK3pDML+8nSCnWb90m1MnC/i5KzdiRESFJrfiNx+fYH5jLF
n5VbiidNTnQy7JIMMK6vKx9mfszbMwUKj4PMl2FOAu3xdpWudxpIGCoWxtR9e0Xt+5irMzFOPbmo
24S+/a3NnauWO+rRTMSw8ScZjBwElYMpQpioTdFaj13o/+7DGRElRMinjJXY7SQ9XdlGrwiUxa9l
cggDiisRPLK9SGPiSC8UPZRazzK5BTsnEgdLF8Y+RdiwpPKok7NjSOOjwIHDLfRaPlDBI0SfoVrt
B1p1TZCGOqRaZRKlwNIpQ4Z4RlVh+6FU7bgJCzQ0JqVNNx0Ddhfnw+DQtZZkuVqQ8Ui5TttMTlDf
1fP04GjT3snS+les1jg+AwXxT6XhB9usGZtD5iQZc9ceOtBoiT1tBPXEPu93YRNV22FUxZnh4590
FO2hK7Tmgxh7e4/d4LM9Kg4bsVDE936QHa8p8nzPQH/Y+Z3xxK19qbXIObQSkuzvb4dXwvLiBUNK
Qb/htfgkQ7vdDkVcCTnWmsEzc5WbzTGa4DnAv7QP/AngfylvsSv5XCuR/8T03fKEruOlKpviWk2l
7WkFVWebWuJQhkN9mLBdeWjaEEpHHQxPBfiSh9GPrT9YmGhbGv6yi41vfXTovq5s7LsKGiOaOfnn
D8gf2h23D9KZQ2yMYdjjktMruxAvmC3btztUmSL/YXf9KhuB9mQzds0+HiplDakwn5vliwSVj/gr
XnazGuzt+mnJjKPGj9RTo8j6rEg1uGdrsM9DT0ZKAjIelEiUn1ojqL/XElVKi0RXrfi9G7T2mhnt
62h98WsgZgG5QgF9Bt4ugt0YaGrXFo3lweKLTrJZgnO1J8O6mMP4Mtmt3PHrGnTXok6j1R7VP1Jo
pr+UNhlfGDjUH7XON92U5PAxqmTnuYzL/GHUMutJqtN0NlCL9zDEUtcu5BRSuhntmynqduYQUNo4
I3zUog6Zqqd6ZZxU0ZjfRwxtPmRFUTgre/guLZnRmqDQyc7ppd2NfnMtoOVZ2a2nIcuIhFEdeWBu
ogMIYGVTlX210hm4L4OdecZMGxI0NbibpfdGD8C+wBLC9hRUJ/dWkU3fKSCCR+EUWKfElbyNKqXd
s/u7gz5MJbLdeve7Da38Byi8akdEVTcqDk0rL+LuAqGBwACcuTQ4oPtKZey0SM/wz/IK9BLhIObm
qVD7NQ2V+Rq62VpMTeZim1kxZYq+xDRpShbJqpgcz1Gbxy5Xpc+N2p/hMio/349Nby9EpUgDESTF
cpAapaGRdCFOpujFZ4+IUOYbyw/rQ1Gr0Uppfl+dzm4+dF+Ytr82yedX+09tjl+MNtpqYntSN6a/
syzSnqlB5W9mhSmNE03hJRnFV01CrXEo8zlBTJ0PgTwaLooy9XdJkiKQuYV5HNMx5WqRoq9mLnVH
iOdB52q0FGECGc6f99/Q3V3+ShBmtK06bHwC4O2vHtvExhy0sT38LZATlJXaNQUeZiBwu/4S26Pz
KBnZ+Gkq4zWroLuWC0vPkO2ZWQW5eKkl1+VGSKGHQa7dTtFO7l+swZK3PcJyVWOGbjz6a92ntx7W
4qjPTR7b5GlvH7YyAqHFsWR7nM54O3WSue2KLHjis+KpCDsvvNjMlhrXDIe1DtN9acnj0kOH7Q/K
RuZX3C4+VJETxnlte40YlQ9yhiKbFqIhMVV2/hh3rbIXte/sR7tCazyw7WlrJEq+ybQ6wJmmJG0I
yu7SGxWjunKUv8MegiYjzAn9lqlNqSDLkFc3wYhs40a+TAb+YUYUdpihcmuF/oitiEHNupsgch6b
JrReGQnBjk3QQDcak31XV6Mn4cwZ0MzBHyqSmg5/Ixzsu1TS3QJXhMkFJSmOlSzEOZwQLzEm2MO6
7Z/8rCxOUdA1jxEGZpu87HXNpcEhNqk9jBuzlbWP729e5f6DwomfkUJU/fBRliaRGMUpImlj7AUl
zcCoqIPLiAfUo0gn3KaMRo03Da/2gZz+U9kkyiZqTLFF56Y7kSt+EI0a7UJ4ePBYW3ACftrXj5av
i52sqGtghftYxG8FowD2kcaastSNUjqzlWqRMP1CteeHb2c7bYLTHUzi5f23cn+ZMYRAEmj2kyHl
XYrpDJMowP00mqdMV5JVQKq9ZR0btfg4mspKynR/X7DADBzlzgSstgywVj7koZYYWEn2Yfek1I2x
SbtB2v7nJ+Jy5iPRSgeCswT6mIOqM0WQNK8cVfKvrsWhMA1/hjqGBpYP8uD95d54KLDsjPYJ5SBw
llrCpZK2GCUxp5yknjmn1fqM1Py+XflO9xBDmrQ8FxpiGCCCDlnkm2Ne9a1JfeDJQfDdaEMA9KOP
LH8tN5Erm8WDGIdoPw1JtUOeQ39Ww/jD+0/6mmfc3sTM9GaYCBk8uKalZ24yNFOvlJPmNVMc77Q0
6Y9TJuxrY/jPwCnGbzDyuBKMKk8+K4VZbky69oMD87uNRu2xUsMvwhj7RxgM7UM59sNeamT7oCHl
vncKv74GSh644aR3Jz/padx19cOY6G4TVPC0a7XY2F36EMVQcxIA2/nOAkfjVjCYt1UgwnOUKfla
7jUH2sUzo7fCHIJ7mmp5WSRX4VhWjtPqnkhbZPUta7gkOSmWFieqF1h2+aWSnCsdKSIekwJgDYrV
fXv/xd+VGmQD8PdItSiiYacu2plGiHJQlWqaZ0NOOrWGgUs29MqHPLXbLfpyPxqjyfaglT2zHLWV
VOWNSIRN2Dx3o44HuLK4BnNFjURvFZqXhMZF7Ro1cfMMh2m9ApL8/nO+cZSovB0TjBbzL8Cct5ee
YokRS/vc9vJ+FD8DJ/tedqG8sovfOkh8RvLIWayITTxHxH9SL8ksZEnCE8FDOhqCTdJLIBy5/WYR
RUZIdXSxpC5HgiqzDkbq/yljeDvvP+gbNxFNIfgU6FGRahqL2i2OJM1utdTx8BG4qPr4pI5p+mzS
td6MZZ5enIgrMcVV9f1l33i/kBjmfg/59CwQc/vkU1MLnW6j4+VprOwLJ1B2QYGF6f9jFbwziPVs
VjDCt6ukStqFVes7ngTx9JoI+aIpQ/L8/iJv1ETQwzjfMz1/npcsXqHRBk7dDqbtFYl2ZUqI2SkE
nrMWFsWlMPXyRcv18VG3us9RMMjPRpgae7+26n2iZ/0ptoLm3BrNygV3f1BVWqqzzww2bZa1hOuW
ysjMCFwWjnbjd6mrm4eohD7oO3kXbSK5QQjM7KGHR4Sgs+Tr9spddL+vuF0dltegz/P+F1u7suVA
iRWqCh1PyHOf9fm2bnC21OLnskaWO8u2NC3XoE33qTkcARKred6CSMLyZkpCIdtjqVieNeVfk7gD
boaeRd5HL4xuf2hS162EpIXqF7wcuvTUwgxeUatjLrD4+HEXK0FdSZNHbtYexsoQh8KZkKQa/epR
MYO9ZVfKgx6JfAtXId3ZeL1se3AMGwb3a6ZZ99iTGZhApg5FZVZgXVZFslT0FKiE57bIjJ0ccUlh
8h6l32MmKw91NhZek9nKb9kJsPwFXDJO8dYZBqBGEMi1z7qMxI7qT+mu1OXwWmgarSSNe/0/H0wV
sjq/j0SFwLck+EYireRSJadUdGFeTSd7TNo2XDkCrw282wtTJZEkgM+XFvjnxbcBdNxGCtMyL8hT
/FvDEH+WSDTDPh2bhzBOs63RTOMua2V172jth3rClKnQfefvSoR4Y1tyXWIVzcac00HtNg75Epp7
aiEpXj8q8SmIpvxU6AYFEC2kCKl6qdC/++GI8G/Wxoektsar0MpTC33wWx0U9qNTIGRDzVdR1ow4
IZ8CNU3PTrtWVd9HDVIL9PNp7ACFv9eIZeBbS5FiepMqTX+CGv2kvFNwtNHdUbOO4RB9SpR6+p4j
fbWyJV6bJ7dfi7Vn6WBkPRg4L5E1UjtpUe8Mpod1g0tP5NKUWuHGDopa0nmaflXp77IbfuWR7QJQ
O2Vme7ZpSLjZRJ4HnQWDmiF6tJra7eyHyERUAMef2kA70vlvUpjzoWfvIrYAhBYNLvomt98zDHOw
gUGoP4W2/jfrRPGUJkGxdfQuPL2/de5rorl6gAE/pzvwLhd5iBxEtZQWPULyCoqCJR4H+z6x8l0N
4GI3F+4r6cD98Iq1ULYCe0OW6cAcuH00Q24YiDSJ9lT1vk2bP9UPUiLg9IrE/KVmjnE2yyx0+znf
N+LZRcIPd7RE9I+JGUpYkkfWvupKsckjcy1puBMdo9cDUZxeBBtkhgzNCeK/+RLRPR+1xvQC/wlQ
QFFhBT+Gv0L9q5QqW4HuUhebD12WXbA3Hzbo8bix+rMxpmczqB9q6WjaSB59lCAdS8XgOvJTpT4K
+9nsQNyGCYW4tq2cfjOrQA2gcIf62OSHTrLWNvsbmR9PQhaNua5KyrAUU6W4nzKTPzTYws9hNbsR
TBVubVFbPAe+HW9rtDq+tqZSbxCmKg51Ia0wbO5jEpUEhqcMDF5rxcXOQgRMdYLIVD2zF8qlSKRn
jON3ba8/Kl0J2k/0n97fyq+1wfKAs6sAPgP2Q19gkRIESmNW4RBQDRvpWTeqXcegIsT8Ja7rXdy+
2KD9dQlIuiz205ht2hBopJmf0jL/HMjmppxeBrvYyMY59C+57ruRVHjjsGvicGM36jHRsCPCtz1r
Xt7/5W9cJLwreFOEERWs5NJnq5RzKwtjTfUoq4enEOHUl6AbIjx7amXDXcYFb3XBztAl+VDXurHz
hSq29QQQ/f1for8RoGnwcAw4oNS+yyttUEWGX1yqIyc3gTvQHyJMEYtUvcai3znxixI9p220taXw
WKJ8ySECKTDuJKPc0TO6OuFeDaVrV3wepDPISaP6HEmHykCyzv4l5CcDWb3iiqnJRzMoj6WTHXtL
/SyykylL/C+BZ0X1rvef/A5pNbSi3SAECNHEv3zVOJTq9Ayn/kOSYeFhNMxBJsn6nLXO46wcQOmy
xuF/1QFe7Cjq4FdNFzoskI1v44GZz8Vq0clehTiTLhH2J9814y/S0G9aUh9hXcfoIw2/mmEj1hWa
wLTqEg5/J+3LgJFU0Hl004Y+3BcBrHmY1Hkmn1pb+45En+laWfKMnoM3YT/WfMrRFpKN4/sf9I3i
AXEJmBGUmIQ2bWnXiG4MonJVO3l6aEyXUFKRPKBavKaFn+7FpCaHqM77xzb3o4MsVT5g9DgdXfjU
7VYy5OTB6pL2FAadvUZWuC/RADCQSRJpkQAzlxL7fRdrYwEi2BsacY6wC3SF2RtHxU5sd8JzhOZu
2nwnER33JHHdryabxN6YItl1nPxj7qfD166qV4LIW4GToS/cWlAMDC5eD8g/V0A/qL4eJVDayIWU
c62r30hvQzR1c+e5S0NxME08f7RKBaNGp/lshdqayuJ8yyx2HVxTdIRgIvNqzMXt30lOZOQa+I5A
i48KMgFgBGBsPUxhuJZo3NP+5zYLTT1qGtSU7xgjhm/kTtf4o1fbY3dGbusy6WVyNqCtPQYxAnll
D00GW+nwWwCYtgEFlLJhu3B64BZOt1mUcCsWmmgfnU5VfjhSYB3VKjCf5XGyHjXhyyv3yv1YnVYC
WxrsEmFeRcvv9lC2SizssnQGr5XTM7SKwRMNg283lFX6gcJwEyK0aw6W/lzLY/ggCwbnvoOJfdPF
wRl9ROGqdjg+1VU6eEoa2U+9Ye3awmouWBOVOyqoQxDU6BdkZXxtG+lnYCLMshJq38q8ULtAtAl8
gA1g5PYx0nbSwa+12lNUpVtEEvwtMB6vm7R24xT6ymL3Z42sizqZORaQJ2uZ2ADds0OjLLWnQWqV
TSlp1rasqz/vx5r7fQvrh3ExMYWqhwvt9oniaIwKoKiJ5+th5pV2/TIKx3ic4uI/1/7zQoxI6Wsh
9S8v+nQw3/1OV+vEswIpOzpl97tKnHPUi2jTK/ElI/d3qzj9zzJOwNUNhoGQV4DKsvtun6/L/diJ
5DT3hOUEn7XJ+KaO4Ue9iAGzOHZ7jMPc37//Su+/27wkPABttnG549L5sLKtdGpyTwps84Lsj3pp
jDVw1H2mNiMAqV+pNuCLWurtc8m91qWofJDrAP3YRc1o03PNo51lpqo7qOrgSkkXrxzj+0RjVt5H
IQe6GsXgEvBo2VngoyReeNlo9AeuYOmlLvT2qYrsH06lXxiPK/SgtfGS+7Q4Vs7DPTeAb/nv8vPP
+yfMCyuSpiiuC2+SK7dLn/3kUQKV1Xf4EvZYXsnGRz/tjjpw97z9mdsdzTS0g6rsQ4nfa2F8Ksnd
4+YwlZcOeyza6t/toro6KGVvWuUldNb0Gt/aCdRbqLkxtIdANf/7Pz/YkbOssEdR0jBGQbrxHXVn
O/maCdxbW4GJC/UPVyDBdXGyZBmKtBHKBTI4cXBKRMjLibPPo51m7hi11dWa9LU84I01kS6CPU44
t3m4xadQy9GsJ9NIvXm8b4J+1Y36xZDSrdDGXVT6mwpt57b7ibjEU1R8SB37Je+kDZf3GZH/q66F
h6xfOxP30Rlcwow2YmsC5Ft2docpH9siVjIvyvsvjWnldERk8zTpKaoaZbFaFt+/BBB4RGfSIWYw
BLbbz1uoVSl45tZLOj37EidJsK9Ke/osRhXIlSrgpid61D/FteqfGt15yTjQnzJRkg1Z6AxWPhgz
1zED7SVtMnGKCmv6kTpG+PH9gPRGqTID6Am85EeIJ5mLYJELAyBYVSBxTvJyrC3VvzS9ZtYb3Yy/
Dk5z9bN6X+W0+FxFMrNP5YTleU69sXIH3H8gCltuTjJaMGn0Im9fWGQrQZ/UoBflCnVSTeqlfVs7
5SEvDKaFSr6m1Hbfb2Y9ko45VDKjXg6mQByWUQ4lyxMdFvFqWhY7o7Gjx7TS9409KJe8R1egFUO0
XXnjcz5zmw6CQWEgCgZvnqDoizOpWpMm2Z3VerGQjZ3IavXQjYZ09msYHmnTS89hMEAZKhok0qD0
fhP8KxgJYXgT0Phtnzprcjlv7FbqQ4BQgKLYBEv/lBgvRTllaOOljWoeyWT9s2GU2ZYpXf4NsK2z
65Lh2/vv4T4AcleAiZkbzwaSWYvbtxmDvszF0NEIpyS1ldjCqgfNs/dXuc9hQCq9kkSQO2X+OP/7
P2E2KvH2qJKq9BDLqMEPpvXBVgr5eQodsTJvfeuBZv4Q7FwAAnzj26Vmb5vRtv3CGwR5gw+mhZ5Q
Na3cs68jidvtM1N/gVcQXHlvSwUr+KCUM5nsP0U1U2hzTLITCdQlSw1zo+JKsyty42cx6sNDh47c
H6eB0q5ZVNhJFWe7linCTkrSemMa04+BzGjfq75wodBraAkkqFQXZrobpU7/9V+/BPuKsgTCMNhP
eoa3r6cyG2sEQOE/YV9PnyaGt5ebWX3oK9q37y/1RtFHEjInlDLfnpC/+BR1iqQvcJjSg+rxo6HK
exFV5+/6OMCBXNiOmxC5j5osMby3p1mLsalXNt68xL+fScMyj9TLpGs3Gx0tH7cZWqvKjKZ5ot8p
7XtbBDvhjPbnzk7EsY9zceyMuva6ULvkHcaIa69geaQ1lJzmCIPIMWdLX6KwxCgsUdi99dSi+fzQ
22p5EmWwH/xZ6k2OdlnEqQ41faI2j7+J1vRPUgf9r6HeeCmkDp+hpAz3Y6h+HfysP+ZCaXfvf6a7
n8irofCjHc425lKeD9Q/Z9MJAjgjoy6unVP+DvveoOdiVyfZiHNPqwDMaiJrv76/5t38bbYqo5FK
jkrCyV+LRYMMLXY45dE11fTgQx848IuMCAWZhJGnPcC9Rk41PEqa2myGWsouSKinm9icCgMeVLFW
ECyvvdefg+nm/7ITqq3bd9ACJQCSZ4trLzk/I7X5mmrGAc9Z7LnKvFvZk/Oz3ezJ+dn/WWxxBKmZ
Be16S1z1VtgPPjrcIAXQyn3/Fd8/EsTFeZRLcktSfnezKl2gjkMnrmrjpB/txKcG4StvKmx5jgoV
5cpWX4Z42hwKwEXSGE4ayjyLEK/SzxF+xlP1gfFzMvT4ZMRNsQlHae2afHOleX5DicrNtYzwuS5R
v7WDuGIeYhtuhnaXmwydNrkUj9Hm/dd4F+hfn4usF1TvfKXIi+fqY5ichHjYA0qzKbRor9nz9Eog
IdgPw7SZ/PaliEEd0Q6HiWPtjGA8yum0L9L4cZxG+BU0xbE62pDYuMiq7AMtuKAmcxZBvJL0L7Op
+bfOhHN9BuRxny9+KzJ6lh+ZjriGxahCAMnsl6lRs13RoUORy6Lf5qPh7/RiWKs73/omDLoMpByp
ZpkD3h6gLLarCic7cRWpobtKG2kPIvF9N5D17D+SjuaHZDI8PydIFK7426WkyRyNSiDDFQorxb92
MDeS0/cr3/3+kM6nFEge24wscTnW9MNYaqIuiK4FvEaGBTFpGEzC/fu7661DytVAecbWQsBk/vd/
Yq+JyCEUxV5cfcd/SgK/8yp6sudS6ocngY7a6f+z3MzTRekCY5fFhQxwB9OTgjMKzQMhUvMvKWa5
cyT7p5qow+79xe7vFd4g/XHmZAZo2WX/A7lVtYgGmTA3dIY7ROGfUi6R6mqj/pCk9jVS61/vr3i/
CTWkFniRrx1mUK+3b7Ob1CJs9Z4xuG6CK06Gao/0Z+t2WtmvRNe7TgcJGq49Os0OAuwMs75dK+4M
CFWZagDZ0PZq7e8HuqDbwa6hI/fNWeobaWuH9k8j/6AG6nEQj4l+zYdPYXqtKyCH+lkBw6yGtEOT
aS+kQd1UVvYJ1wUfu6FmbycaSlL5ys++qzP52fT36FXOMn0AfOZt/8+G6wthDg7lpRdjlONGqdZv
0Skndw0jexuXRvElQjHQNZvGfFLkrjt3CiovkeU0Kzv/jW9FkQMtl9LDIBVYfCujaiozihHnxl1N
eZhH88dBEnBaAW+vPPT8TLf3rTU7CABTIDhRhizGTcj4G6WTSoOXhQGKTagG7ge5yr68v/nuj/Lt
KosHyoOiMCs/GGlj2mDTNRUDB1s5xBpDLT9Yswt/nRguH2q2YYOajmEgqPTbD6lICO/YVT16Qabs
pdr/WNiqv4lrSIUhngDnsv8mRcGlVS5ZdDX7c1S+iOjzGHmGf1GHX4HtGdFVnU1Wx01bdpvCvAKT
85LiRx3/rKtz2v8OmgCvYQR49qr6255+Ti1S9ngMYLxu227rf+uRFx+ds2Oj59Ig/v21Ka7BcBHO
z97RMCmoYFwfse7bOMoHzXiWpo+yvKOylfrnxkEvLDoY5V+nO/XKZ2TzO9qRmG+4VvhXcja5kbpd
dDRnnaGfWfCll2I3i34xT49DKCz1D0v8ybK/KQx529dJM85jfVbUL4XzZLcgoNRthpSwBH7bSk74
nqxkO3e1zeyRCdAUFWP68rQPlu/fNsQQUkuBHmwZUbaO8hkZfuNX4wzBQ6mGAfLwqXKCLqFfcmB9
Lrq71pqjy2uavNgFlBUzWpDMHYXv+ZT9c5zTeLAhc/m911SYVQr5HBXH0Wh+YCFBoyhM/jAETLZT
YvxScGGUlR/RSKcvc1uAOCVWetq5E9Mlqb/aw+9J+eMox8SGzyE9tfoPCWQFbrGPcf4wNPsot77o
ufpspD+sgekxyhgb2nYrUeE+gQEiTG3KsIMr947q+3+Unedu5UiW51+lUN/ZQ28G0w0MzTVyV0op
7RdCmami955vs8+yL7Y/qmt38vIK4iYKhUZ2lhRkMOLEiXP+RhPD0Bj0VDnJEfxrJXwSqJw6ESSd
nZpr+TWa/bZiVdrGsBftXOW1TQcedDGHA+SwSsmlKkfiTBunU6fykWKjqfbjjPhlqvntXo1B5KE9
3EtfIsXft1mePiadot1GRVreJ0Wv3rZd5zs60NjfPrApy2AXiN4omOYLYGSRJFqYYjp7ahCkLRCv
3ql9bjrUzOxqAaK9H8IuAyUmL8QSyn6KtSBAz1cTzvKBOEUFoyF5u5vKLocAO26BIS6ao0w2pzSh
f5HQRPB4tXUM6LmyVMrQ2jPh6BOR2yNQZnxAH/ssYw32Ia00zQkkIXDiAHTmLH2P/fyHXpSKndfN
I1qj+zpJnX6Ec6/Mm87ul5nLwqzjVKduwcVpfRuMYv66nZA3aLR2eIAJG92T++pObxoffEyNHmmz
KH+9P/eX5yG/lOlHzhQ0MtDu87lHd6PSKY+LJ1mAnd1aYbPrg2L0FH0rf35jj8HU57DSaCYuFJfz
keZMnUMhALpgIHnmBhHQRqi/ne2H800Q7ims+T8Grfv4/vtdYFyXr07eAZIIwDUgsOX8/CVUKVkB
vihM59MAQ/xTBlDxmvZXgei+NJ1yitqnMK8GjG+456uC8KNoBfSroql0WiUATsFdb9/DSj3qsOBt
Ma17fKOG5Nv7j/nGp+dMJRpQD1mw/atcIcLhI54aHf0OxS8gdzXSQ141+l2pzpEzRFrsKX231QF9
49tTCAGFDPaaG81aXzJHzq32B4kvwq15HiWTijeeEMAB+o1VdoET5CvANgcFCf2GK9RazHESJqBa
pgVuRY51V+pF3IDr+WNaJjOoS6tVX6YGnS6rTB/oAtg6lplfS0sb9yrail/rMXlSgr7e9a2i/HaW
BjdF5z7H41GxWNPIZFzjw2Ys6xPtjQB9JE2wy7HMNkLcW8tw6fa9ni/Ld14tw7QqAc9oVX2Kmhlk
URpO1yYifrZUAaFrFUHdxWPliXIb7UhGdDcyBuTA8/qEXoTiAczKd0UnfoV6Njvp4sIyJeO49ZDL
cXN+rKOCxf2djiEzQW3ufK+YbQcOW++KU9t9iRD9upL9ur5SU234kufAZvLAggjpT9rNjCHPfYsD
iydmZfilE4erIftt90llkc0D30BlgS4aN/zz5zFaGblwrS5PIdS0j6o2lHezGX/Jxsj6IjSx8dhP
YPeFyLwR6jA9mXqoP8tohmJCOHyOo5q+SSWmv39cLaI+wBLpmXBHXx9XXYsBTtfQVU2DsHyKmiLc
9Xkye+9HhMtDkdYIRzCYdLQfwHyev3sHjrutgNqfDDMLb7o5QvlXn8yN1b8su/UXxwMWsABVAORD
VnEnTUE6iFVRQcbnTgShsvIqU5tdXQgB2o/xbzZJlg/KWNSjSR4VwKznLzVoZjmPpVyccBhrr8VO
JAkcjI1e4mVYI87Q6CV3WexY1ltNbsWA27deItQRBJDLm4dilNIfFiqM73+iC+k4XofS09LG4the
pM/OX0eW5tBIBas5cZAh5NFJ/kE24r0eN9O+QBfiZ1nLh6htp2/9OEUOUNfO6WQlQS1aeYqNfEuj
7AIzuzzQUqBaUhzEoMxVilO24DBivGVPTTgcOlWzzbiULBgDnQ+hOUtEp8gG5TFkI7uFJXpiO1ju
LHbdZ8wXF/anahU07IvBtkK0aywUeG/4WdNOsrb34gFRXM5Grf9mZnFnIy85PfWtJR6bIqodMW3r
2Q6VCAhdminf35/sJT04W6l0dEhPFkg3fVM+7vlcl904o/g5iSexAcKihnOEHGBhXXUSWiFZZkbH
HkTmUyGV0TEShdl5f/jLb02LFMk0muXqQn5bF+bMNKytOU6lUzpmyZNvWocynseDnyo70JYg3vvG
3yP59S0v48TRil53DSwd5BnLvGke8o1G4MUi53EW1hKtduwILpxsAklvaTBl0okGfnqVykF4M0EB
fK4yf+vOeRGJlqHoOUK8Y30hgXM+834XtpNmFRIVhmK+FzSjcUaZPvn7E3yRHjKKiVUrdRnYErBJ
zkeBXpCGSNyLp4Ug7KRymx2UQhrQHJvGE1urfqw0rfcqRNc3jr0LngDNIAq73GKprUEVWJevAYxX
vWm1zQlXZ6zlsqT5IuAU4o7ZIF9XrTQdjFD7nIuAEeMiAD+J3d9p6kLzcTLwlaWh3GMfEviPKYLj
h7LH8reoq2/g1u+5qYu2lFjt1WSN2UkIG85xSjN/qenCOUEkUT6USGftlBFr1qEUdiUoCTfNNeEr
rRN5N/XWlvHIRa7J61KJhbDKvzRMVol4WkRWj/E13ceqRhqVGpZrzHh+xpOEWYBidWhbGcl+4/Mu
of18/zLq0qYBTogz0IWjpjGbSdarzQmRvz3IDqP5pFEFFMoemLTXkVtXauLIxT6rn9DGsYfhqoWQ
IeRfghh8ePYQNI27hNlSVal3PvgDohFyuWigHYQYPyvruRzkXdLGblrctaGAC8IOCeewowMiZYfS
V7CzRGwnah1TTbxAZvpDtA9v4Z0HieYIbeGG/bCLjXgHG+9gpIMHF9dFES8DohDWyH7m4WFUc6+J
U3dJFNNkcFJ+zNe8ZDy0agDoE8gKGGPTU7R6l5t4YvO/wSDiBG3u1DRyfeEIgnufGpKTBN9FnmZU
950s7xt/2mfUSRCRqvsw5mCEHv/+R7i8AlPkoEdmcLdcasfrtnSuNyL9qlo8+d1sl8KMBy9Gg+i3
WTeCMgWnidnaj+RirqynNfwXJB5xXqyuJt34S1Cq4phqueH6tCkcPKsDT4B14Da1qdxyfdsSFr7Q
vQBRjvQX5S7WDKF/bbZhJaYvCalMmUlri0NeRtUNSq0ShcNBuFbnQLoLxTSyQ2Dd0mCqnli3vtek
inSN/fVXYA6n3KBNvgjKVM6cxMPOV6z8XsnmrZP3MkaCM6DNT6mXzgO9yPPopc9qqzQTeKmSioE7
ZWOwm2Sjenj/+701ykJcoGFD4kn7+nwUqxS1HnJgB93PxE6sQAxXF1Fpe3+UN446shlQa8gjLWWx
dVJYd3noi0rT3WOFZFzRDfsq44dg15n8Mopw+hQ1w/ux31Obc5K6QcTGiGcMvIMkumZ+pY0c9bJ5
wOUUlABtZa5P8LNXWU2R1VodCEl5X1u54ihFMpzMHOXuPAq0XVSFz/gU994AyM/JC1IvAfllJ0ra
x/fn5XL2FygH80HNBQr6elq0KBhjvF/y+9kyni0Vk+YyEIuNY/BiEBU4PA4YSDnRZ75olORWE2D4
EQunGeHNGziJVACbsdiIxhfJ1DIK0oYsfkhKXADOF1IcsUwVaRJOglrMXpv2pdfpRX+wSrAQphnG
uy4a9KMwmcYejKCwkaG/6iGcHQb4lgEOXSTKKc9Q+zwfX5HnXIm1QbvThghBdixabWnEsaYqwsDl
5qnC0qJWaFsRVXxzQkEtyn5OVq/YUZJiJ4lcWSMnk4Mozue47wETBUKPxWJtyPejFRsHk9bzddL0
gz3h+u69vxAuDlBuf/C6EPfCd2bRAj5/+mLMsrZtteSUZJXkUn3K4VTFFIyGdl9L0VGPOnFrT14c
n4jOcFYverJ8Mr7c+Zi1OtZMI22eDCclp8XS5H6IkQ8xxkL9YURKdBwL6tPSPGu3eGLgdenr5bGZ
I3M/IfHovD8DF9kn9Uk2AQ9DVkgPeVXNsNDZ98toLuFboAeMVZPyuUJU+C9hEtSN3X+5IWieQZuH
Dc1ZcnFDDUdN9RMByEIl5MnO6BfIElKKG6NcZJ/MGkhdmCjLV6W1cj69HRyHiVpBfPKNLt/FIV6o
CRJmO6TOg09VNkSfk8IPdzWtr42RL6MbomCYh+K8BddxuUWeD52Mg692elueuqHV3DEUu1tcGGI8
CONdoY7JLoDbaddpWBwNfA56BBudOFf77+9/0suQsAgcceACoqEQv0aM+cag0q9pspOmgRVBVqTd
t5rhSPE0PJTxNCGFTpOnUAdklv1G3piFyy3FpQqZfACUr0Ifq5x0kHGKmMUhO0GvCe0c0tRe7bTe
ZQd+iPvE9HIp3vJVu6zJAYAg/pgitxpqLOuKNJKoM0JfpnzHwaV6JKilR6ZXZm6bqMHXQBCzQyjO
kPwLZE9tyj6hXYwdkuyBntzmZSI7RTuXNCAV8ZtWdmz6pEyUayUVrd/dbwu7GlkMGNY0XYGWn6+R
eM57sxxH8U4V5I90ynsqTir6PX6/cfxcfAcwGlyCgLhQpoXXvezGX6rlQgZmoiwYaBZORpZ9NbCe
zAvkJ+o6+eRn/lY/efl9ZwfBMh6dh6UAtSjwrxb/XKt5TbtfvIN+2tqhMUaOHqTpxltdhKtlFGSj
uetQfqb6ev5WeZL6CMYN4p0gZGhh4w93lInYNmX2eaPCdZk8MZYKneWVz0YgWYXGcoykLJsb8S7U
5UdlAddi8JI4KqioF7Ub+33fiLd+KT9GemPLYO0rO6kDax9kdEzz0fz5/rZ+VapezzAuAgsaluYC
qeP5uyudWUejVYl3ZlBObq6HvoccSHwlFUpnp6Jv7WMxTA6zL8Z/lTrumDa85PCbJc8Kwu1tZnmY
ajX7OjBaG/vxfOfTqtjrZlodUJv8OeppeABCKezFRHvxk6R0q1qeCFOCcq0NSXYXzUX4XOn+9KVG
v/2QFrJ23UWqfqryVnKI51iwqn11w0FmPUl5t+mws8Tu8xmgkQlAh3wDFhse8uczYBhFHHdyCcNQ
6nRXH6CPD730kMSyYxWD5jKm7jZDjXafYgZOVQvVRsJw2S+nrIBfE1kX6KCl3Hr+CL5uxHKQwweR
c+FK0YSbTgkar6qN8TpDr++qCdPnYe7j61xERxCTyRLuQazgt5Fk0U2aMqFKMEt73Gn7v/Q2VV2/
qTFpTqHgx2VwqEly9jFHtleR/XiDNIo3jZmVV1WktI4ooLzvzBOsynlS9Nvcj1TbLDLhRlKkCs/F
nFhvoNsU5ffvr743QiziINTJF00fhNvX8aQahTLuqgSWzaQIOxU1el9XGsQ2IqkiXEZtd5MJVu3W
yXxIh/mxrVI3VbC/FftGO2YxfViSwNZ/pP9puRQ1Tp05KBvR9TLo8ZDwQLhWkWNwEJx/HTMAS1Wb
jQBeXK2umilENjGFvRSb4FSiOh7tplfEjRPvMvJRqaXpRMnL4uBbq+/FpTCWCyfjVAXB/IhuWH0r
hvFWi29Z22drfyEgKeAyF00QRNBW5yoazhUvgYiCyPqXJ3XwinFIvHaIK0Clmz4El9GPogIiXaRR
1PeBNSxv/cv5YepEWi2dpFOclGh8l41OTaQbmy/FoApe5de4EyjR3dRI8jFWQs1JCrTjZWFsXDlO
x0egb1up3cXXXR4JQS9yCwIbDZXzR8obIRKNCTUdJOi+8G/mpFmZ/cgKoCqBKkYfJ39LjP3i274O
CaodAR/uOa8aur/MAibRoz4VvnSaIi1wWqRP3Xgsht8tAaOERM9yEXqlSURR/PzFRBHp6oSG6Emt
pWBnzqn5pUO+/ZAJhfL4/j6+SA7JzBiGThQTCFtstUPicoiRHkZKT6yT7i5KrjurxgzQsoTUQWBI
ER1a7J6M4vsVROGNwS9RMhh9vQpIUg2i3bLGRcyJWZqR3manAQm8PfKL/iHRjJqChCRB3sTiSvSG
SnwSzbD0+iaVcCooei+jKG6Xg+Y7QaBPGyH9Mm1fHmqBX0BdJrdY89bNpBc42MPsFClqc6SoLbpF
UVj7BHMUO6FpdOxF+UOojU4ixig3RcnBl9OtsuolHozHoDqySNxwjeAicb4IFGCVmPwM6SmvpNtJ
jIJb9DYVjywbMJNUFW4Kr8O1OjFxxxyD7zTJN5Kry/1FVsHVgcsD1YQLq4xsDhKOlh6eeKc+qqoQ
HNsY5SwhLFsXPS8vVaqtLf3GW4PVAiQNT0fEKEddEr5fNliKZGfbZEV6msq8Roq1tL7VoYAjXZtQ
uhxMEXgHlYOYihmLtKm8ZrQoEry/KS53+flDrPKKjBpRUtddehKSSNhVuhB7aREHH397FAj+9Hho
0ELEX0PEstaShCSLw5M8hODsRElwhxwi0/ujvDJSzw8KyjC0DKFuIwRIzfV8RqNJVKt2ysNTYA0u
h7mdJZ9SJXLhK+1G7Ysl38faVat8UofcMWLVBkhrW2nnTgJ2w92d4U9oMkd4FYp2Gz3Lc3Kn5Fea
+tIFKqbxj3L40R9xlkiAX3aDYzZATar0QGa+M/PhI2SoGzPoP5X1twKfNK8uv6N4/PvfCxIgZyDY
Bg6CNTMZ4k8XdJEcnPBVuTYzQcYvotnMeJYby3oiTYCEyAkuRIF1vo3O7EiGUoWnBPH6Q6lNhuPD
0jtMVrELBSPwsOmoncGMLccAT3fIU1mywV00G1/0jdW5ML/AOIOf5TK3Oh0ahD2sDo2R09DHCs0N
DAfFpUL6/rq53Pzwy1g3SwRAsnYdBcvO6oPIyINTPtdPgzhbj1VjtE8CgQonlMjgisMC/vDbg5JO
g1Ihrwe8tU7owwYQVWgiLzSLTXqcMYu4BlyOB4s/7tJE6F0y0S2308sX5UrMRHJVxVIbgvv5/mjU
MaQr3OYoq4AR1PRY+ySac+ua+Si5LKPgOqqydP/+i75acZwvJkYFnATQBMQcShXno1oZfbRqqvNT
a53mwnekEI9DLUV1LLMLWAbzsOvgaedPIzhccXhKBW5zqucPx9I/lNSq9OSu7Y6It9iG+dBH39TK
cvRpOiTTQVJwqIECBj8rK3bKENqx8ihlt0p4Z1iUgQOtedBnaTeJ4NabFJ3Hxo44Vq0o2/lttm+Q
y+yl1m2RzDSa5DkD/OxNKbhZsxYiJ2xxDBrq4fD+lCw3pV9nhJIEFTocZ40FeQNI8nxGjJm9LQ7R
8CHncDhUIt5oFYaQB6EQFXpz6Ci0Rm94WaduhcjXrO1saPRuASORtC+eDpQSzoc2rSycOZTSD4hl
ynaLCO1jl2r3tdwGRzxcaKEFzLVvZr6nxGxvvRvUQ9yCJs/0CcmsPpNx5tWjqwLQgJMnmbWrCJkG
Bq6Pc4b11uh/en+yLvp9yEtw8zcX6UFW0YXd4zgGSajWuvDA1fuAkEp5VQCXOpVh2nhCqdUHoWvc
VBNLVxhIYKZRND1fFaT72Iysw9jictxRUtcnGcvxXlIeJ7Ov3bYIkvtMjuWN5X6R6C2IHUj5GJQQ
QWl+rDZZIVhVZ/S18uBLARcFWW12kAmKL6DMvwl+hxIZQgaOKPvFbTCbml3pVuegQOzvKqyqHM4r
yhDjqG60K9ahFNgenb3lGruwOKgUn3/4pJiFwipG+cEvgtCLdaFxuyD0NypHb44CTQaLM3j4dGnP
RxnLNMyHebHTmKJyhwUf266q2uP7S+JVieXXVUyRDeAV8G7l9eawPhf6TEqlNhW0h1iyqp1eq5NT
ovYKJ1p8Rh3gakiUxEvM9ElfdDqmpvPyPi69aUT41zLb2iuyMTlYuSVdIbjyucbJx+7CxzCMQuSS
zY+xJo5ur+TFFXV2nejADQh1lcqRAyn0ctWobiw/0w5hWOaONAvJjuKs5qhiZqDe2aL8hle1k1eq
+mQmeuqoiVF5sWimGyfXxXZmIpgFOgoEV/LQ18X4Sw4ZlcNstVgFPpDreNoOzXdncvpj5FHmvx6d
4jZ0ofmdym/tS/Tobxxhy5JZfYUFYQ9wZylHcks8/9iILbdyWLfyA4DPA0xOtTZcXd1LXBfe/94X
hLHX1wR1gSgVZHSQ3ucj4bxoZux++aG8Mff6Prkbd+VR2sG2tgNPssVd5ij78lPvGQ/a3rgS3Xwf
uKEt7N5/jvX5uX4M+fwxRr3rol6s5AeUgm0NObhU+6aU+1rWQZVurPH1TiJXBtey5F5kJsiJrF5Z
VZZqSoji2ijl2q1hBp+a3LI2bt9vDwJ2mrIeB/Pa54KEqqr9NAM8HeGoWERx5IFijTZeZTngz9YJ
2iRAIOj1L/J1HD/n06YNIXKuc5mf9C7AwRm+NZLQRbCw830XwYxvtAay+wrMnCMk89biuXzHBUv4
72oOZe01a4/i8AQXldErMdFhUE7FcsPaMq9cjQLYa0EZ4MG7tNcp4Snn75ilVH4yxCdOVHCzzp6B
+R5SLtQP76/AV2mMX+by3+NQA0cHhFoYe/58HKNGHgNsX4ZAI/ijtDW7/VCUD3Ku/RRnTUKZUo8m
O5wQjIJP57vToPe3WhmVHoZK+gG9wsatpHCwxV6KCJGti4wggM5BCXeqmO65/O2yOHJFPJYdKzCe
JCO5jcXEcq2q3U0KpfbCErSNW80qIfr3W9Eboo+1gLPXMgoT7HG/zXmrygoeJpWSb8230iCE2qj5
RLYaoFVZSqL5exv6dVyVLhFRnKyKFu35bE6AIQ20zCnKNJL2Mc3S6KrsuNa1ahbYaWV8bsotW+g3
FgqoFFDKFNV43TVqIVE5TIYqSk+toYYHf5pNjnwoUq/r5D9+jP8ZvBT3/14Rzb/+iz//KMqJBm7Y
rv74r1P5kj+29ctLe/tc/tfyo//vP/3X+R/5yb9/s/vcPp/9wcvhkE4P3Us9fXhpMBd6HZNnWP7L
/9+//OPl9bc8TeXLP//8UXR5u/w2dMfyP//+q+PPf/65mHv8x6+//u+/u3vO+LGn6KWun5s//rtr
2vo5fWn+mP7477z93/+rbqMf/P+7+jn/8dI8N+tf+fLctP/80zD+Qf+IpJdMkvkH3vTnH8PL8jeK
9Y+lGrjE2YXW/douzIu6Df/5Jze8f1C1YEPzc4TgV3uZpuhe/061/gF6AGYZPX2acn/+3yc/+zj/
87H+yLvsvojytuFhWGb/s6kXlTGOz4WjBqWLSLXGBsV4x7TFHISOooXNU6IYCR4vkv7ci6q/S5Ue
kB8W7N4v0/f3Q/w66CtO7mxUWjgUvDi8GZ54ssoIKVf7KZeN2EmTzq26O0m7SY3vtXUzxx/UOHf6
+qGRP1Rt7GWL+a6VulL8VOWPapS4/fC10wa7MMRjVn+n17PDtNhO+gNSYKkxHjPaD3r3AI1h1/tI
IKqBE8U3svVUSbTBm8QmJbYt+AZqMzpTl+/7ULJLkSSp3Mu4+bZURt9/3RUOj0leve7qFFJq4h96
GLFjPJq30V1ld3Zmz66wK5z6VHrKQ/qpTm3JkW1r4/w7j26XI6/uXMM4C6IPooe2UdfZAGdPfv0l
kGKvyqO/ulE7qs1fGy+7fLv3vu1yJP+SFxaaDr5HYUjgM96u8natS4vWTnfa3j8UR7wed4/vD3mx
hs+nd01MnIpioKHAiCHZZ3qaHXU3bFwu3hyC9H1hXlBKWN+spK6fpVamJDoaP2aTVEW7DyqU3IpP
Wfz1/bdZgbv+/ma/jLVaLalWG1W/lF+Du5wW0E9zX32sD+N1sYdGdBe8BFfySeVgus4fwn3Q2srT
GNvD5/efYlWff32KxYIMPhM1kiVLO/+Matp0dRynidOg7yu5SC+FCFDa/eSVuh0GdiTZ8hZy8o2l
czbmarVmUq2LmLExJneoHvPavMVtIBjpORXJvNt4w8vRSDupfmmUa8nR1h7VFKKETEAd1zEKQXUC
OR0fAgvGcjKFupsXinLg+tbu8rnMblUMN12AGOYzrlDdoamUCvvupjtxIZdPMKiSlynR1d9bdYRH
EhKagARLlH3Rqz3/BpImSMS/CEFNLVza2iKdCCvyrxVhAtbnC6Ch6ZZshIzzLAFxx8XzELgw7CL+
AcxyPqgoZVYqyZmOILzW2JkZ1Duyn+jw/uwvUeCXKAGCnXeiuEq9YjkZ1zWBdKKsGpnNBEYakw5w
63pHIVzPtadahBo2FpNxTX8K9H9S60ZE7VXfukOumq2ce0u6TMeaDAzsMTYu528qlQAi5RjyvEyD
zNOk1KIoSPKsIvRk62pWYOBefgv1Oneiyqqv45DCQhJJk2MJrX/Vd1QH35+VVZihqEAbHqA2SDbw
bFRLz59oLqw2D7Ag2bWKPoNgm6vruKyqo1qbLwqUxgN41njjMF5pei2VDMYTlwsS5Cf+WU1DoRRx
K+Qhg05j9lhmnbiLOiv5aMhxcggVpc5wa5hmV8UpgcwYQ7fRjgAhTI4Ji1G1kaDe4jqvGlTLM4FU
Zi1yOQTSJq0FR3tZDIuhmqtdiGASMj5Tcu0bvUKtsvZ3om/+TAbKKQXqTFKAkUtrVfrGdedyWoC2
0fE3obRib0y98vxbaLNfwQSrEAlkiYQOjRuJVZH2YgHOqgg/5HosD7tZg154KMsZiEVYV88Gisg6
1t3DTJQcK//7+wtkRQRmYl55eVBBkOzin/WFVg2GRugrucfNW0HAkHLu/CEGzH3IwR5+MLQ2qmxR
7UuK6sE0/sAWQDPd1FAm5IPrOr43syyT7EE2BEz0qnn+GMlKELkbT7kKrcsxiZajuShaUUVAmOB8
7tCta43ByPUDMcC/wZkw+yINiW8jqYjqUz9Ju0TBL9A0AooZEO6ONKVxWTFby0HitXNUHLKcudXQ
iioT8IJtt1GSXO/91yekigeRgyQaDPXq0pxMSmN09A4OuT8ZKS4GSKO0UYhPfV3Ktt+WpefXaQl0
0VdQ74O1jktv5sWBKTmhCqMPTMSwcSKtIu/rM/GFoR5SKUfFarXiykppWyDx+qGN59ZBC0R3ylHa
AgQvMeSXyLuMsiBUCe5cBCmUrqo7Yqt1UdaiSw878UWs6cEMSk3FnzLDVt67TOL5UDBvqT7CpkRu
5UJsU2qqaqy0xD9MdfxjsqIYEQ4ppL2E4X2U5uoTxdzquVOawtbbpMYjvK4dlGVNZxhxGTGQON3Y
1auq5SKhResDBuSCxcC0Z02JHhSCGGw0/+C3bfxzTBX1weq0oxikghPjxLEnyBfXadhau1yo5Y8S
5Qx74HvsxiFCmd4XuutG7xfORm+2Xj20+VUyN9m+BSX3oeI49qR+ro/vb6jLb8ZTgwfisse9SVy3
CVOOLxN1Uv/Q9cZ8E0VIwYxdJR5SX5w29u6yyFbfjEIIGo+L9yPQgGWR/pK+a0lg6WOkWYeiVLsn
s46DeFeBOfwylX4bI3ZlZHs5lpJDMVFX29V5rG3JP688DV4/EpdiKuxLs3nRaz1/hknvkqQpZP+Q
N0P1uRj85EEdaaeV4agkbgrYHFN5DZcvp4XQ8zNnK0FMU0vVm00Ro3QM4tuPBtbJgacWcRHaioEo
TD8I6MPEVTgib6ik+Mr3ba/cdH0dP2darBUHI6OVsy8MDZquhJLRxj3l4lRj8XHKLkg5Ko0LA+n8
vVqUMpBL5r18GIK7rFt624PfHoD4dZ6WpfkuK43Ya+jSeXCBUzeQjW7/20uJCzeAPShBoBXWG0CH
9j+bDRvAGo1+F5XpvPf7VL/O5GQLF7ikp6ultIgBUeJaAi3KNOevG4u9jkq5KBzC1NfcTulDl1JD
g57laLojqiJoL+Lm0RZG6bz/km8s4gUYuBRQgE8CJz4fOQUTMcVJJRwasa5duQOTXmDb42AjInlS
UuaukOWil1XQBvCtLjYC3xvbdUnfEKygUoplyWr9RnWZJuYcB8eyCLQbv5vE+5zFZwswQjbedJ0x
sqTOhloe5ZftOrZhJpoI8x7ZtCb9XDxROlFPdxNpndtrfucWUppsxIg33w/GxULUe7W0Oh80U3rO
jw5J/DYwe69thM8GYQCPsKHcGOnN1wPnuQhGWNyD5POR+lCWW7OQeD2uJS5UFpvTLfpqzL1/pWS+
+qiJ87f3185l7kLwA3uEvxEARGWt6pKokzn4FS+HrAo8LkP4ZqQWXNQ44SJEJrrxhm8EhWU8diIe
A/Co1/RwWBN6EsZRcByG5ipq5E/jnHTPAM5kb1R6ski5jp4SP893k1aUu4gTbOMRLicZxcfFfneB
V2s8wvkkj3MaWzCxgqMSmvlRMEEOpXI/3tXGkkZGpe+K45xtZWDLHjyPDmwOdKuWHJ/Nuq48DmNT
pjpOL8dg1IdvrRQAi9D7HO0DWQYcNdeYQtnVPGRHSRS00K4KSRiPqOVJV+lkCdXGJKxY7MuhQwUW
mzSSfqB4IH7OZ4F4PeZzYlmHykS/cVAb2Cs1uageVsj5E06cJq81V6b3e7SaeLpKQi5qeiBg82qI
FfiE1H/IEjQi2lAq4KI33VUVD9OXzIhR1MvFxstGRb+O/Li8T1WzOxp5khzTfBphXMftEU337F4a
feW2nZT0SlQioCVDX12NE93byGyNjazi8rsTGyEELfcrugKaev7GgxoVNYgMgApd6Nby3VwDy9C+
5NVd1G8RfN8Ya8lcSG65FNBVXJ0FI1zXOqtpVUaREd5WnfWF7od4jVw6Whll+tTMmzTDN3YWsC1w
1LhH6SRO6/JJhAjCHIAzwQIUKRFJCQ56G46YiuOXjWhHc0B2FzFzy0pcs1WMG7+Y/I0pvgwmPAKn
ALc2WEFkVOdTXET4o8wymM7ExFha0q1noasCV59m2dOHZEv1+DIwo2jB5NIaBzcNxOd8uDyHF1pi
lXk086m7koSoup1Hub9Jp6nd0Cy+PGKX1oFOJ5BE2kJ97nyoqZ26aQjz8Dia+lVQ+DXye5nhqioU
/obZJJn3/UewRrpbqUO8cVValyfZrUuNirAFLocLnLaaWPhQitDPQsQRCzcjnyLzWAVK6BWWUjus
9/nQTJnwvelTyTPx3zjlhfAZjV7D2jjrLxc2kBbiN/c2ONYo/p3Pg5nGWjZih3DMEUTQ02p0pUyY
v3bpoNzWoSL2TjxtWaItG/M8dC5jIvOhg06kNrF8m18Ofb+OBzxiDJiyShp5vhSHt+Svw8bavVxM
KABLtJWBa9EwXKPwO6SNhLxCGGbIUZhI5Uo+KDVy/xAN241C5xuLaZnBhUCCQzkR4vyFrFoZ1MFI
42NaNGjX+tpTKurJNbow4kHiTuWofZHexKWIHHaOu/fvnvi8KImizL2Q4udrQf6X6Sylokt8s4yP
MMVTb/SrYlf5WmWPhXKce6PZ2Dmvaf7685GaLmQqlTHXcUlt2wHxB1SiY1EJ3UE3Ro91I7h13ueB
7XdRcyUGdbzjpEocyWzDQ9i2vV11Nc6IYof+bxdF38WunuA3FcZhajXfJbXFoiGyymMhYIQ5h5W5
b8U42EPuH2/9WcDGikLss9a3D4retB/fn8M3gu2iFy3BSicigENb7YMgkcL/w92ZLMdtbH/6VfwC
cGAelo2aOasokZQ2CFGSkYl5np6+P1C+97JA/lnh25vudoS9EC0mkDiZefKc31C3WR0d6H9GWEJg
g+FiZuSLIAsRIq4ugZipF/3QtGt34IcDkOkzR/hLgWQ5sVhGcKZxe0SCbbEnkTOlI14R8aFpURwZ
KHOvC30wXD+vtQeQqdGtUkJTpjCXm3tANM0V4AX3SdO6cad2rtjrefm17dNpUwvUnGrb7qFTWtbe
VQzgiSamww559kWmcQF1Ktl+CjoXwXZFMTPf7Ppf0fB1qGXFfTNEVcX0zmEo39ts0JYj6WfLIf9e
7O9lWshIYAuN9K4ZbZtCyzZTOQosSUJjjZo1PiVFNn7/+NO+tw8AnWFrg/8Id37++avlYWqR0mHF
ER1Ku7V8NR9yCr+9sfYqKz9zm3l7XJrU42eyLnVfByjj6VAyrFstaiqCSMk1pIvU8LINwc/qxjDs
0B85B2J7ZyNFFoMVyMmLRN6Stu7l1ay0Q9BqtWavDbNCDAWRwTNx+fYezFshOcKmPaPVlvuLMmFG
pIRTdAhAxOypl4gVoN9+VSfcwBs1824Uvc/XLKDgTJL97vvNBDlCxqbLv5jPJoy6ItLd6FBrLrR4
TckfcO6szrAU3/tqdKdeNGjnDW2R242IoFLuUNjPBk/b5KEaXI9jp+wVR4k/2UF9Tj75/fEADnBl
mW/5i60GhZO06lvms5PRBqROvtWBd61olUHLbM41Jd/7emQatEDJq2aDvtOYjIGDhp7DaE6tpZeo
B8RraLzTfoinVaWN13Y5PIVKmG8+XnXvviR9MVY5nao3ghUeHaAqyKzoIAodbmrklNtQS1o/DEbl
2pGq9em/GA9+2DwcRlbLhlxTZqaXdgL7j0IDrD4l2VUQ8el6j+Jml/fnKPnvHPlA1mZE8HzykiSf
TquRJbkrSy5AVD6VVY/1xH6oyR0bqCcHRTXzjYdvGVVXT+x7VRFnMo53NjWS8pmlPxeBtWVijsqQ
zRlsx4eCd+PMtYabIaq+DShJ7D+e2PdHInRmBRIy88XqEPSyvbgUyUHromATSq/aV5LuOYXU+Mxy
f+8QfjEImHU+kOxdng+gDQetphJ9EGojnmNjKg/jWDrg5CMMjOy24LKdudd9PgUrMqL6yerqc+ou
bxpnM7CHDABJuLl8C3P59MsWcDGyQBujA9f2YKXaKAqRrAPqT71pK5wOSpuTantiH53oTOSr0DYE
YRAUe+T+u93H04/OCeOdZgWwL+n0oo4Avw7g4+nzmAosYb2clL2MSk3zG0fkf6WNqd06uSOmHUCn
0dw3RWz+TKokKHe2GfRXQ9lbX+umGKg829q9nQ3VdTNUEEG0dtAfI8XpLqy+Mx7gBMeqP+Jfdje5
Ax7daixG4etd2B3c+GvXZEfqGS1+E1Prbml5pr8CmfXDBka99RV/9tplG4nW3B5Rfi+mo95qyU3W
wDAAsa8cU9Ms7hRDRJGf9Wkz+rGljglib2Sn6zKgduTLEJ9XBLWzZt3hGBldmSLEjaFX4NVsKxq2
iR9gMLBro7Ig+bGgw/lxVLsMajXJjxwd3Yc0lZy46dD2z24xJtcucoKPJqYtAm0eQRva7o3Ab1uH
Zj0iZ6m+xg7YvlIrrbgeSh3VOCMa0ie9ZjesKko6O9qPPBsiZ23sj6aoNxhneN/LMa8f0gkVxLVm
pRiMyLpR7hseGx3jOEy19SRT7WuqZuF9O+QSL4DGjh2/VBt5r1AAg6HgjO7gTy24zESLrKveLX5h
dvsQOopjbYYk057KRmbDXh/pwt5Qcu+fSwDwm1iFPO9TLo60dRg5xn6eb+cWOdx69HtkEy9dijvZ
Km3JwVZyMJ16YyBl/QhZNX52hN41G5uT5quZO32Id4I9fvW0xnYuaIGbSNp10rkpplF8t2IZeIdK
cbSDUlVGhmNH197gXFujyZT2WepjcFkFu8zKMYKfGQFIGudAfhS7Da69wa7ug7jXLL8CCKFtBiWY
XF+2mcNRp6AzuFakN92npqSJ2ga5C+MA2g7KxqLLvqRGgeAVONBmb4o8P/YAWg8TTNo1monqNR7C
xREPWareQVvSgnC6rvtUZFNJd6f24sZPplb7rAbsJvsqaaOrSa3UO2SNU9OPgwFOv60o8eCPdq+K
XSHVcN/apTGugnRs3bVW29f5aA8/shLxp1VjOkHnh33ZlOtcVxMkEq1U/SmmIAbDNE2qS30+LJ70
vuiewzqOPMB4MPv8ulKLr4Yl81+emTT3hjW13ydVagPBPBhrE6V3niTso9uoCUdrVY+W9Ww1faWu
gqFUC+z8XKUnDAVgwMGq7tFRcKXvBmxfq6y17O91LcYU/rXIv8dR3EcbBaD6kx4jQSupOxq+4coi
XYVy/j1JlOCcAFzIPKh9rj1bVEzjXdAP7h2dp1D3szg3o1XM3WYNDcN8kKixXWTlGKFxKDV8BpQw
63B1183sm9dTYEVCQmJwUcgxlBtDxzhGcHzk4CnK0SBAYsPamJzKT86YCuELr2AlmZKm1apVRRVu
26wdx00iZItrxzglNMUiO8GaLavvINKOmW8MTrhmG6h+5PWQPipGZB7S3NMjXxWgPGdzhPrg9YPx
MMVZ9xNFLMDHUoZduNJkHNSrOtZciVeWogAxE0n7tepVL16hUVt/CyOEGH29n9xyi6AB6vNR2zz0
Y2KPK4hnpemHRoK5Cc8t0rUAfmpSTTbH8uC1UQOnQKQ3SV8Gqe+W1QDMM22sY6ROBjfvAmqJX2bV
cCdQTEIkuuj5oC2hu21nHT1RTaDOAy4/qFmF410VwV8GWRA1GXKKnUWoy0LesYGH3WqyDJQazWkM
v/fU3KYVodfRGOma+KqL4uG5CzLx7Ixar4NNB3Xio7PgIZ4UT95xrDFFWdc5LaXLWQzuc9KisuOP
fUiZvLdrVduw8ga4emMbryLTST6latn8sIrospnkI9B4s90WiEhA/wug8x5ipyrUdaGgkJqCQ+3X
Abi33k+6oajWxEIu7gphQizRSifb5/rUhRe1IhxnTQtL+dROhh1tZDRVx1q24ui5HcYtTOZn7Dmv
Ust75OoYRWu75bBBhJ+dI+6y9gp5iwkHYQL4a9F2hURWldhSkxCtXztE22KVZmkwbdy41eWmjaX8
HCVG+DXWSvHAr8f9iJIU32mKx+BiChFW9aXCYvGp6+R/5Wagt77WKOmXFITkl7ZOypqXSgbb10Z0
TNaeoszljYxcxBe1NeIaOBnW0R3RzExQtb5KytgktgcFD5msbZRq4/ZeFWKZEQQEk4jRqkT0BsNL
L8fFDWvOeAO5s2ggxJBfTWndOf5Qikas6PihxBN7PRIGqjt4h6bOta9dF+KYGfad69takWqrPFT6
S4IZKqdjFE6H+UxfFGs7b7DPSIy8gf3pARkeMzv/mpZlfVuQIMKZM7wB50NB1XmlQy9X/b7AhnCj
l532pAjLvUao2/vbBer/a2S9R17/PyPrd+339DVofv6/f4Pm0ar7k+IuuHn+Oyvqc3/4DZqff8K1
jysRteeXdtnfkHnN+JM7NuVvJP7gl1qzuvffiHl+RLaPnSdIylltwdT/CWZ+CV+f/Sbn8tL8cPDe
+M2nGWX4os3Yh3A3rKL57KZtuw8qI3rWuqpy2fW6jFKzI7w9SJzk0E99uXHywQg3rEurIXLHai/1
azkKnELKJg6PKVIgRwMXl9so9fRH1ov8rFl18A2RUmOTF71fcHzdaLk6dtshzFbWGJtfQmVoLxul
U46KXhprOQTDFw2UxuS7ACWuBEDiH4E6bMlfmk9yiOPSR3gaeq9OPVWsemtyL1Ly0HqLawcbf9+X
V6Bl9f+GEnItf1R5nf/VnPI/Tnkk/88RR+DvfBTfl7KSz98b+TrGX/7K7yBXQMb9iSTMi8gNPJBX
1BAKUn9SmJq5a/yXviTx/3ecE/6ex9+Ez4agI5UlKhL/YobAGiH45z9GVoCWpWX/k0BfXOUYAvo8
eoaA+KhfoRmwqDdaMgbgFzbdHbccfRPmdsxZMv7sEtn/LMvYOWglmosYEQPTVc16HWk1nM8WILRe
ttqZisjS0nPGFM4NPZIgqp+zYcDpstMGmaQimOK7Pikmv1KMCwhvycNgCd3nbKn2qZZl6xYBuW3h
Tc2mEJpcS83bK1P2zYh6229qN12XqVt/Hoyk2nWVWR642Khc7YLhKuu8p0Eq58p/SxGvl+emdjSj
YCiP4xt5+tyo3jat0ynRnVrU9HvVXZaBpEq0Wl2rnhl/yqsuPLiT21w0eufdZZi5bwM9TnZ9YfWX
kMKqH23a1Q9FEtxYw0Wqab9eBeXd77vwaz7OkuQ6P+FsOzqL+83Aw2UTi+aKiVImTwi7WT2aeJn/
hSks9myVbW1o/lmXiDXgVKaWNCTaWlmXk4OorCZ8YAXJWtQ1ZtGp2X/Kwry+QfQw38WeJCtVegwP
1DTbDrJL9rmLJVbZtOGVN6gjDdAZTzx455jgL4aR/7nxk4TR+pwVQSHs6uhNLBHNsqXfECt40sSG
3eNHp1aG6Y+tZW5d1AXwThKY+1liOtaWEmiXXaM+l1wz8ZbRimYlu5HsqMG8yEmKaB0qNTbUDcRN
P8jbalVOhfIjjRQXwTfbI9wRjVAGC1ljR7S/srEmuxZc1T4X1r3ReT4XXveqLGWzmzBeU/2yqXCk
DfCNXilFgknbaIAecAsjeRwjg2xYkSFAk9Z4nKLB/EwWhT5ubihcjOpCZN8CuplrTW9+8b1KzU8a
ik4wyF3vZjYOz7h8yOLJbIZ+E4Rd0F5w+ajOxMtpWZmTD4VX8Cok8Sx/Os6LbQGlwrIOa5nfTxq4
4oybxLZxC/MMGH65+7wZZnHMmgYXAjcX+T15dLFToknskqnyKBTkuG1Cl7guNPGNCBQrrjvpQxao
2WfPaD+no/L08Qp5AZy/CikABHNnYkaMQslAOWnRWjKdfoiM0S6OUwqErEU36iafKGLYbu7i1qil
KzbxatcPXEOsrtf+Qq9GuaK0kFzG1TT5GRCnC7PEjcziooElYt+t5eg0twlXlnqllMbPgfRlp5v9
Pg171kpl15daGmt722ygpxhujmdyhcwfhLxHoXbDdTiMxW3lUgxxBEo4VlGrd17Sa0f+BbNfRuUD
twn3TD1z0Xrn69Nbo/UIUAigKFX/RVNhGG0D/OIQHBEs8UGBXkfMA5L+mE4C3+7tC7voViHYKdnn
9yVEko8/xVLlgvH5DhiiUl5ES+KN0EOhy8ZuzNg8BhNyg1agOMxuf2EnNnghtIIoFwfyXiqzprm0
Xd+MB/SWDEpU/DnSQVqcXMXx2J9p675ZFPNjgYOAb067nDb26S4vG0sHyTwYx1wbH+1G124sKczD
xy8/HxUnYTgPwkE882d0OBIc/a97caOIg0BybTpSlDB2tt77g51Xh7Zqziy+0/bD/JEt5DrgRwFe
mWF+i4F0rBNrEzz0cYrScKXkuah9mNFiXYNXesAU7pzb6/wLT9+MjXr2pnlhXIAbPX0z9Aa6NtGM
5hia9Ubtxtuh1lZNav/s4HxWQK9BQ6Trj2fznVCmSE5fk1QJLBr1+dNBARTE9Je64jh4XOan6l6M
8A6qdpcO9bNDmRCp+k1Laq1G4i9dT8/Upt++MxrBs74UrUfAhks7CWmnZk19Yzj2CrrtXWaPn2Kq
fFTkmv62bvRnHkm/ACrW7c+8+CJYXaRcyetmr04sTECVL3ZwM2trqklGdQutZbpRC7lKFS2/6B3d
inza4dg61nLaFEGeb6c4DR4pKXdbLh3lvmzd9jvHUX4XBeVZCRvS2tdhwNaCAwSxRxaCeQKGMqdf
JO4kK5uM+NZupvFT63bWRVr2+ipN6+B+6mvfHpIA3aXY2CaFd+nUeNkiAf6TKw6FAieT+5akZSty
etMTgNR1qhJHpWVzPMDS2Z6ZxzlAXkUttAbdIxPlaQ0UtWgmnT6uoiewV2LEnrO8g7WY+UrXXmnW
tWeMaz3Lt2Gjb3tFQcJtOvMJF7EDvgsrIVzUacxDacDa4XTkIMyyCPbBeDtmDV3P0d7r9Cf9pFcG
v0g0a5vT9Nl75TlNi8UO9DIuLDVa2Q4Vuzd+f1pCP9kUYro1einXdZ2jhIR81Ypr+Tmv6fkVXk8u
0EMSDBhpOh4BcwPn9BXBl2mNg/jz3Zioyo3TK1fZpMBGBWu+yrFpEqM5fD3zQU9fb8bkoAVhzXwK
jhfA+ov4S7lySdxrpqPqeJNvpLlLGbCeyMqMSsPTZko3VEfTg1G2zgHHSe7XVGJzJ9Mu1KnS/KFX
um2QRu4O+XN5TjJxocHx8nhk6LrKMQPymlrG6ZRYg4gyzq/xmGbNl1yDxR62lYSbNHoQGQwLlaBR
+ir14Seo/f1VEMr6RrYt3BqZ9JdOIiE1DmaESURhb1x7TFY22IDKF1ktvppdjbL3lK3cSEJNkHZx
g0zVdF3FJuoeg/nUugiaxUY7XBh1F53bjU83pd8vB5IO7CJyUQTaYlOSNZo0athNR2rt9sozZHtp
ULDdFBPeZX4pTFRvUq2+iNznNk3wMCsG1Cnb9BNB9EUfg9pYiXRqf3wcEqcLjaea778wvmfZE4Ow
WCw0wyq7uA1GdPSb2PhpuW22h8fhrMq0zjYCB/ivLsiDrRao5zKdN/PByODRSLO8GSW93AtVZzBz
K8u1owycZEuBO1wNo6edOenfRDx7CJailLQ0GAsIaJ2GVNCEdq+VbnVki+t2lWE9lnXprNGKOCdU
c7qe55lECYzJxCJhBvS/0H5eAYkANMwImbw6Wk0UPlm4AmyszLvUNbqmwMF9Kbw28z/+eotscR4U
St0MPSZlJHdfknzdshg6ToP2CO4m3+LLqN/ZZYauYq409xGbz0aMY//Q6rOdX91hbiVmS1Xov+CB
hnBPrzYCy+rU53aa05PuXw82r2EA53gNLpby1A+ZURdoV0EhIQGRuvaN3lB7GQTGdMhhW10GMbbZ
nGnAMdQiu+BoiSgdxFikU6wQ3MK2iWmFO2uK9Iukbp7z0P1lZkq8ajKqhB/P44sx+n8249+PO4OX
0P9BaIiIPA0TPYOyqBhFdaz03tpOZT8goWir4c4pu61bFcDUpzbdmQ7OdiBHh2PXuUjG9vokvtkC
9CG/sz5oWD5eBUYd3nDLap6tEiFEa6a0p2GR/9IzmV6EFTzfuAzlJeqz46YzG30VF5Z3JXQ325it
LG6qXP2mUs18YGMA84OWinODJSzH3dRXN6IPvGPXFO5WRMgHtNRRL4rSLGlBZfZKthixfjw3L8nw
Ym7YHqhHz3szIbY4NFx7aFO7E+XRCGy0RZCuRl2nNC8sqK4Xtsytq1oV7r7r2zsrn6bHIHW9rzhA
PcVwSrfsvM0mtmFC6Rak6tGLxxt8YMQF8ubZ88ePeprWv3xFMMNQPLi8Aw9fYvmiFhF9bKSLYzKa
zd4bk4Jeng7NdUisdTNZ51xY3y55EEy0mpkcMnvQPqdREzWJBYAyoOGs6+oTRCgfgHa8qqRHGWZs
7INnQTr4+B3fbmhcw9in6caBfMOd+HTM1HEp1lRhecS21PYrXepr0SDTx3I+hzh9ZzrBXyM+D12f
AHhT2VO6zjZrhnJTF6895PZvcjrJKyni7CJpg3PEq7fjeehVe2zV1BLpti1OSCe1BY6pU350a0/5
3BegssJAjP6oFt1GU6LiDDL6zdk3w2jp0iMICyGTm+3pVNZ101Syk1Q9eoTRJ7jRvitFh51UbfuF
HQBFLtL8UKlde+aWv6TjcPBRZTBRznm5EnJbOR0awTu7iGxeVXpK/3Uo5fBcaMX00GTWjV5axo6y
rYoag6rfKKW0trFVWAdMRvtNoeGArWR6vnbpez7FOioqg10bPhbaA24IO5tfux6Gb4rGoRO4dbXP
TENZlWZbPbZJFz62zugnGYIyLGW5Ncomo2/fjT0WC017mU/5GS28NxE7v6tDsX/ONGZf39N3Lapg
TPuOMAoRFqUbHshtyvZJgpuMZ64NbxbkYqj5i786g+EiZhOmgMXRLdRhpST1E8gPybXBe2xE+aSP
zTn7uZfCx8nuyC2JTh7FWG4Nbx1dzE6LcpyXkyOhql4MpqvgT5p4OdbC2H/1rcSTzhEZXGr9rqym
DmddI79BR0GsqioVmzZ1OQcVd1IPZjJulLRIdorSVFsvmuS2wALmmAO6viyNIfNHawa/K82v+Vqx
sTt0bf2hmorcn/IpuizdaV0Obn7RpOd99k4vg2yus0sKu/8so4EC+JsShjLOZJQ2PmIMuWnYDa9o
fKOJCX5mm6XKsPYG8150RgPGI6GLbQ4PH+98b7aH+QFolb60TCkoLHa+pO+ozcdVfAQwJKhCK7b5
K4VZsSVZb76MGBjvPh5wUUD5/couBmY0ZGgUcRU+DSc1owEEIj05GrK0L9wu2BrcdK0ZiZv1WrUP
ldy8yboqXBcmihiyNCffEsO5stjbLI83R+BRo0RKhVb3FhtVW4HQrfQwOVbRKHet54ldbGJcA9wH
5+a2/qXjubnXwwF9XoyG15zJVNM7PlMQW5+6oHK/i+jc53i7rOnicYWlWUWFBVzt6eS0NV7qqF1n
Rw0RjkfIh8l66m25sWJF+/Txh1j0xl4+BNV4LoYzw85ltz4dCwEGalncF44Fxn5+7gpsLbHMVWcZ
aix3O5mGF61hZlsN0ZZ1mSv6FhB+ewGHC5SSVkQrbIsMKgnwXHcawoQzIA3AX61ThYOLfnDmZG/V
xrAhgsCDU//xC7y569BhBCM7n9cYuVGVO31+U1OCwhTUG003BZc0ZBKm6+SuPx5lKfsxL9EX3Pgs
f8GWtCSdshtYrt53+bFTwl+yc/a9dB/zGbxmIbS7x5S28XMhg08G3DkfzWRtB3p4/BJT5FklKhSv
Mw80p4anmyMPBIR95juAhF7uGeD6QhU5h/yoZFy50xhHonjUowtZ2J/J/6brbLyto1q5RKzls572
7b47dxFZbFsUcQhTm1LOXHvlArhIKkJFa3XMe/tPGnWDTdtM7dqM1b9SCymC1MFtOAQuvjWyrt2k
lLLStDtTOV/chHgAoF8GEm3U9GneLU1vjCiM6eap1bFoOiRPpj7Z5HX0kEXq97AulFUdCXMd2SWl
WUPrziQai8D7PTjkD+7AHFHU0k4DD9N1K7Ltoj6Gg/ypK6N5RTE8/fzxZ7bezPGc+85zzEvOLmrz
z18du7ZVdVPR2+2R0qq7M8w+3E50pX0+BwKHI4LtZFJ2fqnpYb5Fh0YA9Ov7jSJE8NkupvgY5+70
3Y7y+CZzo2FnaHHwNHpF+DWsVbkzNTRUdTG028wY263bNBbGzfq0lSkuPXPBZt/0Lg1ynAaCoKdu
2uLhMMw21Y4mnjo7SXdgBb2NOorqxo7Hmjtmr2zGaPQup2lAzHkoEUQNnehzNziGr9Z6shU6cNag
7ExfiPxbWW7z8bIbZb3rHLO8Osd9muE7r5cK6xYSC/wLPhVVEU6b0zlMOy2ujcGYjqUnfxiw9Fe6
p6gXSephLJ7PnsTc6V2wtlLvdyjQFt9CUX+NW+rFVRLL5yJPm+uuqIpPrsDnOMSWbasUIve7yLUv
iwzsqpXmPY7wo7fyOisDk42to9/mo35tdIEOsjBM9lM5qduPw+NNDCJkTR2XQgAUYdo6i+gwUsVJ
e1eoR+4OjV9Hg/IJPHRw9/Eo703gi7EUvCpu12/0hWyp9t4QVNqxTYZ1PshNODobMNVQ3KutqzX3
wrX3Cnbakm0v7jO/y7I7Ld1l4UOIFXSWSt8Yr90evw0v24TNPqmaz7HsfbeXq9FpfRabXxj9g8WJ
f2ajfOfhqcpiXmQAuWIZLU3GegCXiF017rF18nTt5IicV25Oam/qA9g/A2vyKhkR0NW6HLUAnTah
X4VRfm2WtQlykcpON8K8KqJ+WpVdfzEJ9wcYxmJntZZ3UdLO/tSpNBhcRU1+xl4ltpxCQGpB8q+t
0KLNqev9Po+85MzZvSwfENgzxI07JNwEF2uGRfKiRWafCKEpxyE2Riy284bWcHiXTN1wN01dcV0p
wnuo7bFZG32LMYgzWjd9Cd47B7UZSlNuS1UdS9QS9NDw2VIiukeDvQbvnJw5QRc5Dc+KTAUH9dyl
oZz34pjwaiNz4JsCiG31Y64oGoXmHJh7MclVrOjKmavKu0NRL6TfidExa+N0vYeg95MQjMdRT6OA
+1eZ4Htf25uY8Dp+vDSW+ePv1+K9AG7yzxuSzmA1Wj81hXE0oqndY1+qrdMx7CgZqZfcf31R5fKQ
ILSyGzXvofFGfQ/iuUSeP5zWusbqUKP8n2XzL88EG9mlKgtGjH3h9P3N3KN5N1XGUYr+L3LpItN3
nR18SozeOfNVFxeH30NxCPNBKQzR0jodCkoJUFYwCMdBS78ongrLJJN4PSpq6Dt52J3jKc3Z3Kus
Zx4PPcsXeVGH3s6yVx6aORGPjPjRa4382VY8Dx0/N15n0uwS3wX18DSgUVevpciw1nSVn67VuZMP
q2OK0QqLgEiPiDsB5XpUVCc4TFKiyk/xk7ZbHo1nVujbk4faB10lusRzk3pZ++y7IaWeOEX3kyGQ
Dpr0/oehFcYejJBBs01vD1UmrTNZ0fJuxSRxyoEWo95KVk+f+PSjdEU3eVqXlvd1i8p/lNN6SjO7
2KJrMN5WDSiQrB2M72zLxTqG1Xk7QRPYmCDffn+uf4Q7/v8Vvsmm8z/Dkw918v0PQG5wkNJTdW9k
1P+NVFatP0HAzaR3Bzoht89/I5X5CdUcsMJ02mfsMcvg3/Le6p8IWJD0IvmD7A7dvFcgThXpb0eb
lUBfgoDf+A8UvpdyA6w0Yojnm2HUNIxfJCVfbdmegcMcNjbavixq4wIPvar3SyV1xLooAG9KrwSe
FKSSHlZklFsTKIRWqRgSdUZ/lYJozn2tVp8jJyoOwg7v4KyhgNrpRy8xoSx1TVTdlAKB7S4Mph9d
OWgrOKS0IVFqyA5mUF/nXf+3Uuo/isn/1b7oscvv2R9+W/363v6R//XHfQPetkaYvf4QaLz7ldcF
/+f35I9ZTv6PzU/5Bpk8P8y/dev/7xCqx9fmo4C9aX91RCwa9T/zTH4/gR3Pf/NvbL2j/znDB4BJ
2tyC0YH7d8Ra7p9zUIIsogE7K9W9ilj3Tyqq5F+0D2Y88FzL/xfsWNf/JF5nIA3HNCIadNn+QcQu
D36Tsj1VE4C+VNRnZ87TjS93nSZEayE4psUzzTdbfRTnKq7LHf1lCN6TJ6Zlg5TC6RAKtoOjMMGw
GVJF+P2p8SQ753ct/NxwnXn1Ce5+H2uv0bVvNvJ5MNAss+TevP6WCl+B9PpZY1Y59shhrMYbr9wM
5c6FAgzsxtxnO905M+R7r6fDS5g9W7nYLsscatRohZmbyrH9K/+Wf6HqSHPp3CDLpGF+rVmTDW4t
xooIKJ/OIQSn3jUyCxxg5PqdE/ppWK1MK9pOofzn7wPcjUYokhczK2QxVIB8WkhfOTiilrBSzC9F
8mQXhU9H0bflOcPr5W2M96IyBLKFHjW7s7ooRTlwLou8hG4qELezq1ujOidzsQzwGVhPMQDDz7nw
Aab0dOb6JhbZIMbwvgjUK1e/UUNrrbT95uO4WyZZy1EW+YNZ6m43hlN4H3SbQPFt4zG4tbcdYA8n
+4dFlHkoVNzQbGblzuXn0xfS6rANXC8U99RUq1Ucb0tLj8+M8TIrr5PGl0FmQsLsGGHhy3I6yNAb
Rka7SdxXoL3wWluNBfKjh+E5P+jPAk5ZvhKDrz/ixIe0ZO9tP57OZbi/DE8rA269MZOLFruSjt1z
1ui5uO+SL6NZ3os+34PA+dGXxZkPt6TxA1iYYQv/GWqOn1cnNqcb3jB9Ke69DiEf3zlCBrwtt/rV
cJ2e0UFYBvtyqMWXm7mSTioZSrO7QyUmgLvn+rHLzYghyI/gDdGxBLH2AvN+9TaqjW+8l1S8DbcJ
d7QuwcVuIjzKG00DSnNuW3q7uObvM0O32ADBzSzKRHVtGQUFtfB+EPom9thcmzUMzo+D4b1BZuEI
xKPp8wB9OP1CrZgAk2IPc5+L+C9F309W9IWC3ZmQf/txqHsiUI0gNCDcN7iCyM1oqgld3JcUKT+b
moB77wTKP6y9E24Mg/whGQF97DeHoTqMlVG4lrh3qfCME3VWDbramXd5b8YgzM2pBfQk0tvTGau9
JKJZHrKr9tWmTW5EIu86Ee0+/i7vzBhqrxS3gGOikaQuDoq0nOzJsnp5ryUrrYu1VWUq5zxblwn1
PF8ngyxepUGGCddoBllf33429rrpe4/dLZT0Vbh/Pt5Nq3GNmfW6uDAvq8HP7/XL0f/0X7wnmRYX
Q1iN5F6ns4knQi6EUst7A+mZWQXsJsyazf/ZGIv9VtQJKA215IuZyd4dBxq0Z+oA736tV29hnL4F
1WWlEU0h7/vGrTbCatcNGvVnlur7g8BYAIgCqMBZ7HB9jcALFE15n8XVPoLMTknhv5mo/4ywOGgb
xC3TYewYgQ2upksmsjMTtSBooZ40hxyyZv96iWVO4rRe1MtB3ldbfYclwW5aS/9zunLX8ldQcELI
L3c/nF2/vgEM8tyrfnB0V+cIOe/OJJ4kVORmGsISSmeJvmsqdZL3bdwewimGGnVOOfnMEEvtmFDS
mRRylPferevKXZ2d81FcImh/zySVdm0GmMw8ytOYM0sUtoPeYPE+o9ixS/fFtt7l1/G1dRN8djY/
vl7snTXf0T4m1/FW3+fbaic2o//zv4iZV4+xiEqRRnUoY03eu/Y9YHzS2HMm78uW8Js3XYRlAtau
z2JH3qPMsQsuxl91vCnt1dRgXOmsbH9cZ5tkU+xwIUfTI0Ul7zbcnlMkffeDUs2gavySuS3ec2oi
RQ69Je9Du9z1bZl+h6oc/Pp4MudfcpoZsjoQyEfyCDTlG4WfBoEJ8ngb0k9+ExhQK5XLsTVW+XBO
C+zdt3k10CJ4tEzx+rxjSvGYXRlugWDOuSHeDVBIvyjv8y9w3P/N3XktuY20afqKMAFvTgGQLKMy
Ekm5E4RMC94kEv7q50H9sxMqsLYYvYd71t2KVhJpP/OazaU4JVWxIJWeHR9+lnfFXrvXvsSTP9w4
OxEugRGUYRUUgbvr7+OwCHq8xD6ON8mden/z//DGENDTnqZhxK/ZfGxfpcQES5kdTTidRlY+Tto1
kbMXgNzrlaPjrOGBx6QCut/ymey6T/FBzOURbRTnH7kow1HLpq71sV9CIc+CHPNtENbyp5nG4uu8
WN0PmRvFuTGH7ME2Jv1TGufpXWvMMUTTWYGBUWdD9MudhOB2XFbNmjLrxEMfZeqfKdbmX4Ndqqlv
Yxf8MKoIpBPxaAZSbi73AnX+QYFEocuVeKnX2JYVSvURWyL1Qbcj/t1CAdULZDnV8E6Kxs1RJoKG
AA5dAibzUq16jNoJlRuEN8xPiyiTB1cqNu4rE5z83dRZee27Ret0PjgE2J4peNqUhntCf9XrJwty
ixnBNwBqWn+dXXWq+UeK00gI4foEsV+6f94/PZfpxgrQRLULNh3dd2stbf6dboCHKZppyrxTTotp
j2mH3IlepbStCE956FvHfOLMKvcleNoHWrD4YcrS+/L+r1hvo1c7gdYeBSmgmxxi+vCbi6KszKZK
02w44hjzODefatP64xWrLtMjL9IVzPvFOUa3fmV5rH0sIoIt35luQZ6MU6wymOo7WucrVymya3T0
6nsgKXF22N3kByaz+3pS1cbU47I205NbGOySuSuab7Y7Gr8Rme5k4JqV+glOiTL41gS1BOlgy7lr
syT7U6Z5/Nx7gsBO73IgJ3Q1ivbcx4PMXlSpPkddRL6r6m79O3L18lmZpuZP19vqb10u/fe51Eca
89FgQGO2JmwOy95txE5d+qqBemrln2zhoYOq1YY2+1Kb4vvY0suPbu5NZzdxDbxXMpFWQLXQ6duh
IKtXfottwkPcokzmw8LIrcOEOFICQqhI1Svlng3zl3CH+4/WF1sRXNlaV3w9eY4iwESLIT0piJE9
qHCLfVWDe42Jb12jU1F0321HKnduVCO3HsXwIav4VzyKcZd4dn14f2tudWVffg6t2TU9ssD7Xvyc
pvZ6Ier8lKt5sxelFodTFLk3CrjbXY10/T2yxjDjIaUf26Zx/H426rOhrvzsyezlTgp3eGytaLpD
DVMNlrpQjoA3EpDyeUUxcHSOUVTslXGuHwx0dPbqJLR9MVvzHfdiHUrkLh+GwvHCZDSRMso6Y/f+
N14gVKhoYANGiEm3kW7TVoJ57JAc9jpNPXlOsV5Ftdn9GVzsSvym1vT7FI+8b+gCLLeG1irYbxad
+XE0XjTC1K56ikm5T5U7tz96e5mfkZNKPvO6aSc5N0bpz7GGKtRcj81zV5a8zTOBiTEEqC9qJySy
xEe0JogmnbLPH2xU5VJ/Eag/B70HqQF83fQ1aWXr+BRh0n8QL4mbwHaTXg0SRYjiSbHzQQSpqkyQ
JSTGRjAXvS8KamLPyBIjW6Fmg975Q+nkX/UhFb9QWIlGX2sa9TNgYvU4Kln3oOd9b/qD7SlhVOSO
ea2MeVEJZkOvjTyo6cy0eWk27NipiIbRO/XSi72wA9AjH6QXoTcgi3449XM+p6FIZJMhcEeVMOiF
dM0D8Ou8D6I56j+/v+wXFyFtKZg89J+oOOEHs4kRl9yEgWIO+Un2mQe0pYQFUDnO8/ujXLTXrdUB
Sn+BJ1LKuMjB1FhLFSstq1MUNZovUAhBXFQZQtyubnKemqD0dvTb7UMEuZtnu5uexjLCdk/OWDAn
o/UsOYP793/VG98O5G1VxoUDuxYNXl8ydRcnVmmM1akaXXffdrW1W2D3X7nLLuM5uiZosnCTUVrh
2dmk6mUutQS1qfpUlK28T2w1enSV2L5x16S9mfNjV4vygxY75g4pCdYdZ7ddGVtl0KPJscPlaPIF
4o7BhAS7P0ZqeYMhhhEuZQ4NALGJHirOjW1H1k2PptrNoAzNfWfhTupmuQwWWhM7Io00kJFxTT95
jQxePXLrt/Fi08Kka3TRGI/d2BKOFPVpFHEcShslV2mqFJhzK7lyCW9BghxC+qgU+h19tWB1N08C
qERzMMVSn1za//delNk7p1E9H1kGitpFBXhyKPKTp2Hh22BbffsvN8s6PAhjCNDQfGiqvN4stg0a
dra75kRgukqLT9GjivDeFSKAfhE1MAztjTUygQlJd+71MA1qihLtO3Fqlh6Bpg5jAT9fumWXCzs5
6GXa7U0Sv09xGdm88NoDslNaMGimcqMXxXyHp1TpN1OOR0o36Ui1pc6fVIHJkC9i8iui6ITXu0wD
V431/dRU12j8F2EcmTUbnRofCRl6I5sLBUvVCiTrIE7e1C+BZrVIMqteHFjSOnbNCsxCdf39pbno
c7wMiUjBOqyLMsnrOUuMKOHdXsQpVyzQT6kW3bjdYuxGDek5/Nocn/uVdDcvtOD9kd/6WIchiQrU
lRK3Wa1Opwsei6U9eTmmim7UuZEvl6XYmajShSgi9cfa1a+ZW13cW3wvYHF6U2CGiTA34braliac
dqM9ZbLugnlKo8CcE+vKvXV5tEmnST8BvQDQAffyelY1lArBQ2XaKZ4QE3Sm5GeHf1nQY+MY/ttZ
hH7KNwF943xd2ND0sRwaO7GMU1xxtDwPlWTe+uUwK2iHIEWjh5ZixFc2zRYJzlexRaGb0v0GVQgq
9/X36bGLT9ZYK6csneqdiamPHNDF9SIZ2t1413nuvZb0p9VfvItcJCkH61MXmY0f5dcUky8XlOx6
1exajw5R5nop/NUgaQ1ppgjKKKeko7GlZc6fKe3/RzwQiMLbRu/rXnx9Va/obvYMUuZg7Lftq8JQ
S9klWXxuHeHtbL3u/VrH+dOo3XKHMnV8eH9VL2N4Yp0XSAB5HXTuLarbnSH6qFbnnGRqfwdif4ij
NvczM/k4RUdrzJH7rSCJ9IC6cg1VYn0Po/PKAb38aIueg+sAbANGhzDa65mlLEXKadjOyYC+GlT6
vNzNhCd0Ber5gCWReuWVeDPAA0y/ZnyAIPStinpZ8XzxWrqnJFWR6U0WXf9WgaV4lvqSDX5LS+eT
OS9ej7rkZC2Botdjso/Swvzd8e7/63LqCjB6wSb9B9u32eSlKKYBN0PvhGuF56uxoqwStn/eX+mN
3BbZGoxuAMVr+Y0OMG/z61meW7Ut0sgsz2nUDGTsQ8m+crPupmkXbQmsYuhuAZZr5qEze3OE3OvM
uQ99vqaXmmZwNEt3+Kk2IH8DpCWmOHTN0SuCJtXpdZG6PqlFbe3JlvOvS+k4tW/1DTXuRLNixY/t
yH0mOau+NLD/ptUvuvXCUZ9kOFtT/pyRlDwhatCqYVfMPQmwkg63ep+haFPkkfKZFFqvgiyV3rcU
Dgx+VJrTILll2dgGKrgIfjKxyTrX3lJSY/IqVfElrib8sqjp4xDkpyX3MkuN2W/wD3uaUV6aAs6g
YgdJU38qVKH+fn/K39hnUOlX8RhUzsAMb+kyCcZwchBdc449q98LD7ljbzGUwl958IGJjm9gRQWO
lll2Zw2wweOsyc8i6q619S7vLkSgQAWtfUokM1aQ0d93Vy2a0oGXmZ1Vp4jvZztufFAc7bXLZP1r
Xt9eq9YUcBZiipVLvHlpVUuqWptH2XmEgnAjUtW9jx30nhwNXzZsAfObyE3lLu2V5JPWj47PRpPh
+5N+eZms4D7QNECTAOdtCft1VNjmUtvpWfVa74Fm9nQep1Z9RFD5ZMxTew3y/sZ41MxhT8MO4GHY
hpwNEOy8Xqb0DBxWCVEIGm4WfX2JLCQ9rTi51o27BFjwDq8cOgJdusGkRq/XkhRfwb2GtZxgStzM
chWalma84/zbmN8JQal05PB5tQ2h1iv2deQaoRINum+i0xZMTlodcfiRtwkeZGFG0nClD3YZ6q2/
kHucTIq8bTsllYnEHpWx7OxqLIGFFlwwMzyaXhMS/vkyBdPQi3OVXi3Lv7HPV0QmSCeSZZBz2w0o
sCWGj5adKVlhSEGQuaeyeK3h/8ajCQ94JVSSARB3bbtTdqJO5uDagAkcyli22ml7uqTz3qJUcIih
yu6bwTH8PLfbD7PV53cWQvZhlahGOILcuLLj1wXfnDqqFYA3KP+DuXE2F7vQJtEqKE6c09J7mvL5
D2p3JzuKv0VO9ijr4ef7B+wy5CQOxKIBghQl7YvmvUv52UnrOj+Pi9Xc20psfYL1+5USpnblwy6T
SeCPpK6r5CpZ+VZGp4sjC0EpvTpbi/c9j9Xu2cN+7DEbkQloNTnucP0eb8tOA4HupvbuX38nGQO1
ADjC+G7am73k9gi/53Q6z87iqHdlSwmwUW00glEfuhLF46hysYbQ2gxK6qvP+Srn9vpQ2w14+MWL
2nPDEW1u1CFFzcxFnB2WiCx3jankTVBXxvh9sVCiPEQKJUlf9Fn9o6qLrL93ogJ22IglJPbXS1Pm
cGtq66i5In6eNWWJd7ax6HvDrmFp6+nYnkbcm3aD2ifGDmOs4hHikYnKf2urP7RhNP9k2AHfDFrT
mnc23kE/phy/dT8Fx29TAKQHgZ5fX0WcZSKCMG7d9JtX93N/QALKPI9kxT9dvTdphvSp+Tz1s/mz
itEbDWYO6K60DVzEu8IZPxhN5Y1roDF/iiDHzf5Aiv/JqzJU3Ekzet/D7+MsY/gOFccRHVNwbHdo
rcACRe0E8RBhWkPvG1bT2fhHF85R1pZ4cKAMreoiEhuwqddx7ERSplR8DC2Km7lhGfy1xUDlir7J
rdP3+l1MpfNUCyX6QwK8KkRMver4BBfD10Xr6TktVl7s+rpXF/BzzlQGaVXzX1QgM4g/qyu0QEW6
Qz3kWoMWflx3SR+ouJMjy9rNCQFmPToHT6HZxCrQHsCje16e2jhXvgm3U7ugMjVkGhJHGJ5Po2l2
w7HOdDotliGskH4bMrpEjKYaUoLKd3YVNV8WK7L13TyQYAYT62Y/K/iwdjSAYEP5laf22Bh4qNuH
0kjsKMwTu8CgYWirL9zUXR32sLMc3x00pdvV1KJcvxvFfI8pnPczpaD7MxrMEruoOFH5i9ra3ln4
JAhfxYUNu4lKj9KwN630NvV6BZgpnhdn3ggdVdfChd/tOYPx6BFcVr5T1OSmbIzqGw4W2KPVVKvV
aZI7rgALXRk0tWFUdEFspVOoL2jnBBN6wlBGxunxxfv7yZZ5a/hwVswKjriTt8FStuknj5beUVeT
rAsre4nv4K6UD0Cd5h8ZJVQ70JepdG8yq19UXyqOkflxP2t7qVXlP65VRpk/UV8/tV7ksYxunHzs
OHjfsB10EON3xbPSzcU/fV8UH1rTToEJQ5G5n1She6Fiy/in6GT8hZalYoduU6nPC6Dm2pcyPZuj
CWG7EHURtgZQvoC8q/zs1CgJCXtODgggJb1v6vC8qU2oaRkI2cyf65lsninKFztoExON+1iv7LvZ
w2sCEbOp/ZLJBgmVXFe/C9l6kFSXtP0k2taRfisJ0v0lGqwH1GbbLsjcJdk3pq1Uu6wzd+3c5ecZ
kfHHRktHBTGOGKPtVFtwBrSAljGCPabfK8W1n+Klin9CNuo5+wp+lndQNdeF9p6GyrW/RnTDW0Ie
BYscR1mm73RRydmx2sGayo6NLGyLwvYoZWm1CCMlH2w/xjTlt3C97n6YMv3GlSPTMIskyHGYCcch
VT/ko2r/TloX/mBS98YX1VjGJ5aDnRdTdMNGRsEZya/j2vgMD32UoafWmHenhd2flokw/5SPi4aH
W+ctvyct1556lJB/xzqyrz6+xs3RiwsHFxW5/HSsyaTjBgcEZaahOMyxE+9i06go0Ypm+TNYti9L
5XHIvFtPLWf4Z5H8bdO3CM0SHr8OGuBLbOa2CNjYeu0biEs8KDGZDfjxSNyVudmppHeokfudq821
P8XITAS6O6t/9EFEz0Rr4zGOlPkzrhLznVcRrfvKGNmEk9TnKCMlYv4ncz1EGmLR47M9Wdz6DTqf
SgDtRWfJoiLFhaEWQvWJX7I4NBf2Hndcqsc+92T2sXLz9IM6ZrUWsnYVljVuZ35pNSuar5RvLgNB
SHqECh5ltxdGwutXrcs6RRP5LM6RLZGMkpYe1K6LErVHAz0rFC/sx2G+6WPrWlT+Uo15HRStmg7k
7HQobcyCNhlPO9lGHs9Ff85JrrMg4tm9Scwq3uGbYY2hWjtuSWm2K3J/mmeetGbM5jFQjLIJikrK
Jxmp+YNuZjqSo/jV3Km5s/zgrZO3syNxBEQ4IzZ9aqstvhil1T15XNNOyIT0wArGNj0XMQpfga4T
f0rNwYeEoneRHBKMNRX2tyzyQJ+oIqOTqcUfe5Rxr7HmLwFpzDrlaTIiAL0koJtcwTTzTPd6rT3r
eoNMRDbbH8fO/FFiv/toeULd1W1dBYao0kNmjF3YluUUjKVT7IhHOAe209Hb6owP5jjwfBbI9jYS
c154BPojLJjh0ACcPyB5pu9Gc3FvuyluPlG3ie9M6stX4sHLyHOt1QCCZWmRY90Khme8cijrWe15
WJjNfK4RMk6QqUHWy7pSkrpMJP4e6iLI9fQaRX3Fac9zn8Q7Ix2t0FuWa67Eb3wQdHkYEzr1PtoJ
66/4q6Q4qWYy49pbnSOl+TEOXv8Uu64IDEWx/rwfzL7xPQCEYDHQ41sNiTcboQEW38epXZ/b1TNl
orzrW5hhHf71KESwa0JEMLvKj7/+HjzTXWEPcXNOJp64rkDkJ7e1f0tjgExsQ8VGiWKl3XLCX48y
q0pEt3oQn3NeiqDuzTRoOgAY73/LSxL39w3CCEwWvNdVdHEVd3w9zFJ3Vjfr0fC59r+Hwpf+4teB
EzT+n2RXBVfBFNu9sB1uM3eIW6TRZDOcGlg+1lehDNKdsuMuZ6xsd6f66f79L1wTmO0HUtAHho1h
A/f0pndAIACuxozHz3bjPXUGkbnRZD+LvP9HkfWVkut2/61f9/dYm/wmgo8vdVMZPg/lB9P6lWan
97/lhW323sesCdZfR0nXRqqIE9N37/nC9/wu7HdDePvTDGAq+1rwKQkOXG2hvk/8PFT9KwSNbUmA
7A11SNLEVa5vlSHd7BaoIPhr6MZ0zkWlanhX1TNlvhlfy6DJdXmn5Q2QsqbKOnWX14j5ASabHZwZ
JrUwd+QM1lOhyqW6ksRuVQtefhf3C7EwjUq0gDdZrNqiUKHUYj5DHZ2+9lrX4+xGKusoyXLbCzMK
qtqIPjk1+l6wrbrbrtYjHzeFEcnixt73Xts+CTF8HDVZfMASpwtnocYhAtD5p/fXcLNHXn4qHqpr
h0lbZcg2U7iQXxLV2dPZWxwl7GcBumQitXx/lM2u5yhrFCZXtOSqXY2czuuNIs3BUMqhdxDaStyP
aamo6FbKPsgpu91E9vg/Nrj/igL7/ykte+1O/d9p2Z9/VP2Prn/NbuX/+D/sVhUOK5kk+tgcGhxU
/pfdatv/hcQS4rNrQYvGHyv0v3xs47+ojQAEgWWzsrvWdtX/slv5C2GJ4v8L9wyEMSv7L9itLxIZ
f18omEisKo4r0nG1KV+dff6+ULJRd/KmdNvjYE32Fzei5iQwvD0oM8yEzqUUkqRox0mZ67dp22f3
LZqvPyiM6MFEeWynKFI8WJmzPMWm14RGbCxPhADOAaQQ6s7Z0v38a3af//PT/iawbja2u/5gEA90
Z+nkQVvcPIsxWSOde0C6AJCWsJiWZTfUWNjV6P/sNXRXw/fHe1G22M4QgCELMhK1kgs8dyYthKa5
tI5D6qmfTeE92eUy+1OpjLt+cr/khYmCX1Ug+OqkoNdBwEA2HwqST8f1G2V4yLtYBlkxRoHteP2H
YYzlru0KQcXElWiQZs7enE3nkJmWd2sk+jWZxW1+Qk9mhcNQp0Yz+j/s/r/XmJKOzS1cojBskU97
ZT/6cxaniFrLYjdTR1KzVt4qsj++P3UXjSEGfgn5aDICvqBg/XpzKVM2lEs1dUfgKqi7KXp60OMm
vS/7rr/zOrNFPUbpbzFQGW+aWVFCzPpk6LrtNX/nt34J49McAjBD+3UbghaoHzRRIfqjVVnyJitq
4wPSysOHlLD/ZrZM+UzhQ9t3Um1vHSsD2CJzXF1qylpX5uSNxaBnsCqZUsRb3Sxez0kDjEpTq2Y5
Etj3NAwK5AvGfjwLdtDBmYvp1E4SM8NJhfnG2/TIacp3ZUooG5E83/bq4H4c87H4QhdffyhkP3x2
laKAt+sZVwLdiyYMKrlcT+wanhIg8dsFNEpHKwpgv0dXjOmDk4jmV9JgwWFVqXxIDMSLjKm1DyiS
V0ckw9o7e6jYYvNSaXu1zqe9UdvLnj9ODxWt2ycl5R16f0K3ASU/ke7Xi2IR1E70JV7Pp9LHwowp
oh7NVBqHrJkx4dR55TMvv8YdfWs6oJlzhJzV9oSU//VYlGkTj56IfhyE6VVIw6TV4kN+AzPflUWq
BxmQo9NQdZbqa7GqfiIHn5x92s9ZsfOatoUXrKW6hN2PcfPeiYVl3+Oeq30ZDDx33p+YbVsBiDC/
EKorDhXIgWwhD9JqraVLNONYlEt6aIcIv2tzaA5qNws0pzL9XhTLfEt9qwop3FyFI11sdAoTJEgv
zUILhvQm0u/NoukLbMiPhjZY34oZlNodzXiJTU9lqkeA0rPhywojQMBK2OL4oiAnDh18PpFNU6X1
vQRyX4Vdo3m3WtRYhT8pU3Q2zML55akJCnCTtO4BOzkyQCVuwJXWdif8AtAP+pW2tgkdBe/peCdL
t39geAN6hTdm8ralTd9AcBDwJsYl11ALmIZxCTtU6pZA1lVZBno0mafBE1bjxwALOwS9+vw39Wbv
t6PHMvKRyY3zwHVzeXJgoy2AhbTlH0y+oCTEo62LsDFnPH6BLuXqAVjxQreyaYph73UNcrDdWDaH
eEDqLHDR44NHo69YuKUAX7zThrXSOIsWv5m51xCHi5c2u6fJp9DTxt+x8EsAPPlDhsQzUHQHY/cw
jVIgs5VsTpndYvfg9XEemlpr0LdrdT06DF2bTaHIl0y5bawxux3Vrq33Qi+Tp0ZWbheM+mipQSXH
4lpAekHsYE/TlefSQ0JqvVQ2F19cmXLMst452uXk7WjVqD7e1ul+UBrzew3i/1lt+ealtqwj+lPJ
7ykpzCuXxUXwgFoICQxAK1RiuTmIq/5+CTWcg8qk7pyjUor8oC94NlRUyP0hruqb0tHHK8HDxeXE
eAR9mBV4nk22tLmcnCZb5k5P3KOipAg2J0UeWnXs7CltXqNqvfFp6GKDjcPPAH2orYkOd2ymWOPi
Hds6AZmeWPEeZVfiFKnH+1KnQf7+9fLGp/GMETgSFxE2bsXUQW/2cTS53jFfaF0swrQ5tPk/lVro
/37RiHbhnjGVULa3tCxhAtaJSjU6jpTVb5ENjMO4UaKbgQZ5OLbRdC3JXcOSVxHfiow21xSXgI/2
/iZDK5tcdZBBVY5modc3uWxXydoip8vIKa0Q7N6neCj6YqqWnSiEeePlWXNl52wzbZfjAlgMnC/F
GTqlWyxL5GmDbGvFOs6g1Qs0kkB93uZCqG0IvsmNQmsqTa6yyKQzCJjaG4OOTYgQYeUY56WzEIpz
MGm8xuS8DKUA0iG8s2IWLfDHW4CgYZRYKYjIO1ppbwcYJt42kVfdasLWjgYUz/sa53nfM6IhVBWH
3ms9j4+DndhXNuBlYE48txLO2fYkQyAVNodZA4Zcp25+KrpS+RXhAYiNh2c+icTofvdMxhxqcwcf
SGTF9EOvueYCtU9R00P3V9G+evjLf066ovMzw4o/Z4jswld2MGF8yCHGnA2dD0T0zXHQI1ZVqnzq
XDLNTWEacZCC677mD3J5htnj6ORAB8PRCDbE6y/q26abSNKjo5JgAo0Eq+H3i03rLqn6PcSsa2f4
rfGYN/Y5OG/8NjfxTG8UtloudnT09PamqFcpasodS1qi6Ob2V3b0G+u1ArO4Ddk3+MhsC5rUrqSe
oEF9rFyzONaIZD7pUQywPLKbAPf4+DYRUgGhrbdh0nZjaEzkBUav/5LczA9xB/4OO6ThUOhWceNl
touqOIbYQRmhK40+vXRvHbC6u6IRC+ivVHwFJHMNIPzWnLHd2Perfhkh5+s1Kgkd1B5XTMK8uPJT
O/o+ZMtvOeg/aVbv/u0dy4wZILwA4VAIeIFT/FXtw9JeFyO2oEcDPE1Qlcb3ZGygw1nGt/cHeuNQ
MxJlPbYCpXp6KK+/akTcrJwtLz7Viei+i7lefhgWKqd+bU6jEszCypSgyiKZkmgPw+LHWmd/x9kR
X6qSdnpzhRP5RrTADyJIWAMFkkhzc7jNqtPSsqniU2G3zo2j1ONzB+M2GFsgd2omu10n1OID/fVm
53qR+0Ra0lzp663RwOt3AFAYgBxCfmIXsrXNpCRZ5krEUE90T8fbBhDHzkrnf0tK522z0G4hqaBC
BNBoc+gr2Uo7FxNwgLxLwoQALExp/l45fW9sWyy6VjIrmRyXpvH6W8q2dugNUpDu5CJAncojABuq
oGIItX7+5/3t9MJWej1z5J48oVS9VrVQa53ZvzYuDvW6gg1PduLFDqtYreIP49RjHQucoNUObdJZ
j2Yx0EiMCvzJPoJMRryvRajveRRjq+4Wr5vPhd54z4Or1D/1qjFv7SgQjjgYpY23VqGDnA1AdLc3
7//29fxufjpwNw74SwcJkPrrn25rg+LRS89OUsXcy6YDB6nojCfxvWoVv3Q8pf33B7wMpOiK0eVb
jU2AlG6fMStL8iWRRnYa3SklqFDwWy7QPm+iwbuyCd4aipojSl9wDNa0/vW3FZUVl0av5Zi1zJ6f
TDge44tg+bOG9c6//6pVyn0VZcPPedsoaPXMtizJ40z8m4WLqOODjQ3ybaJrw5UJfFHr2S7Z6hnN
YnEfG9sW1pSAuzXMrj7lpug/unarf40X1/mJE7j2rddm47cx9MpDViU1apBl7kDfVAALlDmaF8C3
U+U81Ex7nrW0KsY2rn/l+WLmQaxkNIrR6Gh1CvWWIA5cxu5D1OCiG7IljWU3ylQ+V7lVm5wjMwPQ
XXTtN1tp7J9tG9kA0I1pqIKh7UDqZDjpZL6iauOT0gnnNkvmsvgQ28P0QZUxPfoltkcyu7m1jRBr
HSOGUZaMQbksOmZR3qTP9yq9Uyfg8XQ/AjAHoDXoUdXt20zNFt+0G/FNKU1Yv3qUJN/VZjIAlmd1
W+yEo9eDjz4M+r1jbPBsiX6fKVRM/aH2bOkrfVPEQTnP9WOrNBLyB9h1Qvt4QEC7tHNFhGnmyQ+G
6JQFDvk0PeaaOHdKFGW7wpnn+6Jr1O/v76MX047N4tKmhRFJ4Ze4YavzohuFKXKtbU5lXCapj8dz
MeKwPGQTqBDLiUJNXTIkZmbXhtIwufnPyG5nXDaLtv1YD+3IjWEI58tCzE63rOrUPbjlLPGHaJK3
NK6M22qOm89FPFiBSjv/MW+TGkJvb3SPA+zQYnVPGT6mdub9kvD0ZYDzwQjWznTyf4Slpil674Xu
BmPSadPOGbvsazp1yrU06IUEtJkJ0knmgpYzJcwLuyzISB04nfZk5rr3y6o6nuEWqmzpa0PTDPwK
nJ6QaIOXvnowNerBVsau8zGb173A1Mp6X+L11QWFV8LxR8wh+qU4NITCuhU6fiiG+q2bCiRLQGRW
D3wS1slmQwzv422DIxi+E9SwuyLWsC8qreqxYwF8xMpt+0of9fIShhhE/rNKgiLRtU0um77OnKj3
mpM66cpe86roLtGGXx2eb7vEnZ17J4f+8P5Ou7wcKY1j+UC7jFInDZHXlyPiI23nDbI+aVStQ4EP
0l4vTWentuN8fH+o9Z59vZJkdWsVEUYMbcAtfbQdkJ+otUycYg3+lq3JfudN03LlCl5DpItR1nKl
tk4i47z+IArIVmclQpwmBD1CqbpPSa+IXRwBFEq6+VMlSDKsIZ9273/dG6krfSmD/BlJIerc2/t4
1swmhRkjT5Kw44fqLOqDU6vJw+wgF1Avivbc5F2xs7n8wtzO3Udqpd4/OPc4N2lbRlce9Dd/DkcG
K4+1l3bxondDR/RY2N0JWN50MNPypGPl5EdWP/6cm4Q9rrrzR7fWqn1rOcZhWubhYxnl6p3epNWV
wPaNpYd8jaQOEjMrC30T7dkZbExzUiUkZagCuAknoVoN1xA3b9wVK3SE1i8bGbnwba4lYhfiSTqM
J1RMtAd8TOdf6LIRNCOT3O1WCyxUbZQYGY7alHclv3XeoYyTpIFQ+x5arlrwENlqDm7KVfrWvYVT
3ZV+EqXLr76Qsg8tG3pSYMciscNl1nHwUJW5DF0wrHqoJ0OT37Rla/2K0k4L9E4pvWCZ2+walXDb
+gfqgwwGpCMVP1Qw9PYmsu01dzDjdJ5OoAqjgz5IXk28OcStSBbcS7zqgLWl/MCKnJdqyM5lpTeH
Gt6Jn9AV25dxNlOyEPXdFFXDHmtx7W6MozoElTldSSjekB5gAyFtQLkMKpy+pQB6s2anEI+nU6w6
8+dCTEMAeK8o/HT12mllpmCToN4sGaA5jb2Cedek3Eq3qe+EE3tPeuJ130D2XjM33t596xyuZ4Mj
C6IJt9vXV0Uz9Im07Go+iSqJ/Uakw32vr+L3/Zzs378d3hqK/QjbADjOaq77eqhYwSIN6dL51KcC
crxqiWA0ovLQG0l75QLcviLrV9H3+G/2zmM5bqRN1/cye/wBbxazQTm6KpISZTcIdUuC95lwV38e
sCfOsFAVxFGvT28U3WopibSfeQ0icZy4WcD5fChVAKGygPC/zC/jpnOi9mXsA3cTJnV3LLLUPWIr
W6/E2MtEax4ULhzyALQ8oDksBtW8Wsa20zFobWbgmAfDb8xB2XUh9Si1jtZKzBfXGwOy6/Gw5VKZ
uW+LLBWlvky0UqgveeuNe4PgZNhYYRw9VF1jbvU0qA/q3EyYBot6SKd96ppSfkIHxTv2RdisbPEr
cz4TSWZN7nnal8xeWXkKZ8tUXyhXppsuxnu1pObg932u7etGH3bW0I8rc37tDpglxEGxgaWA7Trf
um/yTbcxjVSv3OnFChTlfvKswk/NuMZXJhSHFn7PDnGj8qVqimyvTqn6gk2mtaWWVN3LXhwV2h33
VmOqz7JSxK2iVtMDkX65rW3lj6nsBBLs+lnoCdtMymHnPypaNLSWnXJ6aaI4/5yUUp+jK2/fdG21
ctTmrfY2AGBnEGUQOxtsDcrJi51RagMXsJlpL6Yjp1u6FONtNqK0YGXQCsKxU8kxymE3BKlYid+W
rxyBOi0WBDKQJ6L1t/xIoCQqtWdverG7Ub0TjT4+IbHy4/2b5PLzYPpyb7nEODSUXktIbxZ9RNiM
FDdTX4oqzbcd//qlUM3c98wy3RttNdw1dd6d8lB0KxHOK2bwfGbhXZKrz9EipP2lysOIPSZAM0SG
qskct8JVzA85sF3w+7jRIMRnxmmznaZJ/VG0IZGzKOXQbwUyCgjnqLmzo4epqpvK7aC/TENUfdLb
yLoZaP03mxJvIZyEEu9kOCVE4akYp9+DDp9nU0FBQ6Qxlh8RC/hmWVP25DYgF/ZsgxC+MpS23+Zk
lfceWBLo5bP+rC8t6cEeUHv9MWjT+LsMlfi2iYE5bEy6jZ/FiAkijKdqeMw8B8aAAXqlXomuX+sm
Z1M2G9hDrULjDA9Cspjzfe9m3dyUs9NPSavW93BpVLlNrHJ4cMY4C1HKQuLuUaGBkUO4MvPn3MFy
bVMGOUIZBtI7cjNMOUaJZg1i2Q+EUuChZNY/lFwmc/8WMg9iF7HiD0VRbJOiGzzM8/q8vFeEAEEx
DmECpSivuw8Tehbh3tOFBcUkCIWv4bQXbyj9tDc0VVDHMos6WSmxXkrvQLLW0HkgAKASdyFLXip5
X/aGqD85RhTdV1UubzQrKeNNEtpFyGVUlrGfR7I+keEkNyG6YlhjSLscN2atKLVfgv/HhXSMjNQ3
pqy7CaF+7LKuZnURHNCsLYhyLLFqxEp9x0vLausqffSXSYtK7NwmTfbdRBllExRO85j2GuXG3J5M
sddUzVzJ2+dr7Hy5qfvR7QWoxhvIVXC+3LQyqi4N3fJT19XNHkE0rhxWLrrDgMA8sEvKXW657Y0a
RqbwkQ+qV66gi5I21yxS2NA3KarMfgeLh9hEF7aVbtx98qy0v0nLvN6VjkhvYJ9Z2ym05K3Sp6it
ujrvcmaUm760k+fIycfD+/fUpboHYiz/9KpAY8xIrPO56NQhRimsHD5hrCu+OVrvAp4TkZVCrnOT
bBNWFq2kQa/0r5M6kSOFTho+FrgwdciuZeI5Nzpno6Zj9s8i/X/Q5n9RtX+zSK+mKr8KEYvx9CP/
9d//9fSjkj+UfwxKDjIufvH0/PP7tz//+58//D/4Tcv7D8V/yv/w3uk2zq45/a9W8D+Z6n8ActF6
pOqIfNpbPx1+B+IGdqvsff7UDK78XwCnpv2Hp2MWOZ/b2XRStT8BcC5eWjhHoJ3ppfELdqUXCC2q
i8jMkYI/tMRjiS8Mofwu0Da9eTM9T/8c3Leoy8VxnofhmaMKB/iS/uQSyJAHU4k9c+U+0OrJPiEm
OG1NRMpOTVUUXzDtNL+UVLxuDS1Xv5AQ2itU+8uv9GiRkMgSOYGldRZJg4KhVAtyLzwW6iQOWurm
23zoP7z/jdcGeaXdzFkzEew8B2/iiUh1RFZqYXSkdhNsFMA3dBmatXbPIv9hJme9ea6k+XLi1/mn
eDOKMo1h4I1xdFQhNkJGLPLd5E5oe7j5miH8tQ/CynWuieOeA5bgfKhU1mzrRkbHZEzk317pKns1
n6FDfz5vmEzzus14L8LI82FE5FqjJ/miocvFjidX9TMrXRPWWt7n88RBpWX9WR3IbsvyZ0xpTtE6
ykihV1Yov5YQVQx11n3Qf/XtAOO0td2dIaW778eoJCCcyl2T296f70U4hmg0QWQHSbRk/0ADNwMF
g8xj1GJZHLlAruTk/M/V/P+qkPT6teQzfCg3CUilOc18s028sciDAabjsU7Vnz0Rhe/Z1bNV8bSP
Om6Kf7yE1KPYJ1xVMCiWtU/JnDexZ0fHWJryIBOaBnmLLdD7o1zZ+hhRqPS52Pqc5MWLHDRxZ+t5
kxyNaQgOAxHfts7HX70arElXXOx8SnYuIdYsjwqIZllkyNNGg/aa5EdRpAFtATbPTeC12sqNscj1
+bvZCIg5zfhTTpmpny8SEmt56joVN8aUx1tC1/QnmjPCt3GJf8bhfY0ZePlZ9O6odrFAGntvOd6o
GW0P3Tk+BhO4wCgp0Qo2UMx6f5kuR6FJTG2SvBE9Sty8z7+qzmRfuwlEeHIO7XZKUEYtq3RN4/Xy
PM+9aPbbqywxANXF7QTMTzMbJ8iPlW0i6DtA9U/0eviJ1IC3j0SoP45T92y4dfubSkb5GOj00cqp
HPd/+rlwLDnNYGCA3OivDag3Jy22srHUoiI6mpE57iiR/wxQif/TA2bOkR9wbxJ+KtGvUotvBoEV
Vso65oB5gZC7oGji7ejYa7Wny5U7H2VxE5dtGLSZMUZHoafeJtLNASSq26x8y8Ux5kmZDxdxh4m3
yVL3xhsHN1O1Mj/mim5u6ViO39ECkDsqtO7T+2tzfShosDT/iJleib9vpk0t3d5FGA1NhlyzPxpG
1AU+kBjxOUVNbU2eZL5+3qQsnGZeMW5ACiY2ikqv8vBvBpuaNhxLpyqPeZM9DUil3NaDqZNqjhtN
7TZZrU440vfdSmh1uWgMCyaWQz3fItYiOzDScegEKgFHVyOxNfIY2cYxTf940Rhl7sUQyHK2lwGc
G+FWpWhWeazJlyqaxorM7+upDcLNKDCOXcm+rswlBd5Z1HzG2lIjOb9DHOSJ2m5KqyPAZM3dBfWU
fc4iWwb73J3cU+hM7s9RkfZxqJS4XQlILq9lghFibpWSL6CW5eBh45ilMTj1sSTzL7Ypoh+hnxVN
8i2KMjBUmYpM6R9uVCIf6o5cZzCyGHbxEuioPbV1mLfHcACKRvckfJq8BNwgbnErVqwX+4WhCEDI
Pyh48p4uplZRIWHaVSmOszbsbxP1p1OFBGeyMokXRw+4GWztmYmOgiC/nK9gP0qsCIqsO05S6+6R
fsj3uWzD25B2/9f3J+9ivYg85moxaZQDH265N0svxRjJauSxcfN2C+Aqu+uHGnVAVxE3pibclQju
yqfNbUCowAQilzAY1GpgkHmtPCo6HzRL3G6Lpug3QzU4K4f74hzMnzYXfQgOSBLVeTHf3ClsvWZQ
UymPREPaj17Nko0SQg4eLKc/FRNGzvC/OtSD0Vg+vj+rV/YJc8mtgi4RhcolkAnISBqJVpPHPi3U
fQ3S7XthRNNKP3O+nc4uzfkD34yy2Ph2Hdeh9HR5NHL1G2i8YaebsXeTK2XwksB520xB0v9pHPk6
JnE2kB90yZbVV6MwqklHmP7Yu6mzNWPlK3iOBmeAMVyJDa7ulFnRkBQfoUVrkRLaOuAXQzjy6FU5
BudGDGMFme4NdP+1MOTqUNzPr0qdc3vwfKcUfTlgCW/L49R35a1WqupXNVCnu7g113rQy5bRXJPn
MYYQ54Fv4SQsdmWr23AQ8ZI/ukqNpHkFkvY0oVp/pxl2eFTloBc3Q+VYyD3jumX6VZjrv5y6KR7r
JtWem8haBflf2a1wLEmnPDxQiW4XP1KFx4DKQ9gdx75E5yjozTuzi4OVZ+naKED7gNOTDzsX6znF
kyImwShTlwU4ikDCSglDd++fvCv3GXk9RZJXRzS8E8+XMo4GIUeoX0e956mNeQIPapPUt5Dp6q+y
bZM/vs8AWdJYnn08KfO689Z6c8n0oxe1ilCnY58gPZOwUBv8KOoNukxrtITLT2PTAIglOSA34Jfz
ocbWKcoJoPMxURuurbxtdc2vDOoZW6XunWCTJUO+ZrZ5eYmaM8ePZ5XbGvD4Ym+ETh6gVxR6R1MO
FLgTzWrjgwLltrmdDDeodm2HlNFT5hlpecwovDgrr/vlJUeWB52eF8O2eHrnWXkzwTLS1VoDJni0
3ca969EYfcT3vD3kLZboftIqg7lN2iBeoytdbleq56Sws+qhQ8dwERpakRXwNJfBcaL/u8MyDrWr
MohW3qjLUebXgYoGTHBqbMvbQNWDcbBLNzjSB5z2o6lHO5QP14pR/yjvnj0VUN3hiwB8IDoD2714
KqxKMWFOePpj3TFhz4MzKOaudXvLfQ69ohn2c7FU94cand6H0Gt0EznCoizRBam8Id8nyLt2m1zL
kUScgkm1cS1q0F1TIQBUEg1IaVAYMcxeVW4BWjfG1sLCpvRzA9XwrSW74LNiFwrlmpG24U1aBZW+
bTqlZCE1vGT8oK7qdiuHWBu2ptq7MKRRO7K+N8mUj5sqyKcvWaHH6VMKdqHZ6HHV2vcFmPiERv+Q
VuVHLZYe9h4VvS4aunSmfsRp14u90elm8BRJ1LweUxR6f1ttAw6WppcSPRQlljK3euFJ8SyzsMJZ
C5yuoNNlZ+qNIXI13SambL+G+eQ42xz4RvjgukGG38BgIBMOHjoCmpPZLoRmoLwPqjpknwXYaGOH
LXIUv9gjonVaScT8YzDGTD9FMFziR1wVh3EHidX93lJe+qLoFLIOkwcQfd+iRx4eJhB/8kuW1qny
MCRD4twOboDT3g4xqUB7TnrNqgEeAkJ6pHGh9Hs0ZJ0fhjlq7jbKkeC6LYt21kIbINHf1E7VT/A8
4xJlDTxQnBl5aorbzkxi2n5Nn7j7QFeGj0o3aNm2UuvkayPyCtK6dPJy15o8VRtDGma+Db0g/lFF
swxVjbZQtBFUdG8VEabJVmsBb/sVFP0EkG/Q/hX0uv1B9AMFQsLJDl0wAbd7V1Wm96sTmTth85F1
8SYWZAyHIILbuZ0A8ZpHpeisfp9OTq/xU7TEibuIgoXzmBuKLdBKyKTzF+8hApBK6sgwAQBs1e6u
ciYj3pSKV/5lQ2r/y27KSt+gtphJuOV9mD6nTawPKJblqv59oCwX/aIv2es3Smy5aG0Fatbuhi4C
yhuFdiT3EzA+a0/XNlNvgxlUuG9pbGloO6fwT1G9MtKJHDyqhztoW619mwoDrXrfylxp+rHXwagp
RG2gPJ2qSrZtJ7QPN20qUnFv4+aDIQ2QWfl9HLW63Xs9toT7ODWaeGdAnu/vWg8jpNYfDWso7l2r
R/C4Viy2e9K1eXzftCBqjoDChPazR2gOXkbiJlF1lENmgdhtse/hvagD/RZ6tB0frCSolB92l5eF
Xzle1sEsUcvs0LUxGFUnzOxnugmRG23QAtZU3w7q0Lq1vQg+o5NVZXOYJFKdt3HKH0bQwI2z3dQI
GW4q0Ufq3cyvs7c2rWwI6WRNwa6XavVkh0WPul9Pk+OxbRqR+qKrdPdrmGVp3vm0H5ri86R1dvBz
0kQRfh3BV/ao/mXhUKGvrdKiva2mFL83X0H/r/1RZbUlPqSc9vEB3LdqHVInp/4tKkMIBOCiIahA
A2DR/DOGG46OU5GUKnfWXi2K1o7uJssYb4y0/40m3l8DctqbVMuE7gtZ3TWFrv2KNOubaJzH0Iuy
rV3BCewH9lsA8bJtLHXnWG3+u5UDGoqFLhFnA91fIEWZKyEM0Nho5KEV7QmWxZeiNdlKMeoPVaI/
ilgxHd+a0uTTSIjix9TW76SsDrkdtTtoNfGs85n7RhBWp6DW+r03maafQBDaJ6g6IgyHxYc2RPVz
EigCSdbJ9bO4fowrE0k11B1uXFniQhdTtlNGC9O7pvet2D4mTYiiWWApH/K6NG8z3Xs0iqDYdSCs
b/DA+2uMun6bOsqDYYl2hzZitbeoaB2ExPDKmDHqozEUfobi81fbEDeOm1R7V8TGi+zLBw9S1m4Y
0UvA0i+5IaDtNoWmP00mAiFSFNph7FIYHYEz/2ek/9upObjt2D5mSKgTEYfRzrSL6ghs+ruRWxqg
sfG5dvBTVToU1vG5qO8pcoRfgz5Jt8Uwfm01nXKbrvboD6j6nR1lxaGpMaB381+2ae1BJwY3prCD
MQL3Vg8aIiA5JKgbTSJ5umnsfCQbpIHXlx8rEdZoAyVClk99nnjTDQp+ZvZs2o3lbZQ61pQ77klP
3tng1uObBl6HtbGbyC0fsXTri7+HqZiGpxEyqAUNsyndYZOocdH/Gpux7H6n8ah3H8AIhOKUJOZE
FZ4qiXGoGiXSf+U6wo+Cd8yappexQFtz8lUFa4y7Gl2W5m9QQ2rzpJZ5EQNpC/Rk18L19+5yjC65
JXU1+6C0Ruwcsn4yxoOWyByfoEQjZesoGVnobGRh+Tuv80Bqm4i3NnG3OZp3ntxgsmg8BKFj/q1N
sHB/BFzSqPoCGpGowCZYgJWFCz8HC7hYGDcJumYjlqFJaVWbCuOGbDMEDrqbOvqDX7sMJ/sHXi8n
8N0Ips1W0cP0VLaD1+woUrnoDbSd9zmPcpcHF0Gwn55XVLrvQnEY7r28RYJyKO0cj7Ghd1HirGFX
3IBF91RfWFPlbbwod1g29FjJlsAf/S5E0Ex+n1u15ksi0gwnpST+PlNvGh9pm7oAxiOju6hBwB7R
XSOOt/roZvm+7jMVBWE0ykDgSwgqpSwV88UUUfR3nffptFE7XpWHGkA8z6DLQ711eyFVgPhFhg1n
ERftlnkheBvdwaxIA8Lqp+jbQNuWuZwqpDhH+mODEpn2UzHkU3PjYXCLdt2g1KmAeBR546EJJi96
aIZInQmAjWYMD2jZhBTHS4R/trneaMqtO1D53aiNYbSbooPbg/JvjQ+bn2eDh0Jpkmg4hco64QGz
c8t6rpshCTehJosPlUfJh5cZSMNjhAHbsC1rqzU/yMINm6emzhLuyxiWO7Lt/Yg+ViPa8uRVBkYd
ouk9kn6rtuubWOu14NA7Za/fOU3UKSAlKkzX8lqtvhMV2E8REhehX+h96/lJOMh4lxHkfyfKV/O7
miNJQq8bCXzhSK0fTJRKndqPo0yfDjwWIKSETNNu8I00lmITTIFVHIZaR4C57KLAPKQdIeim68A4
wiJOJYZvmouvoTG0xOmKmzTRHhxZb28zB1+oyG9rYav3tMj60fcUWiT7hpvr99jpSXzL/443rdmK
z21TDU3nd8McS0TNUKE0UaUK5jpDOejbNLbYNZbZ5MqHwqjxUIF+w7tQA+7PkNbVWq4JnpYKVHaR
VT+tOdC87brCQVojjhIaLihYIhCqc0z7A6oWxnjU1CEs99VUGNMhoIsrD3reJRwL1NzyTZ5QAtw2
vV2ltx5U3M+xA7gQ4e7S+VggyuT6qGnU5cGVgfczjjW8wNoGN1G2Bex0v6mm8Adlk7q4GYnpi32W
oBfnG6FI1iQNL7I1Cm7azJ4mVaRb/Gou+CZbQw44drW4i05FZIenpKxK7hateOQhC3a5LlCIMWVv
/Gm99HVUbCcI/mg+LluoBPVpUyKjeXJ4xm4bFHJ2mPk4Wzyk1z7wIgmfh0LqgQIDlcULdiXFc02r
xBSdPA6N3ygouI4ustR+PgX6ptHLeEUR4SJDZECKJlCeIW6ThS/KYE6Id5FV6tFpyA3na+ha2rcU
lOVK2eTqKHRsEb6cWU5LyqBaDxK6mhOdtEmv2xvFquzg0RsndQ2Cfm2gufwLY4A8kLbIeTrf2WaH
f6iITzVi47d6BmUc78g1m5CLgh6TRlrtAvSBzw8A93yUSrSRMpZtfAK7Et54wBF8e0iKo5PZawWS
axuC7YD8x9yOpgdxPlTWjATrfR+fLLX5IDKPa6JAVodQ7xtt3q/vV7eufhf7DoNOzhb11/PBEuRF
GhAf8aloM/NRxef076kdmo0x6muF+qsLRT0LyZZ5uZatjiIrEOoSGcVJzQh5ZBExaj8rnhN1L+9/
09WBKL6+ypnQV19U0DIzjguDyPwUwKUk1VAc+7OB0oj4F1t8xgyAZKKcDGT9fO4yXgWzUJIEm5ZU
fnHQRBLbcqqy4k9LOi5wKao5HCN+AYp2Ps5UF4E+QQA6OZElt2Gk6fvRcaOPfzprdFmRXIZWrs6r
tBgFB6+R17ROT24zDA9Z3akP0ESzFUbB5X5D4oNqEZQybH2QYzn/lqyjLaN6nXOUZQZ2FcDMhiAI
Oeki0/94ec6HWlSo1DbrXATEnKPTS+1Yq4X7SHNqTeXjymYj9AAANpdSKdsuDpAbVjn8yt47Voni
3NayC31AsWsQ/MtpA2ZA/3O2HIPrvWwrdxC9TC1rwlPVwSAey1wn5QdIPPhZ7SWf/3QnIA/Hw+eB
TQHWuCyQOp2DW23uhSclC9XmsQArmB9p75r798e58rSfjbO4uSd7yr1IyaOT0Dtk+Qtlp7W/IKhK
3wmsad+60D3eH/HaNAIPoWuODA9Vy8WJTQfhxnMAfsJCLpMbPe3zO2wz9fimt8bo7/cHu7IzoOsg
woyUOeKWzvzDvIlcRr1PFAxgohP0Se3kaCJ1iJKx035/mMtvolwMtMyAn4MQy1LfaOZMeA3R6gnO
efJtwiBzb8mSXD9TpjVt9rWx5tr+m09K3MzFWGFKT12sT89gS81t2ar9jmrLmsnf5ezNZWUoX7Bq
gIsshRQk1b4gHIb4JHIj+ExhQNvTX3X+tNkC12ru0tGmYp0umhG5XRlmE+fJqUvj1tlpdu/JD/Bs
km7jpZNr/GnHah6OpQLia4FLWV4WKpr5jiUNooi+pyIwDO1GaNJeCV7nWOSsNO8C+OKJ5WWakV9L
URt9rvdbkoc26GIU9AYgJDWXktXdNKpbPki3Tx4SJVJOplkOVD+0HHPRP96UeFQBbpvJc1yNi41i
tQl1oLFOTk5LyZyUbcIlGB54+QV2MI497482/20XH4wg+Nz1IEBTFze9GZpVHylNcjKl0e7Jgmhy
2pXYzFYCd3YixX1YtPpN49HxfX/kK7vURQ2Olg4R7vzP+YGIuzj2sjxKTsmYZVuv1uKd7PVxZZde
GwUSOZg2sEzQThY3ieUOqZrXIjnhwtF9sdUkyrf8xzjcvP818xO/nEec8GaNSWJ2ArXzrwkodQTW
wDzCBZ4+2sKsPiZOiNBtQNZVUf9dU3K9cp8gycAtCbQewPGSP507Yz+FvRKfqhbg7egqUCRaxbsT
WFythDfzz37xbVzCqJcA5L/IeopiSurEDBCECFvkt0w3BEN6rDpd/Yw8QbdNpm6t4Xf16+YFI6pC
9GkZ8PZU46EwxcnJ6jRzn5NJ3jnKoPiN4bQrD9u1E0A3kwAe3X/iuMUJaGIBbmPgHpOxyD7aUZ3d
o+uR3/WiULcdzCTLb4LKu4OsuEafu/qV8AnmD6Uc8qrn8uZNGCiLo3QcJKdBs9vvhicSmAPthNb0
aARirTt+dYvCSVUR0GLQpZJUFOX1iOpFcnIlKvVBZVQ4oabprui04t6Gb/Pt/SNxddu8GW+R9+VV
Q2GLutcp70eTbnz2K5QKYjM4F9/RuMJdPc3yFRTOtRnVWc3ZgYZGNZSSs1fWKLKo95S5shkE+Fkl
kdv7XSSLb0FkqPrK3flKrFwejLejLbYOZSe6W4menLSmrcztUNR4OnVK8JTIZDgU6OzQU6QQPCIi
5/itYxRfoI+sRRZLWtX8LLq0k4mTZl9K1NLPP9oLosnrY8z/ur6n4llkTvGzTiPqScIxqNh2Zdhl
6DXSNKSFVfbPjaUHTzKuwpscM+nboVGnXWQXKLz++Q6YRd95xriozKWMn4vHkx2gx3MaNRlhg5D0
7b5A6SOmw6zL9NAXzl889tVKlebqJpgFK/mzMzJqsfGAJgSBlDTCpUWvBxe9z1MSqChU2srK3XHt
dSEfI8qaYfYgLM9nvnaVJnAFd4cBJxMhnSLZ2tCJV4L9azcUxS3atq+hyRIvIEo8mVukk08lwBkM
7u32YxZ1KDmYfQ6HU3j3RmCKG60OwhWI5dWZhMbP2kGrh8d1/n1mk6rI4WrJKfVSa+ehmLYL9c64
A3Oyxoud/6rlWQJQguqCRRyCsP35UDxgMp6ln07T0PzKPbaqaOvpV1sb+jdqf+Mhgg36rXTL/Bc9
z3YFI3j1DGFGoUMhA9CNBMT58Jka1vxOkJ4acoID6tUIs0dTgpWpPlTNx7SKxRfM6DK69r32c8it
b2PRmfvKlcbHRlXo/kaIzn57//xcW3jYKCju4/dJ7DtvvzfvQzqODaVjQiS1NCieNpo27YNqEj/0
fuwo1WXFd7oK7QcF1YeVCbk6NIgt3l4btMoyOuuNtPNKFTicUwa9s4kSB3IxEssAFppc7YutYlg0
fjVsssptlnueXDla114PlBjhz0O5myX7z79dMYKIZKBNTjq61I810IpP8IySo4YuHBo+kXXwos4Y
/0UYB5YfDgslxPlMn4+Kie1A9a1KTllhVqGPmlk5N68i5bGjUn5rFJqycrivHTGTWjK5FGE/Dkfn
I4ZjNKR0tJIT6tR1iBmXLD3cHBQc0/AQy9ainWvTikAGSdsMgCfyOB+um2Ddu+i3n7SocRmnr//C
fg/cDpI30b7ve+93RKb1+f2NfC30gLlA2qbTF8CV/HxUWDMIXEOWPMluoJ86hVlOy5ye62EmSso9
Wnztp/eHvDavZKbqXAUmZF3O6yCScsSgjSEHo3h0onAYt1UTdhFQdDN9/heD4bcDbhtAKWnb+ffF
oTuJsRAk91aTfbYk6MB9OcTZXw0E5mj3/mCXqFXeewZT0QSDgQmn/Hy0wSvaGqOO2eyXPEZJMC5V
wLHu6MhOG1sLN11mas+x2haIyOvRdpwc2j9hi36ZMkRrTZj525YXN6A8XghQUxQbFjtqLlNJJ85T
eq8y/RbkQpzSMqI4Sbzjnox0qB8lMp62b9B3fbBcmgArYcYlg2qeEO4qCLm8VNzh5xNSQyOqLYUf
oUlbc+NpLYJFU2eN26SOp8cKkWPk5COEUzVhPiixo/lqpElICX2/lgdeuzdBSNMHIiWjUDufhDdX
dhcmEez+Jj0lZuTuKVzhwG1OYX0vK3fcoyjl/W0OeXasSkxVV/bFvO7LlZjZwWAldHSgl3Fg2yAd
nClpdirQjMCPMlLMr8JN5FdFWEmzsce2PRgoHCEQ0Vdi9j2sBwvwL4zqlUvt2i1DNkUVAyYIG3Wx
J5I+zxCOlOkJSVXgfXFDf2mDLwUt6Gmk4r8XaRj8VpRMnVZiv2sjOzTodNIcbtRlY0HwXQUenNmM
8dEcP8SWNdpJRZgfMgk0wW9AH23k7PS2MvvX7huYxXPLE810RPXPF94cvHI0e4WXwyqzB22oe+TU
ivpDp8fOSt5x7RvhcrLFCMz41EXaodhTFAPloN0AuH0fDGK2etDsW3C/yn2bR58R/VBX5vX65/3v
mIvwrLXQLYmrIj2pVMbu+zH8AJaguA/KKr99fxtfeyuoWtKzRrEPTP78k7w5QSUQv1oFbXAKytoZ
/F7HMPlQF1J6G0cvQun3UmlWop2rY0JKxJsA0huQ+PMxA0TaNWus0lOP+Uzqm2KSis8JhzmVGt6u
7Jy1Z//aPUFAOQdXLjtmWaMdFAx3UkNPT0MMbi3IK9BwehHUN7qe2ve9E0fCb3kltwpqjCtb9er+
IaKirDJH28b8+29mOOpAb3U6+0cJm7tSDU52guZiactnJQ7a7Ziv1TmuJsroRvzfERfzW3hOprlD
kp4KHfws6lXqtq3qYAegvLlzWtFtJ6f4luuDd9BR8zzEkdRXrqRrqZpL+4foHtoHd/P5R1OzBQxb
sa30vLAOOFhVvov94kq58eqy2rPH2YxKoOp4Pko2RcZU5216igonRV8Kn+A2td1tqHTRQwdkfd+J
0a18ZQR7+/65uXpC3wy9WFU7wncdfBPNDLrDiu/ZWfSpdsE8+qozg4jfH+3qdM7qA/OhAUCwWNEw
bhFVa3FbGpUJQwC364isqrpHyO/9ga59FkC5GSkPSsFZ9mh0QUFei+fEzEVD209saxCAf7WcgkKj
gon/F8MRjc9kP0Sbl52nSq+mOAlddqpNx8GPi6z+Agi2/a3YgVyzHbg2ieR2c2t67tQYi7AxQ9NY
KSaFq05m1bYFr7+Z8OFe2ZNXZxAhoRnmS/tkSZaHGdCWoRdnJ0FPQ92YEdjYg1FE4mPfOm67sl7X
rlJCQRjxcJgQ+FgEp0pLl9yTTXaSpZF+FKYYvzXoaX5FnsV0Ny0lhH9RZSJhe8WYvOaqi2AjKLQC
hYspO1mO4hDj4ybUeQIsYgY0fVNGo/lUB+2al9yVWUW+Dk3vuQCPotXipAsryFxcPrKTORlB7yM4
ltE8BJ/mu0qrr+QX1yJcCK6vybjLo28udgo3NmLOOtWfBu3yrezs9i42s+y2HovxYIeNvhd6kD8k
IM8q32rUequYrfM109piZTddWV/0pF4tZKFykoec33B2GygZN2h2SjpzqG5lE4AoxJUGrGgTT8aL
KJr2+/tn8sp7he7QXJ6H1cW2mpfizXvVFBAWUCEkpqPO+pdWhnBWmljd5WpnPEL5CvYA4J01NfUr
h5Oy5cxX5WyqqFWdj9pGlYdYncoCF9OobJvIEWAke91Nd+9/3rXaEzccXGaKPLPcziK2goSIrUPR
5KehGc10pzUeDThbLzPca0rSZSD9yU3S1Zuks5IdYUO+jeoQdjXqK8cga+sbuxiUp/d/qmvrPHfN
LE4xMeaScjU1XlCTQecnwE/aTtQY//iKVtYHiDTqLWTU6tv7A14LErBEmYt/Jon0BRlTD3qBSyL3
FBEQ6tqFQCe30keYDmo/syowbqUBLKHAgIpVmbEXVUmLlc++tte4Kmex6NdHYPGu0V8CHuRxrCmr
Ti9xPf3AU3C8UczO+ViB19+z3db0FuadtMjbEM+au/Wz9bRuLl7uAeNMpafrfHJzY/wgQ9We7ivK
983Go6awRajoS0pLagTpI0OMrDzPmD6/P/nXVptwkFI2vEKa+os7tOohlljD/+HsvHbkNrqufUUE
mMMpO82MNBxLsuRwQtiWzJxj8eq/p+YF/l9NNppowweyYUC7q7iraoe11+JUzxqc+349laZ1tEgP
fzhtOfYfvGWwqp2X4tZWm1T2yNMANW24rNrWiO3MtPOgU/Lxq54uynOhpuarI8b62Oeq8hQzDni+
v9CbRinXU2qm8QyP0vWpnmdLGG0fFYGjj9WJAS7looqEOeNcbZ4YXOj/mDKl33GqNd2x7NBQyuQU
SXQQI6PyrvnpBlPyPsx7xSoCI02q3yj2JgDGnelbu1TTRTWi5uAmAjZqa/EVM4yONsxOB1o69bOG
dCGUhZV5qWqG9+5vxs2bB3JUCvuE3JRwVjdPWCkJd7ZaBEjeGU+j0ntHYHlTcnDBBBwUjbmv0GBK
aExEdDSRtaYTIXwmQMMDGtMt5d84fbr/m255ImkJmTQhBIQ0q58kUlFPetwUAW1mZ/LnkVFUdgcC
w4OXqC2vzCjKPU2+WydQth1kNs2f63qF1ldxCHNhESii1s4WKgDPHpCZZ0b4m/NsgRnwXMU+jMUc
RoiJTWLPQW65JZo0VIEJBqHeWV0BeTLFZUnXObBNyCaO00Cfzh8NgzEC8OzLxROx9YpzHRomPOGy
ofBtM3zpc6m0h1bJmpe0a8W/8Qxoyp9bt/qOuHbN0JI+5d/vf6Dtu8ip+5+Ks+yyrl9jCIJaMw2B
iA61Og0HpiW0r0bemsvOSd0GWEz6yn4mNyNFznUHIktn+FRkb61vqNoJ/tPiEUQR4UXLoRX98fCq
mBQEJCjdDmMrt2uWwWNcwQbMm5t2dGziqlku0Kk3006CcWP7ADwC7eEWIHhc4zaMuizQ1qAr7mZg
N42wKo6QK+xR0W3zUF4TdLHxaEZO6UyuLhzd6Fgt5QUa4FUC/Mut3SMwkmTwy8SIvxVKieYA87Jy
DFX1svGv+9u5PVDYt6neSPAtTLerkM0lrgAalmQBSCvnF4/JpeVU6qMa/V4rbU0tktHjfzrFSXha
+r7rTpNSiYen1aWMF6kgZwoBHmsdNDcxHYkEbtPASUR+yjMbHtkOhFfGidEEiKfG5bA0ub4TyWyv
MB40wAcSRC0Z7leH2YmSqCJUIa1rZz08wIu2RKe5cyFUtQrMH+PRrB9HhGIUpKtJzsVnXyMfSmgh
a33mi0N0vXynHLgcnNEaL2ZuNB9JzJPfG2/0dj7zjZUCfqdBR6NFkmGtwgZFiex6GCh62ubkUecl
fIcTJC8ZuzRmL2EUKke9+b5r3bgXZDxKpAiRNxjRlWulcR4X2UKJZVEZxz4OxehkT3ljNAY6xMrw
631rt1ZIU0OiKcHnQFd+fZAaqgFV6BYkl/ZkMCpcMt+0uLPy1e36KaDa3is7F8SN9dGBhOvQtLhe
AXddW5TkxnbthXmg6b1qPy+92kynnvZL/Q2+hz2VrxvrI6ECKw5RB+XWdYd/MdPBErpRBka+VEcV
joVgLFrG0yhlXUy6FF8f3k+K8ig+QEtGo2aNk4MyLUMAO2cSNrXzp6U3DL/wdPGjtLtuPvTMsu5d
hdunFW4oSQYi0V068fX1fqLrpKXJMpQBgxW6cqzn8C2EuAMhJ5E/WePgffByTduD59245iW7PZqF
8BTCobbyG+ZhYsCzSxlwAelfFQbm/m6aWDzf382bVqDBgggUJP2GVUlrI3NIgecH1VxVp9joRkRK
pr0w8YaPsHeM7rB/Eo638kjYW8vGbOYKaAb58NlMwBv5U2Kl+nnR3Vg/d7rQsp1jsDUK/pWJQCh6
SExQM7j+bEYctcnQeWUQ94n12YkXE1HVtvyxxKH1Ja8Ge0/PdbuXTChR9gMkKmHu6zGlFPGrkApE
FQy2rZyGmvHwEMWcnT7KrWVB30rVnS4d3IErbywj00xj28VK4TCZqOdMgRdVyPRtS6l40Y3zox7C
qiSMAwiIDDhW3y4VodO7sAQESGAZr3HPMKZRiZ1nYHvE+PsRTAFmS9/RWzNY9opCl63NmmDKy/Sl
DJf8FEbjyDtb6MBtu2T+PYzcUNtxke1NKc1SOoEQl8mYda+1DsFqzoZXBxCojG9WlGovtMYhBLBt
L1OOD28kMCN4ogzQMABDVhuZDORwehQ3QWuP/wyQ1l9E9DjPDUySeJ48aYikb7yjYTRceOPUBunQ
lAZSBVbzu+io/J3uL+aGFxJae1IoEJqbzb0hwtKMcgpaga4zTjbWTvSCjMm/el6XwazUe1DvrTlu
YGr4OjBbwGTrC0RUJqQb2TIFcRX9MTfI9ilq98m2RhcRNbE3BLiNfd/v+/cYjLrwmu+t6JtShdti
DrRKscGrhWqN1kTaZyeeb+9jORaxB5NXAw/+VHrTXht+exi4LKUYswqOjGdOhsY/5fpuCbS/zBrB
CYcAunTb33pt+RaBpzo01vRW1mpzfvBr8qgBdZQ4FwoMJJHXFgcLdV+j8ZTXuHUYe5/Nk6JDaxGX
Lu/boj2aoL9bQySVDEZjf1c3mKZ2zKDVmvKa5Lr6RILWM4KW9MsTD75d+yH3w47FzTmn4EzA954I
IhW1rsQm86BWSDckAVRui32cK0Xp/SjUne+tGs/WztnYvANY492WSROLI5a+3k2asAYoCjk9M4rK
N+dB+WQOYg9weGtNkisf8nMOBHJd11ZmxDWRsHeSYJoX6D1coR3dwlVelLycHg0SWJAcfeO8S2L8
9ZOTx1ZawpWcBk011y8gefKT0CZ9p4Uu3fqqiIkViDZlPkfgsxlR5bYPRwsupmCgvPJrBWAUDtck
pZjYF1FY/j2VSabmfgcTS/RhMMK58p2s1VFNv38Ybm0scSzNLrYPmr7VxsaKGkbZDKaekmNYnQa9
qbojNA/W+Jp69vAfnAV4JvEs9yhlRflrfjrsXjdag2ONZPMlQGtkqark2Fdl3++8PrdWxYsgAXRE
YrQkru1MrSgEOBsANbmDvCmtXvd74urLQQthrvlPxsCOUIAjtVvjp8M+1JjowBgg0JGqgZdGJ9gC
2s9LUYg9jtrtceMS8XRuS8YKpRza9co8NZqLOKLgPoraPCWQeaBosHiPdq3e946nGzigfBNW4fgE
n09vTwo90KLxmOiy2j6BgsJI/2E0Hfl1u0h3/PDGuphDkEzylFcZEljFC0UNZQr1sSKgWyHngCan
VM59UcEBdt/hN48rS6PRCsc7QQNT/PKH/OSCY1qGsdVSu2zzfmx8tdYKxYe2qRJHZ6yTyG8aWee4
b3TzyGGUM8b3IlFlmatTZi9kqUlTREFUmUqQqIp6VuDYgvmlLZ6WuvsDGSdjJ8q8sVB6Tbq8xqhU
b9pkKS2SNAH5G5jpnJz6tjb/qLxm+szLkR6VEObHnUVuDx0eKTVFaLiCgF5LD9RuhRjpRIMiQ8bL
PXqV0/2jqJH4tVUE7DD3d3S7OnohdGCY5CCmJWe8/oxNpZqxDW4uKGZFqQ663qr1EXlq9I7c3omh
pLKKZk+DY/sZoS8AESNh3uRZa7LR1DNz2y76PPAWK3yBuxmKsFyY/Wed8NHvU1Tj/HFItJ23Yns2
TLhyOe80+oiQ1uAnWMwGKMZoO3jTAibVS4Fnzk57fnhHQYSCgyQEpGu3Zse1S+B4i0MHM3OWH70R
J//mZTl8c9G0AoxKC/3LfXsrd6FHTEoHq6NEATNxvj7xC2jITtGr+ZU7NTxosn/nwqx0jHtnj2V7
tYHSFB6p074C9oqO1uo5UAFPqbVri9cSdvYvbVLZVFSXZCfuumWFRgxaOvxiym2rQ94v8ESVvZhf
VbOjXsL7c0pNI99xfFPevT9FDnIx8kBTJQabwjDo6g21wmluq9gSr3KeJzsY6AHrp9JroXJMGs7K
ETFiZz44jSP+jXq9rnygLvbHiOTQCCZ4Gf/Qosr5XKl9M5+6sjB03+7zuTqYdpcoJ9agKn4EImz0
uwI47POkQjH2Ylap0r92IyfkUE1Fk5/pPpvTRRdGFZ/VPCzstwHV7PGom7H3w3MKU9B+mUj9fGE6
UfQxtZ0ufs1qtytPXi3a6RCprcpOmSRvTyqwG/Fcek3xNctiZ/HDtjbmx3z8fe+A8hP1U+HiSK0+
0aJrNSRNrvraDGX3HOa1d9KKHK41L21gVUNJ7mEfp2gOvIeWDLn+uiqjFZliot+mvRpTYx40o7ZO
EtzoD4uR7vnF1i1cTSfc4dWmSbwOeehMjLYIF0R7s773hwjUw4Ja5fH+guQGrZzPBTROtxEXhFx2
tYGmAztd1s7GKxImCgyL7RyeJ6fTTihSKwddDP/2qWZXZzEyQnff9I3jxUbKAMsBvLRp+xvKNBbJ
nM+vjVUWx1Ipo0+qnjs7HrK64vEQyppgrijc0QyhFHn9rhjwZ9ozxCevMG39aieQaM2u6iNv+yOC
VsYX4V5ms12WidSmQYtQAiho4V4bVMphsttS0V5TaAOfurT8Ksx6byTuppF3Qg+KJDKsuzbiVd3Q
p3ajv0Y9EP4h0uIz98Wy4xzbG53auE4FlwoTqqpr/uo+r3tDoXf+CggirM5jvXSWD7ia+jhstLvT
hDc+FUU0huJhHwaYu16U4/RNiBSr+TrHnvbHAHPhs8FY/AuIhei1YTT/PGci3XmLb6wRPCxmGV0B
ZLWm61IsrRMQ9ZmvJMXKd9Ntw6/LlDDghX5K81gUji8C6ua0mVK1h07Vql1kTUJL2tQ1XyEJg9tc
sbKjWcdMl0EBeAxpyu2csFVM9T97sgEnuRSoi0gv+ik0zgobAWsKMq9pmE3HGQ3kgzN3cEhW4+BD
LTl/un+itx9QRsTveh+0Hmk8XttLqoTBQbgyXomFnfEQCqPunx3FLdtnzeuc5kPHnA5g/bzI9tR0
t/eYZdBcY6YBOQxZmLk23auEeNOiWa8JlKSHcFbDvwFCA5YCJ3WZ20h8NplmPMzauEcidmOTJaoU
aC4VAKZEjWvLKR3tSLhwBdFPnY51GvYQSooQNlmo8Mpyth/+qFRNuKktGhHydVg5EbzdTc0gLNUu
J0LdmL28ZAuy1kaSZ6PfjGL89/5X3d412IPznEQYAC2pwPUChbfEZp70yiu7b/p9X8IL4qKafN/K
GuKJs2KGESq5MPoeG56ieTEzJ7OVV0uxgtLMlmM31n9Nlvqv1aPk7ib9lyR2u6OjirdJs57cdJ53
Eh7pn9ePIT+B0RUOKavl3rteKbhxAJ9ENsFg2kN8tOfQnr5kFckA1JGe28MHC68AEuVeFoc/Bk2D
NdJRIVPc2YvtOSK7oxFDzkVaSxf9+ncspt7EWZJFgdeEni/aodbo03f1X3bNAG6dMrloxnOzV2TZ
Lp9EXSZfVCpJitb0+qPjzTRKiySobGE/MRzQiZNZF7Xqd7FuC9gtVfsvQxeW5deL0X8ttcb8cd8L
tr5GK4PCqiEbUTzWq2PsOK3qJBPwtBiSqdcu09KTVTbTjkdvjyy1JFn6R2YJh1tjrNLZCbMcvHBQ
KrrqT+n0Qu/I9b1ReQFHsFcruLEmrkQqqcQDJrnE6sByWfVNGvVFgJRO+UdmlObJ9dLp6f7OvWcj
187LosBPQpyowfK1rrvHcImbi65UQZK6i637DbuX+W1LYfQyDFryoypNdTl65VRDP6pAij69RDBi
TEe3hK3SrlW0Ze0CxaQv0Lx53yO6JJqvecCPD2mnNtVRaF5kPHPjOOnO7MatLaLazOtL20C2Dq4d
vkgHpyoHrwhSbbAPNP+Vg1PB8Ht/i7ZPPQAnqaTIwBF4402xckahBp3nMnDQK0PX07WPU5jbhxoY
9Pm+qc2CKOqB3gLGS8hJareKz4ZwsevSCaug17zkMI2xcnAhit1ppm7uCaxwVvApciD6f6v7qgrT
odTyqebAFsm5aQ1CiVbYqGKHiO34gOHH82Dr8Y6r3Vic5LMgXmJcm2WuHNowptyGyaQJertfDp0y
MHVravPp4S0kvyIfRlyRquW6ZJkXc5IJRBCCKdTGQ9/1EWlnnRzvW9n4BCR18palE8h7im7KtefB
7m4lTTKxFiiAnxZhp685oc2Rys9e03FrCoKk91iTOV3G3lbbNi9IwYzeUgfL1NmXbjCd4xjZjC0q
8cMPCAEQoyeMZ1C9kwi461VRickM2H2bYNBm/Te+TQYLCtKDp7QRc+I30xBCe7Poj8a30iz6Xeg5
viMJVytU+7TU47ptglQ3GKjrRQqNe7j8EWZxcfaKXHlwWompTgwCWiCUJtfaFM+TvpGViLIJVDev
n1xQ2pc4y/rTkDkPtv3eTbGZEvtJx5iq4fWWzpY2mHmrYSrR6ic1haqzS8zhlFEb+pBC5frpvmNu
DxmcKgRDVO7I8JB/ubZnOnXqKaHRBMCT7VNVWOW50JQHQab/WxUVQo4AkH9KKNdWrGYwk3z0mgAK
UvUYuVrh55O9nC1d1Dtx680FUYakTYaMLcNs16YcLbOnfnGbYLG08C+QVtMvXS+WnTt+eyWybT9Z
WX0mWl5oJ0C9FDAmYh0S2+nng5HqLboY4Fq/K9b0z2CP6df/8LFgpZd3FZ9sndg1TmlpDHa3wRK5
0cskGdcNBC0e30HcHRALeSQcC2sZZ8vsQyVu7TYYoPblKKfIqcSJePhGJCIB0wgImHCCKYHr7xRC
xt+0Lo7ehWl2MKGPDdwmml8c5Al+ub9tN25ElMRpoMm5Y56IlY8DXIwYXFuaIBq96EveLuqz0OIP
kUjGnSfrpiVqCsBhJfZ2XcpNKNtZZe80sHeqw9Ht3MTX4tQ9iIT+wv1F3fBzqYnFvQtaRsK3r/eP
MKY3xiJtg36OlENR6+VZj4zP/8EIlUhZTaD7uo5gC9Ue7C4u20CTmX1fLJPfC23vMG3i5HdPIPSV
0yIUIVf3eTvCs18PIw7HSX1uanj+G4GECcFa8xwV5Z769K2vpEugjIxiUbCVh/uneoWTUNXyBsGq
knBOiQPFoJxLJenfhtGqhh2fuPWhQA6CRpMkIhTsrq0ZjJqGhVhaxr+N+pJEKuLDFto/97/U7TX9
PytrbFjoMZoGx2obdEnSHinzl4cmRZumiqMf9y3dWg8dBIIYAjMDDMD1ephB7BcKk23QKsn4nE6L
eYi6OTz9BytkiHwk3G8DeY70soKI0GuDGmq7Y6uJf7QCVYn/YESS5dANIWJfR+pJ20xKNGVdEOox
ysJTP11iYT0epBM88/LxcUAIbrC/MA+63uBWXQBgwv1TM0bLezYR6tQv/2E1DMDKGTfe8nVSixRV
by9h0cEU2y6L72WzavttWTZ71Kk3PQBY7ftMGc0Q6Ys/nZ/es3oGuhK2rRDiSGrg+AiUPZzPcmdL
yAIge8ixePOureSDNSejCbUcWlfGKaw7xKMcoBgPbxo5GoNjkoqKOQZ9ZWUEG221NgR2+agd0jRR
jkY9PH7DEYyAJ5HqevLPlZVoTG0kRC2mBpCi+EVPEvUfJuGMT9HSZ88zl9Bf91cl46mrJJ2yEuuh
z0e5i6r66nF1y7FyZhcw9uLU6vBUxX2jfJliMSyv4SSq5rWcw9A+Jw5q3U80ovvo4RCdyiGVYIMY
SVK1rxY8FWz5bI51kLUdJdo4irQfdY6q5IHpMOV3CIaGvRtw+4qQ9WBREhjjM+uAwvRStLKEyTEj
ghkOZamYxRkcw3IxLMRQfEcvir1y8Nam5L2SoG0qN0RKq5OgDgyKpsDkgkioU3z01Lyxf8sXY4y+
KmarGH/VWRrtFDHk33n9ba9tyt/00+mLummcqfn2QT+o+seM4tjRjov+d5ERg953o+1Bl9cJVz0d
dynNvPqKrrt0pgLHY8DElnKcW1DUeRPVOw/krU3EVeFyp1ZGzWe1oGTU+lHtmiEQRvatMLvBR0Lr
47Doz0Na7QW3t3ZPqt3S42b8GDrP692rKm3JKOkOAUJz3QuEYn+DbBYXd0GY/P7mbSzJ2wuPZgaB
thZPzLUlxaDyV/dzH7hVrRxT2EIZSDI6P1lEu2Nq8524t3iRQUubhDOb2YtCNFVio/MchCWsX1nq
Dce0r/cO2I0FEQUCAAdmJdHTqwu5a+ZRSxA2g/kkaXQ/6pPvcxYWCJ5byI8/vHlUx20AC5xlGp0r
nzBRzG4mVx8BIdkVU+o1s6pIIHlafWhQrtxb2ua+fEfUg44jG5H3x8oriJustivMKdDdiWdgAGpY
HlDLsNsn1Mgs2saiQ0eLVt34rSHlG3YCke3WEohKNk7eIYpdG+yoQL2DT6wGdp4np5FSy6HTwuEy
LdYe38Imc6VCjGMyqMfZpu+6CrYBNy1xMxUGKF9ERtGiq8hO3PSMNLMZ6Hnr/J0bYfJo95OGGXcz
b5KkfiZ1vj4LbjQ3dHJbJxhcZiMudIAi6wInu4aM76iIPeal7Xmg6gr9Mr5Dt4we6LW5eRrGLOor
l+HmUT30sWb7qr57O24/mhQ9oQnPjBxnb522KAb8Zp6RLkEeM1p+bN0e73T6zi1RfoQ4bOeQy+N1
de9DDEvfimYcIwVyWPd6UbWWSoEGYQRIkZvHuALyZAu3PevWrKIq3eiHbkjoJ1MEfuoafe8t2PgN
pIPv/Nk0A7ll1vQ2dgyGoxicJYDkrY3O7tRiojO6Pv9Am6u1EBZFkRLZSfRmzvcvg83pxDSgEbAp
1J5Jo4zrlZtajL5mWGmwlLt1fU5HI9bOXh3H+omTOs5Hnl3LPVjxnC+nWunMB8l2JGIKJB27D+5a
KsOsEsbGJoqqtNEM0gX1OSvz3F+0mFgqnjrtC1qse02WzacGdgYmh1yBf+iErm7afii8ZFlsixkp
pX3SlTCzn63KymlT8kaesjJBuG9qHKARZq+jfGaSKRun+7u+OUTyR0hRcTmt5RAaX++6AkqiEHlm
UWCAeIcrKX9ZSkvf6S1sDhEjANBHk69QY9WBZV5bKbp6cUcXcrQp1qqXSTjZsabufxysXRn6m6Zk
uxXoPJestzpAdEpIWjQ3DCyvN8W5R0OmOERIDy4Hc4AP1n90/6AUpkrNP4TBlJCvV+YYjVPMY+8E
s1dHvh1BtdwkSb2T9G2CJ0luR7IHspQqyoYau9Y9mk2Z6wQjdbo3x231fxyALM/1hDa5V5Tqn/dX
td1EnIJsGdwlG8mHu15VPirG0g+uF8TCzRhDgQ7hQEM3/2RDu/bojcfrRNFdduvlLP9ai6TVrRyZ
zy4MmKUvYVlXRHtU6rY+qZ1pIReKxC9QScUt9JOmxHYO+b257OzvjfXSfKLjKWnfZfPmer1pbbn0
U3CaCs73p0obhmNSVO5pdAbx6f7Wvs+OX93wBtEvNWteZ9rOYKKvbdlGLqctpuytDbWm92P0j+tL
yoc33jK1GdqTnXDhHpFTRDOlJVLoz2rbtualHoVQnrgRc3IBK+qYxJikPmhqxKn4CsdL2Z6VNJlC
Xy97O/vQLkY7Ht3Es/5tu8aq/MoaNYGQbF6Mo283NSTUceYZw7dWJCZWIERvj+mQD/1R5GkFQZPg
NJl+FrWMVTLlVYa/ZqYZTk9qVrmR33KhKP6k2d1FUKAOD9AKmcYlM/v5TSt6e/oUenYYPqcDcLmP
2qQ07asWNW177LwaPo25TEzjudStKkVl1OwLAHS5WfzGfJtYzq3ZhvNBpMtc/Do4DOde2kiNolOq
991yVC3yIt/N7fkv+F3K9KAaHIhTUhQQBNYpg7snt4hm15/cxWg+ZZ0+IvPc2pbyBKtwOB44Z1N0
Zl9V87Rk0PV8Gkpad52vCTF5ZzVxuva3eMig7fZzsjEDCpGm6c23VpmaPwa+1/g1HVu3+HPWh6H4
RUla6sBRHWXhr3ODQhqi8uEchy+ukZTDL+Gsq+KzZ1SdAJOSaNHzMrVa7dfQU9UXAE4W8S+Rp/0J
4KxbPd13uu39QW2XWh64bRqTxDLXPgf2tEMpsMjeCDeNP6emWb7FBiILRu0WZ0Wty51IcPuWk73S
4EJzkd4MHKDX9spZWyBiGuu3asqtDxov9ngMoTf/jeJz/DLRqX0FejX+6GZt3kmctxEMzSdSMuTD
ea0Yq7g2HRpmJ0ZF3v92rh9ROqp+bVXIeU/loCC7Y3alZ1FzTsff72/x9iGldM5yYdzCdYz1XB0U
EUmLDlL6pjTphCyymEw/dhu73Ekitp+SxgNsrjDY08ijA3y9vqbKTHXgUXubsp4zOFZ6/m/OvPA3
DgcwozbXrPp0f2nb2xGTrIjlUdkEvH5t0oh1BN4aI3tTsqXSzzpy6/mpZGJ4/AhtxOLuOOt2J8mC
YIyUPGkSzrt6fJKKGo6rwp1QwG59ykehncPi0ZF4oj1gAIBoZMTJv3irI1HOU7QwDBkGmWH2lxro
5OdqWMYnFUq8UwZEYng4UsAgH0wSishGwSq81M3UTBGNCQOm6vSLlyJvgVjUgxqNcllMWwLi4DF7
Z+a6/lYFFarStpP0zeOUvRlLbB8cJXJ2PpE8v9dvmEveLplKmTKT6lrXVrI8KhASNpu3kgnW8aku
c0hoIfFYEPkRhlNdBEQf/cukMXx2Wegu7SDnty6CfXIEiYGg27Imph6dhICpMuq3GJGLU4cspl/r
Ubfj91srMIcwfUxtE18k1bxeZWF1RZ0P+fRGYXH4VBfmeEpjfa9rfsOKXAT7CdwPyJX8/z9V+vJI
X6ga2NObqZfiBa7r0C8ozOx8sVtWILeX6ZU0soa0hhlFfNvK57d3eGdTKMmPua6XPX6Q7VVBzYG7
gpARH4eu/HoxJZAxJoLG+S1tyw9xqDiHrI9SpHMYqrl/Kb2rP177oIR2k5GTuoAOXldzlsRsjNZI
xRsqrksJEj+KPze2QFDbyRe9PI76tLi/1F3UqifiD6v5Zc7sXvMnRlWmv6JCoX7WTEsZ+ak1KO7J
Cp3pozVFivXdixGD2XGmGzsjZ4yI+Rgb5veubjXFySONqEe8EQDJSmSuPs1aP7y5DtHM/a3ZPhHw
/xFfcjA4oTQirj9CZKjjsDBW90ZEO7Z+x9zwUxlP4/eK9uuvij213fm+xVuLI+IhvYNCiEdilQUZ
YdZOmZUub2M2jC+MKxYHQX3x6C6OtrOPNxzZI4uUs/nQ7ICguV5c2GZKZPZZ8aYKVXvqoyU+MPCa
7WzhNoogguAOhfmeSiip17UVJ1GNRWGY9m1oxuFJT836GxOT1kmhLuh7sFke82EQO+2UW0sDgi0p
06Er2qSukhE+mr0eozWD+HVSFgedGunewbnxsUBiUNGCOIXHfB2pRO04pEpalm9JTTnBo5FxAYtU
HibVyH4xxVL/OUAEUPgMjU2XsJ1eZtWc/jTTKH/J0Wn8QPe8PUUVMDfbLPbYLTZ7QLFSkitLzAjD
eO8kiz/dhlArC104g/Y2FiVFAsvtfFVx9Of7/rq1IkvoQENB91CzXJ8QunIMmEUI8cYCzO6SZNrJ
BXe/46prpkqOntQSA9BPMUkiUVdelJLzVpneD0GuF8L2PZPI9AcUD0P3MVqsRn0tB1LaJ1rSgpG8
xXHrS664i/vSRGWkH8IhTfsTSuzL7M/2NFI+WUSxR+y2cQfJqkTcjZdTdAT9ee3qtkaTcGjbIdAV
vfHTxABnB6mPr+iZvuN6222XYwaU2MD+UyteF0tAEZCAMccd0ElpD6MTVxcjzbzjox9XHlksSCOS
zOZ6QTlkw+iWN2Mwmx0YE0+PL1RPi0fDOTlhLHE5II0pF67FiVUz6zSw9GqwKLb2Uo1ZcVQHoey4
0OYqf7fCNAh1QtQp11jmhpk2cPItVkhi/CG1/h6M5alqEJ6xw2hPsHXrChSxcAT6E7JJty7TWVNK
8pkbGrVuL0x8I2McxOqaiEp3bvx2/yvdtCV75VKXClmT1dmowo4RTuguA6VMYRdvY/NQKbwbnk3B
976prduxLCmpA2sZMNZ1QoFeXj5AwqAFUx/ZB02NwmOyNHtd4s2TwacC+8sAMQwkXOKrV3fJ8qnX
FzYPTbnqOA2loD4zKF96g9Gd1qjqs2Yne0NgN5dG5VaVmeA2251tN+4oHWrBIkR3NkpqgnE27JXo
blohpGCGBHwz7/z1idKGPuriytSC2LCLw9CVzQdjiPaELW5bAUIDObkc2ljVw+1+FnMDnhNdq946
hGnaPCtKtzdhddMKc97cQgxQbNCVmRVD0Slc/K514O9PuZebXtmDgtx0Bua35OgLKfMajFiIrLRH
EqcAFanloBfJm62Gv+aV8Wta1a9jGT4m1clLg/P9f3vrMn6sphb6OHyhtO7/LCOkTgYvqo9WOeyh
wTddC2mJxIueN5WkjTRPB33yYApFC4wJMc5Rd5+SqHxyYohAjGb52izVn+EQfkLv4UEGifc1sptM
wlIfoKspv+xPoUGXt1afJvgHRAjhRR9GAcbYK59yakyPxrMsUsKrANeQXlAAvzaV9bjFsuAk8eDp
B4SyXb/yDKqRU7+Xx9zyRy5cgOA8I0Qkq3tQpeDc0a7VkfX0UCX0CuXFZor6cv8KvHXb2pTiJAyO
8t8ampTM5mCJttGDNnTcEzI8P0LgEUc3yvaa7GtBNT4TiCAK2/R1gZTQtLjeO4Y5ujocqiUojSyG
v3QGeyRq/ZBXTnmZkLN4G5Z4fh1GbTzXWh+eqXfWT2UfTZRBnT0mpe32AhInjoSOg2iMIa3rX1OU
hrDMxVyC2YrEocw9yLaX0ng4sCERBYMlMTv0b9eM0/R+2giaUT0o2dZj1I9/WnOzR0+wXQrXIv4I
6Q4NhA0LJi3fjCquIYJIqZWzFo3ooLm9ueMpm4gD6hKwGLS75cA5j/P1hoVhPGixFztB0tgfhWu9
joxy+jH0XbSf95xlsySLbgu01ExIggkCknFtzJuhEx3Tzgqg1DKPU2Eie1MYe5Sbt6wwVikhhnR3
+EbXVgD+jqk3j1ZgtVbj2/ronc1s2JuPvmmFqixzq8ARQHhcW3HdFjAOcwIBY+4JQ8OKgcJ9FH65
f5BvWJHcFPKRhBaAhtm1lRrYhbkwJBpERrUcEYLXTmOvzMf7VjbXBS05ZmGg6ZV47U0IPQuv72Yl
dWHI6vovTU7XKDGy/h94UYado3PLFNxODGjyeSRE83pBbgKhc8sPCYphLP1q0ceLY9JkTLy0fbQL
zaoANEkFVGIist9rU9RFc5ikCjqNShYf0V+Fe0SFn7wrlj1Y2I3PhOCRnAqlv47brUwlVdUXSkdT
M1IRfB1CbXjV3F48+urLBTE9RJGcRIdO7fWC2ph6X2IkLMgz/0iQhX42Bg/aAXd+tHooiRtAJiEh
R6wJwcG1obKHxyWJiujNgG3o5Nb6PxWkdDsZFYN4/DVXJT0yASrx5G7U87YTWGpJLKXbgxtMbSuq
Y6270S8NOnXzYaBXZgJz1ivnjce0yY+xyKboWyKq2f3koBGpv0S0Eqbf8kTNypMoG8jVbMLH+kCT
UQ/qNhvD37Rpqhc/NnoaoJWmjJavp6NtPNeW4rY+QgGMqvi93c0IJsM5XF4QPs26Y+EJkfuVq0bK
UUcjZz5kNhHxOezzzvY1PZ3MU6XOk3EuvKlvzp7WTcUlQh1xfhlG124unhMW5wQ6MUf49E9m/bMo
qmX6HbAbDVa7md2XKIvN5gkSVi9+nrys+jfnDP4ggDW08zKlbvTRK2MzOUuC+aH3Z3NRk+NUg2f5
PM/E7Z/CzIzji5i0lhqNkoj2oz65FnIHVGWRidXKfPaNLvT+rIoBhydA9VRG/lGA8JOqLL7YMQDQ
w1ybeuZXkAWXH3nK5/bcmOnyWc27/6PuzHrkRrIs/VcK+U4196XRVQ+kLxEKhdwVKbmWF0JSStz3
nb9+PovM7JLTfZwdAwwwA9RDqrRYmNHs2rVzzznX+pwoQ1rw06ZluBlnSf9i64AHW3vKZ/V3s9eM
9i6iIa7qIf2SVBd3iApzY8svTXVrwmAo/2iyLnkHU0RRsAEh9drlrUGr3Kymg9YhVvA5ez3V5TDs
x4Z2S7skRhZ+5/M6xAACY7T+3RAp/WcJlBeuDHehkXpOKPn6D+DHQPbMeUynnzRqs1QvphVJ6+Vj
VjZeasa+9TSTYjm7qtfL3suzfu73hpIb8V1rWiNy/KyYBumRKxE9o17rwbFgiaJvjjX4yVYGNQt3
lZ1on0Ij1zUPcV9abp0hyax3cjKlqL17P3wKBslJvdJsSgnbJbmqNr0VDzIbo+vVzTCGIb1E0W7r
D0nSJ8rrbPCniIfi5MTHFpXydKfXeTK7fAyJMnxjVbaXIfCfPIr9cfhznoLW9pygzr77QZM/mQFd
x1yDXKvxymCIn7pJG+X36dxpj5M8pnQ+ZqcpDn5kphx7U25IxYZ2qsV837Zy1m7MBoDknTHrabxp
Q12KDoqeSvE+5m0Z7GGJmOF2lgpb3U5h28HKEJ/hY1UqjboDIFANT47jodyNRVzKezgineopiRVW
LgVvZ9xTH4onN4zS+QsmfmYvWn5wnly98vV0E+Ez86VX6Fa0aeBElC6i/VHd2FqlGJuSlvDGtm4b
2fyhKFUme6FWqwn8DEc9VpocmUdFLpoicVFkNZ8Szq3imUYSqLDHUqXdFY0uf799M14GdsILTDFK
y6jnLvDJrgoiwFWFSvqQP9HtNfwg4bz59MJBuMUB0RUAJouy05ISQ325i/pkzg+9TCm5bnBat1Rp
8G6PcnHzmiBKwhUfqTJc0SVgoQzyMKRSUR8CIKxd65TRnRFJ6qlusfS9PdTFqolkhRYWkJiEJ8ay
Nx+dR4xQbZr6YJSteRf2Q+ZpvaJtXjgKxTqKn2gaeboJDuX5LYXs36cc0LeHxOltY5MNg/xgjM74
wrbfKIhQQoNS85GgVQCZno+jNto4lei8MIlEylgmYZ+5EBTjD9QR9O0IG2cXmF0erExPPJzOb0fq
XZjvQBcUrXyWaos0Cke/HcjMK6v37y3rW6wMdBALGgSwSU5FPmxNV6076cUaHfiBSLEpXmNUjBfP
Yr6BjGXSXJrm27xUxr0uWqbhO/T77Y93OTuyMh6mzym6AUvwfFFrbdYy4dj1VrN9aWdKuvYQU4vb
GKWt79JEfUgjjFucZtBenNuQD/I0xHWSBIE853xgrau4WbTWeTtUrF8A4+qhoSHaSu55+ayCcs5L
h9cO76qLTn+8QapqMCXnbd358TsnseKdopfSxzakbI1HwPzh9nJejCdOnKj34nlANrWsKuctJWCa
wdeHCkzgNeqOGvUtL35kGDuaAPxxe7TL8w2BDzyfKMLblNfP+RpWkuPL6RB3B6cYJrz5zMKVA7na
3h7lsp4ikE78ZlHeCvOTJUMXQaXVBYStwyRl+eAqUk4DraoMEJr7saJ2bmJrdrhtkqzL/lCcSfi4
JpIPpS4ZiuZNnibFuEsrhOOPiZUanUtHd3+tincZVvkhgdG5GQXVaqnRVEr+4dB3hgPRVyZrqeNN
TCrsht241jf2ylA88Kgukf2z9suyaxCwY8NR7g6ZMfUbfOmSD7hmag9lIXUrtcmrQ4Eww1qkYojU
//wLS2E1OUOod4c6CkbLI9AB6RhB0JErynVl7lY+tYgpZ8EOEEUU50SjGB4fuvh5fgH7pjJtZXWy
hkPLV8wOSDcl2mPNqYEjpE1rN6/p+Gv3uVFbqltovVx9sHV69sJuLGML+28lCu7oiE7FZFDCaA2L
uXip8ONB2uYeYBuKdrPnP549SG0LL78/WJISedoQk7dSRnsTqQ4lJ6NCnjlKaxWGK6cMQBIVEJJz
gDVV/FC/rEmo4fIxUXg9cEF0oUvHG+PosyYra3/5qcVZZkcJGePli3xK8d1Msnk8qB0lYU+TivlA
G1Yn2nTTrAcrqcGV0f5UvViCbnwBF05ZNCtgZ/MBgeR0F0UdJFY/it6gBfp2e09dfjOhlARmFa9l
TKkWN4xT0Ng2m/zxQLSS3uHVGBj3YObqJs9sLdthB1NNXpoMdei9eGCK7aDIhK5nP9vz75ZaAZQT
mKoH4IdyA6QuuaEiDZtOdoqDUlXp3SDy+duDXl4A0MxIugDLxe1tLUKyNWPKXfTBdMjTyXmK+jl4
yCXDwa4v6t80WYKj/O0Br3xIwEke6IQI+rwu3VMVvWt4GeYMyOI/BlaMpwme4B98v432t4e6PAhc
2OCUfEiwfmdZpzRzX9FmK5sOjWyHD2qc4EKYRWudEq6tIBkBemHcTC+htkLXAoXX2XTQ/XA6WUbU
bALFSPdyF/ubDofsFVLblQWkfSQeYiongZ26SETa2Wywkcjlg5I6Jj1Zy46bmmZ2cT2uNc65soAM
hc2N8FMXlMHzHUkrnr6Imko+aMHgb7E01+90LX4xIgqQw2kDqqRmSKxcTEjL0jTMMbw+GEOr3yeD
Mz2C5az5PFyZCx5/4K0EYphBy+rukDcN5elaOTQWbIkkbUeUpWO2ub3lnjuhnV9IzAB0FwNYAj/F
w/MlG6wokGzLlw89NUNt45ca5LkC4AUTwWKUv0mjDaW9hXX8bqrDytlB/W+CANSolJy7qZbVxFN9
ZzxN1jjNX9UhT61tLlud4dEedLAPtZrLqSebUAxfJ35df7f8yGxfF1XU2x94i5Yy3mIRlUrNCMN4
N4W99ML28DzPqF6INs2w6VjOJXOixZ0t7fNKOehZZL0ln8PXPykjwUpUlI+3F/TK6RJiR44w70JQ
vcXmGOuMIBLLyiEtZHTbigEr1kVbpx0BiutmW6exaq4k4ZdbhTuRwjJomOhBt6yS2i32ZeOY0zdG
StS9akfwmGa9Wdkq4ic/3ymg2cioWUYh11UXM0tUpc8TTBoOjln031Kj6XdsXO0pn8G1prE2P+r0
9b5XJllf4b5fRhBephBJeWjjQ0EcOd+jna9BGQrZo5holG/SelJOXQLDf5gAMW9/vitLyVDUgcEo
kD8t6YxcOK3UFAzla+nwqLFVXkdqZ63wtC6vbDICkAkUpQQQfMDOJ2S1eFbTBl47APzWm9wYjF02
5vbjqNbB70lkpn849I7fvXRqOHLjqgaHFeUn1N/zQXFaTusiV7UDVRjHM+skOtlOaLw4oRZMKL4S
lvCU0Zcd0qYy1qeC1lEHmjpGb+jMy1G3B/PRrKw17u/ltgB2gXRKkCSp5r/PJ5SNllNKFEEPjhx+
q2envZe7ctoNYbNWz7sSJXGjgzBNfQq7QgLm+VChCcCsV5pxgJ6eSPQ0RuAXb5MY46d7Raff4ybS
hxL1EU2VlNdmOM/NpjKr4iA7lV1v1Wgsp49RNDo4lfa6qHCNuhzfBVYfHaspCabNVEvVH/R8DqJ3
FjyR4E7FYiPbmrkchUiUbBo+K10WOS6clcpH/pQ201qqIxbs/IRzwNHh4RHHHuCBfT5L/Nlzf7AL
7VA30c+irTTP0rv70kcApEbN16kP76ekpqeZtJLCXp46RDwU5ajk42TDA/J8YDNt5gHUWz1oTmG+
mXVJ+poatbJyAJ55eIv5UWnnEsCThXGWcF2PI0s927VxQBJle+D/xtvUNrtNELftO8VqmoOMi+9+
MrrCG6ehPNJ2INoUZrvWJ+5y54q2xdzpJJWUIxURH3558fCI6yJsCOyDRdsJF7RS8uqxKkDv52T7
0lMvlH/iMHIBCret86Faswgyn1raQZfsaKvR3IKqCKWR26NcmRCUYt6MQIc07Fhyb6c5KUvJTg1S
IjDwzIiCfa/OdMQO2Tu3h7q8hixRxSdxFYjoRT0ac7fE6crGOCiBJW2moGs/mErSe0Ftg3wodogi
cFSmeDNqabmi/7rcp4wNSE7gZrcCRZ0v5pDKZSSrjB1HkbOZIy3lsaNGK3fQ1cWknwHCWyBxvKrP
R7H6lI41TW8corns9gFNe9+EPMR2NKNfewtcnngmZAkiuGjVAHPsfKiqlkZaqsrGYYKSiXcod8ST
E2XNx5Btu0k0LfsjrePukw/GGbhBYDprDqbXJisa9LJrKDtc3Bd6pIc9e8c4lCgdfh+lsH/EazH4
aGbGGlZ55fxz5WLWxwaFiX3Rq6SodawqfNU8YOjTW3f+3EuWm1SmgzrSimPLK5xwOBVNVGckr2Pa
72WniapHs1boOFVByMpXXnzX1p+EmVuMFzx56mJD6clk4QBamwc9aCawxTSj7Dq9L5tqqxem4Ta+
8q1xgp1SpC82+oUrj24S2ogCDAUz//zTz7Q8GUSHmgOps+31kezDSA/qfVS33cosr31j4bvCHcry
owI4H6qhcAI8HFqHPh9VF06TeZBaE4+SxNefbkeHS5oW08K4hg1FBgLasxirHejJXgWDxX5qe2mD
9G34EacVLo2ZlM3vBqWZJteau/QwDUk0blDZ+smuLdruqYkzc9xriRquISVi0POLRzzpSbxAEYAQ
lzyqPg/apipC+zDItf626LP+cYRN9v723K+MwhsHA0f8UEWLqMUXNaOgREPSOQdr6EY4J3lTfOkN
c1oJwFe+ptAxIITilc3HWtCOzCK0ulnKbG6ULIF2NE1Pg6EMOyU09ZUZiYRjsW6EQbFk5MgYKS/u
SSvWZ6vrZfuQ2m3/oTdC/wF6HeVbK5VdWfe704tXECMb6MDIR6h26ovIm0tFpYJp2QfT8lO3bFOU
vXa71hD92gI+FzCEzSb38mIBu77RAsdOnEOS5d3Wt7vOUworw5BXXmtvdWVLPCvWIAUJa7Gl56ph
BFZgValzaMZq2gxtWXo43q3ZDFwbRXRbgMfHquGFdX6+w7oexw7052C09D5pMdfbxMA8dy/+OFSa
sLsWHFnqEItYOSphTrUmCY7cisY+L4bOlTV/TdxyZS6QqdgF7DfixzI1M/ETxmYDS6hy0FKvi6zk
PiFCrmFiF1kM5/TZ5JeyMcnZskGqHQ+KldFS96hndjdvJoLW/EFJmhxcrB0l+77jrs03MZ5Nqlc1
qox412xhdqejrTfvcDFXxyeaZkK+ABioU4/knO7bwmZCil2DMPc5kjFdcSt62Dob2j05/HfS5dJd
6gNWPdr2UEDokK2cukpkGNmHGiOTY0tsiWi4a7ay63QDNly4K0zpt4KOnfVjYWGp4CpBkD7lXdJN
74ccj/zEVc1Y1z2moDUPZe3DCdICKcJhgX6ejpuoRvx9SOgv+hTFRlvc1WqhGlsdZ6PhYcTTynJl
BaT481DL0YxnlTKZD5IeKdYhctKiuo9opOAjQxlwlsrVyaFoOjfz5NINoy9dCYvSpN4E8AX1b0pL
L54fL9x4FtTiZ4CdoHfpr9WTAuAWMtmHjgRgY2pZsGkzbORvj3IR68QoCHtQyIkEZZmKNZKkqEii
7INddPHRpF2Rm/WB/pBq47j1h7T5dHu8i40uPPcNat8AK+h9lmHc0Sun4HeVQ9xFxa5SsawNa914
8ayE3pAkE9wBaNtchAYD0YaM8YR6qAOr3hRWXO5QpEkPRjlK94ZaramOL1eRN6RQN8OOVrh0xbn7
9WUVy1Jn1o12oP+SfqT/nRO6IVztU+BrUuDKHQ2db6+jmMHZHQUcBmlZ2BYIIu4SnJoapy0TrSeF
q7PM2hhWWf3Qhyks92ZO+N1XhjQaO5oujOYK1PJs97cYGlkOjFZ4zQJaX1xXsAlFTzrHOWTN2E1v
y9FJvydWnnyqrSEJdlaidl9oN0QlL03GYMTh0cFdpXP87kfZZo1076S0jnI1M5WcDXvShjeoUX3+
EJp2o+55MNbzJop0CxFlNbblZ83KAozkungyvDKpu2hbgPbUmy4yivZ3xzfNn77aWx8Rl2q9G004
FLoyTMSvfUPpdnd74S9yZyqVJp4yCPbFa2xphBykLdXbGTeAuoyHpzoJurexMxhEHVOSvpmz/CG3
+82Erf73uuibz7dHv7jEBXRHNgfSA8WbnO58o9UhVC48FZyDFCfRfmhrpaZirAaJN7VJsgKAXtwW
NjkQiJ0whhca6MWH9getzZu6cQ5OAIlx4Lnkolv9Yo6Z7uZStc9z9V1gE/5vz/EiRPAmRGkNKwfe
ChIwcdh+OUy9ViNBAZg6qGrW7toGlVkWIBd56SgAITAfQEJ51psXK1lbmWwkUXwcoqL7NEhF6uJj
rJ5uj3L5vRgFtYQC0YKZLIFdo5pp6JXk8bHppWRvZYr8Jh/nZAe4tfayuohBPNkZCJAAsAAgbRmD
nKHJMFgDckkd+kiY4+cxCSzPR4zfdn24En8uJ4a+VcBa3FAqdguL0YIwH4ugLINjPfSlB3ZAjTkt
tbdK1r24GSHAB8xsoHEmBZ6knu+HbBzxx6N7xTEeC8o7VZ3t+hQ/mNtf6nLXMQvsE4ElwCF5L56P
IgHTFWpecQfWfuqRcYT3RRw4+9ujXFk28VbicqKCDVAtossve7sKrcJKhjBh2RIt2JSFU36xZ4S8
btzkoby5PdrFJUG5hDuWGVm4A1PLOB/N8KPBzAbuddkIZtfI8FRzKul7XfYPUtwXe7ika46LVybI
HQjfHMcZcfcuhuyISOactMkRgnt57xstRa+plVJOV+v3K9HwyjdzRN2Ei15oEJ8Z8L+sZmiNgS4H
JXZRRRM8OthSv4/1rNjeXsVro1B2VbnfheHTchV7dQKMSu3siEksplpN62x7Z1r7VtdGEYVXHCs5
VqDR598qDGIlx7IgO6qd7e9Qpphfg9CIv7x0LthI6RCkhAU5IPBiFLOhHYY2+NnR9MeEViJ0T0ta
rClvj3J5cTCKwUdBJoaR5fLEzpY8q0WT58ci1eZ9hp5r60zJvMNLqr3XJXV0K5zDH9oqM9cIMJdb
XhNOBAQk3iJCynG+jP6glDCnw+xYKFY/PKl1ZsZvUcWo47HmEZm/n9Sy+2aWvhG/2OL9uReDhn8K
9UKwLfGj/bIbmzJtlHhoimMamoPtFaVDCzra6778iFE3pxxEUsQXxJvofJw0mnxrtoPi6Pc4taAT
yDwjw/bMSU3rxUFRmC1wf3Fz4di6zDK1OCvgnrfFMS/nbgcuYh6LuC1WMspLhFR4OiCOwuSG7AWG
zfmMoibWOklKi2MfJ8OdmejJLrQkf88rLNqqQ2lusgwuMMi47Y20nNr29qC/zYl5K+H58g5Fr89R
p6ItahfL3cPZTkEoreJY0mRnP1S56WZDmG81qfY3SkIF7fZBuTz0jIdaH8AQ0P2C/15Uk1EZQVwe
/SKKEWlVE92E87WU9dqseM5yYQszkIsSbK6mOuGrK4/oegJv1pzYyx0fNanql9tslpu727O6cgYR
CELm5oECvXH5GuLRMtdTbZVHjormcT1p24jC9s5J4TfaM6AC5ODg6+1Brywl+YFAO4XiCfzufA8R
t338FYUvka86no8PpuGpZLD2yie7spiAWoDX6LdozrRkWihwtUdjkqtj0ebyz8jMi6csMfNTQ2+/
rVpGL2alIhJDqMVdCpcJT7xFXmKr9UDEtssj7FzttXDT3qmjbnqxpn+6vYIibpy96xiJuAISSfgi
Y12k+3VdQfkMmBkAjLZtgrTqPczC0FhVaoKFSZRm8gdzQrPt9GF7X8dlsfITXNk44MhI1WChEUGX
iF7TqVU/z3FzJMYV2pZ4XatbTRm67LVTKGV1j6uB9JQXslGsvAaelcvnk4c1Q22Uy0OkgEvz9DCM
YuhAnXFMK1poWFxQRol/Kr4HZfAa688qundKOFFvQrzN65+lNc7WXh6yuPk9t2bEc25SmLP5UzGb
onqQRs2Z9u2oVo1QJsn5/e1PtdyE6DHYCnwjQa0QT7Tzzd4NMK37WUmPvZU3m35OXgeSf8z14CNl
45e+lMRgcG9AicRr8MJiVVWKTrHmOD+GRaPQ7DXtab8qv/T5wii4NhOkBIuJt9JiSk1aqm2Wt/WR
xoWmZxiSs2erfTCcsvAgSbQrd85ys4vhIOvxhOdlQXlOrPAvl3WpQ9q07ak5RqVk7VudOyZ1emWL
Lqz3BntM98002Nu6NgNPnapwJYosoxXDo8ojSSI94h5f+t2kbdm0JF7tUZNoO6OlSrCTTAR2t7fJ
5Sic42eTB6IiIXkRO8wG519tDrojBjX2Y4XkLbsbs2pYy5CfKyK/nh4VlbsCGIIdAlC5ucwTzCaV
cqfrhiPAEA10VC0e7X3jzPJrrGbnfJfac/xZN6RKeRfWeE3MG5RLOMdCCmixSbLlrqlAMFTUvWkZ
RO/jXpPnPeq8ePTsfsBdZuoxmkEo6sSx2yWmPe8DPzO/JZacvY98sAk3q8OYJst24HyasIFF1SBL
HzSzMeMXJkVMFtiAdy9cLdFycFFI0RIEi2OVj8fCkb6ovR7uwyI2V074hTpDjGITBXEPYCiO+fkG
1apAtbOonMBke0XZ1qPR6m4F323azFKO4ZMzjuBh0tg6GPUGY5AfU43Tv4+NwG52tLiO8WKpgRHd
EVsbaUONSRte+DQSbRfYyRxbarqgKIvXXlnZA3DfXB57xybZzhTrrZR11Oyf9/F/fB//M/hR8AqA
Z583//ovfv29KCdED2G7+OW/DuWP/Pe2/vGjffxa/pf4q//9R/91/kv+5l//8uZr+/XsF9u8jdrp
Xfejnp5+NF3aPo/JzyD+5P/0N//x4/lfeT+VP/752/eiIyjxrwWoen/767fu//jnbzCafjms4t//
6zfffs34e/dN+vUfv3/N+b+36Y+cZOfPf/W//+qPr037z98k/RUpG3UhUinovxTTiIvDj+ffUvRX
LDygkoC4ARSEQi8v0BPy16xX+IkKRx6KSuAzuBX/9o+m6J5/T5dfUQLE0Z2kgrhg/Pb3Ipx9iH9/
mH/kGC4XUd42//ztebP/++QLVIE2dxQoSN3BRbkozrcpdtIj3t7haxndXrprLMDIdEP/jyq/q3Ol
zz4Am5fFtyDRx9LHnlur+2+a0ol+p6oVhmuGd4tCPI25eavw7mPS4A8C/z//eeCc4Ozu5K2bgg64
uY0FuO/1cZnVmmdqUxF9l/rGbsNdYWTAxW4zG05zh7Zak9DPonnMpe1ozqqJ7sqxVgDVxUMHmpvu
gJhB0RWHGuLz4qcLaLTqWL3WuUUbq+OMPUdXwU9urRD+V4ufXefmlEPC2POFKGD2WiO1q2OM2NzZ
8diVrHeUwWx57ecSF8GvX1FsLlqpoEQCX6ZlBDvp19tQ1Sot5/55XedGWkzbWe708Y0E48lsthVE
MWpltYmzqu52iCOrE+J8vb9PaKBs2Z7Sx75pI9uRphlhlgPleaObUxO/z2hz9lHpca3pN0kdR7iS
1b3RNW7pw9f9Cyd8UZR4jEDVm+Jnex4SzkPLv94XGf+7+Uf+t//QWeT5fyTUiL7l//H3Kb4INe+L
XDymfokv4s//FV+oVr2imiMAE4S4Imj8O75Yzivye1i1XEBU2IXi4O/4ohivxJ/GXgJKBiifyAj+
ji+q/oqkw0BZi2IP5ydiwt8/2/8kwpwnMQb+b4IVClwlaEFCw32+Ny0wegPJmfFhtAvnjd4Wzb0T
Z9Imj83gCQ/e/k5N5Py9HiEQcPHRKO70XB3vKSDUXiX3lIlaNFFohOp55fYTV/C/Tw0/GZY+ZG9C
9M0r11jGvmwscdCPpPaDL4f1xm/7Dti9Uo6V2Se7WtLXpGQXKyHG43OA7/PUhcV9vhJhrw89OVH/
AauCbktz8d7l/aH8edme3bU3Qvqf04JOQXQS0sQL1+HQLxPFz8P+Q2klyTaXHHoX1KEt7f3QGZ7g
Ddge/VnbNxkP+01rNb1HK4Lu+MsW/Wsb/PpTnOfn/BA4icJbQkaMOFsIvc7nGiWxjrmGXZwkQ5ru
GlWVPk3VlCJFtLuP6D/abQGkcVSrQn5X6762uT384l4T4wuqvLA0R0+BOnYxPj1pm1kplPGUt2gQ
/SLDqU8d7aMmY7JYGFa/6YxYfdCqZnwbj/qnjvi28iEuPjf8RMhkAkPlScp75XwJ8jaR5iYN2lOt
qr7nZGqzaWvrZS6VzxN97rmCLguiLjqm81HGMR4qJRzbU2Vid6hGtCOXQ5gudbyqfH8mqp4dGJIE
HD9Q/SC8FC1Ez8eay35QKN1Op0lpjE0Tt8lbqfC1e5kr+3WvosRxizJUPjkt7Q6H2tynuYQJipRH
H/3AVzMP6utaOfsccxDzh9ELoIMPGNkDfsvnP5NuYReXdfVwMjXpS0e9e1v7+V08Gu/GFGVhVK65
m4kFXS4CklK+K1kYz6ZFPFNt6CNmmU6nYkRhBcHF2QQ8fOgFFa25C14MJfidCtuX9Bzc70KBVBlT
w4Xen9IuK92MkvpmBrvZjnqzZkZ7nkGwjAyFvR8QOKi/EC2eL2NeVnEZ+kN36qQ826GRkJDJm7Xn
14bxVEymvFWs2oI1k631XLo2SVj1pL+Im5EJLR65cduFpZ7U4ynDS+wOE3BpAwaT7nRjWit6XgR8
JinYJHDO0BghPj2fJJ7oeeTM6njydf+N1SSfYAWm7oh/vhs22rfbIehiY4pEUdjGkWIThJYCW6tU
rbTvIRsmY0lBF4ZU7iWx1dyVU1a+mSMpe+hyu1gJfFdGxS9I+LsSvXleLL4jTXCTKbdC+TQnmf8t
GfLvGpqBvRap0p3UNdrGmiTt5+2ZXgQ6EgxQP2qu1JJ5Ry5OBD+F3tPoXj71QdB7DgZB3syRunvx
KM/gkk7ZFfrR0uE+7wceWa0/n+jO7WxDo2ldWxvX5E7PyM3Z8aYiI1Adgjc+bGQu53vEB7jsS6M3
T3FpP9LdDRWN7MltCabZvenrraJ9bi3DdeK7MD2NYOE4K92N7US3K9KH8XR70lcOh8gUUNWQj1Fj
WByOSsP4KC0y82TXvHXgHNBZe6OCyNwe5uqsoYlwVapCPrDEjqfEGuYevO4Uhhs1uh9SV3uIHu3f
sfLS3rEI6n31Hepc8IeTu76zAnNdm+Svgy9eL1T6UofuJuYpdx717o2FnV+4onW8HII3NOUlNOBQ
5QBDz79qj4JFxsep/aiNcrpPZzgIWYLQMk6N5MX7lJuYg09eSa96/ut8KAnfRh3XYeeEw8mwTVSe
sUi61nzrRcp/fg056nPZXOwMMvgl/wXlQR3B0ndOtt3j+RSmRfsjgGno4xVsxcXGL9QGW+xirl4P
aZrty7YNf1Z5KrduoIxCtVDp+meYbTA8Fd8Mk00h6fkfmZEj3M1bZcZFRA+rwBvtJGr3If2EfXeu
8HX2bK2dHvSy6o91Z+I5YpvtBoM1Xfg8S3QMC6KKvdLorS+7Wh86P+0CjGEl0F0GHeavkWSKuibX
5GKZDSWpglkbrFPepMW2RK3k1WWzBpBdpLGsMrFb5O08ZAALzz9mDoxfq3bjnDBI0DaJr+S967f0
5HmtOtFwH1b61L7BGGI+xn6SVFulSbMVW0MRsc8DEoKlZxToaoOCmcd7M0ZScDIG1bmHMt1sVDlJ
7qShyLdJmLz4lYJhAWAUmgOuY9Fr5XzKhT5XmVK3yUmug2RjzTpGchgkrHy+y4VlFP55KjUY0l60
71VHhQ7gapOcQm5qNEJaaeygLft3ydAbxzzo64cgz/17DXdAdwqCciUgXB1fPEvhGQhVwmKWNT64
6Qzp8USjguht2WKjV+XqQ1SQ5Jh0Q8GcbrRCVyukT1WorBliLoAkkW4xfTgOwloeCszSnGtMB1sK
QzM+paHuDrK053qtHyyqd1sUjeX7OAwi15x8ekJr5A0mviZ31aToK3vr8hAhjkYDTgJN3YZCyvm3
pn6sGzQPTU504Zj3Y9Q2rtoVaw5hV0fBp4j2VciGyNfPRxnmwKkqix1VVG22bdIRmzA5VldAsKuj
EG/xTaHNGp5Z56OkQwY3xk6SE8JL+toMYbmJM2utLap6bRhBjaGc+ycUeD5Mh1uE3/dyfJqkBJfM
pGgeJaNW3AbFHcT/7DiH5aC6zqQ7H+kKEj6mmZN9gMYlfxeyMK/w/RFBpf/Tssb+pyV3UuWOA5pk
V5rz6aeSSOpeH7U5cQ1w620aJcaXxk8Uz++VqnRv3/tXTgGJKTQhMRvxXD+fjDqiKBEq+VM2V+m+
o8eD4GcEbiMpittNqu5JfvEtgyda9tNaA+gF1vt8CGAYwbwmceSrLZ9uRdakEXzg+ITE3NiydrRG
kkrlvpax5Upo/rvHvdG6G6pO3lWo3ZFA+dPT6MvRjr6C4f/BWcD/Q3R+BYHGq+B8LUyQH2fI8vjk
pLJ138jQ27F4WpPuiX/lPJpznZAbPI8DxLbIlXvHGuu2n6PTbA+J5ydjuIucILunVeN8PxfGuL/9
ha8ssmjHzhJTBQZyXqbNdGio2a51c3KG/nNpGfCNQ9Vw6VM53c+jZn5S2v5TrzfBpi+G+F7pZNkd
5b550OpiTVV8gcqAw5BdC3IA7nIg4IvZh1FmpfGUt6cAbnrlyn7bvOahlG0Dpwn37PrmIwuX78xA
zwK3DINTGFXyyqZflOaEbRd4uXCVwbSQKu5SsI4/25AlmtUKyMD2OizQPpKeBveDXHTbQe4qN8sD
2gzXWb6bjCT91nba9N6X1B+5Q6Vlap8mo3ZWALNnbtIvO4O7QGAZoPj0a4EZsOz4rBSDjfWS33+y
uO3fBF0ZfzKbph1cH3cB1a0tO+td6NxK7k7DZDwGdlp9MqtJb10lns3QnVItfVvlnf8lVFoZG1RM
3R5NK9Qatx/6RnczMzVLdw565X2mj1PrSlNYHPDmwMaWFFz+pAZOh19MO+TvkXkositpRnpshkZ5
B9yWwXDSIv292pQa3rl07EF/XgTVlyBKw+8FN+r7NCtiza3mJo/xuw0RdcvlHLeuavjVUz9I+Zc8
q5XTZDuj4aKXDyNX13zKJQpGL19VuZ3pfUoX1odiNPPHuqiD732m5dxKhlp80+apeF8oofZHa0ma
5sYYrn7TevQGnmqOqHicoHqHEXBbuzCJAtktS5TX7sxeehPhYPy9dKwsc/OB5Fwz0Hi6qCBoAdYU
0wgSi+0W/bRnKfSKsIw/y3nm//k0+L9Q4fj/rloqjIZulDC6/mvandcw+Av/XcNwXjlIb6F9irLf
c6Hizxop6f0rvHd4ipMsYRIgEMe/SxgGJVJKXXDQgKu4wAQ69ncJQ5FfISsUeQAEau5p7SUVjGcI
9ZeTSdICpYnIiec3+CKQ3/nN0OA21Bql0X7oUqjl2dSZD6Pmj78bWaf/L/bOazlyK1vTr9Jx7qGA
N7dwmckkWbRldIMoC+89nn4+UNUSE2QzgyfmYiaioyV2GYo7AWysvcxv9nHfmoeinfKdHjbljTwo
1YVaBZWfYZpx0yrTcOzTNHMQf9qFIRxhs6zTS8vq6gdJmopLoyDn06Up3KtNuxxjCRNRnL7a4LKO
9thlaUHzrnJ7LfHJd4Hq0BinPc+5cHo5otpoegCO7B6aVeiGeWF6iWl+F8dEODx7yDd/3aLnQ4C1
O/HPjfu90jqRZAhAx20rldrnrYUYcq/dy3mmeVE0mRw5Q7wrtCo/1lakX1V9RRyyMumc5cxpwf+0
NCtSN60AIZBhm8ZJZFZIoedicK/F1uAVSxses0BVL0NNn723r/LFUmyyVfmQawTGDqrk9H4m7JvB
GvL6QRh15ERn/WuuRyLIDukcLe6J33lyQ5lVAbNlGzIoh1m1yVGYzuthrs/1A7gZPw/bA31j31y6
y6IWvXrKfTB5KCEeCghFg/qJCH0rlYh/J8cw+JobP+mtOY3Q7qOxu5jzG7GJ3GFQD7lKOyS7R0bx
Eas7R8mNfVa1xySPj80Q3nSRHNu9LJ058U5TIR4RvFtuF4kn2goUYpuE3ZzmBHerLH2Q0lHwDbFF
PiUoZDufuxKZeuFck+vFbkTuB5GhtQEEQp+dcfqcqnEy0oQ2xQNDdH23BNOyt5BrOI55UByqabRu
U8EAdNqc3SGnNcN6pQYSyXCQqRiYAZqbHYJIxKRbIUdnb9ASCqsicFs5yM+8bS8wkE9VHDeVgRtM
e/h9pxcoVRIsdGGSH3BYKPfMf9K9ygxqhyi7M8NOdmUtbe0gtDSEffXYa4NItxsV6FaSNxTBfaF4
woyXUP317TfkxZ0H0AvJA0gNHUwIpJsAWk111pdJED7GQVg6Qdb1HwxJUJ2gwpBTUibZG6ToTjCA
R7y98KZa486vBSHibau/IdOaJy7kM5igBBYRAzKteezwNW/AWjKjimxjLG7rdv7UKMNDks2zY4SI
/5M/fevE0B2VxjVyNcC+vL+JRtKneZa+liD0017+GUpKZ9Or/QZc1FXXqrmiZhcH/+1PvkmV+eQr
JgjNVxAvjOmxLz19mELFgDekJ/tYa/JVsOi7Mavc0rSuW2s8JoXqaB1OBYL6Ser/2kf/zVL+h7D5
7Cm8AFp8+pplcfuv+V9+3/UbSNf6X/6drugAJNZ+MqQKHs3avPk3pMsw/wBHucIw1izi36mKpPyx
ZjVMg2HAgTpcD8K/UxX1D6gg2G5CqF4lVRg4vAdtcXoYUVNTC6zsNxSOqChelHvhaPRxLIndY9Lj
qW03yE5eT0WMBIBG63BnISViJ1MYpt4yy8M34FVo55oi1pCdoqePQd3V19mk5HcAfJZdS/V45rRc
o+w/R9jTBwRTgo/OKhCj0gQ73dfjxEdv6Bg/1kl3UyFTfYHICjo5aV6rZwLiadj9vRTDE+YatP55
XqdLdQNeFaG2dI+zMJdOPzahF4pRcgaJ/CI9XM9+vODXyRcvK/Px02XGpdaFpsujjxTQ/U7Sayqt
aLxBmQvdhbatfXHsq9HuuoCjLpvN66UWrtImOzZRoNm6FBZU3eniLUuk3SO+23iCZKWIOMypbwR3
qVFXxxQI3D4JGWZXbRTsor7WXAvHknPdgrUAP306jL/Iq4mVkE1ojZ5ey0xe2Mx5G300DCH6YXAi
3NBIax1SLKryuLLsuJcuJhXKeq9CsRmyxQnnVHTzTrOLplp2WZs3TtE/aOqAdWoaxv+NTkBan2Cj
GjvnP9dQ91/z8utJCbV+/98xSfoDKAJ6AGRT7Py1DfR3TJL/QBsCsu9KWGXqfRKXoMGQuIKcAFGK
YM5JXCKEcHrCHqMnAVnmPXHpaRx1srFIupii0HzhQ1CQbfLxsO6FPDcX6UEu4jnFuwhKpmMES/Wj
ioPIizpNs4VQCieHiiErHVNaAqSeYjk1DsUg1qMfl1UhOLlhtV44jvlit5mu36hU7Mh7iEqb4nw9
y4abyHN5nyzCn83QioldyGP5Df/qdLaLUmFAFAAVvWPas0TrgAuzChnTn8rrRS36keuVSW+sAEZp
JxGqf37eZdVNrJAg19041M4oD1OPG3VdC1+ECPGaeArpN+Q0hQ+4BwHvCYu0tOt5Ws6kyy+iGT1J
EXwGU+AnV+hNuox2i4ZPayY9ZGIcOK2Mh0Geq4P7bE+9UrK9CM+sslqtMDkkagLyOQ0AWUNyVlcx
HaJCbTHRKBt/UtreF5C38pQhF/y313tlY8A7oA5FC2FVn9ryRno5L6DnaPODLlYzM59y+DIppqD4
Y2DVul0BzMpsWUqsXU3wZjNIxpjbrVLVzjCVjKerLkjsRC3U73khdj8DsbSQssEyynA6Y+xyO5xL
9V6NTTacXKnzY2/MWuBMCmhiD5dxGkLziMQuk1C9dzig09JdVjEZO+3HpXOiyoBGqOZq8qGVWqt2
VaWaZXqXwbVgLb3k6mpVHeXAqO/0KJj+jMIMyqjQ9spXLdabX2qeJmTYamXktgoe5Jz18osntsIU
5JVZzyR0vYunT2ycWjAzkz49dGHxK1jKYyhwbxbZ2gtpEP/1uP6bG/6PBoIMVAn5E2U8wB1mVc92
8otc8Qn/7zCfqH423Slz4NWf9O84LVp/IEG5wtx/w/f/idP81SpZxiME0cYryIP+nUDSzlq5wsyg
gUetHtscy7/zR/5qNaEhipN/kOYgNP+e9PHpgH8Wp7c3YTufsMIWkdFeTQ59fozUxDaknzkxUmXM
L0SFLc3XqeHKI9JTzrw81qEvFp7VuInmmZGjBRe0kvH0Unn3MIFL98b3lHdHPFj6XV1DWr9erB08
AjXbG8sns79MjB/oNjjFLNlx971WbyX1MggfcPSJaE0ZeGc5kvY1ju5NoIb9tVFd1PKxhcVsXqrJ
DVOKlK9HITguMWJlO9MsnCw4ShId4fi6Eehrz4uzdNeGugvBQ4rpN6PYB8HdaH3U4g+l8DNtCrtX
r5sVsIDjbIELa3aVJzfA43XJH4KjVqKm+0C7OlUcuXaFZC/jKj1+lYfabsoI7ETrJP1dPt9HysMi
HoT0k7T8OaQHI7oK2n3eHXTC2rhr+Dmjr5PFZTvNutQl0BTZR0tzUUJHpL1MP0zzTo+BvX2IrEtp
9BKcd6r9FF0o49U83Mwiso5uFF0sjKpLP2sLm6JTSW4MwQ6UvTHsm+WziwKwMF2s/5T+on6Kpts+
fahGOvnJMc+vCu26Ue/r9j7IrpJoL2hOknqR6cWFXdR2urgdMzf9ohH2RmXL6VUl+XK1q6O/dMze
FUVex/CvP+JvXtD/G+h8AgHRANUFnEbpHkHcfzNNWwND+6/HrGu+5l+buOA3Vz95j3+2//rx819e
2339UfL3Rcz/Pc/mXl3md9QwtD94v3GWXYdVa5pGjP/dINf1P6C6Y79Cy4E537OqUzbXopO+GvJ3
nKvM3/8OGgLxhL44F8U0bm3OQjR6V9g4zU1gHBPR6JLDcSYWQYbfZA1y36IpF+vhl3qoCntoIu1O
apPrioa2UNc/xyr3ymW5D2b2eGqqnIa515l1Y8PaHb2mUH48i8WvZDGnZczvz4OODijwFcSy9VoY
m04V5nkIv+RpVftCqGckl3xJMb9xhdQw7bwXP7295qZjs3K1IMASuldNIuDv2/5iq8gFMnqx8jDr
KJVJjZfnIwpiM+Z/XRNlXlNPqlPUINHrIgLFeM5ggm34rHZDenClAHFI0OXQ1vp68xBy3CW4pZN5
t2izbcWDHdXKjLcvQBLhQIFAgRYr17MsLoe3r/zlwmQgoLDo5QLh5X+nGUjT4rVEyq/cyboguYqR
DjaiTIWtBMM9FmV+q+r3mlTt61L98vbKHIInF80O5gGju7DymlH9YYZ6unYyqBojxSi/xfbQVvj3
6urPwyF3DActaTu41K4tDxPivenqB/0Q7/RDc9QP0By9yDVdy7E8wVn/fP2+at/si31n3zT7jl9a
nnyQbzq7s3W+8fvgfL/R3WIvfmmOlqe6Bn+dfBu/zDfZkS7g7XTHTPZQedL1co076eN0OyK2Yc83
8mGwBaezDWewDa/xvt/wQ79/7/glVq4u98mJ3VvN7R3TE3zwew4QO0+xhb3uNa64E3elJ+4Gv/Hz
X8mh9jp3dKy9tdfcZFfuIc0Yhb38EK+lA+CIDxj6HPOj7hmX8pWwF3fzBRZMXu+U/DSgFU8/3/S0
g+ArtrVfbtRr5bD+pN4OnF/7Y2n3tukY7voxLBcH1mO7z5z73GYw6yiHaBc42kG/jnbWQ7sf7cJ5
+4E+8UKe5R9/PU9ZBIcBH5Wx2+Z5xlbfBWjfZbe+++EB0chj7ZS78Hb4Fk8OjdfItC00L+DEHpd9
6C127Em2ZGf+skdVbse3euTa/s/d9QU2m3bj3M/2uA9dSkmbP/BQ33cpBJ2MW16s/17NkjPatxEH
pD12dvFoQcO3Ec8X3HEvuKFfOOt/u9+/fZ1PM8PNdSpoo4mrWigxeJu1V2o+UjIqOSwFK3QUbTQv
pqFODlaJLXwctW45J+BtQ5OWdFdf/vUljy6iPo8OT7+D3/4FnFy7Q4O7sysD7EJczIMj4VkL6Rpl
KnpLtXgIpNFp5Km8ePoiJd33SK5Cx+h5QxnIMgFA99rmNVKPnTR+CIpEvAh48S7IBX9/KcoVNxCE
hvvPnz19Xz315pkdsDYxnoWxpzca/ufayAArBmF2U88ESzElMz5xtwxiLwRVuFSL6C7poksz/4nP
2L0UaK4Rp9eYL1/hFHjfxqa/1IchtLyFUYa8XCTijzBSLgt1fMB36WtZWre1EV9I4Ar6vPvUl5MT
tECci2/YL3xpu3xfTpGLZJ0fN/01XgK7WPpIA8IE7G3dIHyzq6tpsYMl2ulK7Ab9dDl1KXI6sTeq
gVdGH5ikel1XeUFI1mvoTqcPCKZaHhQBV1W7Y0KyqWQki3V2BxT5fkSDB6FY++1NtTmBnm4dSCrU
L55gdsp2zpInZm8huhdhwctR0yUAnIH9gS/8JcLzOgLjlbQbUN4+uK/hzOKnM571ifHAOAGpRUhF
6HGfBmIzGLV56qTA0zQcqmtrjJ1kGStbRcHAA6zf3VVq5CktyOO3r3qzX9bs7C/ZXVI0OhfbN0kb
G7OdRm35kLTyzzQniY+GOveXUP6AJ7CGMK6i2Qt+rmD2W2n39uLS6eo08+n+IoUPkojGFjnipitT
qX2A4I8mPtRSKu9nNbxLcjM9Sn2L1HQgZD5QsMHutPKqrEokaeP+KtVKf5Aor4CiXelq8VVVl8IN
OxyUwqn6jv5V+5Abzbk+9euflGkSuFu4y1shmsIE0ZaRPzz0UvwFPo7m5KLICEkxjkUbf+lTzS7j
unAzbAXP7I0nXvQ/0Y5ZFhNeeHC0J0HFMwvcNP2lMW9MuevL26zo3WzEZasaloMPYbvKd1GD9wKi
A8yh06W9zuMIrpNRPM5F1tMQqmN7rHvr0iiJ+E3UHQdV+ozJ9njbjXKzaxq8np9+i8R47WnqOFNO
GvGuE2n1hIw/FE38YGLbcWt0VfCodtdLPs6XSXhhGdFwD56ooccTTvSQEIWLJi1x2rEYLhYoA+5S
tN2dEQbXoj5objgrj0/75/9CJfS8EPr/TzxhBUH851b2Xd/Gp63s9fv/3SLRzT+QK2Uc9g/m53ex
Y/2xSihA86ENwlBnPTp+d0hM6Q/mPLRImF3gQ8Pc9+9iR5UYyQEHpoONvBTnivyeUoe29/PjaW3P
MFSjSQr2iDoD/OBpnAuUMhLnxFogBolq6Pc47ehO2CdN/3lSuyqzhyWpUty2a1gmNyKQNv0uMM0k
2VtJY803DeezAl8D7JKZM2tO82HP+L0r7WzuoINVQSPepqVVfgQCbqp2gwg3GQuuAxonjR7ot2qk
BYEPE0/gRZEKtEQoKzAyn1q/TZG6yfEgh33p1bXc32nLgJOYhUb0jVk07XdLROv7BhO25EKuJmlx
aJIzp0JYQVd34OdGTFrVXvss9coKBk/AprriyMttQ2PLrrQRbxs7jWPwhqPaQUoqehIGW4+NqPWT
WEvvMBOQWz7CUGW+KA+SfhDBJ2aqr7cztwrR4LqQbFRPwrk/E2deezZMrVYwOw/6hQVKLRSDzD0z
EniKYdKAk2wawI9LZR3zVGrOOa5sUPzrXliR4OQhT/9AndrshZjzRZU62mSJkCyqLQ8hJF947er4
TZRzuQFLGdfRsSzKOfu+WK30MFRj+3keW7bAHHNunbkDp0GeT4QE6kqnAPPAL9ApPf1EbSgsSRgW
yDO3CUm2qwql7PblImBPmyjjsjMSjK48M7Na3ZURwSm9IjfCcx9DXo+9fwI+3oAE+1XYGlE80OW8
mqefQ9cLzB6yYEZGO0AW3i1j+Egf0iLFiiqNulH01UAIapuDVUyPU6grP0Upq11pEmQa72klL18V
klvrI1seIMQOnYCoLrA07qvlh9QpgXGndsoY3Y/BMgfftQFnDM0R5W7UztUkm+YG18KLDsiQUT/j
Cchxp9ciJmY0xwAAIzuOzfLPBWQzDluRkiXusyD4StfitJO/3jRoh9wzSLArm/tpuz0Dq2iFErA7
gpybZkzItNWpNBvXSZmvAvbotMzOqOVZ77y96valYdVVog6iMUU606VN4pabY10VTC5C25RxaIxS
zNAUvQzcJrGaM2XPiytEBg8cBK8L5j0rIuf0Voboz2RymgE5CPRsqlwJ25Rg383FYF7MdafJx66H
eGOdeStOmwTcWDJTUFF4m+Ams0oMni5LoYWlLTrUoQ2kRncmqU1v8iCpUWuxgvajNDcILjH748z6
+1B75Xm+uLMsq9OTWMlU5D1b2Ncik2eUiFezrLgsNZ3scbrqTbPCTAse/fe3VztNwNeLxP11tUKC
UQU9fR0fPNeAgV8jI75nJKG9CGm/b5rK2AW9ouyEILNuWhQKvBxlx4uIG3xmC8kb/ui6ODWsBg+Y
KTOtyO2DDYK0luNaYf+0wVQVoZNaalvctU2xpJiymWprQZDlc+9MbTGo49NwnetJg5Ch9ZNWEIyZ
CrSdLoG+TkHg3RhTMlCdD0qrO2LRZ/KHehL0kWMSUGwyYTOxlBjzlO1U7gIecH5bLkXT+foozUC8
+mCs57uqE/XFlgNd0G+XYIiXX0pcV9q4F1s9ZeYwjEjdPuIpKgw/4V4t4eOojoNp2clsJumVOsay
eh0XolTfAv3XJyeUw1JPnDFTQuOYisY8y84ojWbgzCPKO9dtWNLanMypbmY/XGJ56Z1eKmL5UyKU
VIUHSw1ztbL7xLCyx2jJlNiOpnCRJrcyIhVsjrJMy+felBGiDAetoDJPq1BXHbxRIww+qgxn+WMX
ikp03Qxmkez0uczVPT8jtBYf/6kyGJyUlZNvWYFm8yWJdZO5KWgmQkcr6oJZXkdGYib5gZ1rTKNb
Tdpkud0y5BqneiQIDLB7Qw40L6vlfFJucmmCZ/CrUPRibPZ1lWcCBndKgac8+iIqqthOrwSzKjNr
HebiEMa5YP60hNzqH9G/TOdfqa5hW2JPuABV3wStwi49joq6hlEAT6DzLGkU2p9kNkYHQ32Jkp+W
lWXFhaAE5CR2kSe1fClMRaXXdhwuUeliAT9Br1W7JE1tdWwx35MTs8g+qfIijcgdQai4kHs9t/CT
HnPwTyEsv0NUDIJwrYtzyOmD6F3U3iMKMBc35C7VL0gApnUXNsIY6U5fQTL93KpGGHGmZ+KQ2Xo6
zeIVWWEs380F1c5xmOa29JVenlEMTvVYuzA7jfTIjWEgTI9z1Uz70DIwi6pQzuBzSWlmOHGVJ6N2
ERlF8xCLuWR5JaQLUyA7Cnt9+WYWAvRIu+KRlXCUzVJNd6PUKkV32dYyDii7qoglAIHWmEYLDNxQ
k7xF6FrFEdtiOY66OSi7CY3E7DBWnCuTkxld3JvhhRkKmlF7RmKpyQNa53n/cYmKZcZPvknE6MC0
X4jYuqaUT34q44an2q2Iw4pBFTsq9SfqOFW8wEx70HN7wL1hKe1lyrRyZJBW0Ke1+7HTdTfE6Gl0
G2VmmAgKvqIFWlU6coyTkIryjanP3Fn0QjBj+IaBqRQfeLhR5amB1IEnChG7vZBTjYRUHMcp+XPC
H9f0tbqs++tKBgxyucymNF/peU+vQYoVAXhGKo81jLFAHKbLuTSkaIfCnRReIZkaxh+NLA7T/mpI
8spsPSiCuKg5bA51OuDQ1wXmt6wJg/YxiLs0lu0FjMpE1xAUAbRfcwqs6LEd1Dje62pbjf0Fpr26
fhhSAy1435wQmsOxZM6EoLHFvDPK29I0J6T7slYhUtBBk9TsyzyOMk0oIcfjMF4ESfyYG73YH1FC
LKeD0GBacyUEUXenTqOqfp87eDznDsTTc5gKipERwZb6BZQHeeImPQsKLUoFMzD8ehZosBZpe2jz
snYnA7ZVNRnnrJRfrrdStenncTqQf2+h3skqPdIPs+WnwRjtQZW0+9IQSwQcCNLLopwDyp+ehev1
obDNCJ2J+ToY2CpSCIE+DN1oWn6VlibdOH3yp2hYHCjp7aXZm5Jd5oHpCrpyjpa+qQmeloZTB06f
JjYo8y19ui/JKzJ5oUDroza6SAkVkzNPTKVFMao/0UeYDxmMFqxQmkZzwiQfcz+pkzZ19bKQzoAT
X+SuJJW0pYBa6lCNacKcJgVSqAixOSbBr2gOlYukl+SDtsqdvJ16nD5eTv+VIYNXGMgzlJ5etHcM
xO8VDc3AX02ZZxLeiG00u2VGXrmrlawHORgkwfv6fuuiNDrpD9N9Q+EcBO3ppekME6vS6IJfNW/Z
4GRqUaS7RhaTyadGH4FjxWkXOIi0LtSnwdwdzACtjs/vvfR1AIVKI9Mv0sututmk6XVgKtGa+EQB
BdmumvCk6p0iM5XmqqY+DHMbeT6lPpNzbbc44rdow+ICizDQiiten/yzYkFWwlmWa1XdKwxeEzuI
IPTtTLmX7gqiY7QrW7pqi7wMdKNjLVb2b1/3aW67bnNR1alTEFpnvIrWzOnyghzqPcx5w59B0+wz
Ra4vUEGKroOCROnM9nplLRo7zEjWPg7Amc2TzuRuURLKVJ8c27oMybTsCZjWTaUnk/feywI/uW4n
9jJO3uLmrma9OIxougtQf0ODCeEECiMsBXqQotJVZxjrp2XJU6jggKUdStNq1e/bVF6zHMNSKcJw
1yaNeUhwqHUgHDc2DgeBo5gFSrwQOpQzIeGVVYExrKNSmEQy9cnpk0NcluRXUQU/07LutpTl8aDr
kLvlSZTvkYoEcSMM0ITfvrGb2QQXu+o7AWKAhEEDGgWx02XNAss4lN3jXYnctrjLk2EksQeruaL7
ct23RCSwQ0dayn7xsqzKS6edRWO0LbFJwu7Mx3mxpWiNgNbmM6mUoS9G1mE/BGGlk1X1iSSMTtUD
fPw49PVga3MdnxOrfnHLnwIVBS/qyviPbOEISQMhF4xEDT6pGZgygXV3QBCMjjqnuWsaefuj12Pz
nPHOaVjmlsMQowAlKnEWUZutIeRZiFCHmrlWHbS7MZ3E+0SRxzuxaEeg8H0v2PRu9HMrnrafnlZc
1Q1plFBsEww3O1pMJUHpSf924Sh5eHeEHwohMXaF3FWf2NSfZTUp7vIunC5D0rnbt7fYNiLyGGl6
8TrRkiM4bSXMGHuKWa0H3W4uKTrTDKJ0GpftQ6bKABKKVvJHoTLcKUmnM6/UhlG+XrcM6oK6e/Xp
oQBft9uzO80ISAijYRp2Qx8uu9jsFtuacut7swwoWcZq7ixjlzqWVMVeNvSrR4au71KQ2YwyTQHR
jQFBwkAGaf/2PXmxz9lGiCDyKBF2I9RsQmdZ6RwOXTPvhHpCmkvrq53QLl+xkj0XOV/cfVaCN4CY
A8176Hyb91uL6xzlkGXeZXEjO1MhixdL1HaHNNGEL3iutZeYJOq2YIRd+96gzdK4vK6t+dW5aNv5
KNWwaNQFwX66auR42tABBcnCrxb39sfb9/PpnfmnscmTxqUIGhkwH7h80CQ2T1oV0OIBsyTtuANg
hjNpsuGblzuo++mhzvTWKWVIwrJZh9eTNUu7rk10xxQb8b5aZt1fsvqTmsuVE1KoOVYq5VeI60Q/
ke89F3VOnwjZNhAKUlBAQXS/ODc3k4ouz2sWMhNXi0GOXWTCpC5/YtMiEADCIP1gVEZ7lw+ijiuX
NY/imaeyXZ7QCiQNEu56nKLNuLlTKSL8Q2Zoiz+WxnDA8bO41erhKxCsYUcHIXPaaLQuCiHu/Lef
0Wm05YxZFwbvhlc38rUvlaGwNUz1KRJ9rDOLH5mQjrkbGY04OdhvVqJdq/rwMWZc9Pj2uqfhdl13
LahWLRO4l2yNNTg+CwKSnJa4Vc6i38emvKPpLrtFOcm7LCp50gAODv+L9XjGvNgUV3T9TterZiw+
y4BWuhYw3DcQFLkSEqY4zZJ8i6RJPBNeX7s8ee2CWyhMc3ZuQomgVE0GwEz0dRX/wkJrqNo6lEYZ
3ZYVbTc45WcO6VdXpF0rIVDO9t1yRspOsWIYnKI/4hLmilYt72bahh64ssTOJ/Wc0/u6I/95t/96
gDw3aeVcEsa3beJMRVp8qmRuqIqrfRjNwx26GZM76LN5Rn7qtaUUlIBZjFQIr8TTZ7dquvWqHCw+
LJfIw1wcb8YSxrqXBlMgvOsQ+Ou6iI5wSQlfq5rC6WKgesJZNWPJT8ZJu2y1yLzU66ayC7p1d2/v
yZfXtTaCefXIazkIjc2ezEddX8ZEE30ZpRvPiqzUFtH+eEzb+pwY+8vXHMWgVcwPsRRKsG2u0Vla
XiUgUv1Ubyvm/r3qNmGCtvFItQ+Zp/SIL+mZ2PLa9a2YWp4cjwjN6NNb2esR/iJmJ/pI2hmW3QVq
+TCpQHkO5EX5uYPtZQjFoRR448oHQCtte3rLVp8O0RDLfmwIff0Bu28MpuKiM5FUmZpWqd0skgMU
W5RCC+5rYK/Zb8LHf1STfuUuE07paHK9q5Dx5oK1VEYVfujBgS9Cy3gun5wCo0i/phHgVImhe+qS
ZO8qjNYNi0jS08gNbAYCupuTy1iyXNZGFq11I/bWFsAh5LQ7zrEhebUya27ez827X8mV7oa3MS5+
q1zzGo2eh+/S6IF6TYqP8cbnQcywpp9XmnVutmdsvF+7p2uixPZlXoKK4elKQhtPvSKUii8qJOMy
MJcDdRM5YpYuu0GwWlsRKs1995uJSoWJ/BombRTtm8o2Bj+QaEurcDrNkdvpJYLY9ZLu26zWvLeX
ehm3eWQgG8FvrAPN7Z6JFRq5gj5LPqJWshPFgnI9GvF4GUxCdJfJ+TlZqVdeSnboKkALfwcZmc39
zPVyEMaE9eQyVFxp6aYbNcp/pJgP79++svUmnZ4QZIArtpqLg/y9FZ1kdjSmaT8vPoq+3WexL/LO
FrMiOXOyv1yGzgNdOyZp4EPBlZ9uEGtp86kpQslvxUjFsLykxeTgfq58evtyXsYX+iogakiSaCJx
NpyuYyJ/IbSJKvliZrInCET+Qhv4B/6LeMIGqN3S3xr8xKrPNWhfbpEVqgPZHVMqsD5brPpiCh2C
pQsMGxXtj6JWfpnMBi6FQf5CH1F3377O11ajM8mAUqf4Rl3r9DoL6gac4uHzTEpRU3EZfeh1Czxl
JcuMizqejfadK67ddRU5cpo6dOhICE9XDIQayflw6Vb5/cgZLOlnLxsXE76VNmPo8Z0HPKtxrNMY
A/QCLGpLvyikfLBK0UKNXBjEQ01OuBPyMsjsPDOT4p1Z2dNiZLrg7aUn4sfppWmUqmXUsVjVy9FO
riwR7n5fXywD5F2xKvUz79xpT2HtLHNxxOUVEEaXeasZZ8YwLYdB7bxJ6jSUbSr8gawMEPDc58mR
9VrkMZrgILe69plfnXNq30aXdX3snzGopXGF4fSmp9GmpE5II3VeF2aTQz818Wfmu6vv6jk7yRdL
AcGAfrtiP8BjAMs4vbWTNQTgH5TKG1t9/jIkWRXdVHXfJhdQ79Obt1+K1xaDL8KBRweMN3Hz8isg
1hQpVkmTqiI5BmYKka9kQtpZbXXmbXhlKdqNaytCY3PC1dhcFxKTaq2rlbdIEaQfEO8DjLQA018b
icziz3dfGAc1Lx9nD6uZmweW9noAEIx3L2Sk7lMlmR/T2krcLirU+7eX2p7kNFU4DQDPsC8otrdg
QNTcUQ8MjM7Lg667wKvsQGmB0SnpDfKZSuJU1XLOrG3jwsALQTdn7YbTTFzl0raxJTTlJGBE3yI2
XM83gsY2sSO96fbLyHwXqVDpaMh94IOAEwOHVt3s5YKUhfbQTcV9Bq/7UCeWNJ+JC6/cC5S2Vga3
iSsVjbjNQ7bSDm42s3xZRSsCl3Qrc2oVN6IQ9MheR2HIbyoVvf13PgJ+HMrepMcgi5Fn28T2LlFD
BaQIskoDtCf8VXpbbbAtBbO1HMSuoekgdWfO5xf7eV1zhRnyJKgExG10DydhitJy9NQ5S3/FSm/5
LfnCoazE9r2beV0KLjCiSesAdZtxKAkiidocjzANNMHO8kxxkiGrD0Cc0zNp6ZpVPE9u2EzkbbRv
8RNBs207K4yXpV5qHYGqVhXU68RoKkcUg/HMK/PavaNqI4VaS0TgfafbJFKwCZR7Y/QMpR4uJjmt
/QF7uwzN2fpctfZiS65XtE46eDUBJj1RTZ6l9IrW9UoNtNuTa1lxLW2p7Rqwzm2E5oSN6pjuZ31f
vDfYreF7RdOtl0eZuCZdzxaN0XSVpKSfvB4RZxe/o+yC8DN7kpzX/rv3PkMcQgF7fwXYb/a+jHYe
nD9auaM8Kz/A9E85vrJIwE9V3D2UqjjtAsrSb2+v+soTfIJBgjdb22svJo8RbklKA28z1oZfSl9K
CKAXJs01db7936y0km+NJ/+ozV5R/w9nZ7bjuK2t4ScSoHm4lWW5yq6xuzpdnRuhR83zQEpPfz7V
uThtuVBGzs5GECRBaFLk4uJa/1BWlLUtXA/NVI1vFlshoni9F5T0z6+EkW0qzOZnUv831GYpnShR
IkjuYu+6eQMtPa8af2rgdts5tLNsjpInZYqzndLV4kqCswHPEdDXsYGmg4ykVn9B3OwyFx7EuAgo
RB7uPaTEtx5SkU+FIyWg4jKfaqibPT4stu0tvu3O3pM6RfJRRQ72xEWR3c5e1AQ5isp0ghs64Dxl
VeXKEr0TH2i1c89xgSMys/3uEY9Hz6TKuNeG4Y9WFfPLpDvulfCwTdXXteA6BboBYJMH+SYFWuwi
p2zDJ+8nJz82RN/Q7SLjzp0SY6/JWbtSarjILtfxUNBYdR8ocWzZZkCqGoLqxHitqYf9QEfbGM00
pPKvBa479iHxI971AsB/0chrctDvRCiG5/W6Mnf58uua/xUsRnPJxygFyNbasrjXWm1SD73tynun
Rn3Gd+tifByswTLvPz5Z7y4zD0ugE2u7bEvIwXpYyElly6EZPAa8aN1TPzh6YJdFF0y5e60Z8M4e
R4sTJbv1mkbfYmswMvUgGhcb6/embQuMJLF1/U2l03qBDSEHfyo6M5zB4P6aMjEFDRajaC2oZvu7
nrW8x9KqGaBWIB24n1SZ1j746DqIXel+/3hhLoMbm4FHIoI0fA9gM+cfpK+nklr0NO31iUdps+SN
trc6nMR2kBWN6EoOfvkZ1jyC3iGFIKwQ3tiwf31+DpthN8Db9kauTj6wleUb/AyiTDQkzFbRrgTU
98aDn85eI2GlU7E5XVoDuWta3Gk/xfmE5BsOA8WXGmebyu/HzAOQxXeqrwz6zpKuogDrgGSHwLHO
l3QwaamPajbu+ybNDwvtta9qDNg60uMs2338+S5jlIsGAv8HivRmmnE+Fgi62cWZckZsdux/65Np
gBd2xNePR9mIqq8R+3yYzTr2puiEnS7zfgIMFfTOkLxqnZq1PG10/U9r9I5yrxk1Gh/0FMavwEON
oAKAiyRKbxxYaJriH/+ki0Um04EuvS4z5XBKoucTL3jfGTV5QogeSYIaG8+BOsF/Zealuf94qItN
RFkftSEeqpSl8bHYxKwY3xW8TjorrNNpfAJTZu7jUm18dW4REZnzUV65IN8ZcFUOo/WKigBk5HXu
f52SROQY46LzELq9Vd2pfPd/DBdOj+sl1n0yOoq8ctNdXApkcKt3D+k2rQxW9nxAXm7FUM2ZHuI1
UD/qaWx/Uo3c+BObsFD8ElwoRTmV9skxHj21vOlT5Zp+8UU+so6+qoDSiFobuJsdRrLnGUU+6WFc
Je23iibmA2r546vaD/W8y2UWB/2o2pA09PbK7r7cSqwl2slvTDuMZzZZl5OI0YzsWQ9pqaycJgx2
95ZhjbdxianFlc10cQEyTxwiIUJT96Adttm3jYFIvbk0ejhJpQpSwMefWNE/5RyniNmM2U0htGvG
E+9NkJ4BRxOEF8oom7W1UIUXXEV6iJe1cspnpRdBW/SO9VrHkepeuWrf2UyrnYQONo3X1UXhXRqe
Ail1MEJer2lg6jPSBa2LlqtmNJ+NRnShGufF/QRxzS9Uvf798Wm9iIhsFLCoULDoaZC1rYvx1+GJ
syVaxqbQwsXOSzz9nOh28TAu/HiUDbyLZSSHYLPyGekTAWjbBAVEns2yqyYzVKQafW1lJW771Ixe
+7KI7WAYoUJD/OqLZF8slmx2Neqj/1J1dswrv+Sd+aI1vGrnEgh5NWx+CFo3Vt/QGwtlHlv/tKDN
bqeib6+8lS9D0go0IjpAXSFZ2F7cNjIrQ8XLLCy69I+pQy7yVY8vC2K8vItckPEfr+87s+L6XM2S
IJyTem6OiZHb8cTrxAzJFn4maIQFluJe69usW+GsAMCHIyeAyE7wIxndhL1e4cZYht4MzdmK8Qer
Ye+XVX/j6UN+5bq6WD8qDDByV5WaFTr7Juvy164cqo6nHTzFMBVgtdG5ABpkV271pPX1c5TlU/Dx
+l1MjfFWnQDQ4FwjNInOTwGpbTo4y6CxPZPoi7rqPQD7Rw/a7DojuvKxLmIag2EuiXjzWlYFfn0+
mIJ4dN1nmRbOejV/Xryh/1IWC7BkY0mOvM5oxKOGdCXzeWfQtXYM1Z4ET4UAez5oOSodTAZmCLiz
uWsmTz3ZtWMdCK/23vb6ORgsKLEfL+vlsUelWkV2kJca6NwL4SfsejxnqZiqlnfxk6bj2YyRcxdg
7J6ioKmo+7pcpD9pZh2Oam3hUO5euyrf+bbrkVj78ZTqgZaez1ytRKwoNlJlSplYeyyjJzAOiCkU
SXSt03hxDJku/VoebCii0v3YbKNmVPSog6sS6pGX3ws5x6clg8L18aq+8ynJkzkWlBcxn3iTzPzr
cCjSq1y7J2S3dWKGSRplGId2SaioqXmK7dI8QeC41uh/bxXfulWAg8GkbF+i9ugsqePyJSVfGlOc
qjiCT8G3dIbF8/H83jn8QF7epGUJ01yO5x/MjUqcsGg+kKtmatAqhrLDzrAP0qZN75RYv9b6fm89
uQ3IdIHCUpTbfDUjgmGyQuRCHI30R32oaUFUKJUAi/V2RlRLf7TzLPx4ku+uJy1OqrecC4L3+SRL
fbazFnB8KFxUaNshR5dEV7y9CnvtylDvrCf1ElILiLXIf22l4gEsSx3NNT20CoSu/aYgpfFB53jf
oFqaQWw53ZXr750VZcSVx8sfK1xqMzkbaZc2ImsTcSyDuMsWoM26c4BA2N3pc/LvjO3YlVfAOwvK
tmQsuqrcUdtjnjjtYo98ZUJ4Ee/sycxC4biJb2flNcO6i+QbfyjSfvTsAImzopsEsVGlqedepIYG
PM4wN5o6qGRcB0ZTdCt3bwl7d0HtJxL/uVO2jgxEnEIJT0wq/ucLa3YomaRjCagpjcoAMOHg9yYq
t/i0Lf+PXUPhYU3dyCyANJ0P5Y3uYBs5UK0Mh9vQbeWCjuVUPupJDy9fGa6VOd/7fgaP8rUkvvLM
NwciB5kdjzMBJl43jj0DncCGubwB4fDrPx89kzSJ2MKdsKa95zPLaCQ4al4xqWSu9F9iLkf7WVMS
VfNnPV5ePx7t8vTxFOb64QJa0Rrbi3dZOt3IPQJ1w7s5VEwv36c8GQ+oXRRHtaAP+fF4l+u4yk1Q
I8UugJRG3azjAIgAOYfKDMdEtW7MAlhDoi/tv7YbJZ8+HmpDZmNrgL1cC9OUilayyFbUieIBbFHk
YIGYmk710JhR0v20hVMUvR+nTtce0F3I4tAaoK8+2J2e5+VOouk8vTQufOkbXTjWf66ZstS8iuE+
vTXhtnaSKAcNba3kFIbjKLJan1sxj39I21zKwEL0sdxTTwfA6Uxprt1+vCLvfGzexXQ4V+gKoOb1
n/91NSP922gymiwMCKExcI24+rFKdDeEBdzuHGDHV9K6y1D0FmXpcJLYWQDwzgcs0kWQhlReOPZ1
Ho7zlL5G7lTdUiBU91mr9PelEUW+iKb6Soy/7DNzTqmIg7sFSI3A9GauiTMYZTVKsJxJo0a+FVvD
DmUtFNrLsfm+TIY8lRXU1NSq7DtVAjhupwYNvkWKF9Np5b7Ea/3Kjrxcf0pcq5oULy9vVVA+X44J
5reR2jWpkVknJ0vvx30+d9UpqevlobHc5//6uYGvUYbBtIY/8eQ7Hw4QX2lnAHVDhVbA5xazIsyU
3ClHd8eZln1bmF5x+HjIy+NNLWR9WoIuJZ/eVl/4mG6jQdYMjTzB+K7sa/jVfWKvmmFefA1xclnJ
BP5B9ozZ7+qNxJvsfIaLxoPejLlV+z7t8LNpcKvuR/2THNAks/tpCKwlh7BeFuUPIugrehnOrpT0
VK3arq/M/TK9xk0FcCKhG5wi0MjzH1Pm4C9HrdPpuZTDoRi8Od/B/UrqK4fqchcxDruaZ+6qEbtN
sNVen6YiocKFYGLyUqpOerILFNlKgIS+Vbg/Pv6k70wLbAKQ6LX6jSv45iD1uV3FiQmyNJesMSoO
1oOb1OrTx6O8s3GYDdfC+qKGT7jZq407xM1SqVS1isx8GWRSlL6XC3Eaq3bU/Y8Hu0wA6R2tBSWV
9hl2WZuwNLf5zCM4okbYJ8n3RPGs77CQ4uWWkrDS7zHLk8oh7dCuuPLp3pklFcnVyp3wy3NXP98i
g+YMa8a2PouW8WQhmZH6aO23kAUV9cvHk3xnmzAWnTlSsjXb3WxHV6NMIE1qWtaclMeEYBlkBnII
MEBwrHDyayb17463toH5jG/2budz611bujiEoZSVL9FNkbnF0SFhuXXb3Ax0qj/7/8f8eLuTBa4g
6y0/kLS2s7thNkOsPe29p4OgrXN42vn6GJsje7h2o6wf56zARD+Lw03yAm1lpemcT9DI58RwW9cM
225xurCpBuezksoWWEaEA4Pq9o7mAzwxY19p+jEJnKL3DstMO1it0HQHWHwt5FzsJ34S6HYCLrsK
55tt/AN62lmgrcOKJyC9dH3eVxKgRuHM1yzPLz4vQ63oN5y/OaK8Rc9nn2TdktIZNUO6r80D5mLy
kCwy2Q8Z/IUJ7vMVQPtF2GE8gGZroRKDCDDt5+NZaRQhEmeY4aB3cAx7jFRRcZ21wb4SDC7WkCjA
OwlMGlAbyoabieVmKZ1myvUDRzMLB2kiIu91+p5I/vXjHXsxJcBlxB0+FB1Ti9B9PiXpKv1qgFgf
DDgtn9k01hGGQnKFznk5Cv9p+uJrgMEEZZtgInWiA+zurYNWK0a5T/NM12M/koXs3f+8dIRFXuLQ
c5E8drZtnsUozEHWg3uIYDb9pMdk30TVjDBWror/DNx1oKmuAFpGglK1PX2FoyG0abTuIc1NWkhq
NwQIIxl3kTGcClWJ/pOfNm8HhkOWAXg59SQ6WJtdMeXYntpd4x5Me5Z7ap/LKWpN5ebjHfEGK/w7
pkAnXzkNK+OOihlcoPMtMdkOOOB6qAOhCM32Da0rqu4WlvOIanfW6PHkT6PliHtOCEuqQ+qIDvRK
E+MIMQFN+MHLdY87pHcKX3RVMeyK3LAMtFh7FIE1YPj/tqNV/kYjtPssmsV9hABsPFlRbhbkw8X8
BfzseIpyW/8s5DiofjxWrraD9I9tpshi62cmh2bcQflV76Wryu+J0NF+bKkOn4aMel7g6HNOY7HT
veVIHYv4l5vNoPuVM0eGb0NefI6FDmXD06FvPqj1NEx3UeMYcl8Xuf3LM3o4xnpiJi9RV4jvpb4k
wCUcCiR3cW8idUTwaYebyBrih7qfxBCOpaNMoW216RIAZitr6JJx2fpxrmYOVhV6rD25XdP/EmNd
Vge6vC7WSZGGaJYlF/HLiGFTBrHkNIJNNFIx7ubOyktz1xVJXgSFmcmyOY6VQFEgs6XV5zealY2G
4Q9u3EVVoHv5WD5WfREn+7iLrei3Ycox25NyoGiZqqlR3g4IL7tYQpet1q+eoF3L4pmoOPskomkb
lobwSs9XXVoXSoiJeCZv62qQ8nfZtFZL8Q35XQLROM9fp8gx8sV3XK/zDj19eTO4shfZamdbkeoG
mx6MiwUX+rLJUHWL1iRTvE/jrD5kjTkEJciRwk9icwlHOhN+XC8pXNiq3neDG10Zf3vBkMqT+q36
CnAryOfXOP3X43RaMLKGcpztIxu5bxSfv0fTKr7iKm3o6PXwcmW62/Fo/ROzuM5WAjxNxk1+ZOlR
UixIiR1jo2yiUHh62YWL7HSUSivahMGSlKm4NfVGt26dvnWHPTJd+kku6ugdHGnp1sExs3TBZ6VV
IwRLO9X1bT2Dua/3eCq/1n3iJD4IN6ne16OaR5/Ru4EzZaA62j7MMlaPdFYNDNuhh6HnxSl4LknA
p69D7Gj1Xm+FPgS2k1OvsIxcOn7X2wNaYKXQosdyqus+QLOzyn3hxORANDGq7lsPGslBpUFJ6MjC
wHtpdNj7jzko9jsNc6XaX6/bH+qUTua+a7OsevCQeDAOYlAT7UbP9PyPZma5hcB6y+PKJ15k3pNw
9OZTn+FKwZcq7Z2GXN99pvXpdO9YyrIXoh3SzwLRLvXEb5Xpj9yie/NPnCnxcjcsM9CRyGgdRO4F
+sjursrhHCMlAOxcan0vnlKJGuxhVry6gFoujXtM3Of0l7F41YGXbDQGOT0Yz9xbtMMUPxtpRic7
24JB6dta1nVzkKddqb+2Q9zK5gYh+qS5cVGyTREOzWINtBZiZoOfCnuxjjqvUiWYOq+Nn4w5U+Vn
9AW1XwMJnXaiZKbFqOE0Hq1RVy/KPX5eRrwzO7TJXj/eiTzaNkdvFW3heUVBAHVe6vybrd8nqaDU
5NZH9JS0tt+1VHGcEAYxBz5R6joefItj34WIbdgvhYzkHy8mLDzhxculntcghf2+00GWDRR2xpvF
qdIfqlslD3HNFb4vJxNdPQxYGnOfciBiw0drCKouWoQznsVpoleP7HGRIdWpovzazIs28L3Uun6a
lFg0z8CrFRya3TLCz0EVVooZSGV0Kgpk6KvdTZ2j5f6A7WY97tSkAsVZQy3N75UyS9M9xiHuhKwr
EnruV3PuzeWbrSyu9ap3Rf3D7RMDET5UtvCETmPA/iOiW2jSEQ/04sGbUUj8nc6R1xCI7D6bHwa7
qLXjPKJcjwObnoVeUnhdxzIZRrpzwAX2/9LZwzm4aCKE3pLGG44ZFpVNSTyz5sifo7ZNg3SZ6sXX
kiyOwowC4IOp116PaGJVRd9su5xsvzKBBt2mo1PPYRab83wfFXED6I3NOOyi1MiOUd8pIzdnafXz
M7Jn3ujrqlyc0EqhiuQWNZjnTojqZvYSme/A0o3q7VyhYXZSSO6fFatM3Nx3OylWs0q9m5Vd0jlD
9iXXHf116cpoRD614/ShK6O0SReUxVCqgWqkyhxERZPjKlC7lrKjr5HU9q7XueX8ClCVu+qUzeUC
ZGNqJuHbSZ2qj2qF3tNPBzPB5SabjRpDm6QbcVoC65kVz6Qs1j+yrfr8hbrzEiiVlrlHK3Pjn11R
aJ+aMZ4w7BhzdQ5atC5fB85PfIPOEx85A3ndKkFkLfrBULPM8YVdQ7dHW8p4jXojtZDVHdOAq9No
DymKf/P3Kp087bFHbmX+3ni9wWfSdIn5a54UqQ9LRb7Eo+tkO10dRACcmLbsMBXVTVwjFxXMokFQ
yo/SxIKyjVKW7hdI6RZf8LSJ/jWVZjAe00Fb+OCZUJMQznV5Ywll1l+cBb+Gux65NSpGzVSnL5HR
l5mOYzFUu1uvY/ePfpcORtcGVH7ycr+YoppfUL20fpv8Q7Ah5gLi1TfQRS0wr8nyoT9UMdfcTdxq
SWTvZ7Pr8Q3KmiX77ix0b76KKDIV0nIbvYdT4iqZeUyWxHXCSsuNu05xenEzN5B97xOvdYzTEiml
FhRD1kw0pREg9ZPFlZi81KNe/KJ9Nnkn/lsWaWpkjM1edVrnMNpzjMxinCbSADSppMuuhjrh+Ube
982/k4a+2b7vbf2nGtEH+Dk1TdoHSbkM8bMyGt0/ptZCS6lsacyHWehmvfOaJD2No8zn+w7KlKT0
xO2yLwZNuaWaoZD2TRPZsz+2njdiIIP6aaiuNAa5s0WZvMLdKOr7TJTjl7ZC2fsP2ZeBiwyUw+aI
3pvQfJmp2q/V6/aalMDFlQ8slkBL9xuUD4XKzQs+M0d9Ulp8QZRcFsUBk8558XOHzhz6+Vavabth
7BTl87X4vg3vDLvaOQEuonKA9/J5ZhPPQAwS2VjHnHSxena7BSn1HSWR7qeBMaX9YHXTEiH3A+Rg
r4xdKQ9NUhLNTKlYy5MnkUDz3Vwsf6x5XqxdX1fTgOONhf7nYVGi/ocQ/ZRj0iuE6kCx1/CX85xW
D8ppHKf8Sll5Y0sO9ZV+ytoAB3S+vpm3aGiTt1guaa8fXa2PoW0a9Vjcot2Gkx4i7TkJc42CflHV
7hezstpy35ZO4zy55mzwBpD0Pe6UKk7V9VGjma1f03+OPvG8ypIFMI1uoG9Ylbi5KwT5r30+ZEez
bjTrc2Xm5lfXGrTB11LURW/tZiyvId7eYBB/J8I03VaGOfkoxI1LCow3AFKNYmM6CjBRTVhUqno/
2ryhm6GrHrNZzb39YI4ZlhyxjBKA3v23bsaeNZiRrD0q7vzNpKvzGzRcAaK0nKcv5jj9wmNEv8Yu
vUgc+KkAEHXYz9zalDTPd5ZJv7VzsNI5CnuecWmWTZ/Vfpw1tKJ9yYbCXCLN1AdHFbIOVwjcf5Vx
YbGQbF/72oBoqAWsR+6vrN0cE7qgka0eB6qdX2hfDfsWFDoyqhlXjsTBor9SdNiYlqzbTwX5j4iF
s7abL6oOTHVoXKWyj8A8MhXwRVPXgTvxuDg5jZG5DyCzUcyd4tQ9KjpFkNnvsNZddtro5JHuG2Pn
Oc/51C+ln/dFMb1kme1mYFUt5OukGFN9RwZbPNj8VfPQFXSnrsxhW4CG17U61wGdX4vdFxoDYxE7
uWVI9xj3rrhtSIgeqcB7d10rnd9jJ5Qd/0J1rYRyOSrlV6rB+K2CgXa359YzxjbSRwq/TeFk1qHL
Ok/c1MKZ3Ke4mIvkJfeMwb1zNYSfr+W46048O1T0u1BrBchCmotGxmafVDmGR7nalKc+V707V7jo
Dg+Qk+LnlIboEz57uO1krWH2voYWvv6YoMNphWY8RwihdUji3vDx0oc5yyZML+e2s4qDLPXiVcY6
JBAja2Ae8L6p/vTM0UA7NWq8K3TG9X44n8QKZqZjCcXwDWR9vtnjvk9GXa2Uo2OPSEem8XdhDfNv
7hLribsw3s9aMj6iXWn9nlEUvVLYe1MM2gy/mvStrwXuE0QQz4fXJ/x+0dfOT9NitFqQeLG4K4bW
pk5D6lEGMs3RvpZGYrafHQqlLTe/1T8hrG7hGdXkpfPNiK063usOCW60m5YyKn+45Zjez07k1mG+
8OTc1bJ2euknQNOUfUGM7mbfRNN7eBJA1u8QfjSlL00sEGCzNHAk/SppzF+mpZi8ROWMgE08aPaw
R1I9iU/0qjz9NM66cP25zxvlWzPwVM5uTUPYuLJxaaqJb2lYVUOUifqrrvCXWw8M+hvJ0Abma2yD
ZCUWj5KYmp2EHWOEZXjzcNT6RTxQO68P1AGyk0dX3Fe1+FcjXe0IqWj4/nEOsN05XJLoTwB7WB0m
AS9tArVXN2kc2eN0qjp6QLdFRC7ic8Y1jEymiaqmYWQ2bltaJ4xQsWo1PZlprRbhf/4Z9MJN+HoE
AhcAwvkOkssiNLfAhSh35s7YC9vBww/5ermz9KTUMKhLh70V58r9JMvCn6eivrKJ38oqf29iVgKM
p0rZBRQikMfNSnReQjEuTdoT1hexe1i1GDBDn1w0RJcBcyc/jeTU3vHE6n6Y7eDq6P6b9UM+yLFb
fFSykbwoYkQommlQ+nDs0qkLOq21c7wOVX3GLHFSxyyEZ9zf1Ytaye8R39g7TqJ2T5UZoTikOEVz
7L24Q5Df7drGDi0MPw7w0sdq//GKb7sLTJf++zpRLtdVc+l8xQUm5UusOPVJce2fUnWVKciS/GvS
DvjcfTzURTd8HYv6AdACvi8dv81YWTa4BdY29WkSyk8J8cz0o6LEeWdq5/TQjFRF/bQznDrsqqH8
IqIkCZa0HL9RkZtugcRdPXvbhJtAr9JXYeuDNyFF2VTRZwqaopuz7qQAfE13wzDFPkLH7bBTLUqY
O71Pl2tc2DeMwfkOW9WmyErY3wSPbbpNOLFV2Q7jCSE7l1eRVTTGzVTr/XQj8gE1TbNuyyk99aoS
K59nSIPNY4vHRZDPxVC8LgkFqlePQsdjmnhKvK+8ojvxstMdSqOdNv5CJ17I0LGXIjpk1O0Hf7Fj
BzvGPM/sbxMuJ9xZRpUK/Iqppoln+F5curxrh1fFrFMlC/FR1evdNBGq/aLIVcw9rmyGbWrI0oOw
QtoZGuAK4NxshkZEionBYn0ybGN4mBNLjQGb9E1xo9GWdBH/yrU46Ky+XXBBGpqf0DqkG2pZhgWZ
27M/j7Ai1CAF5ZGilWUn/xRNXM83ctGULGhm3bidrGi8Cspe98Tm88E24YWxElzox21eS0NF1z8R
dXdyHDbvY19zqd+nCYVhTUNv94SvjPWgLp0VHRS9sJJHZTIxURsNO0cnHY8e50rb7p1zBZCFQjHY
HdrNFxRAvVNnNwcCQdQ0mpO0J8CTI8YSmlY/jq2bPAnhRU+k9/ptZ1lt5quNNHCg9kz5Ne5AS175
tu+cKgQVcO8DSLrC9jafViZlJMRYGKeeGjKlnsUWvqNVy8FsafIvKr3nKyNeIOVpiK2AWRqkBJZV
sfE8jNXjVGiRog4nQ0xxtxONg02iMZSpGvAxS2yTO1Po/Sct41/auzUVVszG3RVokxeGdeWLXC4A
0+dHoMIAPeji1wjHjGK1sbuT1Tt2elssdL4CNTYn+4cTi7QJekxFlNuPT9S6qn/tSzIEUEbAhdcT
hcDilncFW1wSLG26A3iWYFQ6j8uLstr+kFGkXXtlxd8ZjS6MQ9+cJzY5y5rL//WughFZmZIWJYwA
ban2S7Goy25GU+9oYKn25+OpbVrGTE2DGgC0nEYuh+7tAPw1WD7bk9Xki7lfhqWjbEhbhF6kYlx5
BFzOia0D8oU3CLz1CyGdxrOkE9kU8NOyXsT9pPV28lWMdLKxnnSj6ErdZfuQX9s7PDrgxq+veMiX
a4j8a1qzOiVjZGU27jempWW7Gg+znNfhGLm884h84iCUeIpvS40crNtV+jxOgTdGxQ9lxbnsafIk
uR8JdtaEbe/SL22AstlC59TE1iaws6xtMt+d8Cm76s25iYP8err4iMPQE4NaTc978+snyteOudjP
vWeXT3SkvIw6ook+PXWS+6W2y3+VccEvKcpQqGmquvhUNo14bUw9669kbZuX4/pb+Amk8nAr1ob4
Jm8cZ9Wq6spMPlWx02t+bMb2Limk9q/oEudzIqVDwdErrkBANsecUVcyB//jxK22hZs4V2UDOYKY
pmdXVNGvaEzKl0hxl+WHUrV9HRRITcxXBBW2mOH/HRMHPjDKHARQGuerXpVAaqjOq88z38a7bSQg
7FNj1pVb+lVU6AhIGGVuH6I+LhEx8qRdNN8ULvklmD0RY5teDKhbXIkGm+fD+qsAja2KeoB8gCRs
kuZmMSMs5HqJNe6yH5xitndsjluhZ6aFXIpZHSNpEokogFfGTQL6qbuWXK6f+K/wR/RDp5R7GdIb
4AueUecLk2PAM+RzpD1XrRanqPxj3HDoGmVRXg0ca56WoRLVPu2mbkIbee6TLxEokPJYwUVQ86OB
4pDmgyq3SoQPCEfX2tdvJLjzH0igoLJL85gnOj/0/Ad2dRc5uTrYYA1abUF0bIQ3Fvslrjy4aCdq
iRdzN6NoTpndSypfGxdH22UdtZpn1RUeFuUgAOg5gaAyueIqo6g+65UR96dIyOp2Qa1Y/OmAgpip
3ypU/kHtibIPyywWkd+NiPFT7qsiNE13mtkNn0tZJgNd/LlJ3aBoGsUdAj1WtButnC0RSm32ysfI
q5o8VLw4y/2xcaf52W07m2KIMqBG1U3kQvusiC3lWEep1e3GcREviISnBlrsQzQiUVnO2fBAg143
n5tcj/HqKZRM2E/0oBEbreaW2hcWec14o8sUcT0cDJRP/KrilZoTbX3BBy12ViFSMmQ1n8vj2MoH
YPpm+RTVld1fK39tTxmbaSWn8wx2ACja1FrPv1Wj1CDizEF7Fq2Y7rCxK6k3zDNu5VmjlbvKzAo9
yIs8FWFMDA90KdCOjZO1owZT9QoUYJMq82sgxdF0IbNbZQ+3jK6hFmY81mb7aViiR9HL5Maj8oxN
Wk+ho4ryP65ZRTfaFNVXos27A1MCpCbGESeenC+DIsxGR6qn+yQ9M7mhVVb6TgWcjr9dPmXurLzC
zedvdpCfbz6+8rcZ3TppguubfAuwD5rP52MnTcFekHPyqRFO4gV9O2Ue9WOwsTuoNfnOHqLCeEkn
zdktapN+ElDRvxZeVl4JLJdrAKyQH6MDY6S4tsXpKzRKu6xWxk+jw07HPkv3taKc78pp7g6q2abf
sQJNdsVgK/98vASbS40VoAryhlyjdg6yeRPRClw6u7KslWdXw64MQ5Epme/SrMvMAMDgDAt0mDQs
vmrvajB9m9V5sGKuOC5AwzRAPbuba0ZNQeN1Xl98EmujhmK10Rbr62XGR5SyzIp1rLE5LbH+lohT
JJ5ZLZ+ltHhuDbNnZEmQKjITdwLNUfuGx5CInnXCnfwjATDN2e8ZlqLAgDBCdlzg0pQchlj36p30
RFTcyWZMWt9Ncn327UZKPDuXTqNJnVfdqRZxXeL6xSncDxNtmtLN9Hn125ZQHWnwg29JtbgJdAeR
VeQrEzMPqdbWU0hJRckQcWrzsX8hMaufbGNe/o2IgNGzVbetfZCAPao9OOvFgwahZv2hd1Kz3S2D
jfFBYo+q83MZoC7s8BVsoiN6NwXBYUCy5EBpM7OfIjcu76qMxuthLj1r9SxQ9JGlYsGGYze0vRM0
FEvHwJlQrNqVvW6DDKBt1X4Gvp71T1XkDuUJOfEMYVqQxXRTa2uKtGqXVGVKNxih6Dx0oMl/ghni
1L6TRN3XHFADj9A+W+Q3yy6tf9envAvYbOyfgNxU9mFMpzKjzdnhYoyHE+IIYErFjVtWivhHmHN3
k6cyA0dlG51yJwQpnu82Yk72dkbbl2uqmoBx4LTRm9mvTtBVRc6o1gHAxHNrtv+6Aqr500pUWp6A
OSvaLVBAq092s+f8D2Vnshs30qzRJyLAediSNUolyZIsWfaGsN1uJpPzkJye/h7qblpVhgr/ohsN
N2CykjlERnzfiWTbERFZEVGctTSHZiz1O8kOLJvdMi4tfPFCcbwt3sySnqra6r+3rjFWJ/yfOfkN
JIB/MJv5X8qxGF/Nap78EObDQHP3sqqDjVkgeqCNoJlvljwJDuiRuCRFekEVMgqEQLOAX8y/EU0a
z3tnpNksfaCpB4/+Ir9xrcyDzaytMh43B2QbmfS4p7UHWj1dvlVWJ4N9vdT1HFGiRVPXVn4XYFdx
RBy1dJ2DwOPYbZAfZ2vK9aNvlMOvJi+SbAPfABQGm+bgv3RcPK0TjdOVh69MaE0I7XXwikOTS1NG
bAjDreHR+e65xx6GVmAmZwfXogjc+YGJkBc/O5Mw5z6ezGo8ak6wOKGjabLee0rrC8SGY1bckmXo
na9YT5LhtDS6Q5vmSZi/l2XOWFxjjX19NAvfyajV0kKZ/lZDkW+nyq73hTfaxlcNNc2S7NxUdEcE
T2Vv7taghoiq8PSXSashGmsGwF3cM7FT7aSPoqO4L6pirLWtI8jeRovMusfBrmT+xVzUDLMzK7T4
iur9cpPE0kLNnCCc/B3ZvI/HBOpeVCBu2j8hejE3COD8rayFfpr1SrxUSq2UM9v+Xw9kFt16r8e7
umZP7bOzieQ06g1cW09ZTqGlKPL0qy/96nfgdSSpK9azcUsmO34oacR9TYd4eSA5DiZWbhzUF8n2
nMXaha93kA4s55HJvBhGqHx450XoskCxfK6NxkU8F8M9qkFcXJsONrk4fH4y/eVwBm1roIVcKalo
bc4GwO2KBdFpmj6Vk05o1OZJ9tBRlzraRRM/W4NuHxxrppNjv3iPU4BnRetTbf/5W5xdvzgfWZQw
kle5OmfzOWVtku2UB0ZVPOVOYWQ0xe3TOdmzvmj0kCBj1Y+O0brXGuP97akryg5GE1ns/9fK/efS
nhfkbu18qZ88Og4+VjBZ//RxuRxQ1ecgA6mzXLlb/SUYdcnsIPHGmcnl1jq7aA81ZrHGKqunzkvK
8qCVUwb+0qvoXt9UlbcxlPD9+7kZX8tEk3vqyh2iWKK5uxYHz5fPB/1y9rk6hRlyP0y+ldfwcb3V
ArljbRj109hW+Y+ur5tTMcdONFJOv80o4NAHJmFXGCdNXVl1f1nqxCSY/kkr4PW6iIc8Tul8aqon
C2bz/aAsfTONjvo5kVwO59zhbit7+fT577383EBvST+BNmCqA+T8+Htzo4FJOdfyaVDoMOtUcgpq
Y1Vk4ZTWO0pFKAw/f+L77ziLvayVFYsRlu3lYoGPbku00FX2Y5YuyFtLehmQzXB9MRwSTlYD77OT
7xbgRtaub+xSY/+ORdB/YzfQgJP4zXoe90nV3Cg7t+Q9OQoO5Tg2l2feHNk8m0uxiFCrZiv4Z/YK
hUQ3mwH/RUZczFYXqrQlltt8/sMupg5sAYQRbNLAlddm2h+HEnNJhY5hkM+FJ/NlE3ROc9CQPO6N
etAPXkA3sdAjRYRssPSuNXQ8y1AwWdecHrsWEQX1vfP+E5nsR6uY6vzZdsS46zSdKUOkhLM2b6Ky
HbIDFDDrwUKReKPRg+r5899+nqNfn7+myvg3pXFcNus8+8+2AT3fQK3c6k+sltGKNJnDA6xQhfyB
S54+kreyw2bRvW4vG7f8qmqR5yHtZrwXBAYFlcPCef38lS6WE3sXjMo1G7Fap+zzmU25vdFyPMQy
S/MnC8PCAWzjEiPrtp0DkKD4NCztNQTDxXqCa8fSNYIV2GWS//w4DgtC8phMuP3UxFrs39KBHKJT
UyAmr5ogO4wIVX9//jvPsrqMPA1P1uGl9Lgy9c7u8kIjJlBTMj+pSSu+do1WPXmpIfciJ7r+/FGX
Q0quH+k9dAsOZuonH38cVFlExGOQPNeibr9Vo/l9TH33tuR6X4QqVtnW1Wr5v17SiWJXNBFFRTZm
EhcfH9pS30Pl1sRPaWclt9zZ/IiO6hVhXuzcu43n3TYlYV/Iyh6uJEAvh5YnY9OnsEtCjNn98dGL
OVVTlivxXJGbOWCyQgtrDG3yELe4066cgxR0+Os+bIygrJiuqKsoH69z9+PjKiYzd6jUeyL8aNpH
hBNjQ7S1ZMWIv7Kwuz+6h1X/64KnVuA8MCCyTYTgMnQrBZA1XA9ZEXZ9b+DbMGvtH79psnTXpWnx
ZfSDIt5Z6EDacNFkisCXLJO4afyss/IQLGTvhx2oxI5KvYibTe85QwqQCVvGcRyNSgGLDwz120j9
IL/PHJp5ccvKbGN66NfKd9jT5Ms+qLErU0oyXvNaF2nx0shc5KjgUkqsSzwkyzZRevPbYEPINpUr
2ySaZWcNocsufd+1CmMLgbWOmEiU7R+/s+cinFVX93dO32nfJRpndY8AsnsVbaW9+aXqfueLYckt
nqvli+sUsR0lg3D6k24p58meiuU3gmEunzDm6C88kFqOMPnQOzQ1zViF+ZyIu9EywXqP0D/lTV/I
6knFhuqPZdktzqaiMhHRtQVFW0LxqQxVXyx6ZAf+WGx1d1qSAy269Ujz8aO+NpOhBXuVdPW/o/Qz
VkWOQXWf+/oonktu7tqf1qS95hcE3HJDWFlNOyeQlX4LodY90Q4510ISu/2//IN0nSBz/B24w2ht
7V6lZUjSZnjRxrkxv1VtXd60HefCDfYsy9+CRFNyMwtDfbc406st3i1IACTwugG5M9rusEZxTeDM
n7sbU7UOMmG6z1Xu/ZwngIp1nTrXF5/b0rTz9WpuTza5i/TF6WTRbGJue1PU0Rs6P0wTsVooRDl4
kWNXzqGtysJAX49tIVSVkvbeoYuPumtmcieRC0JtePWcJotvYEUN5rBdzDhdsoj7VlD/KEy0OKHT
JOWrwrqWbeZkUPth9oX1PME+tXHO5C3SEkJRERKfzlYozIALKmCtZdqkVeW/kbwP3N9Ni0J2A1ak
f2kSO5BRb0pP3gJcK6vN3BuzfSp8nH9HdPjpT0Wja3dXJanGVX6w1FBthnqUvxOOqW8Jsr0fRV4W
bajpdblDhBU49zJN/Dt6eHjllo4psfdG+ruqN6TuZo/GyTUONY/5L8IUU1WKe0w5/7D5992jcsbp
XmmIQzeojCkaKDY3FRZuT1UsrSzjLZe4jL5k/ULf6dBLXffJj0n6ozUryDi1wNkOXAbZRcgJZGOj
QtmLZt52WdqkD3ZLY79d0NOB+KUaJjvoQzDOYgx51VmXMJopIUWO0Eogh8OYV2HcIYw61HST71k3
WTFtPa/jjdCGWM6dFG3/1paj+r2K3v6hZaWhRSOfdjp1Q9D9KCFgpaeSpnrVcZrLGuLD7LqhncrJ
O2Zd4RRHHVTzQDRWpm+OKrvin7j1e5uUgDLdyFTS/N3gY40PWa2Cki4FRN6bsZ5RdNDtsWmPqLBz
h+QGzL1H1Pi1G2VWO/a/424espuhByn7LJWTG4eymUFWUc/Ssn2TTYUT0jsWJwXzEf+Dz2lxgG41
UV6sWrjQhRgyAEZpSq8CFPLDZiUbTuwNXiI2+uDH9lETSiY3nheXNiNogm71ZWHGZPDy1Nj0cWvf
e8vkzXIjKydNd4SrLolCO6/f8AinY6icGDdpiB/AWiBq2fTT0KQpdiUBhPPS09xE3Q0x6bSoMPyy
RVPpqiq0E9N9HeMGE1hst+2dYlSVs2lmlP+3Vi2MhR55JCkgBBuy2E2OU29lZ1JGyGzcxxEad+k+
BS7yiBxDhLDdaGoygFNGlWldWGL12/IXmM3exf36J6NHxJ9F1uWLZRidOgwBH+g+7mdvwkKhLyC0
0wpQbuk53c96QOB6j/XFG4il2tyMZqu2xM3c6xrgHNHnk7fBAFaZew0D2dowYWr/rcZAaqGXV9of
DYv+gIkhcBr6scXeNerNuUKZkMj3PJTRBICrd/28pZdX1z2CmaF59hMhpmNHg4GjaAALbDJwJKDA
nbpz/02yIH0g2aVpWBBZjUapt5SfFPK/LXb+zInylJm0dRq7+GN4LT0PxRjXfeTAZNT3Mm3Hkzen
RfA/R1kYN9bwkWAHqcO5Qi9xPVRChmifCwhjNeeVCrZTbvih5uqDtrVdMWzSPGmv9UK5vEIQsKIm
JylPkfGiKBS0usbA9WBlcRVytAdtVex75SOiX6ZesOP2/WhG6TCPb0CVmzEclyy5Rk++DKAJnc1V
Q4fHjwqB9TEIakjE5mNlVM8LfpBfDc9F/SRG7Gmi0iJsVfrxfw1qsVJz2ydzsbKSz6U1tjXajOZs
PaEGSE6dcGS90W1gopMzd09g1DNszZUar4R7l7+TxyKfcUm1Yfs9bzu8tF1hdsloPY0iIHRbhNhx
pPj3Wb4U965bPf/vv5K7EClh6FOXl27krXNpmZ31hA6y+zHN0gl1mahoQjw0R8oB1No0ev6/ZlOo
4UPEh7tNxQa81Vkur6qRLclB5M+O4joSJkEDLqQqhoeOLtfY5udaC3uqa/gGO/8ap+dyPqNiQzmG
RotUw4X8JC30kszZ4D+pscZFhYoViTY95KPWckS3UZmdHrqF5GJU40T6No4xzpfPR/0vr4AKEhYE
l8KVo3F2N0My0E6Dysrnfsq0cB4zAIujUVpemDRBTYl8KcNEH723MtCCAXSAM1zhKFxOM7ZCynoQ
DnR8G+e3JzK5+pA1XvfMNcfaU1QcexBNhn1jJzRT78y2fPn8J188kMbWpG356DYHGHvq2frVO6kh
5zafDRph3DUjDsUxtZ0bKjvNDe6Qa2zey1wtiUP0EA5JnTVleq478Cqgrvgv42enKtuGCpLbc1AF
CEdCpWlJRQfp1H0ZF9/7arsKqbtpjdWDhqDwGjLlMgmyvgq/m02EdY1F4eNv9xx8jo0c4me7VCNc
HLu89/2mhkZQYsMx8jLdmUapbcZEj7/na6fv1GitH2JWxlPtL4AkPv8Wf3mhtZnWKizjW1BtPrtR
zhZlIJ/97asBIeGkUwr5rnJog1Hq4JWCjtWlmwYlE+kxc4FHnxhcSLKA1eCYtf6rH+prgLKLFQEQ
yVnJtO/figrsxyHK4iBoWkPkVGD0dgppdeD/7Lt8/GGLxTmxWbzNTmcdsOvrxyytnPrKkJxPTzCE
CGYpva9TBf/c2ScKZjN2cpW3j1qT1uIGS0ubf/Hq0u8O+Lwg1nq1gyPw8+9wnjfhoawKLHtYH6mr
nNNxy6RMC5n7/pcMtMY/fc+ted/xp+be1DkDtu5UtGpnjUXTXtn2z3OS7H8ArdCMQV8kQ3++Aemq
RbKmkchHxhL8immRcldXCz0XpBmMwdZZpPY9B/FgR53bzeL4+e++SO2vQk20DaBw+I9V3PHxa6PY
a1sc1sljVTbTz8nUsOKWC+1BrS7PvuPC6veBnWiP9J+UWFoy9VKrYQl9AvBruauLfYJ3WYmXIDbR
Ta+p7o/vQk9Nu0PrkD8aRTrfrJi8LbcoeYjBSd1aa4fPUAVBEgMi6Yp97C/Z69AusXW4Mibrc/6b
5eHxJGlhpa/HEj66szNBpoalRpLFj/Ogl8d2not7u5087oFIlH63UOx+evbUPVulr/0hQZngN3au
bNKX08Ilr4WSmD2T5Ny5ni3IcPnLfHAeFV2qqsgtlazwRdj6S6v39rwRtipVZGNTckO6Oilz+/kg
XC4IDkPMnWAUsAMg6v34LRRcUzk1+vQIfqN4zGgMvVs8FURmXFb73Bq1I0N0La5eB/bjwKOgfO+N
iZSRlN7ZZki7IGuoi0Q9dv2igtCNy6AOx9zRjmR25P7zX3ixz9CCk7El+NHhmwBV+fgLU1QDbVMY
xqOv5yoJAUqQqyi6+N+UDge7hDZZV24N5xsrJy3UGI5Bnkb54QK/X0wdrdORdNnLEhymYSnvXDGl
8z2yi+HIPM5eqWQ7W3K4HitsyYV/5aP+7SezqxPorOhX2HcffzLNGo2q1Rv9cQF4Fe/IeQ3zfaLg
ncdlahjHnBJefqU8fjGR+dUI+Bk9+B0mV76Pz0zRlxRdNuuPdPtIIbP0S3cgtaLsSPcHzzqRRSre
yAjGRWRXsfjn84/8lzFfzxK2dJItBNZnv9jtG9ZM2VqPnGlVH2K3a7/VK8c364EMHTi95L4UZKmw
DHhRjMntygZ7MaWtVTpHFS0g4EAgsA7Pf6ouFBtqfdZM83Gh/tNv7LTW7GNmwGtrgzhJr0yx96vQ
hxVEztqgGQhaLUCU2Ok+Pq4TJdApDJqPpYT3t2mawcFn0Ff2eEKK0Fd71WXQPopY9BZuSBdZZuVk
k/YLMYllkbEeBuugSnRmSRqkAGmDIc+tcLAF4qWoseuuuO27Wa89+KCO2FErk05USYdbUu0pP6zN
TmxxdEOzCelIAh0p4qqKGnfoBCnxtK4H2BuTnzqbyVmD/j6w+4d0mGR/pTRgWPzW87Egpl6b0q61
vnOUZDekfUU1yX3M54mU01A9SgBUNr4eiFyVignnRZp7tyqtq2039ePert3yp/LF/AY8ZtijHdWv
vdTF2YJPZlVurLORTmnnNS9hm4MjoNY8GiXJ7n2qJW1wou1AoYwo90ttz4DXZBkhTwTbujcLbZ+w
i6VP0qjLa7SHi02el4F/hx6YCwGt9s62QLRvol2mank0zVLk8FFEvEnnaR4iz6idLTbnMZRZbG0+
X5R/eyxO57U1ADGPfx5zYJLy4L1UxqMHaMU5am5Lr7e8EmStm6YetFOHLGrXNX1/pVD1l8XIecYu
sJ5o3DjX//+fxTi1eDjR9emPiNGyf93WXzai1Uw6oOMabK78ynMf53qzQr3IA7nfEtmfn2bkjcpg
WQb9McYz8j1BI6Qixb2sJNGXiw1KgUXeIt8fN0LVnrltkpGChVHK9migMT75rTcPX+DjuG+DmVlm
2GiL64VT0uqb1u3lvB1rqhHPCoG2iKDTpN4GllFzSHEzD2GV1WWwscc0xzzSDqv23Zj7NITRGRTX
7E/nkgFkykxp5KkrHQ0V/nnHAFNmSTNadX9bjoAo75K4IzO+DBK+PsaMNP5SZzZpTerjRRHF+eL+
rnFojSfov+I+0BYwVn1mNq8l75aFgRrETtH5WL/RpyDX9liO0FhXCLnH29rKhx/SpBXPNp01bRfP
mVVeuQ+cx8Xvv4cAkPbS7Ki4us6mSibzajGRo+MUzbPuax80xoPM3YY6DTUmGWaxXNIb0sjDQ1t2
qny0yLyp0CABLV5xkJdX/CVnBxlnNjE6NqR3SSy11nVN/WfqEoIHoqHWecoY5TbDA7xkS6RnRmdt
XI9KoB6yrKpXM3XLcTPOeAJDqS2FdeU4f/eC/2dXXV/k/VaG+YNbC7vHxxfpnDZYJseVJxnbU6Oi
shq78a1y0GBGVJkykIWz11I8SDtq1GHZDa63WUqjP81oyPvb0W97R6BwBPtjcKJUhF+hpgKjNaLK
KnT/j50mE3wuNDwnr27nHPBMUpWRG6N3vhIenO1ENNIzfRw7yLu5cHBwno2qADk39klsnkhuqe6b
XhnpkarsaGxITtdSRTgjYme3tHg3Xj7fBN8Ryh8GkmevbW0QsbFyeIGPA6kPARxJ1dm3gOjsCWE/
clLaeYsUIzwQw2IsvkoanAveBUAYHrouy4c0yuOx7bqwycx+oswuY5ivvZu8YfDGv9oNie/sUlTA
HOZOn90WSkeja0LtQ4eKQlwnu5UX2i2Ksea76avqCc0mqISsCPr2pMWpvtabzLmgtWGbUdVL+6IL
hZqmJjKC0nroJx/0c67knJwgELU3vgD8tgUHmfSRNSAZpTjFLHwrOjWXuyKn2SloS24NfTY0yS4x
jHp6weSRvvYDitpND7zvt+ahPDlVnS0wnHSV/9tPaQ58UxTt8E8RU70IiXk6rjpo7It9FXD/2rue
Vt/mlQOxsy9M7usZvukDRDWcEV4s0SmH0PhS/1STr8fG3JFb3rm5Mwe3JJ20Zj82nnHM6qBK+YH2
MG+vfGE+4McPTLqLU5Uq0jsE6OxqXYykPU21iBPgm3rcUBJRB1un0LOHIr4c+mwyvn3+xMvFiTaN
B5JGXl2YF/OZCqjHmSvFqalSW/0TDKP5A+q6P+xpXJnUtBlaDI6KJi5NLySZ7kUAlGA54seVDgVI
t4QLJiALL9TZDT25ybLUmPdLUjnTxpaV6YLlCtLXWavH9N5J/Mo7KERF1pXd7t0r9XHscCMiYkEu
xdZ10Qeg0GcHELAmTmZb9/I49rKsDfgTIK3DoKvlUZhjnN4EjaoCFOKyEmYRta037Ub6GuBcH7L4
RBTQm9vK7yvZAZk09W9O2gQPDvlucN+2mSN4GE2Uo/cgqOevTQ1yZtsGdr4LLHb5G4Cu2XO2pEa5
Z8nomNgdt12yzdRlEw0iNQmzMTLS2MQc0Nn5+wHr+T2ZukACm/38257do9iqMGCQsuUuQcmJrfPj
dqHojdwkfRDceojP/9S+5yA0TUHfGXb8Rdf4WuFAoYQkjSiDa5/jLJR+fziWM1wwFGH4MmcPD7w5
WeAy+7cjFzUO4l6OuAro8Vv+8kQlkxeuVLkHkSwwfpIyctKXDoyA+8vxx5QGElCYhsjVTOMn+Je+
b8PS8OYHC6n+YNwYMpvlC6lA5Cph7ueDmiLh1Nori3SB1eTERXIfN0JPN4AofXo5Lni+djgisuA1
MUTw4MeL1TGr2eRakgbwjYjpguoe6GyVHbqpbX5NxoR84spt633MP87StTjEcsPvRyXjfFgWR7Ia
a925nVRdVOANICMG94bTqC2SlqbbWdzs904hy2wvHK14szX2SmrHvtMsNfgpJP1/mla46Y1OFS0N
S5oDa9+DtsEUIEmClTsPYoK5MWpSMTIqWqmrp6n1m17bVtQ/iUBKPGhY9Yqcw9bxpd3s8QAkxQZH
XuD+cAou9s9GM/nVnZ+lSbfxOtnxBR1/BtY5ydQ+thZu0WeKnaX1JQP5PJx6TLfIPMS01NFopLOz
tVFicBkoatNAkOIv5b4t9Xh8BprJsNre4D22BeyI+8DL5FOJehJ5wuTObQ0poW7ib5WkmMWBRYaB
5r1+Zss3N7aAXXSsHO0FFSkpvr6cJDjnBu9EbKPOARcWzFALS61u/03TzAdsWHNlev18ab3fis+/
o0eBAusuPSMQOH9cW2muO8BTlHGb12td1c1a/yfhapL/XjqzzH8bvixF2BvxsoUKPafbWaw218Fj
AWyUZ4ikDdt47sw7Au3MeGjfldmy7a2XBAr/SqIroOb9qFJn8J4TkXHUOvrYWJzqixje6i73xO9G
DO22xKkUB9ug6ewgCnrJ6e8ny/QckKpK8UogJagFoeeVy8pfdhfeiaaQLqp6H4zBxxHAR+TnfhHM
ty6ayA5LUaC+WJptqTvWnKnf2u2AmSAYVNrdyV5f0vHKC1xGYhYtW9eCOgkh58JFQfFnouQ9GLfK
JeF+l/V6ctfaqgcjkMc6KQVZgMaCqby0u8+//hrJf/z4BGB4KNZwDGDfOStC5BVpeVXJE7jKMcPg
r5WPk5nTtE53au/KTnruuGcnJcENtABDm818O0+H9Y7eWnRL9W+NpBharkJ+YiWHmCbWNAS3xrJ6
Uw1tEKLRGussAiSlOWyEmmbsCr03/W6Tq7kbb5tZTnufHl92qC+JHB7LuszNI9N1LHIgv2WfXBmm
yw/ErFgB8xTFae9wjgrQjcyXIh20W1yRvrGHaKjjxVxoA/VU4XLgMHCGV0OxX1558F++D/4Whgp8
H/8+Nx9QJaomrZfpyRdSTUgryR286CqB0Y12aHKGayXhy7VAFR4gEVEUrku29Y9rAZWRaoRM5amn
kTfNUnWI5JuBEDr+QjTtpw++Hhs1Is5O/FL0D+oeP5+Q61o7m5CUKMlX0plrrQ6dyWm5YXkS9kJw
26hS3kzxeulnW9UfFQWUOzOPl+FKbPGeivj4SPpVrCQFkEis7fM2BdSJ87rQE4/bruEBmJooPTxi
1Wu7W02v2uYtT/q0i7KpRZUqQNMhsSkd4X8xkrn47iZGEoOrHgBrP+NKhfBq6nPhXiuW/iW8dYCo
oxmigA0l4zybq2ujVwdum5yaICZ2DGdtyJbfw9ire22GhBK2RYoPJlvL91ku6oe16dOKYe5j40GU
dV8mO7xEWn9ye2wCoWsWQrsPytxFcjBjpztok+X80mJDa9ON4huUu8QrhuRKduFyLTk2yiB8CNTd
QCmsU/4/l/lSNfXSUd8+VZNh3MhEohQa9FRoh1TkiKlDzeJU3OLWLOtrzvJ3EsXZt3Y457j1rnoD
nGsfHy4q0fqGlnq3o5TTm+Mj9ytDFP+ojr16TNg9ll73afzTx/Haf5zcfmTpcJlDYEJxFw3oVObn
GbB1y+mtyuLnYqMIfJFUV5dXOikohI5aGlTfm2a2Do6bDUkMeFWsV/k+Aa+1DXxSNtG0FCUCY89r
um03Btp0agyMIL/bRqvT9kGMouvardAGWSbhXGcV9aZxcEvvNFnUgL8OdDw4Qour7V1XQNAL2bRX
6TQNw7oQMmn5k2WquMlgUXSjhCz3j9HSkynf1X5nsXt9vmwvMjSsmzXXvxoaEIefb5Ce9GrkfQ15
DnfRxyjzTRpwtKZWfEsSYJwRQim4UDujRsp0k1Ze+VNWhq2p4+ev8Ze5hXpoLaNR6KHicVZwyABO
r/mA5OSzWxYbLei4Gfhi0dFVd/a4XzrX32StAwb6f34wNjjmM1IPBGLncilImVxFElpeoC9QGSE8
7RvaQVS8gtaiKywKecIYc+1e9E4VOpvPBN9U1dgVbOuijZ0nCqLYIV5uV2W350WtHNx2N8M8zcMq
94c/+lTLOBwAxwc3se0vd21flv027kZbQ9NuA1UeU+nfSjn724Eoz1tTeka8WwLA7Hj7gwLstw6b
81ucZcDAuq6YuzsCV8M/xKQi5lsRzNK9HWZn6H/mM20H7jUP/tXT0tjZz2FqyJhozQgSxokhao9b
agwg9jedncXlsIFOdQ17+35IfRyVlcxLQMsZhp/ZPJsGa+HAs0o9QFBdSUzQVPLbjdVn5fzUAKp5
ZcUSIgDmCL5yL6i+Azsf/GmDCXjpkEdTpCj3ZSm1f5DRQqz9fKr85e3YfixyiS5FEKwU50nEAc2B
iH2cwLla8OoBtRjF0TZS7hjBkvnePjGq7m4Uyo1fzHoqCLBpGJI2UIkwG34N8ABbGyBXqf1zmOs2
tf/nyUzul1AHqxZeMdbRx02y98jsTvhXT4Mzyhvdl9gt2pb8SnK0eybKnjbNtKW1kVmX7ZUY8fL8
X6+TLnI8c8VenCtCxrlfsgGOPb0oOv9futAg4/Ta9IDwQKFRcuvUvhJiXWa7abZJOpcA3F8bJ5zb
aExP1qaMzeLkTPjsb1Uep+4hiEd/36blI86S5d8MfloIPHj+6rYjsuZmDKpHHXBgfWUDO9cGvw85
eTyCZLyWlxlmBKt+beZdf5LLoM1phApaHzak2vwJeowzGfYXB7bZg4KNq0Vw6p38US3NQFcdKo24
MsIRA66gdYOOiPG5qcbBdmEfxL320uWaHT+yC2ni2IEMqw8rA1p8WRCmuddCZvfiS7IJoxeHI7w6
pIhgP86inEOzsJq0OyWln8kf0rJE+YQ42Ic1T332xkacXIEsZ78EqQqqEFNDno6vdHrPdqmr0baD
o8sAOKKRDi8BOZP8idhTve8xHv3yGcV9+aRTsoNGkS/xjzgbvCRscNHnm6ou/JfU42YTNsbMdk/1
M/b2RpnjXgDa0aR2voGqb483TpWlOAJFPK24Akl40G96Wj8Vh1jFhQ8dwXSSHy79lIaNrWW6s6Ww
W4HCiQVX28Xs6NfjOKUq7hMntwLqzYH9Ix6lod30k+l2T1o+uWtc5mJ1wBPkI2o1zPTQO21KDTRD
onFUzMsmNEa778Nap/q8NRZKKkcXoGl8EJMBNdDJTcI6uKYePdl7ims/3Yyi+3uj4TqpQ3q341fI
3cxHL9eNfq59c2HDAwoQVgsr+fNd7OKkhfa0XuGImhFVOOclGQfyuEM/meSkuaWhfglnwPcW4/K8
oVmSBiVNEHWsMoxru+fFBYUHs7VTNPBILbNJfJxWvaiphfhIoedllV1XjiYOnTuazb/0Yki7m7Qx
au/Qwuauopmt5Jczlu73JW+ytg/1KQvm74nDDYrqoKSyyPaSVqU6Zi4dDW4S26ApbdiDu/4lOEKu
NUE8VzyyvBEcU1Z7l7JTLTyTKJhTtliFWcpToJH82Bty9jbW7ODSsNr4RLUGMDu9hWmPHedjvi9I
oIjIloYVkgvz6IkBS/1K8uFy/+OdiN4wV7PhADU72+6BYeh9mxfFiTnfz/R8sW2J5rhqvVOXYDqK
6M3COU3/EGvXJU37q/Ti4DvmMHpwalY1qtfPp9bFnRdbKmDDtTflegM9L1QnvUcUg3D0ZLt1RRpA
FvQqEZ3nH3WXyPnzh737Tz/ECjyNaw/UbKRQVCzOTuOcYCHPVEXPgcyvBZDghnZFNPzQM7SANFaM
SFqm+DcrO2/FEM1qZAg2Pow11BRFojXDFwMfRnlLoJ0ARKU3QACv2SZVMYZ+lSyFuLIELlaAT5GZ
OiR2SQyZhNwfVwCwUap0anRO3gTZTWWV9+zn/dyGJj7LZ6zrmN4KtMUP5SC8KxVQe/3LPwwXZbtV
voWoB0svp9TZw+kfRKOUwDoxYfwyO2qdUb/2tl7RTGf0EzqU9J4lKPOXNd4Tc+uknXTicJpbutl4
uOpwcfI5cDVSbdNDQRuQX6L35+quzsesfVyRP/P/UXYezW0jaRj+RahCDleAWbIkUnLQXFCWbCOn
Rsav3wfaiwmqyPLW1MxhZt3sRocvvGELoTFFWgMjLNUTqCIf+6obKDEjGa6Fni057ZQgtZNE47Ms
S7r9nigi+a0neYTJkxp1iadk2hh6Kl30lwiu1uCOaMtZa5y+oR/iMtQ4d7k8FCrOXl3twCACcB4B
5tHVyohX3DCSshplOQ9e1bYQ930cglBwU3CJWusFOD0cB02B63tjNy6vVW4GbgUFQQ2LbgPacufL
q/WgLlN5yg/41qfPDQv2VKrNhPHOZMlbUNHtCa4qzlrGbK1E0nU3Gm22geFX7OQSwyqu62Y76kI5
9LIx3Met0nN32LgYXf+lFz9Ul/nfnHUQpBHFLq7hEHHoGPK4OMCaN3Z2mka/CqrbuxG+0rpU5eIx
Tf5RkYvbb0auGLQUEVpl/MWY1AyK3q+l/pBWKBZEQ9l5vqzmHuz+fqcQjbiRZnU3dvzyNuJqAEMH
HpOgjPKwtShIlXEJ99qu2l2uT9mLYaEi6IZ0Cxq3linh39gA8/f9+3h9jMZVhAM8ZWCQ8eff32oc
iRae3O5KDBkpfOWR7LYoVpWrURlC9qeDZtW/fkpmOJdEADSw6XALOR8zULu+qvCM2YG9N76jySSm
VWkHSf6gA0zD7EoS6UvWEGLdGPizpeUhJD8DYjIjws4HRnnBweNeaXdFU4uV1RvFtIHuHdUuEArr
lr3FxdJSfaWXOvszzM3hpQSEMMEg5SS7+0wfwtWQmPHayRBWwvP7TZTE99cPyEet4exTMh5kCwYE
BzWboJ7Prs2cHr7oZO4EotkpbkvVGLSglmew/RM8Mr33rHYyp0czGsuDSKTSvE+xLCmfqkyQaFeT
EvyHV4oaIc0lSaiqNRpokRgGoLRSzdh4tZVU/llxoQ1rdUToaWX2RfySx3DU1rx3jrOL7Fw9IiCG
0GWSIxdwnwvH7HdOlGbhV2eckM/a5I0PU3vNhtP99yjIDOVnSB+4Z5v3RTP1XiW3TfouqDtBda8C
A/pxFhtViGZlQe0uzyO/8ao2a99V5OSiOxnttnSD8YsVfE/Ic9t9DRxrVeGUFuwxoOsqT9NHg+uc
S1a97wmA17kNbMsTlQZAUu2trqhAO2gKmU8ewh3PxyAHpmx1nXixYicpfl//WJ/sDeqBDjUjh8BS
XrrHSopODoQSwH4sAmV6UcNYAUKWyb/7QUztQzom6o2DfrH36WPPkhEUbghljKX0vRN1hHlGGu0T
oaQPgEcVsQGmKP8nRU1UrK9PbxkxYKvy/76Fhk43UcPihGdF0VA4GIH3YM6pUUygXogw/rCyfcxM
QWGW67xG2Mp1pOwWo+WTiYIumtU8kR0huV5EK0bU234G/ZlDPvjALlT5ECil9kWf1O79+jSXsQnT
nGmZNohrwhMUI89PXIqlHEmaMHe8I71bqUWMEQl+ZvGNb/fJODaAZnp1c+RoLQVBFadG2LmI7F2A
VoL+vZO73jhkQpfbWzfkxSuLkAlCGzD0sCrgKlnckFGkYmuBWc8O9Lj/SPO1P8mBjYhGlpcTZrUp
zTKn79IbTZjFfvkAb7I1KQEhcUwGvxhWIVdvRTdoxzJ2gnWa4OdpahX2pULTyh2c+TR3yWOsP1Ie
6rvrH3EZkH8MTil0Ro1CSsKG9fwr6ggBJnXtq0fFQUoLGriT+JVX21Mn9iPKr9pz3cX9drBKDeMt
yci/OFByU0yFDfkuCCd7XAdG0xsUzzFO/BLXXf+YJLmtrq7/0MWd8fE7HfpGZKFgAilWnf9OJcDC
B5N35ShGS/6m5n4ce0k9tB6XdZqvhC2i5+sjXn4Wytr0fuZHepaoWoxI/U0G6iDUIwZlU/DY5mP9
NVSldFwNVqc0sMVk5RXx4DDYa1atf7s++vxe/fWeMV94ojQE+ftcWV+Wycam00p6AOqxnbXP60Ex
3i3f6DwpR25OwsBzBVnV2dQpXfpaMqcb++JyuSnkUlQmg571q5xFZMQsddDik3YMSkxouqLEENPI
1K8OMsCKV9p6M924NRc318eE+RuqRaTtCN8sNiKKkK2Dybx+9DHnGbzE0ruvUhFTdNCjSn26vrqL
k/7/wWi7QrlikUnrzncTxn2yWpe5cWxGasMPg9VIfxCHQNvY1OThC65yITFY8+8MDVSxbYW/LPhv
9nKOLGksZey1I32K5E2SgEF4FHGsg45A5a1uxWdzBEE7azMpzqw/dT5HFe2JvgH3dqRXRHQbD5J0
NDtffkRSE3xeCLdrVdTtcKPheEmtY8/OnP0Z5G8SWi+ePzWMTKEWvn4sg8nBJkEHZC3a1io9I9KG
VZ5n9a8aVRko5xJetJMRrGF7qa/Xv/DnPwNvrlnvi/tcWXxiqUD5aJAs/dhpkoLymZZsTDSeURcL
culOaULzYMZj+T6Gkf0ATMmHZhrdoh8sqz3zRgN8weuocExNesnnHwFP9KaoeEn5CHVb7ZUReZ8t
mhkBuJsgQj+zA5L1NCWDmcNySVBmcfp+mi+UMN3BSq7GG4/NJwcbaTjea7rCyIguSfi60PM0EYl+
rLIEKJiIwg2S2+o6tpzkvvFLcePevjzWCMARBSFdzqj0YM4XIIzh7+C56z9NFUwDtxZZ+V1OQbXn
lCjEjTvk8tIkEuF86QjPE5csX1LHT0KpVMvkqAxl3j42Ip607VD33UozpRDrSzvqrFUeVtWriWHQ
D0fukLW6kYpcnjsaQmQjXN5U+C4o6A0FRqkwxuJYtHX2xu9pvbjvNeElRWZPW98P1LvEx9fn+oa/
+LDc0+z2WTiTihGc8/OFVniUuqBH0wHkxJBv6MW6MKlRBW3KelPS7L4xzcvxkI4AMTsDygG0Lmur
BRL+I6BQ/1gkQ+jvG63NX/QSeBmaSEHdrBN9mP6tWwV8nSFZ0LkGwg26DKxzRP8RYrKdY200Zbsv
HCPaVqmFV3Bp5EO/lSdTT24s67KG/DHozJkml2VnXVBrQpNmSVpkwSlV1ABvH0zMxA/kmOzpZagH
PV6JmhD1oFZO+oUCAkTi0cFkdlbozoZ91VSiWne9GUo3DtbFXke4CAcIkihQsmBLFuGJE45GCZvM
OWZW035NBDZZKDvZiAuR0uuPXZWQrdLVTI95l+Uk31Z0g2D2yQ6AwA5US4Y+TFti8Qs6JasKbRyD
U4fv1kENIvXVL5DVtBsRJF6ipMGtVun8J54FRcwZ7YxZhRcgLJqh53t88LECQOXDOaKkPkl3hZZm
+7S0bU7zgM13Yk+lvgojaD0eZQIaTNeP2MVdpqMRgJ4DuQ5sNtq158OnSgeQHlmtUwjKJ970iZVu
6zIJwq1B4+jG+bqcK7638zxn4I5Bh/18sE5rotzvq+QUS1KzLwFdv0xGpf0HRe+Hg0DcBk1NEOoo
DiHJc32el2/n/E2RDSUOAzOkL8fWCsR3LSRCTzEKON8Q/NW3uH3J+6aXxKsZGgXCdcAVGl8Cl9Pn
0Z8Biaobh/2TgzcrAVMtgxE+q2cuAsLcxMgHCXbrqNW4igoawk3zHA2BZDzSD0AYALl0opcIAv1s
FDtI/k6X8mRwlaqPc+yZQvVe9Oo03dj2Hzn0+S5EzgNQAQSIj+L8YhvkTaHmnZ04RHE87WvMto1q
hfSe1bmpkEdszXEd9nGNDuT2zjbrqPLwzqnXIXCyYGfj0oKwV9z7sYdMR4zUXDFk33E1s7UDHB5J
pzg+oocb0xHYtJYz/KEG3T016MlPJ3wBy96jLVWV6xC6wtuNLz/XV5dzQyHGUbhfVZ6xxaLHcTIp
VtNxwkxbEljsaZZnosxLJclqIMhHAcL/io5mA/Iyd+mowtiwRHJvyd0tL4qLd1Q35/IhUEFTR6th
WfNueXYsE5r0EQCXQXs41YJvgakIa13LfdC5mW0D1gpMET9fX4RPBuZRo0IF941cZFlwMFHFL3yu
oKNjCAWHFmgbP+gCJN0WgXCM1pKpewmDULpV5L+8XojIZFpN9Hrxrl8WqbgI8M1Nh+DUNIaSoYav
VB4Q6UrBj3WIbxTaLyPT2W8D1VbKHCR58jLDs0ugSR1K4qc2TYPfYHLqZNt0sdY89lLvGOsRYaDZ
AsYEwpiBPy2ekVGTypWmJJW2quVKunGuPrt1SFfm5+wDwrBMHKQgaPSqM8NT1OfW15LX/KEtZIhY
iobAKYLnlUvzcNhnme5DkJG6Abxd2Gyvf/0PTbHFEfjQw5g5tRTIliBgALkoNTWBc+ylNi/3eiRN
toshg4olEETFaZ1FRYeOXpQIpBM7y/gRGDVSh6Wexu1uKKTc/+prY+O7kp7iRwy8OgQ/XVmPKqZZ
T7CiwsxNKWNVnj8O+fOIm4Lh4cduNA/ocY2R2+pZ8GUKwvS31RJ4UOzOtXvhoOq6CRItjp5tOWpD
D8yGjUijgXAWHYQEQWmEj33zoCgiXRst8MdNWErR6PkVOIutUTTStk1t9NINH719mLqy76yQvCmi
91gJK0rnLR47STxqsVd37HusReoaG0pDqUN3RlKC13H6WHaJb/MngOHdeN9Ak+tXbSGF1UFWJln7
qRmpPh7qRlfH9YAnF7YZoV2ADIyq6RG7T+2/0skVuDpJHH29/vE+srrlx0P5mpcD8TYYBosouGuL
1FAr0z82ej7+GvO+mrahLZkmgLQ20r0CzwbYIiMEQTer7ax9U3nKAgzSnSzdJHUjOld0VfOgI80a
uJ1dtO8oUFaRl/hFXd4IKD56LoufO0MAFHJ+8gV+8vkjH+UDHI7AkY7hlGfdCpYm7KIi8EeZsY0w
vOvULq0eg6aW7a0EpEpgytOTydSZ3+luiSYqSZXota5ypaGV9TVbu6W1VMeBO/Wa8jb5MvtAS+Xy
p9LHybOVybG+Rt9THlZKg+bYGvJx9miUOLmvJSAuDFxnkNiQC1UrdnmX6PwDUZZ9WrFebhl2Y7Vu
AC/cOv9zRLNcDBi/5IhALOe3/3wxZAoyeBs5/pFOtib/5KHDaMSF0BgGtKjGUv+R0xzDJLgfc/kB
4q9zcCJZKg4QoOTe8PwOm9SCqs+tHPYy0AWxgT8W6DyuZjKB8x9mNpZemKOWnxIa6OJRE+H0GkNT
iR7AGRs7eDz1jXf4ckSqsZTdCOxpwMJGOB8xHLQGMIaTnaBRqTIWPvRdx8zqhBvUIy2m4hai9rMB
0QDiuqM7SS16/vd/wcRBSlHs9+vylJm9veMFxI5lbGkzlwCdlK1c+2W9u35WL59ZSumAaHnHP6s8
p4GUOZPSlidUxGvD1TFEr1NtUrw2y2NPazOkFgXNrRvDXuZNxDdz24mqH+rly7Aig+FhG5GVn3qn
8q2HCPHlwoudofqFKREkZFrwk4Nw8tz5nfBFNsGCqa1o3euz/2TBOfFkb7RgUMZzFnuqs7pIFUQw
J0TAMKapAbpxH4avpg7LuqiK8kY4/cl4kFxp1aDqSe9tmbs0Q9BL6DiJU4FF0DYr/P+cHFgXbKR6
i09heLo+vU8ec6ZGK5Ztg87ghWFmjuRQP45adfJxI1A28RjCobHRIvcJkrVxI4g3wjUxjqLeddST
eZS6Io1OEKOa5Eaq/NncIfRwPX5AnT7UM/7a3DIiKPhEdOIU+H6/DdSpvNcSRZsgcBaPuOaCBL4+
+4/u9vlVNlP7iCE5xehqLfU46FjpSBe0IDAjHXNMP5SNNwpkg7ObSotaeixaYePJEDC0jI8QEEMI
pI8yIoG5S7zbNwCxKhuVbDmXNBTdFQsmOnqVGBHqCSl2pekY6wa5nHtyOwGPaLlGQiherfaqdUXS
bUIhQyTsbRSngV4WtfHkDNYtl/NPzvCMnKDhDnaY4zSHtH+trKPHkjaYTXqqRJu+yGFqbqAvQwWI
tf5QllOy593bX1/cTxJD2iEzp4RQ0YTdtng0M8jUufAn66Qj6nnic4JmUAftv6oX6taU6vg7HeVm
EzotKx0EZnmoFEVSPR8gU4ZvoTL+89miS6RizsObNStnzqv01yqMThNZNQKQpyBSEsyXR3yJM4y3
BnCltnpfJsjY3YgcLrf0XE6GW0MDAzz1BbMmKvsk7hLrlEJZkZBXR72VRRi/RjFCHbA5xXAjtLrM
ThhRwxlxLvjN6rjnk+wxTAH3xoiJP02vYdToXjpNkemKKu/W1z8xZAr+tLMDhGwz6kXz+8e1xTzP
R/ONpCLICx1uaWtqf4Z6g7gH5HsAxW+UYeqh3gTQWTsEK5tIxauvT1CkDsI20L9yslPnB2JyUi27
nKhqvEN0VMJDwa/jdGcUZir/5rzVJoo3cWevigQs3c9G9XH9NPwJYFqMo6/YQW8PDoOMCSFY0YZ4
CzH1YS8PyC28BI0W6A+zCHPilgacNRZCiVvtJwUqeBCHQS1H4vyO8l26AmAljQe8OdQvapDVRuuh
1ySjva8brUpGOTrqV4kcjYegDIcXctxuwgJRx33TyDR/gycOTtDwOdvElWLf+m51WvcwB/TJToBN
2Rj9EDarKqbyu+o5jym6PwAj3UCSh3D0ehwL5a+wPRvZTQg5fa/sxXS0pcqx1qnhdG+hjrXlyjYK
+TFrevlZGQxlNF0j1zt/H8dF6d+bYWADl40U45jZfp2jBZgq3408qUdg4Ir/FBcD7MUMgrxYFVqj
/iYeNbRvOcewuCsCA6dWOHTV24RfyE/RUj7btrJS33GeJRRkEI2Y3CQpxuhFFDRcNVzVf+AJWR0j
PahGjz6Sf8oSClJIqyaJl3WU6VZFldZ3CKoWsRdVg3Uyke//5gd995JYif/eJY6SulTf82zfqUHw
o3Qy5zelScVfo2BdBc8Q6SfNyxLyADdFvUHz8Otp0odc6/z+IZb74g3NG7KoUYkp/1aaE6L9n+I8
gpKHigfXSL2wXEVOLTfIzOf12wRLxL4LlTCucKuzsSDCPcwJNySJgf7FnvzGOYJDwA5AkjPzzlbH
/ivlziLeQMTO7wjTbMcTJnYdvAohOixjNFZHc8qbZg03KWjcODZLLO2Jza2TheGY5crI2vxnWFbx
sy3VPnlgUuFqGju7XU9A5w/gmzPV1Xu57Z9HG57capowrF8LP6l+lz5qmIR7cj95hW+16deW7qGK
WUKBAL7e1Yr1gku3/9brpLfPsHGH7s6WE6nyrLL1w22Y4VlLQWbsxMqvinHySjieegOlwGjY5nTb
foqGdohX0zzM1jEWkfPxCjADjqJGGVYt7XaM9YZQIRdzSjSwoxmg6MVyhda4qXbKjy7H8eBVKStd
fQzQrG6fNZb/BxWconvTQwsvTRcPArXYh0Ha38udIor/gh6U7pFW7IRMVS8wTcRjvLbe2zqI+z91
GOnmQ40C5rTJ0DYY3dK0m0MhR87gzpQNjU+EVqmR1M5jqfvCuEsCIQ+wVjpodqPAdtvrx56saeXj
GPKA2KGRHfgP03WDycZgemgrUp5MiZVmyWdihZ3tk3F+y4wkxDRQLpt9OlU9sWbTjJObgn6UXSPI
Jms1TnplnVDRCwq+b1LbKymT685rRNU/immalD3pj7Q1u9hwtnBOwaQ1gYl/S9SOUbfJnQZ3RLVK
R+SHUbMI9uYECu2l00tHPDBfv/gaQ8wkm0wFynhKpZpPcCICZa1nTfa7kTCQufFUXgQMvNrAOGZQ
A213muDn97pGuaTEiXoEWKMaRx/p0QR+iI8WXAed4aBPELO2fuontwANF88XjSrgviiGEW6D953/
/V9vNCC0wO5I8E5mmku/kiJ4aShZRCsVE7D6Rvh38TgbyJuTJtL9m/O3pWOirOPABDnFRpyiKzZF
OWVvIalN5fqjYZzURow3AtzLaJuGhEHLnZlBlwdEcT67icoSgmEqhjJoPK+RBpUfoqHIf8ELUR4U
UQ8H2ay1rTIZ3eihP+VX7tDpP66/2svMiiY3kBVql9zqlMaXaOqILmcGXyh7VketUF2tpAumtEX0
JhVpvBFyTCo14Vw3YJXSo98osvafW1LwGHATonYNs8y54NJlBeBPfMTSZ9i4lb+RY3X4LaUtXYpE
8PAecCFVb+STl4VUA2VBAlJmTEJLvnO+9rjQoazFLXGqtahwUwOzl9iqgi9VXREbOKVSPvS4itur
sU7rt7Lwc5dy9wiqTKfY+69xIedrFlsn1yEYhWJ3/mMQSqNiqObDye4RyxxjpfFQNGiQbjAa6+g0
0i1++Sfnih4g+R1YIVAFS5wviGlrSlttPBllCv+5Co1dpiX9t7Ep/Fuk/OXlMW8wGvyUQ2YdSVj5
55MzY1vyAzsonltDqMHK0RoH9cgKO07Hipv7sBXiiQZk9vv6vrb5Y/+ORRlWV6AJ0NQnyoeneT5s
2JeowQm1fLYhifmPfp6znziI9fdJC4NtGXRFsMpy8q0vGjZC36+PvlzgefTZioKDDfyNnu/56ER3
flcivvhMEQiN+CwvrCOyY93erDtMaq4Ptry5cOyjxAV0lIgcgXhtEeRbUxJrJtSnZ7Vv5AEbJ6j4
4BbxGKWPpr7pQRmGN4a8aKfRyictxy4Q+isy+csaKCjLHp0Ap3rJJA3JZ3cW5NJwQMotVIiSKgt2
oCN75VshD8TqxPOTswIwo70VgUrrU9iBMnroZFko5oSy3LnBENvxBqytem9ovskDqwVS7YUZ8nBk
2J2zQfcKIf5Cw/T5lywFw/cRZPlrivKc+Xx9QS+3LJND5obEacYdL/kMbexHPblM89IEQ3aasYr3
gvzgJWmG0ZOG2rwboiT8c33QC1AnA9JBmpnqVHsQo5h39F+PXdYGdjnZefGC7ziySJlA18prrSi4
C4zWMvYhLt4rzCkzaNmjMKyDrZSYPtWS0LbobXcl1N92LLeks8POGYlyduooNcPp+u+cH/vzgzUr
o3JREd0iirgs1kcGgJikqtXnUeQlOsnUSpqtBkfsxqV4eYQYx2FZycEpNS6FcJWmCKg3a+pzV9Xx
uMkn65cB4izylE6myfHvk+IyZD6ksBze5XnNklKv0VR7lnIJz6okyMO9hVvWeOPd+WxSf4+zyJCB
sMdpL2OtQS5Q2VBVwCG46KKM/oquD0Cy69P6bDiUrWUNSCHMnGVzDtMmqxzsSXuO6H4TspXRnWFE
6bscJvmt2ujlvqDwDbJ8vncZcgk/iOK8scJIJdPwk/61l0rfdDuqml//dUpU9WcSznw+4SIsnpOq
khF2pYf8EgyVghts20w8m/TavCgW6tv1wS4ekVmAZVb5obErE6IsblYTQVLFxn/xRSuSVqzCLHfe
SPzQI7dbfbwHJRa9GFFc/pkgY/U3DsDFLTQPDgARBjFdX97r8/sAsIA2JdQjXsiacAx0YFFr0Pts
x439IPW3TZnke8U3p/2/TxpZASJgwHAz2fV8XPgwEBLhl76EjfBp5eD4s86tNniZMFB+KdDxpTbR
ymbk6kZl/vNjBoCBMgqIMUTuwNwuRrfwuJO0soJNFVMs1foE7tqQSz/1uir3bVjfqsldHJF5PEJr
Ni3gXvSNzmcLttMPM2CFLwgr29Ih7JWs3Aytn4KeQQzDWV1f3ItTgpTYDL2aFavw1VjKe6kmApyE
XjiAiqDJqJxk+i9nKm9ZcF1oS9OMn9F2c2AJRVJbhpS6Hqa8s9n4YkeUR/7DElxDZbeyA1zuRNd+
MVMqaTu1NR1/rdG4osbam1VVbXPDGQ+pFRmpm5p9Pe38yGgQYTVKxE9w3K37kKx3FNOhMqtUvNh2
WO4KWRYK5mJSm3lJN+Gxiq4NWb3b5GT0zRZWPvoBmNOZGN6L+GcY1SgzXF/Ziw+JhiovhkVEP4Mk
lr0SQSRnNegNvEymZIHGGKwfCr6T28psbwlwXA4FmZ9yKqZF0PoR8T7fM/2kBhDxQvGCrnbzEoaJ
o3p9VJ9w9jPazfVpXUZaH/L0kJLwPSE3+tCQ+CssAG8bkTqq4qWdqWhbf6jTndXrjuahbtKIP47c
xPWMb5mMbai15TOI/4m6+TRQ7FD8OkPfIZ+mMF/JtSUdRzmrVM+q6gHQQBfomA7qwfQeBzadCGwk
1T8G0dqO3sFYbqQGSSBkosO6eqzg12Q38CwX9+tsdoEAzkyYIExeqqhwxEUSmVn7olh1h5IfVimo
2Zft06CK4vuoWuVaxxN7G1N1vrFdLoLm+etBIuYkUiG/iNAVJ6sCHzPGlzKkloeIYEnjHKNZvfVE
JFf1NguD6Zb9wsWVPp9GmocQhzigAKXON05b2TySkJVflEpphy0iWzmYlDLGa4FwrX/IsZbZpHXy
z08J49I+RFKBaAAyzmLDCmEEUaSJ7kXVcBR3+aryIdSmvQ0/57UjP8YU2VRvVVQujskcHcL+ol0r
W0Rwi2CnCwcRNwgaveQtNU0MvYBxuE4npdnG7620XF8/KRc5PT1LC/AIwng8Hlzri1mCNQLVlo/h
1xGs+l1U0YpWwj6+p9L3JRLF1tQj5XFWN32gUGfsWqb8UIm+/redxdOFuBWvF30u4M5UzM4/MvIo
oWGUtMCtjLBiY40kqRtHRQQhrTGY9UwEbot/iys/xtTpKuHQRJgCFOB8TIQIM3SOfQkHLDtuoMKA
bAWXJcKHMWv/u77Oi8/KWLT/8SoxAZJ/ZJ7nY1mVUaV43DqILsv1ez9k/rpFAB1zHGuUn/51LFws
WciZisCIy9Q2C1LJDqw+PNi+gdRvNxhoiKOrLFZNaYPnuj7a4k5gZpBACX1gWnNOACqez2wWTjRR
Rvf3Zerou9QZ6yc5HqsVXkP2SlWz+t/sJubxeLQAJVN3+Mj9zsdTkcjTEycw94aTOt86uUCiJmrw
qzJaXsp/nhtj0dUnowKkYizmpqhQuqd2MvZ5ZXyL7Ep54smuDzBOe08Yfbe9Pty8yf/KEv8/NVaS
J4uYioDnfGpJE7QomWHekYAGWSFSpLuSIRdrrU0U15elcRdlzQR2ykm3vqNlm+vDL++Cj/G51llY
+DJU1hZhZGai0iY1qb3HgTd8De0qvQvyQX6llJC92p3U0FF01MTTjNy+z3R53PoASw/ZpMs3fsri
jfv/L6H7Sh3KnJUzF6mlodFUHqhh73N0mVdGO43viGlYG4EQ4iOlvgR0FlLCuwQ919/XV+HypELA
RSKdJ8cBArVUUZtoS9QEcuZeghB+APOHt3iYRc9WUd3iFc/fc/m9eU/Z0DIyCZh8nH/vDBYPiRFD
lblebvo2KlY8dhje4uGxNUdw/tentnhJP1YVfhzrCmaQNGGe+l9REYJrwkhGhe2sjLpGCTOu72zM
Sj2llsVKjHSFPVZV3Bj2cpp0ffHjo/Iw48qWfB2gOOid+IO+t6Iw/EGzKnPNqR02g1bLHkqZyo10
4XKayDEQ00KgIKqlwnw+TWei1SUFvbbvUh1X6z5SV44eNiffz33DrcgDn6RWpb10fXUvNw7DkszT
E2CmYObPhw1yX57vW52LsIu2SlAZe7smEsTv0DxeH+qzGYLysSkp8W4BjTgfitTWr7sm0/djJeQ/
NR3L735MSQiLe3MaXIpz0xd8R4vhX1eWcggJNjKUhGGzzdH5uKgrVj7K/87eBEf1pVKRDPJyyTHu
m2xU7iUgsJ6wzejGO32xf+ZRScpmKBtkt+VsLVBDddZ2NjQo3XoKrAaBJBV61E9dRzzKzRLdvjHi
xadEA0JmszIu9w8X//k8BwyJfXtQjX1sjSoeKXkW7qJR9t0wLeVbYQgFOv6483sAXcS/Puci5qOX
o+L3UiOZaWr9KTMghOxLYSICA/God9xBOInjAgUXxgOw3lJ+s7KwhnGlWc1ezrvBR+U9MhAl6NQe
gQ9QFqbw1ImqKWL5pM5uncfZuM6MRpysXC1+2qWhvwbxjGfW5FF+4ekeak9FeFiC/Rz09FsDo2if
ZC3zs/XU+Vn1XUUNbbzvM0nYT12Bpu3aCp3S2OljlYvVqPu++gNQf9R5us3ePExqYaUbrWvlYtWJ
cuq+Af1TtWceOAWrlQwHCFcGQZS5eZL6XwsAYRiD5nj9rAtFCb7lhSIFKzWL2odSy3PyMib80EWm
Uj4B/rb2UjwMdIAjM7XWUadXzymh109LzaznRvcnbPE0R9r1ItD+qNifvMlGV0seTL68ALAuRbFb
pqhOug027nt+pg6SqmyTao2EbNQegrYOn/opU80H28xQZRBQ4B+tSA5OUFiS15xQEakUls+1dOEc
Yt9oQk/DU6DwkCa0s6+KkgO+7pNe/4FUqKBoqShTtQ5Gv9G2dpvTXc8G6V1Ueqque6kylNWkITHg
8v9r7xABtxHrzITjgnNLy7vIGh0/dcNE675YnQNoIkYj0Pxi+/TDPcqkEoZQZqiaX8K4Z1knFP6f
20oE/jbrkvCLwIdZuLJd9u9JYOA6C+SlRSElkN5jS8GvBexX+hqkMapLIAhEJR+ltERQ2UizNH0i
KdSlt0SrpkOdBbbz1jtJFm+GUK2yVddJgEv7qhycg1TW8j21QVAK9ThWANGaYUAUx4Dm8ZhbGMq4
mVqm+kYxC15YISvF1ggBnT1CwQcJ2FUdKHQwT0Gy7dErHrzIDiL5vVS6uPwiW8j4ryu6Ouaf2omC
0DNwxGofi6zRpnWgZcYfZE/RuOPeEPdWjQotPZamVoxH3xjAydnmVCQbC1WwFeosfvtNTsUwKp7e
aPp9Y9E+bl0q61WPOcs4SL+zypmOOgZL0086CsWYrzO/zd5QiYibV3X0pZ9l33B6Kjg0wJZLfyxS
7HaaCQ0bzHapIQeFaIuGLkwoB89VqFn5KpHGLr2zxrzAST4x5THh1o4S2WtAq9QuteZEeuY0AuVM
1aI79BBbkGkPa2G9J40qWdT2O0tscIZqRsflAQ+/J7FEYTwBpDe3shrjXcbbu9qlTY/OGC5f4PUg
rz03ZjdpuwHZ0yfAmYp1MGuprLwiGtPfoooqnX5JWUlrjFirjt9Wp8135A375oBtcrazkiZEGGw0
CvsuKIq+2uWTAvudB7Ev3RKd6/EubSu9/kU9LKp/dZJelk9hUtKK8fA76Mqd3RiF4elZK/Y5Pg7U
z8auH12Em9GPlpxeRiitkYzynrqAnj4m/ZDCp9a08RfKtc6wSiOubaQox0gCwo9E9JqVVesnWsK6
vUI1T/kuRJ8/RYZk2ptA2EPhjmphRDjFJTEHo57a59zEhxUZzMIRbvg/ys5rt24l26JfRIA5vJLc
WbIs25JsvxAOcjGnYijy68+gn+ytAwnuvhe46HvQ3GKoWrXWnGO2chS3cgthAgY0gFE0kL6bDNRp
dCCE0b1bhrHIld2pyYJTDmbgoQY87YazJ/gHAmuW4ei5Ah1aw6uyh91dnnub3D3MDa55qbQt+qCq
hxJhEMOnYlcmo8rjZej0x6BatT6eiVWCO5apkSail1Un3+oJjxzITKPHsq5AmMmJNO1DRzyAfdN1
wv1aV8q/Aw/DdFTa44juprSnfOdN3Ifv/ZwrwfxiFFOkpkbBfAVTCbjdVYkV9nSzxL51+lGQNNln
cyQQNRGHx+H/WWME/msuRfBdIU385PZW50Tb6bZB4RSon9OYs/pYMC8v+SDSD6vbAI6fgpmFo0zT
4FHTJqs8mamedweYTusp5zVl1pY0yZMSZYcG2h+zr6rw9Fuvw4ASa2s73qZm4YsoXZdx2vmjpk5B
IJvPpYb4OJwXs/XQVWsD3rjA+tVrpgTT6cqu2yVVSwtqVF72k4SRmk5q4zXBlrBZsgiBotdSUAT2
ul8RaAUH0pBhmwz9pBkRVhIe0iqH4i5NSdAESGMu9yaJKik6MWcs74K0UI9oIMv7PEuyda8Fbtfc
2Xmn2feWrTE0DCmaE3lSINV/DcuWedVbRVfcl2p1LsswEzyraUv9tU0G9UVPO6fYY60OzD1g2v4m
3YZ5BPIO9ju5FK4RzqOLE27aGlCHzljdG69G1Bt6yFw+lfSAn4HyGd1Jrd4MRKuTPBUb8D3HbsMv
oxHeQxVZpEuV+64R2hQmQ1sj3kqgdx+tiZsbFiChb4Fq2TYbjl3dTs7sPsxJq2Mv7ZzgzGBcOLEr
7bw69Uk3y5PF6W/Yka446ru+CTRimfIRaWKZy+7GyqYS07+bpTLOGtITI0cypQzdbHDmW4d4lbuZ
Q30X53otdVqq1SaYs9zspgxEoPZ+U7vWjY0X8WfeJ6gYU0jeBAnM1ZCHoCrkB7+yPRSwflbmO6VN
4/PoV+2XwYL9taNzOxw51eqMeyqalmGSOsV9lSXtiMBcL6fQ0IoRb0PAwzpgdxg/oIIjWIoS0Lhb
mtajziKe+EtQmN56V5e2jwI1J3UvNDi31KGSlDDsOHUD+ZXIHi20C2PwWIYC44dnZ/UMdX8ebgfN
779pQp+LG0uf5bNR0U0K14YsgI96VeJTmvraf7Ic2cnImKvpOdcMVZxGYhDro2m0ibjwT1hB1Goy
9UJppuOdz9Q8v/ipnH96k8AnmbqdMzwazVC0OyF7ndZrWVnGEe/qltS0LiAvM9sYzEO2+sMHJx3z
jD+Qc2EsrcT3CTlM+uRUINt9t4wtmvG0L4w8HKiDrWdoEkN28FczKeKudadd0EhkPg06yueJ/WTY
N76CLT4LhcLTKWYX1qbwxOfAlqj/GG+Yecz7PAWRI1zbD03sf+lJNdWSHzTdX7ywH/Uuu4zGUts0
UK2kPpbFnO6QrDvJofSk9Zil3drsBhKDiFUbF+qyIFiXjzCfVXfIFGXkjmxVl5YTdRo4OU053rEK
guKDlmmztRcoIf2oXT3/fS4MNBM1svjbNrAacZZGh3zaWgy7OI6F8J/ToMYnB01/cveVqvMmqtI0
6dhffbOPi3bkqQdNWg9nfFM41xycHelTh0Soxys54hiqETfG7kKBhzofXcexBBdB1d66RnWbAINO
Dl2bEBKYNUmWnwqwGHyIM/6PkJ4j3OZ6yRCMmSSzNR9c2zHmc8pLj4C57pJP3ppqfWhqwhihTwfN
T/KOCswjDqWg47HbnGcTDvQ4l3wARZHAyStxe5ClSasVa60+ljsZCLwVEtXwitB5paQrOxDroU1O
NFmi3shLH7uZmvTtpc4rOvtC7GrbT3V86I1nvMe/VEj8aBXWVD0YwGItTlpcCrUqP1arLO7cxmz6
S1WZQyzBaVXk2DQD369sVzV8coYxkDFjL36BtzrVQ12RuflJb41kjjCcDXwAJtbE/dxrDVnKlkyN
E6f70ShC1bSDujNx9RQn01mqIJQN5AMW8LTdi2HqZxGisUf+sUEfqbI9E4I8eJlEPjV+r3o6Hf4k
YmMq82ZfEqkc7GQ3avcFzXXrq5/y3xy2mJSSCOOmq8Ut6Dzt/dDaBqUBK1cb+33LZbvRrJpbOLiS
MqUqtQ9ds86f/D4okQh041BAkAXIqPUD67dPcQrcSRvq5obZklmcbHtCCW8EDU+uMeZlfAff0Qsi
RADtfGvLinKGRmOuvaeypvRyRFd7H8mX0b5gpbaSr+vc9e8GkPHDQZNg096wJf5fV4HZEn0o2sec
gK8aGE5BL2YchH1CN3xeJ4RYJkLZKBk1e69Xy6/NKHt4vZHxuylyffQFyh/QHgeFiu/i75P2DAal
I2bPOjGh8PIbCy+mFVcU8B5WogW9vZn6QOGMtO/Mc5KyDIXtPJnHwtF6c0+SFUhel5rkAU2ISHeC
JdwL6edmP5ky8BRcQ6Q3eo9gLgbb4X6yg9Gub2DhGz9osNV7c0mX9NZzCh7ewORTi8dpBFAlNQ6b
H1ovz8yLqeZKAVgAi75b7HLiZsgij0q9qe/8eWJRDDXS4dTXosXmEDarb/9i2JLYJ6NK/QcdxN5y
03TKeXIHUB1hzRbyCycah8DATbRsP9irVnL68pGaKCYVXVSbkniXBZo8boCmxEE1wE3yDyQztsM5
80i6O4Fz0oc97aH1srizWe8NcgCNXbq4xcMS+GP60GrJUsUcCQEk2iN+anaHIXlj2vCiVQsYB08Q
qgdGG7RKrt4aempyBpmXnrWgtj/M0lpviiozGY2vpaJNLbwfKCT7Q6rGT6+/PC+7NDhm0B/RkUKn
g+Tk73dHcLIn1azJz8Hgnn2vSp6h92+Stzl7y778ogUFwhbP06YxQ4pgX+uqyC5SOv4P96Qyxn7L
wLcHUHaJ2r7CMJCUb9zT/+nEcz26lwzFUPiiBf37T2NU3zILSJyT2wbZ0czW/L22ziRrl727PJo9
+Uue8rqLmY2kik6JRw04Tq191vHwP79+m188YPQ0hFjwkAHjo/W6mgpQFprBUKOlIwtyOvbtaOJe
ICINBSmixIpV/6scze95miTeG/3G/7s0PAyeL0QIB63537fBaEXDuFB3T5bY6jqOL3tKhX4fMCeh
VE3q8bPHbbp4hTbtX/+r/+8RMAaAlEz0DkLR3wk5fzTLLRvdR+Ut7omRCLS8urO8kKUh2QgE2hjR
FyHJeKa9YoTGQK5uCKMRHO7ArvkO3nGp3lid/+cVBAbJvzdWI8PEq7fdsrx2ErBjTss6yUM710EX
a0rTz6Mq24xOWq7eMqf9z+3f+JPAr9BZ09i+GsrKAFZ/0czOCRS4GQNiEIfZARKMlyQ9m8aiDrIn
Pspa7erD63f/f7YidHHIOfm2LZv1+u8HL2F8FYViUhEMg78vE5F/o/M6EbMeaKeRTNItIGOt/v11
Y/LO6H379Pjotvvx5yM3q0Rs/TNCTCApfCvLwEr3k4lZbTa9uYlpp4jIxs4FhXhZg7cUMv93u7fJ
E/8yAPdeX37R1Dp4gEdPQYHpr4a9dvHVMr/v5sGrI5n2yQ+RNfJYU8VXb2zEL1vQYKIQdiCKQbOH
FujvP73G7lfS4HBPxUinIcw7FqWIgzq5qoGc6zzM0XtHyuTE5GaTewtPuvzn+QlfMuYCBtaYxYPr
Na8ZJyuQqe+cQBSaqHU7cUIudFN49fqGgublt73Bnog6gNwKhNa8JiZKb4YUubKujPR0p71Vwy9m
h/RpnFWpXXY3U1Vi1+kJY/P2QVfk3X1Arz3doxr3b+bJmN4azb0ICyQEMiDAEmftpqth0f/7Abig
bw0yJ/1T2nbOwewp4kObqv/glsF6USiactKV1freK7uhvIw6IQUXu8ZecanAWsRwrOlYFEbW77RK
Ip//xw+S8T4vJcs/6yF6+atRZeBLtmB/zM9lO9GPdXNs15wFYkN45vNqN7sJTFn/xkVffBBclLEh
Xh/0GWhXr5b/VdqS+UNRnJ3K0NKwd4X5rveK7pIKUa4nWWbGSA9lydOj0HEK/utywOUZ/8AbM4gw
JRfj70fi6J3JnmuTVDXjeR1qpOOhZPBGe6k0umOOpxLBCKYFnHbu9PH1G/7yb8f3/bsYhxKCdveq
MObJz+bKJPqUiJ7wGbOFk2TCQYuEFPMZE2Rz6t1h7qJOH/Vfr1/7RZ4qmx7sOdhqVN4In65XA4tj
0dJWS3bSl3p5IMu7rw+6MShOXjnjauSMQXuj6g51iUyrIXmcTcJN4nacKotGArnNsT00Uy2ilVjG
8pvhq9a8kBsl9ENR9dbRHQv1+fUf/WJ/3HaLTTXF3G6zBF19QG09a/T+7JaSCQcvTYrPC7Ere9Pp
f04qsN9KfHxZfHI5h/vD6YX/vdZNGZNiPNu57akUQO5tGqu/BvgW+6E2ZB6+/qe92A23P41J0kaZ
2JifV3+a3pA2pxqkvMJGMFmMaLawSVouyY+GyrLd1Evxrk6q+Y0x88t1kjuKjojBKzJRVvyrXWEj
LbAyTsapD6pJnemqmrvBqqfbjNLrS5dybO0B7mOQDsoqCfNGk899M9FwRtsg/lX4g9sPfRgsE7r+
wCqv7kK7aDRahs46GSBqnnC/zne2JazgVAX2VP+be1MHQYewmZcJayNa1eu/nGCO2akbpDg0t1A6
EsLdG8eMF88/aSaSBaI6eszlC5bT8g2s8IsX2WeVBdeMfRNvEr/g72Vnw+hmNYfc0+qq0gxNvp1b
q2Y21ZjTndt6t6+/XC9e5O1ySBYMgog5wl3XuYIUYEVPbTr1mL7jdljy9xgY84Oay7fqqxfvMZdi
nI5oFaUEEq6retKx8bhnaz2dzEzPD5VtJrsc2FhUCVqdpPKY7ypDDP/8JDeFI/P87X5iUt1+1B9F
HVIQb0CQPJ2CsZ79OK3dcoqmEjNUyODSLo9i7brnvKtUeXr9zr5YwlGrs3qCNtwUpNQ2f1+5pVvj
AU9cT0jIkid7FeY97VrT2VnJpMvzknlksxHJBbADFhRsh9cv//Ju/9ZxcTwGkwte8Gr7Gquq1zid
2CdSDwMM9rqXhqVdNudhLsxdIavnzoAu9/pFX75NqBw3IgzVs0MZd7ViZKrQ8oW99NRkbXEuDWey
IoLuvD7S6C8lx9ev9uJTIdocgw7s7c1w9sKSOQcpAwHD6y9t184VxIaWCZYQKfNDt56f6exyh//5
khh/N4UeyllUs1evU1YT8eSX83BBomcw6ZxLZm9lToGArl2Jcyu64Y2/crtnf/XIArpFEHbwJmyW
8uvSkFiSOuFFGi86uebGIR3A4J7agYHh8+t/24sEUZpFCKZY8HCTcMHrKq9n9O/mOa5/iDxNe8o0
6dZRRus2+ymkcj/6jlRLEK1qzgB4YKv5ovP+VrfMU/L3TGnn7EdTe7MbEi/uvaXHfvmwvW3t53TG
mZRQe+vvzwn2A5w2MeqXtqI5GZoYoEMTHcG9TyLasZLLG02YF58vGntUThsz30Ccc82tIhMRQK4K
GN6WSnln6a32O0LcfinDSA8icY3xPu8s/ZhPc354/UG8+IoCb2t7bCrQ3zL/7f//x5qFANsZKvLO
LuRZTu4YVpaFQNlRiVvdEGeWvlFnv3zBtj8VOS0NLoRd16ftdbCIqEvq5mL5TW8/al6jl/uqxL7y
xpv88pZysrbISWLWhnH9GheASYq5rKu1l5KKJlt2oN+mjTM9Fk+Vs/jqpCG86uE8a9X0w03s5svr
9/X6+sRIbMACTHAIytAtb6/YH/d1yoTesxWmF9i61RerMG2iHB2Q8OZG7Ej6Jv+G73k92NpUivj1
a18vx7+vvXUX2P82c+HVCapQnUb4CNdu2F3DrAciyQiEiaLXrp+HuaofVdqrp9cvev3NbBflDeZQ
iZyYY8TVjsvHnvtL2WeXLOGzDzM0TR/suSMFalCkeebM18UbC+Q1oYF9doMEkM6KiYGN9xq3iuTR
JGFlzS/kpqY7MD/JCbjz8N7ysiF2lVse4eG30UhKsxH1A4I1D0fVG3f7f5701ktABk8WJm/21WKR
o2vpJNOqC7516ylgTnenAR+++JONQM1JcnUOPG2OHQgsb3xNvzfWP9fr7QZwEEEMSrGDaeVq35co
eAxAZfklZZpItgETYAzmgmFWWJPs89CX6LmYvfUk767tup7wK2pJVAiNwfkwT4Rl9eayHxfUVej1
rRgMk3tsEWxfGCXk3yaZvong/t1KvfrRuP75KHg1qVauz9pjzYHT7ev13M9B/s5VoHFjbUa6GkLR
g4aUDTXQZrIO8whZS6ne57kQv+RobQEHeQHGtmdD+VSbnXxG1jU/WCoT5VHLTVcLTZfN4iZAtZh9
wc9Sqn0SNFlyU1mCWPuJYfMNeptKPKadnT6rTC+CnVe78yMg7GnaJ4vZHxfGuai+W6H9SttEGVAn
LEZETGrytrtjQDHe4EXs1zqke1fnsZTjKD8tzOiLveq6Ftwn3AbdPGAtsA2ehO5U36qmM3asqlr6
tVu7Rb5rzGDseCuRwkQk0VrvRwXZ5KEZHCFDbTFGMewqSzr60bbq5jkFcnxnpOv4tVaGW5NiZk4P
gvETxKM1U7+G2Wg1FJ190Z0K1+KkGLDkTaFtD9lF6xLH3o2lN++bxKHTtJLAtDet1E/OQdATk6pK
g6AHhDVT+alB9JLf9cagz0cLLMQ7HDqbLMEbAVHMzjqA3m2Y9ESgsTxtl/VdUd32ZZGcbHiDKgxy
txvvF7dTRmQ0TLSpBpHDAReTUsSdR547EGz6AXGmV/PDPCRVfYf5RzRRU6+CrHZ/ci8L9tUkcsaR
pnCQrcOpaGUzhEsDJ2kg1HUKYSL5X7G+kiprmp0q4pyJ5xgL0mm/AN+09TCfBwZ7jpeq7yPg8zHM
kI49+zNkindTYRFrP5Sm+SEYl55jLYmdy23LOoEXe+oqLypWhU6lWgbr4hLhCm1X93u5y5gRfMWZ
Ke/ndC229GJvkYdVZF4aMcNPARyNVrD3ZoB7ByOxeUWQ3i/AmXxZ7Bn/Qz0DR2uaEVHMvr7vrLWv
jnPV6WJHZUNKnFF3w89pEd0PXW+dfDcxky/f217SFjern9jGQZuczrgNks6iLzO6/uM6Omt7Ciak
Lo7nzON9tpaWcUMXsfzhqXTUQ2ATTE4O+dRK3jUOhB99QQDl89gp0V7aIRjQBI5W9RV5hy9+oXpI
i3tnrjz1y2HSV+xqvIIJLDLii4+W6FpCo8eiRqBAd+owc/LglKqs5f1o5VW2s61ODKclUAI2lVhR
iVZ8A20M+lbKOEkUMW6yYZU8KXuizY7qQDc+8OFq1sdElcg3vCkFiF9as/2DcexcxmLaFE9FVttm
uI7lMDwghDKf/JRl772c82Enm1I3PmXpiNYsMWAUxwsqZPdzviQzR2kCmNyAVIXV/mm43CSCim29
j7xire437t5DVYq0iMdUdx5oxaniAVSwXj7UtqdkWNL5lKdGZKA2J6GVvQZhupkNHDNo4aa4mNeg
/sZyLb8xJ1y/1kau/9QJE8jI/EZ683WQBahdvZf+AQZwYMSFlXTTITHmZESaQCJsrBwU2JgWJv5B
OxhEfzYkvZgQoJL+AVD31h5Ug3Mz6xW2NbK6wOST/5LUl65X1hrZkyDad5WWEeWejqsXd+d4p2RH
a7vT+7X6ojFJQQhKkiHfhzN1Q8T30Lc3zFCTcad3JGJFunLpvZlDmp7J02M3sdgYvuHvbUWICt8d
QshiwcUYbdXv1mb2nH1St06D7Hgu1K7J1+SzzJa5j2hsyoaxVdB8nrCsdhFg2v7zErR8tAnn2Scr
E8GXfAQjdeuZRFrrKfy+s9YnySFobE2PJiHH6kjHCOBRWNLEPbermRUHFKZUN1VLGIyKcpIFkHxC
U/9gpPVinxtST9OTCXT31Dnr2Ny3jLBbM4RZlxoxUsrsNrCLcTmPbOxnjW67EQPArN3dpol/DEr0
mDGlGhCxRBqzxorcWF/SCjLOoQ1QQx84seVe7CNO0aNUbfEgriFh6YQLmg4A0sFUNx+Diu3tyc5K
s37fjtKTZ0LVkAnlrdlWeHaXXjs2aSueE+kY2IJZtyd7N1SGrWKApciPF6SQhGUyh/c/B8IMnkin
zdZIX6rKIzAdWEaMDNclQF4goD8hZ/fnY5bapEIh0x7QT+UjvZ+7ZRiS5p3M3Wm+0Ppa0VBXKDOQ
YzVZLYcvs5622WkGY3BT+kFR3FRTr84V+FH9wxQo+8x5CZofsWHaGC/u0BpU01N3sgzg7jHne7M6
tdM05NFMRGkQO5xbPiryzh5s0I72sW8WL31KKEnn95uY7AsLSPN9sFLtdsX8Wp7TBRf1Z4cux7xL
oQXqcPq1yoh94HTFJ9RbRncefcB4Hclx2U7PHWF84+igAQQ1u+Zmc8WccLiTuFmVbgM1z5Wt6aAB
wncqcT9ma3tQY7u2fMnKLoabFdSd924d6rl/Ht3Ue07Lpmn2dMHs4ajDjvsJTBY9MGAOF5VBYueM
gg0GwE286SgQNXGyOKxO1fff6ZTObez6pf0cNPyUKFjg7u3RiBt2rFzhGD/a1DXqm2AFkYzuHlF2
+QTXr81P5Ega6a9kTEwbkmRSP6kS29tRZEAIIr+spiMQTNs/WVrmPJYGvclxVy06PQE6wOnFcxbl
7Pq616zjonmdjdndNssL4fbzt8zLpiHOHU3XLmkHVuBij14pIoKybO8mmXz9kOFXLfdNDbT3QVd6
cFgY6wDd0okj2kP6aOrvgnVCRHXTEfXleTAZIoWmxD2U7KfGfnucLrSgJMhCOQDEb2xkcngt6Hq9
Y4USWawL0ezSiXSE0xZxVIBjTiXcgtbQ9BZPuV89alaOKrPVRjvZV7XFht91IM5Q1ZhzbGa1mR68
FUThnhpxQpAI4jAPJwPc4W29oJWOtFn0484QpRhjdxicJxXMi4hafmQDR7Tz8t3cBOX3DrELNu5g
Qrg4ZKW39+10oozxm4QKLehQ7Vpa8GCKxZPfvbzJtIKaWh9/eY2HVKwZcuyJk57RP5xS089ve3s1
zCF0qzW/Leq2dE6L52dxmVSZs9NWZcG2tGp3CY3Zk05Ut62V7CiBF9RvXuHaKE81L/tKMHdJrZvO
6q6ghUoOArLIMc5qf/Lf0Y+R6V3l1SAaFziJh4qwdko6JlrBQRukVyOdbMSCdK4jaBKHThsU4IVC
lJzee/w8RXvbZ3RMPtBByh9Bp631UQU98FIqDLOLZ9Byn7VmQuMOsLGszGhiZN4e4b0S79VnpaPt
8KOh3u8cZGpT7agpmkEeqNBHJtbWYdml2vzDzBoxh17bWPaOlxuRmm9WC41JetkRC07lfi0Ku+h3
BCjMBSsVrb1YmR64iy4jg14MmhRRN1vyNrNc6b7zWjxoQagjF24vDZHZ8Pg1dMFRSl1GkLmWG6it
Sxv0tD77QX2L0rztabwmWpdHDcVxdTMDm895Z0sNkQVS663ipsl/TyzF6FA82p3mbZpf0Cm5W1UL
IupeflJ97RSx0YCz2WWeS36HpUhAc9dcW37MKwS+GFvKfOr0okdtB8QjuBVJuWJZt9gJzPdtMMv7
VRdjcYO9IuixFsigFzVOIpAcN2tlpF9dzUn7UzIGC+sWnRHzg+YPBdBWa6s9caJKsZPgYFIYXH6p
eWHQgJRkFrSm1p4ddYQwmzMTiQdZ1iKuxVyCmgdidZsSxPYdIX7LeH0IvPSgFeV0zKxAtbCyi6II
B2Q4+s28zpoVofXP+tigOVXtq4x6LSKBLPnEpYlOHbplbc5Z17vzgZeoc7Av5UqPEhlYxd1SylU7
ONKo6Bi2aReZQNSCd9OYUS7ZaVobj9W6aUbLpU6Lc5r0QABUMUq5Q2DbHl1RZvoOLBYHPANVMIkS
BeLL2GkanUkzoyAtyUKnC7qGlawL6mjScq+iFBmK+buvUZCE5eA7aieCoNRjzGVOGzoY15YT9Yg5
HNfNUL12gduDCdS8BAUss0RSljba3XZkJA00w3jgFEbh39aBsNcddxl/ckqa3xQO7ep+qlyT6nPz
oYiLXCrZ4TZy8TaNg8L2U1YqY7FqxG4u/TX9BOE12QdU+aKOxznoH73EnPJzZzfZJyNbvGVXLnhj
h3DIMbyHZjvmzU5lNfDTqR/78iinjv986wv7FxpNWkWx0yPrR1w7OlDJVYH6vcpc50uyLug8E3PV
/B3aUCpnkkRaBSh5WAeo2ewbRpQWrBFNmBEkUtyozPXkreaaza1vqso8CklAHF8ynk6iy8HhzuGc
Kp3nVi1FNE198tn1kf+ELv6zGEKOw51EXdJF7axq7yyAxHk7MMjT12W0B/4Gy1RyRwWScPcRXLuP
JHi36GPdeSrObOn+Dsr5WseAxILnnhWkSFBBuEP/Yyia/EsH6lY9VmWDJU9P8BjWc2b9wAfSLbee
RM16mI1afIWSMS1nndiihfCaphjuZdIP58rujSZO58qaj8Vgmnujhb+BWjjtsnPVeILklKVY6/ww
rUHqxIJoQTYyKxvRQtAN1PxPJKFM/Xnm/PWtW4Xxq83g6YSlT9jjwRp5toqNrNoFytHXuB4tQg3C
1sq6Lg3bVWIDoj5HBmlKfH6hQO59b5iq0PcIQsv1XNNhHvbe2rQq5lDjzBFakOZhqTpEo2gr3AAP
ZVewkurOaj95xK+r3TIlRrszEJ4bcWdlZjQykK+eANOvwb4iRtf9aKJdlg+dNnRunK2E+sRidVJ7
v3iZ74V25qx+BNHcWL8m0lXqHZvwPMSs3JVzmmhOc/J1dBRmHeRvxYKZeyZ6nLUszvbAz8crwiom
IpHTKz4QSexKuMlou8MVnUlqhwRgVjVoTmHMFInuOuw46OhNSCFoz7dj0ct7fCIyP7hubTqHzWdw
nl0EV6FRVth2nHw1usNqgMBE9UF0yW3Bx/Otz1goYitIcn+fd1O+YCLosiLbJVZaqXeB2w3eIxut
4T2Ai6fcDxEU9d+MxJH5+w6zsHHjS3quEUnU3XqL8clA/70slb6zvC74zsrKPlY3Km0J3aaaDPVu
QardS1wxu3LUumyvcqE/SSSbetSPKQLqhBx41K7LLJ5dkQ865zhXG0RoG1mi1W90GV/2dC3HhtLJ
nMDn//C3LuQf/eTeWAveMb2/GICjprvcNQSLpV+i6cdP2R56j37Eh4o39x8jRWiyonIA5esgi0a/
dO2pd61c+nnRlBer0es9YHoWIk3DAxp6WT4cJLDw6QwpyLXeau9u4+e/G4VMcKEeIAlgyBcYV93N
AUZzKUyujCqEEo6TdqnR92pNZuJC6DiyvOq7UAUGDhOKQ+j2phuNNFl+GpOo3hhev1AoMPyzGAIi
m0MZyRj3alIiPeXMtqMVl8pHfsF2v65nWoZlQxekbR869MfDZSl6hlY4P77mXkpLAPkKNjoDF8br
3fYXTWcWD/6HypyayzGu0zc0tZRpYA7iJpuc8tEs1/wkDUALrGIl5p+iBS45eBgrYMbvXr/0i0a/
hUYKlSaTSbh7/jW5teMDHW1UKGeP7NXP5tgne822cH7Y1nTBfPlWVP2LP5UXH8QeehQyMbBqXU0z
yNASa20txXlOuyZK59m5c0Dj3678Rl6BrRc1D098jOlbT/zFN8eVNx7LltuHx/eayaJcDsa9HZRn
qVC074rF7/N7yxkXhQMTGUMLhp6FG5tPG/mpqglUW6hw9l4NNWXRe/xB7jIuwa4vpjp4yjWlr4eC
1cneW1ZfcoBMMBf961SEaTFPxqMwYBaDpuT31OSPpaJWVYXWpMgfpJDrzsbCWoV2KlnbsWOxybd4
e29oxbTIaNpCEUhABBYruyuDN16Vqxv4+5cwNN8sI4hc+DV/L1rbkZg4BJU/WPAIizgF23eYszU9
GO3afw6mxdqBJ31L3Pp7Xfhj3eCyaDAgoJFXxifiXash5NCvU6a88qGos/YONkWB/16vrFM/N2se
JpsjP0zTqWtDm43y0PtIXXxi4Wjftng8YVQRHvP6V/MiRI0fRZccnDiLKLyX66FcngTGrAsWiraq
0yHEKjzGnrRGzHcSDkyYdqNHMYirR8RtvfQd3eLcxL1bNtonX3X5z47F/UeFy6cOrRThZGSW6XiQ
czm/IQu6Hs5zA72NNc4NpG1mur9Fe3+8QdQdjly7dPnIl9HVVILQtEgtw3sZkhAm55DxJtg6tJ8G
yWocArWIdMPylz1p1WeejVwuS9s0j2NumP+aC7P9NqJCUYayHvuGvU2Y//pt6PGsMVAfqXPlBW12
8MGUTqaHXd1WJ4c7+pYm7mrB+3030IGx8bIEufzr7yvWdiCnWhvVxzJLsGYVY5rcBBxqYAvQOsvC
VlnlW4DI/7+mb2/SMBRo1zHA/3F2XrttJEsYfqIBJodbRomULduSSNs3A6ftyTk//fnaV+aQ4EAH
2L3Y9WKbHaa6uuoPbdyleucMw0tI4fOLY7vj1xjq1lkb42jDR2/+d/94zoLs3zmCImS/6ZjbXPaX
c5T2Vg37OLyYkwX5PqtzkLfJ+KYXjlIiCq6Q5/le/YkXYLEAkb41NPAG2RJERAy96suh7QHBC/LC
8QU99/qhdRVL6lFZv/JCrXdxa5mPaifctzQzm7f7k5aTuowTUubTxH+YRowE9cxGTjXg7TUjc5fH
n9EUKCt8hiioKkI3FrBhN8aiHw/HDAV5E1ylDJX/HFtRlN6YmuP0Erda/VUb3OYoFbBahCHQ6l3o
C984PQwGpJZeA4JIc4k72nddDNJ4fMGiC0+AhtxXw+GzbUEVqy3yHHGJgNr9xbw5JlwCD4iUw9/y
z/+ZYN90ijfw4HwhePxCSqvnTqxNT9nlcWUii9TURbOQE99aUwvZL7DsBipI9mxNNcpFBqrCTBOh
zZdCz5+zOjZOyTj+vD+363uMr+KfgeQR/mdu0C4lEHgaXwjPkrYf4TJcIddTtanz5uNz9ACX0vp1
f9CrBQUeQroPVBKShoTVXQ5qlcnkJqEzvFpVyGvbC3oqKH7sWeUuzIHmIBYEU3NhF//Sy/79JpDP
Ak0nQ78mMVBzNENdFpOWOE7xBgzYKFbNhML5dvASsoewiNJPeYkE/KPQI/2hDOh37Nyp1NTHTNdb
by8Coy4Pk3Z27KI6i2ByPpllVu8gnE9PZa+vy8ZaJ04HpxdVnaBdp4M9qvuxNGKF57uFtjfFYg+F
GRySghdh+sND44uyWttBndkrUUSIsAC5MT4ZIqDPgatndepCJDBwaB/7r5EXGP5vKhdi+pFFQ/E7
70b3adA7mO74XgY19GjdjRcWbf404D3G6wT6EPgtIiiIscutMovO8UcQ2m8V7wMYOyKCwaU34+Dv
tQomF1gCi65JRLHiJx08at2J1TvI61jUpqoxwxfyfWeHsEa9xZZK6Sag8SvXz6IIasf1mzct6z0T
REWO4ayfKbil8GyJN2ld9Qsf41XWJccE/yOfSQCAwKNcLoKg2l72ed699ZnW9quQ13W7jtDFyKgR
Tb25dbS4++3hxuyuS7dWPwiv7wd0MjoTh19tyisASpikpgtrMY8S8ndZgNn5iAj1oA0vf9dQQKkw
/L54c5ou/SCm1n8ATSQmeaFRR3j3wkNM9bhFcZCD0Te7zCgM2Lh6UoIxrcD46fut+8sURi829EV6
9AMct08XTt88ODE/sHsS/8NDEBUD/XJ+tdGASnDK9k1J6f9WXlaewOCpu7pO+l8VETE/JojJ9Ask
QRnzLgIFqDr5CmZ0+68L0OWwKcqFNNlM5dVA3LTe643tPButW3/TnAjVtJSgT7jKnPwYTVG+tKl/
X9uXw3OwgUpStgNr7cyBhJWPwgElc+cVSSV6HtbgJsO3KRKjtbEq22neagPbLzftLY5c7r+5mqFY
D+MYIHykm038IxVG6O17kyi7p4dbv7hjhFRLrNdavZ3MDnPYZuzNbEOHRY/wv6gym5d961YPpl8O
Ss/bAb7asMd5OgRpjZcrqjharPXtZigoaqB1oHpv7igB6JOfVXB5hBZtFbML4n2ccxJA9rdlu+2F
r+Nsn4RK82EYAq9/ppXg/eEZ5xZ/+mgczZcRJ47is4XaAeN21QgreKUi9V59sH3Vc3+/8xBzfgFn
2QBfQfSRQFxubai2TulOwntFfgIxCgfNmVdM8NJjoYeFvcX9Il+Sdr06xPjxgjfmOPFs5VUxu8pB
CeQoVlABHbKwBOIQBeZzM2YJjU5hCynnQzvkiya03N/dn+zNkflWKWpQ29LnxF+UQCaK1F32xq3X
86VQilQbvX12Mk1F8HnEwyDxl6GLMhD8e34tiB6A09EnAeONjP4sUDg4jxkut5/sg6BCXNWadUb5
wvEOJXYTzo5aXN9hSTrhwxgp6hHvESVft2ifBAdcouzw4Lk5BVO1C5sfKS3ppeRqvi5Uuf5ysAku
hsGvnd1pfhCpuYEz3Vsb25W5AkVT/EANssq3/mgOPwZr9F9KyP/K5v5+zMP133Fh2ks6A6/3OScl
qDoQK0MmTorlF4BwckQaqs79HHZBvr0/1Bw/ipsYc5RIdC4tWOdzg+ax1wAXaIryVg1FfWzqpvjR
+VjpKaGurQutDI1t6qaeta6xlo8eeRvYj43l1N5Cvj6PpfJ3SNKzocMD4s6enf7YpG2PW7L/NnaD
azxMmCV+Teo0o4HaI3VjSgTQOhPtpD+lIVflOy8t7iqd+f81CoKt+lc08p/0dtLcuHBgfZ4GX1Uj
SBQo/XS5358j+tWwcmm/Laz89YTliARurmMqNfMaotCJPQpqVycUn9qDGVvFpk/7/mOaQHhfVQa3
syrsMYcKadf7+7suD+7Fl8dsgV1qOlRHaMjzqnIIbqZvMF09lSJR92rdq0950vqgAJrIApzVd9sm
MqxnLBCrLQXxbGGzrw/4X3KQSYrNYxDk/WV0jYPRdwF9xifRjf1R0XJnb4FW38atqSxdk7fWmbMt
H0dkgUg8XI5VO/RIfC1MTsNUZLsusNJvtWP2KwVK2R623fSNeisW9U0SL71Br+OHVLO34UdKuQ4I
OpdDt2Wv0Hv24pM72UD8Ky96UYO23JZAYg5T7ZVnX6EJc39v528mTjI1WyA1Do46kit5OegwpPRq
airiyGZBoQW2hAJwqCGwsA7DKB5W4Kq0JU7DjZnKhz2dcUQcyDJnVU5FQ1iqCvP0BNDPPjTt1Lxy
siayWcwTePIY9tdmUsT7jxEKOh4LS7UGw9tZfI4az59aY8pOwCsOdPeEse6prmz13kfi6v6y3vhk
KM+gVU1pTaoVzI/sxMeKXG56yn2/+576g7fVTARssEsuHhHv1o8FdalvGGRpH2BtL+3q7eFBGv2l
aFNHvtxVFl+gkWOzq+2QDsehrdxsBX+EKm7a5s6XcoQkH2g+LcKAB+umxHLDXoiRtzaZsgZq1ioc
O/D2l7+hCQeq1X6cnXwIhCf+i3oTO+ilNoOKnKkXjWI1KHn9ztqYPM8oFZHk2vi9c8QuRy3S0Kv6
IsxO02iLB9sbVHuLxnW9z4vaFushb8q1mnnQdEoeWPc3/da3xNNJEvGB4JAJzsa2lCjmY81OzghI
a92DsQVeUg9/fPSmkm0+Ica7cKavHtLUIWn2OHy6FCEkjeRyzKADV+6ERnQuFH1sKS1X0EPDvgm2
jYUKDlDFBPSg0JSPQ0emsCeBtg5OBZUMaJEaJQtvnOsEQf4eKNE8G1FCgYJ8+Xt0K8B9twnC8+gL
A3xj3nf+HllgKiOeWQDDDHgHDVsvLkJnqw5NVGwqbHTbdUg1zF3YkKvPgCiKmLpMVHTZT5ktzqiG
vtvphiBPjJpfIzCGp6DH5nXfRgMCKU2tYouSgX2y1q2tR9Fj5gAIuX8obv4GqsEqjx68POYbZIxY
o9OpD89VbU2bnrPzoBRh8iOOux+9OjlvoZEie5r5wbQWZRwsxPerr5AloKPFtc03Qdtzdp/lfdHn
FvKG50wVzpbvpYxoCPvVpmsa75tGn/4J3bRwISW9Km3A5KKXJHMGdGHpRc4CUI7n6FRHlXJCeC/e
5FjRq+uw4BmX6F74lpqDg7ZxOUoUTPNkgjN4aMYYu1Ch9s89B3OhlnxrE+iJy1I9v4gb5/JUDjxI
oM844mwM6IOsggwmxTDmk4q8SKSujHR0noQfVw/56OYbvttp4RRcpRWsh+xNyDYR78P541uzJPfW
ntABtkPxCnTHO0lJrqfEMZM3WzFtJHzCMvk1THF/un8Ar6ISQ+NGa/NZ8gSiy3k5dyC7eD9bnABt
qPMHJJBqdqKkmFSG48HqCnd/f7wbJ47nKD0raqIu3W75e/7JjY0p1DpgHeGZDKt/adWk4Smmq2s7
tNTNZPnmp0BwGu4PemOSnG0T3CGvQ2obcv3/GTR2Y2Ssez06eyj9PkP3JqyUmo2eeY1HtbJEybo1
R1yP0AFgbblm5J//M9zI08CGShbToRYugqLKtNapOkAGDRDXtAUwYENPvIXgavF/vcjDoUdyl8v2
Oj5oV7e6UvRQ0Qc3PmcGlm5qFqCn1k4qhJmYesv9Bb01Q8+RiSiwBY0M8XKGZlsTUqEKnDoHT/WB
YvVLoY3of0+RA9DOinnUqsHn+4Pe+Ep0HTENegNIENAEvxx0CmzFULtUOSmt4hUr4UXx2egzZyMS
q9uQrRvdOgPweXQi21n4Qm/cpOSiVGFtECIUp+cNPVQdVD2ybP8kcjz6Vjo8mwqyU6UHaDtrPrBT
G8PEBL115HH9rFkX+IZShoV0vYqbpN/fX4urzaZETk+e9y2bIDP0y7UISBzHArD/CQVw9dEeLaCe
Yd2p7iZpAB4sbPfV9yNH41zxAJHnem4eUem6iOtWDU6uEnpbv0vVfenHhzZDIgYF7tF7uT+7pfFm
N7Ovl0MzwJU8tSIO/0yOXwcrp+z6FBFf+2eYiEb/P2aIUBovSUAxZCazs6WmUYFYjxmcwrL4IZQW
QlLjxK81GDUmmIVf3z9B2duzAIFR3p932mgKRxHlxuikNnX4BQhoekgdUe0Un675moTQjR7vj3h9
YHg+ahTGpI8oNrOzOB/aoqcMV0QnW23xmfA6DSCiSumjK1J1aTWvwgMUcR6OLCcEXk2d1wBdtBw1
aq7RyY2IdQr4fv+QdU5TbIYqHaeN6/jGoxaAsN7dn+X1wWFg2XynJkGomCuiaKMeW7VthadgAEq2
HgsvUTaKGcbaFiB+/Qa3DFLf/TGvwpKcLO1EnNX5QMDoXn6K8BaQDfXb+NQ0Tf7mhzBiwAt73kdH
GdxXf0rG375RpbgUJEG85Dt1nVFT5aJjS6EV0hG5w2xf8yYMTSU24hPJjf89rVz0s9PAEHsl9a2f
iACGKGqUgw6HO+DtXo/1sIU5UL47HvEzbJS6ZWIPXmKWSPoYUabQsaITjamp21aRFYutGvcjTTrF
eb2/4lf5mpwz+arMIBEXmx8vGNZj7RVKDMVFRXDYy4b6ZzVSt3W5L3ehR8lgBU6v+J5lAqA7VI34
dP8X3DhnvJ3/JuxSxHReYEzDYHLjiZoT8gOt/rmYimAfC1pDa+wQxE6dkkR7b5Iqy5lcQTTG+a6u
2m4aTY1BMaz4NJVtVW9K4VG/tt0if1FgpT3Ao/V+wbBp2n3UGqLhNvCDBRzTjc+aZja1RKBCSMfO
09QEKwnFwg/hBDbTVVaF5iQfukrpfqmUlb0tzYjePUMszRe+alm7v8hsmLpLTObuBT1IF+XyC4Pj
SQJX+ckpNaOo3kZZp48PgCbThV29MT9arrxMKEcgujA/V3YLrD5NRXbywtr4ajUu9D+I6esawtAr
yyGeB2jHCzfP9WMIZB3nmOcfHjqUnmaXXakNuPb4UXrClXcQP2LfLJI9eqEtBSjFEC+kkpW5UbnW
259qayK6oCHqVkHH7dpHZNWbaauUfbT0KLpxYaCSA1WCfihvo3m2hSa4JpACS0+aUQbBtoBStKIt
4nZHNL+rYSFDvzEaKsAIWLP8MCPmTdfcBOrQFuwoNLa2/AzaHClLap5O/NuCxhcuxOxbw/H4J5MB
Ag4Fchaz6YlVuVqBqIPX1kEhN3hjral31f8pmJN9ux8sbhxf1o+zC44HpYe5JZVWt1jGYDwB+8Iy
pn3gYx908KMsfrs/zs1JGdI9DSkIsrTZQUKvIY8IDflpLOLim+bBbUKLni55rnULEfjGnYeCAvUb
zJ1RO5sfDmRFEe5Bc+Jku1OLa5RWdkd4YdpDMuHolNW29oqsdbRLJqNd0JK7EXq5Z9DM5eFKf2fe
z8pAphuBMWYntUxxMDDtivMf+86+hsX60jbRkmP2jahAtJOnhOyX5vws1R5GwKFG4uQnRxX6F+wr
k03NKwzxsST+EPhFKbb0o4By3t/NW/NEuA+sCc97IpLc7X8ekVpTNuFolMUJGYVyjS1CuC2MON8Y
Yw0yH0np/TvHYz8BoOu0FwBn8w+X4yUjlKVyTLSTSWv4iCNADbjFpPMOuRc2ag09dKlfeHVgGUV+
65SgKNrQN7wcUjFdyuzYTpwE8qm7IBnr5zhosB9Ihxow9f35XWdKNARp2oCKRJAeXcDZLZIYTQ7M
W9NPkTbWL05W9p/cHvLaLk2BIKETWFjlQ6dpUGQTJcEFq3QeQQssaWFdHSfZlyQUUAEjfyB1u5y0
QdsRjQTNOOFopj7AOR3OeB3BNHC7DNdBa49DWbTk43iFQCZXosoD14J2qFQIm00+S/p8FLGpnzCP
Ss5R0KESiDDsp3asdehUw1D+VAcDGzq1mc5ZUUWbQTj4k+GLiLV2iUDBWAXDn/tbcnXE+VEUZWjR
4khIpWT2o/I4rlW1tYyTkiXhz64OEx8ri97TIR37In2owgrwx/0xr88cYyJ0h4gU6DLkjC6Xv+Gx
HuWDbZyKzHV+RHjyfSyRWIA0Fujb+0NdxX05PckbAK4v1ZTkT/nnC4adOMkL1Dx1Q282azRWsmRT
9cqS5NitEyVrt4REkkNzXk0Vbqua5Sgs3NCS4om2vvlddFiE1EKrf1t4fSSr1jCWroBbm4e+KFgo
AA2YB88W0lbGIY/5RaemVWN71VodhMOwRoyF/rrzdWg99HzuL+itvZPycWRnxP4rGG7VlLQxRGWc
oCGYT4pwzHKf9AOiGHnnLolPXu8eHRMmRpZAcGK0y93LMdNV0jgyTlVo6MpHB3kMY9tUtWr/uj+r
q7uUVxPgDHaQVg1KnrOvADoqgJnJwqXYUFElNhv5HvdiX/0SEMt2mYus+aY3YHmgW+skC4f0+vAw
OnERpX6ZCc2Ng6kaFlnQ2tapCDVE4ZUCja++LB8QDqo2At6lsvLssdzdn/P14bkcVb9c3CQuwyTR
FUZVx+4lQOblMYcEBS9Dt/6LIEcvXG631pgslnBLmu4hzHc5XoW0QY9loX1CqD3ZJq4ebCklhqvS
FvUH1EjKdeSj0ozvS/t/zJS5UhxAppXLTh6zf4JA1AlMdNrJPiFahe1mYqrhOsimutrmHopuwSiw
wHn/4srOFrU60turEns3OHgrVol9KpPYfIB65m/NFv/KDZBCG3xsbJc/74946xDRZFTJCOnu8d1c
TlIZgSjG+HKdmsJ2z1016OluCPHcWUdChzGtpTlN3aZGXniJB3R7aIYFNalx/uWf/7O+AzMqLaSt
TqDxAxyS/ArDworuYVVp9SO2TKw8GP0lm1kZ3S6epBAcKLfIYhPCxvhuXw4bj6ObRbgpntHxUB8s
9H0GYG75H5eWWrNKEui/QIWdDQolAhk2+73nGRAhdWjJ4XNhdM5n3XaNCttYKc5tKHRUmOrmrIVa
u+Xf+esCKe83rRqNo5NWwcLIV+st+Q8OmFxaGyz4HLpg5INVo75XniMRZcgyaOa27Lt8b/RhiPBK
IQ5hmlQLl/aN1QbZBDYI/UWgtvN2Q1kULqS7ujoHFZydKhflEzqA1R7NJ3eLhZO2xce+2OIFWn4x
+0ZZ+IavU0e657I7KP2TTbntl7tdZMLyMuTNzjayGy0yD4r3xwaVOz2rxjiZe4dkCa9U21JqUpcw
yx4UjM7txxiL0YV4fXUH8lPYcXhMEkJgzaVNiyE22YC4PsOYwu1UTAYOk2P4I9J6a6HipF9dgXIs
mgvAyqjrAVu8nLaoIvTJarM6J1FQeGtBWvsy9k6rbXG6q5+qsVXElmTWR2ApCjIcm6TYXImzD+Wn
IIQaaQ5KVGMvmFC6J/ZBLcEuSWBXGynOJyOwFH8X111/yJq6ogeIKnD2AU3WFg0t2PrOOsjj6SWp
oYm+M2AxMyouXLZAjKQv9uXMpgTRiQZDgLOOVOpmyqXpmu1VmxDDtsemLT6S1hUL9NerO48xXYib
SM3wDRE6LscEEQkO0xHNGYdRZ+210kZ9oJU0TUjgqW7x/tKwHFAC9SVlAUj5LEYBLfIq3+qaM/os
5rmo6T0S+5WdcFTlQL0QrEvXltFWi6YsXQeu0aIogkXyu5eaGdMFlb0Aj0bz5bQ7ZDvyQS3aM7Cm
4Jlf+q1NQrHvzCHdqm2lP/iNvoTlurruESm3wHQQnpGztuYwn0FEUMcGsz0nJerc65xPGgiJhahM
O6rmoXdSd2/ouPmtKDl9vT/fvyy3y6tBFnt4avEXlmXWfJ/1ooZm3iVnitPBWx+r6YM7VK2zLjOR
wRYu63GHdTA6WE0a9E+D5lXfgwbBKqVC7+uxrbUW2lyn5L971N2fIzyqdi3SLQ/IFouVUXwK8p2q
6N5DBK1vH7YgvRcSiOtwywx4r4AdJ8IT8y63LB7VrsJFJTlb8Rh9a6BmPTXIt+krE2mMrZJoyUZr
6StACQ5W5WToj/eX8MaXAvGFlgoVCXDkc9KH1/h1LtQ8PReuEXwqUVL7GCjYpmJQiG6RKJyFkpJ+
47zo6DI4bBjSwvp8y9okTjCp17IzPfTqqdad+AELjA51y2nqcIgz82fPE8FrqTtpu/K7UVXWGVJN
n2NYqx8TxJZexqkaWrThTNjGk1OeqNRPG6D33iax7GYDXlH5TAszbld5nbTxerAm/6Ey9PTFgCC2
dsYJDdLU4HoL09J8iuOAh9T9ZdVlljs7mbL7x+sXMjItstmnOCgeUq2Fnp49YMh41GAri22AXeXZ
qrHq/jtQKQ+t/RgRHdp0hthinB0Xj5K3b+ywanGbddoV4c96KpSv3hSY1Q5emmmthoKSh8TJjOEq
4TM7gNZBK8rRA/tDoSeZsr4/k7nLCehQbBa4/IBYAJehsXl5QktaPFWODThZT1hVW1OPEGYsEDhZ
69SMH0bHy8cN3HHrI62MCIMCehWPSNb6rwIb8M91b/Y/DJXe2QZX6gSh03Syd7qqJGuUW/67/2Nn
X5MUVTYBJ2PEBaUNxMvsBQACHGxpafoHMBPljr69tqFYkKN6asDQqktn06GytUeNBAHYrgm394ef
fUx/h6fUAQsZ+xGIz7OlivykBvPvodJpxNk+z7C/ibWUgofrBqTqwTs1CiiS0tPmu0UyiLoeKeLl
1hST71SZMiWHEWkhGwhXr9tfMFx2VSmW7NS/UtSRIR0m0SLzeZab/h1aUre4ZmlD8t6aDz3Gft6I
BCX/VP2IlEUarg0QGG8KYmPROjO7/4QajAsLPIeG/B2WVw9vO4CKGsDwy2FT37Xpu4608FV1NFZG
H+d7d8yiL0HeZ+g+QWTc25XDYbMa3f0Ypx00uYKOwy+7QmH7/nbf/DV8GCBDABfb6rxcbemYSUmI
+KGplQD7kyH1t12bGK+mgvj3Cr9BXepqedOJ9mxETO+LOlrjKD1Fz1S6m4XYOgutfxeH/jgFIuqu
pCKz42cXfdupqZoemrT/E9p1t52yCuWt3DcoGtFhWjk6epxqoCORdX8pZDj7J9zJoeGjS+okBTiZ
xF7uS4Knn1ohVHdQAiq7dqDl44ro8NPkdnm7P9TfsuF8LHoECGRQWgbZPZsmUlRZ27VxjtdAkD4a
RgLrPkvq8DMEuTx/rYcq/zb2luK+tJ3dvBmKkSNFhRvO3iNqwSAoGk18VRrqwUeT+oS+ARGYWyvw
yuWf3u6ct9YIYm2nInoxvtz/8bfWiWSYOjz5EneuDGD/PKGTcmq6MK6LQz9q42tdilM0Vu0Hw7f9
hbh9cyRSYFIKl6fcPAVG9bh0lUwUB6Go+m6yhYMoLm+6bVqIPt7dn9aNk0cIYlYEAvhAc9CSB19z
8A2tOGBED74Ygbt+eMTtQ3zslUpDSbsz0hfUCUxUS6bU7RcO/o25YspAnZ/6tmtf1/nVaKKuFheH
pkyj5zZI7U/1VPffNLU3Ht47UwbSyHe50cBFzPGGSl51Zj1m3YHMHg3kBndRJVOsR9KL5IOi2MEH
qvpvrS6WKs+zByIQTlCjfGQehBh6xXNOW5l1quMjHIq8sBs+pa2D1Zt8wS8s5VVcp9wLsY8yGuFV
iktcHtDGDe1QV6v2MDmJth0aRUcDvpr2qjIq66aq6odBlOf7a3p1a0sSMA0xF3YcZm7zhonNG9sp
bKs4VDo48bXbJOU2R531VR1we0TaLHc+5UVloSTtC6TD4ippft//CTemDRoNYhevRmmLNrtXaqQ2
Ax3KzyOdGAeZ7L7A1l6fpmPk9pi45FSmVkmbdQun6XpTbepKDuQUjTTriqegZnFk9eiBHXIc7oOV
1inxZ6NBaP7+7K4vKs4OCRxlZ+rPkmd0uatKWICUwtz7EHgY17z1MBWQ+gLLkp+qydOG1RhGIUrd
Xqgpj7GrZ82uR8FMrFxspfPmoWhx9P1y/0dd77q0mZLgdNDJHuIDl7+pAsrYofjXHZKWgh6lyxJ7
cTMeHokymbHyvSH+40d+v8XNpng0GgxI7v+A68XnB0iki2RS4hc9X5QWXd7WSvqDpgrjtzEqRrtS
EnN69xdFZRhcnqwkSey3TBr/Dfl2X4114XSHDgHMb4mRnKjtuFtwl8UTZLr+QQq8LmYm8sBeXJI0
YMGZk5MAdaEiMZtcWDRIwto6bnQ0hI8u91yzZjPUdqWVUpcS2GX/WlAnd9d2LcbmiMV8ucswJBs3
aHNQ6Rw4ruFHK1QC8IS8X3h5JIO1Nqw+ItWL69rZpBqsyzW6qOgzQuz28SjA1dskDavxCHWcCt5c
HIGdGtJGOzaamvnYcA5ul66CyU+eIccGxUvsguCjPTCC3Xa6pn0Vnp3xv0KJrHhBWLhCU5WKp/lq
2rnSPvNBuQ9ZOMbadw33B+/P1Gk1jzzFgEbUhl1vP0nembaqBruyV51GaZ7XZQA3FkXOhkOm5M0Z
aY7i5BetVxxKKzd+QFyp4WymWTnqK+KDlm2QDrCtdVFiV0ibt032xVA02ZkcVPmToWTtPUi/TSQz
WZZ8BTESicUuHf4L8sF7MjNs1FacvcZFZ92ZvH0HoMhdC0vrnrwh1KsVLiXVmxmN8WvcUdRfmbHv
YUvQ1SCsfaQqh32Ove+rAqmL9cJiwVxNiOZjFoPfVHCe9MHXAaCZ0fAnjsKgpCJNKQR9S4wBHk28
pn4ktdWj8185hvIBee/uJUI1tvxG27f75IdB5m94URb6qnMmMT0XkAPKlaFXTv9JhyGirKj4hC8+
8nTxWth+Em/NsijdR61s8LgsoxQnvDrsAwxbrDCt/mORkB8uaXJl6zZyKfRhwOB+95OkzReym/mr
lOuQqCHB6eQbkAitWd1kQqbXJtesDq7Rq6fAxdZ+Ffoopa6iFECZjoz9uFai1Gw+ACgZdH+N4I48
YEWrPieWJ7Av8Zt2wKSUouwubZj9YxRMiPKsbJ40iEp7RjEtBWKZB88+S/lr4Q/TIQNWObteYzcU
VDTC+uCgL7axsaDtVqke5Qjpty2AVmf4glRfjltWlX6ssc6EoqRrhyau3O/AAaclRJwMA1e/x+Wq
5wKCD+PN7r0ObZy00e0KdXrc4CPfRIpyVHpkrIQ2Llx289K+3DN4aFx00oYOGMLskQChGAV/J6sP
fN5sFPfP0KP6CJiShnv3KdWQnq9cHs1OkqdfgqEMdn4CNmrh7NyYMwoRYDMI/LxZ5k9Xj4dj2/k1
1oL1aO9xgeg+pFUdbhMj1xaGuioI0MtgJIc2Cnk4TIrL2K8DjCbl6M1DWunl5yTOUtzRxUhkSPKg
1NZdERRf799qV5kMzBTeFSwyWHfqA/Prpsicpi/18mBqgfU5j9L8EXS48kHP0+mPogjk88HoLp1r
+ea6OEe2KX3+JGhWQt7nILWoy/TMa0bziCsPpV6E4O3vMIw69HBtCH/4wtdiZ4VWXa1JbseffYTc
zGacGiWU/ibqwp17te42OmUOEHxQgDwK5jz5KWlqsirHOtY0bR4nHiy7JjGVjaa3ylofuiUQvvxs
Z9On+E8hnJoTtb55tW/qbDALVWAeq86yttwH/a8o0SttN+HsmNNxqKPPIkCE6kOWxug5vXPLgTqy
6nwkMpuEjnR5ysyxDgYNZ52jb/ERt+iqoT1Q9cfKshBgR2Y3/WR6uaLu7g97Y5FdKQmJjA6Pfpi2
l8Na5WC4XevqR9wxvHWquWF1SkgUfyWByNRTZCNveH/Eq5RRql2A04PmIDuUc3TnGGCqq3i+dnTC
UT+5hZXttEnT94iOGL+wsvQw8cH6B3FnU9+blPqKBVT2jX2GikUPGiIn8XtOBRJ9DYxKN7RjBRPh
azq0xouCGOoGhz7lIU4H9TGxRfmhUCW5+f7cr6IWeDL2FylSWDPU3Gbftd42Kf/S047x2Iz1CpvU
6VWvPMTABaquC+3I61DNaKCbEEBgPHCns/SR/mSfQ1XXjnysUp5XQeMBarq+CshxNxlx7QFeWPan
RBv/BYtNvX8c9CF693Jf/orZnM0OYD2KHtqxrHxxtnKbkFk4k4FPjT9M35AmNtdFKkQFQS0T+cJ9
dWvFUX8ABI+SHWDi2RqMKfL72cCKD61PRwmJf2xndICEtDWccGF7r08WSpkgB0H7y0fwHJQtUjtV
7dLWj4Hax8axVV1cTPJUPGJ5aIeYTJjNL1+Jp/BD4udttrDf158yNTtLB7HDZtOilR/eP28UIwrG
HC9S+6hMPs5QArn0cTO24fjsFE64oZFhLagD3BxRwlggGkiuxSx4uFbfejm106ORpcU2wQS9Xqlq
pn0uvMredoquv383ed9TYuJGllLk8t78Z4pmi8YCcrPOsdSggxpTb6TbFDCzimlSUy4MdmM34ZdD
bSDFo2gzVzy3FdXC8d7RjzEkx+fBiO0XlOing95N5SpWsx51QisON3nhOwtPv6tTK5tNwHzJa/Ap
vCrg9B1i91U6IV2WC7PeqfGgkhnHU5FD20TQcOHcXu0jlW9OLAEBrV2AG7NirIoPFamNWjLTuJBW
SuEjOkHxMQQ5/pgghvTelQXmSBik6QuBnOb+bDy7ipC/w4rsaFmRsitKvszCC5t1QG9zq+Wxdo6V
IHzTks74/M4AzMhkEgbECenbbM4OkNcpVmfpY3Vsokb/rNqT8RyDWlxHWF0Uq/tjXSVxjAXYyCLy
AjzihX55WIOUyO6FZnVsTbyTLNHEh4rbHFedDhCDxltwpUflUhX3xl4Cu+f8UDAGdmTMRhUhjJxM
DPqxThtLrOs+VF6r0vJeOiwWtug8tQuH5/qaAVyD/Au9E0IBlPhZiJ2C0LUV8DtHxTeTL/hC+NUv
W40cjSNrZ5T5VnZoRiffkuI/KTCkR/SC/MCjLhXmiwKI15+OwRMItRJeKbTi578G3yk+rcAdj5We
Ozs1lW6oYvxF2rYUb68LcvCbadBQSybuSmz65QbnTdoGlaNNR0ENIX3UJ5vHeaf65V7vMyq7CKG7
/WYwUIooUbCpXtWJdAYjmdwcR5BIURG93T9yVyGLX4RYCKRVKYUJxfHyFxVmAiwb265jMTQCySFb
q5O1H/JEOuIShqIgst1uuBZBFjb7jJe3+3r/B1yfeQIlUYs2JiiaKwj3mLqjoHk2HE1cOsDOA5FZ
08VI7IepDHVzF+I03X+HKWYsFhNmr3IuPfhyNNx5qf3t5hmXcydgNRbvBfHcolA7HROHLXCOcVuD
218pODaiFpP2uYh/DG0Wt1shpjxC0S+JvRc9MpGPpRNQIt4tp+ZoCxF9fljYEilXIdUqwWkgkzm7
nQctqlxEZftn0YyeWT8NmcLDEdhXUzsPbq4guqgaaWBSmh+ErW0nnwJvsppKp8wflSZogNERM6al
z3d2ZFgtjgwJEhGDpOF/nJ3XrtxI0q2fiAC9uWW5beUllnRDqKe76b1NPv3/5R6cg12sQhEazGDQ
IzUQlcnMyDAr1roCZoZL6UEB5iHUSSFP+BMl7O4hBt7R7lsbQsJRWOLV0tB1Pdaj0Is/TDqlfYqb
b1k84fgVE1tHd1VjX/SXxjXqU+EOns1jAOz4P2PpRCe9Huf86Ik8ywo/16ayfoTJSxXwOYfzDh6c
MN/wZ/KOvEsD334Q2QlsATyHOtf68hyVeaaEsZIaLzmCdA89cy/Cj9Ea23oe5Ae/tMOkEp0S9AHw
IlePbt57wu5ysDlOrqBuiCrenPkwQTjOLi/RsT6MRVnZuzJZ+sIH7QIuq5k7YJP3b+zKX7Jcfobs
XVBxuCGIPtDYboxKcV8yC8krv1D40X7bwI3AnDCDlhvmro8b5uhdgMakxcjU6OXuernFYOpsuy+D
qc9HNxNa9WgqIcKxVZztmjyZ946i2Xu1g4tp48vess0ULv1NijmQs8mn8130mAxNUc9j7r4oZPqw
E1G6og8VTvojCOhIeUjJ+zw/TkT5lSFPKJ3u7/TKN8qdBmcAATttBIK6dduY0bB0FCSkL0oHA53J
yMkej2UdFwURg1YI5aGLk61w4MaamamBEV3STBITrMIBDYdvZWrvvZCOp80+N1IUOWkkib1tJulz
1E0IIgEH/2y0k6ZvXO5bKybbRa0GZCWVyZXxCOUloNismGtaH5zRyx9EGhqvtqoFXRmPByro7vH+
Lq+RBYwrvEmyE47Ixjlf+/IrowwUzcsixKuaRUa6F6nZuX8BLdS+VZYJT3dkjZ7k5BtH+1upZiI6
z21Nh5I+TPKpcHPrK5qtef4FJJs573IrEpbji9kpo6C3h7Ct/UVdtGHnqbU4oZ+ybA0yrm+k7Ezj
ESQXztu0n3RQ745pO7pK5faa8YK4XnUQXqqlO8NrvddBTYSycR/Xn4hCDK0W0hvmodisdVNR1YtF
LymJPUcoQB60LkWiXaumJzsdFySVU+3LMFpbZZAr18fCiJiAfpgo6gBzuVzhHC95bSpg3QYn1SJf
r7XO+UbvVhvUnZPCk/OtL0Cb0ZQKZ5pd+RTDcrfr5FDWBsZ4fT1YtJxqln1VRFG4oJe/pPJm1BGp
87+K3vFQ7vaUZdnXlTaN9lFRxHSqG2fqHkSJztkvyIc9RO3un9e3xvj7d0DOocGHTdRGpiDnQS5/
AnwnJdLQjfriQTUa7fnIdQQDK+BnPx0aR9mH0ZI9p0JVo0fqttr3dmL6j26v0THCNlUoxBk7WPmn
9EMb4gIa+l+Vs+xgY/PCENr+ZB4eyrDRy4+Iu9nzDoN2962O4tg+5JqBDi/1o9j4XITTYp3meZzP
Vq0N86MTDqq6S7t2GE+RVVTjITJjI971uhp97Ajx4yNI6p4/yD2oMlxjAXkO9dqoqw0NusLdj+1Q
9j75g4LiUAF5Ij+nm2lZon5b+zQUs2yvAM9HvHMEgNwdzGnKtc+AqufHNvKi+aNmdDosqEwwm/sJ
PUfnZzotyzc1Brnma3HBwM7973F1IRjRw0+/pVBUY53VI4FiqBPD3Bq/wJWtakdLH5uPUWMoHzqk
FPdWUTTVA8HkVlV0lbZx+/BV8giaTJUx2C8P6rtLbyzRVHRW7b24RrPsKiXrHrtSwuxLMdufM0QT
/7CDgkUCPioX0gFLNpTV0S89iEYguvJehtJy9yF005+H3pr2RJwIFN/f1KvoF2NQeqOaw+Lgk1y7
mWymPda1dfwK7m3RHjIrAc0GiFs1/IXWpqAmp1buvklFLxUyHZS2nV6o2T6x4vhZ3uJ84+Zfbzi/
CKQTbWS5B+uJoC50aX8zS/Zauq31l0De/jsp+kw/Sap8ab2z1V64cutyC3B7jG7TNGQS9PILE+3N
CXOF0WtlGf2zjtkjLc3kyZ5ma+PdvTIFYxuzZYwnSu5dspVLU0M8huRZtv7Sgmn8MOjJ/EFp2gQV
VSZg7n/ZtSuHzIxSHH0D0mCacetoeRRtNABosp9zL2mUQ9813mHsQ8v2hc319pW69x5h4oVU2Yzn
n14pnE/3f4Hctwv/SUglCYapuHJ17PW8xDy1Q920+fCqxo5d7XN49/OXqBGF+H3f0Bu549oSBG4e
NHyyJmitvmATMQiYIVVPOgTafdcthvMyTwh+7OsiND6JCi4bvxFaHZPEwQayiya9UI68u9TAfaa1
beWbNoAAf0VbSSO3yIcJLUezQiTcTS169AjK2t6PnnwdiS0ALT/CyDNGZyMQvTr67BiErhC8UfQD
6bxah9a2A6VZBjmpjvRPQ+doH6E90p5C+FD/HVplC6Nzwx6PmxxmwdPQRF0dR23stFZDQOV1GJdq
l5th8ZuXShd+ZhSfirqyN1z41fGnEs0YhIQkMUZO4Ht5/DsltUbC0f7VXeDE7BI75K2xs+U3qejw
7f6huHoupC2eCxB93G06p5e2wMF4Kexj/avatPqrls7K0XPT8FmLGv3YDdb8rx7PYuMDXhmlHc1Y
AlAf3DY2V0nU5ETuhAozpJPOsjAZBX2grU/ZSRtq8HVAfJzdmFXZr/tLvbpo0ipRG2QplJZoTl8u
NRSVjuZ3r77W2gKiULES8ROUYfx438zV1wM5RUzEaZGaRjjoSzM1PTITqQzt1WldVGz10iyeiV/t
z/rkaIf7tq5OJrbkgeQ2sypqeJe2mMSb1QRx4tc5Mcsn7oB+RB5mebISiJuQCCrrH/cN3lqcrBmi
HAKKjMTs0mCtJtTB0hFtbBi5VJ/TC9H8AtDqETaWaeucvOGDLzwWKT0vAU88GwQicnXTmbllKFBY
2YcljEx3n7aUh/ezlw60ezXGf5emMTzIo632R1Xb2RkAECTHEfwVll956IZAIuyhVxLN/RcDpFK9
K2xGrFSm0SefOpuj/EKXwOkYjUER6j/dXHAURevk4y8Ct7Aoj/lQo9E85kPxY8om90s7G8SIaiHA
/yPHndQBoFgFkYn7+/xGPXW5cl1OvDD8yu1kqmzlA0LIN8AzRNqrndlq55FDtO6CZBXpmjhERuwm
zxbKRB+ptUXoY0aR+Sk1amToU5PYnw5pVwxPzGXX+mOWzC6lptRyZr8oso6pdKjCPLQxdD37UU3Q
x5WHli769FLkUFd0OwHzcMtwdaJXw5eqY/t+EglryT7s+lnZ8HYrZ/A22kP4QkTBpcHj6ZdHaoRK
DMLStg7sXFPOoirGD7CoogAPEOkQh132UFthsbG/66L/f63iA6hoMgVGw/PS6qxnEAPGVhXQsskf
ZwLkhxH16mdJG/CiGuXyI6MQiiyZaj3NUV7sEoGo9v2PfGPl8lFhfAXUEZnTyvf2c6FWKiORQQui
zoelErrEyc1/GkM9fzAM0e95jsKNnqcMxN8dLLlwkmX+S9mO+vYaMKGZOUltY3TBWNntYaKHzUhU
JR7jWP8ei2F5tNDL9MtCjBtOX7qGS8MYZDyS2SiGZ1j35Y576GIPWldNAZs7PfadET3ivZTDXKu/
i9rtNtzw9TpldU52UXQaKd66jwL2Ha9UzmPgTcBbHZvJl0a4875yYmMfGXn6uUP0+PPkDVtlunWy
wBYTm2Cc60uFgLLk5UoZBNDyOelFUIfe+DSgIk5N0PRo0uXadzVUs2OdZwWTOA1hZqq4Yt8xNPUw
K/pW3rJy1//9JQRJMENQjaHqf/lL4nlpimrq5yCchf5PT8DxYBltGnRNY2183nV0+WZLkhSQdMI6
SihxaSsbE8XOrU4E3jh75OTJsjD7OEKSuMsWx439vAblSNOsTDw/serlr2HU0JjoRxocj3Hlxd+J
srxiN4Rp89GooWHcJ/VsKE9ZMRW/LAuKRT/VtdL0+aR9tJuG0Pp+/0be2i9IfOjQy8I2oPjLNbiu
aCgIWHPAntLZEzWYE1RaRX2CJKvdiEeuL4RD8YbOAU84fb636c13KXM8NtXSM7YZOE4Swv3Shtlh
KRYkLUenRzmn0d1pa4BDXrLLS0iaw4NCiPKGQlhdQisaczChgxYUiAvudEMZ96SKkfBVobrPcRtr
p7KBQrPP9CWiLpLNG9nOjUUDtKCCLXcY7rrVi57DYmdDdqsHE8nFIdXt6qUohOpPtWr/myTV+OX+
F732sbQ3yRMggeGDXk0g6WHbLDFUIoHSu+HBdrJi12H0YGutd1SiOtq7Mezv943eXOQbOgDgn03D
4PIYkSrAmwwEIqgZVj2FpZY/FkPRf7CWvj6UHKeNu3d9bAFAyJYlJxdtgauHpPeUfGGAN4joM52Z
Ouo734gG7bOYR0v7s4yZe86BlS1SeWwlvnG1uGUx2jLrjMApWy1mKsOjFDZBPdD6+H3q5FVPGhmZ
U9ocUDpwPhWJ4vyxZIxHNYLoCIZFcALcossfQa+yhkTIsANwH1rim5C6nwRwzJ0VVarwh66A0sHa
pHS4elQw6zJTxWCS5AdZpxCFAuOpxYxIUC7MGdjkxXRA0Uzcp6liBQ5cWM9Op4uTiwzjwx+eKU9a
pbQOypFweJ0zcaMVJTYWK4CcOv2F1l365InQ+WzWenmYEtSJ/gd7oHeg66PCTr3gcoddMbuCR9wK
zNQscdsO7R/wHmnywR2r+NSirrqxwqurygoJSgjIqR+CbFyFQ7DrMP7BXQ1mRZm+l3XFfCrSAUdF
a2n8xOX4vQWGtjVafsMqrAdyDhKREqov8i6/88JZsUw5MGAlEInz3YujcFdp2rAvZIIvtYf+KdS+
24IqX11YXDB5G11rRCjwx/Lv3xmlTJ+jYqgrAfMQxe+6t3kHjab+Po6O8/3+d7w+stIUNVJZssMR
rnyRm6kmWdOkBKGdqM/1FNcnY47Nc2sgKDWZJslNP5LEwfy3heu/aZrWMEg3SeKzHtqvxnrQ5iSO
zgZUhOJLnnTmF88qkJbNGcJp4JdRrKPmFYy8lBOTPxuO6soLyyr4G24UZyVfm8tNFk0q52rb+Gym
dfWvW4rhaZ6d5jNDr6pF8OVuyZzcNAhelSFCWQJfE06as6dMXq3H5zmOitgfddhAmNb5Cbdl6Stq
bm1cmBunSDJbYokCMtMcq2gl71ujWCLDC0SdRB1xE8HEThkQg/MLExe0sZ+3zKFWAp3kG6hwXagc
bVQcheGEtD6N7GA19C99VQ/VB72d8uZPn1C0E6m1Ud/jdl6jGPLaRbIzXGhuQkesPQzzaB77Hk7R
nQUXirW3u7p5vH9TbqwPkyRGhGISB6tfnpc6s2sC2CQ619bADL0Rj8rXNq/mGQRS8/d9WzeOCqSU
jCsgYUctaj3+EdPwNhzoEc5t5tV7mojZR5Bm2akXfXoEY/3P/2COfaRsapJwrnslCsP+lsBtn5th
SSGKTHvzSU/b/hhp1qIwB8cMzP9iUarLAs2gTrS6fPAoDq2W5vE516us37VRkYxPXVo6+r5dyjRD
+iVDaue+0VtfkDqtTHfYXV7Lyy84xqayZLQcAyXNFfW1QWyz3CH/Jfojk7/W1pN84+nAub2hjmA8
uMImAPns4sIr4jNaunQR6Y8o5bH1BuW0pHNTv8LA9JohULIxV3K9Sp1bwbPM3acXtX6ZtaJNyJ6L
5Oy2OtIDYFytXdXOvNSa2LqGN23hu8HxUva7Kn3rlZYhQdQk56iM9UdAysYROPrwCplFtXHjb5ti
nkHFGMQEK2/W9q4pjLplWZBrV/u5UvUDKgv2Z08Nuz/3Zewhrvr/GZNP17sHWJ1qV2lUNz7X6TQ1
fuWMovcj3U6VBzcttwr61wcFa3QPpVQCwc16nr1VtMFTDJZWe6MpdkPkQgBUIOyNgrlbfVggE3ku
cRff/vQ6vMEo8TISsHM1V6c1USxbtsmZim3yoOWDdwbRyCRQrFRbguk3vh4FDzItJuep7qwfh9pm
gG+K9eQ8sKzvXm0APQkdScNQ5eafpju8CdSCcZ54FlnLv/x4jS7mop2W+CwKw3xBV0p5zftJ302i
28rkbi0L9I9DmiFVd9Yk2TDa5DAJKfF5ieeCu9Z1JlrZw9RFOx4GJ95wYNfPgmTgYv4C/lmo6tYH
JeVcDrqdpecW/oVP9lR9n2JbYdZj0L4l0zB8uX9ArgO0S3OrGF/YVWzBZRCfy2kBQQSisODxmSbv
l9vZzUcvYoboWzfVzHJl/KDDfesbi11nNEqCyJ7XRenZHpOReoA++iHR0ydlahfEDsxi49jcsofb
5IXn5lO8lX//7s6XYcgQJO/f2Wvd6TnzUuVr5Doj4oPC+t1S+t+qvt00yNgOA3myYbIeAKx6vSp5
PpLzKLzwqzrr5WtlR/Wud5f8EbD18GeTSnB8MQzOXBp9JxhIQJFfLtAzB6MZgeSdTQrKht8xh66+
DiJupkM56OXy4A2N6jxPybykO/pzWwzKt9YL947kawZMDjD00v6oOH0U0qc/u7U50bysiZ+E0wRF
qVZ/sxtbnYNblxPGKYlJ1jC7HnjMcyUx4i5Mznndjl/yaaDWYYAKfLSjpdzinb1pDLko9pgqNiPf
l4ujTzoyfKXG50oJu+Fj24/No17Vov4wA0rcKNJfl5CBNDMBxZgdjwYlsdVZRfJAm4C2pueCvlRI
zxl+vt08JxZgJG/pffhP8l8uYJ6dHk8df1pMiT/oWvYyk4htBMY3ni85lsX4GTjra4apsizzccxr
Lo5W2dZHI/Jmmmxx6B2nkJMNY8gQJw+U1oBB3XcR11op7IOckgbapksCVPlV3t3ZsC8SIx/67JyW
epjum7AX3007bHd2l3mmb+L3+V9NUF7ukqoOyqkpiR16y/sglmF87fV6C6gvP/RFCZWfBHqWi0sE
IRsMlz/JqAuHiakwPZeFVYjdmFIG800u9un+2m/cJjRCHVo85N6UClZ2ohmGBAuk4Vk365kEXYVH
flm6HD4UwRT10HTO5/sWbzwHeEUSD7pCJnRuq5hdz3jeoY8vznlUhM9C0CpFn3WB+CHUl7+TxlO+
dKHWMcgFm8d90zcWK0GEOGfusmzSX25qZsdlNi9wcxpjeW46tRc7zU4alP6UEkote9M33/iKUAlS
hpb8V/T4Vl36UR1pkALoPetpMUyHqmGQ1IeEw+43jvCNlUFJRkkAUlQSvnWSPudaBDqxLs51ZqqR
n4FG3JttImGOVoO4qN1tzfvfch4MYFNiAkMCFnA9+DekhtVC8lWc2yTUj61DP1h0i/4P1cXoqTfL
5IHiW7+jk2xaO9mXA365pMdUU8T3+5/1hudwqfETP5FVAxhYXd+x0aNF8G3Pcat7CqXSNN0l8PSB
HOicc6I6SCgamXq4b3W95cBhGTnEc5Lrqkyzrm4O1OODQ7VUBIkZdSfBv/OYJgO+s57Gf5zMi/6U
gF0ahEmCHhs+ikBoZXBpR94iVkpfzXCf5zTqH6tpaWeffsvwos1e8oeRvTRIJi/7JzIPXDN4AEyL
CuR/9MCAe7t8iCFh+AcaIaXbd9my1dmTH+m9w5PG6OsR/VGABusqt/udD86pDLbo3alBuGR5uqeQ
WnRfFM+J4r3RlPmy4YVufT0p0iTTPDrG65B70N3eyAGRBrVoe+0V3cQif4Egw/ixpJE4NEK0G3GT
/DzrBfLUUvOBQYuXffX5mjHWvLlEB4V5vsWPbboarWqVz9NIhrirFjJ4aPiKn1RtltOQeLBd3z+w
62sidxgOA6rPMm4ivLjc4caq63qsUy1g+MMqfH3QjS+FRS9OiTzzr1EZ0k+j6eVf71tdu8D/WiUt
ZZpE9lJWlzNaBmtceqEFatNopV+XpFo+Oirm/r6dGx/UhDJAJqGEM1cDSaJggCGpEzVYnMnsThbU
3+N+gEw9OSWprn4b9cn+U70J1iZ7F5ISk6oFtBiXO6r0BdrRXqUHhY7swhFRRLrwPpI/Sfo0hBT4
fKpylfLz/kqvUCWYZT8BHKCtzZ4aq7KCscBlbgyTEaTdUn2KVbPYq/A7lbDMNhP/GAMQNxnaG4UZ
H9p5YsxPb+2N4PHGfaU3/lbtl5M669OUGp02ZM1gUhZ28nbXuXb4qMb0s3wrt7dGr9cxg1wx6GuX
PiAwWjR9LjcaNaO5QbbWCLJQLN6TqinNvmZ6t/eyFuo+y6N00xlO9dJ4zlaN8cYBxj9wY0B3AM5e
8wYldeHV9KnNYBTGUOwB4KfmweujLSKzGweYp5spwzfyeDQJLtdY5npD8mKYYIWs1kPvII1PKNSG
5nkSS/qT9ljjPdw/STe3VU620bnG0a/h9G2m0ApPQpY2TZE4dVENCLNnqsb0Q8NQXvrFy7X9OJvh
OZ+WLQTLDYcIpZWEJFOIo7uw8kfMH5U0HWaeFzhBf9egttrTXBZ6doTlf3qalakUj93oTV+sPiIX
SC14dzYe8Rs+EcJQEg6KjrjEdb7F5Ew9AgzVAoYp0uxZKEzZ+E4utPlDG9uZBjl4pT5rbawmx/t7
f3P11OvgZ4BbjVmuy8+dRMzMQE+qB3Ub69kHJZyLfaeibHsw8nFydlGSLDIILitrb/Evy1mRWDvf
/xG3zhzNj///I/TLH6HoUJotWq0Hjar1H0FVFT8LSiQHu7Q6tBIK4/G+vVvbzYgx/AkQNxA2rh6D
xoELL0KJK9AV0Bi8zPkI95zQv6U9jcJD3ecLZGVmEv1pJ186EB4VQmQK90D9V5F/L/Le1cbMCOKq
7X7HMCaHr3GhKsoxAYxZHEORur90Och1f8G3NpinnoTeAP5HmLja4KkDr16bRkCduTswL+sdQyCO
ua/bS3JYrHlLkujWDjucZZnWv6kUXBqER502XduZgVtp3UvmTeNr5VQpoytN5iKaXJYxiHtqV1ta
cDcNQ+UAylBSqq7jtwxV4tJpKyNQpkpDXkr9zxS14wcdzhPVr5OwQlpU6HG+8ezfNIsuIuABSmBc
5Mv1FuY8ambUGgH3tP7k9G30dSxGej5hY4z/hpllQHIHPe/WRMet5w8kjEwi8WBgSi/tNgAqIXLQ
DLRbDHprtRit+ZhH9aSgpVA7/4ufkkR6lGpo59PTvzRn9Xk0AfgxA3uI8yCrleUTw5tu6Jf6UnNV
29g4VDGdqNOfn18ePuaAcZISP3Zpd9GzuAKqaQY16scnJe3TaGd63WD7SeKV0DbklHN2923e+qSw
IxBP8aSD45Se830mUJpittrCDNTE/NDXkR70zWCcSCkt2d8GlW0o4ud9m7ceebJZClBQ1xGfr2wq
wNGMmIA4EG2ZRkcgavkx7NFd2PD6t44NuSpAEJJGOShwuTZoAdHhHR1gTY3i/IOOlJ7vlmkELGoK
tZ83rMlfvUo5ZIoDOozqAxDA1eWIQmTDNbuzA2ZXw2e9HqpiX83Va9O2Z6VO85OGT3SfYP/V/SIM
6w3zNz4kfghwPQ8clfA12TEQIiSNnMoOOjHP9kkZQzuCCtGcgracl/YBsg9m18wiEVuC7TcWzplF
/xgsHpxL6z5RmE6OzQg7li1zkuy/xj5M9aT3+zr8l0DDTv0o0ilyTXOFTMVcJab6545JUtJSyAQD
SUayOlEp9PeVWahOUDECehoLDd1CZaa9EXvWAmPsDGMRndQtXoYbDw7NKsk9SWBBe2dlVnPp9UHw
6QTNZKjJobGMbIQH1/tXSaNB92t7Mja+8q29lgAu6faRKliP0QljUfnMiRMMyhQNwy6f0/ivekiL
eK+OQ6gcjVJ0yskzlwrt5dbRv7X8yRZPxK11U8yWWEGJTVy/A7OuC1XAmBSkbdH6Sz/ZvtLMcetb
afgFheR4ayJ5y+AqdEI5p1dyEdrBUjtee1CRIbKfQrAmexdC09LX0khpDve91A3vQf5OmxCMIdha
b1VObPVunvOy4eOWcV2jm93BWjcAdNiZUT9sjH7ecIlAZ2kog/aU4yErV2XoM2zVZmgFUdaaoY/W
dGL6pTvOG2WJW4sivwI2Bh0m4JGVk4L6GNIX5rgDZD+bBdoFmA8/x3ONJlAyG6IN/nwPJXIDPi1J
378+KKaaM3GzGFZQCXhon5LYdbpdWNu0PdOmdDfY5m5kWLLSwigEjxnwqdUmOmaUqnh5K7BLJoV2
SQKmqUEN80tboPJneYP60XWj9Cke4aK7v9CbpsHaM7RFveeKMsYuc8oDk20GMy8tOHZD7R7NzCzT
Rx24UfukQ7DFQHkskr8V/v8f8jMAdiZOgZ6Bj8oTZK5HX1CYGLus753AiCGlRnYo/aWOjbkTjdNu
oL2v3xmgVEhxcHx4aQgGLx9VHUmOyUw0PQjVqJ12StXVf8NFY4tjnhvWcHDVhElptSnpxd7f42sn
oFP6YYcZw+OdXX9eRV/m2LMzK1ChnzhBCRcVe6jFTP2rFId4mKJcU/+5b/L6umASNiK2V/KVrAuX
mlE00WSNIHSbYniJFDMpdg0p7E5Vknirt3ztA8BfI8UO4SuYkquwSPUWhuLzxA70sUr+ozlC645R
7jVb9Eq39hGSC7hPJFqNGPfyC856r9kRJO6B5S5tecwyJ1n2qXAU62QblbPP7HDeokC5cWoAu1AL
BcDJ+7WubruDY3dW1noB/VajOXZNRUsqbVJb4nS68Ll2R/cfpn6brUrl9YNJ/ku1hURYismsOa7Y
REFHF8RoWFWWt4PJPDom9DaTo9tFxu+ic5e9mLQl2SlqPJh7uFezrWbrjQ1//xvWjalG76DDjqLk
XFpq9jHq+iQ9ZDV6qnt3gMHcFEsf/rErlGk/yHZZdkd5YvWN3cnthxHusTNPzhI/Iwo0Grsm8TLD
txEph4kvrVs/FUX/I0z7YcPtX3tDaR2iDRMyB0oPckPeJRWJIGWuqG2c9dDSvgkqAOGOSML+1vYm
iJu5TD8RnVaQ8BfGRiR448ZyWwmOqP2TRdkr92Q0nZ3npq0EM3WYZ1Nh2rrIHOVrDxrodN853Pqs
UiKLCIFp/yvKmJyxy6Wcs+gMN0vrw3oSffLSUOyHJf+qz5717b65G1fIlv0EScrBBO1aYxoUjIrq
VKYEeRkj2wrfzywOBZufHEwE0efIbwVItMiZ7Y1O7g3HJGfWMQuVImnxKvrqhgiORjuMz5TZhX3M
xilyTr2TWP/DhlL7haCSBJi6ivwd747NaNRp1cRWctaQvz3xyMxwUjKolbvL2J0SS6HCfn9Pb31C
nhQ6YfRWJd3NpcW2GBMvnY3k3DOyOB0T4AHlyROtFT8wQ+C0jwXcwJ/v27z1HWkNEbvTzSVjWV2O
IgvhozfBCes9ZA3Tos67QkHuwqp677M9WO2hM4stseFb14LSL2Uxdpeu/MqosjBcojdudI6ZgZ39
FG/4qCdG8blrGVi8v8CbttB3J8UHXkeZ/XJTUwpzCpgiMPP51HxSM7XehTDJePtqmNRy48zcOpuE
XXw9Jj7AzK9KQ6UDW6IDodA50/vit6plVXTq86Qp93++KDAixOjsHrMH0uW9O5tdvLSdkRVekCfO
eEQPzAl3Rt9HxqMlls759ufWOBp0CpC2JWxenUvDgjRBU1QvGN1Jhaqzk9K8Zq+WyaFLjfjv+9Zu
7SF5LO11lgYcRP79u7XNYe3EOZFGYNHc/wArEwAgIFFtdrhv59azwEP8BrfCba5JN+TwlpsNeRjQ
9LCKBy9yklf6JO7rogFihQDNLUdwUBAN/o5mT203zN8KBSiMkLFSroXkfbWpqjq6jMU0SpAtnlv4
ioGQHeP11XPVjYylz15zZIuTE2InWXcoyq78fn/9t26+pNrjnErWkatyQRRndZjiweOhDl9Dptpe
M3KWl9JactoOCMl1bWFs3MYbDUwA5YAkoZRg0ANiocuva5YaOqxh4gVaJNrstara0O+Q9TROyLiY
qAmWYRG5PuRquv5Mu6z4EFooRp9LSCD+ub8BmryNlzUyqmNgiskfSAcp/l3+loiK61h7VRgUOeIp
fst2PzAyX4fQMWj9kzp60SnSsh7BVWGdFBDBxY60VDuENM3ELneabN9Y5dbUza1nAKkmbhsabyCz
Vk4k6nRroQUYMlBVFeZ+7vJmeqwzNWHAW0TDg4I87OP9rbhpkiuOkDQngY7g5U7AzjtEemU6wdwv
0KopRtO/8vMm92CYs0FoFhfWj/sm37zGavcB7bwB7wCvkktd2qyhyCiLabApo9euFsSqh4wxJ0PR
jpSW285nwkI3/CpVinYXJ11mHaxFn7qDHXV06rJlDj+HngpPb1bF5aPXhHN5NpQBWZf7v/SGo+Dn
yfE2cnligdVrlTiVFxpWFNLIqdPG90QxeDtBPh30o66kKC3qVnGwjNy1Pll1Z8x/Zp+JTOrvMoTk
u0BAu76oMNl04AqgNxRZ3Hw1U7tR/UxRtYfGA4Z6zBtS34fQkezFDG7Yy/H+8qUjevedpHma4PDe
wrUIA8wa1YxglBsRaoWvsDNV6MPpQzjtRim3QRsXFZT71labjTU8keyDS3igbE5enopGc6RATqW/
1lVS7sSQxwfHjIujp6TJg+Vm1aPHZd0zytRuJClr1yRNy5oFEYmBaSh2Lk3bg+iiIV70V7uP0ud2
bhLKJbG961PPcHzwFcW+rnv9tW9U48EWbu8jCdFtFU9WV5FfIctF/IcOEkNGa6dUxmpqDulovoSo
XnzsBngkwoQwLMwqsdNR8toat169AwxvUjeVAFAQJRzutbsZPXLeSvQ8fkW2/NO06c9JSutmM2lS
kffmLl1S9+H+V746U4AdmM+nZwj4lLmRlYtLeleJAFanr1OlJM/RMNt/eYP9K/G8YqOUebWdElYh
F8ZEE1u77u4IIzTVdlKz1yWrUtSRtbBu9kY5CRv2mWj4xaRmvwUqvrU6Qw5zEHTKt0X+/bsIZqjH
rqUBk73maV8+LtGgoMszgfxCUy369uc7KYe1GBdn5ACs3qWtMXa7Lk7t7HUO4YJyI037bYCe+Mso
k3ErYrq1LmZwYOCldsK3W93NCutFZGoZd7OGEqi1aK246vAIrjPdSPJufTZCaIjk8D4Sgni5LDMe
cclhkeN0annsB/U1mdL0ZKUooBzSSOu3RJevrwHeBo+DTYp62lrb1zBSAsCOj5ZQPf1hJan7ww3d
LkTALu25/dUC5wCApy0Kqmu3wwnlCoLCpyoNHEZuxbvTItScUqXr8AW9Mf5dWpl5GPMOrDASd/2x
FsL5ZSueluyK1Fx+0QKYf+jIUh/un6NVOIoX4FeAhKFpRqEGeNflrxhyyxrFkrDhgzp/Utl5K27+
zqJ5VB9bt2p9MprF2KNKE+1gL91iYb763kDZqJbLYhya5lftjcVhtNnNJ/HR7PNqfIb21OwPQMzS
xoLHVc0jPP5ohe7G07oW2JM5L91CKOKwCkDkDen8bvP7PmnMFtTERydLGtf2y0bJvhpGA2vRrmnr
sRqJfWJEVHpqd180KZ72XIUWsxK2UtjaToRu+jfqj1Xvj2M1eZYPGNKZnpzCysWLEya66VPGGP66
/7XWoSu/+y1vYfwVZAngpVVhaXJquJvHZviQIOu5r4QY0DKIx8onFDLcXdUhZuh0Svgce5ryNckq
75R6et3vJlRM1J1qVvG3PuyjjVP0NlZ8ESxwiBmnAK8Ay4Kc4r48RovVe2GljOOHMREDYpplnse7
vFfsj1Gd9P3h/0g7s922kWhdPxEBzsMtJUu241h2RiU3RNJJc56KM5/+fOV9gB1RhIj0vkku0ugS
yapVa/gHfFvEZ9TFomby3REvzrayzYYcV7jJTouranxNLYiTOzXWveSkjYmibUTMq50um4EQTcA+
ARyH4Xr5E+OyM0u1TdJndRordxcZOgqUnZU85w3uzvsyGRrz4AWdi8e6G4jmaKPitYUhuYo2NjkO
vo7oUQCkp9q9/BGuVQ6oB4j22c5Rz+/gNf60klpt7lyvoEdZpv2+MJ356+1tc/3o9LOQ52T+BSrg
ymKhtTohesVun0FCdYexDvoHe0pG229R1ndifVdaebJXpsp9rWyn34jpK6szuYDPAnKV5GbJqiwD
exg71eueQ09FS7Yd1O5gOdagH+l0qeEP6OPtC/VaxcSqz0YpZ4XY7Ua/6yrQvAE6waxKjIBzNRor
Q3rj3ADts67YwcFVIhJ6zZ1+uY0W7GpdEd9uv/KV9aTlFHgAZHqAny0OhHDov9KUSk4NFXbojxMQ
t51XpNWLlmflbxutnvR4e8nr4MANzUCKM0gGyVMu8o/JTUok3rviFJLmuv5UBlOo+CSVioHwWhfg
cW0bkeDYVbmp3uWjYncHUl9RlX4H0OqLpcOVfDLSzohxOjXrSB03AoX8CZdxAv4PqYTUVUf75Sot
K4fI0+shPunNlOfPYzOFAJpEF3xJURLbAmtf7zz0hHjLXCzsP7qAi9OmIeA4DnV18pxiwv5ZGSL+
ZLwNtepj3brfUB02fPQY7MepjtUt1YA3Y/jF0zLxoXLj2EEzW84KRZKLBEpodCoxXj2l/WgYO5jg
Zfwy2kENHHE0p+5LBMSi2DtdmlTPUZ+amV8T3L81Ip0C9OUs9wsBTYS7bg68EN8yyrFDpuZUIM00
WYB13YoJVjUmeN1aTqmPRzfVS6YAVkEWOjPs9xu1NMzngn3+HtnL5DX3oI77XRwXr3BGde9YW0Mn
9s4Yz+O+qdEWuAtKI8tDRvMNVpZwlZlnN4HyMSljPXmNQqf9GWBKMX+yjQTscBh67JwZ0QfiSJ3q
nzLFCb7gcOUZj/Y8TsmdkzlB9hu0SFO9S+mnG5+LWIWN5RmZMPZWZIbBHi5RXz/mrZkNDARl4QME
oa4O0LKt8RGEjzDf1fANvo1GU8U7a3Tm5kHBntd46JNkEie2EEjEsZ/p4w2llwG6UcLGgcKpVpFy
uH3eVnYX5SrSksy6AXtepcUqNpRRkcQnq22Hx0mU4ycdW72ngPYip89s6t9KWlsT6qJanLPNsq0G
7fUvgMcC8oUSjl8AdO5yf9PU7jjdZDGIh3YfhJJFn6Iob/fCUeF2Nhl+aLGims9mXAUHoLJbgKfr
9TnFQB2QHmAXeUuidSacGUVyPaBXBxDxkJQeqDIPJatsp7up5Cl5YrbNc+J29fsOlaRs7zHqTDdu
9mVLCRkXCi5iLL9DkgWWo83Msqe59PT4FBfz7PiYhcbqR1cYzdMw9I3ra3qeP3EvO+cCT9ZHlDOy
M5zb0P0wc/nbX7OkqpJPWsCc5ZuVoXD+LskaxdqylLi+E1yKNSm/TNbJXHARjpoasRQUE+qTht3R
46Qn0E2jnKvJV6KeSM21Vf5ze48uKXvy1TCJZFJApxla13LNOMcsyPP64tQ3szbcKepQfIrdphB3
ZS9ptVlk4fbtp1oTJ5/nyDPynV4ow/tBS2qcKBUjTK1vt3/T24V/ERZlmsg7oBssafPLXo81Fygr
DLn2IkqRec9VEHXty0QRrz+FatIM+74BYuFnhelFr5M1Wsp7J60mfJ7Uso98XSRR9gkVvHLYqW2P
CYheK21614upSL/gRDFUxzafBu/TWHVTeFeieP4s0GYaPyBDmo+HKjBCdSPJeRNVXDwU3Xzk27jX
+GN54Rt1l7pdYRoveJbPD+oUzv+4XVkYHx09CI9GW3vJ17iuOZdeNMTeo4csQPZgtl371bDrMttH
uAs+2WZmml9FFtVPzkC74ohLXKc8aUXa5589K46nD7lD93EnCif/mgV63G+0aJbMaAnHghfBgaI1
xAW9ZClE9lAkTp51J7VBcg4Gp1Gi5KqWZfihHxon9vNZ8aL7PLYGfNOzrvZbQHEf59AMjbuUyQL/
9Wi31UbJdhVr3upzuvWMD0BFL8eycZT0XZH346nIS0e7R7IufJ7junwM4Drs0iLLvwHojWG/Ov34
aR7ceCN1uTq9/ADWBhJNW/Y6yPRBUuqD440ns8Mn0ccWxfyV2yK2doMGikBto2Hjka9bBAzDZLMM
oBzoCVR5LuO7ETEENnEpOqmw1X+qQ/84zWFykCYhfkJZ7vmjm6J3pjlB+dJQ6L6ndbIFrL2uleWv
YOgvW4XMjDzz8leMo14bLUXJCUoUYrddXZvtXilG/VGBLBTueqXQxge1RyO6RAyqeGeMbhLPfl/n
xij1PWACjspsJO8tu+3NvTI0ELA1L6OFPlgN7C1r0rYcWK8DH7+aPioEVSpmAuAiGdZgYQA+mWil
NhXenZne/+T+yOe7stPn56Cd/3H4kSmAVeHcKY2CGlcyFK9KaSt/CdDlRIEHRniIrBukGvKoly/Q
hC3cVal8gZXpHKLE/WUiWvFJxdX3Oc2ayvvbXjrrvUl8Q0CBVbns6cyxpFi17nQinAtk9pv5pWpc
8+jGevgx6mbLn0eP8+F0wjrfju1X9a1E1EvOKbhgumpvO/qPvgote0Ebu7dPc9O3X/ogbWJEv0PN
uQsYJb8YTfZvDG/yy+1Vr48mlRZ9XkYHrA656/IF46g5elVjOQAr87z3QcWlh96x52952yTvuzr+
9/Z6V1UM7QMyesmikxL5S/xq4/SiGZTIOs0zGI281sdPXSu6nTSK34gB12HvcqnFo812KhS3TKyT
XeQY3bmRwIRFBaWxj+poOKDMFx9TL8/uRmNMThD0t3iY18kVfrC0Cenbg5sjgVm0LMISSemEgdtp
RNkwfTDzqmruRSDm1O+8Wtwjuwwixk7c/B+v06pvLcyU5Ji1tfncMzj6acx98lrjD9XtMEOND0Ua
TVvDk+ttZ0hcHUrm1L+4yMgN8se2U3qtGslB9VOlDIibq2O3V20xfEJGBE0xXZmzY8B8tfzbIQOu
UlL6Tgo50Y5bjlBszxhFQoJ+woVY3QWuU+2ayHReSxqt9/QZwofb++6NOX2RZCADgEosWC/s0vmf
LJ7Ta+LRrCCTnCbCqnZMySoMP0gzW/MrFQjKY9SqyDy7qj0+aN0AHLYNG0/hQoaXseth1Su7JLaC
/oh1s3aiiBqHJ2PuFAymJlP9XemxOx2dtmjvO02dAnBcZZ36tTs6Zb4LdDXZl7qReXcgeQbr2LUa
nlh6nPYwKGPTTX09LyZJLHHmcN/oipW+Wp1lHuH5d4hBqcrwkX6gKL6DKtW/mMasEBgkL8jv42p4
iNp+Ch4FMLBzjt7Ka9w1XfA0UCWXvsC8GznpYmit37ff6vVpRgsAIBTdQeYOwGouN4/VNGVXCs05
tYzLon2QW4FyV8ABZ+jZdcEW1+lNx3j5ERk10AWhCS19jy7XA62jAONXrZPW4bS6M0qT5C9lMuEL
1VKPTu0081Gb4i73qf778s7oidYPwNKU+yh29Pb7UOZkIEk5QzqQo999B1xG82MPAzlkOVKNrl6T
k7bdflFrv5zcVoImsEvjXlm8qbyCxBMOaXsKQrB3Tp3r0V6fG/Pk0DC1PoVmp+yAZiv6v3napXcp
0yv3RavbovbtAjXsuxjsx1FU9AoAunZln/oqoIbuh+KV5a7R3SL7yBsP563p8nUUlQxrHBcR7sCG
d6mIHqZxZ9d4bZw4EkiAxWXkq4VjPDZlWfnCU7x9MdbfvR4Ffa6Qv560UpSyuRywzhDrrqITdkhu
kQ5de5q4OF81L4i+l4BTEVeOzeM8deKLaPp+i8Qut9Fim4EzAkEAUpMcaHkVK22mzKj+lqdmxAhj
jwRbsHcq17ivxibYj65o2gfCY36fhyWeY7e3yvWNTAXBRIC7kX6zu1y8NEsrdq1MnHJI7vdqDd1q
p7oBaStdyHMRqumP2wuu3ACwX7mjLHRBAcIutibSSqWdT0l/KmsQVfsxKEeY3F0eIvUfDbuor0Iq
hTz9fHvZlZdM20NSCHH8gPQmf9YfF0+b1vPsRt1wcqmTsjM/ACNNx8GPbz+ETdX8ErRdrPfFbBXl
RyeY2o3Ytbo+LBqdB2S+scxyYaQWZGFld3LxeEjBgWCD3BkToNjJE0HGjrNhXSsTQhnHUrHUrcHP
2muXCBW+MJNMbt/L5zcGPCkzLe1PCb4nNeDAJHYPptsHr0aB7B7anwrN71GJN/oaK/tL5pg0EQhG
kAgWn5s5l9dXk8dzz4Ck9CGGZhhhevJTD2Ki6RB4WynGSvCDzQOiQI5MuYaXqiaFnRo1u3c4ja4T
j4/FaBT/EuMzY586dtq8Q4c//ZXKCeJRy7zgn0E4vbIX9dgHO13pbfOdMeipclQKoeBeGtppRXvM
sXMfydMOvKjpJgiR97F9d3uPvmUFl5FA8pDoA9EIp35dtukGPdHLcirmU6LFw6sOA9HYV+h9Mco3
guppDNPkJQrpTu9m1J2jO8Umv93Pfd+Kd00UxSWzUATa/BJXFZBvWI7W/uQxEt6hNlV59xUsgsan
O1sZ7wqt1NNz1dnpsCuz0flXnVvtK6x3zl9MG9o7GuWASOgwh3g4337Q600BcQXVDundKCFLizpr
zBytMhwFVQNDTe4Fl9LnkOLzfQ4PdM+p6DfSseupJ10sDp+U7peMU3sxPG81LLE9VfQnza3TbPa7
YkyYBNt10/uG2+XdA2HQTPEcc2fze9TFwzvOUuTdWajeJnu9sHAdteJaUtm1Ln7V7Nn++bfvRLo9
EQ/p/ck26eKAKjnK+mNjzifdizTD7zAqxZPKix97yuMDSskY7d1e8ToksKLUV6LQBcqxbISJsfLm
QRnmU2uKxB/MTH8MR+VT4FYEqFLt1H8KItHx9qLXn54+iZRS4XalE72kPZdun7sCGe9TqZfTvihS
009H+DZupt4PoyM+3V7uOmW8XG4RfnCJwacvGNRTP6HHDvul/Y5Y8jlPJn3jgrnOXCRIlbYLdS1F
/TI5TV1z1DJRqacqn5qD0w+Bc6D1ZGU/m0baq6R6MzLUMky0Gss5ddNdPKaj95eMTaoc+ghIH0kx
Amw6lxV2F+eeM0WBdXK0Scw+o3odGGCo3jU4oG0cq5VvKTNxQjvIPEKufPl/3Klm5NZlgaLEqemz
+QiiYkKJ0crwyxWN/UDNk2uH259zbUUuUAdcABuIIuByxSgQJj7Go3bSaqX4kDhpdPRGc8x2Yd6F
+3lotrKVlf0jO1NS/wwEEECAywVF2GgNaC39VPTzON+ZudW7L2pmevjl6HpgbtSpMvBdXgCkgZJ9
JvVXAN8u3iiWa7rXC087lTEBJlcQXjniZij0jSb4dTYiwYQMN0hEZIWzQKcoUTWDGUr109CW3U5r
TOZAmTUccqybd1RV6gOaRMke/1PayH/9CTkhFFTShgj97cUn7EPDGGs6s6c0q1O4tXHwYAQAT7C2
7/YoDG2iRuWzLN8pvAj4riQxbNbFJ4xreou4COp4IBfmboyS8ViikvFUZGH0pAWJt/NwEX7Fe0R/
j0y+t4tFN92hyrVpn7AScKWyDk0asC3QT2QI+eO8UGTXhYG93IkrOfs4Cy39VZD935uE3cEvtNyc
95qiu8rGOV3bxDSn0V+UbberNmM3VFMsFd5ODH2Noze4fewrMgLZRuBsXGOra1kQJhBYpk27rJnp
P5kpzEn1ZJV1/71OFPER30Hw0L1mhRsX2OpaEkZBrQs0bdnvLpFNiPSR56qMfPzVByGWttS0vfmj
7FwM4W9v3LWvJ+U7sbBTJbVtsY+0xPRmQSP1hGKNd49SPVJuSdEcvEadvzHrh6ko5vjz7UXXHhGA
CHCgty28bFyVldl1nZi1U4yK+ysmEepjrteYETJ3YYD6HxaTQwwUBeiXLvdn27jVFDDnOJXpnFTv
VLQg7wxXQek3VjJr43WuhHI6M8Dj8PsBZnVVeA5uNwxpQii3rcTbp2gxqRTanv69rgdl36EI/pdC
U/JutMg3CQGkH3zCReiZozwySyUzTo7i1ntoA0YBn9hN9lIPwteE4RzY0toGbH3lE4Iio3PFBclk
YTkPmxzRDd1sEn/iSv/GtZ1pP+ilNPdccqb5t+gpcEXY/DEBAicL0kH+mD9CjEt14M2TTX81FtnD
UPS/qwa+RZvRIGd/psaWw8/KqWBBKcXPkSCBXZwKxy2qMaandbKNSu3+6aUm3D09SKs7sqcDut86
9qH7FpX5eUO0c21pcg8Hj13w/bzZy2eNMytBBCMxToqjVC+At/L06BhT7h7BrKXfqZAGeK/58F/y
Hhv5GvQSaZrQcF+8ZDtM2yIihp9mxU73onHy7k6L5+D9HLr1Se2yUmw09Nb2kDRck/qyUmRk8agh
9kqq0Rj6ibax8hJjwePs67JP0kNqz3m68WJXRnK2I4+kBGsA1FjOwUatgswFf/hlFlSDbuTl9t7J
W9oGhTI/kqDFh15LC39o8/ZRMZwwfo4qJXykn6J9uB2TrrFyOFaReFHHSxoCXITLr+waWZjCV85e
4tDmW5d9a5h+XIzxh1LM4ztulfahSaYKmXt7gDdujcjWVaP4BWySnjU2MOUO2vuWPvt1BkWPmcaG
1E/izC0nS5oAC+dYrXgJoIKkfhxUpBVgtZ4AANEP1gflYwq0yo8nfNw37r232HiZ0rD5qGYl44dT
t3S5AcSWwrcyWzZ99RvNZgD4kWU9oTzjHCMtzT8UoujvWj02fbsLxeNgJf1GoLk+fK4OtZyRk+R6
X0kC0xrHWrhwxxcSmqTbjTEQuJH2yCtqEYnnuzrMxKZW9S3blutrg/1IcxY0ExMuyAeX26FAhrBP
vGp4mQKj/z27XvsAJahRPoPe5wq2zNAJ//qmAmBK94qkHFOFq46lOeV4F7WRe8pD7RiJVNf9pk1K
CGW5+yGf6+DH7S1/fdhlGYmDGPJ13AFvp/OPGB7N8dAituzgMNCWv/u+t+iP2sHXAa/vj7eXuj5d
WP2C7yF/kpatbOXL12nmIZdtkYpnDK/mh84ci4euLp30zhvy4NHMguHUR516F7WpIXY1+pOfLaON
SqTLtfgcGVP5T5xqZbuxw6/qIAgXQE8NhrZAXMCtXf4sXQR1C+JFPOedXv+G3DtCdWKWUd7ffv6r
3SQ9m6gj0TeRyvZLinHrxYWpBd30DKnDHY5mEXFizJYS3WrC4nc42/bh/7bi4oUHid2aE1Kuzx1E
jWanuGZ2H4Rt8xQDhznGsX68vd5yM0nvCCZA4AvAlLOLF3dVbTcKnKY4f18VZvrAtWy8L43gpEXp
XzMD35ZCBhjpFP6gjXn50bI6n4qwyvP3sRMw4zLxHQbhl5VnMLRYibut/UND0W3apRpSKrcfcxmO
5NqMTqC/0+AG6qldrt011qgPnZu9H0dmUnFW27AAc9cPbSbdaFW5xu8CRehvt1ddbB/JNQXMKJNl
OeIlGl2uOs5T6jZKFp6nsbHeo7rY7W3hFjszQTuG0zZtEdfkZfdH4P+fBcE0cIkwQweieLmg02it
qo9q8LXDNiL/aRZVfwZdF9zXU6167xO84/IPWA9a9ouW6IO3q+dwS9pg8arffoOcI5BfShmTq/Y6
w7M+mGflK4raQbSvC0+l9KkBpP8aaJ9WQLzsOgAqFIrq7vb7Xl58/7M2L5oDy1idmdnl82vMtfUe
6ftzMvb9nduFya5SA+tQRoHi3TtW6vxbky0+N2YhjmrRRsndbAtl42esvoE/fsVio/dNMzR9gw3i
ZJTNcJ8Z1QiaNjZm8WrH8fh7mM0ElY5EmFuGlvL5lt+fyRlnS07rrlhYWZBjrpUaylcIZtiHV5Np
vMK1Ttjy+P5uhI5FivP2soHxsb3hRcDCkq/hj3vIii21FuEQnQEuC/WDqhe64o8anrN7Up7wndm0
bvqbJHk4FlXRbEWutcOFeiugQGkbQYC+XN6ZrYpEug7PgcAR0avy5DQXRf0t9eAEkNYV9kaSvXa4
oIFw7TCdNDnZlwsayuSFQ+mEmGYM7rCfmSbcgaBLjH1LDGUAbCrOuO8Td0p2bQnBa0f7Wqk3ku+1
T4y5EENCiVji7rv8FXNddVo5V+HZQff0fjC8YG9MjbWvbUDit4/T+lISIEVRTx0l//2PD6xYGevP
VnjWxiH9InQpmKN7sI20tne2CsW1xbhsSeYh89HhXERoQyNG2i0uu5h5ju/pbJrZocrqCot3Lbb0
vyu63/Yu7u1AuEkeqJcWb5HkYZgbtw6+RrXQgNWkRjQdBqUJ5zuov4NzuP0m1/YqqHgK/DfC2lIj
TW/aMSyl2JJVo3A5OHq6T6vKfZmiIfTDYNqS/l17mbIaku4fCBcu2YV088KsVyvlq0li6Feeg4Ze
1ofFJ8+Msi03mZVz4VLie1LegMdbTqZMgXynglviV6Aq0Y7nnB81wG0P3VzdN1PvfSqM2DkYqTKk
vlviN75xLlceltyUQCQLLv5afMuKkRuIrSY8t9qU3Dfd1L7rIrAf8J7IK25/yGXpKzcOi9F8Z54B
bHBpN2XRBKKo7RRu2FIUz06oOL/omhbx3nX7+i4fEhHv5lSlhdrNs1rualeC+grAQP2+bqq/9qyT
PwhUKmQ4OacDn3J5SINwzMcs09halTYcYXLQtMoj5Fqrse0eNd7BFh5l7XvzremnQjhwrt53nsaK
aCIrP5t6/2/o5HO+p6vrGbuG2HfvzEp8CqAI3QWB4d4LY2v5tc8t1fdks44exFvJ8kdUCvXc1LI4
wJfJSozvmTsgpx3N5o+CwP/r9tdeXYp2LkoAqpTBlP/+x1K2E3aN4Ynk3MWREuxUpHwKH7XWofJH
Nas36siV+5Qag6G3xuXN4GxxoZn6mIwtlIhzNneG+FBWVq6+2IldDZ9pHDvebvb6Pv8n0LTmKCx6
Pq+3n3YlSLnc41yosrfLKPzyaSuA1kGYucm5Cs0JFAZSx/9S3JqfHKOx+kNuj9EWoHr1BUvknBy+
0DVf5KsI4fGBUyU5m4U9jTt7tJyMjI1x4SlIRu377QdcW0125Wz6yhIAv1gtaEdhjHGdYh82Bjmz
gDqcnVOeu7n+Mx4G8+/vGNR/qNVVAGNS/uXyfWZdDmBJdZJzaeJZ5g9EyWLfNuV8XztltAVrWX+4
/11Nft0/9mqgw9vWwjg5Gy0yIK9TPYvgHRBt65fbRltaC2uLgdKSvnOoO5AeXC5mAbg3ewWD4aJK
g/bDmGSJu5s7HGpfdQjk1kbUXTsZErYM9ZiYcwVCo7NYKpOY4rOuGH3uWxWFk14Al/Jzg67fMRxc
rzTArPbNLzSCh/Y/nAxmkWwZCfpDGvfycStgAmVYOem5aYTzo3Em56glQ3pXKo3xGoOG3bpmVt8v
apdS2A/TgKV6RmvaXawD0j4PmlDnvZeiVeDrUdQPu1ytN2euq8sxTEDzBPw9V+jl8/VV1LcV8tRn
OzJg1jZCm9Ndozr5rnUHsWE+JF/WokZh1CFbDTB66WItEr0paJuizZLs7HWDW79Tp3g23g1QSTay
15Vw5sFMY5QqlcWvkA6G44W9qI38HOSjnR202LSS0Y8HMR2sWpnnx9LJzC2FldVF0YdF/VFH1GGZ
eA1G5NS9dKPsxqBABW0EJOQr3Tg0+7ZMDfugoZG75Te58vmwc2WkihoaU4BlYRKiZ2jptZqeFUtE
qNRodFxNQc0dVDGE3AKuz+1AuvqU3FVvWktkH4ubatLFGM5NmZ6tehq+ecV4P4W6Ue2qWstbeupD
u1XsybtnuWmYz9FN4YuCDFrcTRro92RCEOc852XxwZyJtvSUZ7vbWTVR9j0jemD0qto5+d/fyogM
I8yKZjtX43KIPMOAc7FXyM700vP6YFUI1zhpkxvvsxkr+V006kbc+WEVqO5OKHnvfrn9ste+LoAI
WT54UqVf/vsfgR3tuB75FDs/63la/nJ7T3lv94Yd7CDEj8e/XwspIgoGmYEAybxcy1NQ740DgcFm
WFtPsVYUnymNgsBP1PbH7aXWwoCU0GA2yHiFdPJyKcVsSUXQvz8XQaiN+3xqnfAODtmWucDa6wNR
BnSL5Ngg5FyuUwpbH8zWKc5h5Fo/GZa7OEt2BTIhBYa4t59pdS0JS6cnQt/PXNwTiG3ZuHN7+dlt
rOwetZ/yBXtnx/HZYVtsvtW1iJ6AwpnwXNXLYYf0HjTV7FyneGA9pOnQHNuCEHHE8ar4dPvB1o6f
Tp5GLuyxDZetW7QHIq+0sChN+8TG+0O1fBeayikdEDnxu3H8LUxjfLi96OoTgoMB5Em+jw7X5ZeD
/jCXXcbGF2ljPmVt1v2aLNFPe6sFAL2/vdhaSKM5jDCW1PfBIftysVyixDSVnZ9kReYcRWHkkx9r
AsiIOushHuAFHP3D7UXXnpAinUEZirOSh3K5qIf0shKb2LC6qihjf/TA05bG5L6rQmcLT7G6luSP
I2JBT8BcrEX7z9aDOcjPnjUw97bhot2V1oCtlGZEWxPItbf5pjrIowGtXR7u2HRi185s5BzpvOcH
hI6yHOyxEHdaLiL3kZr4Lwd/sjCHFg9a9f8vudgtLojuCk+24pw3qKE8xZnRf8eyStQ7t1a7D0PN
lOr211t9SKk7RVBmPLREqCR12zdD1pZnW8WXC6b7+BwosZb4PabuD5OWFB//w4IUSgQxKdJkLqZe
1tzMlebl5Tlyovw48Dl9247VXZeL5h3X07wRzlYf8I/1FltmsMI8M8OiPA811x5PyEek9Wj+Jvcu
fmRa5W70NuUhW97ytO3pNgLFAVK5iNVTw3YJG1GeHTUX+V7Yow4Rr3TrjdRw7SyQIUjtcWR9+Pvy
3FVj53UhDRxMh7v6W6YZyn0T5uVrO3l/B9h825US7ksCgc0O993lSnMraTVFX54xBkz0uwxgyI86
izZTwLVPJfUKpbQfhl9XY++wSJKY+HFOHBG+5mUdfEzmpruH1vehqIWxkRRtLbf4UAOwYTCqSXkW
rnTg6/PC88tCU0r6/3pY7W2n+Q8lJ9QrMA1y9/PtFqkJebM3d7pZnAVlqbl3Esc42EEu6o+W0NMt
Xbm1nUhPApU2qPLShOXyu0WYiqVhNJRo1FvOS6J0MQJ6dWVtXHErhS2pOcml9CiFkrJYZhj7NGgm
qzh3KOEH71w9UrtjVtn1saJyeWotzCx2IohKFeZRtaXlvPYV/1x9ceepTiPTFZfUaDbU17BMw+aQ
51rp+SnyCOreq/Bguh3C1t6rfKES3SqHg4sQVggbwaNEK85jlyfDUVe0oT4UvboFVVxfh8oPsiDq
qMtBYN3mNPQpFc6I0SrVP16sDdWLR/vnL6Vg3g64VIJBAFkKsS7dbRNnnMo57jgJdZwrxygXj+aI
rFNWOM9RWQbFf7h02PwylaUMYsR6uTFFNQcKVWB5Nsegr/1sCMr9FGbzvajbzt5FlreFLVvdo6At
IC4AUmRcd7liURtpVTdKeVaUQTy65dzsCoBh/86MBY+c1uYVw7DsYdS5+W5vlrWs0/pj5cWRF20x
GEOWVue5Sdw7ZRym+0xpcj9tiug4Y1j51asCZf8fFgVzKnH29LaXcQYRnyqMsqY8o7mG7pEiAtev
BhjRCanMXiWMdzt3MLeupNUN62AvjsEKUBtrUeBW6VAxKQ8JOC6zk6PSpY57J0F2G1ff6jv9Y53F
1/RmlY5EYpO0DPUdVNr4HwwENalyxVD+Lkaq/H0atu3T7Ze6duGiTs79ZJN+ghm83EMx6mhABmX9
MOfKeEzQtlMPtTFWxhPqrNa0EVZXlzOQ5ZSde0qWReJC1dB0o/DSM5oruvITM6sufa92VmX3vpwW
J99uP97ax0NBTGX+AgUEXNbl47XmyN0btQUsJUGjTtMyEsJaePaWQ+xaxGY+IClgNF1RJLxcyNZq
q8TCOjs7aRn/bEs9nO9LOIvFoYKVBQ/QMrr728+2uqSs/Gj2MvU2F88265OhTl6bn3HmyqOTZwGm
/7cvtbZ5DFv8JHYZqm1iI79Y4s7ewipPCBYDVu61jygz9NpRY0fBEnAOrR/NDEz4QDaVa781sy/n
fW5mmX7seuRVT9mQaQ7qo6I1LDT3zCHqfKeELHYUdRPFTxPJ3ufbb2Vth1GXgvaWhsQ0wS8/RNPa
YVcjNnw2q3D+WECi7P0pyaaHMPe8j7fXWjuyzIXALvEV6JcsdjPVb1vEhpKdO8ifYq9GUTV81Fsz
CXyVTvzOS5Pvrjvn9sa6a7sa8BtHiAe8Blig4dCShXBoe9Fl3hdY060S7zR1FFsww7U9JlMgpIsl
t3XZ4ipG0SpJNeXnBqWtYK/HwfQvRssqMsJB8d1qtOl4+5WuPZrUmKGngSDTVcPbyUrgylPMplby
dnyN2llkR1G6xbC7vdDaPpGHx7AlIvcKM8INZs1pQVXappkR+b0m4u7eVaeuOTTRNLgbN+bqi0Sm
kqMKSgXQ5uW2zKseU3gbSF3RjuMxRhrsnTvjzubHbew4uyQax+C/vEqbtEA2abC3XJwEkQIsU3Wl
OGsJFmh3cxkwDTHBuP++/SZXHw1TL5nQsSeXvbU0r9Aibil+baWNGf90Ef6rMWKsw05vx8jeJwD4
tjz0ZIaxLEjly5Si/pKGsjh6eWqU6YR823l0cBGx1KTo/MCem70zuxN0YOZ/T8Dtgvs8SasX+qrV
z9tPvXb2KUNoxlKsUqkuPijmSkR3JgZnFTf52A9aVasg+7Yh1KkKuJXa2DVCnbFjf7m98NrrBtLM
g4MAJswtcq9kwi46ofg/u6Wi3pGso4Nt961n7xkGN58bEGzzRpKw+qwkXFhOSimeZc6uVpXRO62S
n9vCGZJD6kGPfVSUqhM/lGSOkFgULUZTPpJ26VaSu742kUBi2YgIi/dcZ5U1SPDpeTboCIRWkjvv
MCSR6Bw3K76NbtQYfm+ApNuYhq0FCIYKzPxhnl+TVFR7auxJaei4J0hc4gOeNuM71ybwfYCok0Rb
Leo1AAuILkhcAJ84tksSV9Ug7+ymCX13MWhfrDF6MAedrrvajeFT5Ij0u0j66DFRHfFFT4vwiYsp
/6h1k/V6e4ddv3LuT7pnvHQm/1wwl7FKi8fSmQENnpX/x9mZ7MhtNO36ighwHrZksXqgultjq60N
IUv6OJPJebj6/6HO4qhYRBGyYXhhG8pKZmZkZMQ7hG19zjXJCuyuSGNoSOhpugJMCRQBZ2rf3x73
emcz7m8Raa4b6BGbhGYAfZEMlh2/adYg7tRcD1Ofg2t0Xp70y7rUIjvIR3dwqeuYkGZoDK4klU0c
kZcJZSuEI3lpd5nlDtaS36sURccvjqQ1jUtrybQep8Rp8/McZj95JrRO5KrpJI5oitchjZ/CAwBv
b5oGVwRMy4Jcb/RW8pbWvGwWmDK/xJgsyWNRg1X2w8mcujsJw3peCFJhe0aX6dbd7SXY2YT8CLQW
oIdQsr2WcKc0UBoFDX0rJYNFtLvqfpRab7gia03fSrAxwGQT0BqbeH5LzJF/mUdIm/NKaQ9Fha6z
gVXnc5V9QScT0PB6Rv/osAl16RAwneK3ZbJNFDF0oRRnannIGt6e9+5AK96exj5l8e3Zq2YZ3JIS
xW91DK8XYeMsGc+5lTdHuJqDgbbXRqM2plGnNQNpTn2fUKRAtxkJC3GwkHtnCdQOynkrtp6Acvnl
7EaWs8yekrc2Q1POpdIly3c6YmDjuTZh+qOKKNdH5q/rY/HyUmbXQEKFsQOpDyXPy0FrWrVSGanJ
W4QASRyAvpv+dZQ8ep6qcsrvQFXEk6uNy3BXzrWZHazh7t5lIiQEK4vS3IreqonRK1pdY/I49NWr
pcXjuyHuIuM8RdSH3LyNUeiOqtRc/JRqre4q0zCaJVQHW/lVCrmrT7d31fUVwvcgI9LWziN/r4H2
j+3b6XIaho5I39LRKF9zeWnotWBN55sF5+j2WHsbC9F3VFMpMhHSNkclboXSKkuavXVwkKYn5GBU
pMmbZnKOij/7I63mGKtJ6TXQMkFzsotbZhXp5nwSIGe7/2FEIY66Knufj1yZ+h3QAv65qU2kudrW
lpQB7lHzZ3mKq3+kofsxL7MVHWydvSmtMsnksBwEKiGXC5WHKN8V2D2/8TPG3EcVtkfXnL5Ae4A8
24vxqApiAsOFAyxkc90UJjj4Eg34tySOrfmjU4158h0BqyR18WYUyXNmx0MICVGu+7tB6qKXbjTD
IxWfvQv+z1+xueBlbcAKoqjTt65r5fvBzlEkLEicT93Y6I9GbqgByIp+OHhy7Q27BofV4Ahc4Raw
kdLENXoRp29WPJbZKYoi/QF9HvkzOCtM6ZYe/Yp3sGWXIxn5vY2EhDuYo1Wg56pnkPQjZvG1mr4l
4OMDwJTkL6qFUdWqb28eQcp3R6OO/rsEARx3k7E68QwvfpzSN4TKcr+eJ+eTk4iZEt6UfLp96Pe2
E9EdzNaKz6e/dLlvq6GsdUNkKUStGCVJjAlE58I6TVMvaiND9VpLA4QrsixP3AjeqycrsW5/vP0r
9iaMKsn6IOFJAm7/8lc0St8vAwy8NztEdcmTp0QRH6oiGS1XGyq8b28Pt3e1IRFN7/o3d317y6hw
0rox5woVFHp+DYb8Ova4LqSoNH4B050eDLc/u/8/3Bo7/gjiUa3PylIUuNyaWtb4eNdZzgexLMAr
eNwmR7fY3iH5XVJaUeNrznM5XNF2ttooVfRmYqaTvytUOWzRmsRXJ7lrUkf6ZoX1aPix1JjifPvD
7s6UEgWADu6Pq9IZ1+A8QYsCrm+Y40dMl1YHF0nkJ7tEZPL2WLuLCA0awuHKTrgqzM4j2NuGseJa
GT3M1YygFr3sAtOPT7E1WX/dwF7pFjLYbcjAyKlsIrykJzPyclL0tuh6OZ3iwoyck7T00UGA3/uG
JO+U0ylMcJ9sArw1duDtpT59a7s6eUmbpliLLlJW1F6nqr16MK29z0jpBWQhCFwAW5uj5xRDEfY1
6fpE/wlTqEU3vktzpfm2Paavy6Qd3h27E/wNaLS5ksnML/enllEMNQGJvJVFNJzzIXaEJ2VVhx4p
akCn27tkdzAay2tXjQtzS2TDtiCqUHqM32JVawofocVqdlU0TTqU8lCruj3a7scEQoVR3OqjtEVr
mi329U1ixW8jLYonLBzEkwJi8wQKJzW8RE7IFf9+RMqPIJtWzXtevZcfU4GdM6c97xs0gEtEfrr/
GU2YfSjrfvSVcYgPPufeBP8YbnszNaYp9RVS0m8VJlmncpl4xqGJ4fM+Tv63UE349V+mt3LhDCDa
Vw3KfoLYjzESy4d+40+AcE/GbGK3V/bm7IbCGP5DqKY9SNWYZHE1v7z8nLUZJrVCY+FtMEtl9oRU
z5/brAudOzJ97eH25PYeOxwBY2XhoySyrRyoSFGNIxWLt1ypZV+l5ncvgNkHZiw7kmtrbYWQt+y4
C5ZA328PvbeOFD8hEsOxJ2/dbBvM8HIZt7Hsbe60f3JpklMX594s0JUJD9VIzr/eHm/vTqLWyYcl
wlBr3YyXZUVrlNIEPcMy61+UVrvyVFRZ6Q9mpd2Tzjr3Ttioi3972L3TT8mLv1Zt3yvONOosMNus
HiBlP6kP00ghymtMSExlKqTi4GzsDsYzY7VqhnS/1YvrrCppIznOQakN7RsMaE6IYQ2931h6P53/
w8zAovISADQDhPhyo+ZyUnapkWORE0GVQGm1+GBLOQ2j1oj/S0LxG38HZAZ0/5bhWExRsQwolr1N
Ul8v9xauQd9NEZfvETUy3G7GNcFVh0g9YjxvNukKZeQEUlVjj/LU2QKfMlJTR0gx9aJukQO1sr8q
ehtjZbG8GwuRHWTCmy36/0azuOFXgTYg0puLMEslcCBGVzyZ8ojrbIQgs+rO+O+EvlCixmuhTj0u
tan1B/vmemC4biwhpVI2PqSiy6Ws4zBPMn0qntIwnh+jtPrS85lbKC+hcp9kE0mAyKe/a/0yW+qE
dLUBcYBtQY7pctACBmlolFH5FNn2DPQv15z2nCf6RFQ3Qg3vv7GtDu6qvYkCl0OZCrUNgLibiQ51
FKopG/eJ2Kuctbx17mUN060I47X37WzmHtrzR4NuTuXviSIVA7ebJw7J22bQKB5mSDyifKpnrfWH
ZFF0P4r65SkF/XHEqtb5an+Ur6i60t7QdDq6HBS8Djansq2TEGiJ4fiRAr5l1U0PIecW8nT0/t4e
DQZywE1T6KcyxOW6mVWtKWE+FK3jxyGCLeGs6x9xIh/c1eLrpbO76uBe3B2PbG3VcTZ4JW7GG1NV
kUZhOX5aCevcluzMkneZD4hn8iB0Hwy3XbTf01tv/fWlT4VoszsV4pkdS6rj57aovyVSV/uiM5M7
ysZHnPudJQOtxrzwQiFp25ZTldaAHNnouCUUlXGqIrXzSrX7S6YJG4NGKU3GtagI7nDb4TTqMQ21
cnL8CftyN9Ir09djHBVUpSzOpoSYVwVr/Q4NHtW/fVFcz4+R13sC6Qju3q3mJl6FhRqag+MPqeac
TWXscfCLjlhDR6NsNr4aOWAm+s7xiWNKQL/NPMcmRgO353K9C9e5rPuPFx+QgnXb/PGQzkZFE6XW
OD5CsKvV4qhTsYDcbxtd7ydd67i3x9ub1YoxoiqxttO2yjIw3OpGxzDPbxcrPScLr1mKe+r59ih7
s1rxvQbtI7wHtqPIoSyarohsv1ls8z6DWBe7jVpa9Nu1mcwaLMrfzgsDICD1YNGU1etuizqRrSXs
p07JzstgV0+dOddPcKDT0+15XR1iMgW8MFCjIVSx5TerFWWK2WkZVlj1otaebHKHTk2Z+uB/jnRp
rvzQVr8vwi23GXohCKNt9p9kCklqVRyF2qhOv+R0Se8Mp5cWr1BU65te9N174n/ia60dx25XGeFL
Z7bmr6hoe7yIUF7VD/bq9rJbfxHsCJBcfGM03TezF0uO20A4ZmcnbouHQmvLx4mc6UT7A0l5c1Ee
ZyS+Dx7ze5/8z0HXrfbnAUmiqhHow5wRs23OndKEp1AC3j+kOHb//epSuedFjYTIKl5+OZTR8HWl
mKH0uErQoMH2FFfubi6pBqflkfrP3sQMLrzVAobm5lZqsg+zXtL6HOePNoFezUvBNqlE2q15BjRf
H6kgXh1JFm99lq1K9fRDtvLoA44jc1eU2RlycvIsIxQGUwgNlhT1hXORWn8JJVLWzQKoh5mhusgV
uwaiP9YNTEI46Cq3wKzXKuqk4+Sjq1Ge6ois7Pa6bR6d61AQCSC2kIKt4KXNSVFjXY1KZwh9vbQi
+8sAd7a4N7K4ah70nLaul+M8ovZYpRv4/gz1iBPZ7V+ws5Y8kFa4KPuHxuIm0ZaVToustJd8NRyN
n2FjpsppKjTxPjSSqjoIQjsrSSGNacqAUwGgbR70crTADupkMomsmgC4lAmOO521ot/TfhwdtMqa
RRxAHK+/MQeDdyAJDEBjSGeXy1nmGRpB9trvHwvLU4ulO4lR7c8L1Jj37Nn+1EVNjJSIiA6mux15
FUr5fUrWriGM+k2e1oUmRlHgXIICb4flbjWV+JY4WvsMZwt2Ha6XreOZatEEaRajmfh3K7u2v1d6
NG09mItgIS7n3aRWZIUYhQZyYduNhwVl/QNTE80faKsexNf1z/oz1f49FiBgPNppXmA7ejkWgmst
RYV4CKJ2UGO/GZAOQUl4rh9yLVG7k1NnafrRNqPxoUvLyHpHyuBEd7cnvA3y/AjQTGDWCIA8Vbd5
qhZLeZY56RjAcqjuQ0eNPjjpbH9MRet8ABjSnY1CdT7eHnS7pRkJ1jvvt3VzrayZy5l3/JrFEkCJ
4hq85i+42hRzzg5Up86XUmXpvpeEkfjvyu1UxC5HXX/VHyHKzmJNRah5DMYmXbJXZbFy4zQCdjS+
6ibcXo9n9fj59ky3kWIdEwgJugVrl5iH6uWYslQZg9rmc1BK7WL7aA0NwwlrtExx7aQdj/wTdj4s
0BWyvd8+Y7z2L4cbBDXNcnTmAAs2824wuuhLpnNvD7MaC6+f0+QoRbreP0CgaSWgImiSjW2DsaTI
Tm3HyRIoC5HCNZQOtFbddsqDHMmSeT9wHTx3SAMc9Bi2QId1NUnIQFvy6AEnte31Y5nQGGEyj0EX
KdIXuwn73k2KxFJOzVK+V+3agl4GMPB92IZmem70WPkSSii4PAAc7I4MKa+jFpkbkUNBWZ0y6JZC
4Ax6V5VDPAV12kf/QA6OHrNK/tWPlfSJQ2W9IHqcfuS6OqowXQeRNWVcO47ouKwOMZcrvqR90dZS
PQbhVE5nNdGiUwSO+RXEmPKujOP0w0hv+0kPl/ZFUkz0vW5v8N2JA69F6o5QhrbE5fjhAGjYsFgG
6lrDJyTmnQbl3AEtC/QtzMWLoyR/rbU6/wWWsHq9PfjO5qNNR8uADB2c+1buKkYtsw8nJp/Hi+Tj
P5M9Nc6kwvmeh+40Gl2LD6DcHDztd0flEbeK9ayI980dMaFRhNyDNQZxFSf+rFtzYOFHcFLlTDQU
vbvyjph5ZAG2RemtGx657lXaWl+vqKsCtCLHRoeRIrAEJPvnlQIHiiqpkOqMnfdFOCX+UE3R2ciM
F2nN/BSc6O7+wwcHO8CVxTuWh9HlatMKI2oifR9IcTh8d1C4imM5pvJOi+9jGCf1x06KnfPtQdfU
8fKeZOKAqtd3yGq8sxkUCZZuUTp74sJvzDsJIQ7hIo4Z/rw9zN6yklbShkWGgM+7WVZ46avudI4o
dzs1RC9rRhBOlmThTWpiRZ7WZsrLjMOwOMgDdu6ItZxor/EMweDtEdbnfAqzpGAXW0Kcw6IL3491
87lsi/Jg5+4dVsYx0dKhXAuq8HL5eCLKvdoOUyAwUPnc1vP8Ra0y+16KcnU8W9bcv0Rq4/D2gjJ8
ELB3ZsldD2UNXTpC5XYVwwWLS2q2c6CiyO5ygMZAHdKqedQWRTlyF9+JilRnCQgwG6hZWZurXotz
e4mSdg6UZlB5gwjtFOud+sATG0hRUvxUZVv7nzmln3UtFT/+eiP9LoKjK44MHQqkl1/Z5BG/DIq1
BPoQzuGZnBI+mZuIOoy8ae6d+F05JL18sgC2HumJ7KwwyroAYehUre5Ym8yq11LIiNnEdYxJjeTi
JBcv7/RlTkAv29QWmhTbabmTsFZLk6E84pv+Nk3anFXCIkRMXtWYnG4/fK9n4Zg3Eqvs2AMjlY4h
nSINpvBTqSZL6Y3SnFexVwMULD0EziL5oVyUVJwoQJgqsrNpXPv6Kj7/TS7zpA6yJK9OvTpa8nBw
de3EFcSIgSng3A1gc5tBLKv2YaKpUyA34/xm66HuWXKd/mV/e43b9GPhDWmcO/LAzXYYjLwzlLiY
A0oLqeUri1z4ugbHH65GkZZ3k9HLB6+3ne0PIWQ1j6eZx8N83SV/ZLpIDIs0VeclcCgL4cvYDMPz
klryc4ms9UvXKVHpgplq64dMzrvvSSNjI3L7EOwcdzqWCIcAyqACse0j6HDupc5IZX7CAJtIzvrk
c4gnYI1y35Dnf1k1Wr8xkZO8FwwWZnmbKyKFAgjat5CD3KzmJ6H1uEbPqzDlQxkVxRH4auem4L22
qpT8Hm3rHIYnQ5KHCKsFthaNd6mtTx8TNIVfZa2X7yd7GtzeyeaD18vemiIMSIoNapDW7CakcWNO
lVLEcpBimeG1jaM/tmKOXUWohQ/0DcFAgMcfJDsRL6FWRweX8N6ckdhZra9+F683w8ejFQPkVZSA
IqT1o+gX6x2dofgxF4pSeWTYcXUy59Vq4/Y+Wv/cbUAh1eDwUIy4LvTakhpHWTMogSm0MUzQcVjy
/rnhpkYNILSlTvdUYSXh/24PuxdH0bTi9iAwcFNuDu2kyWWiShzMWMq0Exo02id7lhtPkeByIS+e
+s1Ed1HLp/yAcrOX59F649DSYKRgv+3iGjLdjnRsl2CgfJV4/Xp0WuoCjWJ9zp2sT910gBr+T4fG
UvyO3jmAxgx+O2qDofLX/mPrGaYRSMsHiyoUiDbVJ73UOUCDWIK4bLDTzDAhg3gUu7MsxtM8Np07
ykNzhz6l89CnyKKElS67rRYf4Xb2HnzA8laZw7UeDYDtMqghvR+ltsEvKaWh/j73pvg+ZZPktW2U
3CfzpJ0syaxAnfQNVfQlmatHp6OMoowRJ/L29tg5DaD2eGgDKkBwcYs5jbkBU3tUWSOUwe4NKnM+
0WYZTyhAimc1k+HIl2VcHxzCnV0JBIUo9xvDdw3Rjs2qpLs+B7MjtTKU4moevIzKTuRXpl0aaHq3
+Bna4SROqa5QNTyY905UpwZJj4dmNCI/29e+JlG565FEDOJZ1s8iXGq3seGP2oWl/H2uuhqX0O5G
Hg0/yM0J1KupGWj9cYfh7RvMbQrxjBMp3JGA96S2OJm67ZxmBQIPmlbf3V7g3VMIpoBjSBJHW2tz
hUplpbeSrLDCypB4gz4bz4qSZZVr4yz/OElVfYKIIF6MQueJPVFbd426ghl2+3fsffDVWJX3Hpgu
EFaXmz6Xq1ox2nXT6wome+WcnCIxq/jTJ9LBlHfSIUo5FFNWGXCyIvVyKA0jmh5WlBzw2FI/1Gbe
+mqiKB9uT2jnGrsYZRNPoroBltExSmfmytduysO30lLts9LYaDMqvf3JKsP8AYxVc9Lw5Ph6e/jt
wYUFzBblD/wt4kSgvpwkmWBiTPYyB1kTOk+2lddvWT2lX+W5SFJuEtUpXVSV9YP8ZDtr/K3w+6Ez
wrMC84tt86eg59OoqG8GwCgXcOkgdRxXS+r5Lis60Z9mMxEUWkX9qe7soTnlGdWvA3LMdiutv2FN
PyFc8Jq+ilmOMrbOnClWMNvpAM2Bnql+UpoUlEeetdZfQq7IPelm2ogGgRqgkr99a+YOgtFw+Kwg
IuP/UhRp7RVtWATm4owfZoxdIdLZR2Lv22zh96BUefnWLLO5jcuR3adCL0s7yMAfeY6wZ9BdXWd9
qvSseUaX02r9v91QUJ9R/QVRzfKS7F9uqFq0LF0s7GAOoVzLfdd/iCe5CYxeapNTI7XVJ9T8y+Xg
Jrjexwz7m6xJyQ1z0M2wWW9Uhp7HdhClqvGgaD2u2uSgzoc+7tVTUc6WN4fWdBSOtjGC77uCrda2
8OpOsAXRVFpuoh3vsIeE2SM6Y8WOcypMHa+c2591Z7MyEO0BoPG4BGzfsXrTh12E3HdQWBRgEE/v
z3VoqA8FtOODkLA7FOAIggJmHVeiT21V64kzpnZgLH381DaGCj+tFt6oRtXBZtkbivuMhzHdQxua
5eVmaSF5WfAenUD0Rv2kyPl4BgZlfB0H68jhbeckMJe1/7viI2jwXA7Fo9BB6r5wgl6KhpdmsTh+
iHAHYxjF71sxOQ+3F2xvZ6ABAnKc6vKKArkcb1IqNN6sRgnSJOsA/i/Zj1CNh4MPuLftgVHS9KUA
teJhL0eBtwPMhKwusK0KR/G5aFuQJlZnPAjIvOGdZoTl3aAl9hE8Y12ZP58h68ZfpfhWvMnvMt3l
wFbYgg7tMy0QaqcsLv6J86OO1dl9a0hK6AFAVO8KU57f9Th1S15oFIcY1m3y9/snYFsEbwwlnyvI
S1Wyd5zIVIOxr3WYYrpVnZq8ys9NMQ2oPpm5IEtIk9xd1Jz+0u313fvy1ip9SIEUEPSWHDwSDmpd
j7TAiltsAifR3A8lBySR4ubTnEi222IEfPD429tUa2RdJw0bf3tewN5IlLNiJdCQjT8ltO3+Tbqq
/uf21K5yPb4sll+Ulo0VNUvSd7m4clnZMbB5NShLJ30sadL4ZtdiqCZ1qk+P3QLaJonnOsKEPe/m
pTq1iXMkpLzzgTFD1PnE7DHUodbY8UfNRjWQLVsKRwkmQx/0yMc+u9U9BEwKxSsmbco6f6B/Fake
jDfOiHf7I+zsLhzCqQvT/DbMK8pVog39YLayHvRjFD0lha18jqrOOsfIVXXevEzFL80qpZNt90dV
6Z1QRU1hLe4TFdeFuJw590nVzlmtB0kCYeAeubre8Fo4Nm9aOxki9utulNXoIJTsxGLkYFhzsDEM
a2/QP2FUO/KITlEwIdPlh8bSfoTnYEOE1sz72992J3jwjuEtsxI/1+L75QSRU4jEKIQaSFpaVueu
UUfzNDSR0A0AtshTejEPCuNl1KUy+VRjBP1QjsIRf3+a0A9hcfnULPT2O2Mk0ZAdOSrWyE7uuF2i
575tCX052Eo764lgBiuJ6ylC89vjZM+jard6ogVd4kT/qyhINe5i1K0ftfbo9vFwRCjeOToruJ+S
J+04JrDZQIuNPlKlllowjPLyPR8z2oDt8iEZhH0Hunh8t6ROcVCO25sk50XmGl8H3uKddHXoMQWO
tSBv8dO2x0EHbwQmVjF63edhfAQC3x2PBi87iAc49Y/LPYSqGtnrgFRqkurJyQr1CTJWU3oIceZ3
JDD9w+09uxMPKG5AF2Y4KsnO+nv+CEcZN0HaL8IM8nBQkbWhZuxM/8TxbPc+ptPKFN2HrUOzF/H5
WJrOI8qZRyDPncBM1R98lQOrdhUyWxf+jx+BGEkl4i43A7vWbSE8pVBi8WUseosUo0lq+Z2RpsOg
+p2TlulngCMo+XmtWs29m4dTdpT+Xn8Unk1YgPG4ofJ7JW85ObhszFVtBiUV9tyPqrZ/zFJj8CJN
zz5kqDB9sNvMebW18j9c/4wNvJuGEhURAPOX32LqFyhCbK5gzJdh8rhLUH2M+iqzPEmuxPButLtk
8Ci/KZHbgnX/dXtDXMdLNjtiONxM9L1R8bocf1G7SkmkUA+wNq90dymL8W4oFjN1a1nLD0LVdcRc
B1u1JgHCgqdYf8yfC5+q3IR6aQRWmcy+ncblOatj614b208kIOGrg7vSS6nF5d3SD2l5EMF2h+cb
U+7U1xLU5lsnfSIMzJX0gPHmdyDS6KQVRvhxjBW0HuZQPMc9cNjTaOVicvWWF/BBurX7tREpXr8C
kXrbm3JQDrOsxeI6Nori8yznH1t1rB6SaTo66HsjQS4l8wG6Qva+OejNUqW1Gdt6INXxPU4O4Y8o
0eWzPkzxX1b0wIesiAkEKDEfYWU3IYzrti7REzKAqjiteI/qEkpaZ1ADxfS+iHu8Gk/YEztv4Dnl
KFjQ4H39+y28evRw+WHJeGUNlmhZmhu1aQTZMmpBk7fTRzmuezeu8XW6PdR15ro2/EB00zNZbefW
//7HBs7mTOurwTECKUIDzYPnDXQ7MrXy6+1xrq8FhC+p6FAX51a/utMXjCqELmor4L0cnxV7+oAm
8xC7WShrbhUuR4Wsvd1C7QzRAcIfFZ7NwYwEd2HdM16oD/Pktq3Ga6gby/LeHEpxsGHWY3b56GJy
kILXIgCX0LZzKtXCqnnmWEFl5+YrZPWxCRxcVYqfsz3pzXd1RLfcbcKu0g9uv73PSoBBgHFtpFPq
v1w+u+tHQ85CM2hkWuaubUi2JyrD8KQiTzNXqbJ//34dSZWIr7RKOSPrzfPHfmm0WrWryDYDhIpE
d2/nWt64epdHL0NTOKMPXeqoVrb3dQHWsH1Iu4EzbZZyqAdbG2bJJOMX9ft6KIf72KrNF0P0+f2S
RHLr5XZSHtUF9+5Q4hn5sEZWcWUYQ9zMkEJkB1mNLrwOVCQP1ibL36WJSE+K0c2zP6JF82nq5b80
fuDapiICNhLXDlI3LtPLr6xWOHQlcWIHZSj1Xrzkkp8UcXIeaxn/PLwJD7bRzmmBPmGjSrCq4l4l
/r0qV60iMx5FXeMBgJ79DlWm4tuo2cpBdXdnx7J7VoXA9cteVXetiUesXs9U5kyh+XjUIYsYQglZ
cmWAXWQdEYt2x6PySHqG1hgtqctPmQ55aFohBciyG2p4yZLzvJiF+HeR5/a5yIYjWPjep6SWjDKZ
BiMHqtvleIk1YMstzSYAy7I8tVPHbZwC/Jy0WTqC91+1GknvVrnDNbeHTofm9eVgaVmINnciJ0DE
3Dh3RSJ9LuwU89Wyns+p0TSeLmkZUdaah5OC7mfkWqGhfKUoqx3Apq6PCz9l7fityky0XzaBwUzI
semDOFxXyNtCPoq/lrOhDP6SdPmDqczaq67XUXVGM6H8fjsobXWO1zQXUhcofAwiwJhqm1tMbexI
xXbWCfJFlaHYlmXrjpbTfm/lZMjdSS+GB90pel8KK6l3jcrCSdBwOj0/zfpgfy3x+nmxJPvoHBOm
NtELhTWSYZ4m69miZ7V9D0W1EFnVSGhSKioAocrIMs2jPNZ1XpxFheaaRSjnp2GerQ+NwUPf7Zp5
onvYY4uHqtTYlCdDcvovGAsbmt/H4AA8R+t5V2l5ZTQnU0EGKkTPw/AXpKk0b5p0DHmRo5pO8E7m
5XXt89wrIpckbzTCVJs9VEnVqfPS1EG4xit0NVd6b0JEKurdcSmUdPGGdkjC53SRy+wr3a5m+B7J
ap2cS5Mc4R7+Shq3rkhNI3yVerXpVDcsNGtCHiaX5ggXHrtpxl9DtX7ke3MeRslEd7UYx8+63kTJ
04T7c3+OsX+W/6G0UM0vIqnK5EETuuS8GWNs2fehPNNEdFuuAGVwnXoI27sKbiDmU+oSOcWjaPIB
keo0MqMHUxY6/jGDHSrvDbsG8ZqJfhBenESTubgGvCyBYqDMF1qybPnVJ/Kc966iL6l4mBsV7pYz
201y10ZjXbybbTHoL3GEoH+Ap7Ke3Kl6m9vIRKuob7lQnYv7Wjhy/lDCOJ2+AM2YCq9U8ib0VWc2
dcT8mjm7T2xKvb6GAcbsovZgGGepaUPbx1pBKTzaP1GNQ0ukth/GXlGXnwgIqdqTNBrYN0MDznHX
coy5aJ6lCWqdO9j0I9/3phkvPw2pyZKzjWVJ/NT1+Cacp0ySuw9WVObLXWaiz3yCyr+yqZQCEkEA
um2Ipgfgr4vjNXk+2W84MlbTL9rak4LiusnL8DE3UQD+gUFCWYnT2I1zYvgjfGvdq2rMYVtX0ZY6
z107LqO4cC2t1nrVm+ixrQrJFZytL2qPrB0OzaHUVU9OPovwhG9Yl3RurlWRlKJUhLLVu8Usaa9J
1dSN9yqkIf63JU8qkXh0hMw4eQqXzmqeEgkKGoam5qzlyimpS2W5n+hnYcHcgAeVniNtbbh7Tge7
PfZIFpL6K0yyunhUENmRzpTL+zr3nVwa9DtrTlVE+4WGjDM63Lpjd6OrzPUYj3CEF5B1p6LhkBZu
2YbCfCwdCzLxQpOkekAAv3XeKyLRUtNTegx0n4cwitqfUbhkiYe2R9oqfmwWfdt6WGMD+tGd2sxQ
Ww4lApMzjnxij75EjOCyUsX06069sSilb6TLtPilBCLVnXrJsb5LqBGt+ESlemqGOa3cUMk6x13p
RsVr1kpT73dCoHvj8M6lwF00InulJmNLyKeHnTgvNc091dPU2FSfLVqcyykcWl191xtmbTzMtsVT
6pRXAEju1Dks6m9hQZPgsSxMe/k05kM9xZ40t73ipuOSRT9F0vTAemQlTBzy2bSWF9lTJdls76Df
l6CeJKvCvWZZFjkkVtl9JO5Tubb6B6hhaf40ya06v2+NuW1H0K5R6ARTExmLW1Sppf/MKhXrcFdO
xyF1E82RVjjqYMnhz1AvpPm7JirRvKL8OYnHBlnD7GOUROi5QMWJ0Nqi6qRTd0f+y62dRXfeh43c
y48xjMolSCWzVdWHuJqtULhtRfPgpEYdChvnwjDBSyBeXJjfYq2Woh9JPzQGCCFal36s9ml/lwkh
12e1H9TokcVtxA+B1ETzhNeuNMuuqWcyZwENpHj8t4/KbDlDDbPT3FV6YxjuoxFBCq4Zu1N+UN+X
o8hF7FGeP0phw/+k2UmY3TfqjL5dRrUuehFt3Q/PSlxLw4Ms2mJ6ZYNYpqeNU917ZqO34m4wlam+
j9VBju/nTij5Y1o20/DvXFlWugRNF9F6ModcSR+6rhrxsZ0TMRCkhERDSI2aRPk+AGBoH1K7Lvvz
1Mnh9L0UXCieDRgJbVWzslcJTC1qVqHqUdht+7o4lY7Mb1jrMDfkKNblb9BChfFYxvM8d+d8Qmzq
DQ0o5B9Gm0tBOXPtFP2dI0xHtJhtwYf0YwgXneWJJU0rLw3HUdxzB9b1Z4QxqvYNpJw8V77Zo2r8
bZrZPlwWU1taPHLAL4kXFTv7+SGzgaA9W2ZMbRP6PRLi9H2n0vGQEjWrh0Lu/4+jM2uSE9eC8C8i
gn15Zanq3W233W77hbA9NqsAgQRCv/5+dV8mJsLjaboK6ZyTmSezc+752Un8Zo/z6L61Daf63mVC
NXeL43dIzKNoPrt8DLPuaVdxrZhMt3T8FcVOfDxqeJCbYa4azugdBmAYP85xOWKfNFnOzJ2IkCrM
FM1h866DjE595CeYdnzVSH7UFzDmcC7p2GewyXWJlnjJkakxrWQSoeDrCa49VVOfIjzIRSTmlNzR
uSMsaaGLfpY9ueDVsKdOoHIUy01XClaunWJy0njTuTK0obnGWGS+a0+9Uiwk8t2C79bHgkN0YXzX
kCRi81sSSvaYTe7cVgOuY+2PKJ6z8yGIzRoelQlEcjwgfE+zH3rbne5Ls2e+xvx002twt65JneVm
U2wU5aOMF1+WLueU6HZyIr5pF8Xwk7Zh7Vx3O3VdW6EY7pIFn8i4s7+G7VjGf9sqXZ5wBunOXomF
kfZ97ttw6IuFidkWZyhIfitMqPhOyTDLzCersuC8kEMCu/Q7cOwuw4I6aeq3GtuCCzEoUiEv20x7
ndhL9F+a7mznR7gzFlxLdj5qfHq82ycyoqD8j1tpMpWaxVjia8BS5ulbfKMna0f52kuHr+o8SC4s
kNe4Ue4sWfRvbIfuLVnXdqdyE4f0oPW+0Z81Rj8O5qz/yG6DhXdIzZPV2SbOUpBFHP2I+jTtXpZl
SofruKXrdNXTQAPu4oHBnjMePhcWO4n100vtg4cSwJrxrNqbXo61jhJ+GnLn6zlvtZcvu9r/61KN
t3OaNt3PNaib9zU4XWSNTbJ7l07o8S0Imjr6ZEZ79BUiEI2rzqDcObuy7BIOF30mUj+ZQazNnedo
lJuyo4w+iHE63kwQ1OZVytTJftTT4HU5O8PxlxAA2fni4CV5/JGCcAxv9vagoO2rX08b8XWaYI+8
R9cV+r+BBbihGMMlfNvUHLwSgGzDPJv8TD7iITiU520R6N6dXZw5lsSovhSeiumEccaktSMg0hRn
c3rzldu2ie4WfzMhobDB9rbAAnQUBT6mv+scyrVIPNxlyzSudVPO4dK+1TsvZOEljnjrZrn8N6Sp
qq9+pufzpxVJMP53Wlw+izMZYt7mdvFcU2L/SWJPe8Bc/qTB1NlnZ5Dz8a58HOZQ7jZG3Flsc7DK
FE4vnuiTFpDsbaCZWSnmkn69lslnylvnPhyQk2GZpWeoc+x8U/fS8bpakQdNn/yr0W4xnGWMh9cG
7cpylT3dcnGccz2gCdhD/eqvUIhP2luO4yN0oK3yZdbHVBE/0WR3wwxpQBNlm+ba67gJolIKP+b1
iQKTVCpsE4KzTgJ6Mo9r8GnftdtdvbBx4o72LovnXO+R+2UcRvO3dyexlxFP8nUInExVlLDQz+N0
389Ptj69jCkqpE0gdd2eWVdazA2WIhqlHMrh3PG3h14WbdlLj9xpJ22S5W5mvzz7QfkUUdVTpZwr
ZJqxdW5dd3XKY2YhDK46FdN1CNKtfmnXIWi+D8maTNWxuFtw7Y/QnYuzjaL1gmtNdzxv56phlJZp
m3+BmuixcpKBEtcEXGc/ZG9n//6mAexYUjhMdtcERzB/D8I9vpLevCL9EcGpRS4GM7RVdsTd8cpk
kRxloIa0R6opPXvvLyyOMi1imTzUj+6c9g3HOuiTB24QpK55tKZrXPSD1JcGKf9exkcmFj5RX8F9
+0bUJXk6R1KwatfKq2VRS+Vh2gzi+7y6wX4RbrDYMtFGn+WQzjVpN8TOuPeG5Li48scV/85+GVhH
DIaoOb/aY01cUu3G+SymGSdwlyNEi9XcMVedRn21oKgIKVBoZwfS3s1TQudOHzdj9xjVJvHkq7MH
lNqjIC3R8wHmY/iIcU/dh0SNXljWUm6pYSRum4QGlrXzJ2l3Dz8uriLc/0Kz/O3UEEgWBv3zfI4F
dvQvzM5T+LvlGxWlxuuf9233FDNcE/KjtmxCZuoZHb+dNerTsteaIchgv/WRIpLn7K1O8HGGQWfu
PVmPkDV+ewT3XqPV+rD4xNEXbXoOU965W/aG42H0jdjv82dEL+vmRu6YSk76XFJ2U7xzrDjFwVoM
8dmkv8iMc/vC0XAubKSOFi/xZQjuAzuGnwXzFkDJ5mXy/pwcIsKkNwVxjnHImZbLOm8q74yD3Wid
ZkaUjjlNWszLvH/Sg4dMyGsNyoaxr331OMzhyX3Ailjeg0/25ekFa5vPt2DfO9MNTVC08xJ+gHhk
3WXuUhUUjVgmWUisdZaqtwsariBtk5DQ2qGd8ikV8Umcn6DMWcGe7LZNbpyHvkr/ZfvW/Jha7MTz
JGzjf+6aNb9jm1hRHD1WVEG2Lh5/VJ/PkXNTJrhjtCf0HFnvVEsWNmPuL030cUAI/2vNLvaiJaXj
LOJsFz8HUtzbYum4BkpE4zPTz9JP9b3tXU3264yC2A/GLkLxCaJSqrCj2ycbPvTyAK+F35FxDpkP
kMwmlzhcfI1XhpO8803cV2YYEweFXDIOxcH2KDu3hx6W0nHU5nCXJvrzdIg1K2pQjCdnx/wu34X2
tkqGZ4MzOk2mkwfbeTP6Ds9aF7O/ii4XVk9e0TGctMUxr1mS46/YfpqMe655jBGhve7MIJ/iob1J
zuvI7BeW64mtpi9QT6RdsX1rQm0/WARm7jtqaUEHpMHgusEm5Kv2+3kujiQc/jCezWwJO+u53pnb
2XvaSdjwCk92HXFoe8YmcXZu3msa2AF7BDfbX50wHHTZnScB6xNyqacDN5pn1iZGhlUuSEwLm235
52997FY18VAL1krOfFWCO7pELdVvRYL3P8XS4K6ajw1jce6YDObUZhOeqlu8+v+cjpjlwtuwUSl4
y8a12PF4/RLyZF6F1qtpK+WexpZtd2KpNwBaJPnQafF1mXxz5KlZqA7tRkNfNnHn/RGBa/ZSz57X
lz3AI8/S9DGlGSHVqw4MaVlT7LS/Zl9NA2u9g+vkDLSo3SM9HiUdpWouluHkGakVKCj2thEDnWHj
ocK8Kt5xaR1YGUkTFX8/ZoZslTamYe6N1Ts8+RTlQWQDn9vZBgavPBd95dEjDazNhlVZtim+4H5L
aXBS2zITeEGvaz7jWwfnkyDQlrOK/0uc24qq8M+u8IdEktBxcm5c731ot/Q22Ua/l673fpohPcps
PbHVceupf9E7YAu3SZ1+lc25dpc1iCm4LYofmUt0N2Agsw0+MCv1RlYpooWxHOzgjmM2BVyU0hP5
dmwmyPtAhkk5+fZs+H8fosKcaWHLP8CpLke41B6lZ5t55NOhTOSb8byaPTgRstM7nTE9aELixE1Q
Hx95LYedPdTG22WeLL3fYCA4C1F6U+q+xN2mXIqzizkkkunML5q4z/4Lg7ljl42L76Pz26jL4zrB
czFZ9/kz/Y/Crjog3TM/YzKJc59u4PiMeLFGIHDyWJKTK4tABSMuoup0aHqWRR5F0o0m/BTXKHr5
RDz/wnY/CJcn3Kguo27qftMx+GzeSO38d8zbEFVmXOO3iaIsilm3C/O1m7b/3F7NqgJ+On8Kf9Zz
KTRTW65aNtMKS/bJ9oZwuRGf2kSZ7WV2A/mQ7HH31vVrqvO59fpnTZGeLjZF5vswKslDTjrxZtgF
XS9VM4mamM1D9UVvljGiuQ9gHkP6+LsBMDEpMFxnD4+F8LjOebfsXAgAifaCnG2cLyG403kBP2Ro
mQlezcnxtNT1ea/bIsQuWhVNxA5vRXOx9o8jOHNXuTAq2Vd3tzW4ZnyMDIrYMJ+H06WVxO+SmX9R
Yqh87faf484J3XufE3MULMZO+s/ouCij53EN9ZMngfjva80Owl3dWUJCM3qBpSTydn1bAtsDu+DS
hMhi8iWoMFOyKuS5Jczoix8+n7DpXm4mPB7QWseRf23MRhbEueuW/0QlYXNPL2LcIhWONbkb4JBR
QJjCNXkT4Ul3i8Ehrki7iD0d1Yb86aiPfSFt6DjFs+PYSZV7GHKCfSKu3Du3RwTYrUs8XLFC73to
EDRHBSuPblYwke9dDsHeblch9cT4la1H9JFEfbJfkg08qBiV7kUOHKrUn6UzEYSCw+xZ9E2aiHJK
Izw0c5tOXcoL4M7eDQ7+f9Ok7VfLTDN8Tq1/vCNf65ZiWWJ+1KSIwXhue9D169Ro502B8Pq5XMXa
wUDtczIXu3U8lrHmOv4X+gsFbsL9ReSyyxiBJ5KuOfdIe5zqYCoyhfU3/37JlJTXCdnFe4PmUhR7
wzq39KPZXupIr+/rkA0qP3nT+nJk3hN4j0DoVFR6IMNg3tqkChORfBLkvXCA20O5lyEeue247pcq
yTpnKKAWzi++dNIPt3HS/iFtrPZefSkF/Y1P81axnbytOVVFBs831FYSAHhae58gyPrSsbOxlcfW
IhkdBIfy4tkdu3GOtD6KrGX2vWcJpX6VrmpkpZfI+0LNzZqyFu70sR06krm92bY8diSAhhXoKqNP
dgTBlxG0tMsXEoJ/DwmJGeTXcAmwQK0X4Iiu4Q+bpfWDQsehvCdv0eqiCYX+x3fv/NU6m5Z8oB/4
h98lw80093bM3TU0cBGy6W6+UXAIl6wfm75Sw541VT8dc1qMyTb+mQO7bNWC4wn11577y6yi4Hd4
G3zyzTI+XBkGRANRPM4PU8qsXZ5p69flsez6Ryfm+FcMH/iv9rr5V5M5OALWtbN6uWtD31QUF7qq
fhOAYZvAkOVpIHGpIiJwm8sBPIDfmakuX6Lh/DTu2yoK1Z/RZ77b5OQwh9N7KJN5wPGkvTnbtnv0
Lhh2vCJdrA5pX+NEFzybmC/NMO3ghltK+aox6ZjyObStqTQ39PPtVH7DAKtei5RtM1HVUBn2EgP0
vEmT3FwSouPbSoqQKbtBWHl3+ka/oWOZ2jJclX2VGxWuSqdZ28cOUPisGLP4ujoMHLJC7A5UkE8+
XsPHvod9EeOEsBaqlsFRLEAkU7WS5aPyTKMkyyMztoxqGBTzObdT3BVWhfZF6JvcS9D7Gr7UPpNA
BVuXlMkq07Ifd0x3YgwYL2AJfnMJ3c388ajpcdWcornfsQkbyslAjkDMbXjiHHUL+tGHc3vR4cQn
OOFbO+ez7No3Pcdg6ry708fsGUOvdMTHUAhMHpdc6Xl6tbKTssTTu/8G1e52BSy3/VvvDEZlM45r
VCxDl76ZWcrkKq2sf2azMz4czqr0UxOH7X0XtVtMe+8d3/roUH7Ro6wwUEtqOkv2ikjfVl3b3w9W
JtklrTFoLiKYI4fJTrUPYC2HyiOo2wcZohHP/dWuR7G7W/uICmlYizH266UcKDQPTMMSx4FkDVQp
NjJfivVEcFLIdWlvqFs2u+wQgGsCoe4zVO7Q3EJCpG2+bRg1ySqCd6IfoxPry6Fx1Bv99Lzne0Ce
ZX60g8/CNyvn/4I6ZUV48Gf7zC9u2+coctrjoTt3Rn1fRM2vFB8mJ193QOjiFsv7TGB1z91NZPaP
5UxB0NPOEHzWy1F/2PV06vwUqawLDTZxXhqW595dw46nCyv3o25j51vYuPUvcgO2lL5nAKs+bcai
LvDrkLMhPLsPa9DMxFB6bfQY0JPuRRCe0ze7NvU/ww185gzRw6eQPdIgB/efdW4wWvWKxvWcH71x
8DgfMkbAAhm17SuHdDT4vWA2fi7qKR0LoZ2bQG/wgZ+GJcPjaI95EctjZ4uwCpXtaPXOJYrzWC+4
88xZk3QlK+R6K9MghUxkNOZ8mH49YEacaBI5K09yL481YhZw1/YMHiItHa/Y9QZCtIT79JqQosXG
rVFke2EjJv7rTTahSaqF+Uj25WguZ5Q5ewletNf3TrNO/ouDeHS8NDFgL+W6S54wxj58IBzRfXga
D0MaX38WoAXMieQryHO/eOHosdoVu1TKZfc4G4k8JX3nabrvwcLrd0naVsl8tlP7N5WpxUzcUx3/
2yZpw9KBLuXvC/9I7zommvSioxYEzXhdcM3Cdmyvzgi5cF2XadlfFNukSe5PByAgvMfOnLzSyVZs
Dsm0oJvtO+Y37ugLuq/6uKs9pSV9iO997U3S2ivYNY3sJtpjKBO8a8ynjoVgTs4ogG1vL/oXNp1W
nOvHY/UoEiSKjxx4Yt9AAjN7HHkTx8dy7dTmV6INpbrMiyZU/NTpMuQgCJl7F4dj9J07lZeTkIiB
t288mjMPYh05FHiaEtbS1/NxGVYFQnk46swdEKsuV7B84PRNb3pcBFWaFYcbd7Lw+5b+MWNYHvN6
yjDdm0Gmv/uc1ro0q0/yxGw0UV68evxTNt7wIPote7Ozw3FG8gb6uE/2tsAVmv7XCYVDVzMhW6ja
5vS9u95bT0tXF9W/ApFhShuYUdvSTZz2IcF957tqW1TMXroyJ6Auycaqjw+10NYjuUDn5mLAPex7
5xQwC9E7y7n9XmBfMNhSaz/8mGRjMLeRQfqMQSONu+sd6xP8xdxcIQ098ZAmUT08O+Lcmq9smUnn
DrEJJd+z4Q7xv3jnj6zTEk5MYLnwGMmuV995IzY/XyOFcUZP5wA2X/tHT9J9vEP4BSLoq65dEq77
pNvTS3PUkFxOFHzJ1rr1K2Mmh/96iDsXa+hmpkF32UZ9vgnszpcDAEa8cwxbMeR1dvjn8zh5vXg7
qPnvdeOL8w37QD5yLLFSUcHwzr/DNdjEhcciopOIgjr4tCk2+n4MxlPyuUbWra+H325VutPd382T
oCQuFquUPFzD+KeZA4WNtODQ3c04rgd37rFM7luIfMGW5ynCrdrSeOVSxjfm5BpU9rPbCXESGLjD
G+XWW9voOgFcebmcIHSezgXkIQ9pWRXRS4Z/DiDflqEc26fo3odRTz7GBEEKG0vZbl4Xo/hCjUx9
BV7aR/Nbv7WOKOweyP6R6LMsuCwkLmSvdo9356LieV8qXBTF/NimRNnlgQ+FehfZyd2hmoNOFfMU
HvNT241svd4+pONxymwUfz2wqjcvHm9YQy8DmRe92WgjPKNC+rjKvgo7BmOaSXKWngeznH+mU1C3
dsrO3Zr69fsB7sTq0W7gwoJRp0ku9bruZT0062+9Q/tVcGPDT4tAqK3IUxuzco/PiX1j1Y4vexSf
4r5xtC6Ag/ZCuu1nBuqVO234RL15r+O0LrJ4XX+Ph17vudGiD6J7QyZKMjh/WnbunBfvCBl2NzYA
ODHpL6Jal/fkiL4PuHRgPTYu35o97XJeEZkHQnNxleEwT9dubcZ3T5kwvrjLqIAKWvMzCU2WUavG
Wv83Bt7wErukpKPemGOdh1Ja50FnXToX6HLAQvt1xbhG7VH212oFVcE2eXfXyCgj0dAAXNV1k/yR
QdiEF6p/Fn6Zk3PxLy3dmilF3wxYL7pDnEd7F/t3ZIPZK6R58AjeBa4XzuKLjxT1Ar6RTrnTtfuf
0MfdfEMawX0T9qpa06XfL8c0K3MJusy3n3qBb1AbYRFSwfhPlRu1WLKxPhaVKVMJRE7SR7/6qQUG
SPXtemmas/4Njb38SvvzE0LzbCqHhKCIXK/ZRPH0Wa/LN2dCYeZIP6nWRgGObuSO69Iear+Sbxyu
RaxcoYiIpUblLZmpbsmrk805t+s60kgyWihjd5djGzIsEDihP+/1sd1vHRu+DE3Z8JMGQbygdHUZ
weI1ult5JwOmMR2gzVyaIb2MY9f+w60rBupmmvsR4KfkMZ6l55+5YVuhOOql+5u0fClRZFv1mX3T
JEc+N7SQb3p66SOTjBeStNbgQ57p9PdYzADY7CqQ6US153eccxvGA3sDgCLPdZ4Gka3Zx4kCKHjp
g2n/aO2qJ5BGYZy7etRjjzBnzQ6uFdQruY2cIymFdDj9qfLhC1fUxNegtkl9kW7Src/SGY8Yuq+N
/rbp7P6HJLbZcrbxXffLSVfE+k7QHf3bObqsTop0T/8Sh8jJqU0/VNNktvYaHQnM60oT9oSkanhA
Y+Xhd9Kg5gj5rhx4DLNVKhrm5QuvIAPgIszgXVzlbkfRxb1cq4PmV5YsJc3qr1pavaPF8Sk2Dve/
d+exxwSkKQHZygC2ZH86VyM9fpzMkI9ToJtr16dEtTO1qJYefYq2S+tFzVEgEJqyqRiRgAxlnXhk
KoyZoYVfbcxTxTXT35ggO7vo7AyZtZk5lttS9baVth0Wp/B6b/kej4ho8qMLNf4i0vZpvuumRtyQ
BaCjAUYXGc1NSDFInTbZ8hWtP2KwIx66h2b1MpObZYn+OmqftpfT2WnuQotLJFIUcoAGbEn/EA2m
5mILV6NIH2uQzxwpotXynNTo5PXZL/phtPb0L7fJAPDL5S2KDxD3nKob1pU6qV55ZhKC55rFygra
AeVHpvoMyVGoOxpHByDllrGE4qVHXcQgfUqojIUA1PUhnlsb3yXs/KlSRWtz3o/NELZVxy8TXXYT
pjukTzS1eTz10XNr+vHz0pr1OwNNzcDtuNOXpvaie2qNcsvMaskkaqcbVK9H534VthE5m9ZzX9Xd
On05oXF/9+bMXsIlWA76mLX7p2gpAZxhYOei0RD6AN129++SM6D3Qt72qXfP/a/rdMOeG8RzQS5k
Jh77uVf3EqARBxa4rltn6hHSLEb/L0O7QHgY+OLrnIihL1fpQb0NWzN6+RA3blJ4qTI/xlaYe+q9
fSTg04XbDNtmLLmdPjfW5d+gTg5Wqh0vLcd0PLFhPlo++KR2kbPF3nxEOfTHmVUqDdcHvx+P9xCX
+KiY63o2VXec44OBmZsfcBwdQxy5HR2x1Cj7V785hv1xJy7xXzcho8zZyseb1ocACwg39tb305/j
y8aWD2oCH2fNy0RHfTO66npGE0duCZDJUI+5shnNuG+65VuU9uIv9yECkKEZ21c3ddvqVuptmeog
rf+mSAIvaVpDtPZeNKIWkfX6XuOCARlLY5xeo6yOxnIQE3cBlRyTQr9FQMShGUMKmjmpESZcD01s
A9uxiDGa47Kj2X/KrKG+gFaPW4Hbse0qJB7Qxs68q/HL0HvTj1CAUBRH6Ing/55r41MyNwJWy9fL
cpZd67eQaOgrK7gfNV43fk8kpyqKRA7aNE3w97zGVbS23VKOsQzhF4KeocFYXLCvkjFielGZdo/7
GrAIkpTwVCnP/ssGXT5Uqm368W2sB/aZeh6X3kHwKxJOBAFCCKkb3qmuVgNfBG6XD2TRzKqI7BCC
LzqoFJ62hlGppP413tViO8e0HR0OkgUx+eB9sTO6dwOie2b/E8eaQvnY5eSqHyddjolS/5lhaGoe
OiUQFJgfua5m+PkdJ3Prl1DEUVugJAzcYnTr5FcUGcwYDMR1aRrJsv08ZO0lIYj8aQyP9Q+fqvPX
Xc5lqSRDqHsXTEkCdYaEEnaqbmhCk95fNQrDft5+I7FmYkdA7j+T626/bhynuehqZ3886cVN5U29
+xtf8+PpxG+rvR6Om345WDYJc38c9XoXa0s3Gwk1+AUHpR9Z2sWtsAjEjjGWQkUKkiXrmUZhxqaJ
AaFO3m10Atsofw+yu3Cpl/p1G8Omuz8RdMRFEu6HwLUqCTTxgV3kXzpncSkAmjTRUlp8dWHNx8y9
nnEMx7d64/ZisQuSxeDV28wbijo/yms3OaAL1izbr2FtTH13+CuKJ9UTQB0tKQ3J0Kd9cM8QxCqb
5rRHBXfl4bDIDvx3sWMfvOAbikDE85fOK93NAq4CxuokbyLjLvTik2m/t12XOj8tA1RznQHFxoI3
dN49oteW6binQEZ7iUYVPM8gPUpKQmdRZId4UyUXnYB5FscRxcfdgd+PKOLBt5RsVHIN7/RCOZlj
4f7KELX+7SPljzxCvUVXjyEkuf1NanN/chzf4FJ7XaxOnfI3ZcNNjdDG/dI18YFAmRWoPg8duBWT
bOKjr9GWPWOb27SX4JjM92FQa1ccXR8Hl5DZDJqGTGJ91Xo1XAFZMnj3m0O9vg4djrtPZNgtzoX5
KyFZFjorudJjgWL2gHjuHTssjlPKY18fA6UJdZhq7oE0Hfh4HUf+t49xrK9pp+qQDqQbLBeOE65P
seHLK4Ts9s9KoOYEF4rWIM/Wm8zegdadLlFt++aTHQOVlbEOQn2JqRHJPz9ZkndWYmtzMXCYyUOf
pdvvgHMN/iF8ELklJhwrdwFs8ckTDWoVu06ioHlan73F7R97bwsvg7Mfz9nSepgLUBJeZpIMviGR
JObejqw0IApMt+BZI304mJuD4POShLYpVol36QMhrOHXaJXZJxHKcyjh+gWZjXs0vbEEGIjHBvnH
DrbcuvBjae3c6UwCq8Rm9t0qgXJkpgn791M3yn4T/RwPd5bf+IWV0AEjtxhBzNUZ/OWJfSCkLnJn
Q+KmE+klZZtNXYp63MQlKs+jycNDhfS6NmIwToKNdXMnxJoDZWIoYJKyWoGiYYVaYIra/MMhMjuv
CTtHZ9lndv2DKhYtcAu2raA2Qns52MWuvK6tH7DDVUu1B6b7dm4x79qNzfxyng1zO6TqTT7etMot
1N51P4wD7JvH1GGErvXPUWzJE0S1+YwU5fyPnaiEPQNgbhAaRK64l7SDmJ/2LkT3Mh17WOku6t/1
4gHDHFTC0kV0e+YLzM4XdDL6j9lRTjIY9MlrEN+CsqcWi7Ibpr886sakD1s7Z19nKOMXkmHGv1um
maY2rFMeejlEr52/75/m1dMf7hJkNB3ZfnySPBxA/xKN33tJU29VpE2uljX8KywnFdkWXm9DE4lH
Ia1L38UaXhlmrnmWwoVKpJaIKCFVdrUitn88DfC+7DdxvorEh0qZfs5+pK8Zobz8JnYLmYamugHH
VadjeRnMtFytl0x/FzMG96qO4vtNu9O3zdu8xybcHGjUkJEompa2zGaovmjznxFQ6oo5+viM9PS/
dtobPg8eZupxJnJGj84CZyaULKK2d2Ob/WL/DouP/sY/LfLqJov6hA4u/nY70NfBh9JzDI992LC7
m4JGXdMpfWoWAHA/PMMcK18I5kiOPxDyZi9wv5csGz9PY+pDb1JrizkLL/1+bo8NXg+Tq3+iUPgr
9IEUYTofZySKOX9K7GgQm6dt2eav9YpxZtEtKHGOb93iMF7h9qkLlS77XKKUi7+ltwysKkq2oJiY
NZ+jNk7QiC9q/S+OrR9fBm9Mnu02yvtji7cG6HeVKOHTGfFIt7+wt87bDWaA2jud9Hax8z7rqu2H
EzObxUuKOB2iD+Vb57NlAfR/HJ3JcuO4EkW/CBGch61mybY822VvGK6qLs4gQIID+PXv6K072mVL
JJCZ99ybH32CKaTo8v6xEzL/O8OLU1qR4vATtYHzOdJQfIteBG9StO4janb35AxNe9G5mIedU9T+
IeeuuHe7qd2nDKLvUPWpkkfrtf86MEtAm24pNkmgov0IOYT+7qVXa8IbaTSZPXPW5tutYaM2TepW
lwa9+JjASCOYkbb+EUmb/Bhu/YuHXPovbSGO4quLTqJh+Udm1tQ5+gApsTyQWinfc9dQxSda3zEq
w7be5qt69TLj/IQ4T/aUAYi3k2Zel67el+gDUNG19vbj0AfvCe/KqZ6nEjljYpBZ1q859/aTG/v8
KNHH3u8yvZkuljCH9wvthTO3QT305ADqnpbuAXEt/kjztb2nRGaFL2dX/OTWQfPJ5Rwj3WXexRGE
fgJB2KxjJ13pHJc5ae4cCZkNOCQk8orbLr/9QBTPS4QvpykrcY1lvbysVe8tG3/Q3mFSXvktpsz/
KudeLxguenumWBMT1pEgeyU7oP1aiPMBGnaD8r++yHx+fp6VjEb05H0zEDAvGJIUtIqNeOaWruHn
VAjkTxDgLBGgxs7Ts9sGgllkioGJY4TQGpvk2Aammfct7/DHKNmW+7nT/gMwpboz4JF3HgDHxsRy
fVzIDSu24Hmu2IWzBIRMCo66hj5yz6iwe0pVbVH0mSC+Z/lQPteI3qCljlgYN+dd/j3aTI74rUCI
zCq6v8U45LsBNC7ZRCZMaRrCkq0UblVYDTEYhA8pZeRVCYMtKcL/9QddBQLRD5L1vZMpnv4UhxfG
sejmxLqAhQ7Tj7MuCOGbcfUKfaIScYNn3zild6EFYzy0pkKM/3Wtnp0NgzXnwy/0EMGKY2P/yiYI
+FOt87n90xdKVo8cXb5/Xze2dejykqzf06ys4TYZRf0G/hg2ECm1dNs9cAmbl/XQqJUOSkYu8UOr
6vNiu6yyDjv+orn2Lng8anumwTDQe7dVnBh9li6ZuQ6CDo6eFlO0yUuvbWPeRVQA2W2R7cv1UMY6
i58MS8+9h7yFiN6HYZ6cMcKsf8nELtttYduxOBU0AN2TbKkUDsBAy+Icit5tk/XaiUjH6jDQXFT5
cYgZ0JWbRE9qwoGXKlu+ag2MO3HZmTX5kugNEX0R2juGBl9Zi0khBFMejn4PxFFimltZHNpZpIY9
XGwCtWDWTGMSFpATzn3TAS2yaA4Fhma2cypvUCDdaEl6u0DWLfnOn6PCvUqEpeTktYPJ+CTRbvQf
zjSP2em8ancyZy9jQ8dnO6yTOEKelWbcJBPork+9no1syXKSIbEDm8dokZ1DnJRz/jaKmHs4GUmZ
vELB9CMjjMF3anaB4hh4j9xmlOcJY12MBkKZfQkgBFI62GWet0HuZcSdN3CY+xLIr74vgthkO/7u
cnAQzbxk+cV3UUDdR/PyM+Kvdd5sz8H4PcROu9AOsCqbNicf8tb5Ig/bI2hmpVCtn6PRuP1VIeB6
Z5zTnXckMKMHjA96tBiegVrhg1qatrxGCgkPBnJw/H2AUhMfmy6T5l8UyXpAmAE4fsXEkMnPzh9d
ZOfZ8xiI+IumPJ1K5ZbXpcX0ypyclTLetsR3lB3XJVoQ1ejJuCl8Rxjq3BbYdJcnpBvdOYAa2Yq9
I/HLg/D80v9VmDIWDwiclq+3H8RgrxmKVvKGkQU/gSOLjnjbtUurpwZSOAZ7lH52wjwZZxvC5O16
bi1+vMchLYcMcT/2aSdWwT9abPi0kvwkktEuAE/OYIy3m3wFhMyksQurR7Z3cACviQNCISMVMvNh
Y1nfP4piYvSxyYWu83Rr0CnC8MhfmMYn14lryGScyGNzxro+ohbHPdL5Jpq7PCfIiY45/OU0yej+
BFWUYQqZDR6VPU5ilSFxYn66RQVlfToeu5yiZ6/4FT1315ghMEffslPTP3OWJ1TVY9kzG5Ke8v1v
5QiekXiohSfYAB3Ta28EXi09kZWVUa/iqwmX+2xiUrvhZBPdLuP7jEdov9vwY+sLqeAvGMFn7kfl
dL5+CiGEqsfMTdDBdWOa/t8Yh6G8UGfGPe6kAlQbHiio8otrCHI/Ik4Y8QNkkvX/et2Fw1l6DGj3
UL1FxkObW30c43Fu70lWECnT9SpVJ6MXOd0JmWXZzo0BQLfpHPjBNy7ToNoTmz/PTxX8kjgMTADx
sEps1xsbJ4zEcB+jWBeSJpzpX67Xvcg9FfGUeqTs7Jy6mL2dWzU8/IeECXf+SY1otETvFovvXMJU
l+N84DrxEAz6Mi7FHYttp4RjgNUPCNk1qepcF5GEZ6fIWeaGXk6O/V0QTKlCZB1MFex0HAhrmI4Y
676KBbkBVYkm/DVa8YUA27r+9CBqK+Nj2KABvc9Ly4Y2jAz895scDEew9Pi87mawoOmGIdtqy1JA
rb9wF1fzOe9cP+SYw8XakUQXVpgZUmWqveVDGe0pC8mtfe10h5zg+V1Q3XWZcuCC/dxh4r9PmALr
RxNXVfWt3CrnXaW399Zm18VYY7MDBU/rmcNYuZ1SZ4mtqO2PDR+JVR+RYT7/5eBV8SxDWd77py4J
hyZ69zIfP/OmYBlDtHPLMSnpoHLdJBepcvlv4ihJt6KZqvQQ5mbCsAyL76zHbPHr+Z5IcqyvKx3U
9BTbjnu7JIfmOZ4nlwbIr9tlOzfE+PBmDL43/O5IWndxJ4aICtGh7NgZ8jimXV+3WyagorqPw1oE
X/HasfuTpUajPEgVssBhoziLCwd7Opa7s46CNLtv48hlBtGwQi+4CLzWzd7nwOSkhWNM7ywD/+4M
qjAiWGtPdg/aU3V9ibliEW9mxI1uAzYwpzxM6+weIskk9tT4C5sV8cP4ff7pizrvTswkU+GdJtcq
333v2Qhv/xSx3xWfsia5y4c/rZbIbNAZ1wF6iV1VcjMNdQQNVBmYoIWNDMU+nJgneLSN82Aug58y
mNrPbG9S99K4GGzIRKrjYTuQiVo+ywRhWm6aZOmAjJEAm40VfZn+9IQEDjnDeFGUBWGBZGQfgr4K
Zm9PQH/kT49JOMr1jKNayd/4IRA4+Ct88awUU857NwGeLnZK5PRn7byM2QtGbcOCgZkpRbbBGwzQ
3Hnswr7j+fJrJKI1D3PMoZlYjj0V699wjbS5BCYjfEJM0YhCEutUva5Okfa/CgFGEHCu1am6IAAZ
wQgSQazrcXsEGX1NzedU7IpkRt6k1tHRdsmTuj7SnCtsD03YNn8agsOKp4iQi/YflKQu/vnzbYcn
q+SJI4doB16zlGilozFq6RDPJp5Bfye8vA0Zv5ZT/oGnoanOI1hq9xjBHxTPjYvP6rBWQSzPs60M
NdBK4lNz9ktqqWUT4yLE0pmsoYNkDFr3M0nDpUS0nqHmmeZBtdOhUUZUeMVNaqdjETpu3u2qCW3g
hG0TET67bWm7c8Y6knvd9u5/VjZN/QyWHw4TTCrv3qWF37pUHoNRSnPsv7+6MU2yP1Dp4yw2zQhB
vdNQYHGyizIVq9/OUmerPdk8j8ePUJJfITeFR5DTJielhEwXNBwG98mU1yHRvWFCf7V4SxTvdJtP
00Ehteqvtme4jhvScZdPEItJYq7g/nHffJAabiYRlF2/kwG42VV5NkHlsq6THx3CwKBfAjULZkdu
nR24/TlYJ4blqFOJFkiKk0HtPDRedQPFkER9BHRn8c6ut/TVMaNgGk9dTHlfUQJWtfhaGW1Aspal
k34GY0dgw5ZxZGaWzRgHVfOXkj4H1CVuli4lRH/N7q1vYk0qB8PVFySf0d9WsNpUXGim8ikHuLIf
OcwXGRWC63rXJSIK/nC/aOc44ykjWjUrGWBPBQEA5cbXYaYPZVp6+orNUpT7xFgV/M1iJ56GbeC0
wXyoSOuqqEnglRd+wTzqfxhWsSQ4IOmq2roiYAK0wWmH99aGjQfXnZeC/IAxQcEQzmQIkhvkpFg6
nckhvJXLuXoX8bQA2YdjWbUH05u4+GcyjjMI0Xxp5jfs1ok9csaTY07Ds+QEjFMgujfPGEZG4EBa
Es9VvvxtV5nNzk41E7XE2E+8IJGcbPxGzv1c3QPX4OKuphsP0Mdj2Z7KbnRgTtitQTqDGWrfvgUm
xeiPNBGpO2zEtFAirmy1UETi2/omS6TvjzrEd3Yy6dJ0hidZieWVSAkUu4OyA4MYG064io6SqqfY
sUXVc+1BzBDFxzrJaXD5qufw2IZjBD0JuOT5+MiGJQOI72yOsW7OvCa853Nf7XVcCl8dAjNN6W88
qJxYOycxhl0oeenZN8W22y/or+BLBe7CLaaAicr7agwZ/u3BSkliCL3RLe5cTwoMXzznVQ8vYpg5
7VhU1Kz3pui94ZPyc9Cf3oz9mh3BXFXzfeMIDJ8UYnG/syNm8ebM8y6HZGepqnDRTjEXqKCFmkzy
5tR4K5KjFvWYQ4tm1coiqkaSEZ6odBkOuh6sefX81swzMOlcyACxQUFrnusCtmg4DbjCKkNM0Tp2
j27Mmy0Z6w8rj7DqCV14hbkXxdNKu2y/a4gU8ROSLLf8rnMWNJ47DtZyhSx13PSHj7WzR9tH8E+Y
JZcq3zmtMgt4nU5ooR0WHqx/yCvD2kSxNgUeb2qcwoQjfhWl8DehMTT8PId6EnpD5kUgUtRGqGxu
by7cSN+vRBYP/Z7xYtxJeIZhivxdEC4o1aeAUrx6Z5dCB0kO3RAuf9M17+0fRgCO+YNQF3kvI47V
+F8x1rP3n7PoYao3iKBB4z00kNPzsM8cOcmjdsqB93uY0ylOuKTy2YQ7d+lIkNjGQJ64WRrHlM2x
Yb5PDIOHh/2Eul4Gx2XKZfLc5ZM73RFpqs1LLVUSXnstMvnSI6lWv3QHynUo5jVVVwf1Ldr4IqjY
uUNrX/6EDPuzcwguzT3CLeruJpZml1unCFjF6CL5BO8r8/7oxbHUrKSd+PL2E9C075fJJn5/QyYt
C7p6rhAEzs6fgvYuy521+QzDJkxf8LDh16dPrj25cxUn8inNqsg9aSZawT7uOIHuDM+FPhL25EP2
KIfQ4KRgH8XOLnjMLyR3OPMtVGClBwmJYVg4lKwO/Cc4nDU4RS4RTyUfij+O5tgnKZwMMve84twJ
bVxeJh6wKNphGojbMzKU9lZypwMmOWO+lmLfItaEhjsXekzv2NZRgHt1YSL63+TDtM24nTFLksZv
tViCOzW7chG7Fd3q/63agv0YvrfCd4n7dw0ru4HO9MV/s085otglGWXLEWxyLq+hxmrDWuvVLw55
M+ThyQSMqgpiJ+gtLsOyYurCl96NNxw1wnj9wLfmWLpit1UgAHOuvTPOaxkc5CpaQ/HRrpj+Oxxr
yQM1mHSfJlxytt9jv3fwB3Cyjg+m0pE8FHoZQwU5kjrRD6V6QY4Yrl9asqGN5BZJm0WZ9KDjKL5o
IMKFJxpYadkGASj7sAO1zEnrLjFuTNV9uhSlpDmXtfG/BLOp4FnXHFjnYkHSuJOwv5gCubMmkklq
190NMkoKZodVLqvLiDJakVG0cpixeU0z0yYeRheHlf8xfZ6KyPbHgYir4a0HGLmdb50fRx+tpX3/
j6CERL2PkWwwb2XeEmO3k0imHxhoHJJLItjZj6lL/f6gS5l2XyAClu6Z4t4p/8zKmdQzoKOgkMOS
yGsMbeFNz8KSXIxu5hbrDryyaZ+TdrwhK652Kf/7ZMQhOUXNLOJN2ulMR/dF1wDT9zkYx2E11TQe
LbEu5T4g5CIkk6GHt7iv8xjXbxosS/vaBYFKH1W9ojbOZuRvnROqN3fHErdx/jUXfLyK2ifk7D22
FXOmS8MsvN6HfPZpuq2XPA2OeZz0X8PN/I+nM7WgI5Pvzj/JaEhvvDDmQ2CilyPFhXqapYH3scL5
950lQcksnh5PUfN76AzVx0oawUzFBixbU9hHEJxwahnGQdgIJb4askzNG1KUke9oxOihm24civkB
8mBeb/8wI9NuTnGaeNIwwS7dVNr+0S36vI73Nu1chs6Z8VkNAr6Kh2WSjo+HXXvGXrk3O0QoYfBz
gFd29TAViOtFQE9Q1eHQwgv7YAMVg63ymqWBFlsMoKb/WeywqhOcdldu8zIi8CCh3IEsKvOZAFB2
zYxhmGwWZvEIKzpNlv4hKPwmfV9Ul0LxBipxgg3HV6HpPzyyeTbMxpYQ70ui+ZUTXKW7Es9b8r5K
nPVYK8uMY21fuhWbk/qwM9jHOx0LDGVh7sp11zlZkwTX3PWoPM51oNnVHOnOs+oJ5mYswhcaK59d
1WxhjYO3KnX8+bz0DYHTM5/vgBfYpjGDpqr0D4TiOd5z08rSPIeWife7ISvB/eUkiJ6HjGCS5g7v
MPmtkzN1SbaJijCLiFKIVXKdR1O3l7ocOiyheRmwxeVY2GBmeWLvk7RfgeTaArK2u20oRQv3qpbW
PpRNZb67dFR8GIXrXuYkFeUjDjhFK9h3lDI7iQlEHsWkEIQ3wIiY+nZRXiD8o9QV5BK0UBcFpo66
j2lbsRFk/bpH8WV8msDs04eJMgr6PRlOU/rIULctT5w2KFAM/ISXfHWKqveX7bXH2JBPD84f4yEj
MVy/bvA+Cku5vMG2DspF/CJzZSSg2OFXpvWqzhNm02BXcU/palvmkoFmzNIl76XJIJPMNpZVvn4Z
oi8IgmMnVAefAOSd8Wj5gRynfaphSgEBi8r19oQDQcm1zpQMTysqFPN+IJUU5EyM5FzGNgcuJ4mi
KU9eaUxbPNxibvp9068WcmmgDZOPNUMBpzyPt7qspJDABCh342Q6mCRYzWhM8ks0T/R+VzWn2BMg
7EMz/qMTxh25ReW5kVYyqprltZ9dIsAObGB35R1dv3X+Wwedap/VfX3hiYMXLPXIgqCx4xNdVzSH
Hf7czD43qnDaFwJdkmg+x6sfqOaCy8RUVww51aGj+a7/Y4DOhAmZCujOYDslPMRzxzd3jkbaV2Xm
PwuGMO7LfJ1fmEsk8dHpuvJvkcOfbtYlHP2YsasziHazcnz5BzGm62fAS/E3m4hoYmMQcWIbWkr/
rg6Wfv5Hee8+5YEsETDHInV34Yg9CcOT9h6XgRnVoRFZUZ9F4slD29jCx5m5DM+Te8M4AJWn+Ntl
ptqRLDITIQMpBEg5Y1CuXnsSBuW14Bauf0/4OB2XrjwtJoZO3uDP75yzceJvnKiL7Ec/WSqMDa2S
2xw6RnM3DNUb1+ug8CPiUFz7aev27kDjE0y3jgCVgm3N+H+gZwsNrOQteMrhrMHkDwNXPFEYcT7E
z1w8zu+mKSC+Mfn4lzmMi+4I3UxjPhEF5vGMdnS027H2cLwXeL4yhj0lUrrf2tXbodHJ/yZPknkf
g0W9Aer4gA3Ennq/hjZhrUbTwZmdwlHp+lIl0ndJO09bby+HoRrvS8hF/RyyAs3/BLg1wWfeBqP3
mCUMM+4EO037uxLIgFSYJmq9/pMRZhCeycNqLmrQC/P2SKYprA2xrsc0KwjO5Y8V9blqsswAoeZd
5P+GzJO9s+0rguDOMDhxdSj8Fa9W5DqpuA5lMzHtbi0dzwaJN1k/ijps5wfAIUIg5v+nw5OrXTwF
oKEkTDQmXS9pKyLzJbgtE0O5yFCTqYos+DfYd+OOIG7ka00gJ0hzaAqTznkCeVeea4dZ60rtYMpS
MoRN23jZ88UtaYslAkoCOa9r2rTehsFag3sRv8aEFCw3k9Onz8A0gDZLmN+79SCCO8qoyLnLYe/G
O4H9KYALrbt6/AzCUIuLk0LlM34PFw/qLR2m/uQxxA9/RKqJf2NhQjifTV3jMlVpVz8CmS6SisuP
670b9hQM1DUzp0oyrxGZLoTG1DDuUco5Vbr8ZLoagOSqXQK1Txq5RIeGKXXw6hF6iGmwwtCqdnAh
5oemeZl3CV04BtJqtq+LqComqN7sE66Ug0ZePT2v3c2UET2xenya9k2b5/N+QHKsnuZsTv2dw41e
XG1jb+aDufou8edcc1BEHHguuPM+akL7oiuY6ntfEMB1t3BEImrVvXdp8C5RIlN0MCpfYyxSzwzp
cG+S0OT4R+3hlAY0Z2L+1Pt1dm448rAijVDxj9w95bBJOMiS0w13CTbESyiXJyHBKBaMUYShKS5n
8wgsW/t/ZvIkcpyiAet9BCSr7TFxTXoAMiYardAEEwcNMElPJKCRITMxRdXLQpKh6u28Z1svCwly
h3afk3EOCKHdVr1jJpIrhEiprzv3H+dpA4ykMc218pKXwKvBEeNYMe5cpmHrflhsHjDW9NrfyWI9
NWyXRHdfZHhiHC7jsU1uuw2NSHlImWDgDsPYqgAZVTFdWLrY8KVnHlEpxzWUcURye1eI7rQuTmOf
Ce3APUVvPdh3W4AUk0Qjq8A+dl3t/9O+3/2HB9QJj2mY5Fc/o8TcV+VIVeVIehRaZVpCcPCBjcq4
wErzKwRbnQ45xdY5zksSo00mGgIn1tLndyNF4TazbiNTHzKE3xcw+AqzFq7heyIDO9ziMNrugb/D
f8HaJX9c16vLU8WX0x6avg+ZKZDIaDcxRYq48MOXQyXitXxV4fJ/Cxfl2CVzWAC7I+IAyZemlReX
uVKEWDEXf/wmmt5iTrg/wgsSe19qE/dX0zn6nb9oCL7yth7G32HBCIihtqnlyS2nvjsXTY8yqjuV
Z3v0Y/JQ8nTAh+BazO+oIl29V6RLgJwXZTs+eyDs9iQYTRNd4jZ1fs+jJX+z/riJDmtfZi8jo0B/
pwKq630LCDXxFGC1ZFwQFsmO+FNQ6pyNItAr/eA48sfWJsy3PNxURSWtod57rF+of9eyIUSKwVY2
NBiiZehV3s5BVQZKT+EocZjpZopORBHnBG4kFWUh7gHFi2T3bBbr1BYlRre7ZWJG/i3KQC1nTxMR
8uQ4eWZvqVAsVAXdVk1MSIN2KTBXDcC6qZwBBW6T4rOr9mNdCogzYuDCa47C+B/zOhH+HUky/dUP
blm9ogNDfsTIzVf0QYJik3X2zmhl3PK5dqw4MeVM/jJ6ai6pIKELF0ZQKIzrcfyc04tXh2iYCWPB
7+mStUwccEtgAMujt01PbB3BLJin4WbxZzz6uFoZA2a6JGygXlHYuVeVt51Q+fU7XtH+mDH0tpRY
NXEahBIq55qRk1OduzQEKM78fA0vOuX1R4d3k8fcmWS3NQv6yoWJ4dRQUSli+abOBWtUXDQ7bJ1G
ET5g56sHjTltOyK/XDCpJH6dacfUoeeB+ScIT70lD3SWHhUW1TmkddZmx2JInHOrGh3cM7LETznU
t5gXWqvirWbkQ8Yf3YK3JXQ1OVoERsb7YePi+BasLHzQMtaPDguRmy3rv+TfmQcHTXZiaXjEFI9F
EQjsgiUlLcLtxi2lGzERAf7Y1TKu2Vs8pUN8ohJAGJ3m2gExQz5il9W89i+cBsC7a1kMy47sohW2
EuXZT4/W6PUq41A9mWwOmmN0U8QjRJv4GC1qIKE1xQtQ3nWs6Ar8g+SLqk/IIDlNMr2Wu9diCOP+
kijGLu6Hq0Ro9B4zYQELgLOk/Z7HyK3u6wG77pGqrTUsXI2yvxaF7S4b3UQdzVyRbudjNPhVwIEj
lNIzf0TkeND6UT6xEyPinhCnhRBh8zM1WGeOVJqr3OVVyFHIWB4LeF5HHq8YtXNwl5Nb6OxXBl32
h+gTRP3fVncS67STtUVDwKDKHNagYsNNciAJndw5/J9x+4byprhpYs2RARrCCV4+u6NtkTPdonRz
2KGuyBZr4ZbzvP1ohnQ9dYM75r8aZ82IUfQIRJoOZW9lj7MCMnc3zhEBFIPnuv7G86f0SqLuiJqk
wUQOYLdoRkIIYoQSl/cN6rpnexIO0xpzNNfXCk6/mPFXubjNQipQt9Q7n4CwdI/uT0pvP3vE5fCE
XBzsl/1pYlflNbFlvOzi1k4skCmmsXRfWD0y1X8XrTUKQpYoQnsIl3H9T6ApVh7sPVqj7uz1MdFS
Rnbpl0Z5SfeM5JiCl43yxpNqDbbwJMvHC8azMPmTWGIefnHG2+KekIl+t6Rw4qgp43Iu+SgZjLQJ
+dDwGeVfr45YNM0tGlr0Bz0/0sMv8q0hY+7fMOL3w4esGuIGPPYXbspBDnW70+UMQ4wjyOb3Aegn
45xqJuLDa+Fzzh4h8uSclK1tjnOdLuHBdn1jX0uPBaEIqWmiLpoc0wJAyMv0MenbEGetYqy7qVYQ
WmbB5L3WjCRRNE5qLhb4q4QwiRx0vjoA7NBtxvPSPEdI4mpXGq9Wh6XwRgJQmpq7M0/SeXxYVKUu
imcdb1m8imOrbsvzRqmd50xXItlXfjjer3p14b5X3uy7BpIUh3Snx3PlY73f5d5YA/zbEgw0y1wk
0A27vhRgoYmH+wXTOR3UKvp7mWs8c3KiYHvriSAtjt5EI7OJbViF363BYbWpGfj/5YrNn5IBx/0R
q1j1LGYRkHtwE4uYO/dLD8yEBi825HagTc3uEn7H0c2hwrNC546rkHQVjbN0Z11dPPUEEvD/T1P+
ObA8bt7ho3Cbb+bso78BBFyvpBiZfMv0KIYvZXJHDlcTgoynsRcA8RosRQcXA7baJnYS39EgzAJa
4dLCjRURbtjsze/FThi0bvEMEEkRO9vYGIeZvC3plV22Ar4vXWwI/XB9WCtSi+fviMlq+dhUTj5i
URaEGXJktr156vrew+SOz6g6Fk5EHTuKCfsBi7wkOsLKapF+GbANLCnB0djr2vLYd74aHzSV7njS
9Zz/nioOYSarzvKW22n296NdiW8qUe/0joEQNQ3p2Y7eNmyAOREUPjGtL6rxLc3LMDq0/jyPh7ma
9Z8ipdC+NcXmRVYiVLhBBeY6+gefJB2w2Rnv8Bp8NkD9zb6urV9vlqLiIQ4aLv4Nnfz8K81VLHeN
lH61I+RhQutSXnKUa1diAFTlfZvb5t0QMQEUKWX9DViYN3eK7NsP1yM35464Iv8Znb/5IFJnRc3z
8uGSJNOIoxwQB+5ttTPmyWxZ/eYKn5b8h6Kax+eAmLf5Al/X6WsahfI8DgqGlICI9B2jNSHqU4ON
GvKqUvYatDmW+rJGgiumqfL3iArjHqTQ4gfTY8NIh6VP6hbTlQHzElyU/hdNU2vnQ0A/Px0qFaI8
ZB752wfFgoJsS+hEeqkzQJYdvsR6PtWTH50JRDRHIgsNZoO5SCG1Z4qTK17K1tmXnRW4uBW7KzC/
AaF74LXH0i/YlGNg7ej8Vltz9tSxEx0IIlvf3azyxEPRIVbdIs97PIgkA/ACZ8Rjz6b8Qn91eGSt
mtL42kRVJl6QplCPkiXszcWJtD+cF503/aEE/BabSqTp96IzoicaKj7CdhcP+1U0LLlzwg1J95tK
BJE3XSchortY4vAX5vIq4fYYACacmpTm3TDGbtaBjFs4psi3MbrhGkvZ7lRGkjYh47kZv1wvpd3Y
ZENh3id2gDH7dU2/G42Iy5fmBgdvjEyFfqx7dkYdTcNywjMWUGGPpnJiYsEmDbiz6pp+dhiYXWxX
QDsaR/Zb9ffjlEj5ZyDh4HE2dN33WU9ELMgpXD6DmIBY8I0ZqkjeM+EnSIxcu0lDTTgc/rPF8bjr
1rV6roO4+ZPxN74OFc0Onn4+SIaW0/RGHKjpGTg2K/pvbAnZJ+MceUCF8N++kjGj8FzVclfGa6JO
kYXZ4lirU/fSx2l8WQbrf4RJ2V5ZV0yQjgvS9lE4HglcQeyRTMoQc3m1lE/kvWAoHx6gJtHM8wWC
ExP66HY7txAy/llntmNc2DaYFMdyoCeny2Q2vFPk1WEaFqQgEoPCcVMZrBhbLyDLdRMTf/OOdssX
XFmZcS4U02IOVJdNsqvDySfIuBPVryGM5ndiy5khKiLePmAlsvqeVXZi+IrymOV4zlT0B2YWjXMl
cDl8kD5yA0plWf2xTi7vi77pq/8Gz3d6drIwlqbQT0g3ZakDohX1MGGV02QNCtccrPrXjBUO60rL
93YC1a/eDUsS6ndjVv2QoP62P0kYhPoJHmr+Z0jpq7aNu7rfVFNKXsik7ltYiLn+rUJRP7WDUwPo
RR5JcrZ2UkD1/3F0Xkuy4loQ/SIiQCAEr+VNe9/zQvRxeCcQAr7+rrpvEydmpk9XYbRzZ670xsXe
C+mSHWKiQTkZY1fr5ziTLBsV3/bdMhX5b+MnrvPLJRpLQFHpRR24LBJmGcavaucJRQ6IFWFwmgek
gDN0myl4XlkQ919MGnP7DyqTnK+Vm4noWRGT93cY+Ofy4rX1+GfyYrc7GhtX7ZV+yIpNTi7ZTjYW
29mmj/p5QrtbBndnRYi4tBmls/avVRfU8RP+WzHzExv3b1vmcXARMhIuP3YyL+1YJfYy5PWkSEB4
3gDeFW/uE6NJlbx1xBGS7YRNfd5raLAvM27Alo2DGc5xgeT+2sLjpVrDN/JYNgP4b473AJZIIxQY
I75xqYXyPgK0m2+mCL8nJWJ0LJzKGOMlQbsiLg+DG+EJi9nObAOw0HsY4zRwmjxw/CdtKRW8SxaB
PxQQoJm3LMFQFWsbz8/ZktLhxcl9nLaLn8vvctZem27b1Kvtpu6SGme2BHOHRaXPCPZwJoCAqBP/
b9CiGNy7GK8+AewV7jFhL6GABonxRVreUbswa8VKl0hXjH8kLDQ2fTHCDChaPux9zdeMt2bIPZSV
dWjlLi/YMt9lPbqekLUJvtTYG/9XxOHzPNCHgApIKU352w8Wf9hyzmlJFXBD4IZIxviC0uAx1a91
d5ePNEzuSMElYFVbhqptRq8DW81i0N9N4GWs61stJcFh1f+KywYmhF4DnbOQGvH6Q+9d/ziJzwAB
BTr4s9aEM+5TaxZ2XFGZsAJomWj6wQgmNSbhdkOBB6c1wLuYBiZdOQytzQSMDuqm4lqqgmp4pFoF
vYa9baq2srQL4NKBWkeN7VwDRiqpFWHKam+MQbxQJ9wQCZqYwTDh5eD22Dx14bClqrbpEXA88c6B
PQS87zeAxMoSEIufSbMRvJX+eQumcmC4uv1NP0BKRwUTBU/iBJlu407J+ETI0/Dy5v2YwYmM7JvF
ZfIbwjtwhjif7MLk4IIDc/0Jp7Nc5HzyOBvPG2QYwp09mKbnAfcqVsEKZMqmxzDk70BAmu+sXEGI
lghXNKsEdVjc56uClKEIJuDqlVP7tQ7s22/uIgVLytYv1bqYI1cM/B0QB85zj2Um4bxW9Bc/jl1S
lNIRwIFLE/zzYxdVw/H96pAvpfMLez0mL6nj4tHMHc+4BHJXh/hb6Q+MFvBgVUH1GFKoGLZld5OM
PWIOt3QIuNBd7M/ioxOZ+zrUU9vs2Ufjvy5NLfgmpmn+g05Sv0tyfxICF5uajah9Q+EOwgkMKkB7
NdS3UJJKrdfvtuyrX2soMuCh7GjoxqsDQmzJOCYId2UYIqAjrW48P6pfMqswIVUWvy2/2hT+XkCo
nvjSwmWbAe3oib3luXNws7CjDny5eW3rMuue+roTKXnOHL0Bp9tIfckSw92lIHatth7T2Ztpwv6J
N2cFj1DyQCe+2NBjH2K6/qhdi2d+ztr109QhHkDuzDrbqimMHnNv4pzAoG3IQQpnqTbGE3hEAWu2
4HUSMnWHhKBLtKXCufYYEAoEcLz/3cc0iPUHZEChyGdink7ZF8KSl1P27zYeQ6hf3flVqVJCb8Nr
xSmOz5sjW4r0uTS0egStcYi1LcSSXQo0HnuhZtC64Hmjzc1teaRlpomJ1Gqy7AViSL4tuJ/P4Oyi
/rJUbIM3GRgL4rFZhL3VEnP5tqK0eOAhvj5PpWCtVDVJ9LsiOwuyJCTne1BdGH14S41uXnGEfUHi
5B8xst76avKBG9MZTaf2a6tAewxA9ta9iJLqOU+97KczN9AgATvn0PDayba6G7i6gN8kD6FXEx/m
8MCukA+Cl/GSxJylVRrP7XbOb5NI3TQckioRtum+nfwBza/Ie7wUVIW9Yy5l2U4E5pa8XmJ9njyc
IbsRn8FfZ3XSvxT/aMEiPxLnJKzXz4nnoNnGQ6W+5tnRGTunPH8nC2y/qlqKiNRXYB4j2EjutvUt
qL3J5a21yZlkX+PBS9BvQwMqiA02M79f4FhHh8CFSIyqlJdCDe1nvCBqXRI+vN+4CMGGwI5jwl/L
TF0ULtb8ULXAEPAAjGbfmEQ9hnJxzH6QdXYn6plHsj8nRQaaQ3aP09BEv5ec2+VAICN2NlQmiXoP
K5L94sSWAhma5S/tAyFj6NrN7JyMnK2/k1LDVGUX5f3xMuVh6AtmOZxyMyTPZe1DwZh8bJe7GVRx
u23b0QKh0rkbVBvrC8HF4trgQsDM+YlRn2KO4HP5wGfJ2nqgAfLM5ovfgPxPag4N5U2MWMPcXdsC
uXsXxf7Cn6D0v/oJu7R+w4bH48gIl59sO7lp8inoP7V352dOAjehA7H1WWCOUodogM1PFAjJRD9V
GmfshgIl7t5m7WFMsGROo2sq8+iXKzSeb7/V/T87YTygEaS1Iz2fIxzP36sHCCXY1F6no4cbDAAz
GpdVi+cNhdrHyI+hoxFHC8rbfFVEADTZYwoVZkBEGJeok0nyE9bqDikBD8M0UvzqctL9UnJBoj8s
DJHyBB2VjSYLNXDDLLJ55fRZNJ9YNxO3aie9nAp6EDgaqjKjqysmgi0zv//JdaijfZR5FUzlPsx+
dTyYfhTUYNb2YxtnDNgZqt3cjARUNfLknzjuwjXZ1lmvxvayat+PzujAHfHaGFctH7+W2gR3Ey+i
+i9tPAtD7TiI5tYApW+TDNS2momii038n/Lwi+3QZFNJvIyNzFF0TXbn17iOt7fDHID+aiaItpAB
IMBZ6aHYrjmSg6kyj4i/n9gfVtIBzgOva+a7BZ55DCleUCXPh9vWFtcQiNapf5GELPqQZI+i2iPn
5E5uOUWiOZtV6/fSLfjvaJ9Yusd8Rg/ZqMqJfuIEiBWnMiIGmwbLdflk03KggKVMyl8KxTU+GTVG
746O7ILdMCRN49et+dcvARmxGlgkX4wDiZdSaIb6PVi+SB/joW/fcC1quTEce6FUNKqmGifVs3of
KTR8s6C68RL48bCcvNkHY53SobMcY3LU3V62jVvvRjX6D6x8zMijANk12pDXKvur9XQ+/krZsrp/
HezqgrfEUIHXIed9tP4cPqUWwfWzyy1b58J3O3tuy6gm/w0pra22aFl59WNYd47DrsmIF3OmWFLS
txuPvJ9zx2zDzYVJWv2ZzAjxj1/Fqe7yZvVjOCyDZJucFL28DhEOTDqU8qTYjIHsaJIC4jSIR6ru
OQZ28P5X+JtZiBHOL8sCB4i1y5atWwaLC2dIPe87t0o0kG5R+vaRR0tW/5XsufUpQLel58Mg6m+A
BqXNK3H2dnnxinB5WXCwolTNU8QN3obACrlWcwsEfi3E64r4nvEaj6fsHZRzPH9mQzG1d643CnGf
0fzN464oAtgJxAWSq8HKR5tRTRxur0LSSYSNy//vnwr9iJBQADjqilLvOpq7OapKFiwbpPZkeIyM
XpZTX7X6yuudVw15Ozv9QRGjzUhiP8JzsCT4y0wj9Hu6FI26t6WM5c41/I0/K1O0wRchUk89K1Cu
fNo4klFdAWPhHaIIyzzyEG85WhPxxBtK04V7sMakR07judpWVrBn5/Iz7abGyDv8YAlHBwVrhOUx
WSzaHYwemJFpNU/9O2EpuBdppBPzwEaglfvWILF/m5V7pOI7A9t7wNJQ5c/gxViQBKGpPvBM9uFm
7Bf7mA0WoFGzTisOUfCt6uRXspuv7HR78dEO3TrtHKlDiklYexPhtonrFf/YFcz+WRO5GJ8G+u66
j9YPuUyQUlA9JIZsLvo/lrUudiJV48ZYvUEBDzVY7WnFtLh1GEoa2hRgzwckZ9gedVcGUsauGqNP
8EwZhY7efdhcZF5xYiTfkQgz9wWU4QTtiyH3AoNGqweDAWW4q9jWHpE+mgYTPt6FM8kSmD2rhyj5
C/amZJmD71k453xywuKNAyM+eTj8lXanbV2QY3mLlG6CNzJgPvRAZDgSfPggne0Ar4LAIAlkF7Q5
yIC3HCtEeOS4755wRlTRG7s/Krg8bJX5rgsX8WTrPFtOEtbBnbWp95bEJQFEh7DAvjRNfpGNi/TG
yiKFppLXHJbikUt/O/tTdTf3t0BJaFidPdcOq/TLSPyGPC9pEaIG0wKMB1fh6JxXLJEZKUYXFOGj
P6QURfrrYJcHtkg4NSn0zv3/So+l7Tf3VCH3+DxxfDCpSF7hpsLC+R9F8fguFYoC1W2V0lNNR/2C
YMEhVxGK2KiAd/NFoHH1903L8p5gWDLe97ETYwh0Ye4pAmkx8VTN9p4AAhTpLGYdPOKVuvf9uH/D
49T8MMOq5Cfm1/wxakDQLIUoWaTka/OPmJuOkMsqwQppnucsO89tmj1jwl7T3QjtYNgaqK7AStge
3CP2avZyfEt5te1FcXscScJc296pxU4WQV+/JEs3eIdgrZlTxxnrKrQUuy7UfbnqUUa1jA5l3CAU
yChjEdFMM/SOpO7jXcBOiasuz227m3gfOx8SRTf8GkfnPSVwQ5aidY6B4lURNHzCG3ogRHRPocs6
odz4La91Tb5IcGSNO6d4aIN5JWQ8ljnbSd2zUIsWNd+NglZqjmmQy+nciGvTraQXova+rVz9vvS6
u9HbVs99KhCLnXsNET14ApRfBkfD3a6P0cId99EKjleb0QMvB2MunspjMcr4O8si9TfCQcyBYI2n
P2Ud1nQ7DKaDQAC//VWPYU3XJlU7DW6cZv5grsXSseSTdxc0OKUo9LIZh5GepNYpQcAkeU07SXb2
OglLCIMEKdI1p2zhmJPA+FH4FpbXG9JgeYzxnEI27dnp7uslT/NtiLGwOFZun9PsWfe/q7hyW+Zs
p8M36cTWP6Uc1tq9xON/18ds9XcI665FU+yEhahK2hubc1k9TksvWSABRnE/AOAAoQNOzQg4qVqs
d/NawOb1/Lgzpzocuv6wuGjueHN6UW0pefWcU0l2mwHdL0ByAR0Ywy1NjC6CoCLktEvYgj1LzpEA
REEdDwPeVZNzHS5Os3wG/y+XKfo5J2kraHm7x2E/nzkJBdm9EG33xWRaD0fhhRIGwmDgsaciG3ak
tDpCOQDTDn7Y2IOj6ATZUJ27zId6iHV+rnMs74BPvBjBk5sGkS+0aj4mrJfqB48TwnqVMpzkfkyU
uNV65FPRnoTMgqfETEH3LXNao+kKWQZzZJmrPhI6w4CvVaw7SWVHMNjgyNNOkAtntIxLQoA0UJyo
grAPOW7HWRp2z8HiVecgrHIHqq0/rAcPcax7Cqd1+Btje2WDsSyRV1+HNl12RtzQ16hL625y0Oqv
iLVsN5yWfMPTBI2fnhvyFk+ViLr84HHguBWXtEXw1eOZJ3w+586P57vE21j0BPUeM57x8+0Ea6I6
sX1YX1aR9vF8FKSRAg7YRPQFX4f1Wcz7q+NccTRhD6nrhKNmGjqsYUHokfrUZXHgceI8YWDsvG07
krSOKfMrw3ofhYGatk3GRgFztfaZTE1j/luGqLzKGZ/WNkZ6j4+h8cMeWBIon5CjpOKEu13qUPMG
Jw2gzgzT3oy1P+RFYBvoxGxEVrADK+vMMIuxvjbhXDqfGRbEqzaVmrcheJzlQHEgvae9g22AEyUn
YThG6/i5kgmqDzjxICKPBiIR9uH2mQec+0ojSLI+615xwGO12TaclWYiZ1V3Qy5LWTuAEKrxi546
PB0eNiIMsU3ynmCE+49doij4DmcEDLxRwj+1dVQ/en3Q/rTNDRay9iCS+zhe/LvCGXj5j6uYwSgV
rXutO28xv2o3j7tnl/zigQNzx0y/yLB587paphfFnru6uAhlxyD3NY6KuRHuc8f2EMuHF4qfwLtd
KXkkLDV/rWzBnvgRKc8F1qHdhzSRJJxMjIf27Xlpt1u7FKg3vZB0BbFC8LPXZZ6SYFfjhlC7mW+h
3N/QqQGPeJo7D0xQS8ObftTFi17cyT0Ghr7NDQQMRBbWaiA0JuGS00EyN05yZJccsjcc0kTJYzJ1
5rYLGfz1Jcj0/Idii/Bvz5HoDghkhj9BUFZ9HLSa1ne85Jw2pDcnf7Tp0vFee07yxAMHIBa+5RGK
mA+pdeOPnPLP/68E+XLtwgsSC7xOxO9RpVQ9uz15kj1gcp6cdZc1zo8zEOwVQpfRY5nl8oOsR+t+
s1ttohfb8JzEScmr0KU3ee3k1pPuOn778+Q6LI1uzoddlvVRghmE5PLGMgFgkK+zTp9zOLzqDYtO
AAmLnajzPaxBcIVstWh4gYVHWiouDdBxI31w6S5/AD1VktUBWtVcrKdSuyPoX93h9BvSe76i6ptE
Z0nHxtCpiXaHdrg3AwRPkLbdNF1HL6NDbpP5dcoNzVfe/KToQuFX0A2DYHBoShq5kFyxqjMT8bUY
vl9OeBC0Ap49NbXbETiBO7J/UGJGciz/gTqII54BbjKdtY7m5lQp7LqHAC6nvmSc8OTJ9WVyXzFJ
rk9Bt+L5GNQ6p/SDZCI9MwVjxt647CmTS3+r3n7CUrCuRzeXnftofJjjNWw0nABeDcZKV73hlNrw
2xJ/LGMhnxu/1JdbRnbdt7cFAbAM/ymEW/VXLGhpuwmTFGZhasR3BAC9C6ngkB1cG6Xp8FZOdph+
j049NCO+L62WlzbKKmev7Xy70IUIGR04Sb2loqQIemO5kH5YyDni+2Zw8PfADxP/ybO5ic9xx7B2
X9cqvKw0Wcg7zJWoghG3+PiJiGmqY1z5zrzNhniEA7PoYQc6pRr3A6IFb9PoloLdVmEQzj9Lkgzg
iLl853Hdxmq17w7cbv9RQvFi+0ydNHL/rlscMvC3me0eU7vuH9ASw+HQMlRgwsgqBnf8jOX8My6N
QVjUnf1d2C5ZnuQ092S3xymmJ4fnLck2aeX0jJLiedjvbvYqXjnZA8hLVaPAIaixy6dDayvkYptn
+jmH6phN7BO3lsqQi1uPIfUWduQpWuZF1+6g9anHWyKXcYk6xmATzl7tPDVUkC0b6Q80q4w9uMWD
a0mDA/yi/31npZO+UvkhvAsGX8WvYdKpPmgoAm9zD09/CzBdUZcyTxnbt3lSqTrUuedcKE7CsiIK
eDx7NqGcprox8vptQZMnIZwCZxN9HEXh1QvQ4NTVuxWATnjwUd1+uXGxJKwj4uEBOejmzQQ+u0sJ
Y698GjN4PnIfnEBsZqCBIVjUzQEBhg07UPEb6ExQG7lVI2hxv+9mTfGM39kdom77lBbEsbd9MjAp
YHDX1CDcCoEXD77cNhqdyWWrN8rfqqtN+z4S/BaPbHxdse3D1MP5CZ/wHtthedXAFdftWpAroxSt
LuyFXr3irwcUKD2kkM6uvtJ5CvbA7+f3pugd3M1j7FwLSpTCu9z11/iS57Kt4GMF899YdCb/5FE2
PddxrtoLq1qishvFguy5iL35BiZ2LUpiNGEh9emwpLd87hguLBtThCiPY45nRgK01FaP+6TN2i8y
iGv1yLfZNBcidPSyLTn0szM7RDIFXOb+8qfgyMM7w4RDvSXWJygmEEjYO140rOedLrG0cjc0EHGg
TipJ2UiJrb0jfh9tPEO0KoKT6+KxzdtLBTsahA9q2En1NE6ADkTM2hmsUOV+ZWH6smIMVCe2hOH8
Xo2KDMoAuOGkA12mW5zst8pJem/alzHFvhPGtnZeo5lkJY83ln1PyAfBs9OiCzylfEK0o2cJEk9A
fvWonAKPasfG66etaRjedFYbrAUqmI/OUuf3rO1FcCx4glysO9sMZwjszYc4kIaiFB7AhU/0VUbN
I7lZ9xhSYgOhsm30cFgy/PyvrCvTN3pTm+7UlJFztPVI+YjbR/pSRuiNzzPrzuKHlLwBaxeFa/5H
Fw79p2BAufBZkPr954Rj46Kc3qUicya0PvVOWt/ZlVDuZtalD9ZYkavfRoSeu8tigGGzBYtldVDG
mQHtLLQ18CcWsI7H77lzqHRAlZjYplGjItPHCeLdfIHkA389A+75D9ahwcrEXu+F7z/j94tUrval
D4kAO8FYmc+qSlri1IqdoaCSGAWSfUuz53Wog+PIW4dgDj1O3kYvFdxRkhbmrm7YVT25mhAU2gXx
YQpQ83Zv+wLMIAuQleOvW42UWNohWfeJtZByJZKMuguAlz5lE5V12y7Lys+xjgr/ENEyn1OmvsrH
pfHGZE9MqZeEFW/M7ZVVzjMeGhYcaLo+bojCi/8jgwTvBo7I2D+0iOJqg62m+w8EXYbylNzAhgVH
ORZjEwEaJ6wK+vkKRryNXKAkPMfWxUoo3KJ7bjmVuScGBfEpB+OxHi4ie6JutFmfZhdzFhY0rNiE
qVf3WnSAt+nX6KL4JVN1pPerKDSy8Cj+oYhaxjuuvD8cqe0FnygGZJdnMWSUSbv/bt5nCidpUfQv
fdiZ5wickdw6jsX9gzmN2OhCz9cNht1TSWTK6o835BjYt5zsogPEliB5M9GQXTyIltVf4ks+uDnS
rwIjXz708Actyjz93P7sTkcDfmL+CBhm3T+J5/f5KcLuhChIfhlCvte8TYnEPrMGeUr8N+2p/tyx
LpvGKzyMCJA8aaL9CnyfpEITLK8DHBBOWnG2xN9U/ykAOwIOIGCTJnugU2Hhll58vEeZo0QOpXLO
KV7MsZJekygv/g0qxGIWAj4bEWWiwiOjcKvWJLvOoUhNOn2d9Trd2YVl8balgzbZumO90JBIzuxR
8K4Z3mQTJe1m6McmPzaTE0CEiOf0gZUav7jQhi69xmvFNR5BAG50shIZsBhYeU7hdfnFCduk/OAA
3X2jDZWHJ1UB+ziZwemPbUBI/0grwe1k6LBoP/d1X55mjcF/u1RqJdOXevoKR3b+hbmnruiL4KT1
sOQmSHbZ0Eagig329x3sQ0kaNYR1gMeexoaTq6MlpX0gSKji8+oy+YdcxCMDVIiJd0zMzg+2aKbH
rHUhNyZBYOqPcklW1kyS5Porcz2kVEcxMm5xSGAdE4USJxrzzHII1zbsLrbKZHvHUW/mXxSO/Add
bwRYNQh1TOIoAu8V1thvU9L0/Zn6QEJzC6yxBCmdD+wjGnP/Dcp6xIY4JFYFliYV4DYKfIIrIQx9
Qt3oxq806pQKrz7H5OW7WWftnGeaN++HsCaJhNIYfISYWMJtPgQ0a4EwWOlcsE474AAMsw5PINWX
cADcWIdH7p8sONq4hNpX4Nl5GzRtZCeI5xk8Ol0YcWsyCADAugOCHos6hnYxlYyGXmxKh6zDbG6p
ITfaB7pfHiEJiQBzbDzc5i7S1HtR+Ml0AHFALQwGfDDc7eRGekOXLAhSXrjmjvbKG88Kcy6zyTI7
MJr8Yt2xRjB6F9tFf06WCifOMPjR9ihYhA8iJcw76NyRmknGgG+jW5bJHV5iHuuQ1lx8/LRUbRLG
mZhG5WF8gWhFFQUzqUNqzRXdRQ821Hcuw/ANrjgqe/Tcpn/gNs3W61JOwX+FUzK1U8oxrHdlsbg/
Az1E3TZZO/U+2LJhKifKTxEpT9JsS3y6XljwMw7sQTaG7wzHKbUJhe/0FIq48cNcumN0P1SWFzTU
DO89s338gFJd5rzzsgqdvLH2rhEtXVBgU6aDXiGj3Zc2zx9nz0bptm811XpOYZrswounfKwZW2l+
9FQc3c/IrCS1/dH/VwDfOHpqKbHrg4w8oII44QUA5szDQiTZEy8z125YZIfe3q45FsyshTUncMJw
OfW980WaX/yOqp42TYLK/ZH2n+pvJ5z2VzPSlYYJKUGIZ5ItigbIbOo9SeoqAQwFwsGJCV+PYVgs
qBTbwRuxoSfewFo38UeKWlvU27uJ7jax5aYGAjV2K26+jeLiXXbpukiz7QKgPTvPOuWhRcjzt3WX
+8EzW/TS7Geam24r+Ekn+3WF7I1Z1am7ew4NlPxtJgoMX7lgGooOUS+Zovxk/AjLlqOYW9AiReI7
xjTqTdwU+ybCk74DfkBQfCDk+zcQU/RecqyljHnOul9wJXGLiNku5r6zreg/fTZ+e6UrI5EMHRYn
INvHTxo84DOFWBkf3S7DtE41M44dyFqfNdVP8ZbkBeCInKe9ZFM1jRdZR7O7K4XPgqSktvlpCRC7
T0MxzuPZDnn0AtEA3SBAtYj5qxsKhnM+c+qVoOls6KNgym/ihMpEAqFZdIp6qbDyCEKXZ5rB8SLD
IBM0+9EY+eEzQzi/sBgnYLms1veztGn67E8KSzW63RdGHww/UpKq3KM8ZSzZ0ypohk/ZJvF6Zloz
E2TRNoakHiWre9J80ujflP+5N2iSrF4o3lgeF6MYUzLyZmcibml96CjIbB9YdUVXwLuSiy4kswNx
oQUzvVJTU11ryGzeMdH/x7HPUQSYtIV9P1KJtY/XJNDHPIDq8R8mffFoZw6FO48GDLMVGnAXp68F
1sYWA0hGN8lsO1XpTQdwoDwSE5zIQUrHE7y8Aq+idsBfnyfhK9Tf0g7PNfg2FONREuH6kC41AD81
hIrwGoOVhSUWq9R43VOUBViqd/y0ZnF4XZce0gWap88ylBeiBYEUVTQdr2AGuLDzCW3fw1zzClHB
tgc72+iZg2XQ7sd1bq7dULnTTnoB0fV25UDyxViUpUe2BhNSeCmGS+wDzdtx2PDjfTWGw3uzGMaD
LnMt0KEll6dWoTnvhRbhHzLChoej4fWx6ZpGfBaTiK6gJ4uvqKXTYkMji6EeT4f9T6tdJuq+pV2B
5lscMxvJgowJxxvlE17OhHI81Q7RftRD05J5bMuzj8nGnJa2nYMj8gxFQRwhWdzOJUbrIwUN7fdK
Zafz5boL1eoOULyKeSaZTpSVzk8xGV8MFk5ftj+Og0t3G0M94AwbtlgJ6dxzkD4yXfv/QbFdy/NI
f8D9AF9l3ohkGf8BtSjC3Rr4pGXXkED3idoJG+5Rz9r6Mtn1llyAv4RrldK3mPUeOXa8bnL4rbxU
/sq6nqR35IzVSrqOtudsaohKEFKtsnPWeM4z4XZNJi3CcnFHHUPiXjmfJzihF9FbeWzpzErPdPJW
O/iS2DW2gI+S+hTH8Eiu1l+g0IAjwMgWIGhvmWjq7MrmdnlOci7SE2nOhXdzmFHwqSWvUCx9YHQO
nOyxx63K9vKVVBwtnXVqMn9P+ogUAUZVayFjBBQvAVZjcskH9HMA6L7J8r0aq5CyDDBFy3wbIYiX
QCnR61c8GSvPjlsN+e+yLEkoOrUWdK1A38fLt+H8uHKy578Ds3dgw1pqb1eQ5/D3tEJRtxe2AQNt
zTi3woEgHUhRFP/jHbkqHPvwIcY9p/34r8FGOuI+7lkEtQHjwkYy9qPj6Cr9TP0GSfMxZA2TvFIP
R8wSRmNMbpObBCPMdamGzv/LKWQtDhMvqL8t1Tff3Uhn9jmOemBWlgXNirFBsDXhCmziC+kKfaGE
IE0uXT94r2Mc1tyWbCu8Q0Wcyl6oipj/UcLs/m5QgarbDVNFe7I3IUvQMerWnXYBcuMldIYHaG3W
eRcTSahkyVEZ0BtLn0E5zbFsoY6V5q2GL+PeJyla9p+upB3guGBJ5DOFYhV8cQGSvdgOgJ6SU8aX
L37pcHS985Lj5kPf6manOinluyXZVRH8Y4ju8e/PfEWXZA4pjt05XjDijwxQ4f44suAAHnHv0Y2Q
DNo9A8AiT+xg5U1O3sJFeUkIu5LoEJhHeSIJ4POJdINOUdyK23obJki5ZidmYLGQU8CcsInzHclr
zPi8hNwkc8L7DiSzc+Wdl637NIa1voe6EYYvntezdybtMuUHd+Jv/IA7GnOWHaQ+h44T+udVyQpN
LghJak2AunxmGUf2h7RX1QPXaUKh2YRKD/S4hD+jxjrc58CxAj5Slsnzxc0w4aERy0i910Qc4MRV
WvksiFvz5ead+OnxzsRvA+FEOPgsCC+xHQzlumGhXnjOOxSaLRapFTRBczd1Ab2b/Vpj1QdgE58G
llTU2HujfzVgg+cjR0yG7c6JItRFYi31TkZzIA9YDFT16ResPs6Z5Uj+FmcQTDZmTLPwnmYJTNAQ
pcMcd0FRh9krkqxkeC8RCsLj2APtRtqtb1yKWIJnhZSu2N3s1tRhZt2onhLTVwxWQf2wgqnKDyhp
ya+mhVFKZBE72qEeqcTc1p5lIcWIRG3frLr5y1mn+StTNnROnexUcI+mRpQPK2W50zBK/jSmC7Az
hoUPznXwPGdTE+22eAtDhKYVr0K5WSaXyHxhzGz3NT03MTVWQdecgnaNoz2ITvpZQHN1BMMnqpAu
qSmjN9pquwcENRYm8c2NvwOgPlR0AeG05r3T+d+qoLV9wyF6ARSaSAyMK/EDmskCl86dyE3kfxwp
eM4MDeezo1iQMTYJNgcMtxWdRsc6DuiaJ/UJ/1SM0j7hyI6qd4WYd+sRNuLKr7X4PC8xkezKJAa7
6fuAe+OqW6rvmPT6AnagyyfnJRwazC+5gbxC9BcXxwcU3xC+IHEefPgW00C416YY8mtCsTPWXCfI
yuvS2aD5XkPK+374S+nkp5OiV95PM7BRPRFRT+ND6w/+wxgx1ZADz1JnO5WQLi68hVaQlBwM+Zle
2DgvBQArRJu169fx1bZuW+IJN2AILgZoWXgwEmHswr7CLD+ZKKevG94U/oxdJ9TIJHF3sBuyACHH
q9PsTLRaOWCBO4U3dEwn9+poN4y2MxWE3V1YTdQrxghzyMp5kDaWBjSeqLAtwNFlW6/U0cNtF4OX
qcj/x9F5Nclqq1H0F1ElQKTXpuP09OT8Qp0JJgcBQsCvv6vvm8v22Ge6QfrC3mvX4CY1lK8Nct/g
XDhJSpA4mBvE8ESI0ykjkYL6eu1p2mkNisMc1oXcEYHDK+UPkF/AKbb+9Mz0OQQ4tESc+DBNLBPP
KUo2FLCR5G5rxzT5wdcyRY9dz318W86rz+fj87PRfeHrZXghEK8vHn1UO1fNjrYTagnCcrA0s+I8
NcCw4POB68NwXyy5D+YKp/I+mCOHJgKSfYfYL0+SQ+tnEPs39sznhLEiB626buvZ7R1SwgPZvNP+
zo/CdxsbOm2OO4GxmX8jWC9ZtPaWRC4flM4zEdwrgV2mguaxw89Y87Bz2GKzybv2oH2lglcZ5fSa
rCjXPd5svA8KENCIGJz9DTspw24/D5zglUMXjTh2Yp+3rA80mYjgt76GKXB+MxhzqI04QIGTRgyR
EF8I8Z4xjiWXEh0h+eSi877mvCS6mgKFeHh6T9Imk440HoAnXKIPaIOI83Ltxr1Xi+8RqwaDnCqy
HQJOt41KwPrgRe+BQDhllIvdgtjpmnzie+KwQm19Yf3MdqVBaV0efAYdiMPS/+ciQ/LDK6J7R9zI
2YkKmPQ+Ec19TX3D2nAkpnTsZ/mFNgWECXs0jIdLyLQe/KryqnNU997eZXRBtouq/HlLQelw3hJI
h97cL2ZWcVoj/+JU6qC145lgJM2lncSgNtK/fBSK1MV2gjcdre6vzoniS6sk/6YzgnWBMvEXpCwB
DzbG8ZNbM0DbkEJeWN+czgj8k4GHcEfpSP5nZdkBQrMKJOFt20ogddLVqjnmM1pZpHHQy+8ymvCv
mglWsQ36oHgRnbyf9RxV930xO7dBoMs5XnrPJShmCWA7Rosl3KPyZwn/gyUhk3JYEDlHBArOZ7r3
0d+zcV1zKOua4qeqloL6tB6oukD/rabBk1nTVYIuQhYI174pH4POmfKLdtbyx15bae/qGsOD5jez
aIZiuvr1u1xQFh7q1e3mGM0q+dupplO8sRkIDnET2EW3sUq/RQjR1OK9n0rzrmwVqH0dGjva9YVt
uec2jZIPnolJHYCbeun7VEHpjgNrYGweBIt/qRc6jW2ICpCs6LlLyXpSibNw7ybOSxQaEuq6aFyn
t14ZuJwm8sRtS8xJvYVeQjwo4zB33ra2zN6aReDHckvYGRiQ2DpG2zlChReLeRjqC46Tljq3adDy
LPYizmLxSKzusKNCzAhTLdDAFTUV4YvADiieJoxZ+ZmUtK75Ypg+AovuMwxUC0/inFRP9MPpB0w+
Rm4YtJh06SBJZeylwsKgmNZogOvtQPgA0rvWBy4X91lrjbdrE+guXuiG8ufJUz2H2Bx40TZCeIa7
cGL4B+sMp8qM+LhXSSU51LXAMDdYmj/jVXmCVYWxK3woHvDJHtJD0w5YYruq7iJA6gCbOpYbKi2Y
qBUdrh7VGUaWTe5r5L/GCm1E43jzaDWqwbVbcchINTHrBStyxppWWXjw+weny5W9px/r2relESvx
Xa7bjdG+zJMBc7mfYVwefIzPT3UnNR8suDlIFEiPNRZMVtzRctOviBv3M5k59UWFje/fFvnI+Xi2
U9kSr4J+O5xg3HHOSWAInacPLOu1/mY7NXsfCXvT4q3PahTO5KAAUIjtgWTbbdF3a3MrGOGjMauZ
68IOC5MRhpQKsMxPDNarg93w489ZhQsK7hoLDOS7nfasm0IzvT6sos7yB1Wh4NwwBlD8S7UxGWS7
lBABlPBTfzvaczV/FmnrkMJmLZLwBlE1cdTJ4UwgjVyfBfA596abKohRlr1MwUnTHs+bnMKUDFFS
Kpg8NP5CESwVbKaDYanwQ1dkcAyUgY30jNISfRWXdAMaKIUlRH8FUvSmZ9Gq40S7zkrXDGd7a4P9
BI/gC9NsxxZl8TZyLF09iYLgv36jfBJ0L/3CxYUIbITidGEp4eunwnGH5oLgYBnePENPzMSzTNOt
Z814CV3kuQBN/Hb8GT13ze6w0ju3ja37F8Tfoj66ygEZ5mMREYwRWjJtFpf6sGocJkSt3Qj2Q7ka
b4tZA0euTDKjQFHTFRPWQo/6bAo0s5iDyvC75P0yO2ijfkVEC4XoZsygiyFQFRFYdL4YGRxcFaH1
zuHz+sclWgeWcNSKVYyOi0RU+M14lKI8InORe5Cija2M6S5z69C8NwrCNHm7M4rCkhCW6FSOUocf
NsPc9xY9MEoYpDmXrCry9c6aJlF/wR3p8wdiEDgJ2PubFZF4X0XBs6Z7U1sADOZfO1gU8q1HZXJE
JZ98oBjuTiDM0OKjlhO89DRZt1Ot0DaO10KNbEfmUC+sIVRwhrKL20AgybRjo2Z7PmrUBs5O1fbo
P2Q8vNjEKrAfd5Ym6GE7c+19hz0i+4PjezrDF8nIcdPboV9s7aarohueaPXggf27hjaY7pN9SdVv
PZ8OAbzIsNzMfN8iNh7j5luF2gAtB0Da8dx3Xbrqo6dXu/5dvXCxbvg/BPVzbqv5gfjXWdxajvDe
qQxlXRHhPBcwOEE2oDiJu2II7fe5lvNSHvguypT1NKZCj3kjOadfXebqhDCboHjLWbCStVby8mHm
u1LVn1ljRhlL8agZX5MiTXt8906PtRI+XmXvPSq06sJSOkm+eHlXF0Iua34UDSpLxZa+82rmH2tD
ZjKupz6oYQM4RfFvLKF4Xs9K+qLCc5wrAKX0AmfrhBXjPl0lA8pKnedSPRv+sjqVHqcwZyjzaPnS
ruN8k0UFXAbF3ULmTdHiW+58QPKQg73ro1YW/j+aMzm819hNb3jCDNr6KcSv5XQ+7SGx6hL0bwqZ
+Bt3liePQVgQVJ+Bu+/eK/YpHbFTfOs4/Bcb+ZmCO7h30I6/e2TG3yFwIC8QANZg9sSNOSPSi6Sb
GZAE9cjgKpRvcCN9ctuqyXJfUe7L9mCQI9mn8ooFopwi0+jJ93D5aDNO1bGCiJ7tCs/ucIMimTub
rEsjopXwXuxcGz8gpYuVnEQ34zwa1qL85iXvvwzedxCzvnA/2CoRTreASowOme+Q3MxurftogsQm
x3Ya0rdV1foB9hTz7BYPBKI30qXxfbRyar6pyiLzV1ou90vnkY25TXWfzzdYTuqnJtLhfxlMEkMw
u2NCJLIhuKwiG5syRjA+r2/BLJ3TQEiaG1sunV88MqftWOxwFR1YsyYIhBsNOiVvPPnchv1S4sEC
U9Xb1bVi6uzaZZ1xzVVHiV7MDBHJGj2F44TYpu6mut7n4+z3W0NlRh4kmHZihZEfE/o7dyyTsyht
Ec70ORNNmJVIHKnN7J7YEu3sNVnl1q70PO/ilJZGCbK6xT3XC/v5KXIcAPN94LHOb2dfBXFucTrt
iVaZw0MyB1dgOMTtYnxPyiuCqOrDtEfNI7BnDqkZ/pV2DosthCqEDZiIhAlXwsA01XHrlwa5Du85
hZzcGOwroGQxTTvDk9ERIoENCvzVuUwYjP9bc/jhcW+kVcb1woQHTAIBOTWot/TZBuGOKk9Eyxv7
PipowIAWlEhg7UBLc7tF2BsY628oVH6WdRuVN+2adtnR8tPm0pSkZ2MFVNPkbOZ8dQnwlsx6thM2
s88Z31x6k/tg+t6oHIqzFn1TXI21UXsxxEmIn8VzyKPCvZvA4bGc/oPHBlh3inVBxUyVPZhHfpG+
uTaWm4OqHfSXJ2jf9fw54RhA1Dp7UXXQzNOewAaGvxPiPtT5U23LT5OMer6Q/UOeJ6pZKM4A+ltC
wUas+Zswczr2j3bzg/civJCXi6zBxfvxHBiHEGKUFFLchxajMHWyV7Gy9YTKou8a2xsJkxF9bT94
65y7B4/bKEIgbsmy7/Z6KiujkKYTpaAhiiErpIJvvFAs54jKL4BTZgdy2oCJLi2aFRb7LBGVCH/x
SoWSPwQh0EdUOlNA5jGC3U2dD4wfcDkaGDliWDBR5/YA3b5ZfNBSkm4JH16NB4bKc76NOuK599KI
8AbcRPI9BXA2t7qy3e6DOnIqCLbnrPjnQM54g22iyQpJm7+gn8yhkbP7hlEj+Mu4kcm/sOkIcI6T
10Xa+V2E4sAwoAGQh10FigL99bQcZ1HA8OtIBXlDqc2hj82O21glgv1IoBymNJnxveQMO3j9Qquy
/sOs6X7BOuaXcUKWPcz1MNrtA4RF13wdrHg5CS/rcdWUDDEuEwxNEaXgBznR9sonH0XzkXgOffUP
0pzfM00u/Ac0VY1A/ELFpS5e7vjrLQhDa9niIQxwmZOrAhDQvsK4+oYuiXc7gBbYo7aqv1Xnm+HU
QW2CeBC4RXVOgFxZUJrJSnnyBD9VbBK0moyIUeBzfHbIbS9QXUvMhlMfPK3dSPQG4v2cGGuN2423
gVjknCv01e2E9Ys93naPAdAy8ThnY8LtjcaAJBXcau22d+u6uLtq3l95SwiZGYpqiWHjFA4L2qU8
OrYq4ViXCZldPzhckISOiSOPmqwU1qaFnG/9qBjkqSCZE1AbNT+Ie4xIRK7kEcv89s2qippGLKdr
JtAWm/zOnWoSeKSenBEYW2a6r7l3+mDrKntcD6xzy+UmZK7FRh4Mc/OLujjigyh4v9vP2ocueMBt
4Jr9NTFoefNKaxrjorwCQUFeEDHCsksl0ZNb8J5TuUofJxmmf8hLhKvFfdkRWbspULBsRGup6D5N
Kadu/KgeFHRelOjJ/nqdQ4ipiNdy5HjVvLq289KwRMvYjS5DE7ukrTvxSkrn9FxRyWd74FriqU3h
cW7E9Vtm3FmP+QHTTxkx4mg5Uat0NOiLTC1uhQjrI9mTBFjQIq3qCM0H+UBBaf9ZLAEWh4iT9jih
feX3RZT2AKXGT74BkuU4alJfUfIkPfmALJ2WC1sN4iySzLMAYk4e+K6QI/fVOAtSPC1ttqiz7/bg
G0dr2QnHVe5Dtkwrtw3+fiRCqKpfxsxZ8CeuubpMgus5cjoT7TNpM5liTdus6H8rSegtSpD+iX6i
x9qLu+gvrJWrzgQPGAIM5lzf8t7XAWpd0b0g1yD9G5UH/UtvlSaBUrjobKdbz7sv2B6uQDWxkea9
Wr9b3veU7koDO2ZY79l4OVn/gUcBdJvAUsAPS35BcMSJw2YcugwgPkX7hxDLjZzi4HLqNKeBLmza
9eCXG71npZI7O75XGwt8ZkI2TpV2151ivhMN275l/+If0HqMnI8ih1NpPzllQZenes+yDmPrLv3B
cwY+BSdnw8CjmKIaKaxFvGrpmYpmy0Kf0AlmTluR50nwN69VlxANRZQH8jMFTa8Bjo3yyswDrxiT
1eoJOeOy3BUdpiueZdi2rZ46LlPiEy6sSDUDUc3pdgCb4P1j9cFQeqavHg+qgUN/QkiJ7iov4SzE
Hv6Nl6s9LON+thTmiWYaLoVFgfuiGTUfe2t2RmbD6UjVOFYOEkCSD1L8Q6gcxhtjcWFsscZwdBLC
1qQ3PiG4EOyHML1n1g4YyODeMbsglOv8OhUjQSqUDRnMupSUyo+wFNUlSqEbEMuMnwYbNwLx0ZUx
w1KO88RS4bdEZgImT6Hs3Q7MyxkxNJl+XNOB2BMmD+ENcRxkMnZlkp7t0gqjNyW0PlYEg5QbP5wQ
TBAPtqAxi8iOoh80/SpFcwDk6ZhbdrJZ8AQRCawvU/rwrrYF6VUtjrW/Nafr3iKrNDIWV/PC0a+z
GdCRF9GFWwhaDWorVx67bAHtqj0iCCiAmjDcU79oc98RlbSraNCDXQqew70dwqhXu550E7mZNJCC
fVk4VFwTIWvFaYaV9qfSGd0dJkXom4QF/tevhModMz+A9Q3HhZiVIyupfD2pyUApzAsKdt5kSbo6
7Kw+PYzsc1j0Boor+q5DZRK4fBtDNx3Lchi+hmIePXROhD5fo76BPHBv93rIu1sctSqcjj4RfcNN
KZzKRt3Ddfphqw5PQm0gESHUUjVfjXFm9p0KJ2OM/B2qY08b808FXTmhQ1jUMiHXBPrymYiqPcAY
q8WbRCJePkH1SPq7GToWEa2w+8EOAmL0r8GpeYL5zmEhzWxxhb+Aig0n8UYxaCue/TpAkxAQrh2y
zs+oiAtqd9xLZTr4dzgpCAdiA3Alt6wkDi1x6wxsGcpyGq5ulrok6C4vGSiq1YGsMSSNdVI5Lyuz
oIrZOfF2I/k3aHc5/tmXVwsL22Qnq7ChjeKplEmxdzKiL6G2aBjET2Ut7OiKZbGG+SlCuI/4Qnld
PW5Kgi2XdE+DUUm1XZc2+vKsqsy2yrbW4bUjzq3cVuiU7zCizc+5lRRmgwuWQc9MFx/GAzjjS8NA
8qnuKZTZWA7mxg1dtJsedv6n1EpzuhlDUvueKM3iFCClXg4d+Fr5adGtFwS3oAkq4skqUph/a14B
qxymYf1cpUGeG/NyV9B1hWM6NLXAyb7HXNfXUKzI+OrOZbzFfcgAFGV76JVVwhIVoekybuqkQ+Ui
ghxIm8wYEd/pANHJOQQtx56wTlBNbrnrPLknqNsKibggo7y94wBMJFLP1GMrib0e2ha6cdAoB8mQ
LfSO4KpAhG7p31rtbBzWkODcUbfl1U/ook3jtORcRp1PABdUtZI8R4SK1AGZdWup2Vkuukm97pdh
4Mz0JrGFj6W9dXL70ABFQrtXYXPHNg8Oeg3HHaL8Mv3X2mHk7OSczenZAcCiibu05yxZP2auq98M
jdxMGTWI6pHEF1wK2w7dyEyxO1T2XZFHV0cVze9bX+Pee2Ib6cqPzh0t0B6OnOz8thVr7+3mGcjL
DhFxqf8kPYRMWLVmEDP6icvXu2Ob69UoHNsEuC2Vjpvdh2Sk2+ic8qLHglctU3+Hx3Mqd5yDVXMP
NkqiMIR7l97mHoKOh96mwf5O5gEa1M4e5JywUkbsmeGgZ0nj/3iUE85VEJxUHy43G84PzRTrJhKA
mD8WDHsI4+uhEzl7t5ZdkTGs9rqtg5U72lHkQ8ThvwiD+F8069VPXySmB5aKrFjy4NCycJ6+Bxna
PX7drLP2pu19+xCqkZp5hRWYwScKCN7YDujEIhKxwsQIrNQ1JVbsWASrsP3OgvYWbXiUkriWr5KF
C1qXKT0Ndu8JaF7KN8t3S5hwcJikz4oUTC9+5c+yoG5Gjulk6XaSbbcguTRRfTuXymkJT8/ooKcE
Msi3bTzoNoZR1IgcgksguYcEwu2Ak89mlRVlwjoy+7XnbQZ4PNgHUwfqBVpz2DmHtVj7+Q4wbSCZ
uMHNQQYk5uh1ZuRR7YY6WoKDxnkz7DsU28Uc195YE3sP/0Y8EyhE3CbDKac/CbcbSBvOZVlx5mH0
ccGatMnE4Bn+pBUQHz7Tm2GxWJ0cuiASIZT6EfUNiFwoDXtQg6opjzXoB9liy+AwJFJtCmzeWvKE
CrFZ2Jh3n+U4jv6Lr5DPEsLU+2QVmYAozLgtTOYOGMzpaNkfMwmLum1QYDjhb7Kt+G70UjYxHrzB
bOY0EfKzDLO+yM68N4GLWbpErY9zoOFE/eFZq+mwV+JnLqnoE1BmPiv1TVgoHzJmL8lwYBs2Q30C
YoThgIa543fpubc/ZkYf7i3rilL8+Q1ye/S5swXSGAW1DAmYKBmGQjIm0dwXaOlBOQby6HapdtEd
LmwUbmqfQevRyDC/WiCFy6FOfAg5WDhqEOaNjPxjD33HV0UZN/0iemDqR6yRE2oSUhToFAm2ZeDG
M8Z6GgnGoKmShmde2sr3fUzhrNUvAThy+RC6YHU0nF0oT9hD20w/aaovFd0wzB6gx8VYQXOYPA0e
4Cq/C8AImeIOYGFrwn0LeU2pHWZgpwa72IhAhDEofczTC3kIBkl7WKzTvmyKoPpMKAOmc8iDNx5M
05NXUadRbtiiN0N0nGZ7NIdO2KTyWYOEYcTUAversZeFxKUrefTEtH+c0AZniDv7oXZghpkwJFU9
BQG2q7U/nypaKySifEj1tkbExh4ZsQLzsqLKn5DPKsb83lSSdqToGuIFc0S3bRpK/q1lopHKiPEF
zVrWkFiHnNrZDO4yZkfmNd5yDFj8iS0bLYGeosiioyBo+ZtDnhljXfjytnVHgm3RWryrSjh6J+qy
MXjFByxdEgcJIyUvQUSABYGxaDdn04nYqORvaF0iljsvCYc/NCOe94/Oxu74SpDFxT7aFu9I4LIy
j0jqiMLRswtyoS2GOtgz1oOLXKrBilvi1tj2uZM1scvjQBq2HUY/g/uESOXvMjTtGcFIAWWvXGmi
bIp26qHKm3F+pA4OtxBMKS5yVebnYejb6AyJYWqxOFeI21KC7J0dmykqtSBNiTEJipwHK7DaAkln
O3srZyI4R/S9YfZhjW2+Hms4jgPPtt0kZw4BtFPjFI4/GUvHF1GJmY0vNjTk83ZLOdxI1B+MpigT
mInTr23CMmy9zYyHDtLE4vMOWGBQiVyK/OjLhhzgPSwudciO4sZHf0J/kt2QOBNM9+jHi/w0RN4o
zsFcLd6OtIjsdZhkGCIJpgW8wDRXb0WI4vKf36QM5RoPxtYW+Yub7rvStr7S0Kv+RmzmDd+GPbxq
a13wWZEDWMcG+dc3BBl8/2TzskHokmsm5+QL9YRPuXZOK2luP1Xqdy18J6jjiPy6NSdFMDUOW77C
nAeInH/jhDAMQmkUrY9kaWX3LRio5ZDUtadiFrzXQJtWBO0uIOGZ4Jk+aI5IjzO5tbs2UoxAUT4+
jg6rpv3YE1V1v44M9p9ZVpHMweeTtZy2RCZt2Bd4BzokEHrZUL7BVXD/89q8OKKzBn2Pmyt/kUqn
6qbwXXgYZO/ASvdDS9wt6YQdmLjR+mkScmr3tb/YIalLkSReD/yt2kg/H55VM5fMpjmM9gWK5+YQ
5m16H0o228fJZdhFFE8V4VWdiI/cWYPyIUrJLBEbN2D+fJ81tfHBj2uJ42EYQ+YxaWHFvp3jSxDM
WIMTI5b5FFg2aiZtAkmX0KQ4fsiFVneweongsfwAG6qNdojgWvwyRFNEvnVo+oSkjBKhQMnwWSJy
wmnIGpqwUeuhDWdIhcBuCneDUi1Fqon96Xpa43TbK5/X+F+S4m7bBonlPSE7AmSvG5M+qloUv9Iq
xG3DlJw53P/JXVbkoeUv1/V6IGLIR6lYLyNc9rFgkgait7n1YFcgGhsHwQoT93dELhKMs/JKMhzP
AAgCNGjDym3jl7X5sW1K4IB0A9AbQZufJuIJrmMmLIHoAydJXpe11uNW+J1azgje0+4WxRo+ibnI
Pin6Fp9gry590RhAvBvjZaRgYXco3xtr7L4LAuV/C9Cb9s013fnF6tFhxiwZmxvFr5RvM/zlTGts
MjheWnuI3lLO0SdvLrsK+ReHr0CY34uXGsxudyKhZ9qz9uNTDpOAcEK380wcoEgfqG2Ayc4AoZNv
plYuag7QZdVBeIXrHIUK859ViPU3ZLdECqNei0ME1RarnlWJ8Eilt7CljPjtSa0WKf5VXp2IHleY
YFuj/SDuK/WG2xG6oGQ5zpPC2KT1wHnKkpEZqUzrjdFTAJQL9f0FpdWYnvgGXUDONoLobSO8kj1H
F9HQzVaZAO4eq8E+jxgb8412Z8xW3LzN3dLnZsKzYGxQRY7dbN0V5M7tuvbqTYel/sD8CGMnssKy
3AUpZWSsR/vaIOZp96WYBQFCyZmxfTbWNPz2q8CNH42GgCS0IoUfniun8adv7HhMZwES+9+pWXgp
tSPVvGG3J/6IQl3+WLQ2+latCRrNjd8k6Y+NgqcEXrcO7jHMSf/etFB4OE2RyDt7tOVhc9Eq9Jr9
QFfnxm6gvP5Z1gl7cKLuor3bZ5rcD+Jdry9tP76YFDTLji3qlS+IhoLQJMp2UtWAwtDsFk3mYkNC
5xabUeKiSLPM+fTZBnu3Awlh80uDpRrSjZvVRPmiWcIBbU2wftzEsk+hjioiXsqeqtgfE685oyoj
NxQKRftTWCvD6Jy6/jlsZfmBvSz9ToDjmV2zcHcj5ohoTMcpwO6ey/4+6SgS4zSbIKm3Y59+gtvG
kwTLyWcz1yaKWVDKDm8TMFZLENqseusFLvlYhFdVdVxKrP+E3gfXoEJpySe0P+wb/Zxw5pnI7vCh
tn33F4rABPxc9u6/KkNOcsSDQUPstmh9CABbgp1PxFFz7+IlKbm/c1He2QL33p3Je++KRgWKgLMq
xHK+rbxwPUFin+EW1jMcRVFHnbvNZxsTTGfKQW6dQWl4mcgLx6Oa2hnaGYgN+2BHCAT5U9UEGo3w
SbYZXmOxwfIR6kfT0/Fswh7/6k07eMWx0TQJ50VlCmh4zwBgs9L/eLvM0gWtQqOWEx2FRCFMvKtv
3RmJNyM4ioSeZ4fr1J3emYpm4r7uWCP8h9cG8/ZOBx0E0v2EwjpPL+z+CJY+sGdwh3FXBBhNaT+c
ySv4nMv02ZqFl0NoihLd3zbac185xINg52VZMcRLUKWfAzaK4XddMF3LHaPc0Y59g6GbEG/p1v9U
VvlnPeIpwHOCkqAmGArh8bZcpFYXdHjLsNdmadETooix5q1HJZbwtDsW1kiVMLl7YsWLTcIDoKs2
5VI5EeCGwOnffeCv7QFrbtfeLdhFLbyUCRDoGC5Xkz2QBpY7DL5XZjaIbhYUxexNQT1gOiclBxSZ
X8WlJVdzNhyM+XHlgEbmRZRgijEZjdEJ+chILymD6Ro+4EccGvjgqnj1xPyarVEvsQAPdb9HVWTX
OxtB4pOX4jzbBjWZQkxTrOq1IDXAuSSdT/HKPAK1KYP9Xr4ylNN/ES8wtXLoTcQEzj7XMoYgX7AM
JMw25qm5Hv9Bq+qD33lTcOxsJsssteDaHNntOOkvkV9oIWEYSn/fdhnq7wDXb3YkVWdx2ZvLXjRn
L9Oj/uWCd/ILpAg+rwIX35Ws08pn51qvPyGESJNn0FPXheKySogF1cJjvb/ayLO9WeF/cceloXOU
XormkipWvwdLtuSHNEW4vFHDjNOMhhwdO628YK6S2TQvPiUjuBq/Cuu4CKl54waBkv3k0dOzWqiJ
Vy/usxDXKjcAXKlyBfdMUQQKEqJDGHohtKJueaDqccgKCEFFXSA+en8D1I7llilGOLxMtiAIjpG4
Qj8UWMGpLiEnPZqc0vejw0bhH92U2RAKqsbgR8/WabOknqXfs8wL25vWoKeNGax2gomR6qN7t50H
sWNOKbgbiKxs/3NsNoJ71Gse4NOsyZiAusA9nxG9T9VpygwTM8YxEcqnFGWnfHTRn35qTGLupSfJ
eNzbCQUGYAUHD9BS8nXtJ9LcrwiJfjYqxvGXkard92hOfhiQYAYnOUDeogWcbQDyxBugSrWSLnvp
6nD5R12xTI8qItSZ2CJjewcEcA4+IquTYb1BgN50l5S2uTiT4BAUd13L7mcbQTVkY40BpGG2g77c
xcWJNxAov+OCXGX+HQJnQo7VqYj4ACxsw22L8GXsH+faS4oXXU45on++Fg6tpWAXzzUTJdZD7ttB
37/QaRjiSFM7rVlAWetIOIWSyei/d7hWZsgWGiM7/yR0o/cxjJbht4hoo4+4o7R3ZFBn5+9cebb1
wMDcJE8yLdRwpIwhbdDMgYuR3LW5UmpvkM3DjDQ7211XPvZReBjhdn6OcIuemm02qyZBLkki8aAn
tUdxSpkzED0L/sLq0RzJPaNpQ4XtEHAU3nQpLpyd7+VD/QOlANjFnAX5h5ImPfVWZzEj8W3HIeAj
mV4dn0EHmjll5pM9FRjFZGr8n6QY1iHumUuTSFRaXKJBNDl3PrbDhIB2ntXt9Qbzr0NX/z1y4A0x
7wYexf6vhVWDSggiZzPY/XGdhL4irBQuKxGh9mRjs5QdpIEQPmnfhOtNEuBvYuQ1A5JUUygU1EBD
Rs/AWCiNyxF9Sl+F85fV5NXjkkVZhpsq8xBsosQG5wwo733uuB/xSfbpq8gAwTCcN9bFwvmAfWng
hYrR41HNo1mT0zWWN39Dbj3+l5sOMZKFAp+Fcpd7/AjYDObpVg7HnALwFzc2vmQPMXHCChkD4NZL
NP5I1N8okxuzhu+lXxbtVqG2/0DWz24v92dD9izmw08kNQ4hQuSrnHyPSLvdxFz8bVyvK57BqZe7
nof0AuiQuWZVtqF+hzVa/VtXZ7hy1kxixVmg3Uf4QebJOMn4SY5l858zyPI7IYP2xnGMhuzYocvf
zFzmeN9QFv1jNorwql9U3+164AzWLqqr4iPSDVw8G/nzZ4557dlCGp+hbkZ9sjX4GO/qjBCtTdS3
yK8gu/U/Q0m1ssHm275iqHBeI+E6/5V5/v8EJ62DeA3rHnG29pUAh2mXxAUiPmZ5lzb2lkeNc3FG
eVpuWSLX5xBhJjgkoo/VBgEjoGUDw7Th0FOYGhepSDTCM8keo0g410hKYW9Uhz7OIUcWnLdrseCi
UBnatU04CDoCuj2rwuYn2/962Q1+TMJm/0ed1eY7xzRBTgHTgPIsGic4j2gOBfYqySI8bDt+V0Xg
TU5bEUTVje9WI24jzitNgBS61VAgUUGuWCTTgcOg/jOTkt+W4by9UsJr60Z3vvoJ2PBFSPjqhjTY
iHn8LrXAYe30KtXd6NrhM3dO6h9J5yPTYUE2CyGj4XPaaM5VujcrD/pTzwQU5t+UVs+9GgiqdLiv
Sflt2dnubDYu/8lBWy8GQfBxVZ1zD2j5ityB1TSwMisz9CZc7bGJCqc+5EmKM23JqvDcV2v02oDG
0LEG7oC4sW1xjeQORQoiEDy/EQvBBwvNjDqZOnSepmnMHlVicxemklAtSATpfGcPUwOtAyW5u8kg
lp1x+q3fYqI6jzOX/OuNP9OFs2C1sdnKaZ7fjFiAZ9KMsvZkZd0jznYbRsJZVJ88tE5TrHtvfGSr
pl6KdGkvRUNk1gbJDIMzbwiGxwoUJGOaNJj/s8sC6QiLMP9/pJ3Jktw6lqZfJS3XRWuCJEiwrKsX
PsagkGKQwl3a0ELSFed55tP3R1W3dbhfmrtddS5ykZEmOEEQOPjPP+zNuEnyXaOTWb7TNFLp19DO
CbVU5TB9Q1NVvqiq86lHhI6cxFBo/HbUTaSc893n3VrXKKe2mQynft2HCs8ruHT6CowvflS5H3Ed
mghTxTRfhhuEjdGzy8XWoWr00jdXtyCFt56PAR1LgeCsgjvZs4sHEL9DoOPZ0kQo791ZprCe/FQD
apuK+EvljvBUUq2XH/xCZMbOpXQqV04dsYP6FUgSWUJsrCsXy7JjNQwOkmSbBUDZ4LE2ONEgCLE5
4NjeFqF4JCCRjQqbLvEGkRJ2aTD19r4em+QoWyM5YueSfW0aE2IlE2F9oOEQffYyG4foJgOuv+3S
KN0nAx6Am4G+9ldoOFyRPKeEyt9PkKAoHiLqXsfI8eM0YJsHN3g/0ByvEb12t1bG/Vl5EL4xfRrp
c1V8jZg2FQX1QAdaz23e0fE45vJIyGQ8OT8IeK96zM1kdUy5br6YtkYSMwIQhRyoNJ9G1ELDVkOJ
9S0Jgu5Tr5DuUV8bkqqtS61pJmIBg2E0l3zRdJheKwSlOpxI33f7DXBPHW11SEAQOWuA4FXdurMp
O90W4JzcEa+KD5iGup3F48puAoLo+3iE7qKD9t04NbbH2ySGDrCFPYEVNInH8UESCaavprgn8Dyu
aoXjXBcQGlHWHhex0opdJsMXzSPEmGLY4Iof+V+jOjB/hVCd7BUcrhp8PWkQYaRB/hZi4HCvh/0c
CdALPIu5dviKuJUxO+AGLMZPpqcqNggdGWklerO5rXwmcY2VR4qBkVHi9xlxc8lvsiqaiZc4U+AG
VVa6v9UwZO7uMbCkmWhVMDxBK4T8aE+1+6txs/pFzr8ail0v8B2ufFy8x1TAfkeuhwajkzPlNa5w
KnSjonyJh9T57lZ1zzHKJoh6FYeQ7agbFl5LYKEfrNbCfJMbGgY+Cis1AiRxYITxTFeORo1hpAOB
CNjK8SUiLsRdp0z2xBjnczAJH9pNS3cNy6We8n0bElOSr/BWIMaL2zECXMFliPQ3ozZC9Iq6f5ex
EYEaEyHzS+s49NYapi/0O2ycgdDBZKMFyykidc6IMRBd6W6NAAk/3eJLg9kgPmS0zj/QFKaPpesd
tztd9NkhITI3wnQ/915h6qP29Pze3BcNnUveDjJzQVrhnKQ5qFl2nXF7M4r0a5WkWXBPCWF9Us5U
QgsvouA7yuT8S6pSAOjCs/z0zsd4A2he08EIQnpJ9a7qVP7iEZxDAR378sFC5oQrz2D3X32/4Zym
y2FVm0AYvrPtbNLtV7qRFhB7wKw3Pa0uteoiJJIw9evqk8nVF8m+1MrvfOrEZNi2l/8akP2QMgvH
Aqaq1UZvykVYbbbcJXeZHmAPhTSveXJJIQJsjPLsFgZ70YFAOYSRzWUncIczGIcE73k6IjSLZ4kz
6TS4WKrsNvGDuQFQxxAGW7TDxBjQgOU8KgPotqY5sEx5odnHAR/uHz72RWTgTGVYroMm9l9r+KQD
X27WfFR5Omi0MfhaV0bcIl9JzKoh+MD1/mKFA+hgQJwBr0f6C1tj+uJPWZVtZFOP3wTaiydaDo1c
A7CXOIBjk/XRm5qZu0CS3cFxxv6W/FpLX/MR6LNNlYenhvC72MevZJiOAq7zA3JAlBV6i78G06cD
vDmyKyDqE0HdYzYaYP3IZHDfHweBpZdOZ5WyJdZkvklczXwQrEYiXMJU3ZMJjlaJ12nkG7My6R2O
g0k51hA7qa+1vjJoYlOfoAUSk9tvq1izqy0sbWYfc0/nNbFCUNsAdg/IR1mYN7U2P1qRivJgG4oL
XDp0IBkNjOenMZ21UpS3apPhuh/NUA+62JKiFuFQYnExa1EN3FTIbshxCbvuC1GH2QtX7+77EEQx
uqKa9BwNsKFYZ6CWHCYEjetrf0rFHgsvMr5qwzcLaqUsfoWzXr3WGPJFHI+zlCHURlrWLh7f2DRE
xHyZXej8YldRzgbxSYR0OGn6twCzrMNU0IBd2SY47pYQudC+KRXKsr1P1fqpVi2XL+jhEeSvPglf
TQv5Ag6dxNXfBbWWPUMsDCDroJtHqOVlw9egoNpaBxlY5QYLR3HL1sWVvoaFkmw0+AL9DVoC/yNq
LvpaJtgHZo0h5w55ZamM1ogNbRdpfug3a5NeN97pft5/TxN6PjukUfVWkChAn7CEbQPgWVXahjZ+
FzyDMPsUXEWubQakkPrHZojoiLtZAtFsVDRqbxtyRz8j6K1v8BHUaRBO8B1p2NJkpYdtRO02aicP
RwaWhLnBoMf82moNdpIVuZTNbaDQuO/m5SKZXr6iLe1srDi4gmJiCXGwIqpLc+xyp6F75gpFSPiI
xSBZ5ENeUmAlysIyQllkHsBSIg2W3mqt44zo5v1eib5s15SfnB3olMtnhwgzf1cKe/hWh8NsBFMZ
KIZpulpQGOB7kObVtPkbaKuFm4GBDmWlwTf+EuFzg3mMIFlvVWawLzdWHGPRo+sh7JAKo23c68Jc
vDUF3tNrRPrGpwkbIngysidSqoO0RTxrY7F5K3d2m62DuJ9uxRCF9S5L7eSgxjGQqwLzLRgYFAzJ
TVMXLtnSSPm8PRFeXETAD3Ewrbjc/IraCBGk0UDnuk01p8bEkFoG9NHqLe/GByxB8T6Qio0NUfIw
jZ2lIXrzu+yz7ZCKskE34bkfI/bnb23QB3SL8lKJTZl5PRdYUn6/Aw1gQdIOdQGsRDfPfMIypqg2
CC6jxzCuzB5eA3/c6MRO8V2gJSGJW1HlbEypBcfJSqF9+6HpPyZdZjZbQp+sfefoRC0NMm4fKPiG
cG9wqQxXFgeRztffYrJTa7H4ge9T9CZaLGDWVaFl1Wfs29VTqrf0FvvJqPS9bKGGQlyuuN7RRQix
9caYCpTHKKM3dKfZX6jLRb5OdA/RBoGUYtpqlh1oSLqQd7CthxqoCjcVDPio7gKyMLsNB2ZFKYPh
17GLFf59VdvYb5Y9qQpxjClgYvrBnFltt92N10oLJiTJdtlOUfL+ZQJB+psIIjkVJrqWR/RCHLgy
p3GHCqv5SwHSVIAShoPHErI4b9/pyO5xq5DpK5QhmndF3VhbIBUoIWB6XOUSDBg+g7gVH0pgOURW
SZX1n1N8Dp0VjBz6LZBzyFqGx2wATEZONLv4E0jqpzK8qXWZOqzidMQLH8C1/TlBrYq2dQXJYiMS
ZzzG7O4/M7ajlxFn2nCdSXvaKi6d2Obnvnw12yi712sCTjZWbtJHN2X+LXVMeDRYSxWP+J0FnyZT
WSgN2mT8BU47/KWjZ/lKKVncKRDXaFPg/IeZldWk2wQT0teAF/xMmwqqUNwC7odBjp996WYWpPJ0
xtrcoq0H2jgpaVSoeeKPfGFYHVHsdn2BEzyBz+1Pqi9QVD7KIkqeYM0ENiRVlXcGYATb80YEY8sm
ohuyc19cxGjZrgk621kZYuxj9DaV7njdKlV0otv1JIax+RDGRk6HGaZV/Y14AKbJiekyA3HXoW7e
+tj3tzRv8rGEegSwTKc9mwwwr7XQUnrAIetzTtdozHDfkCI40O0edb6UUvhubHHqQYa97esWbSCN
P1xFmtg1h0eDGFXEFJIdrHz0DMegfYO5gE0sW2Qnrf9q2EJP1brlnSMBLSNJHgDWWbhbvkREReOd
3xdOe0+inWvtrHaM5N4m5zD7gajVcDCMMIq6x5qxyO0tzg54J96ZLoat1P6+aPGiDxJhI+MF9hya
h0C1Tp3dKJcoJvsewT4tiG0YqJAJGcwCI55tHSOPsLY4FA64qwTE2a10EH59vjlwx0fUN1Cqudr0
mGDfn+7hfNO8w9mTTTK1Gg58TqjauYuIFdTWg8hywihgOxHDitJqtgjr8W+PyCSf8NEhL3gdBGjW
8Vww2H6Q/wSHyMV4bBVVEFOpLMJMIKK1pckNnVpvYxFk+lHCrc9p/EMWSWr2pxUCbO1bBeT2y7as
6hU0t6rXEV4DFFQp+S3rJvTkgbY2wT5tbghIeJIo9E2Yo6DZ6L5KzHXX2dWvmTNMNEBvRbMbSiUR
4sNlJwE9NnEixZfc4j42jL+UjdKaeOx0oCcEr5/KB01DvEWIpd/AKTQkIERRPRStJscVJuDudyfp
xx0G8ODzJG00cI/aBhzNsUxocX3bhF8HOPrffPLzwu2QmRnIE9bPBJHRGZM3/A6670qz9OkGxRRV
Pr7BFGXFUOLs7k+ytfhvTT1YKaoYsEPpQAOaGiSHg021usYY1Ku2GCERG59LwkbCLnOPYOsQWNDC
pvadTRMfTmUdw4B0m1R71m0LhEaaUfkrMDJzXKeTlO29iirjhZoP7pbvUhivJp1A0W1vwXpZSYnf
kqXrZnRLJAqCkiKjpbJG/Qj/KDQUye6mpTnlXTMvkU2Ebkbb6/0whRhLCUJDPC9y/DW5ZhGeH2JS
X2xus7RTYVIYROp1BkowyJ9EjJQxGev9CENsoJFFDWcA+xQFCnC2B2LRuADD8MaOICNPpA0qZd/U
VdbcRV7t25uwM/puraQn3kiycvl/Y7cjV1GWe9/hEtUHF1ooRSoqi78c06je4Dn27pqrDSu7MBo8
5AfsbFdhg6fpBm2bdXB18N9dBk79BGUMhIlni29aSPZPOC8N32VmFg+GTcztLqSL421JsLHcLUw7
kxPTnB2PzIrO9cYyUB6vJdRmWhGeXSVrwjbA1bB4dfUVBlyYFqjOG2mXRtHPLMmIbM3qTPuI11OC
JZyjV3dZnGG77Niq3KchuY63Lpr7e72p4qMTsCETHYq/4AbDA0iI0JthMInGtpyVN4XpAZaHQOiH
R9f3IIxHmIAOsbfoUZx6JUc/DFdAw9x9fI9uzYrp4OSvQUW/2IHRfzWmJn/0JC8KhDEDhMg07OxJ
FjNx0R17/S1KZUajvg2fYzFjrGFqjh3e64r1ZhFFh/5uALbhtoeKgOIVRYDj99GbnuPlKuKwQ7Sg
4eSA8GkKD+4oHHsTwCZ0dwUt6mJFQUCvAK9liUpPcFjje94HOEWQu4X0F/0cgW5O/4PL30h4cjk0
97xHbuWR8ML51gUet2rZivC4xEJIzaYKzlfpWrMueUqxo+HulUGII6biE1esId8gKJDtDdhkVa5b
W8hHfHyGNwSM1VvEjeUH3Vy/5cI3DccEcfEzHdDmiJt39TJgXV6sQF7w1xGmzRPjDclE/AfSN0jy
VPrbEtvS4qbUnQBnjcrFTHDXFrSC7kKI/aRW2QgJjO2///U//tf//DH8p/9X/pgnI432f2Vt+piH
WVP/17+tf/+LvsL8v97+/K9/O6bUdUtaLrxKB8gTEip///H2HGY+/2fxH4EeBnVV02ouzLR56HDI
L7yge7w8iH06iOSCoLuWq4RhSde0bed0EEBDh06pEx9JUq2+WrlSHx3Oi/0Umj02tILUqyuPNf+L
7x7rbyOq0xEnFUqFP0V8rHN9fGT/IzpUK/2nylPW2hwnJANY0QT7y885/6t/G9U2iZAxaXsJ82xU
wIJOtfinHl3HaZ4SGdkvpplp2paQshAR2QhRUCW2vqdaRbx9efDFSXZMLKINh3Vgnb1JiCxAHjBY
j1FdjR9mSZt6opDzPmAh62W3RVX1qKcuj7k4zcrgAoXlvWM68296t3pESuCw3ejJkTAv1NkT7Zmf
tHHDr92EFm4MRL/LekEOz+VhF+ZZ6AxpO4BwLjHxp8N2kNsKWYbx0S6H59QDy+5UDDOIGhPWwMAt
+BCLmfoEhTdx15cHP/ti5qXF4Erh54Q2UJjidPDRGGltZnV8TIyS0jdHVHMH6ztpby6PszC3Qrds
5CiOwYPa7uk4dsUFl2F4SI2wHU0LOEk4AoFy+q557bGa3GdkP3y9PKrkXz1bwgKaKeWh7VgW4o/T
URUd7sHLnOjIIp/9T9GBjmQYFBFUx7wpgofLwy1OJp8LS9ZCDuLMP+fdAkJXQVKQVrAzVD4dVxHJ
Q2AG9EcuD7PwbQjd1W3I7YrtR54vGDHVAyYaydHLBySmBPtUBLvTr3M44OBslYHh7S4PufT6hM7y
RCAAy1fOf3/3ZNrM6K1gPh3D3jLC517F1I8aI41bvy+s/Jsqfb3DSpTr+N3loZcmlbgnPhA2dQe2
xunQfo0lPg7dPG0x0hWI8P8t8dz1uz9Yoe/HOVuhqosnJUKJKAWSH5ry0n+BZlduCWJD3RCEGP3m
fvj9Dx4OeM2w8Xo2OLNOH04UagKfNpOj4+ZN9ymOS6N7sqFPbf5kHNO1Yckq5vFsEhH9OemA1vg4
cOHDgbzWJ/85r+BcXlkoi2/LFjRUlIk32/kDwQeAyNRm6RHSs9zHpKz4W5xVyYG8/ECLC9I1dJqv
unCUcfa2kkR6AHxBdrQTx/9CyRKIrambLtZ/Ue1wp5RmLWDuRdTHl0de+vrQ7/zfkU399JWxh6EB
gYd3xMVc/yScBJNHth6BzgWH4u91A7J2ecSlZzV0A78gGPMGn8HpiHhoRYRZ1tkxaiESexQ5D001
pE86Dss4SOY0UAGp4iujLu2dBksSwoFtI0A+GzUsrano6yw7ku3iwvLXp+I7tofF0SFA4sflJ1ya
0/djnS1P2sn5gK6OtxmazaurNbOPV0lE8oBm+alD4v78/zfg2fJxoe/rZhdlx1QlFQ+n2WG2Rc5U
vIjasL6WGSLaP1g37F64IQORcJU9m8+AMEujIHPvmPeJtadbJ5sHFZGwt54SJTFscyK7vL/8mEtf
I713i2PXENI6/0qgo6O4rdrkSP+5LteVR8rtdqBffmU6F1fo/xvn/JuQWVSKSCUJBqnBG83fEWlF
YD6FKpbqM1m0fXhLlrBzrWBbXKLvhj3bPRvsRYLOqZNjhz2WAK9JPbhQJW3GfeANVnhlb1sajuNP
KdcRBq/ybNEEDS4eUximEAZ1bxejzbqlMvRxuk7Dz5df3NKEmoKvXdrK1kkiOf3kOQ4LH2Ut5a9h
DT9mvcNdZsJ2WCXK33M/vsERvL3yEpc+QrYXqUv+Y8DHOB3TTmkZyIADsKf/5KzxWypuUVY594SG
+UCWWVl9uPyUYt4rz+szPGtNB96M4RrKOB1yxCGxsTWLY0k1wZsD1aHqulutyyGCwN6aASm0siBQ
A31KTRXNTvZzwufln7H4Xm2IYth0uo6S89/fFTeT21QyNVV01HycOFY4drT3GPqg/ubGAcp7ebTF
V6sohqWgici7PR1NRhrJiGMQHT3o0LfokAsI/eian+0UzLFISnUYIMBc2WGXdgITE9O5frNMNN2n
o1q4tM3471wJBzoChrGrNzXY5bC5/HRLc0khQwWsUGFJcbZwE4TlUFu6+GiRSnTfDl7R7oZ4KgWR
tqV3ZXtbHkzyNSrDmMvh04fq8p7cDXeMjhioWm/4UWt3eu7buMPq7fbycy19HJZp6yAL9Bxc62yo
xhzhdWkmb03oijB7Wk3rISjHR4JHoPAjSiyvvLGldQKAZkmMFZRu6mefY5nmeuqgCD62TYVrdJAP
/fextgF2WhNcjyTBaqj2IEDiWiW8NK18Doj5La7eun5W4ajaKzkQBcU+PQICR8NCbKdMmv1GYTBx
pewWi6NJA1SEtGlW6NlzciJ62Qjb7AiltloXwPKfDeFgK+KU5l5DwLVhE2gRmdtj/2K1rY3xZGCr
xxph4j2dSonJEllvNNNAl19jrbRvL796Mf+C812KOnOGfYCUKKFPlxkRsHlC8mpyRLIPORzDiJtU
q6a/Ytg3cOZEDFFYmk+dS3AmhqOiISuFe5+xC4jluPxblj5jrs+uw8dlg8idvZqm73WBlXp0THLy
JPEw1PFCyXu9Dv7grHs/0PlbiYyhjoucq2yq19+mAmOYjdEJIW7bHLb7la9r3n3OZ5g8TuVAkzAk
Sv7TGdZrCS9UlaAQdKLyNeRcDbpTZTs0mrCYAw4kXxRiePgR76N6fXlO59d3PjiORfORN19vjflD
fLf9N0MNHRqZ5IFkdA1xVOMqBCOJ8aOOEMc/EjhhaS/4+o7RXhV+YL2iRiuNL5d/xMJXQInPNwD+
hCpHnM1AW/RBVfPbDtLAGAuz26S1b6xGZq9FjqzhyiMvzDdHAJQCTjugkfM7ddJhKwGM5qIBaqsX
vDZxfBMlxiY7idIg3DhZjbFO5vfVB62CJPgHZ6DhUGdQbNAXBpY/nXJjQLgYl5Z7ELD71YyTs73S
Nijdp1EQoONZsKefJZGD2ZXzaWm7wQTHsGwH7hCttbOPeeaklRH9loPd2XT3utYQbDP+5D4WKeTm
HUi1nz2jWoLqqNxeO1BBI9XQSfHbap6LV7jZdP3wwccoiNiTYmzNh3FAQ3G8vCCWf6iad2C+dXa8
s2Vp0qBE22p4Bxejp3wPSkdQti678REbER1XlZFWnOgUfTvVDFN760Hx6/dBGA7064tOenu/5Mgi
UduNnT2rQe1FokdXarilhQsi5HICG3zB8mw+KwSRvVfo6tBrqEUttGAfQvIwfuDb0k7/vHQyKId5
I7/34XN8LcaI09eJ9T6YHc7LNN8mOpVF2Yt7rcv8EkPTug+sddEKN/x0+XUsbBLz1yn5Mk2Ly/DZ
Y5IcMRhUIe4BHj1uDm1D+EWfCG79Vgbz5lNdyfwXLgPJt7oQyfOA3Xl0c/knLBQEAESSuUbUg5HC
2Zac0AJFmO65Bzh1dIaxqkHTXOTWl9abkOMYXaS+YRcey9vL4y6UPlTGOGlJ0+SjOS9YifFukRYK
74Amp4fhwrmbzc51WG77Uxzu8SgOsyvPurRBYXAsBMeBovtwVm5NVozJTOF5hxg35/Cu6OjsRaS8
uMQPIsNFTdlWdLXQbmP8FnRfLz/x0pom249GgAtSLeTZ6FiyZQJtmnaIUs0YNyj7kp5sIFWa0U1n
NdW4vTyemP/BsyMI9yBm2TZtNkR19q33HauH5HcPuLiGMYx+2rmdvDgXr3406M9dmY8vUTPOKQFh
CZdvMKIbpWW4LqYkGzM1Wa5vNeXpVwDtpdKHqgeYWRem+feDmdgUErAKUztIvD5e/WrqHmLmhoYu
rpHRpqu7FGfAxsYHMUsQt9Jsdx+TANuofZjM03V5ohaWIu0Knd41KDQIzdm54TlAVYSdaIfEo23A
xVBG1l9TEsLQA5mqNhTvg3Fl+S8sRW7iwsTahjYUstTTsyp1bJ04SN89tKVj3uVk2JOzS+K22rh2
GUOO67GL3QOA+B500zDxXi8/80LJx+OCpYJ+68Ky5sX6rjwRCTF60ECcg9bHKdGoboHWeexgaV0e
Z2lu6VxIHLLoxpvG2fYi4AuWBIq5hyRMYWtlo9A/OEFHHEiNIyuJA3nXPV0ecmFHM9lTQHAYF/z7
7NEG0bl5QJDCAQZXfR/1Zh/sm9CIIeGRfriGskVjO/d7dp3LAy8+6+/+CY4C7C7zO383p7KFOOP2
vXuo8ba+SwuvhIxlYJTs6I7zpRM+lgd/MCLwO9uZKYStzlZRR9N8xEvDO2C57N5p5DN+Rb6Lcgfg
FgtkEljF7vKIC5sYJxXX8Ln3xaFx9j6rNocq7DXuIWYz3fl4Xd/HRvg5rob2y+WRllYolSQ7F5+k
IX9XMu9mE1ZA2VDBqcNYWeEGBRRxJlo/TsYfvDXksTCLdbqVf9slcQ8Fa081dbDKutlbMMzxfG7t
6NnUsIfdZbkmvl1+sqU55IOAivG7MXt+5NqDaEM0C6yT2ZAPjRF9xDUppDielB3pVv8czzClcJlG
MMYZjTpdlkMQhBFJ3wBAUOmgcOYT/KWgx1hFV4hgLj/b0lvjRLdhgVBlUlCcDhbhEo39dugeFItx
K2nUzJQnPDD/4K29H8c4HcfsysFMusk94CLVPycu+Xu73ET3gjXQ7NugjCb9efnRFl7b3HFRrmQe
BTXb6ZBiVB1pJ6Y6aIbxZnmxe5jM6VDFpf10eaAlAJORlMNNlJMbY/7TkdJswD4Ed/CDq8i1TJtK
fyB0yndWUquyPaYsZM9KF4FvroXqIHvY/EZdJH9d/hkL25kFIkC1IilCnXPApuEqR8TUwLppcME3
I1t86YmWXDNe+lEQxnrlsRfml4syYClojY6K8Gwzy8loDVvP1Q4Y+VOAT8p/ir1AYKNjoAm6/GwL
y3SuO6UEMSUkUD8by41LL80MyztoU4aBO6ljI/G94YyaXh5oYRIl2XgCsI2CEyzi9FXiHUjmWSS0
g6VqOL8Y2cMkrVKp1Tdk/GX1FxFB+r5yrVgoLtgy5s/dhDFAe+90UCRGnl81k09TiFyslyDz1VYY
AxEpsscof0NaihE8FIEfEpY9lNcWzlJ9x/gOzA8awxCQz9Yv8Z92VQ6ef0RmI7qdwUJyUSR0cwIC
DMMnIX3jFlgihAGakUEUD0n2FfE1btbI0UmW+OfvgJ9C89ilUNStsw/XhiFiZI7mHxG7IFQU2NbS
WM1wvYhh7EdyEp8vD2gsvXVOZQpHICDEE/Pf351dkO4KXKwcXoDSMCAGF5HHlEtQeTP2InDwOiTf
0n+EOGoSbF4UkXXsEiR1pLUR7LTTsfyMbnwiXHBCUJMIP2KsivdtT0es2rm2hWmUSC2fQIGJ078/
DJygD5GqNfFJ1bPIi5NFjyGMJj1kWK+wnG0BrcP/gBFZU32//LRL25VN+Sxtqi0YXfbZXjxqOSa1
beQf+4o6OSDp8Nn2bSvaWkRGWVs7xigLkYB3HE218wNIjDuZw5T55yU1LBlTB8HA6YOK4XTSfey/
6t5qtQNZ7Z4Tw0ct3eFTKsbs89BlzlMqnPR2SGznQ0dO1PbyJCxtXlyz8HnE15CFf7bkyxqufegy
B7jg169eiHkRiXZZvYpBXK+MNf9bZ/c6WFUOJaYD0sYl6vRBMcHAxUCO3gETDa6qOE14FVYcODfh
P90/OI2PzF8ij67xRu/1foUbvhVd+agWqmy6zeye7KIGrYEzzNg06rYam/lyiUkbsbYkffkvXhbo
zxwoSb9pEeU/jI0c0l//fKapLeZmEBMArHn69L6Tok1yGu/g4XK3tWv0w2TdosTTAzntL4/1m9r5
t6l24UXRRIB1fQ7QlKWEXI1m6JDo4RH6cfjJw3fmNixS74OuQSHFeCgaHkVOINZOqcbAa00iDCOr
EfY2WtFqKK5AY0vXeqlAbGiD0TD+G1ErI0VWEFgGjmCr8ENLSt2jUbj2Xo2CgEZPy14ccipIFrFx
uEml+Won5LXWlTaxFeAxtgoHP3evnHNLy4GXYoNi0HOlsD19K60LgNF2yjsURopPuA3tW7/JybTX
V6RLFGKl4weJtxA7weVXtDywK2kSUFNb54QS33FLUZBGfQgThYjRqYf2kx7MUXU+LYX1pMEA2xLL
Tcb15YGX9ngFK09Kmq7wWeYf9n6PD3rp45PoHswYh0uFPdNKb1kgWSRucZnvr7z2xeFwXqUunG2M
zq9D+pQj9m4Clr1bpV/sAUB2VUSasR4cnFzuOInD7uPlJ1zaZ9hIqeRpLEMmO/vEcZvoCzdqeacd
udar0LO9lY5DRvyxoD2IrrC0UiRxcZt8qaw621lBo14u/4SlbZWnxT6Y2knwCZ5Oco4sra4G2z2E
JF/cdBRtDZauzs82Crp8c3mspappPjYoWMAr5DkMFMYg+/bA40r8YW4QM6JO4lAefqY61BpBKLj2
ZE8N1tyqgHl6ZatZeFKASfgfoJM2h8jZB1QLyAoVpuiHZhamDUbhlHvZN2+dVpbhlSddHAvQwYUg
CBaqn81qGk9Yc5FacJzSKryN8eLB8ZKkz52UVl9e2RkWFu7cbaACoQMH6jr//d130nb6QKpOGB67
UkVPMx1tNXpp8tChyyNXLL/WU19Ytb+bqjAv0Pb8jf2BGi9CDVqGx9aMTWTWUThgiF01VfLB9sff
bn6j/V1PJ+sODUIQ3A96S57u5bW0NMMzKDNjF1jU/40ZSZh5TAQIHAJtbrNDhMs/95A/j1atm1d2
ht99rbNDyn4/2NnSaTqESe1ghEdc/dwfIfxkfZ9Got1XI679lNyYT6w4yvEvkdzFX5q8w7h+NSAt
Q+eBKggU2pT2m9LyyVgjEB6rK2tgcTp4GRwPEDhc2zxdA2ZsQfEP+IX4QwzYPFWBsvap2WBbDhiO
i9Pl2V9ccvDedXYu2pHm2XDE80lIdy7DVQizd4lB+tVuwBIb10pIP8EHy26/Xx5y+SW4Nt7gDo0U
Sv/TR/SCwPdhpPjHzHBhWa3QqtnPZPKMuBpgj53fdDo2QrcNNkcfstS1SeZxnfi/DWmGW52aAXir
jCEmEZtV/FSt1YsrnOeltwAmMx9YgHcAhqc/MeP5SX6Ftx5g+xBhCWYRJkHowY1WYQ505R0sDjb3
gWF5zqyks/nActpJa1sLj4J4UP9TPWlNs5tIW232E5Zyvy5P/7xjnX8CcyPBnCtR6GZnh3HZydEh
5yA6pmUWJBtZw118xq1uurZNL1WENCSp87lLCjg0ZyPBUJcDcYE4jZYaHqAxkPcblhGo1wxyl8s1
7Cc8JwwItIDO0XDrmVGxhduakwcpyxv87Lvd5WdfWu0SAjYnFqgR1+7T15o0RRuYvR4d1bcorLo7
mWnlR+EFoYcRi1Vf288Xr3vgpPL/jCfPYO7aqn0Tl4zwaFmR6G6J+2rTXWsOaM51O7gvQVu8R+I1
/LVtN8QTcQNBB58GZR78wS5rw0MF7of1xvs/ffL5LKFywSDNyNJyXJGiG22mrDN/Shqp638+y0C2
lg2EqlODna3nqendCZlqhIxHkj5QD05KTGULxQ8znJK8BEoi/UpNsFCRAKRyipiAR/PWcvp8Axlg
hsjT8Jhyt8weXG+Im73AcvEBn1Y/3oVl74/7tsB0k7SWIcP7/g8e2oayBVeUpuU5MQi5SGuMMZva
ZMOaICxGQ52qB/zWbdj5c9wrbRjvyqBLOwf8VKEAQEE/zfnv7woGTbNbT+dzPpq51r32xUgodOJy
MKVderz8fEtDgb1Q2ElqPnHehK4oo6ER1sExwIAsurPx/duSWWHu0ixv9ZvLgy3BYrBiuDAgP+P6
/vvDevdg/VC0aK/AAlMD9AMEJ+dwyEx9uguaBPcGWhH0/LAh0vQ9TTNSH9D+FrACJarlqOYprlQO
SzsHK9pEhAwjj/CS05kOzTZzcm/0MRjUnDt/oi5qS8sJt8WI2ciGDkz6eHkO5hV7vk8DkPD9UOsy
9NmVomgqjNSryj+mRlxJvJ57fNFHrPXyD4Um/XWpqS7Z4P3Ql1f2iuWRaQv+98i/Ibt3k697sU4y
qWIpK9WaW3q6sntGOO1CYB805yF1U/xJXEqgbPsHz6wcSaENOwpOy+ksW8TMaBwn/nFExvQE39C7
UzV+n28df1p1MH7UnTPp5V//fNjfDM+5JDEc5+zlCniLQJBNADdXNLsO+7FVyMZ9E+C68doV/dBg
5BDF0x88raI5yAeFJs84v0XhrivbwQdszckaePGIzHmpifS7K3U82HZxSuDSyk80AvouP+4SLMJu
wbk+b9IQnOZv/d0Lxj1Jct6G2qHVRT/eK6zObzGVwErH1xuHeEjE94kKK+cegi2ZyY6z0UoWw1pU
7YQhgV4YXxqI1f4fVF30cGiCs+4NENLT32XimjQzw/xjM5C4s+JgRSee+V507CqCEa5snkufNJCc
6cDkmfeZs9FsTGNYx5Z/9JOenOC8c4ZuU1aoh5xOtJsEi6c/eeEWK5sbOrJvey7N3s07ABO6JT0J
j3PszvMwkXirwmL4ZaRxh3EwN/iNrl3tMy4+pwUKCrly3sHPVjdODiE+2UFwjKZwOtLLafXH3i3N
6dmD0lRtLGxsr3Xb5xV0vnlR0YK9ABJwHJ7NLRZHmBbLLjxialJ/raJ6dricVLF2zFS1V17k0n7F
bZmhLKpNzovTac2NNAsrpINIaIMaNxEiW56ImSBbIh/MKtklTozhSBXmmGf9b87ebDdunAvbvSIB
modTqQaXy3ESx4nLPhHs9NeaJWqgpqvfj7L3/v+UXHDBDSTIQaPBIkUuLq71Dh+fpEtLu0CBqbpQ
HqDMeD6yMacdjzTu3xiBodc+i907FLF6BNz1+KWeaCBcSa0urSsFVi7FBaPK5zwfMFRyHfkGIz4B
gQV3reN3o95mrSW6LUI1aXIFfnQhq6KZiWY/D0Mq9uvuFJplYpEE4rnM07y9a3HGEoSDaEJgrZjb
6V7KDFMSJ1/UlRIcWMXu4wW+MF8HuOFCMKQlRTv8fL4GAtHVjFvXCc0zfSN0wXuhs9x/JhCOPz4e
6sK35D3EFlpQ3bBhVncPNkmoLZlFehrNElPaeTY1catQ/8HN0B2Bfg5eOf2Hq5Zqgu0tJEpKweuz
aUvMS8rWTHgi9drG85rYQ5RRc/5FYc46oluZ70MNjOuVbbQEmtXx5PnD24z+PLnjmoziIPTTK7i9
PgGqxfwMKHDTf8edY8iuRPQLRxNWgQ18w+YNBFH0/PtNdqjbUTOCczbxlA/y3MHrIqN0G25ctLXz
7xg32W1Arx50/+e/J+dyoTZRZtDcVbA1Yx1TmSkHXhEN1R2yY+auT0WHmYCpbzpNma5EoUtrCnRk
Yd3wwOTQnE8VnladY80FyKBHVvigWRkAWUfkwxWMyqXyCQIJgCto6xg8ZVdPOdTGSsVDfe8JLOJw
SJFkR7BPGQ6TMykBkj/Zo14gwLSPmgrR5EH5h/IO8jaR3dko9Fk2OmKz09XYxhr9lX11KV7AczTA
QJBivyv018WMpr1s3SeQQp56W+NJGt3oTjfIxxQ3CMWvFVM+AKIw6r1JJyg6fP6bkzdQgYNoxb+r
b+70vYXQH0hZjGXwm4nbaTMB19tNo20FGLv8B2KwA/QHRCSRQ3fXWPam0GIDS7PwqYVd/qYKQ6+Q
2rWxf9gkYlYSpDmpGB/HGRvu7x9P9dJ2A6/Atb7cPEAGz7dbiEQ13YBCeQod0FiBodSyR2LfaX//
h3G44yCuLQiQNRQ3xCapQHuU3s2cjDeZaJw8MCnKXUN/XIr09FYRbaA25WjromCFhjAaG0ARUTzs
AgS4iqOhov8IITD5+fGULg9F8ZFEkyfmuj9UFp2C1jNDGUqW3fSF+paFzfBTtNyl/2EkMA1AoEho
Kb2cfyQdhSzMfZPwqUjibpOVFZa4olfv2MPhlav60qSoslF9WD7VOyGDOrP6uaDF+6Ql6JFPRVvg
Jp/gkutHwhuu3JWXwjpZCEhV3qbQY5cf81ciiyR2a+ARoDzZcYSrVaIO2Mw7op8x88Ru/eDR4ptv
PWOurny6JbatLy5vieeeSvpsrqssRk4N1gIMfOJx0rxyPsSP3FHfhNS9Oy2NQ0Th7UWPPxH1XZd1
zZV05MK8XZV8BNEPagHvetxKCB+2i3oeKIVX/lDaYpyCqffEUbf6/MWuveRH4yE4eSWsXkhNeK5x
sSwdY67SVSkgQxBxitwsPuWOWz4XEg8dd2it0LeVzHwga0ivBJeLA7JllxDOm3i9bzvk0XthpeS1
2PP8QnY7/Da20Q+tkJnGRZJHVyb4PpiBgaIwuaDcGXEN8a4XKd8KKa6niTLOAzqP3FckYcbrx8fx
3eeDNsKXA4PB05HW5TLtv7atkapFqWCSe2rBJ/zwSs3t/H50ROw7k9EhcWe4Cbqc1qe1MlbjrlID
VDrSUcO/4gS/m0shdKzvCCdW+4KiDrZOiYq2/BR+9i5cBqWCo2ke4QD0/Plk85GNGWOlcur5mhue
fuYmaxD3xUVLf0BWs/psrGM8npfAmuDLLjH8fDwNDiTVUeQpbDjsPRwJYag+jrNC+ZoA8sk/exSX
4ZbSIMUxl5t3la5j0FHpzpDVaLW7yNHEQ7XBXai8oVbW7Cth2gGewc6Vc/F+A3H8eb0Tn8F7gs45
n+M0VqIwrbE6LQWUw6h7xyxM0Dq2ByrcRZ0qfhoPzRWI4rvIbjAor2ibZx/R1lrt2iGsmhit2Oqk
YRzlbGJqVA/5lKrTpu6uvoIuDgZgl08Jy4MG+/kMUZOfUPvIxakm3/klq0p8dwRIFITG1fGzGfMy
sb/GWmVrfeI2gz6V4pRPWMdsUUtH+BegIeqoH5/7d+FsGWiB3JGosYDrV6Q+i5RW1IByihDu9yFD
/xXD6ywInUhHdtSVV1L0S9sEFrpLVY/HAADo80UcuQ0a4IrlqeNxdOjYHAfE5qfBx9PUOjpVq3yv
k2778STf5d5M8u9BV9tEsxLMO420OhVNNd+xMxRMZpMRp3AXi5lfss6jtxhrTr/HIupKYL20a5Ac
Ak8IsM+wnfUzHb22Eb2GCiBB2YKdyt1+M/Zodm9oZ49PH0/03WWxTJR0G/W/RSljrSkWurkDer2r
ThgB1N8z7KHRX6/KMtp8PM7FBYWBDxPfgYG1Puy6YjjK3MryNE+0JL0CO6vIm//XqOHbWDnqhCqs
FdNKE2V+JXS/y3L+zPD/H5ke2vn+qedej7D0K0/o2bu/hEvxzJ4Bu+oyEje57L3H2RAjtnnYgIUL
UFp5/Hjqlw6MBuOJdxS7FyHH8x9gSgTfBQ6MJ4AQR10X5r2O3TUmCxgn9qNevnw83IXzArYG8Uhi
Kk3DdZlJeARtzj5KR5XZ+UIdC8w5XYqSBI/sEWFS927ABmL38agXJgmnjhcAY0OdXZcNM9RMSk+6
5QmovnNM1CrcQ6wrbyE8YrOYIQlSfzbNAbLERQyyGqSFwx1yvqy1GJp2yRxPpeiy7Rg3en3ToLbb
ffoqPh9nFX8qNFpGpGTLE7LXIVZAcMz3vex1rEM6ih8fL+OFzcpjm+/GxwDNu84VZZGQECRVcWoN
UWvwuT150GTT/l5Q1Kc6S6ElY1TAY8xvFl+ZhxTbSm//8Y+4+C0tKFBkH9zO60JsI2stofjLt0TK
ndJSNu+jLnRvSEjQBe3AzH883oWAB/bM1UC/Mea7ZEdqCkzn3ihPIsN8ROmIcn5L5/Vmnr2yvLJt
Lk4OHC+KhirktXUmp1s1Vq5hVBGIEonhVTU/0EdXD00ba/c4bkZXjuPFyfHCWjBonJC1KJDmRPjb
zkyuyvrmbpSm0vpCDnG5UZLRM64cw0uHH+1JyoO0fugrL7P/Kym3he40eZtUJ04Hbrwpni9z6Kjf
NVfKb1zq8zY0Wuffz38/VP9AwKDlQfFmlT1GtlpmOMNzQkzN/eIJDYoXWv0vpVNcUwy59PXgU8Cb
p8ekEmjO56dVSGEPE6ZCXYei+l1hpIlyW+EgNn0hRx7DF1UqdBev7JmLqwpjFUwXxUj+no+K2QDl
apg7p1So6iPoMdfYd+qYvWm17j7WYfalUmNEqT9e1gtXpob+L3H8T21lXe51OhOYpNEWJzVsk58e
Dqh+J3Xhbtwh0XBBLS0v9uPJ1aubGNPs+Eqed3HSMMGQCFiEndbsCno9VagpiHblOcrrYYgRUu/V
oesrXaNtZTwjr5336Gl/POtLX9iCNPOHEknsWYV1RAu6GEdfgsHQFKCY3Bkrp1LcpPUi6Q5G5j9M
cyEzAOEi3PGOPf+2sNmMEj9ExPo0PX/GKKPeNHCTv81q1x+sDhRpkOmRuAJxvvRt2cOL8gN9Croy
56O6ihoaoFORCtNDlLQndIFIg6InTcXIcRykspWG2f3Oujj78fH6XvqspNEu1Tqbf9TVXsaNBm/K
FpGyuu+cL4ikYyWH7UHhCyGmjd4UYuNZ4po22oV7jeiy4AEYlaatdj7fplcR70gi5kuyd2MZ9vAw
4Ay8KSfYlJukFVi/ZDgzYyTmhdZD3PTO28fzXvbNWbFrUZcFFgA8kw1Nx+/8F8xZr6lhzS8o9dlN
b5O+iL/SP3HH3cfjXIj3jLO8U+haaO/ANnoam03tIDVUY4nSBLh3SHlo5iar8IfDCeHmPwwHe5Fy
8iJtsAbhUYPRKcfb6QnJC3ZSBXdLv7NDM5zhmVU5gn6fj0rs2/874CrYz8Ns815GvVsSabEYcpTR
l4rXPomGRyDucTjMjUn5ltXDfAXEcyE0MDRQGtqoCwVndVSdptKzzEFXyYgwKPJtiaH9Dp8Q+av2
Bu+fDE37K5vmwmFhxAVIjZIeMPnViKiUj52JeeqpqZv4q2rEDjitEcdVnKGaf0ul97AOs3HU+fij
Xjotfw+7WmPZ4yaomUp28qLmtRKVcyzNLsO9purrVxE2R6BEX3Eyk7f4s1b19uPRLy4z5WhgFQiZ
kSidn5S2nPRQ7/jCcy+iE3jDY11E02unmhM0dWf4fH7NcwHgDk80/qx3MJLdmZIOWX6yZffWNhVu
VEaknZRes65JTV+IuiD7KOgjNoY01/qRokkZlp4aowGfq7dhLYpbowlH6bdKJPdJl3SYEcfh4or8
eQz0En7+Gnr1Sb3azRL0l/OT1qRQWJzac7aeYlpPHWnglRW9tGu5J0GDA+Mg4q2uUDDo9P4zMz1V
heyxYZn1rr/V67zHRFBxvE2m6Fim9TUuUzcfb51LwY9CF208OBBgR1dbp5SR1+UKSG8QrdNxtKB+
uZABfpuylVfyhItDkQPyCvwD+loNFaIKLrVYSU/AjpuDW8/toa9gW+aoiT/8h1nRRmVKUKC4wc4P
hFJNVjZhB3rCiBfVNOwI/TGT5n3icJH8h6Hwb140EinirwkLzszG1RZvhGausWfss8nc2bGJF1Wc
O9V4Jc5cOg8Ivvyf0VYbpZuyEflHpBF1LPHwiBNAu75o4WAGSY5HQI3PUugjIezshdWWV1Kg93hu
jgTwQEREUDZgv6yWdcZCXY16Ri8kCSEG7EOOiqeuD2gpQMnC7DMc9TvKcNaPAudwTEFA9t/mOIxf
421c2kuIkhHy4BLzhlnlBnotJ2wg0+JUDO2w6+PMOdKYb7a2hRO1//kvDIYdeRgYw5yUVSDAxBqG
labkXClYPiSFTLVAJC1A6rqj9fzxYJfWGByOuWhRovdJA+N86+ZWK5SprNITfdNuAvSrZcN2Ume5
7fNGmnvD1uQQtFjOTrca3m73HnZuYgPqq/7+8U+5EJR4HxJ7McDANWENEIy8NB7bHGG5pMqduzIZ
DC9wlMG3wt9hkS3fvNCv7e8LNxnNbwwL0Y1ZsGyrtaYTZuPiCsCrBnX6ZgHN03YOzrzO85A2NaIA
iVtmn7896fKBkEGpesnwVylDp1eors5jcnJlmd6G81jhbe0N4w2UTvU+6lXl01LcIHyWp6nFcItC
zioSIuegYhsKrlOZFMeHoOsesP7Mv0ETdQM7jYZrA15IpcHM8CFJEZDNWDenjKGrVKdnwFRL7UB2
+lhtM23Q1CtLeWnLoEzNA5hHNxfaavO2WmSPkeaylL2SfdfTFr/xojKH6DjQ4oz2tXCpLYboS4yf
HZkTQ2tqwa9RJgLVcH5skgS0hK5B6ykHj4d1T908RrrJEDlQ3ixCiwT78CawvNL555PHZNk3XGs8
0RB2xNDkfGSEh1Skhj15ijTa44GDIZekM23H0KcTezQCrZy73dRr10LFuxjIwEvVCFAKEEWqK+cD
p6XrJtVYDAjid82XqupvI4kOMfbzxfDZktiSVC6KvDQ5NJqNqw2LrxTu1l7snDKznZ5wqBwfEmys
Aq+fnM9G22UoWsJEHAAOnJLzWdXNYI29ljonSetz2FYKeICtEVvjsSgxnvv4270LN8u0qIKRNYO7
ATd1PphIDTKq1MyfXRjh26iN5n/NwZ6e4latfi777Fo+++6ALJPTKapR7YfeuJZwn4WRt02Xlc9D
bBVbs2mbGK8urzjmnphfECAbD8hsev9hmrzjgaXhogQNavX5wrCzyxEy+HPtNfamLFVF9aGf5D5i
AMUNvrud9p9GtLBL4Sshcrpq4QhOYkozPH8uxDz4I7zeL4Ujoy8xtoo7UbnDlfHe5UWsK3mzu6hc
LBK6qxlOhi0GZXSL5xFK0HaSibLtVGv8SbdF7jCLjWu/yMaUh4MXftLCiAuDVzysWvDIxPV3T86i
TGPMmqf0h9AajDfnoLtmXrTmA5HikHNRouBahExI0nO+T5HwUKTdGtqrNtbTrmpE90yp70WfZhVS
shE/i7FVdpmbdT+pO7R3qWy/A4fqHj8+Ln/kgP4qyfA7gPv90SJcAI7E2/PfUVYdSBF1rl8sPbcV
4RtKPvZHXJ0lWuvSQ2TKr+AUJFt0J1SYElkaGa3vhG06fJ1zEyP4SLqV/N116F9sCpSOfzl49b05
GcAuGC4YkSO/n1QAGcC2ev19M9jt/8DqWk9YJqutr5lFf28IWya/r0xtiSvnU8NMDWQMBLol1K3j
Tmd3g0hCLXkZB+DO9yAduhesdDGmJu0FWz85arTNUIm2bhKjNo1tbY9qbmzLpMzn46QKTfvmJEqc
+3PsDPFmKtNogt2ZzGKvTFUW3mtAqqtDGlH0wCITfZ2DKPRC+55l/EfH7g3rCnJiFd246wFOcOAX
cvmiVrkULf5qLcwA+kLHqadXoMbVgy69RPqehrVCp3vRzi77KyQxCKvrRUS0FOAEUD8KpCSP63ia
DKWSQ8Z7sfJEWHulnXiI+QDja/t2LkYn2ta96UWBAyxG+9JIqGMe+kbT1gorrcS42zGLXZNG7osa
x4q2Cb2pSH3gX70b1Ikt4l2qxE35UGC4mflDNUdfLQn3485yOwPD+s4byn3s1lr51JphGB0bFI3m
+us8dqLuvmBEW+xNgx7Lw5wiKHmTVRI7SmwJFIGnsNmM/Z5uTHOrpmXRYjI8asm3WYuGL6Xd6K7v
KDJ9s9sYm8XKbOZHs0T3ZtMqPWcyd/J6l07T2N/gA5qF+yrt9TYY86jCPi6v03QnhTfK29GdGypw
gzGF9n3VF/nvjLJY7zt62NRbx8C78HUyJwTl2yx30iAvMivyR3Q4zXRn50OY/IAHkj97E0t2LGmU
O0FtFXn6RdRodUuKBSateb+zaks5GnXovDikR/HWqL38a93MskNWAePzvYV8WrRtvSk3DyNes2LT
6eAmt3PfDGKLx23e+V0+eg9Iq+rCVwer9fYg9bLQnyzo6cEYtQbWxcKYuh2cHpkcGoU6DWoGs/LQ
cpmFNxVqA4UP/GqMH716EO621OzY3bQSdOtdqaoiR27bLrx+i4qGmgRgcUfn2JuV5tA8QFkuqOsw
hR40je4vgzKpfXQm3asfeT2Z8t6qrNIEAzBnt7pEO+CHiDmzd03ZjPeq1Ujp51aceOjUzk10qHt9
9LgAm9ramkalFXtFek76Rc30zL4XSWeD7kVaf75pEzf1/M6NQbEXcwkp3xyVYyJpyAW9mg7lS4Qq
mgxGrvk3126dKajtSnwjfC6rlprRiJ24Hk9HAz2J/N6phvmfaO5idLK7yhHYGSNZguBDrjaho/ui
TwY34M6yp32EeUxxPw+qouW+kRFcxUYpkA34YpKYhI9Y3WjyUNeRp30x1UYpDyFO2GMVGLIui8eo
KJRoN6J7GL9qvV2XX1vVybtq03Z5qG+HUBfoPzlFoqa/QiWWse4PWutUelAMSWH9UIEe2seiAmJ1
cOoqqmga8XoIOHqye1RdRS+jnT4bhoiCIVGc3h8K2wxvh8EecStpkihrYHT3uZt2PnYiSDw2oZ7F
G92eQirrGCudxBRH6s84atSHmeZg5DfEhfSQEJq1HZL/+v9CPMOOpoY6wAaGOE6net+oxuMcK9Pw
qhnCAI7SqzL9OSA1fm8qRlzfWZK7ySdCIZrsuhGOrnU4eGMQWXrXbHrPBpwz6FWhPuCUnP5PAnW1
7lWVd9FEZc/2RyUt5gB/WGs/I/Gs+Wrj2G/2XBpPNRIYGts7xqvbnma8jkNhDDk0UKdt/QpFoSjQ
6wg71NppqxaVKxc5CbMQI4CjOdGQzJ3lbxcr7iJoM6X41gJcdP3YrtzxpqTZMvl9G4WYATtlVdzW
WFK1OzXu4sNs5Ia2aTq8031v6qYOFTwlleqWpKoqNqjTul97ZVZqvzXtUtuYoVXFe8NMdRNzZQvf
410DZzQ79DCXWrAImDhaz4iRFL/D3uRc5zJv4w2CtL35FT5eJ2/zBi3aO9To077Ypeps2rdJE8ZP
Vp5O7SafDStGqF/HpdypI+sR6nk6bJR5crClRfOxryK/dnlHBzqa2V8jMwu7U+6BXApoE+kpDoHq
MrtK9MqG3r4udmQBCGIJSYj6XvV6f6MOpc6jrYFLEhRjXMzHdshD+RUKNiIJORzdU0Pz6F+uNzP6
GZXTtBs1lKR+d44d6YHVzkC9UPnP270l5vKb6mWeFVR2k1pbYzSl2E20nPpA2LU57hSamyC4M5ww
/SkD+XiT0yWJN2VoOk/4wSbTcegWvrGbW6Y8yM5bbFDhIvvD3HXlXZOB+doKOxntQ6kN7Gco27rt
00esmgczKROxB8vU29tQLcGkt8JRtLu+RyFP27TIQ2lvU4Ek1L0K0RTRP2tMc/0uWgqpoAEi1tPj
zpBByGtGPMl0EFWyh6qOK/QmF/FcBB9nQ6t2Bo2/xQ8JOAs1L6pRa6F7mueh9KZsfk0jq+1vqqjL
H2sUpuXX0Ag54y7XCD7aTHHcVV1nCL8opftJaZzlV1DhI2+hWoI8y5rth8+Bhh22rb2GRo57MkH/
pHVeVkIxuSZE+S5VYije7lTAYWvyojbPUyXIC2kcdUJ/JSqWp3bqoqMTJ81LJ+ap3wvNya4ZnKxe
LEzOpkYKJBgRRt7x67JBhixVRmIbv3m5GVu+4ojhXusL7a5TkCSLBG4CTiVwTxg7TVz5vKvKwdLX
pbpIseLPm9BaA+xKa6Az1CjpW9eJsQ6yyU6eC0pSG3vM82tvhmXpzhJrF6Dwn54cQCH41quSXttE
rkV/Kn2N4k55SOFEdV+4O6pqo8FncDdWRCF3X1q95X0tCgjg21rt6n7bRDNJWWakMAvglNWHEFD+
owkauKfM23n9v+EQu5W5gawvk1+DEqvqDp5JoR4Sr2n/qUvbzombblEdZ0CO/Q25Xmlcwbq+2zjQ
9ZEV4WnGYeSxu6o79elot8hIWa8z2XKz3OZa9C3T4+Y4KH3Dpq1l1Vypdb37fIy5ENgX5uQi8rZ6
hTWydCedgu/rcmtJH37EkNxKhdKJX3mRvKaAa62fRiwOpZGl7g8Llq2zmmM0IDU6x4n6OqY4oe2E
0Er5bVRavNEtHjLD1mq0GVYPX8/alHruvoDO6PWA5gxsqUnJkzH3Uxid+Y+4RvDO3sMknZt7XZRS
u8Fe2/YeZvzEBQ7pi7ty6QvDiMX/kkmEFul5DzthRGkb58mfgpss2oZIcRT3npsXRaADXcy2utS1
Z3QdB823zboGOynoovHIEWl7WxXxHD+ajbCab1GpVxL3dmOU1QaUtxoFCv7hihsgkRmmh8IEVOpX
SahjeAxpU9k6emalfdDZvebsUALG8zwYzdZBL4dgQYF8W/RWv9iZV11JEy1MRd8+mDNX2JMXRkX5
5sSN1X6ydkWsWoiCPO9UaDHUrlYhCwXiNBmaYXqmXxBtk7nEsShO3HtnNt6weFSu9LnWV4IN+40H
MlwuCqk6La3zCNk18agNcac+KxVvhZ09ZdFuUjL9m5pbebRX3bnf6G5upH4WG3Xkt3aVmVc2/vqw
8RtQ5SVEUwKh3bZWEh0iVYlyr9SfIzsyAsfNssdyqGKfCr5JygGV7Uox8l3h5c+IHGzQE+gHUBk4
n3UmNGnVaas/OyZZRdJB3s/jJtkNVRj6ymDPe/Q5tKBMul9KoqRHTZpR4Nb5NTH9CzNn5Tn0SFZQ
aNJX9bTCigsOeG48h12SHFSYV1uzb6bvAK/Uo+zkcPNxArAWr6IvweGkrAUUm+XmtjifeDM5crAG
23yeUq/9x+ly+97j3WMfodM4qp/I1PU2XZfN+R77L4UnbqM0W6n3Yt6EA/i0HViL8EpBY1U9/X9/
FDqu8Bio15prYkGE/Y6E6mY+AwOKAx19pa1b1VL1574cXooKLYLd3Bih+nRlNZbl/fsOW1aDDiZ0
G27N99KhbTaBbyMyPsexG/4CY9IUG4QsxU0dd4a3jat4mjdZmMbPmVc1T3RP0y3EW1X75G3z53cw
PmAlKtPUBM+/iuklVWoNo/Us2979lja6E4RebHckgbVD0ulWmdx/PPcLa47bD5V/KjoLpXYV/OlG
qsqMQuyzSJJ/08GsjqpZ4TxVQLvaUK7rfuFCpH8ON7R8aARCYBSbqPcuIhrn8+w1ShJqIe3nfhzU
G1ON8eQY5nl8oMBt+q6VRdfIOBfCG8JVy6Ii9gCsZbWyHjl23ovSei6bdm625dTMR7xenNlHkju8
B5/VZYGRWv0QwAeqArUxpivt9XVGuEyaqVLApjHAdludcWnUnZq3TFpFDWDfAf64JUevgpFH1kbN
oB4WiVFuptG65nb0rm63DA1uFIQW+FV8j5bw81elUBoU2LAvdJ+TMcyGL2nJjniIc9MCDZJZutyi
GZY191C90WCypWtse17wQ5CiUX5fIXMXH4p0UG56O5Tzv5jP6zLxVboOya5tHW38PZpDJ1NccmLt
YYZe4QYCMtcd1KBWfPqSoAJJqwotfbpHANTP51I3FRJVVc4yCq7w1JJd6sejmYOW8LLsXgNRdCWd
fr93GBFwG30klx7EWkTfjsxQ66hRP/cDpKPZVLrTqHTTrouL4tbDuuqmNdRpL7ja9jkX6ZWgsGzN
8+DE1yNaOyRpy3lZ3VE4EnYmb2P72etjudfdqttEsTeinz7Ou4+DwYX7kODLkUR3FqAkDY/zxY2p
pk7hKOxne0Di2pcoOB06T5OxX9W22W16V+ZUsaT2BUP50rvpOG5bnb4WsLtEVNGngxM/h2sKCLvq
Lt3085+TdaHZ55NmP9eT3n+P7bDexmLKd04sNH+GWbp3cvOTEqUEJwZlwaFhIauO/tz5oKOrwL4U
nf1Miujs7Uod3lLHARTSwt/5XOP1/xsLDQ8K+LgirR9PlIiNtkkz+1mr9PTXgIKiX6L4f2irqrzy
bd+Hn2VeCGssNz748VXMrT1gWQpf/jm3e6ytuIGRmdObYMqqQ2JFShDNqDfqVpRc2b+XB0aHC+A8
vLb1HGODmpDZW/azMrTeZkz68gZfChygSg/hallt+6F5DS2tuBJv10oiLC6iOgzKA5ycEpnT8w9p
9TKxzLjOX8wRpZJH8MWe5htupNH6lWruVxbdnt1UGIO5qwuzdjbsrUzDGEcMxdGMtY4NPwiqyG1v
pFsDt5VrRpkXDhw9RTL8BUMLoXnd+UuqrsqqYjReYtG9hGGe7aw+jQMjz/VNFmE/CBbTDMx2Fn4d
jXnQjpG3TyndbT4++e+DDDZVoDAx6UDwwF4noF2itjKOe/cZsa4Y4FE/fmvrXnmdBku5Vn16n3KA
gEQtgpe1SXd/DakDYC4KmxfYc0YH4hhqRnMIYysFdK8qv2aty9DUbK6d6uXUnkdR+kTg3an90Jsn
CTjfDOkcOfls98lLoxs0L2jCP0u8IVoeVabciEaO/3y8opcGRIFusSZYyk5rbyfKEkMcmWr60rfW
9ASAt916ja7uITRMJ9mpbx8P9yc5Xk+Q/AJqyuLkRsv6fIJwbx0hHSd6qRNX2D+qItNFQD2tVY95
rCa+IiiNIrD1TzvG4bExsFX0J6fT9oKcd9vbbQaSckhkvrMGnOhPAqrrlSW58OERMvOI4+QgkC9X
GdDkjZORhK37HDam2FQWiVc6djnVsGz4bRbS9Zs45YL5eGUubG1EWuGXubytEEZYyh9/JT9Km9cz
9tqMisYLcKVMv5u90TqpStqmVx6U72Mde+uPsCTZJsnJ8lv+Hiu30jxGN+1FdZI0qNuq3xdNm/sl
6fvRjlX5MGlSBFEGqeSzs2Q0iBQAz3BSfEc7EBgCtIOM8xckxRzDB6VUBkOLC4efFeY1ud0Lm43R
QNMBzYSijAbyap54bclpaLMXLDNVPSi7esS10ER895uSYuq4NbvKmjZRjtrXNs8G13mFqj1+FfRg
Q9/SQ/VfFSlE5ziJvp62KFG66WPWtezTTy4Lbymw1Q4GSBSa39XvEiwxcQjp4rdk4tIJKqxGN2TJ
U7hFjPoafuLd118yFYQ9ecLyggXMcb4qc1Y0WDx58Vuhh9ldb2f53i0K+uQsj99XivETncc7o+2b
K1fsu1izlIkoIJCfIk8FI+N84LgcqZRR2HtNuR9eKdHNx74X43eR1+Mr1JBrVhuXxwPERR5Odepd
sah0jMocM/01bIvyRs+x6urHMt+WCObVfoQS85Xq1KUBecGgF09zhqtyNUEnzIckCUfzFSCG+zr3
o/2tzOmOqXgebozevGrjvASFs2hKeMKyiTP859XmrD+lpsaNtHTlt1s00t5UQ93x4tFjWuChl5RH
o4nz/i3XJsdSDjGE5+oBRHTX/SiNqY52OKpWhNYy09PwytuZfHz92xYOMFwJLlFHe5/XtGqUNt1Y
9L9BBcSKvdG9NiaTAsubOMEwlq4V3rnUbvaR4ubzV7OhG0RbsOVxp6RW7N2LSC82iNCUzmbUrGK4
74REGqZ0TLW9aUpnKA+jEiE0lEO0RoARUJR1M7eJmdw02Hb2u0HtC+XUhRL4I4VKI9+6sot/G+QK
sU/uTHY+9FpSPmQ50u9xAAO0nNKtLYymrv2SzvFP+rfKdPLiznk2LB7GXzQzMZ/JzdP892z2kdym
XpnHAYCF/C3uOifxRelguSdwC917UY2y/tCPU/yt1htKFZ0w+F8DS+UxgvoeXdDhUEW2lTw4aSof
0KoMxxulDIsfJnimyVcWHNNmSh3agEo2iuOkd/rj7LWd9jIVM3ZbVZYV6deeFsDRRhMy8Wc6ivli
YmUXP1tzVNWDO7Zg3fy5BTe9aW0jvfOgvLq3ZuQa0ncipcGkJG8y3JMT4XUHOiVx/b+2oHIUtLXW
0JGZ9eohhY9s0qRPsvwO7x5D5fN54U/LkXiptFo12b5lZybyQUOsbJIKasAesWblLiyK0QuSwama
R7ueYnXYSrMWWbm1Q1R5Y3x3otjdjUDaT7OSqubvLO7TYZcUVHl3Xq0Y/5pJOFcFRCbXo2BuD0Ci
hisX8LuwuJSzFsA3+S281f+HtPPajRtL2/UVEWAOp6xckizJtoJ9QliytJhzvvr9UI0NuFhCEfoH
Pd0YoBtexRW/8IZ5WU9xhBwkuTy8ckXUOz/umm2g12I7ZdVuCf4O+V00xeWgixZSgLORLUhigGjp
o1Jy4Rk4vRczE2mAZGj1v2YnJyUCE/CK1iDolHv6S9lDCToHywmqn5mzq7GMp3Fw+fk5Kx0QeCDK
gtIUuMGJKHf6A4akD4wkScV7jUafuNfs2n6WOmUkEEvKWzjnYXg1Fl65Cf0meeB1Ghbi+rOQC5wt
tQNakWRedJtnAQntNiUlcYleCO+VXYALm1jn6ZBqLvol3yTM5Gya6U6+BJqcX9hUE9GGIeAm5J6C
7lnuFdtF3eelbL4MqLhvi3EoDrlq57sY9VEUEgtcLy7PtD67FGljozqBTAPdT/C3cx/HJhboDVu9
84JimzWCIWpjV5re6AUQ3DyanFDvIG15hdDzMCkpnq6oLEn5yCvrvFApCly9r9qfRiaSN0A3xheF
0ZB/QqBgiieJXtTJd+l0LHXQvSFQO+9FxoFpH1ZjfayCQkYXF3mWol2UUv4IwP999T4GBJYE+Y/D
QhhzOiCi2HEcOJlD09rw763WaW89GxJyK3f1YcBsTbheTs0gKXP9oBX5H7XOpf3lhTxLiT9+BJwu
4ih2LtiA0x9RtkpOYzt2XpKiUcu1Z462GxDhPfh1Oxy7wdY3vhlGr10vvDfVH7vb2EjlxDUS2d5e
/i3z++O/n0Kpmv4QNeM5STpOG7kf69Z5yR27MQ9O26al2zYYkrpOh4rNWlOKkfZjFt4rzSDuL49+
vqVZfnRU/v/os4lAiEs3GuQ+X4ouDdZmZQ9ipfnLTr3nZ5VxbMIqKOjUIOZkq0FT+86pKyY8VqMf
ugMnxxxrY8fT2F2ZgTMutHk+Gw/sCvxnbICA5M7upKy1zcFxBvul7wwNNdceq/Nh6Fa44ui/66IM
Ft6fz44s5A0iYw4t8Phpnv9JytoJydsnwnmJRWncqX0pfqW+3R9GPYyXyGSffRuddEoNE9mI6PF0
rKgkIixxPX7BpN7qd9hHx1eZFtijK8WSg2VvbGgPX94mYAUUshvKNogZzaZTV9LOlsLMe5E8pRGr
iu6V2MoRT/nCFfvJaZiMC1g0OpU0amdJX55QyMCjwHup5DxbZanngIrIpY2JWe9eLYd4VWRe+TMM
y2p3+RM/WcEpy4C+D9WAuvRsBdUaAU69KJ0XBQt3ZzfKY4hTla6PG7kHfrcQNczfTE49cpQk8Igo
ovg1Z7WbgVpLsSKkl1iX9GoqyA6xW6mm/+rlUkwUUSeu0Bzv+fJHfrJ1uOQRgKAyxi49qztjpkKF
2WB6vVIgNJG1e1LF/iBhZbAxouaLli7T60KjfyLGkMIx5hS7/HMsaAaWsSIP0suEjzhKsHLWbQaL
aiPZQXitMwtL7fbPlnHSwSIOmigy6mwZaTuFjoeEyYtAc1OsYdV6K0k1w3SV+uGSecwntydjkSlx
9D/6X6efFxudX+V+672ket6oNJJ14GVKP8oLt8tnu4W4g3yf7j3bZXbinbYstGi0vBcrEc1hVLth
E8VRcKRv7V1bxRgfymH0Fh7JzwadzMcpasPDA7Nx+nF95mVOVDXiVSJTWOlx2W3wkMbSw1eKfZM3
+k2uBuHCKTwfFL00ipkqDVTUNOZ8g85r5cCTTfHaBD702MQoWjpEkNK2di+K61QtndyFBa6vLx+M
85Vk3CkCoq4FDWjuzUPFuuyFb3Emolor3YKFICShZPR+eZzz7ckFikYT0wnehj7t6aTihGYmVdb4
r31nOdfakAxu2Fnmd12VnM3Xh5pYFOA9yA34wadDJSKIQswGA4bqkutBUsOfuCGDbUbK4svXyofp
IuwX3twJVnM6lCgqv4LWwVc5WnqTSJV06AeFo9D617ZfZdvLX/bJJkGbg8eBO3QSs5ndKrqXW0kT
wN+p5MpYB1ZfPzuSFh8SJwzAzGkqCrTZkjD7PM1iEumgoBNO64Iy3/wbwbeUqZ5mwassd91Oo+iy
1nAkdYMh0r5RYa7hGfbqIyCPfuNEsrnwMH62cQgtplLYxN6aa/F7QTFYhSYFr1Tn2gPPZLjSrTT+
bo1tcLg8veePBPc2lWyk0TkL7NbT1TQyuzVGs0heqz7Wio2cBFl0ZyOZrz5QoarvRQ7pekl46rNB
qYVx0EgmCW1ma5rkUQSEPctelQ6Sr4xn8D11Ie166FN/j8hGv3C7fTIedQISZ0w7SeXmgUbqmGMJ
/Cl71UrLcIEyB2iLdlW97oZOfw8pEy+8+OcLOL2CNKTQ2KOoOa9nAgwKU9H08as8qOPWzoT10AYa
1kBKO37RO4blg2SHZDHdCFC6VItPV5AwIvO7Lo9eJY9Owc8hKkn/PcdLpEMGXeDn5f1y9mVTHgf7
fRK2ov07n0pUJkXeaUH9Osk8/a7RPnIVAlQeX0lr/w9jkZmBkJhKHRTDTr8M9FhuymPQvGpyZoAS
QNZqw5sIwaOSgqUWxNk9QxJObXbKjfgy8sTTwVodznLhqf2r01fVteYF5goBSuO2b8ND64SbQE2j
hbN39g6BlgMMDD5N5Rg4c0RmltteGotQfZUjmfClttJC3qjUChfyvvM1m0h9GHvTqadKp03H45/A
zInaqiVPU19rehSwa/EYOfq919arWHaWosBpnk5SftZrwtrBP0V/mR7w6WBKZcB5aZz4b2w0GuDH
1HiAFxquxj62AIAG6Qoim7MRkZr+vbw1z6oNyIQisTCpXKM/K4NQOh1a600tacq2fKdkav4JEDq7
IrMavhchbKO4FN3fHPHAn6Gu9EccJu1HNRm6hbmem4VNeGdLQ6uUQjpxDX+f/ogglXovG436TdPA
dm9GM/RK1wgaUVAXGxrkTQIZ7SPE/vUHSU98QHGDpuyTzigjasaJ+qeOQL8fYlnJ5O3CDM133ETR
4DlDqJYsGQGL2Y/TAgRE6thQ3xAr0r63uqf9kUBaPVPxLvEwU6Cz9VSPNgWZ6FURpq21cgxJmTiN
2RRM6O1jOUb9EyyMZkmR4QxCOv04AKSTxxo7Ffjw6cwppR3XrTKqb3JZOzcBnadnxZDiwlUrW7vt
4Ah2rlMjq+R2lOsTl+6E76/bMu/2te5DofX1wjcW1nP+dEw/ikSYSICsZmJrn/4oqyVObCNTeRuH
uH8zCiV7N2Kqqjqr9h2xsiXPs0/2DweUGjVSzUhUoJ9wOmAPsSjxld56C7NSxo2iS2tUEa2kdgu/
ErdZlafyteUPsqvHYWOvM57q716qty78wORvOhDPbH21TsL15c1zPhOUfqdknQQITPc8L7HjDF2J
RvH+Ro3xR4pMj3Z/2nbXnoV2YxKWb5eHm9/HVHrprcPNZ6uRkMxrlZ7TVFAhVPEmeATcUcYjppIK
6arMq/rQaWl71Dvb31wedH55fQyKdxcVfnC7VH5PJx+6nA/HjEGzEchqrfn6jpaXAyEwU+4adE93
PRozh0rA6L088iezyx1NXZtC9wRWni17N/qFYTSSeEOnqPuV13a29sNAu9KbPlr3tr+/PNzZ7MIg
QnOUW5rXDg2S2YcSKclBEIbhGwenSlwNYa3XXmuGComOpHOpa6HQa+jtUp45f4qQAmFWp0oBoILz
grCCa02Da0T0VsYcHSg32Vo4pWfg78u799Udy2C0NmGWE4pN2tWnq5mXltraaRO9Aa0IBreA0ypt
Yo3qB/h7aYNwR5l/MXLn+6jjQz3TwAURS8zuMEiSIY3yNnkzhEj3pWfbV7CBvcMYAGG9vISfTCVD
AcDloUHEZs65GyF155GcJ29+rAabxFGkbe+ragotkQLBwnedbc/pu3AcmTJMzDHmOiRUIUNFwnbs
DfSivwqiXts3NKN2w9BKdwmec/+X8RCqsQkyAebOHXPkGlRTqATZWxAaAkWIPCvqg6z2xpUo00xy
81zXFqCTZ2d/+kROw3TdgA+dL13k05OXIit5M8Owv/fCIt+UWWi6ZRMBuJErtb4udGOyRs67paDp
k7XkeUEHib0zJX7Tv/8nQhsMEgYB1fPNb/oMOhPt/n1VdGFApzsx7y5vnE/WksFIS7jHieXnVI00
1YIk1qrsbUwjbZPhWL8BUtjvWlQZVx3Uu4W75tPxeDlpnU5YsvnEJqra+HnSZ29NGZp7ChIRboFl
csfDle4rnvmFdsD5ZKKupFDXBR89mQ/NJrPoE0t0iRK9jVYnfy9EU6wpMA93FPKXsOPnISdBFNwm
EucP3TN5do8qOfhOgqX4TdhFjgnPqMZoLtjmk1Op4T0u8XDGQrkAOdVqtyacw23VjsVCC/F8gvkR
NAh4PdAhobJ1unuoSg5yOGQcTmsMd0aUhchNpNpfq8+jfeVkX0XrMBIeXcBhKRpQaprXs9E1bvNa
GtO3atD/VE1R74XGw5WP1jogVdpe3q7nywk0jE4sZcnJrnwuWwVFqIk0T2retEj3vgXyiHBN6AQH
XWvfvj4SSELCDpr7tLdnsV7gYJNZS2X75nVqfj2qjr/pWhFsMZgvd5eHmvbFP1kSsC4kLUHHAmFQ
kAGb2/EMY4VUh5So7yLNdPjClbqpFLvDiVxC5kVU5iGxDbH2uyB8kG1Qf5eHn8fa/40/gcu48TRC
7WlL/XPhdEA2u9qvlXeoD7q+qe1Cfaz1utmlojPW1ZDL17Lwfsmeau9BcAPCMcdxq1vVeCvXydL1
N7t6p19DtYQeENk+8cE8QaV1C2RaqdV3VWqtNbIGUDDM1NO+R6iD7ypPR/ggqTzFDaOyXQgSphd5
thJoh3GE6YxzXcwrp2aP1YwqUu3d72k4iSYbH9XQkhYKQvOw/r9PnD6QeAT67xzKl9QUMdNU0d5r
MD8HxFk0N60cRGPUsvS38mDg1x6i64cgzHgTVtI3DQHSQ2DVhzjr8h/gp8slw5Z5Y5zf9FHq570j
XyV4n12Udt/0jpTo2rupZn+qLPH2Pgj3LW/kr8YK7dJVEP0f147XBt+LIYAmEjQAsUaCmsvbcXbE
//shvBDwI6hEkj+f7sa8SFEiVGP9HZhjsKmc0DwEPoqoUqtLm8tDzW/saSxAX3wtBQpYEvPSbtM5
wWT/5QtX0mxUNIjortquFr9R3qkOYzUGa6PKvHWCFP66lzwK2qB+Xi7/iln4Pf0IFN1IxDUdyAh/
n36wIuysM0DsCFcPK+fY2M59XnaI+hRKU/wISx2WcYV73MJe/2QXInjGDBNkEG7AoDgdd/CwP410
hEPcXgu+ISrhxTcNVBikSKThvYp7e4PjmvjTa2kKnwEZooPRS92qQZe1WAWtnB+7imbbQrT3yXXE
75k0EcmwIY7PYc5OZPimE5fIvoJJlW9E3/gHNMxst4msfuWnXn/sEThBPiQ2t2jy4MxiVfrVMKbq
RqNd/Xh5ec73Ixqb8LJ41RHFYMJOp6lWndas5SwUbmToAGWwn7xlUaCb69kSm+Xs/pk0W4HkTGNR
opsbk+Zp1klSZbWC3hBaL6DLURxq80TkC4t/tucYCEIQew7KF8d9+vf/XPlWV/RD2cq9QHU3GaON
g0eAuo5rBMfuU25n0wX9V4tjo6IWsnD9fQCGT25ZBifmnKqc9FS4aE8H9wrT7/JRY+N5UK2G7UjF
U73y41zcBYmGaFpsW7UMjh1g5HqQCtk5Kh4yajCmxmxVhMJM3SLNhtpVoy4hY+0V4qrQRcQh0O+y
BA24FbIQte6C6jUx8kWRJPhjhE0m3Ztl7qdHI5RaGVEAjP1czZQHYnilR9gpdz14rEG/0jVhv6Cq
lD77iY9ypDlapdZsvLG0tWxNwWqE21SiLPJ8ebN9si5oBdO0g7WDPPr88qP6XWhxrynCNXkPDmnl
JTeaXiQr38/T3ySt/XNl2+USi+HszSXSgUkygSAoBZDynK5IayCKo1eJKlwfulN16IpsKFddi2rg
VZy3VnyE19VdoT6XJ5uChs3Soz+LWmlbGB/qyFMXER7tHCVkQkmDitRpPqpZqjO4gHRrau7wDuRV
5qTNi6kLY+H2P/toxkSGE30RorypRH360aDaEf1p0X5ydSP7m2E7d5uipU6TuXOOat/rOwMmwtbs
R3PhBHzytWQIGGvz9E/UkdnNSyoXGU6E7qM7lMHeqkUR7YWqjuJ7HWiVfp0RsScLecHZzqKfT+Fs
EiuFFAZB5vRrFaE3YUNRMwQtrOtujWpivVJKQ0ncpBP5Ssol56YEbOMtXDUftcCT4072BV5zYiGC
eoGefDoywk6Zk2gadJhabuv02JP6VuUqbzQlfqrRJQANrTdKvbdxLwzqlWUDNbruzSBtbqy0IxTY
kv2jx1GiUXnbNKPku0qpAplPpKTJ17ZT6zufwBrOYV6hdU1CgDidC+1YWH/9KDabtU4oLx8sjcQa
YSj6i96VU3OaVVdKLSXA20uqxo2eJHLwzYwoCK3R0i7zdQwg84vy44SX3Hk41pOhoclJ0+F0PiJi
fZkcTX3qnGZtqA9O7LvJ8ONrF8l8kNmkR01Xa6Piq0/aD6Q9JLcf3ODWWdhT8308H2SW8NY+TuWG
JNQn0kxXU1ZCOpbBwV7SKp5v3dkw2ux2Mi3o47n08S1ib32XfwyHpS+Zp2DzIWbZXiYMI1dj1gRR
BP9aqV1pWJuv4mf9oH6/vDDzW2c+0uzWKaC7W3LJSMptdEQxzNgYN/4R65jLwyzN2SyKVuElZHAE
1SfvJl2Ha/lHd1Du/rchZrdY0Om1J3mB+sRFvdLXnutvpO3lIT4cV/69O+azNQu+AuyStLzgM4o/
xbditw1gSLjNQwun4G8gucGzcxBr6YCsnbFUvZ3rGszP6TwRTQKpiOqO7wvFrtT3lbcakju5qt1S
Mo6K6qJd882wN0I7KJrkSkYBeOggyVdjteU3rzv0RcyfCMlVkKEvT8s8JJ3PyuwGkSEahHHPHvKt
l6S7r9JfTblwf3x6IHguplo5fZ45wVT1ifzQC2H/RO7P5Kj8dn6Ltdhm+8tf8uk2/WeY2WnIhjBw
/Ihhsvdon70Oz9Jh2P1vQ8xOgmTmtZbQWn1qNmIzbdPB/Wo0/bEe/3zF7CTUGtT3MZ6GOObX4qge
ikO0dBKmG+jsJPwzxuwklL6eW6XOGMpt6rjtNfgxHOLKl7x0G20V/ZVf/rdpm8ULlXBkqU7Y/dn7
eCU9asd0t7T4cw79fyfsn2+a7WMrUvxcQgD7yfudX6u77Ld51/FuH9tyWz/6D/ro1s/+gpHM0o6b
PYx1lPWlHzDmMKykJ7NYS/nK+Wk+/G+zN3sZ01zEqFEye92m3/+36bTD5SE+fXwp8BIvIzTGMT0N
I3ADGgEURuqTVR4z6Yet/zC60dW6X//bMLO9LWfCi8ORYXJ/4xi7MDrm+SrQFw7pWfmJhB9qFKmP
iQ8CuKXZA1xbcOTLWB5/OZXtp64S9M29BxSzhdIOiX6bpRkqiqh2BXsJY5F0HaEr+R5EpU7YgW3D
n699NeARMGIT4BZYDm3u2b00dH2phbWn/LKjGKs6uU9vSyJkwrVCc0lD+4VIaprFf0/3BFbBbAis
CPgm0P2z040qHD8ncvzfwkgc3fXCIMaB2rOWwsL5y0H0T9JDHgDGFpDPXFq/6T0kxHXV+9VWql34
K3B5jXwkMR5tZUVjrfqiuxjgHyB9xLig+ide/scj+0+hIQZaG4gyzn9rRWKsOHepvLIlnLcsY8Su
OKzzJYHD+QEnb+bJmirZCHRoOOGcnouaqhY4MS34U6lScDX6UXBr4r94g/iyfTtmY3YdQy5YKFqe
rd/kZabYTCoiOrSBZocx0WK5lxCJRm1UBTFD1WGHiYG6urwrz1YPBf8JFQDonIodyLTTT5NyG3H4
REn/lFLh5CvkwrMfzmT/vAMOkyy8OOefBGtn8gMFK0maOhdQtXOqh5j0JH9yM22uSywm79PCWJq4
eTjMZFHqndpmyHaQDs0mTvZG8Ht0Rx5AAyBzK5nGTWsFyt4aJkGgwBxAuwrUBmJKDz8vz+ZZ9Xca
m/YVIgPUFFDGm+0UQ46jQvKF/VD4PAlQcnu7/GP1MgD3NPMbFHjtMgjAhI+wjX+inJmqjmsKEUlv
Ucx/tjDhH0DQk0uAph2iU1Q/6QeBdZn9Hp5CDwF5XTzWEhrNSJZElZXujKZuxX2CxIh1Vdaprqzp
lJfVSiDY7Liyzs77UaIKkb/hNdwM3qpC5S+qXRPiuFm4TlyZ1TFRKyNfk+rWbbIaBIWt/aBXof5F
CyYwQbRn4GSC3GLvMKenO7SIHewXukh/GFpT+gaaGfHjli7yU2knSrtFrCcDrHV5Hc8OvE3zkbIU
x48WFgCt0zFLNq9vm4n9kCtMGgVPz0Wywzqiha8dPPDMN3pmFYfLg05rcbpWnHfgT3wtWTy8gdNB
1R7Jswhe1EOutqO5KUO9inH8rDS47E1tW7u405ThECStnG5NRPDEDtVzewkcfn58aBvCQQa0wmkE
z3n6M9opBdOhgj8gMJSO3zupdjQXp3RTO/ig44r1WFLL22Qy+tqbrMgN7/7yPJxdSZP6ydSloZIG
WWReVpLDXDcCWc0ex2gIOloHYd9vjcIbfDdtTLF0KZ0Nx1yDC2RzgVQCmDs7IrYoLVxBrOgxHuOY
ek+VwtSXQujvbsS8L9wQZ7M7EW94LQFV8y4DYz2d3S6iz2b4jfSALdZwHzdas8pjLd3lkehce6Su
NMRhv6ZYZy/s6fO76aM4iMfP9BeQw9mmpkJloGMTl4+aX0rfysRxrvU2dL5lQ2Os+Gj9SosS9V7x
dP+brvjvqlInCzHZ2bniNZt4jROxkf8zZzY6RhLpkiiIxHlowkk/MNrkahf97TojPeqF+BWgr7a5
vJ/mU44GOXACsFrEQJiMz7FFht5N0URjPJZ5lt5VtGDvu6TT23skzsf3TrVqc50YYxF+8/zRaxam
/Wx04G+gxKbxmXbq76cLjoJ7EbV21z+amWVfezElyJcqV514FWhhSccA1FGy42nqdtmAeO/C8Ger
/lH65imkAcA/z9A4Xisoe5rB8NiRGCkrP1TtYxrZTXTUWsxy3AyM/be0UvMfYVGZx7Qdghct83pj
4Xab5xbT74BCAAlkQlxSpj6dB8lQOmdoCvmxqGpvcAkQ8nLXqXVcItgnBAioJskXkDrnYwKQRs6A
Yf9rtp2O2fQJbhRYCjw6WLisa711bsfCQSIlktagkZaEqee7G/wajkTor5BwyIjjzW6SyKhHtary
8jEcETbx27q7QYRk3EqOI1S3YKOjRZxUfy9v73lQpcGW4IVCBpbdxVs/O9YiMrQcZL/xqDXYX09y
nOGToQ/a0pv42TgcHtQNGYxe0mwjJ01nByX6RNyTrRQcR0+KrVUCvEBf2LLzC5kPAjnKXUyMxj05
x1dV9eAgJ9cojyLqKzdSvGzTITDu+rK3ZLV4fjgZioge4gKQXGCxpxvEaaB4YgalPCLEnl1rY2ld
NZ3u0ZZli8KaCNe1n40vcYsU0+VVO9+aMAMnvzyAOqzZHO2sVI6FtqoqP2LyZm3TuLTkY0HEYbtF
ZJo/tQa7py+PiEQBbWC2KAHhHI3RRakcVa0sHi0/qraeadVbR0mdjY0Mi2tB/FyQQDo7DQBjYZih
FQn4Bjuy2dyKFM2dIW3GxzBT4105UFJKgSGvZM7IQSSyucmz5vnyN57tUbDNE95Bn57zSRP0dD2V
NoIoX6bjY5Q50m0Ua/pWq4Zs4UH5dBQb1BiEeYh8c+KzJ3BfaLA2fHSUvl4PRaxjjeT3CxcmdFF+
7b8BIcJYE/YP12C8HGHXzBIZo03HBkmP4MGTSgnhwXLAWNXUsiJ66c0iqGTXj2BxGC6AucIJXS0M
/PR5LFsjmZTrQXr/BZFRDXuzi23sYOrYx403THHFWcWAw5wX2iDWELkOohHes+aEXlusJN/sSscF
GN5IPNG9aY4rbey85LbSsgbac9pXtbmj6d1Q5Aphyiirbih9I1p7GNAOPQLBVp5cidzD38ClK0/V
d1dVbBJ/FdajZlJpt7E2OuBAA+fAhUMe20BEyqSlF6/Fet4a+wazYsxEhkwtFNP1QXJHFlVJ8ENu
20EmuXZCnHS+wTXRym6N8FFfRBujqOzoCv00P3sOQjXLfqBj5wfhASM6HdZ2Z8oe7k9D2g/Cd3NF
xW7I9ZHcKSRXVfMYEx1Fy1ryHKk26QV2RlEcqGoo4dMYqiXIWd9DWUN1xy73zYZMiVrFPpGNYbyt
KySbdmR1dvQO3MzBJEMXKFLeesbQUPLEWjHclhh4Ba9wv9J0E+Bqo4D9ANbInwQ4vj12vCDelsTb
DN+zvo7kbYH6ULcyirE1HzVEngpXMyI12fZBNsp3ttD9+loVsRHgtqPlTSTcWPMnObuwxvbUtfSo
ib/VihcDfekbPKj3UL0taS+EVrffdRAxCRrL3Pcbp3di4y4q8ZL5JcsUWfqVEibIhaxgV+laySZJ
M3FQVCl7Q907nxR21T7YeLHWgekSONHsHCeV5PWgVn31A//DKt0NhLr+LqcmPxx8M4/bdd5rXrhu
U19Ua8uWhL7qvC7urhqhlfoOOxmnW5WFhj2U7rV5ecQS07R/RLbU2M+DNzjluApboC6bXoozsQrK
xjd2iMwkPiwK0263xGNwKwy7wgw4Hu2ydQf+7GDdKmBTopUT4KyCEA5wbGtwVbOzo5LNjtXXBuGN
AhNBHBnr4U7yJWk80o0S9W3XNmrwq1Ur3dh1HkiSh7GNNVztRdx3boJe4PhHhHgBbvBsaZKUoK6a
jOYovFXyT2hDwLwtU/NNe6NbOXqhqKjq2tY0eyu5ARCqTwRcs0VgxhWVUckp3JsBWrtrN8hduVrs
VeVPfoLdHXqy1ngfFq0jbxpd65PvGVDZ/K0gzY8wAkKC5W6wlcKQVwHqXcDp1A4pMpXthzlQMepD
tsojyxjSlRwrZYWePlFxsmbptADHuhGTl2+57lt4PceB13q/C34SBkISFnCesY4rHbGQrgAy9Udv
+96DQqQJxKWTlIvgJoy8RBygoQa2ucryOqz7VTukzvgmS5aSKW6QinA0XHiyDW+qkgpJ2bctoPu/
KZCJoN6jQMdMrNWCXOgvbA472KRwpJyXyy/F2fuLKMh/FqTkYdRIZ9EMnxFiQhdLP5W4Sm1Xk8Ep
ruKy7G/MOOCqkdM8WHgQ53ENZGqVEJgmPUA0Nu0sUAPbAyiolJJfoW8V9doTqlNuGynQ+lcEXwzr
/fIXzmMbfYoIAWIRboPOAIl4+hamIdYNThmVDNc5zqrx8tJ/g1iR2ldR2XLbqFFotSlLPtbVzleN
Xvl1+RecfTA4p8me3QEADLd+jkmBdJDnXDnxU46x3JPja/7fXrare1UvMBz88lgf2kOToiSw4/mb
rFVYLQ61FT416Mrus9zo1TXV6LoF2VvYxUL0dja3+I6QRVPs1lHvQljrdG5VfZDwlmuiJ6XL8HMD
6uZ8x0G3vuuCJNlhmaj+IsCN1HVuxdnT5S8962uAVaeEQLgA+QDNgnkmFegGJRniwycU772fuRlS
uNhCXPR1ML8SEt3bWMSRs8LlU33NykH0ELBgSDTWSh31XrlvLU/qF6rVH+2Ef4MVtB1JCpgOKDxs
t/mUVEkAh1OU8iOqeK0W7Hw0rlC2T21ikjtuq76Pt/VAcYFSTjhaVBFDv7SfRWolAPCqNq4yBMtl
vHlWTpHaYk8pMDXFGpM4bhct7xY1Os+2J9kwtXzEwyb9WSBqp4voSNkgNC9Vn3skC81dYhWRuu9y
hxiI2MhfyjXOMvFJC5+YkXgYssHEwjkdLyjYicFgyM9JOOraN4ruar/2bK3Kt0FfJKCmOsH1sFNV
qQ4V1+IKEnciNzptWxoW/piX99HZHgYcTJgMZBJp6+knnf6cvpBVUetW8FxVnrVR4qgHKAcTwAiV
aq2Ofrv1RqNY9VKULnSmzid+UivhfwgWARc1ZnEtiy8FuZ34zyRkRJra6CPwnHuOjugsDPPki1UA
FKYJoCeGhzkxoOZpeVJ31ZgQ9D5boxUdYLwFB7NypO+BX4cHs1HjL4JYGA9pMoXrnmuIgsdsYlNJ
KWsv7qtnpc48zJjMNnmsg8Qr13WRqaVbjQa8QC3x9AUM4Pm8kvxMbgDT+QNxP6s/dDRvp6u+fzZA
UofHInSk9MYP0jFcWymC4gvz+smGnp40JPrh4aOLPpfZSGmLJV3blc8S1Cz5ZwCtAHZFYad4sgxC
D4/UBhD+yzAISdZgf+t+7aNjGazsLIiWyhPzB52kb5KT5qcg7wzeeZqcf7qCSZTYftR2/vMESl0P
hukdKu1baWkrQTVrf/nsnM80eQVERWrGOjr4cyp576lokFeD82wj6vCQ5Z1yF+YmSuAy+pzfL491
Bljiw5BNwvCM8tkkDzr7Ms9Ma8dsSuk5qVNBRoWCr1UFKwRyHfqfWR4nw31GVJ9cI7olS/jTIo/w
mBc08a5zTRKipu0z2XDQA0YGWdnmJCDydTTkfnxMAKkh7451mfHg93b34/KPn00UxDV5andPvSdu
Pqq/p6sygo7sCaez710TaoAl7XhfOzJRuNdHC2/ybCg0O3kLKaujkICGFn2P06FqgaWulcrKEx0i
yz+y9YpfNtmmj0hDZErrL33YpBA6dYYoZ/NhNElmi6IlpYxQcGI+6VJkPOHoC1bNlIxNkef2wjmb
5ujkZf0YikY3jAEkQ+cN9gEROzx5TWMCtipTmifWQTFW+wSd+PUoKt0N2TUHXvVwI0Y9+2rYyvCY
HNOuneqbMIFP57UxgCJFQWE/eSQ6Aa0oJ42IMDCTuRJCdqSFZTw7x/ALJ51oWFrTuHO+QoP4K7Uk
GSFro6lXejtqq7AR4sgUVODE03ABvDMfj10DapoGOJ19qsRzVFoU4OntdLL60qrmnW234lhGZvOz
y5InUq0lS/Kz0eh5TK0AyOJoBQFgPp3MvOrqiGZF/wobgYb+WMoYAVuZE+xUKw/yzYA881KpcV6u
AgNjTknAxMnhwp4THOO2LrsmGuVXx/HSO7gb6VUTWsXCgfjkyyh7T/ovU0BBRnX6ZfjNBqluZ/Kr
1Hjto9Ea/QYvh3idDahWuqpUvH3tAGJMxdXCWzs1E8CEzMZrMEzv89yLXvFyl93C8eNN2w6J24bF
uBCvnH8a7RsWjeNOXZpo8fTTqHAxt2Vcv6a9We7kfOx25Dw3OfHpDZJS7RdTmQ9IPbfmRJ6YqHyz
4YiRw2IwxwG50W6yFrHrrdBFvDIzc8loa/qj/r1aDHIICt/TGeDqRE/19Mv6MNIjJrd/rawmw6g+
GQ8B8hTXPj7Rj5fX62wSWSj8F9B2443mRZhFv8jwmoM2Gs3/o+zLtuPGtSx/pVa+o4rzUKtuPXCI
UaEIDdbgFy5ZljljIgGQ+Kf+iv6x3uF7u7qsvCvd9ZZOW0EFCQLn7LOH93VOh5cERjVJHbccwZdz
s5N19JtT81pk/frNrq8XYFMA3TinPy/60LEgPkB2817HPH4JOycEOLc4BsneKl5oCaMR8GivfKb6
f7hfYroJXwbM2/DK4Tj6PGYNDHdWm9DxPWU4UDMUiVVm0WTni0Ys9m/Wyp/vKvYTDMkxwsbuhcX5
6wOUkdBIzg1X7CdRuqtZr3/EkDM8J0MVflE1+93+9ScGMzQ1GOBe7TVAdQEh6lPTBOysGaCcIt/g
8JMs3yLw5uyexF1buXkyyIpCRGfXnnulRY6I2fOlRdIGFS1r9msVwpIx0y0WY8ZVMo/FrNuOzkhF
M7Sbjx3OBS9zndYhCnFLfjW6mYKTUgyuDnyeCaJXpcJkBj48/HdmYJ/v5JVkAnMnnACYjUOe9+mY
cyZ3HNcIzudr5a73DNDobkhXUcLNqn8N3dX85sl9fvUgSwIi8jO6CPsYiqNfn5yjOKk8If2vcHPq
chBOlozA+2jbY6z2u9788wlwdazC0X0lr2FHgULu12uxFu9AgE77G7wudfTBnbSDr1q91ooMhULQ
ENvUVgCf9roQp2GuWzArl6wVVyFrns7XrIwcGrjO74oJRLEAgTSBVBm2XwQ2/ObG/AnfiODbAs4N
cATIWMEA+bSz4+Rs9FDx4V0F6Ww+PIGk3YKuujcIKgdITEq/mZz+Q9fEnxFHDWv+uxoRzUA0e1TI
9ZbiuB9/V5d82lCA9VztiVCh4uVGRtLnOiGsAlJV3J3vGSFL4fk63azDPOzhp6HyHl5RgNCa39lu
fm6xfl4VOloIyNFlQML36XUba9lV0RDO93BFo5ukM81uoKk4MA/YigyNPqKA0JsAu3YeQft3Rg7s
79jun96M6+8AFhQKT/AR8YZ8tuRTiZWsClJxz03Puxwmb26Sj2pNtrGcktsZ8v3fiQf/yc0GaHi1
gQDfC03dpwULcrDhC3PFfa9W/0LNwrcEcTwvTZ3ORZJgy7FV4G3/+oT6pxcF1RIjPTAl/mSnSlow
j+bRyPsRWUT7BkOQreOK9gRPuSqHQlJnhHWm/OuLftoGft5ceKaFWFQA0MC5+vXVFGHCAe7M0z3r
qcxDjNZzJBfbAgLN/6lR/d+vFQGtxFgKTsqf65ihIxLjE0/eN4xEdK+ATzgIN2FBdbR2muoNhVoN
QyMv6dx76XbBWjSVJ7ssSIg3QyDn1uI3h+Wnnenv/eH1hMYeCEzss7UIzH5mzzgUYTRDW59I6upS
seZ3FfCnDurnVSD7xg6IQxmn8qe9fXZb7AiC0/uFrc1JsendjmR5mJ26gT1UKEsfJiPIFevEDoTJ
r/+zJ3xtgYEVB1fvCUhRP5NeO1LHna6D9p7YtLvD0UnylFl9gGcf+80K/id388odvJ7OaGfA+fl1
MWHctAwkHNk90fBGrKdlPiOXoH/76y/0T+7mlQMCPAL8VuS3farkhrGvEGNE+H3vQpeHrDaZd1UV
FX7axKVWgdjpNcBQWlzT1hEL/zsLu8/70dWjBTpznBLg+F57jV+/5SB648fKzPcQvTVnp+KYSTt+
6wwFkgH4VxrW1e8O0Otb+N+qSSygKxkUjTDM6UBr+MyJBIeD943w1D0SVcmxMfVSl8aS6TtIPrQu
wCR2b2k1q3fY/Zk98lPIu0qb8d2Fy+C3AV/jHzFh//a+/DvM3y5/v/b0n/+BP78zDslu3cyf/vif
Z/5BH2b58TGf3vh/XH/0v/7prz/4n6f2XbKJ/Zg//6tffgif/4/rF2/z2y9/KCm8eNc79SHX+49J
DfPPC+A3vf7L/9+//JePn5/yuPKPv/3xjlD7+fppdcvoH//4q/33v/3xc1v6t//++f/4y9u3ET/3
qKRQ//t/Ycn+/dP+60c+3qb5b38Ewb8m6OXhOwVgG0XxNZHafFz/xgv/FecfDlFwKRCuB8OPP/6F
Mjk3+CHvXzGhutZIV1NR1NM4ZeGbff0rP8TnwaABAA+6aFieBX/831/tl4f0/x7av1A1XlhL5+lv
f3xaude8Fxyh16tfA3YwFPt15cbwHIw4YPkc5+iraswNTMGPIywCxsX85iWFj/Sva/bnxXBq/+wP
cCM+a6R7NXkzaGE6hyvdaB/Gjrv8MFG3bTKMiQXNPL547qkJ0+6HtJIm27HxjS7dSSU7JLqTEaMz
VLFZgohifkcSocJ9X9fddPFwbNEdRRhoswltT8leTGO0HD1RzWIXxSY++e0g2LnH9n4TTu1c38Ix
v10Lk8pFHJtwrcXGBt4Af80xgSWDN9tw2rgEqUeIApS27IVnaQH9zvWHQhANsqAK/X47q3m+gDwS
uxvt99Q/KD6KPh+oGMddAO7WkIM+fUZpi0+a0ZyjtuYjf037BMx11lsfAOkUiyCTGpqtrFOTf+lY
nXQYi5uwySJp4Qov8AE5dOK63mCzdpA04HSOxoDEacjJLIuzRwPIVCFng5Ffbp2gF1u4DbrjjeZt
SINiUGi4s87Cx3LvpbSr8hE82zQzvFV9nkxuKreNxcQ7cw1xlnyq8RBBi+zgPxrCKf/JrMrSvWU6
eO5IF2TIGEMQQTeWrkvuQJGJCoybOdzJ5xX1J2ItDHoweJlakSEHYoJs6/pJfUULTnBFDQJ5a1SJ
ZDMXTqwwp1YNvDqiObxNeXxfRw0v3Gp+gvl5jxsXQXnbeC+Nih8hmLiHO/8pWK/aYq//HpLUglTR
a6QHdEXb2w7OTc5erEm4ByRdZW09hhhzpHXe49JZ14pDG6lDikSeXC/eBkV2n7n+vGUjfChI2OZw
RDojWx1UAGsKyIB3mMrLou/N3SKQOAXbcNhVkg2s2EF0WWihEAxegHyWFALPGY4dcB2ZPlzjdSWy
3tZsqYCP2tE7wdLvPqCIa1+9+q2ZvMMa10BuBl70U6QLYatx69JpE4jwkuih6BbI/+FFeKtdtQF7
BPmX9W1vJdkNrnewKwxGEoWLxZPK+k6eoqDb+U7TFQtdt7FZd3alZ/eKznIW3bBIX0Kv+QCMnCOf
TkLxoR985ZQhXW+RKwuVvqq+gIqDEPtqR4LOlgo9D+4dLB39DsSlAR6tXtwW1gNPy4ns9XdqcwYR
ce6BoiFr+wXqrvPQO2lWx8Ab6AwfETchURb0I3oEvB7FQJvnQNZQFKfqrBNQQGKYF2ToN4q0Aaue
pN9dkrKsBqMqbkWH4e30MS0eSLmVhh3u2jxAA1HIwWIm6CK6r59OiBl+jHrWZKFIj8azN9S2F/ip
rlDtx7m2zu1S0RouBCFcdZ0+AEEEDKyKI8et8hHghnCKJ4+nQ9Em85Kldtomg0Js3PyCX/TGS/BV
0hmYJelL4TTsYtvmh63VgzJkzdxUb6WIjnRQL5G/7GYfBKiAgs3VhtO3RqY6b9ZKbUCJDfKVVaQA
+wLlpYecLXxpy+2Swz8CwUx9151mDiB9jbqLz2GWlnJ+wdHuZbBl+65Mj8i3Dlx1LexOEQaqSBN/
uH60GVnCjmtf36MphIfQEpkSbqgW4ASDflbKBIkz9gbhfYif8hg4dH7/Q68+xSel3yBtyPVM8F2r
U7+s4b5KdVVWNMwhbPtgLYKfa4/EWUrArQpUGS4dyfTYLplM0mJooS2aYu8MdBz/Z26PU+PwbYvk
Mn9sm3yN4QNiRr2xnc2TZjw0q7+vq/7odCAn9elcOrq6m3oVZBYaOiyw8a6rOpnJFmF6OhzmvPfD
pzpxkVoDi+J8NkGSOyAPFeADPlQsvnhhn1yq2IvLmcMkqWPxY+DKdNck/iYmyxPcJZccLiQ7TPnL
xIgr2Q/GODJacw+WHGAZuva+xzGdYYJxQo+Zbtue1xnICsPWzPTHOtAnFsXfqVnR0DtNYZ3Gz+MG
NFK/Qqogdo13O7gIhwMfLwAWnNNezWUtvA2Y2cuNM4kwDyBw2FNNDksCsQoM6SaInETvPIEI2exU
rDZVzcvAxzgt6Kq7Ia5vo1G+ixALnSGQjbVNWKaJKJGRgMYogXWMs7aPo5MW3mTiLILJHdpwCZu1
qb7F6LNcVxmX0dgsJQ4JeotFz0rXMdI9LYNNcxfStLPjj1ORKliE+UMHRh8H/VBrDFWgqopTspSy
qsKsS/WRieEguD/lMo1/+AbeAfBM63Eu1h6kQfDaTnBbxD6hBNNe6hzDBDLINqj6nWJLs/Noe1cP
8hXiwhMb3Ueo1rGsWbyVvhOZ3Nr4GWCC/zF1I7mlKLZBbBxOgINOtFEchs82zIdw3SST+Jby5tEz
LPhYx8Epwkic40itd71Yhy3MvjY4/L6BPPY6w0o1S0ex7jvi7CpvWIqw4nB+ox6opzwppWF7Cvlk
ViGDZl3qnRHhD83wcD3Nk10XNPyix84cXcRvlugxAPK4dHysK5yYCl1BrobBx43CQ6LO8oUi6j5T
GlLiycDnKeL3Xrj6RdC6J8uGHyOFeUKqOIdfiX/b9nipxmBSedhScF0tfK9bGuKYleqs0gk8/XqV
tKhH+gzpRpBzDogDifeoF1L1hNgDmoOJioDkJiQZHav1EEsO8mIq947s2zwd22OHtZHR2gE/N+5e
6UzVnjshZsU8LR1mv9Z8vCPYpyqoTqGsSuXJG0Ov8Ns+uHGQzZN7i2ozDZZUMeJ4gd70gIn5Xcjk
KYnpA+abfumudXQ9AE0ZNl5wb9MVPMHRgcOgdYaHJLKv4aK8DFmS24oNI56lA5lzTUTh6lHdiYl3
R+TEnPjEUwQbOa813oisdR11EwEdxLYexWVqRvLd+EDiloXdukt7H7ZgL1YxSp40Ie4TYM0NNWG7
DTgjObPRq6Uj34A1FW/mxmOZO+Kxw/vNP/ty3k52meFh2ptSO9Ue4TglWCD7wFNnMHXeTLCcsMKD
GxAmdBFVwwYhiSNcMNJbNcKYwF8TlvczTomxd1Eyx6Ar9nCQCOzR7VOQLqn+zpyhBGp9HNpQZj5a
36j3z1am525uH7kOCkT9nmQDZ68aAGOfigwEzyGrWeQUrXV2tg0vwPXvZgtNjhe8LHbA10WJgUIO
22AikmwZnLc5aRm8vsInfFuWJWL5po33xYlnmbWxOY7SfUyxEEfPkYdARRrQuCGFknV7HscRSzGV
Oocy+pV3YMIpW3m3DL/Msu8kWsss4OugtolceHPXJt2I4yUhMKrTkaEfrfFAY2kaob28X4fxvna8
fjlhYzYunJPDsSmkDcMjb8Gx3xK3oiRjQNbjHcRJDn3rgTI/GziXaZGtkCNq8JRT/zSpwEFJCKAm
7+SEDwliSqezI/0q/Q3C+wlou86w4SOLphncIxAiP7sE1tTD7QNukLPxivd3UHAWDIvuhuqmqvO1
XRdACmE1/WaQfm3+/nsbjwtDfA7GBnSFmL5iYvJr/8XlrBUIBCoPXEZAiuUEnnummwXPhwSJBRk0
0IiS6FZYLOUIV8JzR0yP5+A+p1OBaU//ACAP/gFwmHrpQQLZwFaUQj0BX7vC9nMyFMlKAKr14Lge
YR23ZKMPcyZY/1Af7i4ydNDfMlhj1UQvl7+GZf58V9HZwl0AEg9wBP40WobHZRMPOlb5PMrhaQrB
AdHOsAPPH6cwWUn8Eok+cX6DX35G668PE6DITy4XUFNMSX+9pz2xs187xsmjTg8thIvc/+ILN5hA
dl8gN5CeXruMhS3epHFc0GUsa0KQkhMBHcKax1Tnr+/DJ17bz9UFxTPm61cL6j+NxDQAPVjsSydX
WM3HMQbfdekncurQgF4I5+QkWFzpnBjIG/760n/q73+CDtfphQ9SCHCDX++F25BEpT5H7kls6m+6
TmDZvFBo+HNEPOGpy9hGSfHX1/y8pqE0B3zqITEBZEYQJj5d0yAeMo4rpOSqwR7GeEcrBQj15TcX
+by4gIZfpx8J7BXBQkk+U/bAQbTTGCPA3H1IN0Nh9+cxKrZT9u2rPtANewky9w6HhotUZC/Pkx02
/c1f/wqQ1XwCHj0IKa+2AZBRYowMCuGn17fvxraKwebK50Yc0549NhXKL94rXfgxqx4Q/ylhrxYe
lqY/8zHc8xlb75i0024dOIxMJuQy0RpeIGLGNsfidDoscfMjImpf1Wro8xGEdWzsfn/nSdsU7oQZ
MZLTn2ce99jmA74NoqGI0ya3U7SZABqEK3tgQ3iI2+jCO1NEriwiwm5n6e3mgU9ZROSeCZ9djSny
isJjZ9YJzmvfh0YHJeINUgUxLCXLtWI3F+VXL9Kp4IsyPgDSe7eQGSQ6aaCEqW6HyDzLcDmEA+5y
uOrnSplXb1peHc2fYRMBsQQ9EuyuRTd3ZczRX8LHco/sc5EtJH2sjVeMNZ5R5Wz6NtqyYNljxHFO
dRAfYQL53nlkY2d4QZoaqJSF7D/TQ/fgNiM0AdEGcuztFCeH0U+KaDEQDThfTSUemhlxOKK6MX29
W41/3zLwzTVsDsJoeh1dFIe+fMZdeWRaqQzs+KsH8LZb28NIwhdUaCfYT902I6w5PfxjUsMQi6tn
HaNZ6VxQ1LkABYJsw4a89zhfgaeOOCT1BwvYI/bpFGZ7dmtac6jg2Z7j7SwIdPRgEUNCwefSNlMO
gtx943svYd/kRo1PNmUHNQZDFkHnl/Fl2sSgiTc8yrqq3zPpwSQ1faXQwdYW20gnbr21ezZ1e62N
d2AabqCOeBtNikxBn937rXkYAESL0S8xS/5KoniXTCnqVzxYjVT7aRoem9o9jIEYMPaecvhRQjvi
J+w6fKXoZTr6GrVkyesOEESEMi2PneYBBeUXM0/wmMdTRKASVhFGPO6dIoAXzHyeffpYq9VshIBa
sq3k8E6ZH2+k497AjndrPXqMRgW9vqG4nDMWFWlvAhsfltRqeLLiGUMeacsrpcw2yZbIlWW0xzxk
sDdr2Pq58qc7ovz5lkJzA4Chu/WT6YiG+EzEhCW/jsmGNMEBeVpHtKeH1OI9U2vcbXjKugyZZPFW
ycEv4evX7pqxX8894ze667dVpSyQik7PmWMgTtIw5FGwXyW+XfeBhAkB0LF9IBS5A0rzoxu0vfbN
z4jI+8qCOc4tWaFQArl0r/C2lS1rX+d0fozGasyXNVqKCffCie0W+8GcryvUcg02DTqyG0KjfK76
M+5rQRmbQOBz0zyyEEV7K1Rggi0R9EWo+xwPcThilWUwtKd4qnYDs94TnLQ7fKJ6TKFvwl/D0znU
7DnhOAwFYLYbCZPYnKFMzEI+D7DCNYmfubM6Tov4UXnhgSK1CegLa0rh2j6DGdcpbaAkmNQzmQwU
BTKvp8bCtcfv8hh2N8A2pyXDNPYlkI44ENHsQDUxwCTC3BvTE+/WEuSbR/BFygFUWVDLLMkr/PaR
Ds9OpG/DpX6dei9TrthKb9m5Y7jlFSrpCW53FbBGy9bbVrnnKg03cLu5kax9g5AH+Vak9IiCcivM
iVg2HO4+dIV55tp+G6lbNszZtUNwWSInl4k9TmsdZu4wbJyUbUUCy2/75jbus7K8O6Rw0pXbYBxI
8zxJR29nEyOFw0d7YCQrJqpIyYyELRT3avxyrShVnG7dMfqIiEkHNPzc2QzuGmdt19p9Bf3uVEbg
VLzBbb3LKoRx5ZHs6MMQt+G9Mp0EJIybnmJvrD3kdhFN7xBAyG8d0iJmJIVkTEz9U4DeEIt/7Z/S
uEGI37QsOfW87tFNe3EBiPx9Ju4eU1pohFPYphjyg6goBCiolxDazHY2e9tXVWnkfIH5UZK7i+/8
WCxAkkMzKyCd1QAgbkmcE+vRKcChCShDWGdhrUEWaqw98db5EnravXecbqpgkhB/US2BB+kUYNw2
GO8CbQ9Cgzx8ySPStVHO+vH8DQYO4tB1fD2RyoHka6iRVkvj1SvqBBI24ClbMUz7KG2PCEcMcjIj
YYklICbZCt3VaqJTq7UozUBuEpNcZuMF+VX/VoBXP+XN1X+jVt2B1m6QoRZwgX6gtG16+TRP/ouA
wCObZQ/VWzx5OZhJ5AAD9NtpMXernm+ClYLUE8cze/fW+bsPWv7WrSI314IADR5FBYTLbav5NXU0
g4aUDgg0boIEes0ZIKgGhypbmXh1DOcHcIismzUJ2vP70bUtoI5xaM/AqoIPF1OHzeROoik7Ebg6
myIaAlrEBM8eYbTQ+cVkVwXP5cQfnry2Oks0DWSPrbXRQGNSdyymIQmHTEPl1uZ1FSxf2yZ4V7UT
jrs0Nu7tnI5qg9gkWsRkrDY1AWBRdBrRpZvWQcBf1ve8OQE/iSDIhN4N7lF3KzdyA34G+i5p4ItV
4l1uSwbRawN7ao+dkdqgXmoxiNtRuXVViIRMBfwaHIDmLPk2qTEuez3w+4WP1b5G6HFYoZjxneU2
aXRL9jr0IV5B3Z3ea9QXjzOp5UF6g1Ug8bTjHdgUWMidWyzArYoE9J0bLEZ4ZsllE0zNZdVLvE0I
e9JAtpcEFpSJ9arCc2hbdkApIeXj26Qhfc5aYp6bUN67qWJ5Y7ABttpEd0KMQz4hDfCFzI0PgKut
gh8USOujHWWwlqAA5sHSnUevytMuLgOOSELEtuATRfIkGHczguWYx5LyXMil26UejQHBzmx4QCky
ZBCqJ/sG7vb36UibL86q1vUxZUGtM5B39xCdLSfTiuCZqkbkaESrjTcGdZkC6drSLu3hdSRNnnjV
culcE257m5pdkKp+3oWwTdiifRCQY3YaG7obtG3m433e6ZSLspqBkS61vqHJYl4wF4uKxaoHzBIt
fJTIVfdZwdyy6tPkEfv+WcIU/QAh+VUsiwIvl70w0D9FSbdNGPA+3zn2IX/DrXldmvQWZsobzL72
ErZVnV22bj3FhYhNtxFQ9joA1mW8gwND8qHDht5Utd10CEcDvB46y14qWW1rrMvr6aktlO+eHo6L
h02UEgiDLSZiR8yIRNZMFR5XpyGxNdruwaO8q/powp0f4Lsah/zC4nWbVO10R0GOgK4E5lk6LVk7
8D1mI05mgoHBKcGe8IaseeoqWRJh5myS/RtO/3GnHFOujUg2iHt9m2s8HLA+w0J45jKNvGgS2JGP
2L1roz7qKLyPPDKhdZEHj3Y3xrtqngN16ZP0HSoWW8C7KluBzRQ6nGGabyWsh2sXMtiukD6gXwKZ
YUZqc3KoHGB0nx46AjCZNPNJJMml7kne2qnfwQEEiia9bJeg1eVSY6SHoQZOw1buago2KlHWfknc
6ktQR16OsZ3KJDWPyKoWpR8ynLt0oC7mD6gh4LWSZBNMHL4aFGF9dq0ofcQI7lhUY0DYta4puQgs
7nUathcF0SwGO/6AasAMsJhILnKo/FOsCFLgNHRhgCvnQzUNOdx/4uzqEVPOAvVrhvkkWmgxUIWB
wCLAsJRhvMddoFkaiDWfaLwzS2LzQYHmjcCPBnb/GCR9hyRn2BLAFeeZ+nfDECy3PU38B8eQPhNL
cuHTMG7CMaBfIzOd9DJCLZ02W+MTeycoKtU67L/AW+BpDpFwFladAmYanOMKpA/qChia+OuhlsB/
ayO/JtE8laMzpy0OuHg6M7XqH7QXvMDO8tp1Oj50CfjSk6NfaF+hWbB9e4PI1aioHLHuQuABGyFX
nldIpygNCMLFhFxwSMFZshl9ZbNR1xfke2KsQeJb5rDh+4TspzvP6+PCjXnp/0QbKraHdm3bY89D
lY0x9DhvEH/yZGl8B1d23G6+qVOVRzUU0i2dkrwzLr9vJ5vTeSgnZ5nHrKqaebtAd/5tBocBKGaV
opq7FiX1Gu2bQXeI8sCp1+YDrOQffPjpPID4Yp4ikEL4tgYOry46gg19xhF4XCDXuSotRTmvVmCF
UYDD3Cmw0WNgisPSM9Wta7pS6XSL+prvrN/eYY6ZNWw6R1acF9mVPWg3KsCsGrDO1mG+2sgYIxU5
pT9gZc5VNtP5OTBE52aJEfHROEe5VGSzui3PO8ZJrtZ62EwdKG0e4zA0sF7JazNu65m0uwjzImwt
b9qFEVHveCfmBUdXsQOQpXeMMoISG2LZ1nEAI2Kc1wbgZAZyDKhx0JZnzSIv0Fgc1YQVwHT3MFC4
qmDsOSaezVIGOrsMae5xzNPiWt6K2ZOXJUiPoNf398GAHDSPonao4mGvhbkMUT1l19ZLYBQhENax
KBCKnOd2nbFLwiV50Y7XZBV1C+l5b2LwvoSkCu8xeUdBBUul19iFcUzcSmgbaV/jKY+QsXghRprz
KyNNgnCGIdi3rX0ka8ru0hpeKAKavtKECcvmlVYbvD77EClXeYto4o3fARKIqkZgGLs4BXBG9xZO
FUveNc2Lw1AupppiVBR2CGSvxlKFqLGNOuHgg21EKEAwoFV09CLtbzwMxTPExdzVkA9XBLddxD+k
54JC3aV38RLVZStC1EJM1XlA0KKH9Dalq7cdkrkvB8fkK50vjU2PYcTGfYvaJmtSNESdX9vDwNu1
BPWsA9UMO0WE1NMPhBNe4Hr1pqBBzEPYPvpTdBRI17z0DNiAjp9mHMFoKfy9xEh6P0z+waUYL7lI
r8DLK5/E6vFsxuzmPki6S48500nXYwIQ2cC8w6gbTVS4rXuJsTxgVC9XqY2Pwkjg3Q0/rBEOyABZ
XjiVkQY5STrsauWtOxhVPWC6QbJgBg6PImRT8WiuN05H7loZ7hXR4wvI/jUUHshjX4mP70urQjaY
ZHLTZkgCeJiFBLeinm6HYUoedYiAO6+3dQFeRltyRN7ibLAMT3h6Wia17FSiokMK75aMTSvyFCFb
uabB7DzWfgssXb4zE8A2gYbpYentN0fCPAt2hCC9da9CBICBYv46+vJiHU7LuY7IPh7NUIKqPBVj
zx/Buvmo2r7JLPbYko7+W9jCepIns5svmJFDsBmXSQdGw4IAHMvbQzMJL/OW+gKnsC6HOUUewrtx
A7PQ2ximafkVefAC/YB0pTPuEHwtonG3aLWbFOY9TRgdfa9Z87AS/VZgOwbwfO50xVBh8/QMoPYr
5AkSaRjJl1W5PzBvVOC1sr3jBZfG1cEOYq8XePBHW/S/pGzBx8I0LKL5At3K1pjhstYdpi6w1til
Y4NzqsUg1HfENz4BNZ9nDMxR6t9OQXABUi1yyvvzJPiIcBvc/5CE3yBmxiXioNnbyNaIwQaVUPtJ
DsrQULjKOdJRb/uhUVmDCvDQGJd+HwbqbRHDu9dR96KgZkTpEN/ARSM5DXx56Btg7QLy5UxN/NaD
S0Y+2xZ6U49/EcL5sqbxpR6XDL4pPn6Rq/A6JDKHQvrRDduz4nihiTPcYez9NZxRC6Vhd+T+subG
R4iTVO0RXj+Ln0X9IPHCwMoGfgnnkPff6wBvThuSoul9jtWDEnEUDshHrQ+QWacLEjmubU4Sknw1
OkB9XpUI7qP4/2AzB/h/2VCtNwhF+9KI4cHG4EmIjjxCE//MgmaHuxhmToj/WIfLwukLit99KtDh
ovcAnCiR4LqCz4E1ki6FgHVUDhgNMw5kkIaCP2gjvwwrYB4yiTu4AKNM5fLYifrkO2anOi130MIw
+GupS1W5R/hCnpJ0uqfdwDM5hU8BOEa5JKDlds74DBtBIK3DubPNlzjA+Iq3IKCzdb9Uw1uQLF+6
ztlGKUhZrT++RHLonpAPF2VGO5sGN+YG04IJkN7IsgindlbP/4e7M0mOI9nW81Ywe6OoF30zkRmz
Q98QHZtJWAJIRt/3IZOZJlqExhrdgWbaQe1EK9EXALMeIsEiWcyQqky818oIMunh6eF+/DT//x//
rK1iQB2kGXnjqn9Mv77HrAVrDkN7pZTxlVcZPLf+qOGgFn5AiBH54swJEtQh9WQuyCo5NDJKLWrS
Vn2pO2AgqgIsjYMgjtqu6zw56oQazwO1k1UTWjU/kpxNUvGmTt37zEWgJOeuU5MQcRrXDpeOnS0D
GnWRITPfB2F9Y7BzLZqGzhoD2VGzLo/QBr3UWzxKQcvtGY2siAOpKeB/Uc8nsF+5uXdFYAhXd6Ax
moJ51alRRooJwgUV02VU6sFHy0cXjhY9yaLBBLktVXgzF5SlokfZkh5VbKfYX9M87AzwXn1ImLtK
ZfAQUUxL6ritrzId/dOwoHOAU183pvYxs8DyhWow43Qtytha9Hq0Clvye4nHP/QtUnRIk+E6wxmi
XSbOo5rnn7U2fwxdBLmJsHqsYivM1d4hJRMqsi0v6LRenjSYYsgPLby0XLxCgJWsuq0RtNn2ZaeF
Z52IjLwSnDsZ6SklrxCOEVvzGr2Zu6ZtAFqH1acoEAPqZMqhqNsnYPr8mYjWyyyRcOjtCukVmNwX
bl9bgPP0tVlJUMgLHhvZqb00q+b9wE+alQYwLC3MaO4SJieB1dyjK36bFAStVhadQffxFp4Y3Kod
zbV0muWGkZ4v0K/S5lRfSYs2546YXaSNeZHayqmYCMrCDb0QUF79WCJwizBUeOPG4mGoUgfsaxOH
KauPG7U/yYICH8qlBlzT5GoWJkW86BPxvlS51V0TrLwv03Wm6TJS5XK4qBvPmAkmqoNOSkQBzFAh
CkaRiQyNaBVHrQDWBBTIe7lPWjoIp+W5qMQ3XdYgIqQ65pEjERAoMPlZKllb2mZ7Lwjx3A/ateX1
IMQKu70UM7JnahJh1ZQrx3LVWVfE4nWhct3NAtkTTrrWfqpzEBCo60QPbSQJ50aZhvNKtJZSY58O
5BeyoHF3Ldm03M2s6jTJLR3EUpLO20K0Tt0kVA7jFIH7JvcuC18kR2ZrJB89jE1nVLeFTT4B9T4B
MGEqrRAum1PkTS9ttuxM9XR90dGMDL/TBN9XuEJ6D1y2uNXtpLjqQtG+agQpWaZ5XLVntg6OQpKC
SsHZqhqoPgivnToIhJqYz8OSrCjBeb3yLA8DhC+XZA+aXqlzWi6aZ4prWas8UdQZddc+Whh1np+h
U3bttWI/zyJ1Hfpmd1T3pn2E30esL36MW/uxEBL9ONO0uz4DdQosi0ZeZvgURI43d3OyToHefOoD
4B+9q18FrdgtJLm6B9vwwbP0eubjRQBqGs5NmnpL6mZPNFuTllKVXSLW4iGmRm1ISVXnUBJaY1EW
7dBLR/4cOpLAkeXr62V51LjtdY440DGSFvJSV+SNRcvieS1LhNlueCrUPUbcBHuFgCiJNSn7kLkB
np+RLEXHPAUL35+kgnOnEsivACFCnu7jJeXCcqai7DWr5NY/zJ5xLiTHChsUso1aQk6pNO7DZtXr
NZFoDUAmtKTjyOVNBQYWEpW5ZUVaB8weTl2O5uCiElVQhIb2ULn2hao2yHL5nrEAOKUhPlam56Jm
NSxMh/iF5rJm0kmKOM+FQC5soTg5aW4FftesC+JAnhtazgWhCMY8jp0CyEaaXWZNfKcnWoP1DUPB
XzC3MFjlfVaQdHWyZK7rHkUeqZTk6FCrvShe5gVgZUgrQzVJJzaP8Hk0/aSAoTF3pAzo15DGdqWC
sDVIjzI5vYj7yCfIpb8bbDiQfCHFj1JXrrKUshVW57iOjVWKss2FUtv9yorNjL4ZnhahT4MjBHF3
VkvEtwZR4aISuqUcNSfUID/Ugv4QpRXb1UiyeZpYd3JWsK2sG4EUeujckYS4RNMnvOhA2y6qzsqg
93voEFvqUQv8DWCWgC/rqqg4IG/m5jO5xxf0JZsMlCDPwj5DRjUlpRF90myLNmP0IENX7zzWVAMh
L0ObGUJ5HPVA1dBeAPXdHOaJdZsrBCtBL38SmvreauLzWiey0ImVyFp0Ff1pWK9yoAp+sN36Y930
xHLk39vIFFdSb90ZSnHTsG+NtOoW5N9J4VrLNuZ0uviUTvE5cmuRWlesLu3GiBFhJdZWzW6e2ck9
iJVlWcfHnW+fV7X42Crydd5KqFbYMnmGAohvVzrzUKkvYkBGltEvGlVZVilaZloSXIdRkS+DEqgl
M/4CfPZC9N3iMLTr90HTyHNEAwF7Rm3II8MlbMYjpzfRUQShBiM4J0lbrxX6p8/cWloobXxsZwpV
t5bsU1pfKe7nSBkaGlQCwt8IZUKWZGYfKDrf2sWm6Yh6CZxcIZqr+aPjl1xdlkwLEM89Sgz1Y5O4
16iEU3lzlAV39KlDBrWQixOiyiNaU3yW+n6Z0CMs7SvySCWVV/O6ynx3ZpTleQBHtjDcy5b0ALvm
mLjlUEu9z0ZfpNDpu/g4bI2jUpOAarbHrqQeR4brHsLBuelbwE+FnJwitBuvMjBYhJD0HVU9fxPa
zpdUi74IWX9la+olTvmHwAtPpdQZctnKvSOGAEwNGzEThwbwl70AcsUIpOYMaTOgvBoenyo3dz6q
IzhhNEx0pRURx6kVhbDWSHWKRpLoK7/RTRaG1O88EPtLWfWqc6nsyLFFdf0pg1V7ScSSXWvoRN5g
oyhRB40XzDtVOgnSnPJ8KbEHlTRaqL5Arr8180UsGFW4DIVSp5mo7NxZTu6sgj4jSyeX5TyuxKg5
ps/5vNcSZSl38Z3s9T3AWQmsHDXfvAIc0YhGulAiv17EEJwWcuDGh7WeioshhPdM157btvFoO012
k8RkSWeVq9voUmoNWSfJqJZ1ry0hD/B1/VSZ08L2uMzrhi2pGV48ByLTzg2HrEzYpPWhooqfyZbS
kA4P3uRuvewNBRORitIhjt1jERrWpamkH3uVkg76lBelW8T0VysL8GmmvxJLugy5qnjtObK2UDr9
rAdrABQCsQjAPioqhkqapzdepvuAzCNOntogXgsYWkmFJzn1zEWs21TrC7BqrUbzTVpk6vgj1iFA
6UOx7eulgeATuFrtMSdiuoCudmvY7nvbwJPL+0cymdpSSjJh2aMMyDd2yP4NMZBiOE8VwPYFHUad
486VL3XfuafRwnFopTdFqp00KexYLRnMpBitY1QaK+x0D8GYIiolltxBiTrK04+E4t2qbVErtcnL
Hip+JTz46DaRuJezVZopJhlLhKPA0um0NQZITbIPMTmUEnm8U8anTQA5VhSQIe3cM9gP2cwBFA1n
M6OkrwdHbgnFJCEanFe++VEQhLteTy/FzmjmLVqRcVS1VB91ba4lrcRCGUujpwKr+lYxg/qaLzS6
dte99R4PYUFppZp5rnIThQhW1m29cIT4gxMXj1kQ4a8l1AaNs6in8YqDuqMEozRUy6sqqeSlERpQ
GcJqGfbc6GTe4WL7ej6jIzcmJBFO/RSah+J0CLaZEde5mp8gCrp0+3gllTbCGjI137S3+lWRVced
qURL3vmJ3yFXmidkyH0bgffaPxFU5QNsNH1RCJa48grnqleq+lzo/E+5V94NEpjHZWHaJCR8Z+5W
Go2sIBsbQbyihWAyDwtkQKs44JSI6ipHOHJJl0k0UwOV69QGcFDV2akoVR9BmrPNGCaZ2Xy9hSmF
dPtUo34W275x6pfCKq1i+l90jn2DgFU1EG0+gqap5jjdV34orZpAp4VioLZPYiV86IqKGVcaGFLq
LLPOVgyCQ889ZDWgpJqm/7FVxY2bK+WNWsdQGuICgxzIPTV54CFdi3Mfs74iWrRomqEzFgnWvAv6
K891lGsZNgAK/4XGTUP9ep4D3qclamcNJu6uyd0zrR88kALHOzHvi2jgu+fEq4EVUEbPuBUzUhgU
nbpqQb6TPtquDNorO6E1A9q2Hl5KK0a3hL3vg0iPFp4VyodFR8HOiDWU2AEX0VuCFiAh0X3h2jmZ
31QERyfQ0+gQOKaMdiHfyTnl3ffWyktpYnJuA9+MP0khFUDkPKWOXhg0ayCxio6wdhq6Q6JLrIJq
oQB2hxgURLkMCVTUgvNOT3hI3LewZtBdredpVonebSuTm1y2ASyUEwr9FlpwWlwOzZgtheOiUB4P
YEK5C5ygbm3IBnrKZSKl+lLSCZiWkNB99kGnV8veRIHisg6EaFNXeDRClmK0s5JBzzzN6IqloeHS
QbYJOIqFhXNBBOX7G91r/fg+bjnf0C6AFS3g7FbVJgoH2VK0UrSjTlL7/ENOpjWkFnhPXpR1d6py
+K/zTGRWuqAj9QyLcxZnkqActREaf7RXEJ/USpEp4Pj440lB5deukyg6a12zzk+oCYEwkpzO+oQM
KfNq9bpnUGDuD5lU+t1jI9e1+diCO7lHcRGhWJUzwLRQdzjqHVzT67qREnUh91Fwrki10SGdGyaH
LSyL7lxEjUtdmDjp8aHeOEq2BAwMDQQgFmgNkygpmEuIt4o3mlSXh7JtVPmqrlzTP+LObFn3Xmzs
VZDrnXE19J6xThHzMatP+Hp0JS6AdiZzO4xEc9ZYZiN89AsvFWetTlmRg1rqInkGl/wb7UgTpAR7
ysELD3D9UgUyFgDWSG18Mvq9HDpdCJrfLhrpVjVsy1vC7ZD6wzqMBdoh1kXlnae6IbjHVtUUwIZg
AEZPpGPc9tAlLQPAyNcrHFu3qVKFRGwQ1/YJVfXAn7ch2qeXGtyp6KYQdB2XilJx+z6JKEqfFCqA
+0WYQfw9cVQaQJ43BhQ50iLUOiD4ArsOckUQ0bQUW23ZSk39SAIrbnC0zFQ8d2sDX14UA5+UtRjI
4rWkd9rH0smbbqlkFWAFmsVaA6xPCGNwdH6zMh09pxbqFhJIikySF9UAGz0Rq8LNgcKEiA2TjESj
fGaqtWxA8SDCkC8lwOz1tR72Ov0b6Xpjr6gUcxir1EyMM4Mg7rgHiJvPWUqZqL9Nu3ohAH4zKW9B
wb/0Yjz2s0A2dMbKje40EeNePtYEGkRc9HrI9YFBBxdtSUndHAV9AXJUrAvyqoILEGDmJTaGAwSh
e6MGPRkYMdDTuzh3XI1qWdgn55mYmqc+0J4noUsrbkzNSY6oKTRngPXPfZna44z7D8BJLdTlezow
Fy4yfXFKKVHrUDcWEhUnIQDLRpZPAMvvFD0sDNLWJ3Ua1ZDjbMdfRUUcUgEdKpZm63EdhiSdZy1d
YvwF0IgYN0hzfK9mL0rRA2AR6cHzuVJmSv2MxMSjEhaqUmrqfarVYr4iPrPSc3RpEQEVuzrMQemz
OlcRpmzIQKZflLjo48PYA+I9b8QWlJoPllehQawufxA0SAwzrzegd7hNC0bHKczKPwZQStjuy1EI
qM8vURdPTQ9SQ6UL7bWmu7eB14LLbWWoZc1Mths5PYn1qPni8NzgIiZZQqYNJW5pmatJbRMMU6mC
mKneFmQ5MkBagVYu5bQTengRXk6+QlPdR6PN6M4T049yVsWSuY6CML1qa6u40lSBhI4r+xTkSF+R
Xmqd7s7wW46yVQSlfNn6TGdOjSs81vzG1Be+r5aPiUyzs1neVqF8XoPyO1LDCI5Oj/QHJDgtKk9w
GAKKMYWI8Rz0rk8qNw8aHDUF7BYus1DMgchTelU9mfUFOwJcXQJSBcXhGfBOq5CzuIskIApFbFP2
yAc8e2e3dKbJmuwCWjMmkqrKXVkWEF4UudCXBZr02ZHXIc07t5D8AWZrlsKtBl/IWfiKohzZSuSe
leR7rxIR9hOS95Exl8AfZKvSiKRbubOqmsmKHgwVITwu7Ka7qdxEuiKRQa48zUhUznMRJUkz9FLn
OEGpvQJZmdGTvc7IsB3qFXr58EGd+hJMVvIRnC0mhHxSgcJ9r+JZKmLvloue3tTijOjJTudo/igb
iCeKu1ByT52XXiDVC9/uBIvEBEhuBOf9M7I9cb5KUWw7y73eLGeW1SXHkaTXH3XaexP0ahL3UN6S
V06ShAs3MXlPbaI3n3M98aO5rkZmQgyiac1MLaTi3O108QGIEz5/KiRkLlTXuQRawz9TsRIQXVox
AYdphZY7y5BN+hIBOUa9HFb53G4QVJ6ZvmciGN6TzlxiXtp85cUwx2Yd1Ep/FlZWTYuFGD/kRDQj
AfQIp4EGJIWwDnu//lT4LShes2mvYDmb5gL/PrynWhh2y0YqAHqKAkhRSryOehFUOjYcAXXVXqRF
Yn4Ri7S8qC3YYri+KXAoZMtXdKcqY/gUkfmpTtr0FvRTde7RSuohz9gIc8gJ7KVIDiGuek6h3xSx
DtYT7B8MPrUz13bvqR8B1/HZWMaDuDKJstyFiGGn6IJY/7VFDx9wCIUR3tpucaaWYVEuicDx04uy
vY3Lzv1oFRk5LtGIVEAmgRvG60KU4/etIIoPGhKGZ2FdRQ+eLmUk6zQY20IgEUSVfUrOJ6yiawon
AO1EIVUWgJrEZBakan1cVLn+xUPR+rzrRLwSpGLkFbm38B5UKiKTgeY6vJkeVE4k1qKyaKRWu6nC
rBCOaJReX5B7qZdyQ+/hhai4zTVR7m1JAwOMldqAYS61zr/tkNDaVHW4rmgbstTJv/XLvr7G4Xeu
ZG6j9yYlw+DUN3Jw4a1nweB2Lci4uZ7PM4qigEuQgVSMzL3K3KQ6U5LEWgSh4RtgqITyoqcLJEhz
V3IfPceygYyoRXKH+gphZQ+sZ06VL4AEXJvcK1KfvwchYT7xtZ33qmKDLSqdRDjT0kK8Q0jNe0wA
mwgw6lAQXdVUhKnwGVpJe1JO57FnkjHHGxC8leuQ0QVJKLK1fRrSpXOZLkP0RM87PQLA0ucXPgFF
vuyBQLeHIUkNDtQzX6I3q7o6VBRcc1WKpCtZ79mXeHvse6ntYh1saESXNjOk2tAV9No5EcpY+0Jt
XriUnNAnny9CY375d7VnUbeFC5ItAFL0pwC7rM+VV0qPYg8bbUFSLr123crK4cYrOakT4EbHgSBi
M7w2wsKE9IqBvQhA9FCxFZA2hQGWv/AzLp+EGxq4kcbHxOE8hU6cAMWUYfjKIoX9poD9iw6rAOQK
wa2ZY7c43C5NqRidDAGA90TSQKH4fvCQg6dZaJKvnYqZjtWtVRTJZi7psJM4E0y8VsBaj21XK8Wq
rLQwnkfQBTYEFvZ5Avl4YXhttxJpV7LwUW+Y4zZQBTR6Eo2zVkS6i273LUuZ4jNnZEdj/zCy5LqY
0V5aj5dQMsOHJiZmRyTHhVLU2YWxkpJOKJcWqe4vYJRlfaY4kn7fcJAxZVKYNbB1DTWdEyi47U2B
4hrVOwVtIzI80EOQ2qzlp/J5scqyd2kPk4LC5ABr4BAJRZyZEZYtKVcbPlZMAwDuTvxnPTdj+Ikh
K1JKpLT4rWmfAxMXFiKNieYxusdXueh1vj8DEg0BgbkhNRBECZSyyHdi6043EQeDaa7eyAk107Zq
tXtXR6dmaOEQiTOfWO6jKrUxnEbVBLSkl+57t2j7C8BV8vum1518IZbxAFaHOOq914HI2jOEaTN1
aQkOLlLeue57o7Ik5UQpo35VZaQ2QspF965lwCjw8rs8AaCcm1nwJPWZw20MgJq8rn5O5h+P3ROB
q0IYy2X+tQ5LN4NTH65idBXIkIk12yXuQs5PbxPbzZKEYuCMFqTVtRR1+Umaq94FBc5HCdGPai46
tKtcOjWCG/eJHHT6Er4GLxQRH+6RIC9l9Ui0XCFfvtz+jVcBs4aNydHywLYvUrVrr/rKddO5aefs
8JoMS32qOuxSWoLQUW5pPFPerOGqOY8LoVBWETsln6E6QHL5eQDy35yIBGIuaAM/KdorPXNwuRSk
gcGmVxqXVCMn/Inathz8ILDYl3DnJXFO41NXKOdAssSHYNgrAOxhN2qi2K1Knb4s5zoqzcF52Zkt
zVMkVTvVKhSTYcnULFBgZwwC45MLqim7NjhSchopLxEP0UBk9BWRsVw2dXCUui2ff7EClGJs/cRE
TcAhQAoy5AJyNYDq+WzAYBgYnUYOijYXc7tsAMtVroqKukZ/Zh4GOhYsTJLwSNpyBn3DoaNwU83N
uEpU8Qj4JlB6oAoCivjAZFz8tF4LiCUQ8cWFCklxdeoc4i85/bn57BAWGB/xLir7ID0lOaBEV0DT
LOTYKsCIc6ixcrBy0MWxjixXHzrR6AMUsuGgHvZ2jPHqes4FIOcwuBciLyvmZHx16rgAe9jVQDQ3
Vs59OmuBcSAOUpe6Ma9KHCmagtu9OI9d4qo5reR4k52YhvFZ2rWSf1SFPHuWIxPvLgQhyT+wh3TS
mch+O8s2bCtyUnYOAAWdO2Dnsmo5N2WBoDGY5NI5ST16as4kvRChWCMLXh5nstyFFIqARM/6nlzJ
oSt50NBnYALl8k4jAjGXuEXwB6tMBySF3gA7xzfq8P7lHeak34tVWDhBdVTHgajNMj6dzIlXrUdq
k7VySA6IcrCoFMWV7GlhhVUxSzQOXFEEv1K1cIJC19bMlU8/4EUjQl1/T7xgG4d664nwEpooelR0
UpvY/K6LaK3QkWjVmlK8deJczW5agDn2CZE920/NW6ov4KGC+0Kx2PIemZd4ERmBfczd1ciXQCzs
kDjRRZyDtGJYUBcMoPBbVRtbR0UrKZ/x8s2PQWYvfVMAPuXBrBmAvAh8Xwspe69x4nvHk1uukPCi
blQ4HgphD6mImdVFzrVDR6QMklkJUKn8IufWJ5iDWERN47JelWL74Zmx91UjaiR/9PhnGlW3ScT/
d2WnRlJVfypONfrU4SYZBKCK3aGG2bx++tfZDbpUP1KwevXR5a6+1YvW1leBq2c5p9vk1z60lYsa
ZvR2oJ/UxFIRJBtpYj2P9KzH9b0RwjWyXdUTslma8psFFgrwJWKOwy9Ys2ESO1//WpB/0+hnRl8R
zObzr5cHvlqit3N/qwT2a5/53jfYPL+YQeRr6JS61xIIKIAZkCXgKHN/Pf8arYGkqL/RLloyKEk9
LwEqYDzwn7QEEozXvdZAln9TNFmDHb7dB6MlMKzflKETCO3iX3YBBOd/1hLIKpqHey2BYv2miQoX
oWK8fEfW9PVJsKzfRDRFED4gkzr8enngP2kbDI0A91oDQZVYBJF2GZb8sggcrleLIBnyb6aCcpyk
/+PsgAIrfK8vr2PrDFp+6ltbN/7ugqX/BmZF4oz8x9r87CH4iV3yx80yJ3fx9HyneJvilbTiDz+w
vVHeDjDWRDSlP7QKnz96i/Diy+AvVnX4+T89vtZhfDZ2r/5ykJ989ePosy838au/3VrK18/6uh5v
Z/rN77D9wyNvk6/zR7dbPlv/r9/qRf9xvo7XTyP1x2FD/Mc03ihL/rFXvjfqISqacbiOn7ZDDTfO
IEa778Dnm5YcyHac53tsEJ7cd9ibtReXB1esU745YNoH515WbTjB26GfZTHFCZ50F3vl5ungplyX
m2I0+mCJ9/0ecwbI1+HBu2iTe4+j1yobosnJ/NMnMJmferXzde49PGzWo6UhD40FMJHM/MH439rA
f/gEb7f12CX663//dTrD2yPFgtbK9ki8PlTfOZRvDvDr+X89/6//aDkcsK35GT1r+zfbP/ze6Zmt
3ZwNuV3M512OgMifLu3PvrkuzavRnhs6Wu076uG6X7Odcy/djvU8X/F7e+0nJ3yc7+yyoR3DvvM9
LvL1JtyO8zxXaYLFZa7ZaNCh08O+cz1J8qedJZAnWAKYpGuv3E7veQmUCYY92zys47HJlKa4TC7B
MY0mq09gKd8TPuajUa0JdsHNunryDt7l6wdvbHxFZIb23Q03yFaPR5UnOGRfL6RhzgfLyMvf3EuD
nNi+U/+AZPTBbB0H26GGTUdxbvvjYEp/zdP4tIk2o90hD50k9p3vRXLApvu34mDXh6Hv2v6jHyYM
e3BTPTx5BYbzcXQUVXpaTmCWb6v44eC4GOY/MvmSyDWI2vz+3+LdQ3VwXhWjHfl19AnW6D9fL2+W
1/fLxX85GDbPJmfBdvc/FTtRHfqa0clNB6mDDumPvta3Luv/N/4HTSL29j6+46n8TeHDu9DB0xzt
gQnMxbvY4Yhs3+VgK374Ylkasovf9aqSsmiIdl4PO/RP3NdWzDbx2FeTyQXuPWgFUPHJ2w40LIEy
wbBzd/30esxBmX/fqV5v0uoh9B4Pki8Hpbs5QIbZGUVoqrL/QxabKHnkbuIxP37eBDtwTm48p6a7
nfnwAn5sXX68CZHgTPJkZJG170VNP+kp/xH3fRnCvviPNXo9/Slu2/k63Rzcb/KnzWjkCTynhe89
0CJitOOHZNm+u3PpdOnofh36Mu89aFatywS7Fx4cVl68GdmUQWZx7weAFs/HwxoTHFUUub0kHZtr
Y4LTecuxP1yD8RkthDlBTHG4fhgfQnOC13fo7lwD5gSv7O1GICmy/06Y//6/ys3B078d14mXj04d
qIH9hz/dxN3opdHYZP9Rz7yHXa8AjP0E424KWqCMLhe6yEwwrvewswpDE6Z9D/E5iVVnXTzuxJlT
XCPn6y4py/F2GORb959yuG687TjDpUef7O2Pvx6kna/DnUEnOMXnXKSPO7ngKSKn83WF9fXGmTJp
aAe0/+oOI6/jsZl8rgntPXTSD/aXpPV2ms8vT59gG194uPijUae4Mp5H3VmIoen3vgvxYoaFmVcU
62o73PNaWBNs5Ovf/1UBahm5hQC+ts/59RNyTWQyLsOA3dl/2JtN9+huwnAz8jhlcYIZ3wwNvQ7e
PTuc24kO6yyLE1wgN5t446xHWVp56OW57+64GSo864OzTRKPDoo8IAH2HjyJsHOj21SeImN9U+0k
geUpbv7bZBylycoEF/TN7/8jOQCg9Pu/nqtoV/nv/zN+9NLxWg9tAvZda9JbXrGz1soEB+Z2Hfe7
BhqMz/4TvnPeHHB1gg1N46PAi9cHq3UxcotkdQJbSoXY2/HpZW2CRV6ShymBIW5X9dlsTHHBfn4T
g8j6BJvtsxc9rB+a8S6eogjxYkPfnm9jgqtq5uUHtzhzIyNKsnS76L9+V7176Dajd2fIQ/OPoRGI
YZGMBerxwwPz9+Vh5SHC2VZhf7UM/A9MxH5xiGqpJ4xrZRPs/nf9Jn9Ye/544AnMy7uc0s3Yhk8Q
FlBlcsL106Zwtzv92bxMsBDnHXoK42BOnmLCbrX70iawsUjo0bro9RIoE8yVtOhD8jR+Z1NcYze5
d3BGeXDkPE2RMeCAjzP+U9yLR2S4D06H/9y8u369xHA1tz/+unk9jp/wTnecGwnsyt5OEyOPX500
hdt7sk7HpkGaoix92uUO+uw7J4NbZv9luBi6FPP+dhKsgPf3H/vlRv/G2BNsjFOQNtBJ3yzJBOf6
bD2uSdDTYv+1OF8/rpM3R0SbYJXPhxLTTqglTeGZkqh68upxtCzpE9x1DLzuds/0FKWIi006jpMl
Y4JXd7XO14+b8JsAAnOS8YM3ropkTXC2rwABQ56lJlNsN/BLUmKCXXfjxc46xWyMRpYm2B237trb
RZrIU/gWt2vfe7vSuOvbr/Dr19Tt2iNntR3nxceawBLRry8Y3MJdM0eTtO2zfn3Od/3D5hvLoU4w
73tvU8braDvH5/WYwtRdghBK6oPjEkBAevDvB0gBoThVfT2Zrx8nga+f4It8feBpBY3fJYb894Pt
b71vPdRQp4iwb1Jq+2H3LXujSANud2/f59x7ego3B8t1UW4HG97RCyr4z0fHivwUKvrrqt24XpBw
QbNqf/z2BYT1+qF0FjRgTGz/6Nf38/OtsuYF5V74v//rfy+Cdbc+OMw7Ck/M4IjaabTevrWRPQQL
ritTVM5uPfAMwtmA0Np+nWFZDXpFKuIEMReJ4GAdbLd78e8LmmN1xEvewXvwMetRzssyNEjwEzx0
kQRPCQt4uw4II71o/fqr0StR1aaoM52u6YLijRCRkgiADnL19nm/vjOu1kLoCY+utxbomLIdb3g1
X58xQR7ohkj7GyNPYIPO1mnp7rg1L0vzw0vg70ss0STWEH8qswRJICYB/oZcMM4qJY+QLH7wmX8C
g+htCWiAOu6Y1K9f+Set6bsYcPYjYK/RyZOwm3uOu+OBP+cC95rpkvbC4/KGhBTVm/vqr339lwD1
Wxwe2uDuOfa7CofiTZmK+2DPpf1aDnzLO1LgALwxNn9tPS6HkzDOXOiKSXNk2VQ1eKewb/W36P2/
9owr+ABOsvuUwdSrqCGqsm4akiFq3zNuP+srsGfWOxtRN1Fll01LVkmfS9zN3+UL/OyDZutwAEze
vOGaGSJeFSptULSR9oeX+11s4M8+7hx0Tor3E41fFShtzUJcQtPhghsK3djebOEK1lp3vXGorP/0
w9bI4G4etvbg2elQFGP4H7rJlmHR6Vyc4kF/8N0OLjbAW/M3iHpThfqmsIoKDUBFarPfBeK8fL+/
75Z6oQHuW/94Pf/BSYEG+/qPlpy9CWhwm9DrR27lFFQUeluU64PrnbtliuTRMjy4WYf1+inJR9vy
zWX4arv/5IV4CN50A7pg/Xrgt7fhXx+YVPbTYI5ej4sPuv3x1x3QCxY4XzvVaMbSdxmoP7kWV4A3
xy65ZP1wib+1O7+zZyfknb74A/seuLFr+I9w+0LYfmNLP8G2eUfxA4TOdv8NZv2HLv+PUffPTs94
rtIEQdZsEzpeNc75fO/K+ckNTm80FvYZQHO0yfuNk9Q7RSx5gpwjk1/v0IGngP7OqtCBIT56g8oE
011shtrrKFqeguh3nLMMY5mCKTCTy6Lc9SWJDXcijb9uref9ZgjptwM9Oz0TrC06pruLYHzP0f3J
fbxa58nmWym97zqAPzt4vo4fR86BOcGJPvQeCI52mMFT1CUOKxiMxaZ7/ep+fGv92LIdbnKIquNh
p1gH9DvGqzsFyHWeJ+C+RtsXrNB2SX7d1ziqKMzko0WQpkChHlMC2zEO0hQo1ONyHY5nK02wCieb
fGeDoeO//+KekM2GbjAmWUtT3EBn67Le2Q1TYEnOvNKtdl0T6W1O5q+b35swqdfB7pQnWOMzD7te
bmKy6GMqKeKa+7/Bs6rdANup8nG2doqq1zn9oFmT7Ryf88vaD53xH5s1CvzrXWrHBEeEekk5nuwU
xas/yQtIU6A4SQU267GtmOJqRmxy17BNIQlwBbKm2sHtS1PIPl1TyNoJNhAT2267X785hhO9i0Ek
KTzBwM9WM/fiUYVKniLquEl3tIFIO00w4XpNQJc/bUcajrIsT7HEzeZpfHnIU0jj3DReCTB1dxvL
U1x5d8EgvzRyLknMblfm13fb3Yv21yk4kqdkHDa+rZj89evpfqDHs+/mXjmyGPJ3E5I/6W9jkbmg
Nk4+3tBTRDU34IvHl6o8BdmZuvtm0CQ4H6NUaB0xhYbSS40GiNsGtOZ49hIg+Akuq9OkSOrRalsW
bNe3hZq/vlN+/2/DuflWaIaMJ2KdyNmCAETrRlF//Li/MbU2FAT/P8ysfbP6qf04K/s3vomt/t++
b+P1VxgM7f+VwsK7vHoYu4H723ZK1h7Z7ues3WydP8DZ2w76fJVuf/j12wNRnMoLxyWAKcCHw2yp
WYxLABPYr0EUAiVDcvWjoacAh8/XHf7gt+zXFEHNfGd3TMGAXyQRhLcxnmGK2GM77rclX6ZALiPl
uqsQO0WoQEXrCYHVagyeeIsU+OuX2xHaht72uD1HpFMA0U7YxzvvT5qiHHm+zgcq5C5xfwpRoMFl
Kwa+czlaje/W+n/SG7winVkmQxV15KDIU6jjvWjxnnq0O3u2pheb2htbkClgri9POasex76bPIXn
dkvc5z2tn56nf5s8ACx5/QbkKZJnA076ZX3m7Muk+JYxlKco6Lws1L1Hth2J5MFtHES+XqzCG5j9
FLIpdCUpvcI9uPdyx/umkUf2b7uev36d3t189wkT5ABmJLF2NHvozrT/zOcU7GHWbAd6di+mgL3e
rMdekWxMUEmANFEeLAGdEZxW42M8hdzHy+7EhSnd3/8VbqJR4Etn2u0i/R/urqanbSCI/pUcQeJA
ghLCpVLj4iIhUtSmIHFzjUtcTFw5tar2t/XWP9Y39i7sbCZxSEaG5siHHG/2a+bNe282XyfVAC4i
fAJHMaB31tDv1AOob4HOXlhVtfbtW9PUHoFU1FhYd8PmU0O+aYfeQHyinUzCJJ6kBjII4OArWmua
89qd6QGQCZionwwGyPOHQ3A9G3G9l5t3ifXWbvInjd1p+8Bexu6Jtf5uyvT15iPyKnuUyUpXEHL+
B852cYfb3GOVaMhsRpBlekU9DbRtVERopOluFg23mgBiQYbyaihigjzLfSdEDSHYaYyMiTMLNTpf
hEjv4inZWHqeiBrVqzDK7pcijSd2Oje/m9+XsGRgOAvULds/9hP0VOAYsqXR1SCtkKwWIBELUrpD
hRLvZVKUdtxVytt8dTQXYT8Xpf+yPY0dcoU6wm90V2ETB/60HcCy9SAd+O0EOZLaYAcvhVq8AaP1
6CFnk6MRR4/AVPJBUY3wnI7bXEwTNbwigpxy673zBFz02d2+lGVr5LxVNYk87pEI0EEsfY4GryLI
cxt5slysr4D3hum31G5hOoM0fAhC1I6pI4VtmFTV89K4WDRIWdl7aE1Uy9yF1IlzwYBFg7lunl9J
pWiyCUx5lLqR/80tmxSNiwEwKys0L8qkyiftzZpf01kCnoBZodUYLuJ3gDoy+zs2CNDf7aJYdq43
30TnEMp+AYBgn1RdcRo2gsG0gNMAKhRCOtbVoC2Pk5+dIMqEIrFG5Xycen6vGnXzq2gGtQkPJzSQ
oDF8dflTNfYsfcE3CZQxnMSNIrZdLJsvu8v0RwwET7xcINJT+IDoO0qGNATBPVxHBp75LrgK2xGX
1BzybNkeRkOVVINiZ0mG0tNB5+0c0PMc2sAaT6cdi+IfLA6CcjZlcQq0k9tPyiS/R2zKVmpPI5SY
wLSIv62G4dSkBHHLe1mFlXmN6U3r+kKIpuQ8yYKUc/uveSHI7GmYKgTk/kO1Kbtp7YvSldEHlEq9
eI/6YNIcQturQaU0pK5aZIu+kbO86HwoYWaCeFEM447JQOIQjYuGwPogX27uF/GCiY8ggN428XFH
Q2fzaoqH+9/PQvGaJHwOyiepr9sdZR0CER712MHWvsCqlkZo4o4aGTtUNNy5PpZzT5/e0yihT/7+
gVnxr8TdktDW2x+X3dPSCmgn7Zdk8nZaqrkyy/c5WLA7mtex+iV9/g6OUjAHeGWjdJeGcNSZczLO
kH69+QcAAP//</cx:binary>
              </cx:geoCache>
            </cx:geography>
          </cx:layoutPr>
        </cx:series>
        <cx:series layoutId="regionMap" hidden="1" uniqueId="{A16AEA24-2721-4701-96CE-15AD9E880E0C}" formatIdx="1">
          <cx:tx>
            <cx:txData>
              <cx:f>Chocolates!$N$2:$N$3</cx:f>
              <cx:v>Suma de Amount</cx:v>
            </cx:txData>
          </cx:tx>
          <cx:dataId val="1"/>
          <cx:layoutPr>
            <cx:geography cultureLanguage="es-ES" cultureRegion="MX" attribution="Con tecnología de Bing">
              <cx:geoCache provider="{E9337A44-BEBE-4D9F-B70C-5C5E7DAFC167}">
                <cx:binary>7HvZctxIluWvyPJ5oPR9aesqs3Iggoskat/yBUZRFDYH3AGHY/ub/pb5sbmhJZMMscnSWI3VwzQf
JGOAEb7c7Zxzb/zn1fIfV/b6cni0tLYL/3G1/O23chz9f/z+e7gqr9vL8LitrgYX3Jfx8ZVrf3df
vlRX179/Hi7nqit+Jwiz36/Ky2G8Xn77+3/CpxXX7qm7uhwr172M18P66jpEO4Z7nt356NGVi914
eHsBn/S33y6u50d/XF/ay+7zb4+uu7Ea1zerv/7bb7f+7rdHvx9/2k8rP7KwuTF+hvcmDD/mCCFF
NYH/4If89si6rvj+HEvyWFHGMBbw4NuqF5ctvPMiXk+XsKHDfi5/PLprQ1+3c/n583AdwqPv///0
9ltn+OlpFVz67TJSd9j1xR9fj/n77cv++38evQAHP3rlhj2Ob+mhR8fmePvkvkP/mhU4fawZVZRQ
/e1H3TJCQh5zjrhg6GCqw8+RLV5dV5179LarPrv7NnW3JW69+cgOt54dW+HE/Put8I8YxuHSVvd6
4K8ZIyH8sSQKMUXxd3Pcsgam7DHTCEtK2Vdj4B93/i0w/qkt3W2KG289MsSNJ8dm+Mfbf78Z3r7+
x49LuCsF/JoBqIaURLlkVH69X0Rv3X+i9WOEFRVUs2/2YT/W/maAXRgvP7vwLR7Cj2d37etuKxy/
/8gUx4+P7fH29b/fHmfd539lSBDymHLCkeI/EtQti0j9GKwhpNTqm8HEj0v/ZpAHd3O3Hb6/7ej6
v796fOtnF//+W08vu8v7a+GvBYKAvC+pVuJH3r9dmxMtHgukMJjlr9p9s0R/3c///q8fxvjnI+DP
Nx7d/Z+vH99+CuEPuOOo2v70wv/TgnyrVv2r8NH/VOY7oOzXcD1Gucf46I0bL+2j4rq7hvp8nwve
4TgPYbFviPqf2sZxtv5XOcb/FKnxzvv/BdP80wzi17Lm/1Ca/9uQ/TO9/6uC5P+3AnZU/26ksT85
eHY5Xu6+kvd/+umPODt6630awDcDnn3+229Cf63M35jy4RNukfiTWHXXl492V/FydEP1V6L+8dbr
yzD+7TeMH4MCQLmWSmglKeK/PZqvD0/4Y4EVERrUA8o0JhjIUOeGsfzbb/Tx17+GR5JorCSCR8HF
w6MEPk8oBG/DGCGKMVF/SicvnF0L1/15Yd9/f9TF9oWrujHAJ8Py/tufHfYJ+6EcCSIIlRrQkuZw
Zn91+QrkGfhr/L/okodk7tZ06nKkd8mQ9/RE0c0LU7ZV94Hrrh4yv2j6zK+olWaJfbectB0eh2fW
F3LOWkElN4TPGzKL5KXc5ZNoPnRBhirlM1qsiTqJV5VDySXvObJPGCqDNxtFLmQb4UncDQlTb1C3
5iLVaGbjvq7K4XnOGk0MJyoamXdb3CUW+3Kfs3I5Y56S7mmUCe0Ni+08n92w5h03A7rB7YthAsxG
NUVKUEYIun0xBdsW7rkyUufzOapc/IBxbM8Wu5VPbZ3gk1rXvDR564r3968MHOynlTWiQgngBWBh
oAQ3TVLiyCicy6xFIdIo/HixLtg/u38RdWx4jA5Ox8EzicIKYPLtVda5X4comjTEGhcplf08m2pr
+EuU4LWhZ7wO3fREjrxvXiYTml7WSVdW2JRJjM0uzJsYqmyJvnGtWQc/OxO2YnjKklBp09RrG0xi
C9qaaMnk9+3KRmlwJyMz5RzYmDLey7dYTy6acRh7a7ZkWVjKFj7ZLI7zyPdjQWMmp5W9brxjn1dv
e5ehkms6v2o2aV/FGS8fh16WF01Zki+DW0SV+QKt2zmDuLukSLomLck6DYbgNc96p7rOrGvvP+kt
2GvfTX5LEdK0P29pweosWZek3g12Q/WzBYj0ljHXzi4Nw9QVu56h/mNTz6zfbUEN10pM65guzabI
rtnyqjeuDtIaWdh8TN0aBTplvQ3ryxy8/YUubLmmlrip3jFP8AcSpjxP8yTi0lTF5K7bSLbldJr7
5fXWjYidtF6TPg1VXSYZr3GlswL5vHnS5KJa0nmzk8ukGvBqPHMFMRsqzJLz/hPjhV1TossQdvf7
DgYV4YaHKgRZSX3VNSXkNYTEkYcmm6saGz47Vbpz3g/Jy2kZuTelwks228lsve9NhAN/nMtmMVbR
i7azKJv7xhuLy+L064a+14TvwfotrV05vw5VUX4Xhf/89e/PfijNX6nUX68fZOW/fnvur7vX43B9
PT679Md/eVjvzz/9i3AdUv+ffOyoktzGbL/y8J+sQZD5/1Slf6pBWdVdtpfD1eUPkvC19sBbvtce
/hhzroUWWEuOtJQ/ao96jKQCyZQxpLHUQkH2+157uHwsOYFn5FB8IEqAOX+vPZyBmKqJ1lCB4B/M
8K+UntsJCAqYgpojYCXCpGASHxLwjcrjuiZZ6mqb09kN1OheV1k++n63Vr375h/fKvN397hZ5Q5F
7K8i93UphTmDVRDUYqrgSDeXaiqZbyyGJSU0KQ0sR/bVGpqni5y6pyUq/Mk8tPZt7Qd14qupfKCU
0NsZ/dv6EooJEVxpBbd+e/04l2veFtuYVqwpyheYlGpHFlWpfU2nrjdJ1U4MrmAt67TAopdpWRb4
taSTvCpqmb8gTA8yGyyUYFM3vNdmw4Ps93mTtHhPtrrtTiSu5y/93Ms660TZl2mv4EqHxLZlWk+O
zKYc+u7LkrvNmpbUEpti7ss34D+qSAfW558KuU7vp4mTtygk3TM9rcm4mztbvr3hpXfYA2PwvJ8s
IhmHysoPFhEH57hh/NWjfBBrPaZzpVFpImLkspu4rMzqeduapBbsPbIEX9oA4AUyHK5m452H7CY2
2n/e2pkQU5c53yelLUQWqsJfBbx4afTk2zzlXa2ksUXB6xPbRnqFF8LxScGb8U0+krnMytraTzyW
vd0nkxqWUzV692GJirq0Evn6ivft0JhBlUs0i0hqm2k1jFd1XJc3oZGhBcAk1vkCr7G8mJbQk/PA
fMmfl3msmz3gpTacoZ53ExxoaTfTai9itggyDrtm1mI1w8DKIQOstchUN914iSxqG9OJFbuzEIkU
zzblZJKFQNUfOe5Vc+pkOftdOQ1421fDImWGc13JDBDS+FpwVhQvaFcvJM17VV7KQRJxShzhy8ks
l3ZKxSADMSF0W79rxpx64wMPY4a2ivVpOVSoyWpeKWY2tnFh+m1iMRra6cjSdVpQn43b3NCnU5Jr
+STkeejTnAn7qhK6Qju5JB3OSCzmmDFlB3la4UWTKziw4E/WXAuUSiaL6mWTKzk/y4tE5/utUr7a
V/WE7d6CV7Rpgzpiz3JKrc3yqQlkN3qiu+c1rrfGuLYmY8bL2dLM1nh4TkS3uYxaOet05qEThudT
yD/FjZXVno1UFikYad1MnfSiz7ZZszKTjaarQV2r5kw39eB3LNp5nzT5Uu3RqtCU3e/8dyUjBSkX
uiACYcQhXd90/VDztZlQHNPCSX0iSsyyIEL/vMFk2kycx2W3TYnbT6j2RtmYf7l//UNxPkqGmkmG
BNKCAcI8hOaN0BtxUlRW2Sn1ddHtxsGxJyTE6pywFp84rOun96+H70j0mgOLIUoQqBz8gCZuLCj6
EjuPWUznDlDiyMSYDks3PKkGpy5jvwynOdlYNvKlztZ+Qme29/STmxu37pcVC9PWud1vPKFPaFIX
8ltv7b8tDviQ/W9fCENEMc2R1IgweoSEhdAeA/4c0zZZuxdOr/wk0prtZtRM1hRLhdO6WMrTbmql
Nm4hOKUj2/auTcYTNhTogWr1c7WAWo04Z1xD3Qb+cfu+uiR0CNOI0tCynqRTPRfayLVu0wcM83MS
5oAPGNQjLZni/CgJY98APVMrSks3Ty9KW4d6B+mM1qZlQV4ni1srs9RcIIOGcsBmWyso1UyUzhoc
53rNmmGdP/R8o3gfxdCjTCbMnrRJyNssupaHB/b8s/NyLCjVEggrRQBCbt+N4pLLKT9sedr8J0xd
OMmXvN1XsitfV1vCTh64o4Px/3IOALeMA0kniECjAGj3gYnfdN5ENi4WCUHplFj2rs+ZFqYaxBxT
VWw0E/3clScttsXzWjfNu3keqDBzH5L9/Ru57RSAWwC5HOi+AiAD7P84asuNe+xx3adMJfNLqxQx
aGrWN/evgu9aBlq30DNXQh0kgdvHpQJDZWzKPk3col+tfWtx2vateFVFu15F5vP9GIbtbevt9DQv
OkLSBXU1MqwWTQM5vG3aEyG52vXjQh7grLcz5+EOoHkMsBHYuFKApI4SiVc1CSyHzQ1zm5/1XCW7
BdjESddMb4vY1DvFJpzlfVM+QesUXt9/N3etDkQZqLIQSEh2BCKrgYSCAR1P5TbiYjdaNxvXVMlm
1rIAHWNxybNmInObYY9A0ZDb/G0W47/NVLfj9dv5CSgR4PqQuPlBn7rpi6ATlQDywAemru62dPQ5
ns1Y98sL54U1eW2rU7KGaXf/wY8S5GFdjpgA4M8hSzKIsNvr0t4JAgzfp6ymrtrl0FJ7a4seoNFE
i+YZYDW5S4LDz3krap52Szkv+4oDR8wct5vfQ5euXLL7d3U7E3zdlDz0TYGKcM2IPsraB8WGWprE
dMuBcUpWjGcRLfEds2x7MpWDen//evg4E8AtKACIUn4F8TDYc3QLU4jBORrTaDVOt61KMkDweN8k
Cd81uLEmGdT4uvVS7ea+WM4mMiS/Vku/nloBjzkIgHB4/nWTN2rprLmwwLin1PqyPS1slT+jA23S
PuLuTbRyOAkx+RQDlnvWhsSUlSze6rFAz9iK9XloXXNWD6y75BNXDwQI/jlCBHRUKcKgXsGohz6Y
7MbmrCsAxw52TjlpsDXd6HyRziAOuZTzobmqeB1FSup6e16TBbcgF+akSH25ktG0CYkhXdduTUws
51inmyzjH4O3PpixT1iXcY2qLg1orSsDkMDGB1wKhoJghzez/QGOYZgW0khgoZE68vToIgmrFqC3
+PlF0VP1skoWkCo7ZKMBkD9k0vrRkG2cACZe8NjudNOCLpOcKFA6mlTUdfPEDZIPpgAiigylAxRR
uuWiN9iO4qolbqzSULLEgVJVU5mVDS4/CFC16p0NANJ97u0JhNf2ghX6fV2g4qmEwpTvmkSVFLhS
JaFYczsaANfxCy91+YEly1DDjZfVtkPchyJtAxq6fbf49Sop877cjbMiZ3Pk7ZJt7TgtWd6QPBs6
wSFxqtV/ZP2Mniceq9a0pZh6M3aw+JNmUlubgpg4yQyNefWcJHNdmuAxOUPO63AGyNw7QzQRs1GN
569np+c8jXNfYzOwg427dZ0Sg6SYOqAHLR1OugqP4Xxdl3HfVg7bDEC6+qL6JFmNWkT/TuCoZ9MD
PVyyIjRLMHzsh2uSl7JNKW/5lnmbVOddHQCzF0m3ZXaK45uFU/fB5lW4VgXtt3ThbcczHob6usRA
NM4guJgyNKwTB+VymT8BOKwGkB9D9waxol32YtN2OIX0MitTo7wp9rUieWKww+vzLlp8HdWyfFK4
LC+Agk/0DRxGv5tC1wDRqAJ7FhPcAfl2pKxMVTk3A+QltAWIGXVl8rFtmpQsaGx2QroOG19ApjSz
32BnUH96dWE9rT60Vug1A+USDDqiEtSzMY9Dny2k1CebkF2VOu91tuBu3dIcc3rWDVZuZlijhc8D
tvh5jc32juWQtc008/xs6QOuTTKvI04bD8po2vNEg/1sqN8pkCwv62nULKU1Qh8JoN/PQFbWPou4
3b6IRhYfyqYcu6xBC17OVrtyCqJwR98MSdN/dHFGLx3B+mViZ2QztNL6vHV14U3TwZ2DIDnrBRSK
bbkYp82FNPF0lWdwLnmFFbfa6FY2EGOO0XPeKJGfADMCjWCA3DvsiOfF9KRgE5DQRARFTsKSFMV+
Ar4VsrZsRJ5NY9NMZuWVA3rbLMtZrUrPjV2hV5DFqFB1TkUzNFk1NRF8M+9Bjt7yEsgvFq6/FG0z
hpTL3M8p6A5kM4t3CKeTX/ovzC7lpXLUDylftqjStWrUtGtRdN4UEwhdcJNxaHZNKKI6XwfBbNo3
TXI2raRM0qa0aw2KNwmf8gSaDEZuvfDncHK/XMSVF/ikKVeAd6CfctB8/FKjbMxxjs20UVAIDJSa
OpwwH0BiB3zvUdqMgoUs5mjtTqoAfmKaJBR0D0KzBsceHfkAssBcp6rK6UUDzrqYAY2iPSViQmM2
jLXwu3xDOclYp+gbHduxABG70RcObKQyYOvImwmC24MFq/Fpn7gmZIXoJmr6min4wLYgH4pKNZXp
ufY9MLZavJsDyP+ZGCMIUrbL6w+MWrcamaiYnDUgL//h3ZjkWa0dvlrE6KHZ0MNMa0xWKU6SKtFg
8zXvngwbVJcdiDzylYPWg00T1UEo2ZHqjySh6suodf6h5d32xrU2Hu51OYQd1eHNum4E9r151e3w
kmhueFVAiQxSJR8xLwDUjbTRAKFKTl8UuNrafV+XfDwlFJNnY8G82okNrmbHvZXp7KcepAo/sVea
24VnclBhy9zS96UhTZxf+xXKi3ETDuuOrXVEhhA+gINsU/u0qjD34LFj6Q2cGz2hqN9eTEtlXyME
zTjjLc2tacaBg1hky8Kd6hrGktOICF12ivvklI7dVKZhEfjCu5oue9CailO8HTy/C3XxmWNWWOhM
LOi8Ao/QWWsHzJ7hlQF502OrYyrzKUn2ahQA54JlwHWbsL1MZtJdo43W7+ET2JeQ5HHO6qXvPqp2
mLWxW1NVWZVXqIMaV/kyWxU7tGVE0RlaIlqZ2Q7VK2hViO0JtBxJFmF8t3uuiB/z1PUUBEk0aPFq
yfv1Xd0tk0xBPFjeT9Yt/nwN4CynLMS12fFp4FOqRpAXsuBXa08XvAlQfRiDthGe5+0LZE58oesc
dII+qLkwcSqLKttqOg4meiTO4rzImOKhz6FVhZzd4n4OrvGF4YVvyPM4szg/LUsRXtgyDyLbsBNT
Gmob2nQYlr42vvPtH922yRmSNwKpKx1cAyhwwgNbT6q+aOkz3HcaG1y7mmdFxWSyo2SblnQtuVpS
Nfk83zsUJ+h8eVxC3sBlOIfIETRrtZheNo7HPW4q8a4na/Jqc3gbzzbbNs/IEqASlqREoOTSGONJ
sjU7O7vk6RxzX52yvOlr6FC9qnJBO9NPRZtufXjW6i5ct9b697ifXwyTgGdUnfuiddUDxPwOkgAs
+QD7QIqFhjY9Iso9tChbu4gl1T0KBia26xO/tlpnEdSVz0j2r1nFozMlboYzUH7QledseVPRBSTd
CXV0eWhHh2HXIzQHUgEDBk8VIwfsfBuPjiXA+a5pYqo1JLXzCQ0HB5odvYTeK8ij2lfaZ5Yk1TuJ
VFGlfmh6leK5qt+1iMYqnRWeXurOoc3MBQJRE+JAKAPCSaWeB4rLa05E2WbajtBh1KUaVqBhZFoP
S66AFpOk/DyPop52eTmzLiWRgDsV1NtP/aBzfL51up/TisvkNCLAumbCSTKaaVrz17HFk4P2yFq8
ycFbLgPKF5qNRaRfQEpFH+1WsMo0uo8tFNe8cymamVsyaLi0cJhtXRqTz4DWT7dZ4uqJKFrx1lZL
LNMyp8PHElo8ryluWp623dQPICBX3YlVBQF4NI6y30GPtk2eUFezLeNF5JsRoimMXdbmSxXqXhhf
QSk1M5RjnjHKWmtCjsRT6KjKP9Q0bJdTvdZ2N7ihdUYGjZKsK3jnTTsnU5Mq29V5xtdqnFKADm7P
u7ZlpkUu39ki9u+jHnCRRS49TdsRhNO0C9r+USSxgFDkzu5gKH3CJ0qG5osAmMNObZzYfgTMBZG8
UV8aCmv7tKobn6dWrONzvcnKG9Bu7FOoACqkPfI+ZEtTFrUBrumfAbzjOM1d0iRm1qXTD4iOP1Ml
Dt0ggSXIbgTGtY9cM7pEVzZ3Y9rgYHcFhvo51huAPC+TJyDOdjsyQsO0qWt0IbqRPKAm3UGeYegY
vhgB353QIHkeIucGU8MrsSgHlS4dSr1ebGXuT5J1YJmIEe2FqOoHJM2flQtOga0DN4TRf4zk0XH9
sqm5CVDBuqUvPii/srTDcdkrqIlv9VDPAD5y+/IBxn5IOUdsDvKMADGLIM3Z8SAFNDiGqZ5ESIOu
/FOrl+R9HdB0vmoOuuYA+HfOA3T8y5hD768D/T9RIi21H75NTP+CcMOZwppQEMGFhox0+7qTrlLA
1EvYiKsTkHVHsdPzPJ1OjK+pLLFP0dqgs/uPT+/wMRB3yVeBRCkQC26v2rBJWtlNIaU2TJ878AaW
4mmAlDxXvhv3YzI2dZqADJ+fdAI6+CbX5XpZjiSnaQ+Ao8s2T4Zut4xbse8xr3ia2xifadIJmxI5
AAZms5rHfeNx8hHRACiMePtmW32TFWXN0rg1665xMD6k+eRw1o1y7EwrBydSHiY3QVdJLd6sLbO7
rSNdkSlowy5p6GEWCEYdLAonOnEBWksoWcyMqiXfuVHm9IGIPNjgyFkkJUhAR00hCMkj5bNupxIB
eJ3TOHT5e5AYGp5a263LA+scPud4HRAQpQIpE0b+6ZHEkMDKY+3zmFYjpqAdKgaoFQu8i869zNkM
mQpA41AZMswPnfHnsBcQEEpIkLUP00VHHrEVmnCxlNABJCU+0XyZdzDyolKv1Xqe1Hp+QFC5Yz0G
swQM5FpGEDvuZKBpcBsb2jHNC71dQNXrK2gnL/nzEYK/SlvoLyQPXO/PZoSmlpZCwFwb/EsOQXEj
s8no4HU/QmNZ0CEtRwXtdfBn2T+wzs/BBSKBPOALfJhd+KqF3VgHRxfCwCCByzVULyDm630sgF4U
eEg+xBb4NAfYdwYy3rSjbVK/uD+4fxaqgLCBFAmaLGAVYCG3j4lQXm5ogokCmLxR+xipfoGjX9IW
Iffh/qXuMCIHnRWaAlCwYGDs8PzGSZEKhYUMDSeV2/q6jAXJjSuk2ykNCJuXTXj36wsq6BTC4aDz
AhMntxe0Y4KSweExVQ2v9wrE/tMcuOqbXor1aS/m+oH1yKH63A5JAVMyBFos0PKA+DsKSdetIggE
PjO0AOHTpu8o6JFt22U9UfIEB6y3k2aO6xsveBKM7TV7l8CMW2O47FGdiqYu/T7nU7wIi4ZmvawL
NqSKL/FVPSa8zpBfQSBenfYwBVUE/JBGf4c7cn3o50KmgO8SHbt9G8uAVwoyRgF64/kQl+Z521bA
OnuOBiN5UZwvc0J3oavpmSXLxh+Ih58rPCQ1BhMd8GUnLEFHvW20AoSb2DGYeZMhL9NBtfRkQav/
MuaNALJaLEYgGDG431PuCHbIpARxCvMhnBznbK/lGsOgYQCPgFNu0I05p2W9PdB2umsVmB6CxiPE
+kF6PzqakyMmFlYRTm4vBwBLKYw9ePiS65+TWy++udvNGaXDpxw5oWBMwHf3AJDznwZxB8CAEYV8
SpdBuT1eW5/lNQVy3fED/xzEAwa7I4NIgAecgL8QAl5z+1Qt94jPgwKeSzr+RI9J9d7NY7vHzAGJ
vv9sRwODB+olpKYSppoPXz5U5ChdQc6QIE+0cwpCwB8gyg5PfOhBTgbacVb5sU8pTuQLUFJBeh77
dQfTv+Ri6tp13yCRF6Cr2QE9tKk7wl5h2BeMMEJPEXD47RuYtkH3VbPEdCyS/LlinT9Va+3ejdiv
MRVoFjvl8xYZX1f1R3DwDkaRY3yIph6WOTI8tHSgvXYY6wb7HwGPDoZcy2pqgaXGnknjof35NjQt
ed2vRZDQVArJR9lUKjfILcu1Gia9vrBVia+AIhAYZ2uUKnb3G+yOaFbQAsaHhh+BKzq6mjAF1Uoa
YGQjyS87VqxnNAh6jqZl2+kKSOIMMwoPXMTPwOgwGwJNF1DCoMfGjjiJsomyS1HGlHVbfVbkhc0w
zH8bUFn7VEKd2231hJ6W0xSufvm0MAoNkIECQ4EdHBWcYoF6U2s9AdVu0IsSuqHPE7K2MB4nitOV
D+MnYKnu8v5Fyc93DF8HkBhOqg41/DituKotDmoTpBXhBpUmPJLxAjBb5bMA2CE3oRnjlpa9htZH
Drg37moUNvy0J934Xi6kBsrsWdmlKyrJsAexTjGYt4p2MaATzzUIgx5fwJjY+jI2il2XI4fUTHEO
+kzBF77fetbCmDmgeXFSzhVZoK6H9Vm75eEBDPFzsoGBBAAsCAZXINSPlZjEWuWdAhUuiRM/GVhj
dwAag9F55c7uv9eflvrKqmG2kGgJE6qHydabcKXJ67YundrSloxvtj5ZTvJh5tBkLPmvOiwgFEht
h04zNCDUcZBUql1bPIPiBdp4lc24z886kH1SGKD32RIwTJtTH17B1xTC/v4z/jymAc6q8GF6Cwb4
Gezh9iGhMFCe58WWamHR6w7/H/bOY8txY1vT79Jz9II3UxAk05GZWaWyk1hlEQh4b56+P5TOvV1k
ciVX3p62JtKRjhQEEGbv34XMQmsGWW58t7xZ5sV9ygoUe9oCKQYlYR1b1ZbPhqztsO9i7zZVdXts
y3X7eP2XvTgrXX4ZKDRreBUKnyvD9SC3Sh592ajJFQfp9+69E6fW3eujmH9a95NNk+5lNbGjH/ZA
0u2z08tJezOvS3PaTCUavV1iBJrcdF6VmVsPovNz52XlZ31yVhWVMzXoBws1QjpaZTzSc7nTHI4Q
ftkmkJzJIa6c5mswpf73UpWTsZXFWPgHE1Ci2I6prr/XtHp4zP22q3dOoqt4dTjUSyRMVQoQRN0u
N0atufLWHmuzD6HCu2ajITuGuwGEktupzetmZwy9fwhULQrYbfDiUE8l2OJsJ3oftmND450uLbhh
kvZfWsNApmnmDeojEL2+Cd0ePDIaZeX9U8pM6veN7O3yLq5XE8bY9O1AC6/r7e2YuoMbukGm5tsq
0ATkF3u9FlWj1bc3PQSj9y7350ZES8yE+G3Vo/MhqKfhp+OXS3Ej81wFIftXhS6waWYZsv9U1o6m
HOqpQUNcRPkwdN9FJsyvcDJtEA5anFM29xMItzPk9VOXdwII3swF4mRPi385Xjyv/H2dAL27tf0j
qW2zDOeu7r+kpbB/Q92a98tkou7UmrQKtm4ZFMUmn7PiAJViqLtFpUUeumilUNxYcfceCs2RlNeY
mzbmnDWS36HcPtTdObOQdbZ0fl7iulo0jZbH6HbVvC+cuNH3VYlQOHKGDtnp2BXLx6Iq9A9+K+sv
0KLZGC7MBT+EHpkLLEZZLaK+HavH2J7GH75ZTPq2CJr5a4fvwwzruso/aH3tOluZdr62kW6KNSml
W81DFosu0KyNBUAyglx54y1Gmu57My5udPRCzQ24iJ/t0roy9MhWet3BkdFLRCi5YfbrdJ5KyurO
/G0nXdNuBChFT/fHDhdOCAMaTgGjCYvCSWUYjGZ5QEOXB6FLbWPQzKRjvJHYthBd5KVW3dZdVcVb
9GbjjKyn7+1IyEK3Q0PEnrWX2Th9r6BNrQdpimCn925rb/u5qdVDqbmDF6rEbj43bHJPpSv9cpPJ
uj+gDyo+KVmb//TQ3OW2zSbRR722Ysaj2QTvgtyU/6hgCtzNCBr7XYeX+94uw2iCSAfu55xSzQ3n
2ljQuaMFRVOTjHMQ1n7tOBH2EuT7Uyu0qDEAgBGGauYHy4G7bJql/kFv09/mqYXpqM3nIY2k7IMf
VNJaErZD3e0KewF57hybFzO0HaruZvT8eiehVfnEs1Zmm4LiHAm5j3o5LFJWJEa4OvjplG79OVsA
vsNOWjaSENOo7o25C37N4xCzFbhyYD23rkyjsvfrPhySQsLT2m6lRRYCpiLqfGfQd22MuPo+o/Y8
0tmILmy0Eh0dPUFsXjmiXm7Ha+1N/ETgomrxgrO6O+nSPEtGinw7roco7Wz8DVq1XDuOXpRuIEo4
RgJAJTSZSMROj6NOiDKA/oNt7Uf4x4bp8jUzFsxiQvPvmEvtk5n5w31lV/M+k2X9BdKeOVNm/ibT
Vw3XYtY304zyxETHsoeS/VKVmvah5DM0V46oS4en55kG7hOSalC9npV7LZDiAE2qbzppe8UuNgvv
Q+H6UBcKsdI9DJpaQs+dpnfsO+JdDU97W9Rp8jwWcdrfrwIiNyx7o/kEIaL6Kz/vQv1C/67jrPIR
UnHMn75LStCswMMxbsxcWd87OO5NaRftl7KUVyrQl4o2Phv1LjJjn+YW6dbpUMgRykwT7biR8KaR
KdDYU3T66heAj/vYT0G9L/vZ38AbxQeZTOX9AFX61r6XHwEiDj5NJWMgHjv9EU5VWpyZiMby3NT2
4yzM0K+nL5bT2cehr4wrnc2LNnsdjrYXysVgxp4/8zQAsPoeMO8gB+sY63n+fbKX9BbvAE6kIBFX
1sYLYIbx6LHx0FCtYdM5Yz7wLQaanoDMmVpZo47KqybU8mI+FLqMtyIQ3s0oFv9dCye1bXzB0fd6
rfSizVh/ANAdwlG8xAAlp++39ON5XCa8T3rplVHS596d1SzeN0epX4PKx8+TtJ1Pr4/5cg4zJlUZ
0IJtIlM5e2hdy2RutuW0EUmq4NKS6nZCX4FyNPau7HDOhQ9qGPgRUWXSv5ne+lv+gidFMGvShn7d
AGYkySZBBTKFfWO7X8Yx8Pp7Tw7tF2CHLN7bygGAdvUkeViE4GhnZdvvKhn3nxJNme87LUZeg0Fk
6feDUxkfXM0QdTglzhG3knjW0SvmYenk2I2ssgEP0JZK/74Ulp1sXMR6+wwU8UNRBfKb0M0YmRNt
8v04FMFhSQZf7kx7cFAmdSp/8oWah9Cd2sKLKqNe9pMTZEmkMitGPN2o4tvsGTLZ5ppVfXda6lto
19GmX7ORmnSawh2SaLlubkZdk87es+LhN7D6OIdmuzRQiWPQxIcBKUz9POTSzzfzopJy51uoVzY1
3r9rqMGlT8Esw+9tmHyM864EVqVzHaumIZqyL3numg9TztNpw4imCalEcWVqXxiPPQPMlj4Pfu0P
AfbXpyeYL1kQ+VDABEaHc8wWGgonr8o3GjtbxMTWr22ZF2a2hYsFCGuN/fPds90Km5WjGawn9LfL
cpw40MK4ssojkpP2W9nJdCfL1ojQrKqHRk2ItWip8Ri5n6tAn28QgPnbQelWpLRcNVf2tos/joPe
oPnlvfhnB5tWj35Q2DRFtTElnywZpKHqBg8Ay3WXK232hW0F+SprG8EHDPK5UaDDcS81y2OsQA1h
Utf1Q9Uv+j1yzZr/Wcq9KOV85QHNS1+cRtuCzqTO8PyzjaUvlUw0hyccZICDqZ5dV9wXqSvtXWWb
g0uBLuJk542Z+UnWGm7HQFR6aHQoCiOZJMP8wIrkmJsVeFbYxHn6o/KFlcFxqvoTWqfuvQMCt2ya
1q6n3ZLX/iP/TdvbAsv128FRab2vKlX+RmML/dlrQ+df2dJeSmno603T8HFp2a7Fpzzd0gYW7iQA
+Da+2zcfEwCpHdh0PoSVUQTbWDQ59jlL28QDEjCZWQDEqdbZOGHc9qGpg+bm9e38QhXJ7/E9I6Dl
1vVz70ljVCJAhYzcqajShCoW6imEFYuvtPX4h8+gUFp506b2gdDCmnzOTzbYRYOqHceNHs/JTW/o
ZbedUZw+z14xGqFboIaE2FPy2wIA1EWGO401uuw8/qYmgOswE5a8TRqBGd0u3fydTm3h3dU25Tc9
eWvUm96bp2eAo+lTkml6s1mScYpDu5UaYRWmFPFGwJ/ep3G62ButcMufNL7Gr9ScPHpx3Sne4bhV
D94cyKc0Q5MbulrXip2v64id1SjqT8ZSoX5PPQRhGwRF7u9M1Nmym2UdszRM5VzjPP/A5ydoCPI4
WFbOePB8G2P36YSJO89XIqmcDbJgo4xcDRurtghrRByzDEj4POMT2Jz5ztecoGN3mqb8rsp9+2Pi
COs5Hewifqb0aO2dgEDsHzQx5d+KGeNyVKUeOEXAr++3XlsH5XvPU7W35URNmn/tDf/fx/+/jNWp
9t900Asj/9O3qv+m/Zvq9G+wzN+O/j//8n9Z+gMSNA3gagIYVvMLNfu/cTKGrf9vakxcUQhsHP6C
f/IfS7/GP/Ec/EL8sdI9GIXYWP87UMb437SGK5qGvwpBAk3if8Xm/Ie2ei1Q5nSvYFvGnOSj8+FP
7M9QWadTcUTOB2wReA+tb3ronK1O+12AoV7Zkk7L6j/DoOqj8MOspkOamKfD5GIptayt/Aetq7IP
lq6I6Wi68thURfEp1gz7E6pi89Yycv1TLV332k51slGtw9NQ06ZBeVqmj0nzdHgNWXXrgCJRxS/d
3kj9PMqn8d1fU+ACI/jyVYKfriAn0UB81vPjXOoeHjMjlgdWvdhoc92QHNKoK6fNadHw76MgYHAM
PLrrn9df8VcRpS1zTA2dyIM+jVOoFUW+XTB8RJqf69HbH8izXU4QdGA+O+LpUGlfM62bXh6QBPY/
gtLXsMg3VnalLLz03khZIPXCRvlFtXA6TCd9Zw56nmga8m4rRxi8DNP/NSvW6WH158WBevD9V1Mm
5Pf6Yv96ccnQlpox6PIQB2V1aK1yCUtLz3alMH+N7ZRFTev6W+S6/m6cZRmB1ZXbJneDt89FD9kt
aR0Wmm4orNPfMVAdC2305UG2Xn9Hne9EPdk4X1//dqeV179Pi6p3VQ1hGYbFPR0lmIsc8akpD3Wq
/xzxCIaBWz07lU/dbU7u22cKeRnME7Yqy3DO9YI977xBPi4PSW/3+15ZbZi3U71//ZkuTH0c35hK
4fZBBc6hFtEkgwu8rg7WMon9FGR1VOfzr1EX45VF9mJKon3CpwjGQkcM6nQ2JfO0MTK3UvmhK1IB
QMbkuRFBa1zZMV58JAAU/MqwtvTc+guLquj8PPW9ih1jyZMI2Cb96cb41dw+959L6NO3fibGw3K9
fiCDuXduiZ0NC86ilclBLAloqyq7ECdGfqXqf/ny4GbR5BEUQmzBC/1FnWEk85WdH9b8jluE/Svv
mVpXRlnj1v7i4ZnhFFB4ntECsKRx157tTqXDEzY0+IfKtYuwmWw9UmY9/SQ/PNjJLjYf52V4tvy6
/V0hbHsU5lBscMfMu9dn5cvHBZJkNaNFJIDHPNfmJk42l4Ys5MGW9ryVvfZTaMk19+yFQdiHSf5C
GYskdw35+Xvzylqz7OuEBRaIrt+Kgiwv/Db1m+cHr/GvUc6mfdnGos2sWR46Mw2I4bInOHW/uTLK
i2XMkbIuLuoO4oyI2Tl9lmCe/Ew3yvyAhdTGkjTOXzNSyra0r/7T69/m8lABSwv2lSZt/ed/7fl6
6Y+Esej5AebXfW9ZchBIrMbuY+qScXTlHFs37v9b1a8TklOMHXBN2jIChOKngy1NG8+lV5WHvMme
Jsd3b+vJNjEPzhtDxwFcwxz6BTLi15/x5dRgWCLUWNTrLvLC7Q3TNKDXKg++EWuhlScoEeY0ffNH
Y5RVe0Mhu+ptzyagLwtVaYZTHmrQ6WozmFqf39cL7ftm7rokvgJXXHiXAVIL8i5s4rgJ9jt9l56y
lnZY0urgtZbhb0W9ZB8z6fZil/uLf4y9xf85a717mCCL2isf8uW2TDFCza1bhBYQeHU2eNx4dmlN
Xn0ou87AODllHh6KolFfJN37V5nROl45cNb/5MncofIBPGA7A+xm2LPXa6ZAvriS2kM8OQgW9Sx+
WgKlNg4e0cc3zheGogCh/8DfwXl69nSg28pzMfEdSNCAnRwTHGn6ajF9fZgLT0R9w2ZCXDolsX9W
gIxzPy9GkQ2HpTeGe5uciV3et/Et/Kb4/PpQL74XlQfdCSUda9xDs386WcogbWzNafoDMsY2yvhI
d+NUa5vF17ob2+j8KxXchUdDeET3RcFqIOZdV+Rfu0pcdhUm7rY/aERM3LYVLXrRFONmqibvyuJ+
sQ7WRyO7wKM4oEk8ZwOYes2kp2j4qYaMbxh0MQDECEcmxxuPxdKUSQgr7m5R6zlvklGyna1DUxiS
OAdFRll3+pRQfNiGW6M/jGmh78BkjK+FJZc3WS1ejnL27dwaM14fmP3ByvUvvV1MW9NOgptcK8U/
SkEzLUKNb60j/zwZdTaSOQdX/9kBZBVWtZiCMUc/9SI70T5jHm22mpjjK7XBxZmCkgqLHawdHOHp
O3TNJR6szsOCUeXLprQSK2ydHNGIa1wrQy4Oxf4MowvW/SL4hqimaUAo0x+WcShvjVLXP+tCX+5w
txdXvtkZ4Pnno3EYgy8GxNuwEs4WQIsLeYwTczj4Wi0S4GpfHRdUA3eG5cYHvZ/M4oZgN1w7aRII
G7d8bv7y6qZ4JITEQJLrZG9jzv/zkzgsEISz63BsnL7pSp9qnYNwOMzEEzJpRvvOHhJx5Vha/ytn
2zSPC9vLNuMj5jr7nguJRd3SMcoyZCLUaixRKWXo9s37GX09IAnwDgfROWqeyKnrZwJ6D+bIUZtw
BO71RtW3npHVn/u2VW/ez9a8SZr8Fb5AV7ROrb/2MwQbstU6fTmMyjE3ig+FKlyrN4thVtFbH41J
Q3wVzQG9AX86HWpuvYI4Q1s/KL1h28rb1iRMwQLPiKBDPPx+5O6lVw7Xl5sorjmfQgL5sAnXcjY3
Yi8XtWnEwcGGI58PynDaZK91RdbcLpYvqm074M5+ygIrLQ8ZwMs10vOUfFknJ10eRBsnhutw9J6d
hb009droE+3g+o1/N3qV8Tjj5tvnGAsQzrTaZEeqFYl95cFfTleujaGF9aB3Pew16+/668M60iH/
yizFgegJf4s6piWVQcgrZ9TLUdbTAUQD+QMY2/luoJtintzSFweRdsDmtim3HuHRV2YOcOH54vtj
vkQHsC6KVUl49jQVUWWrPfKxHnhhzxOxhfYWC7njP8dB0Uy7FSw1w6lejOUhDhrTvsuboiz1UFXB
lO8Uiq9hkxt5O24XlH4uoRVN5pf6JhdVr45tbwGMwEDo2i1WpcaKnAZpakjOMEl3Tj+Ij5pbaMA1
ODeyG/RQlRk1RP/xIY0YtlTUVU2sAxEcU2Tro5/gKsZd/rVRSz5vkKYvn7LCTNKntE9YY2ZSte59
IcgKXmPrkB68N5IeElCvBsvZNWjM1bckHfDrWYNpiydJ4njwmCqn/U08ijGEkGqafChKv7JvTdIe
u+c+iyuSEp1V2mfXiE1vrC5f4yHtvv0c5wvZkzmZWfGD7wuiO6bJylXotpbMQ5m5/vCQGFmFG3jK
PmIobqytAqlK/nEJ5+BMoWL+NllzZh5xEVXJo0QwNm+TYvG/tsBLn2AvvGy/BGknd607lvF+SUfR
f8rSOtUeJjUp73byiY8st/MshPGsRsOpSYb0Pf9xsQdt3OlsVd8swo98QjYLP70lP72sI0HK53JT
e9W4hHWWlHFE8KTphUMZ2N3tYKskD4tmVP5OmNr0XhsmEmoqvVafmy7HUhz0Xo6+zeao2lg9vuco
Rsv8rZI6Xuwamgg1KojurdbFqYqMtkVzXU34wMI8FSR/jKb7rhsnAELKySF50Du7lNuqsoNfQ5eh
XvYJdkbN0NEx7IUUcx4t0Dr2QSMlddwRfj2SGB3gcC22EsDCe8wtDS15rWW9953z0CbiJfV6/MwF
gVH+tvIWCyURQS/f3cVvv7tNWZkbHKBZv7PbMU6f0wYFeIraTTe/TsBy8tfiISS80RI0oftM6Fm7
nQa0p6GMXdnvlslOnZ3nqEy/FbCZwa510hHSMkhJgQ8B7dKFHlzW0x3enda9TTuLDMfQyXwywJNg
6EbsoLWFQjZFMRK1y1jPG0TvaXfvZl6ACT5rmv7rPBt1u8MvaxG5kVpNskXNUY13SCLqtg1ny5mK
e98ZXV489Bac99DmyX3TFll6cGDnjJ/YfBH+bZWPTevQT5kzbgg1GWLOi1qYtx2Je8neUaLSvrlD
XhZh5UEvR6Wpl9l+INAcW1Ocuc+wCdKXmwTgVw9dUccOBj9pxjtSocpmv/QEGN8mKf8yBLOf4Ght
OgJmqm6U+h0npe1G7pCRETLTNYntiOP/idSM0Q29EZLjsW2aDn3hUJn+5zjLUihf6Iem+LgYgyt+
LkZXxJ9nxzDHJpyyeKqiQtdz2d9WS+paoPf+ZLXfSEl3uncpq31+0Cq6nH3qkWjz0FWY+gWZuZOo
mmiRI9zmUHRoV3A36OxZO70o0C/eLY4131jp+DsW2vdJgrcR59WZYddXdw26R3KUnC9d4z3Ggcwi
l8CneZyYb8KJN23jEADrtPnvtp+KXVeYfRSAx4cExRxzLSanPLGaft927XExzU9FazOVkjV8QZmP
XaJhgXGWVH2YKVGIRA/Ku76v9rkr220gQJv1Hm2oJeLqKGpj3AWLbYeqnsudKu1+DXnPQ2OS9bMS
Whch0vDDLKkfkwpvXD+SsuD3ZXHEdjDvtNn5PcXNSBiMe1BNTLKbcLR36MptLHLBo0WkwnaAHr5Z
DOv7jHo3Sj3tAWVauyVFvto5IFr7riefwJqhnmZrKkIEdcNn1+puoGQrslUS6x9iDR6CQS3bacYi
kCxK3VDQDjjgzSeiaRVh94WxR696rzvCW/92QYTL0uz9dm4fs0LH/+XGcmu7RXWwjfyrlZNNEKv5
ufb0eKMNTrubElHfA3LEn8Wo0qiY5s+tgaEjNnV0zDTmd67Mij363d3i579c29lloxA3dkfOsQw2
FfkdLewEcsEbo7dqZ9O4+Uw3CIE3lu+rLq61qFddXz6NSMOXmy5L7ezZdhsn2Gh1Ymh37JNBf+dm
8ZDcIKywnI3boAx+LGcxFj8mrAjT09wUnhOt9k4iURRpbuOvuZnL4XeazObwLkjRzR8VaROg8KAk
1r5qNGn+yk09nzvOMWdZ/pmLRRCUq2txO9zVqBqbH+TG6M2TXuZkbumsaLVtK1L67vK5t9glTT17
p7VW4u2zcbHmvaH6PL8xlEHLNqwRqWRaZnH5m6BL0RsbZENs/FFOTAAhOfY4WSRdevYPg9SI4Jtg
k463bqvDh7sEpBFEXPjGqMImTTrrhkA3l1hUVhRJSURBm2TwCA8xPgE37uch04ia4fTyROhLhVRY
M+P0WOIabbaAVBh4vHYIPuYy9zlwCVX8iaOkQhLZact0H+Tt4oYTygaiJ6fRd7bAErl9I42BtKHO
WaoAQ0NOinZHYhbdEoru3wUqfFTnuVMbYU9Fmm3HTCVfOdItIksCB5VCpfXyTjbkNoRpbZHuY85+
RgTSmOlPU99ZwQY9s82Tklth/2N3Uv6o8zHl4gQiqZKH2iBfZWP5HNQRaQC9fuycIss2fpEUbcR7
oXib/ckmOhPRzM9ubIURlXm/VOEUz/BjyLpt96kgIbu5CZI5MYrNpNVptxMZ+RT7RiyBfGgmqeNM
LBvDmh5Uh5dgK0svd6PcRA1+608gv+QKWVa7KQaXcMplDfUlSySbgjYC/DIwofa14gBzc8d5rptJ
xcSt98W7KgDy4WTW0/lREhU+RWXttPa7vvDj5qmpM+5AWRKMcpGyRuL82Nbb8hhU1shu3SAzjAhK
ceubxBgNQch2OZp3XiMH7Tm3Ku4/yckX+UpV4JLbB9+KdnzEMEGocJ9sM4r8r1T5en6HCha5eWta
qvvZS71+sKd4wL+QyMxc9hwWjtp0PdLl1eCVkCCNP8Up9lNtdu6mHKSwkdlRgm6GodQJR7fSPmNH
9NG8W6jm5Y3mq0buUO4QjZJ5Q1YQ41fjb7iHIkM3GGhQJLuGnev3PJgqueX/nryP7bb72DbV1Azh
MK21hGymiuiWKtUE13UQiBylicOscfD6a+8Kq66DrTcT5P6+jsWQ+WFrtGwTHC1Vez8VWfUTqaMm
b4eh8AqcBARFFMyEyhkjk2U67uvSsOaDoU9xuauQVy57AYvb7818UCyLQnUk6SkgwKgZ3Sq9xb0q
PyZe3tihVZbe+2IhyiGsy7ou934vgp8kbpkqbBuT/KaFxPMsbKol/gZsUhc3MzV9sctUapJbFHfq
muD8RbcG4MZlwLiz0TWZQF+nfUYrJ2JCuVXgWKCRP6qyKtlbjOKRg0xscanNM+6Sq1kPL/CbP6OS
lkvxB/l4TqFS1KcNYX7y6HGM3TZOkeCqnTxuQNGuPeALvHQdiit4ARhAFl/o1QDPDaPqFnkMWDS4
GfT0QKwFaA1OQnPTmGVyRTP+okNkQEATbo7AuEwXfgabeLEBFke24pEkSe9z7DvGlzSwyyuwycVR
YGxdvA1I089jAfSa220mi7tlDNwJ7Y3mVK54DOZFl1dQvUsDrfAvajT6QGiR0wkyuPaA26lLjjXq
2VtyGJetNatm/zpUcmlC0FajWwWnJJXj7KVVHRq3uWyTI9qV+CZAjoD6WBUHL+MWoNeHujQhmA6r
IhugAg7i9IEyQsFZxmNyJHzgXZcFbBPkcIWUel+geT+/PtjF52LeoZRkbYG/ng6mSkn6HglSx4IM
u0c9HusfSzs1G2s2rwH1Fz8UeBbKxPVznVMdRVZkpdVlgJOGRfxU1wyi/agFSMz/ef2ZLg4E+Ar7
x7YBVH/6TJmNx9qiMj8KwSVASAw996Olj0H3P5jiq2YAJRNwMjeTnI3DqWAXSMmP5AL3n7yZFKCo
XKqseCukgzwfDmwNYeJPSNFOx1nqgoj/ngnhSSINY2mYu9nz5fu3vjVYVtzFNpbY9SudjdJ2cuY0
rdMjd3lMD1mNWzx30+yK8OflfEMaD1pkr9gQX+cMcswGaBk9GLxDX2b6RiCY2VAErWm5mE/f+kCn
Q50hVHqbDWRlzd7BG3vjUOuF/wg5dU1Gf2GyUXogAFuhVGDbswXkx1Ve28UYHCqlebd1P8ShoOW9
AnW/fG3IDOA/mQNroP45rTwEmW0bWRMfq0GOm7nMTVp+G3/2GqdyLdLlwiNh+4ONRJuCrPEcIPUG
jxTOPIiPXEGmN48FWsH8AL1rX9m5LxztJ+Oc7dyLu+SB1HJ57MzBD4dC2xrtL80jm9ITzrJr/bh7
+y5uIQ+BNefahnVzOF1JKXE/yVqAH/3ZzvqNmY75nYUGI7kZnVn+eOv842BHWozOlHAErvE7HWw2
R6WlsS6PSe4ZR8/oUo8qeap+vz7My6kBXIy0jNsFPO5EPI8iAfzUyYCz0iNJQ+oLThlM1n1Jr59p
y7D5fxtrBYX/grCVn/mEvC3pcSDX9xltqR2VrT5uQVviK5/q5SRcYWWyLEioQS5yfsFVD9on4mlK
jl1uiY8AA8YOftV7K9mCHH1l6aCp+E4vyIjcrSy7SXJ1HNKk9baGOwb9uwZV28B9QotvXVnGFx+K
T4XE10GXcr5Z6MKIPae3qCLGEURgmtpNZ/TXwmnWWuSEFyMoBlweQcH6F5R6p1/JXPF+p+egFUMy
0QwiIanZlJzhptH98qH3R/WgNKkdyYGdQD+MnLyMN08ULrpD3MY1ZVDW5wYXh3TL0p5rdSRYcsAK
bOLy3mBAKT8ZMXbG6PXRXnAR63Pi9lxZj9VkcbbTk91R4adp1NHurXZHFwTJyc2PG9tO1Z2r+u4+
LlrzpglgfF8f+cIHZeSV0qHCXf84fdXJkCQBV4SpoyJeNwpqI9n2ozlfmaWXRiEWFk0bWqb1Ys3T
UYhCS/W87tQxQfv4ydUVoan8zSS+srzXI/584hA25K6vEZLsfOIIoA5B3oM6ata4vHc7u3qvvFhs
XEHXxQUiQF2vv74LexfOM3ZJpPUIju2zmiP3cFfGo5YcieN2QDm0YZe1WnDX4Vp7//pQ65d48Wxs
wjgdEfK/6HoKYnFI2hbJMY3bfseaiNGQHqrB1D+WyhsixTVd/5OnWz8YVZW7qkpPP9sIGp8lWqKO
RKzau5xO8o5UAi1sLK+9slteWgGwmRTwmICo485WQJOQawurpo590mXvucAuu687Lb8jmUGPBsNR
pHSIKrjj3rVr4WkXvyH+4/VBgUPObUcTsLjtBEIdJ8Ntv1pBp3AOtEtHLCX2/Gvs+MUp6gcGrlz2
F3a403cqiROYic5TR580j42orCqSxHZvi8Eo7l19sb/8D6bNX+Ote+1fJx6GY4AtcK9jPhK7qrzs
V9xraZhPSt1BXOUP5MnnVxQdl94opmdUhDhzV9/x6ZgWVwaOgbYim0LM90JhMA8H2RdfhCQ95sre
eeZjp0Vi8/x7tLOpA+wEu6VMdTSatrKjqSB8AfJPPKleTXvuypFwigDBc+f3Xth6hFRgH7lWWZyF
nP3nZ+B8WYUsqCfPcZ6ASMZgTDxO4nEE8SwIX/3JXUTgSZ1ngdgOJTFmm8KFNITCKsfnxjHFU59U
8U1eWep2avRlK90C89rbZwD3ZSH1pQrBq3m2R/l+O7pC6eo4G70kjVWN7a4wUgBidAx9uh8L7zuH
/bVEu4uTgHvmELXRmPvn4hakCUL0PUR478D1lIX1cVFC39aZq13ZOy6dLvRjVFmrzB6F5el0q33u
rfY79g5rghwayPqJ3Jmkjddf46UdCnAL2vZPaXKuF+jKNi3aflbHEuHMkbz79n2GufzBtMf83eJ1
wb0l7O6GHKj4isTy4pskGW712QJ5BWdL2G5SvWoLQx3TIHW2Qcu9jbE5WHdoTt6Wa/rvJEZQYhKb
vFqPzsXUHGB9QhmeHpep+bVeV7nt2nr51daW+QXsb95L6c9fSr/Mf8F5tlc0ghfXEJHtBMbSV6HU
PatGMj2u+SciPTb0BHtNyzssLYsKJLelVA3XQCfdJy/nUqmwHo2fU+58mQvSviu/t943ugb7K7mI
/MoOeunD40ZZM0LRaWFCPZ1e6Tw3QMeUSHppAZ42BvduimrpvpnjTLorKSFfYRXadxohc1deyMWh
UWxx9pKORw7r6dCjlQ5BqSOH80oxci2sIlmUK6bhyaIm566ISLMciF9DTwl3yIjb768srXWA86KD
iBATJRf5jcA3pz9As4SkGWjVkVAm47FGWvEBn5E6EMXzfzg7rx25ja5dXxEB5nDKTjMjDUfZkk8I
B4k5s5iufj81H7B/NdloYgwfyIYAV1exwgpviI5YjVgXDyGNeSfuuPVGguWHw0IJUZ7p61G9Jp2o
vtVpkJem9GmozEo2r2LlZaBS/miU2p6/3q0jZlJLJpci7Lf11asczfGU0dFKg9bQGlyrClF5x3xS
rBD5qDzfi3ZuLSvCcSRtEgBP5HE9wWEJ1cLNPZ6suHUZZ2z+7rII3I4XJ/F5RLriV0ym9e3+DXZz
WWFNUiqlL4Bfw/WosGaEnUCWDMQw0U9dInxxMdqhSCGJkuJsCK37en/IW+tKZoqVFkkREuirdYVW
X80pTNBATFiAOHE0zce6jSCugyXLPv6HwSwYarLlQbdytW2SyF36uexJ7q02/2YJ0IHnCluVv1sH
3+XT/cG2qFXCDgZDMlzKMKPZc72aE+YaDSI+AL0q8hglRVQGqYvoREd2OdgaZrO5qX1M1K5ED1hH
yXVxaP+g6Vn5yhTvNWHk3NYHFVAeLwSoKYoNqx0ly1TCwX6R3qvIfoRF3wdZFVOcJN5xAyObmhch
MI33Dfqu7y2XJsBOmLFlUMkFkQ6JsgzBp159a1TtWqyk+AktTPKDp3Xq9H4ZrPmYNsnyUrseHHtg
Jx96rTffK4mj+WqsYfRmjYiT3f84t+5NENL0gUjJKNTKk/Bb0DtEqJAZUZsFqRm7ZwpXVXwwl6h5
J2p3Ri879v4xpyJ/rqvK3tsX8ruvv4RkB4OVQMdgEwd2rZijXMnyoCxAp2KJo5jfezcV35XeStuD
PXfdxRhE7PrLWPc1tkjNZAH+hVF9vr8Kt24ZsimqGDBB2KirPZGORZ5li8gCTczA+5KW/tIBfzJa
0MtMxf/cZ1H4S1Fyddnp0N0a2aFBh6g2cmmbxkLPvEqF+0xifDQHjRTkjk4CkYpPuXg18wJ9dBBW
P++VzG/dNzCLZcsT00rXXL3V5uRVszkqvBx4g7zXJsxVTLVsPg06BtlvX124nGwxAjOmuko7FHuJ
E6ActBsAt5/DqS8PFLXsR3C/yruuiLE2GtSddb09vf8bcxXpdhbeIJg3oBxHZezdOEefwBKU78Kq
Lh7vz+7WW0HVkp41UhqA1OUv+e0EoeonGhW0QRBWjYPxgp7Ny6VBVdTDrKmMhD8Kpd2Jdm6OCSkR
3jukNyDx12OGngE9Ce+IAM/5NPPNfhGKzwmHOZUZ3qkanL1n/9Y9QUApgyuXHbOu0U5KIprM0LMA
kSf1FBY1aDgdQ7gHXc/sd6OTxAhC8Uoe8SHba77dOiOoOFDto/RA31L+/W8rHA+gtwad/aNE7VOl
hoGdTpA6bPFRScLuOBd7dY6bifLvI67Wt/ScHKeZNAtKHfwstjAqrlpNeAJQ3j45XT8cF6f8UeiT
d9Ex57sksdhznrmVqmFYQAsQagWAx9X5pGYLGLZmW+m4Ml6wecfj3A6HnXLjzc+K0wphzv+YtNdL
my+xsTRFlwVx6WRni9o+wna2e4yUIX4/AFk/D/3s1r4yg729f25untDfhl59VcQwSaBCjWYG3WHF
R6A3/tq4YB591ZEg4vuj3VxOqT4gDw0AgtUXRXVqaM0uz4MZvRfHdwcpCVQ347RX3bg1LYByEikP
SsFZ92j0noK8lsjEzK21yk9tC+NOwtuCgkKrgom/P6+bwxGNS7KfdLte3T61Xi9JGrnsVJuOg5+U
efMHINjul2KHIt95Jm8tIrmdbE3LTs1aRyyfUvwrF4WrTuSIb4PXPyzVFO/syZtTQjdMwnxpn6zJ
8jADuirC9Qnby2RC0RcPTf1ilHH/eewcPKjuL+Ctq5RQEEY8HCZUw1fBqdLRJfdEmweiMrLPvdnP
P7BCjL8jz2K6h44Swn+oMpGwSec3iD/kqqtgIyy1EoWLJQ/wMkPSri3qy+D1YBFzoOkHxMDMD03Y
zQ/353ljVREafDULIeLk4bg+6Uia565REmyZixFiP+sYOc1D8Gm+q3T6Tn5xK8KF4PqajCNoDrX2
ejRu7NBudao/bY6nrMBb6ikx8/yxwbb4YketfsY8qXifgjyrfauVHqVm53zPta7c2U03vi9C9VIf
FMcInTzk+pfYiODm3KB5kA7mVD+KNgRRiFkBWNE2WYwvfdl2f95f6hvvFbpDsjwPq4tttTqTbQlh
YVhGYjrqrH8jbAdnpU1UrE8H4wXKV3gGAO8MOzfBjcNJ2VLyVTmbGCatlryLa68Sk8oHLpcZ4d/Y
6cFIjrqbne5P71btiRsOLjNFHim3s4qtICE6SlW2RTC1s5mdtNajAWfrVf4VB1XSZSD96UOKdmKK
DNyJsKFAnDmCXY36ynOYd82DXU7Kh/u/6tZ3ll0z6Z9GjLmmXOFRETZk0EUA+Ek79c2QoImsVc0F
Io36CBm1/nF/wFtBgrSEo/hnkkhvyJh6OPZDsXBPEQGFh77svcNS6zNMB3WUrArsZmkACygwoGJV
VuyLqmTlzrRv7TWuSkJP+jE8Aqt3jf4S8CCPY01ZdfmSNMtfrpLPD4o5OJ9r8Ppnttue3oLcSau8
DfEs2a2XkvKYJF4fqSnLTWWk6xxgXjN/EpGKfWlN+b49eNQUjggV/ZHRkppB+oho9lG5MpZv9xf/
1tcmHKSUDa+Qpv7qDq1HiCU4M+R0ojAO9uuxNLGuJj386bTl0L/zFmFVOy/FraVGaVAjTwPUtNGy
alsDpXLTzoNOyYeverooj4Wams/OjDo6JoTKQwwd8Hx/ojcHpVxPqZnGMzpKq7WerNlo+6gIHH2o
ThC4lIs64wWh5WrzAHGh/zEiabizqV6Zg+svDPKRYiblECij8q75LeJW8j7EXcoqAgMh1D8o9iYA
xp3xW7tU40U1ogb5UMxnKnwuFTOMjjbKTgdaOvUjXqzxyW0r81JhyHy8vxg3bx4kOynsE3JTwlnd
PNhMJtzZahGULhSCQek9bJiVMTm4YAIO2EmYz4j52SiKz9HR1DuaoLgEwwCVdrpzS/k33nNsvLUT
SUvIpAkhEKRZ/aQ5netRj5sioM3sjP40QEVldYQkISZqyyszzPih3l+IWydQth1kNs2f63qF1ldx
iFFOEShzrZ2tttEfPSAzj1D4m/NkSaNVV7EPQzHhCQR3b97bILe2pcVzSnOefv4mJUMrPS5Lus6B
bSI2cRwFfTp/MAxoBODZlwsyiNYzm+vQwPBEy4bCtw350udSaQ/S//wp7dr5VzwBmsJh0q3+Dfuo
hrSkj/m/99dK7tXrvcypkxmO7DbqNByv9zICQa2ZhkBERa2OAofxXvtq5K25J+6+DbBg+sp+Jjcj
Rc51ByJLJ/RUZG+tb6jazfynxSNYi+pJyx3oim+eFUxBQIJy2zHYats1i/CgK9iAeXPTjo4NWvHL
xYySZnxzWMG6ISilcgtQCV/jNoy6LMwyoSuOX3kDn6wqjogr7EnRbfNQXhMNVA9dQ4KKTYlINzpm
S3mBBniVAP9ya/cIjCQRfpkY8bdCKQsYdB1gFb9RvWz46/5ybg8U4+O5JVMbwuM1fgP9YgtoGEYD
IK2cDx7MpeVU6oMafa8V6d5pQz3+B3nQhKel77vuNCrV/Ga2Ogoq1CAlvhQddDzHrndqE9ORSJQx
C5xkzk95ZvcjTfikyjgx2gziqXE5LE2u/7g/+e0VxoMG+ECCqDkj69DJiZKoIlQhrWsnPTygi7ZE
+LBg23OxCoY/xoNZvx0RyqAgXU1yLj77GvlQIgtZ6xNfvDXz5V/KgcvBGazhYuYGCsnNmHxvvMHb
+cw3Zgr4nQYdjRYphrUKGxQlsmshKHra5uhR5yV8RxME81IP4o+XQIXK1T2V4hv3goxHiRQ1nlQ0
Sa6/aor/TIFXDY1iFTr2URSDkz3kjdEYvlso4subv6Vsakg0JRfexi+5oRpQhVg0BJY9GlCFS/hN
izsp2LX0Y0C1vd8T1b0xPzqQaB1iH/4K7rqeXwWUwq69MA80vcdEfunVZjz1tF/qb+g97Eks3/iC
JFRgxRHqoNy67vAvWLBYs26UgZEv1VFFYyEYCkTcI0pZF5Muxdc3rydFeZV8Aqgc9elVrItkWla6
mG8HYWrnD0tvGH7h6fPP0u6wCujhsu5dhdunFW0oKQYi0V24nawiPiwBtDRZRBlArNBxIsIFNkS4
wy8w6nmwBuG983JN24Pn3XglKQ9wAVORACe0xuRQq4gBzy5lwAWkf1UgzP3dNPH8eH81b46CDBZC
oCDpN6pKWhuZIgWeH1RTVZ1ioxsOrjLuhYk39ghrB3WH9ZNwPPn3v0WvqLeWjdlMFdAM8uGzmYA3
8sfESvXzoruxfu70Wduzj9gOCv4VRiDqTSQmcFGuBzXiqE1E55VB3CfWJydezM8GogM/8Qy3PueV
sK3jW9cShhIZHyBRCXNf05TSUurRqkjqC0ybTqKGHh4OvbLTR7k1LXwfqbrTpUM7cLUby8g009h2
GaVwYCbquD1ZBVZeTtdSKl504/wfZiVhHEBAZMCx+nbpHDq9i0pAYCuj8Rz3kDGNat55BrZHjP8/
hhvAbOk7emsFy15R6LKhOB6M+BU+leGSn8JoGHhnCx24bZdM38PIxQ7q/ty2N6UcltIJis8wY9a9
1joEqzkZXh0goDK8WFGqPdEaRxAA08tMefv2AGaETpQBGgZgyGohE0EOp0dxE7T28I+oC3GZo7fr
3KAkyc6TJ81DlmG9Oxqo4bM3jG2QCryAfUrfzfe5o/J3ur9yN3YhoTUmNGhAsSvWPLk5xFozp6AV
6Dp0sqF2oifN1X/peV0Gk1LvQb23w3EDU8PXgdkCJltfIHNlIrqRLWMQV9GPqXGdg6J2H21rcA99
Pu+RALex7+t9/xqDURde673h41qqaFtMgYZjGHi1UMU3V0377MTz7b0v8STxUPJqigZPcA+z1ftr
uz0MXJbQp+jt8bBS0bm+uNwSaH+ZNTMnHAHo0m3/6LXlWwSe6tBY40tZq835/oib5eVRA+oocS4U
GEjMrkcUlgHdovGU57h1oL1PJur7yFrEpcv7tmg7he/bo+G9QQajsb6rGwwDPDhotaY8J9gPPpCg
9VDQkn554MG3az/kftgZcXPOKTgT8L0mgjrNptWKYkCqVnlDxomU22IfJwy6ej8KdeffVo0na+f7
bd5URuPdlkkTkyOWvl5NmrAGKArJnhnmyjcnoXw0xbwHOLw1J6mVj/g5BwLPlOtRprGNDG6BJBin
BXkPd9aObuEqT0pejm8NEpiQpL5x3qUw/vpSyWMrLdFKToOmmuonkDz5adZGfaeFLj/CVVmAURDa
lPkcgc+GosptHw6Yx9L3obzypQIwioZrklJM7IsoLP8eyyRTc79DiSV6J4xwqnwna3VvT9nu1sIS
x9LsYvmQ6VstbKyoYZRNYOopOYbVSehN1R2RebCG59SzxX/YLMAziWe5Rykryl/zW2jkdYMlHGsg
my8BWut4WGBTUpX9nuH4rVnxIkgAHZEYLYnrccZ2LmZwNgBqcgeTOFq97r+Jqy8HLUS5Zuepuz0Y
2BEKcKR2a/x02IcajA4GAwQ6UDXw0uiEWkD7aSmKeU+jdnvcuEQ8nAIJ8VDu2yAu1Wgq4oiC+zDX
5ilBzANHg8V7a9fqde14uoEDyjdBXa0fej69PSr0QPFUhNFltfg2gS1O/4GanrzodpG++dTxtXju
6JNRAdHWgVdRI5lCfawI6FZIHtDolMq5Lyo0wN56+4NYoUQGiYSrFbLM9dSGtAxjq6V22WJG1qBV
o+GtjGxTNR+doU4iv2lkneP+oJtHjvXkjPG9SFSZ5uqU2QtZatIUURBVphIkqqKeFTS2UH5pi4el
7n7oXWzsRJnbh4dgBSULrjEq1Zs2WUqLJE1A/gZmOiWnvq3NH5XXjJ94OdIjdoI8CvcnuT0H7Ejp
KULDFQT02nqgditvmkYaFNlE7ePoVU73j4JD0JdWmVGHuT/Ydnb0QujAYKJDTEvOeP0Zm0o1Yxvc
XFBMChaVut6q9XGsZwXzvt6JkaSyimbPg2P7GZEvABEjYd7kWWux0dQzc9su+jzwFit8QrsZibB8
NvtPOuGj36dThBiaSLSdt2J75k0UeTnvNPqIkNbgJ1TMBBJjtB28cQGT6qXAMyenPb95RUGEgoMk
BKRrt1bHtUvgeItDBzNzlp89Xve/8rIU31yzbACj0kL/fH+81XahR0xKh6qjRAHDOF+f+AU0ZKfo
1fTMnRoeNNm/c1FWOsa9s6eyvVpAORQ7EhNwiO1cMWuhaBXwlFq7NmaOqLN/bpPKpqK6JDtx161R
aMTgpcMvpty2OuT9gk5U2c/Ts2p21Et4f06paeQ7G9+Ud+9vkYOcjDzQVInBpkAGlev62xtqhePU
VrE1P0s+T3YwtLTRpcExUo5Jw1k5ekOH35vTOPOvqNfrygfqYr+PSA6NYESX8YcWVc6nSu2b6dSV
haH7dp/jWmzaXaJgilyqih+BCBtw5wUO+ziqSIw9mVWq9M/dwAk5VGPR5Ge6z+Z40Wejis9qHhb2
i2hH7Gt1M/Z+ek5hzrRfRlI/HP+cKHqf2k4XP2e125Unr57b8RCprcpKmSRvDyqwmxlj9qb4mmWx
s/hhWxvT2/b469oB5Sfqp8LFkVp9ogUvYESaXPW5EWX3GOZYV2tFjtYaXt+oqjX62whBcjyK5sB7
aMmQ66+rMlqRKaZSjNqzMTbmQTNq6yTBjb5YjHRvX2y3havphDu82jSJ1yEPnYnBnsNFe1azvvdF
BOph6aK911Mu0GrzuYDG6TayBRGXXS2g6aBOl7WT8YyFCU7uCQZ459HptFOkZQrG3uJXn2p2dZ4H
KHT374sbx4uFlAGWA3hp0/Y3lHEokimfnhurLI6lghWaqufOzg5ZXfF8McqaYK4o3NEMoRR5fboM
9DPtCeGTZ5S2vtgJIlqTq/pNGf+MkJXx53Avs9lOy9Q5ebQIJYCCFu71gEopRrstFe05RTbwoUvL
r7NZ71Hibg7yKuhBkUSGddeDeFUn+tRu9OeoB8IvIi0+c18sx/tfaHujUxvXqeBSYfLopK2ixj6v
e0Ohd/4MCCKszkO9dJYPuJr6OGq0u2zCG5+KIpqk40v1rM2kHKdvwjkczOcJN70fAuXCRwNa/BOI
hei5gZp/nrI53XmLb8wRPCzDQl0BZLWW61IsrZsR6jOfSYqVf023Db8uYwLBC/+U5m1ROHsRUDen
zZSuPXSqVu0ia5y1pE1d8xmRMLTNFSs7mnUMuwwJwGNIU27nhK1iqv+NJxtwUkuBuojcRb+9LFlh
j1FIQeY5DbPxOIUW/pVTh4ZkNQgfacnp4/39sv2AMiJ+9fug9Ujj8Xq8pEogDqKV8Uws7AyHcDbq
/tFR3LJ91LzOad518HQA6+dFZu3Eqtt7zDJorsFpwA5DFmauh+5VQrxx0aznBEnSQzip4d8AoQFL
gZO6TG00fzJhMx4mbdgTEbuxyBJVCjSXCgAs0VXnPKWjHc0uWkH0U8djnYY9gpJziJosUnhlOdlv
/qhUTbipLRoR8nVYbSII2U0NEZZqlxOVPhTy7JItSXwwkhwL+GaYh1/3v+r2rmE8NM9JhAHQkgpc
L+3sLfg8J73yzOqbft+X6IK4zV77YQ3xZLMyDBQqOTH6HhudomkxM/x6lWdLsYLSzJZjN9R/jZb6
y+qNyHeT/nMSu3j6qvPLqFkPbjpNO5toVcP530+AusIhZbbce9czBTcO4JPIJhCmLeKjPYX2+Dmr
SAaQjvTcHj1YdAWKC9recfhTaBqqkY6KmOLOvbs9R2R3NGLIuUhr6aJf/47F1Js4S7Io8JrQ8+dW
1Bp9+q7+y64h4NYpzEUznpq9Ist2+tLxkOSLSiVJ0Vpef3C8iUZpkQSVPdsPkAO6+WTWBT6+Xazb
M+qWqv2Xoc+W5deLgd+21pg/37rXaGVQWDVkI4rHenWMHadVnWQEnhYjMvXcZVp6sspm3NnR2yNL
LUmW/rFZYsOtMVYpduJZDl44KBVd9cd0fKJ35PreoDyBI9irFWzPD6NRHwMOgYEOUeP11+Sy6ps0
6osAK53yR2aU5sn10vHh/sq9ZiPXkZwchsVDJA+Vr3XdPUZL3Fwwuw+S1F1s3W9YvcxvWwqjFyG0
5GdVmupy9MqxRn5UQRR9fIpQxBiPbolapV2rg3OwCxyTPiPz5v0b0SXRfM0DfnxIO7WpjrPmRcYj
N46T7nA3bi0R1WZeX9oGsnVwvURFKpyqFF4RpJqwDzT/lYNTofB7f4m2Tz0AJ+mkCOEIvPGmWDnh
UDN7YRk4+JXh6+naxzHM7UMNDPp8f6jNhCjqgd4CxkvISWq3is9EuNh16YRV0GtechiHGIN0hGJ3
mqmbe4JROCvsKXIg+n+r+6oKU1Fq+VhzYIvk3LQGoUQ724ofhpjt+IDhh7Ow9Xhnq92YnNSzIF6C
rs00VxvaMMbcRsmkCXq7Xw6dImDdmtp0evMSkl+RD+OPS9VyXbLMiynJZkwQgjHUhkPf9RFpZ50c
74+y2ROI1Mlblk4g7ym+Kdc7D3V3K2mSkbkgAfywzHb6nBPaHKn87DUdt0MhkPQaa8LThfa2WrZp
wQpm8JY6WMbOvnTCdI5DZENbVOI3PyAEQFBPoGdQvZMIuOtZUYnJDNR9m0Bok/4H3yZDBQXrwVPa
zFPiN6MIkb1Z9LfGt3JY/Lvwc3xFEq5mqPZpqcd12wSpbkCo6+cUGfdw+RFmcXH2Cny/33qi5YCA
FgilybU2xfOkb2QlomwC1c3rBxeU9iXOsv4kMAHf2fSbN4OhWEyJ/aRjTNXwekknSxNm3moMlWj1
g5oi1dklpjhl1IbepUi5fry/MbeHTI7Hl0L4AmeyNTDJdOrUU0KjCYAn26eqsMpzoSlvBJlCi2UU
KoQcASD/lFCuZ2U1wkzywWsCJEjVY+RqhZ+P9nK29LneiVtvTogyJG0ybGwhs10P5WiZPfaL2wSL
pYV/gbQaP3T9vOzsiO2VKCf0f6OsPhMtL7wTkF4KoIlYh8R2+ulgpHqLLwa41n8Va/xH2EP69T98
LFTp5V3FJ1sndo1TWhrE7jZYIjd6GqXiuoGhxdtXkO0OiIU8Eo2FtY2zZfahErd2GwikfTnKKXYq
cTK/+UYkIpHQZik9Bu1w9RaHiPE3rctG78I0O5jIxwZuE01PDvYEH+4v240bESdxGmiSd8wTsYpz
AS5GENeWJogGL/qct4v6OGvxu2hOhp3Te3MkagrAYSX2dl3KTSjbWWXvNKh3quLodm7ia3HqHuaE
/sL9Sd3Y59ITi3sXtIyEb1/vc8KY3hiKtA36KVIORa2XZz0yPv2HQahEymoC3dd1BFuotrC7uGwD
TWb2fbGMfj9re4fpxp0n21wcV3prFCFX93k7oLNfi4ENx0l9bGp0/psZCxOCteYxKso99+lbX0mX
QBkZxeJgKw/3b/UKJ6Gq5YmZWSXhlBIHzkI5l0rSv4jBqsTOnrj1oUAOgkaTIiIU7K5HM6CahsW8
tNC/jfqSRCrmwxbeP/e/1O05/f9R1tiw0IOahsZqG3RJ0h4p85eHJsWbpoqjn/dHujUfOggEMQRm
BhiA6/nAQewXCpNt0CrJ8JiOi3mIuik8/YdRyBD5SGy/DeQ50ssKIUKvDWqk7Y6tNv+jFbhK/IdB
pFgO3RAi9nWknrTNqERj1gWhHuMsPPbjJZ6ttwfpBM+8fHwcEIIb7C/Kg64n3KoLAEy4f2rGYHmP
Jkad+uU/zAYCrOS48Zavk1qsqHp7CYsOpdh2WXwvm1Tbb8uy2ZNOvbkDgNW+cspohsi9+Nv56T2r
h9CVsGzFPB9JDRwfg7I357Pc2RKyAMgecSzevOtRcmFNyWAiLYfXlXEK6w7zKAcoxpsXjRxNiuog
RQWPQV+NMoCNtlobAbt80A5pmihHoxZvv+EIRsCTSHc9+edqlGhIbSxELVgDWFF80JNE/QcmnPEx
WvrsceIS+uv+rGQ8dZWkU1ZiPvT5KHdRVV89rm45VM7kAsZenFoVD1XcN8rnMZ7F8hyOc9U8l1MY
2ufEwa37gUZ0H705RKdySCXYIEaSUu2rCY8FSz6ZQx1kbUeJNo4i7Wed4yp5gB2mfEdgSOzdgNtX
hKyHEaVeMntmHVCYXopX1mxyzIhgxKEsFbM4g2NYLoaFGYrv6EWxVw7ejil1ryRom8oNkdLqJKgC
omgKTC6IZnWMj56aN/Yf+WIM0VfFbBXjrzpLo50ihvx/Xn/b6zHlb/rt9EXdOEzUfPugF6r+PqM4
drTjov8+Z8Sg97fR9qDL64Srno67tGZefUXXXTpTQeMxgLGlHKcWFHXeRPXOA3lrEdmqaLlTK6Pm
s5pQMmj9oHaNCGYj+1aYnfCx0HovFv1RpNVecHtr9aTbLT1u6Mf6Ot2vKm3JKOmKAKO57glBsb9B
Ns8Xd8GY/P7ibUaStxc7Gg4CbS2emOvvpBhU/up+6gO3qpVjiloohCSj85NlbneG2nwn7i1eZNDS
JuHMhntRzE2V2Pg8B2GJ6leWeuKY9vXeAbsxIaJAAODArCR6enUhd800aAnGZiifJI3uR33y75SF
BYbnFvbjb148quM2gAXOMo3O1Z4wccxuRlcfACHZFSz1Gq4qFkieVh8anCv3pra5L18R9aDjyEbk
/bG6L4mbrLYrzDHQ3ZFnQAA1LA+4ZdjtA25kFm3jucNHi1bd8K0h5RM7gch2aQlEpRon7xDFrg12
dMa9g0+sBnaeJ6eBUsuh00JxGRdrT29hk7lSIWZjQtTjbNN3XQXbgJuWuBkLA5QvJqN40VVkJ256
xprZDPS8df7OjTB5a/eThhl3M2+SlH4mdb4+C240NXRyWycQLtyICx2gyLqgya5h4zso857y0vY8
UHVFfpm9Q7eMHuj1cNMohizqKxdy86Ae+lizfVXfvR23H02antCEhyPH2VunLYqBvplnpEuQx1DL
j63bszudvnNLnB8RDts55PJ4Xd37CMPSt6IZB6VAknWvJ1VrqTRomI0AK3LzGFdAnuzZbc+6Nam4
Sjf6oRMJ/WSKwA9do++9BZt9Az/vVT+bZiC3zFrexo7BcBTCWQJE3tro7I4tQ3RG1+fvaHO1Fsai
OFJiO4nfzPn+ZbA5nQwNaARsCrVn0ijjeuamFuOvGVYaKuVuXZ/TwYi1s1fHsX7ipA7TkWfXcg9W
POXLqVY6841iOxIxBZKO1Qd3LZ1hVgljYxNFVdpgBumC+5yVee4HLSaWisdO+4wX616TZfOpgZ2B
ySFX4B86oaubtheFlyyLbcGRUtoHXQkz+9GqrJw2JW/kKSsTjPvGxgEaYfY6zmcmmbJxur/qm0Mk
f4Q0FZdsLYfQ+HrVFVASxZxnFgUGhHe4kvKnpbT0nd7C5hBBAUA+mnyFEqEOLPN6lKKrF3dwEUcb
Y616GmcnO9bU/Y/C2rWhvzmUbLcCneeS9VYHiE4JSYvmhoHl9eZ87vGQKQ4R1oPLwRTowfpvXT8k
halS8w9hMBXQ65k5RuMU09A7weTVkW9HSC03SVLvJH2b4EmK25HsgSylnLaRxq51j2ZT5jrBQJ3u
xXFb/R8HIMtjPeJN7hWl+uf9WW0XkU1BtgzukoXkw13PKh8UY+mF6wXx7GbQUJBDONDQzT/ayK69
9cbjdaLoLrv1lIfIa6/HanUrx+azCwO49CUq68rcHpW6rU9qZ1rYhWLxC1RScQv9pCmxnSN+by47
63tjvjSf6HhK2XfZvLn+DWltufRT2DQVmu8PlSbEMSkq9zQ4Yv54f2lfueNXN7xB9EvNmteZtjOY
6OuxbCOXbIsxe2lDren9GP/j+pLy4Y2XTG1Ee7ITLtwjdop4prRECv1ZbdvWvNTDPCsP3Ig5uYAV
dTAxRukPmhpxOn9F46Vsz0qajKGvl72dvWsXox2ObuJZv9qusSq/sgZtxkg2L4bBt5saEeo48wzx
rZ0Tk1EQRG+PqchFf5zztEKgaeY0mX4WtdAqYXmV4ZfMNMPxQc0qN/JbLhTFHzW7u8wUqMMDskKm
ccnMfnrRit4eP4aeHYaPqQAu914blaZ91qKmbY+dV6OnMZWJaTyWulWluIyafQGALjeLP+C3zcu5
NdtwOszpMhVfhAM599JGahSdUr3vlqNqkRf5bm5Pf6HvUqYH1eBAnJKiQCCwTiHuntwimlx/dBej
+Zh1+oDNc2tbygOqwuFw4JyN0Zl1Vc3TkiHX81GUtO46X5vn0TuridO1f8QiQ7bbz8nGDCREmqY3
X1plbH4IvtfwNR1at/hz0oUoPihJSx04qqMs/DI1OKRhKh9OcfjkGkkpPoSTrs6fPKPqZjApiRY9
LmOr1X6NPFV9AeBkEf8SedofAc661cP9Tbe9P6jtUssDt01jkljmes+BPe1wCiyyF8JN48+xaZZv
sYHJglG7xVlR63InEty+5WSvNLjwXKQ3gwbo9XjlpC0IMQ31SzXm1juNF3s4hsib/0HxOX4a6dQ+
A70afnaTNu0kztsIhuYTKRn24bxW0Cquhw4Ns5sHRd7/dq4fcTqqvrQq4rynUijY7phd6VnUnNPh
+/0l3j6klM6ZLopbbB1jzatDIiJp8UFKX5QmHbFFnkfTj93GLneSiO2npPGAmisK9jTy6ABfz6+p
MlMVPGovY9ZzBodKz3/l8IW/cTiAGbW5ZtWn+1Pb3o4MyYyYHpVNwOvXQxqxjsFbY2QvSrZU+lnH
bj0/lTCGh/fIRizuzmbdriRZEIqRUidNwnlXj09SUcNxVbQTCtStT/kwa+eweCslnmgPGAAgGhlx
8i/e6kiU0xgtkCHDIDPM/lIDnfxUiWV4UJHEO2VAJMSbIwUG5INJQRHZKFiFl7qZmimmMWEAq06/
eCn2FphFvdGjUU4LtiUgDh6zV2Wu629VUKEqbTtJXzxO2YuxxPbBUSJn5xPJ83v9htHnfVUqhWUm
3bWuR8nyqMBI2GxeShisw0Nd5ojQIuKxYPIzG051mRH66J9GDfLZZaG7tIOc324RxidHkBgIui1r
x8vBSQiYKqN+iTG5OHXYYvq1HnU7+347CsohsI+pbbIXSTWvZ1lYXVHnIh9fKCyKj3VhDqc01ve6
5jdGkZNgPYH7AbmSf/9bpS+P9IWqgT2+mHo5P6F1HfoFhZmdL3ZrFMTtZXolB1lDWsOMIr5t5dPL
K7yzKZTk51TXy54+yPaqoObAXUHIyB5Hrvx6MiWQMRhBw/SStuW7OFScQ9ZHKdY5kGruX0qv7o/X
e1BCu8nISV1AB6+rOUtiNkZrpPMLLq5LCRI/ij819oyhtpMvenkc9HFxP9Rd1Kon4g+r+TBldq/5
I1SV8a+oUKifNeNSRn5qCcU9WaEzvrfGSLH+9WLMYHY2042VkRwjYj5ow/ze1a2mOHmkEfXMLwRA
shKZqw+T1osX1yGaub802ycC/T/iSw4GNxuNiOuPEBnqIBZodS9EtEPrd/CGH8p4HP6taL9+Ueyx
7c73R7w1OSIe0jskhHgkVlmQEWbtmFnp8jJkYniCrlgcZuqLR3dxtJ11vLGRPbJIyc1HZgcEzfXk
wjZTIrPPihd1VrWHPlriA4TXbGcJt1EEEQR3KMr3VEJJva5HcRLVWBTItC+iGcSDnpr1NxiT1kmh
Luh7qFkecyHmnXbKrakBwZaS6cgVbVJXqQgfTV7PoDVE/Dopi4NOjXTv4Nz4WCAxqGghnMJjvo5U
onYQqZKW5UtSU07waGRcwCKVh1E1sg/mvNR/CoQACh/S2HgJ2/FpUs3xTzON8qccn8Z3dM/bU1QB
c7PNYk/dYrMGFCuluLLEjEDGexVZ/O02RFp51mdHaC9DUVIksNzOVxVHf7y/X7ejyBI60FDQPdQs
1yeErhwEswgj3ngGs7skmXZywd3vbNW1UiVHjxI6YajkI0kk6moXpeS8Vab3Isj1YrZ9zyQy/YnE
g+jeR4vVqM+lIKV9oCU9Q8n7f5Sd2XLbSpa1X6Xi3KMa89DRVRcASEqyJFKy5ekGYfvoYEZinp6+
P6jq7zJBBvnroiLK4WOlMpHD3muvvdZs2eUuk+zZvqvCIlS9oEuSdoMT+zy6ozn0wCfzlF8TdjvZ
DouqEnE3uxzQEfbn8VY3FYqEXV13j6qkVm4Sa/DsEPVxJTVVr2y902Vf2gyA2OD+gxWvwRJYBCRg
9HE/Ukmpvd6KxE5LUsd/78ddjiwjLIMsYjbHE8oQG8a3vOofR72BY+Ko0Q70NH9vOLd0GC+8HJjG
wIVrc2JZTxsFLr38OEumcif6NPflbpKubKGTq/xtFLpBwAlxp1xzmSt62uDJ14xCEuN2ifGz0+Yb
UWE8YwbhNcPW060AiMVGoD6xFOnWMJ0xJCSfmaaAdTtB7Gop7SBGU4Ug3Zn25fJXOjvWUitffKmw
NVmdDRE0tHAid/koFQnq4nWke0Li3XBMAN/LQ51uO6a1WOqgWgaNdZ1Q4JeXdYgwKI9DG5qeIoeB
H8/VtSrxyZPBp4L7SwMxCiRc4qtXd06zoVVnFg9POeEPXTGBz3TSx1ajdafWRLlVzPhaE9jZqYHc
yksmeJrtjqYdNUCHyuM8Tc1WK8AEo7S7BtGdHYWQgh4S+M2888cnSunasImErjxGmpl7XVNUH7Qu
vGZscX4UKDSIky9NGys83GzHaazgc+Jr1RpekCTVrSQ11zqszo5Cnze3EA0UJ+zK1IiQ6Jxs9l1t
od+fcC9XrXSNCnJ2M9C/tbS+kDKvyYj5lBZmT+L0iIvU7Kl5vDfl4FMmtE+JKB/6InifVScvDZvv
P+OtYfxITgz8cfhCSdl+L0KsTjonLH2j6K6xwU+qFstIJF7UvEGSTqx5GuSTO32SlEdtwIyzV+2b
OCxurAghEK2aX6pZfA+64Am/h3cqSLzNkdWkExZ8gKrm8mV/Cw2arDbaJGZ/IIQQ7NSun+AYO8VN
Bsb03niWSS70Ksg1pBcA4MdDpS3bYp7ZJFHnqB5G2bYrHA00cmiv5THn9iMXLkRwnhEiktU9KAM4
N5RrVWw9HVwJnVy6M+mi3l2+As/dtiZQ3EKDA/5bU5PiUe+Mqa7Uxzqw7A02PK8B9AjfDtNrRfa1
oRqfCUYQwDZ1XSglFC2O145mjqYMOjE/FloaoV86wj2aStXLhFXsBuws9t0cjQ9dr/TbUmmDLXhn
eVO04QAMal1TUjpdXujbxJHIcRCN0aR1/NvkhTYZ+qzPj6MRTl6ROYhtz4X27sCGRBQO1sLZoX67
NgGi9lOHyIyqjwXL6odt/90Yq2vyBKdT4VpkPyK6QwHhRAWTkm8KiqtNj6FUSlsl7PFBs1v9yk45
iTiQLoGLQbl7aTjncT5esCCIOiVyIusxrsz7yTYeelo53Qj5LsrP1zbLyZQMqi3IUtMhCScISsbx
YM6InGifNMYjklq6P+Q6tje5dk1y89wotFUuFEOqO3yj41Eg/vaJM/bGo1EblWuqvbPV0+5af/TZ
UUBl6VuFjgDD43gU264h49An8Eibe0zTsKThcB8GHy8f5DOjLNoUyyOJLAAFs+NRSmgX+kyT6GOo
idnHCF7Z9K00+pdHObkuKMnRC4NM78LXPgmhx8lpm1FKbBSymvZjlVE1irW0/YUuSnfl6JwbCm0n
GjT5PAtF83hCdoygc80v8ph3feGKWe13lk6RMXaS+r1VaGYFoWlxQCUmIvs9HgpcNENJKqfSKKWR
j/8q2iMy+uRNPl+jhZ35TBgeLV2h1NfZdquhYiHaXGooaoYyhq9doHQPit1O7331lwnRPQRITqJD
pfZ4QnUE3hdrMRNy9G8xttC3WucgO2CP70UPF+EGmElYyBFrInBwPFDRouMSh3m411Ab2til+ksg
Snclo6IRjx9zBOmRCYDEk7uB5512YMkFsZRqdvbjUNeT8EvVDg8VPnWj11Er06E5q8La85hWmR9N
6RB+jicx2k8WHpHqXUgpYfiSxXJabKaiQlzNJHwsPYqM6mNZp33wRRmGcnYjraUAKhSpN1w16U3t
tjQku3YxCqBVxW3NZsQwGc3hYofxadr4uTNNmStsOZR8FY+c0UtNIuJt0GaN6SpqMugbIY+Dts2d
oa22jtIM+S7EHXG863rbrHaOFeTbGDkxa3Kpn4zq85SLefgK2Y0Cq1mN9l2YRnp1gwirE90OTir+
yjiDrwSwmrKdh8QO750i0uPtIjDfte6oz3LsDyV8ludxJG5/ClI9inbToNRgNFI81ffqYBvYHYDK
YhOrFNnoak3gfBd5x4YnQHVkWv5xgHBjUeQfzQgCqDeWupq6ArHg4p6nfKy3lZ7Mz3LWWN9SZcgE
v21WRv44S/p3Wwc82NhTMasfzV4z2psYQ1zVo/VLUl3UISrEja2gNNWNCYOh/LPJu/QJpoiiIANC
6LUtWgOr3LzGQWufKOic3U11OQy7scFuaZsmtIXfBGSHCEAgjNY/DbHSf5NAeeHK8BYamedEUqC/
Aj+GsmfOYzb9hVGbpXoJViStV4x52XiZmQTW80yI5WyrXi97r8j7ud8ZSmEkN61pjbTj52IapAee
RPoZ9VoPD4Ilin861hCkGxnULNpWdqp9jYxC1zya+7Jy4wxpbj3J6ZTR7d0H0XM4SE7mlWZTSsgu
yVXl91YyyGyMrlf9YYwivETp3dY/pGmfKnf5EEwxieLkJIeWLuXpRq+LdHb5GBJl+MaqbC+nwX/y
KPYn0V/zFLa254R1/isIm+LZDHEdcw1ircYrwyF57iZtlD9lc6c9TPKY4XzMTlMc9MhMOfGmwpCE
j52qmG/bVs5b32wASJ6MWc8Sv410Kd4reiYlu4TcMtzBEjGjzSwJW91MUdvBylg+w5eqVBp1C0Cg
Gp6cJEO5HUVSyjs4Ip3qKakVVS4Fb2fcUR9KJjeKs/k7In5mv1h+cJ5cvQr0zI/RmfneK7gV+Q2c
iNKlaX9UfVurFMMvsYQ3NnXbyOarolS57EVarabwMxz1UGlybB4UWTQidenIar6mnFvFM400VGGP
ZUq7FY0u/7r8Mp5e7FwvMMUoLdM9d4JPdlUYA64qVNKH4hm31+hFQnnz+Z2D8IoDoisATBZlpzUl
hvpyF/fpXOx7mVJy3aC0bqnS4F0e5eTlNUGUFlV8WpXhiq4BC2WQhyGTRL0PgbC2rVPGN0YsqZ/r
Fknfy0OdrNoSrGBhAYmJMJn88fj9wHnEiNSmqfdG2Zo3UT/kntYrmv/OUSjWUfykp5HUbeFQHo9C
239AOaBv96nT24afD4P8wRid8Z2233QQ0QkNSs1HglYBZHo8jtpo41TS54VIJK2MZRr1uQtBMXmh
jqBvRtg429DsivDK9JbE6fh1pN6F+A50wcXKZ91tkcXRGLQDkXll9cGtZf1MlAEHsbChATYtqMhH
remqdSe9u0cHfiCt2BSvESpGi2c131BGMmkuTfOxKJVxpy+WaegOfbz88U5nR1RGYvoWohuwBI8X
tdZmLV8Uux41O5C2pqRrHxJqcb5R2vo2S9UPWYxwi9MM2rtjG+JBUkNUJwkQiHOOB9a6ipdFa53H
oWL9QhhXHxoM0a7EnqdpFZRzMh2yHfKqE6c/cpCqGkzJeay7IHlyUivZKnopfWkjytZoBMwvl5fz
ZLzlxC31XjQPiKbWVeWipQSMGXy9r8AE7ujuqOm+JeOnDWOLCcCfl0c7Pd8Q+MDzuUXITcl+jtew
kpxAzoak2ztimNDmM4Urh3K1uTzKaT1lQTrRm6XzdhE/WTN0aai0upBraz9JeTG4ilRgoFWVIY3m
QaKonZvamh1tmjTv8j8VZ1p0XFMpgFKXDqK5L7JUjNusonH8IbUyo3NxdA+uVfFOr1V+SWB0XsaF
arXu0VRKfnAUOMOe21cmaqkTPyEUdqNuvOYbe2YoEjyqS0T/rP267BqG7NholLt9bky9jy5d+oJq
pvahFFJ3pTZ5digQZliLVAxp9T/+wlJUTc4Q6d2+jsPR8rjogHSMMOyIFeW6MrdXPvVypxxddoAo
S3FuMYoh+dCX3+c3sG8qs1ZWJ2vYt3zFfE/rpoQ91pwZKELaWLt5Tcc/uy2M2lJdofVy9WLrePbC
biwTC/lvJQ5vcESnYjIoUXwNiznJVPj1IG3zDrANF7vZ41/PHqS2hZff7y1JiT1tSIhbKaPdx6pD
ycmoaM8cpWsVhjOnDECSLiBazgHW1OWX+m1NIg2Vj4nC654HootcHG+MQ8CaXFn700+9nGV21NLG
eJqRTxm6m2k+j3u1oyTsaZKY99iwOrHfTbMeXgkNzoz2r64Xa6Ebn8CFUx7PCtjZvKdBcrqJ4w4S
axDH9/QC/by8p06/2dIpCcy6ZMuIUq1eGEdgbJtPwbjntpKe0GoMjVswc9UvclvLt8jBVJOXpUMd
ee8emGI7KDJX15ue7fF3y6wQyglM1T3wQ+kDqUtupEiD38mO2CtVld0MSzx/edDTBwCaGUEXYPny
elurK9maEeUWfTjti2xynuN+Dj8UkuEg1xf3902eoih/ecAzHxJwkgSdKwKf17V6qqJ3DZlhwYAs
/kNoJWiaoAn+EgRtvLs81OlB4MEGp+RDgvU76zqlWQSKNlv5tG9kO/qgJikqhHl8zSnh3AoSEdAv
jJrpKdQmdC1UyM6mvR5E02fLiBs/VIxsJ3dJ4HcoZF8htZ1ZQOwj0RBTOQns1FUg0s5mg4xEIe+V
zDHxZC07XmrM7JJ6vGacc2YBGQqZm0VPfaEMHu9IrHh6ETeVvNfCIdggaa7f6FrybkQUIIfTBlRJ
zZC7cjUhLc+yqEDwem8MrX6bDs70AJZzTefhzFzQ+ANv5SKGGbSu7g5F01CerpV9Y8GWSLN2pLN0
zP3LW+7NCe34QWIGoLsIwHLxUzw8XrLBikPJtgJ531Mz1Pyg1CDPCYAXRATFKP+URhtKewvr+Gmq
o8rZQv1vwhDUqJScm6mW1dRTA2f8PFnjNP9QhyKzNoVsdYaHPehg72u1kDNPNqEY3qVBXf+ygths
70QV9/YLuWgpoy0WU6nUjChKtlPUS++0hyc9o3qx2DTDpmM518yJFnW2rC8qZa/nsfVIPIeuf1rG
CytRUb5cXtAzp2tpduQIkxeC6q02x1jnXCKJrOwzIdO3rRiwYl1667QDQHHdbOosUc0rQfjpVuFN
pLAMGrZ40K2rpHaLfNk4FvjGSKm6U+0YHtOsN1e2yvKbH+8U0GzaqFnGpV1XXc0sVZW+SBFp2Dum
6H9mRtNv2bjaczGDa01jbX7R8fW+VSZZv8J9P71ByEwhkpJoo0PBPXK8R7tAgzIUsUcR0Sjvs3pS
PncpDP9hAsS8/PnOLCVDUQcGo6D9aU1n5MFppUYwVKBlw4PGVrmL1c66vTzK6ZNNRAAyQUcpFwg6
YMcTslo0q7GB1/YAv7VfGIOxzcfCfhjVOvyYxmb2p4N3/PbyoKdTQ5EbVTU4rHR+Qv09HhSl5awW
hartqcI4nlmn8WfbiYx3B9QLE4qvhCQ8ZfS1Q9pUJvoksI7aY+oY3+PMy1G3B/PBrKxr3N/TbQHs
AumUS5Kgmv9/PKF8tJxSogi6d+ToZz077a3cldN2iJpr9bwztyRqdBCmqU8hV8iFeTxUZAIw65Vm
7KGnpxKexjT4JZs0QfjpVtHxe/RjfSjpPsJUSbkzo3lu/MqsxF52KrveqPFYTl/ieHRQKu31pcI1
6nJyE1p9fKimNJz8qZaqP/F8DuMnC55IeKMisZFvzEKOI1qUbAyflS6PHRfOShXQ/pQ107VQZ1mw
4xPOAacPD4049gAJ9vEs0WcvgsEW2r5u4r9EW2mepXe3ZUADkBo3P6Y+up3SGk8z6UoIe2ZrLl08
gAiEJAsh7HhgM2vmAdRb3WuOMO9nXZJ+ZEatXDkAbzy81fyotPMIoMnCOGu4rkeRpZ7t2tjTEmV7
4P/GY2abnR8mbfukWE2zl1Hx3U1GJ7xxGsoDtgOxL8z2mk/c6c5dbIt50wkqKUcqy/3wW8ZDEtfF
yBDYewvbCRe0UvLqsRKg93O6ee+pXzr/lsPIA7iobR0P1ZoizANqaXtdsuONhrkFVRFKI5dHOTMh
KMXkjECHGHasubfTnJalZGcGIREYeG7E4a5XZxyxI/bO5aFOnyFrqeITuC6I6Ek9GnG31OnKxtgr
oSX5U9i1L6aS9l5Y2yAfih3RETgqU+KPWlZe6f863aeMDUjOxc1uBYo6Xswhk8tYVhk7iWPHn2Mt
I9lRY//yDM8uJn4GNN4CiaNVfTyK1Wc41jS9sY/nstuFmPbeRyRiW8zor+UCpyeeCVkLEXyxaoA5
djxUVUsjlqqysZ+gZKIdyhvx7MR58yVi2/qppuV/ZnXSfQ3AOEM3DE3nmoLpuckuBr3sGsoOJ++F
HutRz94x9iWdDh9HKeof0FoMv5i5cQ2rPHP+eXIR62ODwsQ+8SoRtY5URaCaewR9eusmmHvJctPK
dOiOtJLE8oQTDZ9FE9c5weuY9TvZaeLqwawVHKcqCFnFlYzv3PoTMPOKkcETp642lJ5OFgqgtbnX
w2YCW8xyyq7Tp7KpNrowDbcJlJ+NE24Vkb1b6BeuPH2T0EYUYCiY+ceffsbyZFgcavaEzrbXx3IA
Iz2sd3Hddldmee4bL7orvKEsP10Ax0M1FE6AhyNr3xej6sJpMvdSa6JRkgb68+Wzc0rTYloI17Ch
iEBAe1ZjtQOe7FU4WOyntpd8Wt+G1ySrUGnMpXx+GpRmmlxr7rL9NKTx6NNlG6TbVrTdc5Pk5rjT
UjW6hpQsgx4/PEtKT+AFigCEuOZR9UXYNpWI7P0g1/qj6PP+YYRN9uny3M+MQo6DgCN6qItF1OqL
mnFY0kPSOXtr6EY4J0UjvveGOV25gM98zaWPgUYosmw+1op2ZIrI6mYpt3lR8hTa0TQ9D4YybJXI
1K/MaAk4VuvGNbgsGTEyQsqrd9JK9NnqetneZ3bbv/RGFHyAXkf51spkV9aD7vO7VxAhG+jAtI9Q
7dRXN28hiUoF07L3phVkbtlmdPba7TVD9HML+FbAWGQ2eZdXC9j1jRY6durs07zoNoHddZ4irBxB
XvmavdWZLfHWsQYpaJEWW2uuGkZohVaVOftmrCZ/aMvSQ/HumszAuVEWtwV4fKwaWljH5zuq63Hs
QH/2Rov3SYu4np8A89y8++NQaULueuHIUodY3ZWjEhVUa9LwwKto7AoxdK6sBdeaW87MBTIVu4D9
tuh6ruZioieMzAaSUOWgZV4XW+ltyg15DRM7iWI4p28iv5SNCc7WBql2MihWjqXuQc/tbvYnLq35
RUmbAlysHSX7tuOtLfwEzSbVqxpVpnnXbGF2Z6OtN0+omKvjM6aZkC8ABurMIzjHfXuRmZAS1+Ca
+xbLiK64FR62jo/dk8P/T7tCuskCwKoH2x4EhA7ZKqirxIaRv9QImRxa7pYYw12zlV2nG5DhQl1h
yn4KHDvrB2EhqeAqYZg9F13aTZ+GAo381FXNRNc9pqA1H8o6gBOkhVKMwgJ+no6bqkbya0jxF32O
E6MVN7UqVGOjo2w0fBjRtLJcWQEp/jbUcjyjWaVM5gdJjxVrHzuZqG5jjBQC2lAGlKUKdXIoms7N
PLm4YfSlKyFRmtZ+CF9Q/6m0ePG8vnPjWVCL3wB2Lr1Tfa2eEAC1kMnedwQAvqnlod/myMhfHuXk
rltGobGHDrklQFmHYo0kKSotUfbeFl1yMLErcvM+1D9k2jhugiFrvl4e72SjL5r7BrVvgBX6fdbX
uKNXjuBvlX3SxWJbqUjWRrVuvHtWS78hQSa4A9C2uTpOBk0bMsIT6r4OrdoXVlJu6UiTPhjlKN0a
anWt6/h0Fckhl+5m2NEKj+5y7n7PrBJZ6sy60fb4L+kH/O+cyI3gan8OA00KXbnD0PnyOi4zOHqj
gMMgLS+yBQsRdw1OTY3TlqnWE8LVeW75hlVWr/owReXOLLh+d5UhjcYW04XRvAK1vMn9rYamLQdG
K7zmBVpfPVewCRdPOsfZ583YTY/l6GS/UqtIv9bWkIZbK1W779gNUcnL0jEcUXh0UFfpnKB7Ldu8
kW6dDOsoVzMzyfHZkza8QY3q80tk2o26I2GsZz+OdYsmympsy2+alYcIyXXJZHhlWnfxRoD21H4X
G6L96ASm+Veg9tYXmku13o0nFApdGSbij76hdLu9vPAnsTOVShNNGRr2l2xsLYQcZi3V2xk1gLpM
huc6DbvHxBkMbh1Tkn6as/xS2L0/Iav/qxZ98+3y6CeP+ALdEc2B9EDxJqY73mh1BJULTQVnLyVp
vBvaWqmpGKth6k1tml4BQE9eC5sYCMRukWxfeqBXHzoYtLZo6sbZOyEkxoF0yaVv9bs55rpbSNWu
KNSn0Ob6vzzHkyuCnJBOa1g58FZoAVsO22+HqddqWlAApvaqmrfbtqHLLA9pF3nvKAAhMB9AQknr
zZOVrK1cNtI4OQyx6L4OkshcdIzVz5dHOf1ejEK3hALRgpmsgV2jmjH0Sovk0PRSurNyRb4vxjnd
Am5dy6xO7iBSdgYCJAAsAEhb30HO0OQIrAG5ZA4+Eub4bUxDywtoxm+7Prpy/5xOjP7WBdbihVKR
W1iNFkbFKMKyDA/10Jce2AE15qzUHpW8e7cZIcAHzGygcSYFnqQe74d8HNHHw73ikIyC8k5V59s+
Qw/m8pc63XXMAvlEYAlwSPLF41EkYDqhFhVvYB1kHhFHdCuS0NldHuXMsi25Eo8TFWyA6uV2+W1v
V5ElrHSIUpYt1UK/FE753Z5p5HWTpohk//JoJ48E5RLeWGZkoQ5MLeN4NCOIBzMfeNdlI5xdI0dT
zamkX3XZf5CSXuzgkl5TXDwzQd5A+OYozixv72rIjhvJnNM2PUBwL28Do6XoNbVSxulqg/7KbXjm
mzlL3YSHfulBfGPA/7aakTWGuhyWyEWJJnxwkKX+lOi52FxexXOjUHZVed8Xwaf1KvbqBBiV2fkB
kVhEtZrW2fTOdO1bnRtlKbyiWMmxAo0+/lZRmCgFkgX5Qe3sYEtnivkjjIzk+3vngoyUDkFqkSAH
BF6NYjbYYWhDkB/MYEyxEsE9LW2Rprw8yunDwSgGH4U2MYQs1yd2tuRZFU1RHESmzbucfq6NM6Xz
Fi2p9laX1NGtUA7/0Fa5eY0Ac7rltUWJgAuJXGRp5ThexmBQSpjTUX4QitUPz2qdm8kjXTHqeKhJ
IotPk1p2P80yMJJ3S7y/eTFo6KdQLwTbWn6133ZjU2aNkgyNOGSROdieKB0s6LDXff8Ro25OOYig
iC+INtHxOFk8BdZsh+IQ9Ci10CeQe0aO7JmTmda7L8VFbIH3i5cLxdZ1lKkluYB73opDUc7dFlzE
PIikFVciylOEdNF0oDkKkRuiFxg2xzOKm0TrJCkThz5Jhxsz1dNtZEnBjiws3qhDafp5DhcYZNz2
RiynNr096I8Fd96V6/n0DaVfn6NORXupXax3D2c7A6G0xKHEZGc3VIXp5kNUbDSpDnwlpYJ2+aCc
HnrGo1sfwBDQ/YT/LqrJqIwwKQ+BiBOatKoJN+HiWsh6blakszzYixjISQm2UDOd66srD/T1hN6s
OYlXOAHdpGpQbvJZbm4uz+rMGaRBEDI3CQr0xnU2RNIy11NtlQeOiubxPGmbmML21sngN9ozoALk
4PDH5UHPLCXxwYJ2Lh1P4HfHe4h7O0BfcdElClTHC9DBNDyVCNa+8snOLCagFuA1/VuYM62ZFgpc
7dGY5Oog2kL+KzYL8ZynZvG5wdtvo5bxu1mpNInRqMVbCpcJTbxVXGKr9cCNbZcH2Lna3aKmvVVH
3fQSTf96eQWXe+Mor2Mk7hWQSK4vItZVuF/XFZTPkJkBwGibJsyq3kMsjB6rSk2RMImzXH4xJ3q2
nT5qb+ukFFd+gzMbBxyZVjVYaNyga0Sv6dSqn+ekOXDHCW3DfV2rG00ZuvzOEUpZ3aJqID0XQjbE
lWzgrXP5ePKwZqiN8ngsIeBaPD2K4gQ6UGccsgoLDYsHyijRT0X3oAzvkP6s4lunhBN1H6FtXv9V
WuNs7eQhT5qPhTXTPOemwpzNvxSzEdUHadScadeOatUsnUlycXv5U603If0YbAW+0UKtWFK0483e
DTCt+1nJDr1VNH4/p3ehFBwKPfxC2fi9mdIyGNwbUKIlGzyRWFUV0SnWnBSHSDQKZq9Zj/2q/N70
hVFQbeaSWlhM5EqrKTVZqbZ50dYHjAtNzzAkZ8dWezGcUniQJNorb856sy/DQdYjhSezoDy3rPBv
j3WpQ9q07ak5xKVk7VqdNyZzemVDX1jvDfaY7ZppsDd1bYaeOlXRlVtkfVsxPF15BEmER7zja72b
rC2blsCrPWgStjNapoRbyaTB7vI2OR2Fc/wm8sCtyJW8ujvMBuVfbQ67AwI19kNFy1t+M+bVcC1C
fquI/H56VLrcFcAQ5BCAys11nGA2mVQ4XTccAIYw0FG1ZLR3jTPLd0jNzsU2s+fkm25IlfIU1WhN
zD6dSyjHQgpokUmy5a6pQDBUunuzMow/Jb0mzzu685LRs/sBdZmpR2iGRlEnSdwuNe15Fwa5+TO1
5PxTHIBNuHkdJZgs26HzdUIGlq4GWXrRzMZM3hkUMVlgA/JeuFqL5eCqkKKlNCyOVTEehCN9V3s9
2kUiMa+c8JPujGUUm1sQ9QCG4pgfb1CtClU7j8sJTLZXlE09Gq3uVvDdJn+WCgSfnHEED5PG1kGo
NxzD4pBpnP5dYoR2s8XiOkGLpQZGdEdkbSSfGpM2vDM1WmwX2MkcW2q6oCirbK+s7AG4by4PvWMT
bOeK9SjlHTX7t338X7/G/w5fBVkAPPui+ef/8Odfopxoeoja1R//uS9fi49t/fraPvwo/2f5p//3
n/7z+I/8y3//ZP9H++PoD5uijdvpqXutp+fXpsvatzH5HZb/8v/3L//2+vZTPk3l6z/++CU6LiV+
WkhX7x///qvbP//xx5uYwH/9/vP//ZePP3L+HZMWRUyM868f9n//4vVH0/7jD1X/+1LiXKwtuA3h
yXJyh9flbxT+BtYsjzSFNWh1C25VCJoI//GHof+dOBoFNnAZWnvoOPjjb43olr/Snb8v6sEAeWR/
8EPpsPh/v9nR6v/na/ytQGVZxEXbMOayw/9z3CndL7Ed6R0iOdA3+HnHe1O2ZqWWQ2wipLmc5402
J3K7TRQUrd0iRHbEzZF7ppLJcT3MVWRutDTVRkRmVOyxL19xyw5b/SpLB9OiAm4gCbfWVkc1FZVp
slEP0vK0CTMr2CC/9jzZoXrl2F8baZXeWRRpp65UZS8fc/po0dbz0rRO9masyleO1bkFRu1gIaXp
tGCSkhwvsCrIJSXUYL1ibvvd3KO8NtLg5jvxsHQm9p0/6aidJ06iuaE6qlv6oacrUMG5+f7+O6wu
oJkOhIQsiTZhK4r3mlY5flDE0vNSEb2ytMfhzNt+Wp4Nasa8Q5CPVkk77VY0bpfsJ3ueunuldhqN
PI8eD7/gIEgu+rjD+9pO/zUmZQw8xugC5eFaTc+Q5lQ3IqaX8BUx3a7QOFclKfIa0UiPUgp/GgfP
+ebydn0jRa/3K3A6bCDCTQ7SEpf8FndM2HoXKSx+L4dX9cVGG/8+BLVNNk0/mMFWaGOgebVVqIpv
2DX1ERy35VvSKbv/Ps34zd4YISy1DTaTdeWLoph1dy4T6SNywdKhMIHD9qgzpLErTZHoD1aSlddq
hud2BmKei1kaeOyJakqWFqLnPVDgaabq5NZh1AM+5LHsalonvl1eMeC80yNOdMFyLWK4i5vIaslm
3YGlbDso2s1z7zaEOg43TBw/CbuIbFfrojLwe/rsM28IVevewtild9vSAO+M5wBUJJREMHjl2EQp
5qJtea9I6Of4g9ValdvR79/e9GDqhV/VLao5ydyOn6aoVhSXdRcv/WiN+QsauXGEWAB8WI+CcmG7
Vqj3/U0QlNVfalmYsQu7tTgUUZ6OPmIIfYE2epzAstVsiWb8ktz8RuqDWvh2UvUlteW4iA+1sHBD
Wd7SyCvqSsk8Cc2C74UYy2ybJ+CsD7Xd0UdltaH0kbZN/WdHB3i5DbRiNvwmpbPB06phQJ+9jBPX
mSX7l4JnZoEsgFJLbmNX9rMy2v2upkECSQ6UISqX/7Wdb0roEGxUdZBSf+yU9GsrV86h0/KgRbJU
L18QGZGth6HvxZORVka+m0QnuOGz2XqhBhmOnhFn6t6qm+oby2SErj2o3Z82Mc207fQQZ818DrLA
bazQeB30CEbAoPRBStEga36Z+mR9ifPO/IqRxKi4okzMu9Jo51+NmlBszxShfTXSYn6skyF8VSZ1
eOrF0qY4V0H6PdVsYft1gbyY24RT+9Smoxr5uSiNz9RIA2wGhDl9RD9ZdF45C/njLEnYHtiB6D9S
XrefZ6tnoTJQ3sEdExSg3EbN5pvSEFnhqlnede4g2whvTChy225RW5XjSg5daC6LYv0ysQVMdnMq
xX+1ia7EyEFI6b0eVDluGzrSmT4B49DvsZhQ7yoMJUo354V75s20so2pxira6IIwbf48BqHc70yJ
9P4uwipCv4vtXg3owsyHPtkR6CcvRVCrlmeHi+VbkQwpyivQI14aYKYFbXT08mYpGBu32LOYYmv1
jRm5uh3Vrdv1ASIfbp+TjkRuojex+jjA/Q1dXWnCwNVrSvabOq/Gp1CWC7yReGkqt+Qy0zwl0LiO
81Fkv7QIBttmrhORuIjmJJ3rgOt+L4e4q7aSJM3YR/WWMd1MzYzGVaJbiQO9xGpfNF6yyUN+I9Y8
HrZWIBY7p9aGUKf5kVVBqNxXgJGUGomx3X5OhszrHVV6DPMoMG7wMxswgjVDc3hI57I2/UIt1WGn
I9A8bm2c40y/0gK2QouXsKzwPlpO8YE+ByN5ERXhFESVvtP9wpwr0kusRaeHwFp0StS6m6YvI+Tt
Hi1+Wk63ZdGO42vQRMl4Gw64KQ2uZQ1m502qNWY/VQ6Z/r/UndlS3diyrp9IK9Q3l0eaLUxsgw3Y
3CiwDer7Xk9/PlH7bDOF9lS49tWJWFFRUSw7GUOjyZH5N44FQOITGt1J81DpKPh/lms58j+L1Gx6
m9wsu1a9wa82ges14m1eCMqjJtauaY86Dew9+ArBwZodvRank5Hu5IhKBx6colXWn1gC1qOYI45w
DIvOQPol1aLQkSXXGo99DyPREYyQFUwtP94ohq9+TSVMWW25CxTfEXJLvGnlCvyBjxVKatfBUIV2
VlhCc9A9WqzbVhI5QTg0M0161ATF/2KgevJT0sAvfseJLzBqwDSuWzxlul6OtQP6KUrFG19uC7my
ZQknk2toMoVxyPRAbw2nbUFYYm5SguyQbDHFjflzEgnNoAEDqGIvJnEKqL8ecQIX2w28A/0brqVN
a1sUVLgFU03NbcXX5e5GbqIk2Xfoy3BGy5PSiht6jemgg19/K+CX+YcklPrchvPR1oCm+Jtt1eij
x0ETR9eWhtzMHKFudH3XorC5z+h5JDdqlUfyoRrqKvuKjB9WLGmY6g9Ro7ff9Da1ToJU+je0CMfG
7iPJNexRU73rrGz6nR/p/kb3lMjpRVwD/bHN76tMcb+qft9mtle02qYbJb2x4z5Jn10/dnd9V0j2
0KXDHfJJ1b3fDNmJ/hFaMZ3ZPrio77CdEVF1DX1bylW97YT+JgZW9SkM4+dMdemdFa5eblPUljZV
XY52XeF4V/lWu1N5MtuC68kbvxaMDsGFJP5WBW0r2lojidcDeghFZKK4kxc2ukc/vBCJLlWJTdFu
/Fo7oF4U7ITSsr5HjSXYo+HdlhBBgkOQa6fEstybYMSoGDOhndb6nt31IiipEq+MPhvbHQdQdKU3
GEGOw/jVHeCKp0ZfOWkwdBBIRLyGrCTaKoj9twbGNpYRJLbaaqwNEzImKOxqF0Sxv6vF/OAaxWMx
+hlHUd6bz1VSmTsji5MDT7DmGNGX/WH1cn/oMrXdJzUHV99r5t7yIKU4Bi7v21ztf6VW9hhFbnwo
M387KAVXgJxHToR6e74ztD68Cfs0twMIhddRlWO1EEruk9qp0j7BsMiyG0rJPyWrO6aK4B6iVP5l
drkWOUIiPRXRKDj1EHCbV2G0b5JS9O0MSSI7d7NHt+/0R7ca828Kp55DjmneCsOobJM2q2zFaF5D
VKG2guVfV1XxqzfcctMW8W2WakcLWvNekMNHAEZfOivs93HCLR1NcxXFcb31IsjVFNYbqttiCRko
Ttuj65fiLtD8qyqQvsmxojophVLHSoti14WVcQhVV7saABfbaQCzJhCQDGrIDRIuJ1X87gZKXW7c
0hv2EiStTyHOQZldDCP+0XKHpFvZyrHdRsUTRgT+11Rum4ByTV1oG/yEkDEyvPxLrA8o3hTIqJDJ
fsN3HW3gQOPGkYsUfTHpqgysA27ruWNW2U+/k0HMuFdyOQp2jUrV0ayz8SrzwN2pWedY6Hn7cu45
rmEJjoZqlOF0Pp6xG9LfU96m/iuZovnTGEcBLbHRdXz4AY4IJ+s6hPVLebqRB0dssRoCuOw5airQ
ts262mbDySd/aFFxitVJlso/5pjGfdU65XMTGi9iw5+p00E+aFXotJn4iv3HjiSt/pwLYu20qblv
ZezscgHBKDMsN+poFnapqJ/9zmu/9xroJnX0byNevZE9mYnbsowNrJgL2e0IZ8OWyh4wHyoDSmWU
uyQ1No2ppqymYtvovWanzejw2KHaLtRbskH3GGidvMlis90G6XCbTUaCvpE8eVVrflVS6Soy884R
xGaf0Gq0Mc6+cQFg1kb+rFotjxih+iq04bG28IL2/O+14n4bmmxw2qJE2gIOWe57z0nI/UY9QrKx
sPuUxAK+WXmxTavCv84lnkcuWU9TS7+qghScCqLpGCCR9j4qaY7ixpNLVCbyPlUFx6pk/s+ACN29
F4bKNPeB/j0bjHoDKO9VjINg46PnXDXJ6ATlTzQqQYC5mExUKKZleU5Z0BieVNFvtr7eoJdl1SfF
HDhvh+xGJSHu8M72TDseve7e7IMAfblBKPdpqUzGhnrXOeDx9ZZ0pRRSlrtFTRwDu2jcwNQuv3ua
h/iNr/rDT7kpxtzu64Fjr3BD0zGjMjgkjTDeBkiCfx2CPn30O112bSjrKBq0iZdYFDh9M7LbThZf
DKwyRzvUcfN2JNZc4cT4yka2OyZ1anOVMvVp3GmIaOR6epT8SjZtTdDG5rtVGGOwFwOtsI75aNSf
wnZw1Z3kqtkXQNm56xSupRwSsfKvZG5gXnquHgd2Wcr9UYxi6yD0hh8544iUuZ1WaWTYquUrPz0J
T1RHQ2Uu2IaKUr4yjbHBFZGKm8ofrN/lYEqtXbqN2sFEMbzAHj2183dVVxtPVtOrsl2lg9Ye8cqT
PlXUephGAc3lUAQduol9Q74zhyDO0LOQwk9iPVTRpqR18IyQl8RFMHUSWNQanEgq1JFvM8rQ3eal
XJgbwDF1txlNl8wXrZ5stF2ghvQxrFx84On7NQepgiwbRZzAFrsCEoqcTsVdHrf8e6u2k0NNK/iv
uSuBTGsqFZhhTrW73ntZIaJKijvVUVLa7MlTlGHbaa78MFmwI2WGCt9jZxnYpvVDyiwZcknZColA
Y3Ry09NPQazU4maU25L/7KclK52ry+Bt1yQPujEED0BbWKiACYxvktlzjZl1BOHM17023oyuWz5V
eRUyV0My2oErNIWTDwb9k6Gw1K03cVIQe4l6ght1/GSEhanbbSrlB0mOh+ZYy2rx4spG8JR0aXuL
JmH3ZGZqcYwhmiqs7cm40ogt7bEukYNw8OMa9wjoZzXJ9mj0Tt5RMkOM0dJrJxgb6WfrB9aj6lqc
RzH9Zs5dfD/GjQIH6B5tPUrkJQuztWPox3eqUWS/ozZJOJY8zKmcBhT/qcl4FDjqWLY8VxpVK7aW
VanpXsik7KU0B/VJTFztG5LmeWVnABgyJ2i13EVFCBrOxmgEDOL8fohztmLa/UbSSymdEXh2hUZk
K92psVHfehgHB1cVQe7ijuSA9rsrtHtVqyOuyw6/wtqvmkk/FRdqF7LW7SAAAEIkxosf3EwufrXI
1HzGhUrKpl2Wa6wFr/iWhHI9aVH6WrcpassKN5rQ4WjmNdUYksro5Cz1OHrKxnI19QlNDHNg3HLw
S6gAEXLjuoAeGVCFfyOKT69p0Cu3jZLzBlJrOJwbUoTxuzlmeN4BGE95X9doQe4rOY/vewhVhi2l
SfpbaBo15CAui7s27nmfimOa5bbJSYs7V5yKvws3V0fHxXoKQ2PZ09UtCMVs3PbDQEY6jt1QO6M2
DKdAaZE9ybVe+BG3ZinZ0ijQLMOPzx3t1uyraNdHAvDMJIpRNazrgUeV5pZCtPWh6pTg7U1lx8uX
68LvQrCCihxrd0oyhqYtkOHfxwPocVuqTIw+xzr3JRs4SlIffB159K0gl/mxpfDo7YYacQ/eeLp0
RDzJk3aRH9b9btTrsN5HrYxWhYYRom8DMwkfhMxKDNSiVP/WIG2VbEHrymyrjV2VbwqYy6ggKQlW
QlY5vYyEMhpfTKVq/D2sqZQcv22FO9MX8SMUKyP2uTxKAzRTXnb3mL/qGe6aDJMEOy1upTHwIjuY
SPsHWGlGshc9Jb4t696CO9BXorst0ZyDfeDLVJDbqEa80uhA3zsuVzjPtXY3JlbvOeBQzEcXzHHr
GBk31M6LXbnZYTodrWAZ3gqeZ1XCN71WXqcANt5qwOclLz1TQSgpib+J0168G7U8PCYUhQD6IAm2
xUV5MOwaWxGyFVMMqw3v5wwgtgBlT8+Fb3IVFTcV6n1rXOYPhVp+r4nDT9cLlMAHUwHML6soijx/
IyvDDzpMDfl5FnAeeMGWfEz8crn2txAOhidF4anXTaVxVgaPvKLUm14PNpaWRBvExaQNst3BAZze
KxgCZQX9M7VDZ7NOERpwHAbVKIDJUzv1XW0WxzBPDkQt2NSj71bPReaW5gPQ8wzSiC8MT0YnSNFz
0fbZdtRqfaXQuVBVpTBDdkyVZcJczSrDqQjWqk/oLwyc4bbJNQJwUhf3yLJ1K02TD/OKDib4AQQM
aGGiLzBrZbQ6Gj/NFKovsQYtEiXaoDmhbKRa7w5FGnvby99xYWjToHDBRi0aPcnZdzSaKha1qb4v
GyU3uuv31+x7TmJB6Fe+4YdQ+GRSW5y01uUJnTwLpSidUfp+TCjPxKxPJKlJNZ4Hyihp/+if/FVX
8iYAxV9lr/V5C/K8lfn/X++Sht7/3Lr8Pw1Fhud41rzkj/zTu0TA/j+Q8ieeOoB3TLH4yX/1LiX5
PxByJwEocDP0Dthg/9W7FPgz5HiIe8NNBBMBBva/m5eIU/4HdyDsRcB5TN0huqF/0b083+Uc8dzX
NH1A+tC+QI5htss9tlkN4Vo+GZ8p/Ka+HfQO0tH5Jl0TQThvXHyMNFuLo+eqkaHx5Ix4VwXi1gsw
o7BHB1f2EoyQuqZod76tP8abfv7u/Oql0RNjhXi18RkgxJFs1O3X0A9LQeg6gyaxoFziAXQeJFfR
rxCKQTpBVNmE8ZMMz0UKgUCseZed7+R/RjOpkWkaSBmQ5LPRJBwV/dB68imtzGMRUDwwgSzmK0fh
QhQa7CqFAOgZk7rb+XDiltZylmTqyevb7hsKObkT41a8ieJKWen9TQvrz/XyNiBCvQlwTAjhObrN
6Msw9eJSPRWdzKMCX8VNr/ruiljEwveZKH0kDuhvIFUxW96QGHIuUkU9pV0RbJRW+4bIJ6LTuZnf
DG21Rpt4g/bMR6UBYAUchkwdUKrzCWxNTygAHKgnDE4RqxYSI7mnjCaRVQe9x+OEqgIPeq1sKRx1
rXhF/lA+N2XSR5sqsypt6/E862zKN/BJWyM3nhsUsMlkNJhW9uiH4besr6kUKGL4CvsDbZSAOtQP
LzDk5kuLvfQhzKNI20Y9P1zpTM+hydNpMWGBISMhnUmzebYKm6oTVW9s1JMSiP62lopPahR4G5/q
/0EcDdrUwudEbZ5ytx6vaNpXYG5MZYWINcMDvC0dSloT6Q7ZBISmZycJyWCh1y2TLPPe3si9yDu/
vgl5gtvVEOI5XWzRgraRSD/6JQ+ad8f7l38+5hneY0J+zr4xcqhMBBoHU3d1lpqomSG6tTJqJzXi
gaF4+XCbSndQw8atWtfxKQjVDX4uxcbSwyNCRcpnzVjlHS58CuAroCG4CYBGfNDsqE05TOqg0U6y
FBXfeT+6B9Ewf7SAxg+BLHdbtDajG1Q1m71Q1PlWglJ9qPpYOF6ejg/7eDJ6RHgY+Sea4EBhzld8
rgBPQK9IuNajQZ9K2v3XUevclYPp4zcnDEQGjia0lCew2XkYXrCVUsmNcF16G8Mdr3oj/21Fk2Kd
DiaDQjJtVMqVRRnceF//foSIRnNJcoxMzL/z0H0mRR24PeHapHYr0a/VV7AlHw6paWx/AqizS2QY
PURR6Tlfy/JtMly1pdNYR1FbOQqno+ds2YIHAjutAWfG34WD93wYWWxIjVVZ1nXdAlaQAu2rKpS7
oJTREA7d6OCZ8RotbmFgZyFnawM/rzKpIsO6Nj7HxQ9Jvjej+0q5v/x5PtxZs3HNVkYX+R7teN26
9sSnLn3WpGMX314OsTAOkjcYA6KGqSlIs/OpA/VV4QIQ+CfauU44FePkxum921Zpd5cjLeyms0iz
j9RVmFLIo++fGgn4C+2cJugfL4dYWAdTJgom7k1QVZ4G+y4vKqj6g3oN/VOXU0Nox+JoRvTFUk+/
jtx8uMEuSVw5MpdGxWVvwhCe1FuN2ahaynh1kdeERNumGLofpW6sPI7XQsyWGkzzocgKQgAO8mku
lZ6da2sp5YcUForDxE3hDMIR8YOHpTRiZor/mH9io7pee2UK+4HrvGYZpNa1WXytTWXl4FtaetiR
8zwAHgUua3b4NOJQ0MgipCffiPi2suqE7jag3Xp5VSzO35848yUu5VZotFrnn3TE5VQgKbQXkn4l
yIfHxjR/5JXUSyb05RzIJ8ZuGWgtQaTPegpt3W6G+DO0y72ZADlbS8YWv9a7aLOFjgwxDYVs8E80
KfYyrAlgmr8Tf5js9mieg2aqqL52xvbyTL4J5c0O2rNRznJAhDNgN7vELf07saj3FWbgXnGVh7Yv
y99bNGAiT7MluOoBqjNJdO3HLx7d+wpjKuGpK2+S4FfX0t7w6huvazEV34Z6hMtLtK8Ubd9n9Sal
4ywJB68c/sVJ9/4LTV/w3eFQi0ZhJrHon3JKBRI5BVO4wW4Muuzz5WlaOobeR5ot7I6SEXgD1oLf
3JZi/olW92+vfPQCH3vgpnIuR3vjgHz4KEh9To4k4Bvn5vGtRcXdGBX/1Gq0d8wDVQyrepLG0gZk
+UNpzW8eD9K++C6Em0Sz3fg2zFPbL4dNNtKVTK/C9lYPB0cxXNs0dh5V4su/4cI1hgzIn19wNvNu
2PhiiVIGrYXY2okkmJ+aXvTpMQxr1/LSXkfFdRICo7YA0+f8Iwdir0s5TnynOIvRjdBU3W5UNTle
HtDSyfU+ymwbDK3uu7XWsw2C56opbzrhqR7Uq0T+S7dkA10lWP6TqNwkvwEw8nw4YVyhXNCz3yLx
m59nG0QP/8W3+ROBV9B5hEAMx65sGQrUbTvCStMsb/9NHsMwJgYBhU/g6bOv0qBBN5bB6J9c6dYb
lEMmFo6g5CvP7qVlRomTVJ1HMcnZbCgZRvBKXrscwSx9oX3Ix6cuX2ETLcbQFeRUqHHKqKKcT5es
Z6IO38I/hemNOypOVEHDKFYuxo8PoOmzv4symy9FGRlh4aNvi7i1ndTgQSrd84+j6+XbIJRvdCX/
ngcd7SXth1bVydZTyn7lt1g6xd7/ErNFDsBToVvLUOmdCNDkVGsz9ACvggH0gil4WzHr1oo0izER
goEjS6kBgb3z6XUD+JZI+vinYzK0IDp7WKSqo8qfh7t/sYPfBZLPA2m93pStMR1JdDkF5VmjLsQl
NQ5/V4HnQT99yneBZil8OL1aWng5p8z6WrcgEMzG0ZQrM8+3l0e0uDInYbm3typPw/MRcbdZSkch
5ZQK915obMvhXgjWEoDFgw/g/uTixQeaq5dB21S6UgiDUyi/GihNROEny4w3ar2maDhnRf0zb8gk
8DKmCkAt+Xw4PUpiII0xtGgV2E2A6MxkX3Q36c/Ip/yRHsABhfZobcR0h8WG/ZcKulN4WG7g62EO
qAa1kPPwUReHgdFPA7Xua+Xe5/21dpQsvfvPYsyWhlyKddprxNBVYU8WbFzpQ7DNd/UQH4ai2gvx
bwHg1eVlsnBBQg3nLIaTaFJ1mB0tjSF3JKpecDLd7jYE3SWJYIQvx1hYipPWskkYAMiUss4nD7QH
IudpEpzcRtvxNBaUaFu6xUresziSd1FmZ0WjC3SelTQ4+WgpNsD7Lap0lweyFIIqFIxsVDhYh9PP
36WMWdFiE2TVwQnnoyYtd167ZmO9sKHQ7KS6/qb/jUnQeQT41bGH9lJwKsWHQL7p+uzOl28UMV4p
LC59Eo4GVOGha0zUm/M4gQK+OS401rP+oiZ3Qndfgza9PFsLjxKaLX9izPZMVtH9CGM1OKn+2ODL
qRROk6n5npL+FVqEj6FVRbeiWdx2YbT2/Fob32we61EshKYldmV+sdqHUPtRW6+Xhzfr1b8d5Wfj
m62G0Qykvge5dhKuK0nfawekT8HIuV5oKy/JUNiGtFeBrPD0MpK1yV1aKO8nd5qAd0uxlpWu8Tsl
OEVNbA/pttAgU6ChGP26PMrFOKTP8BAm7d65OpKaN2Yk+hpJ1He9f+7arVp8E8W7fxGERg821mQY
pjGbyQzeQ6hOl6JiHNRoD8TKuMZl9X8XZDZjeioJPnY3XIhYcG0BqN3pJSSmqoxAx/aquXJWLE7c
RDSnGoRs24fWd4RcbSFzsBp+DEMl32BCEhfpJgBWe3lgC0kSHQILj/GJA0qz/Xwp9KpaNKXBvQGU
yyajxkfX0YNmo/alnTQr3h9LF/FZtNnJIeHPVTQh0cZyYzwmmBOUMVgbmwaTX1038BLz/h4Upm0Z
IJfR+B7UlZldPFfoogFh4H/gCc/Hm/Z5BKqKM7L3qBfINE+cBsq+XYqtuikly7XjQhk3Jc7GIP/z
amWxLh4t78LPjharkKUa+W62PdLzCLYCtL1fLcO+5TOzRzx1MCi20yaH6TX7qGPim0B7y+mArm1B
+FwAVAr6mzD5HnC9WeWjcS9lR7IisK7RyqNmoXYFvQ9pALTK6Px8kPICSCu1fhOcHgbQ636QwZLy
nSy6Nnplpxj/4p12Fm7aSe+OsiwMvSRG3PGEz66tGbdx+TKGD5f3yNJHez+k2ePFUwHM4tuIVl17
lWXPQXM7rDmRLG3D9yFmVQ1T8P0CIUpCbDDuSuVtIRzM4aVas4NazBNVafKVQ20NxNJsvlx0kABF
s/4rv3FIie3Mu/Ny2AyN8BtG5Alqj+tAEUAXcsUofTk0LHRWxZQFzUPnXawgDc+1Ck5XOepjEtgW
iMJNIOXmHifn1vbcotxT35NOSll1ez1JvJXVuXjv8q6hEwj3EzLqbKLxgAsK6MmMX76F45ftoqbY
jK3yOwnKG4UPgLTGcSobKrm4jYV92x0DuEv/YkG9+yVmlRixLuEzqX1wKqQb0IrgEW9Xm2WL+xCL
Nh6M08tnXqg2wdy1MUZzJ7WUIid1Lcy6dS/dNvGoHaO8wcl9GK4BWKkrl/7iUlbJCrGFMyeNzPMd
qXdo6bUxges8Fq+kVt2HkjQ6JpSMDWROcxMU/XC8PKHLnxW3IB4hnOqg1M6DgnBuw7gpONY14aYp
7qP2ICvbrK53krCxqEc25gPe7NtAirdUlbZ/qSn49sSDY0jRFD6ghKLvefyuNl2YYNMrJXRvjBqy
oCSv3FyLp9C7ELNFY4YBbLqOJ4qYPYx54YzijaIXK+nA4qr5E2Re9gIEh3iQTxAhyb+TnYbR1x68
fVIFt23wK45X1spSnsPiNBGXn97I8+wD1LtaIrvCmJKrEa+DOL6i2uwnK7fu4pJEywuhfPBF9PTO
v04rwbdxdZYk1E0bGJdjaE+xlm6kYH3fLQ5p0pDG3WyqG85WohSH5RD3xELMxgkC2amzV3Thtlq3
dpQtLghwn8jdAjEBZ3I+KlikOYJAHOVZXNm9+9sfdgCLTe16jF3naJnI51vXAXQSdL9cMiw9hXk3
/L6889Z+ienn7+7ftDa4TCQ2Xhg++yV46OBqDH5ejrG4KCfNQooAAPDmgN7EzH0RCEdwglhoa+ah
xyXRL754/s6Azj6uRFse0Z9os8XiudGoQegPTpoPTAIeOvJVuX97eUjTt/mQob0b0jylSNU4whWL
Q1IuHN198vJ/tZPfRZidSIYCvCmrmLS0cWr9DmOlre+PAPd7x3ooR2/ldJpLof1zAr6LNzuemt7A
I9NtqbGFriP3n6OoQJ32cxYcp1ZQE1zlfRbZmngXogagKc3Gz2rbm7iga1LjK3M7P1QiXepCtAGo
5cShExq3Loj8y19vcYmYNOghxb9JgZ0veiiElm/EA6dk0LxWjTEeR137nvZKtpIzLR4m7wLNdhcq
NVof60xqHz1LSQRnh5Q6wWkbjsvlIa1Fmq16yS1VMHJEgtp9QPTpitYNMIdNmj1fDrT4dd4Nabby
TUy9cqXuODDg4dmB/hIF5draX/s+s7U/qEkH8ZoYqE0kvgIh8acUJdvLA1kLMlvwYIQNxUeL4wQL
x47cVxAHq0nc8leZ1MImlwX0HM8XmojcQqL2LLREivddOtpC8jqI/akOVhba8mD+BJp9fsVLfUv1
mDGj0K8T5cUczC187ZVFtngPY7eoAp19o2icDyevOyMbZJLv3tMMUFyKYYP8zuxQQhopDqRr05PC
lYNpeWR/Yk7r8d0FlcUF8FGNmE37LErDlhWX9/lKkMUbCpQjEGdc3tCAPQ+Si57Py37kVZG9RrFi
6+1BDV6gLpT6rk/FlWx3aUgIqLxB33UdJsZ5tLQOm9Dq0U7X/VTcF5mgbnI37PZVlMUrod6aMPOL
iq4TsmKU71CQmFVsqiYqGxVMJJCk8VDBoDS5tKIYHYFsn6EeXO+mR2QXVduoHTbGeKsZzde6Ua8q
mM+RgODjWA/7yztvaVcg1YqCPKkPZI3Z9pbNdrQy9GtOmFRuSOWk9DWtBbtvtpfjLB1VGhhvzILe
nAxmm6ILh7zuzTg8xd7d4L3SBLv89y+tmvd//+woxCWWypOQhKcsBdmj24oU2ZH3mKPtUHJBptHm
crzFFzjYbuCZqEjSKZgF9CNNxVpgGpDVFbuyiNTdGOmKjUS+cfBySLFVbHlOoWOEg0ZPgiQiGN3L
v8TS4p3wbUDDKDuimn++eBUjqjNNZ9CS9yB7Ivy4K0F/uBxj6cNhq43vF0wSmGDTz9/teXR/mhot
8fCUxsl9xWvfBh6W/4vDjCMZmT3qCBhSK+dBCnjdA+aU4amoUtVpRL91RNBAmzbPf1V5y2Vt6Wui
qksrhpYsXts0ZyfDgfOYRsRzScyG8DSIN15132qxE2U/JDdxkuRmsNY8NaZvMd/8aKuCT+A1gw3p
rI4YxKhFUicKT2ZoPOSKLTc/QvnQp4egd79I+RfenyurYzEiJgDIhgMh5al2PsBMEQMEufTw1FZb
ch6kuni3QF3NVI+SKZJcRf+90Mzd5fXypi19PtDJJ+JNiZReJk2t87CVBnccS0caFb+MnRpviuQa
Qa3mp/tChaaXUM08FcNe7RyYCEiXoBfh+MBbvNVy/MeVyy/Cmw52NhAnsNTnv0gHmBAp08I/WXCn
xY2UrlxUC6VhAkCPwZ4aoW0gzucBBl8sFEMGJxl1PDnqYDMeUCn/og8FSOr7rn8Z0tzpygKKvvtp
aPSVTfNxAROeziT6b7QPP0jDF7mhD/5Y+SfuGtuLSrujI99KsIq3tfqDvuJKvI8ZBxQw8gjOb2lS
mJ0NNzaQY0az0j8VRgWzHIp977Tdr1jf+Um4ci0txUJwG9AQ3XBYabPdEiPv4WceMBClzbdy8nX8
JhgjUGg7Uf+6fjjp5oIMBZYGAGoOgbIaxBWjjARAUF+jkCQqvpKiNR/pj1tRnbze+FDIh09n9flK
SXAnC8aEUlAd0B5J7os+dKznQX8W0hf50epWXsQLK4NwGqUzbvWpr3werkzkXqsQeT1lXUxXRNgo
LtoDOzk6mqjr6O3vlS0v8/fNtvxZvOnn7+4IAURKkFY881G92KEI4bS5dkSiYo/GxYMCbtjrX8f6
STjGQW2vVTQW6pXT5P4Z7WxyS9/sO3OgbCL4wsEwezsb3Z1r5CjyXIWRe2M12rbKzYPb1TtZzDZ5
qzm8AVZ2x0JCwK8xNYjgKiHx+oFcJrpmpk2VFbRwjqiQOar4NIQPQxzsq7hyFOXHgPhDq6zdnR+T
ADYlnshUpqe28Jz+5SZ46FlZzDGno+1vISFRNvS515bwQlECGD1gx4mQQH1xvoYp1wbaEIN2H4ff
yM6IqNYMziQ+46NQMCT2vXbUEUo9pIKdVSvNzoXjYPKh4qoGw82Cnh3l0wFRDF5A1cr4JfWVHYff
yvLFCr+E4a+VtTydLLO1fBZqllOZRqOaQkeoonsOh5dM+xQgUKZ7d8a4RxXQNXdZ9rgSc2H/vI85
r7LANpdymins16iyq0++dgiy69Dd9z/r8s7X0IxQoZtRQVs5ZZfWLIgjUrup6MkjezavHvR60+zZ
On58UtsXsXiOXiq0Br0ISbT6m2p6O9xzt5eHOyVW8xnG7Yuka2JIQm46Py3cTELqr+d93JfbqbDr
TsKidDXkdOUYXGiRg4N8F2mWu5pRNcreVEdLxsaBxYjwTIqfAU8uxYIzi5wp/pnitZ/7X3A62/vW
nTv0fw3w4XeYcEowUdinb5/g3dmI8Ag6k9NoW4wenVJAfdI1AIjoSvi3FgrUDadYkw4zGA5W1Gxm
B4TP/EQaAqi0maMiqRrnn72EVu6hUNUIEcoHSYVda7gbQ022U5dQjqOTH47I3rn3l7/ywpV39rvM
5l6X2xApWvpyKSXDPLVs13qOjNJGnMBG+sAO/cBZrW4vnYXvJ2D6+bvJtqBlTc95zmApurdyc9Ol
xs7sXv7F0Cxa5SrmG7RbZtNc5boGicRiu47SoTT3SmNtapQvTbV8Cc3NqCpO2IiHy0EXslmeRrR3
YH6Ras47vlnaNrroS9RekOXZtTkyXwlivyu32NLefB9lOojfTaCcCZ5ZdBRfZCHeo8dyaIpbpaPw
sIYDWAwkcXDDTKZ7PhfXT3qtbVw0ok5oQ0hb4Hz5PtOMV5UNuEML1VzJ8hZnj2QZey84QNR7zsdV
j5rZFZkKi2oAITPeIqG7ufx9Fgc0MQ9JjzUYH7OlFzUVSEqBMxxjTkfRbiQx2wre1Wp1cfHMnrph
/y/Q9Iu8+0TNIKRjPwWSfO1kJP628GUn7NsjXYKNVLU6isv9TrTCX5QdfvzvBjlbHr2ieWU93cP6
eAjRLYm/TPJLkrdmNb74uSbXdOQo2GhzeRQzhyvoajBnyKccyDooIm0vj2QhRYa9gdfb9HhCFGV2
zSsxFpdQRWA+oHpHkxQhWFuXvsd1sMtpNxt/p4oyYRQh5uMIwHfjH8gKnX81JS4i/jPMgbDeDjqQ
2EP9952U8xCzhTEIShtC4wxOQ30XIsOHf5AtD2tU9MV1/m4gsyWgaKkoo+UNr/I1YwiGcQudY8yf
L3+e6W+Z5wjvp2uWmOQkuygOMJZeLhHfLLZFfx31n/oQDelwZSmsjWi2FBILjVxazZyseXVjhsNV
5r/0xaMclneXB7UYCB0VqqxghsQ5dL6JhFaqRXZPIQ4btXiQBuWmEje9VzqXA02L6cPsvQs0u6CA
cZWaNz03KwkN4EGaXoCW9uSmhbZyKy1+J/ipwKCsiSk6beR3h1GZ5JKVRnwndAEc3LFQRw6/1SFt
NTXzXy+PanHLvos120ISwNF+DMGFGGo1fu5SV9wnmHPXhvRSVkawT5Phpy6O2f5y2MWvhuqNyXlE
rXVuICtVcqL6DSAEQ6wz1FbhimSp+zVVNaj/aFOv3MCLR59FOQIHkQnzMxtlNYoYS2iEiw1qrVoW
cdlD4VtZ80srhMo1XsaTPBD/cv7dxtLNDWQ+/4H6sYdr5Xb9FF8LMttYQWQmrTmhbCLpqtawSbZu
9GxNH2RpvibiBJU+SjgkRucj+b+knddy3EbXta8IVcjhFJhADocSaSXbJyjJlpBzxtX/D/j+lmaa
qEGJn8tnquKeRu/u3mHttWD+B5vvUOtoLK36oPRVBetgXGwkoCu9Gx1Q7y8zwrZAe63D3jfy6jpO
cZfHlQbWLv0bXdLskKawGZqtMu2Ceu72o9OZe19N5F3vSyFU56a5RyAsc4fU1O4UiCAJfufgBHXM
5ujKEseIJ//yZy7OfHEex0A1/wcCqlWvMCEEhM16DCCq0Iw7Wz91/oPmJB7ZXrtZ41rfbUBbcKfZ
jIgJX0iBp9JxIjpazZ5Ba3s65J9uH8S1u4ZK3U8Dwto0AyKbaKbKRMDzAMQQbTA931tGn1HeCd/r
MLneNrgaai3xKQSASP8RjVx/zWGiZRdMRMNGWTr7soMAPRvkwpXyIdknKiyJFWKRXg47tVu2RflX
bRRbVebVz8pNQMSnv9wK178hjQezC32V10n5m9lJJ64hk/92e6FrN6tN8KAiN2tYaMZe28gDmEBU
P6EJaO1kNBK0ZgeRYZajgPE1aDba4y/Vx1c+emFN+KqKU0BeqXH3INtzsHwPSmIi5emZJtC+b0u4
0P/OtImgrNvbanN/e6mr1wUChxrVWLgNbGGpjoISba5zJ+VocaBl+pbrm736+feFxfn9xNmQ+Puj
n+0UddFX2AqOl2vz1fe7MCGcA2mcpckaeCH0ajgkanRQlYdm6u5i+WOhfUb2YDN4XT15FxaXf7+4
VVpjiCVtZlGx/k86SrbrhMkOxqddM4Xf4y2Ky1WPv7AmvE2ZLKn2MOONMeDluarfL49GF9RvKMzw
pqNBCJMmWaG4U4rdy/HL9AKMkvG3OD69ZSKEV4OisKmDgYOCS2xjpE7S1RNX1hzuaMF9zO1d1Xwc
t1gnVo8UmdIiS0ZkTOBwvUEdMIo0lCl0pXH30BaFF2cfoX49QCfpppbu2toAnUJIiSLqjlNmbxWH
17aMQh7dW42LX5eFLVPMSo+KgWzeUH+kIJ1oonSYvn10V24p/jpbRdRCX028jTUNfaO8wEjd01LT
Grfsjmms7Sha7IoQMZgtjc+Vg4ZBcjXQKLwAYpAEbGSyfIWuNBA4L/bj97rMi4rWWDA5nw0jOnXy
qbW22rYr8SZIV6byAdTD7S0GNLVk1lVnVvG5dqjdmaaEmkTy2EqVv8sRrPn9VIHLCkg7gFB4Swyh
MFLokGDrY/KCy0hpUZbK42A/3964levjyoZ67Z1GnDME4MfxuaVBOen+KUHRNhwfh+5zHW3J0a16
ydKngC2NZojYpfQHYjgt6OOzPr/08REBqgw9PKi+nB4KefgqVQH0xKP5/fYiV44AeNpfdoWHpdXt
dEZjKj5LracHjzLqGVuEImsmWBaksbT1oDEULv6CHEt20iE+O4P9GPjtAxXzftyAQq88kGQEcJ4x
AUCpURbW0Zh9JzsBRiwVlM531Mc3PG7NvxkuYODVWfDj4r07Ko3BgCQ6vkuUCEVDdDBBYOb+H7f3
Y83pLs0IH6vRcp/EDfRDlEJfkx5U+169i+psp8d/3ra05nGXloTXkbJbpdUTC4KQWuprpKxkGSGK
imaf4ub2PkUz/bbFrU+4/KKL9zjX6SKg0xafNeerYT2a0b6vQpdBm9tmthYm5G+OhUIP0WJ8DpR7
1FnQHyjOS7En+ZxUtZuW9UZsturfvzxDbJXEvWa0lq/h3zNdWstvvGbheOyyH7fXtfZcwn5HI5HB
JcpxIhBvTgwnySUfZEwOQsvK/lI19V4e6ndx0f6DvHcvf6+/GyElQfTKtohdVr8qyAYwqNChATq4
3rzaR9ag0SSQajYgv6ZEjETJGcOPkeu0GFab4XD65/aCt0xq1yYh2vLnIcPkoCjv045YJIecMYbJ
o2nu9bTch0Hxhjt/wW/8t0rhGoGvMy97NUnOiYmmFsIMhzrTCrcYEJOsw/QOPbVkw+Sq+xDNLYk6
XDZiX7GcIYytFxCxmu472uwx5cnG3GgkrBphBnsZjmLGV+RGG6WmZFCFNozefQWzGXafNtuWq7tF
2rnMP0GYJOrbp2UYQ4pLxhcNqpdMDJfJ3/ySrBNYo3qn+huXyfppuLAnHPNEKsI8r7CHdOFzUA3u
XJ7s+VGJDmiX7WVfdTPtPkn/Krfy69Vv+cuwOFbnSJUMkYNGwVq5z3VmFE17T/P/6bbzr1sBWrg8
mZy35XNfXJZ2m/lNBIX9uaUebhWnOq3dTj/eNrL2akLVKC+TSjyd4uA89H1W1KJJco4N5ZzU6UOv
+19vm1hbxwKoo9gK7QkM2tfrMNVwoOqCiQSM/JR/1Z1PsPK9wQYESswU8ItfNatzIys6I4qIeNuT
xKRfNtVuTPX9tpW15wu88U8ryvVK7KCHq8YMuOfr51xDV6OFWS47IRay8aC8jAoKqfKCbP5pSbhr
zTH1YRtveSjDoL6XUiNzR4Bkd20Xjvs6KutdoLXWsyzBqFjpmfkUq+lzMwx/WYOF5FIwj8dCQQKn
1O1iF05RhVhIN7tjKEOrXNtfbJTo3LJgsr7RAucecUnm+6I0PFpj251boPtQd5II9QHq6rc/4qo7
EN8uMHn6/SJmxC81qGioP5/nOPYs1MmI3CNr67ESdeWXvtUyBOqQvy58/iLRGVqO5GMBMGcjPQB3
Pjna5Nl6tsyBmPtJjT+p6QdVX1DPoLzq59CMPysoMPXmk5Z/6+JwNw/FfTO8gxc5s58B1R9k9VMg
qciK7dv0nQTPmYtTH25/nLVyrbYEsZAU0yonprh2McS0tFkOicbN8iEesueoB907F/dGGCOBNZ+n
OHxsMzDiaKqhlBVCo1x0x6pBOMeKdqqlnaZI3fvVJL9l2y5+mHCKE82My8YAso2shjfGqOCdGt2/
u738Vd+4MLL8+8WV54yxoyFFH59RKfSkz9X4Pbc3qierFx6TyaC1F7oicWCyqqYKf6mJDcc/EMH2
ZHnjulu9JC4MCGsIm6qZpAgDQ7qD+hT3UtUPSfD59pdayxLUCyvLr7j4UkXcF3kTk2yP9n3en4bx
BKdD+i5uNxxy7U2/tCPkCLViOzgTF5FqvLOk3Qj6GkLQWnLoG/yLB95e1VrhGjwwxADAjjgA4u50
s43sQYWXEQpp6uwNFvOzYwbg6Q+EkuJaeSDJ79ElvW13iRReXbcXZoU9K3xJKeaBgkkd7m1oLHUC
WrecR08JLbfRHM8cFbdTEIS8bXd1Fy/sCrsYDZGdJksRQ/PfyyCfWJjCQJzh7Gsi6jfYYsJ6GeJZ
6B+Fx2tqmDSZDHayt05pm6CupTCVn/Z3jR9R8N2i/10+2atPemFOeMFiNO96vcZBneArfSWIBj4V
2carvxoBMggBtSHYTrQehAjQqTPdKEZmE1R/ND2lDE+z7SnzV5+J6wwWl6A9lpn0GdLcvI4/veV7
/rQtvmP5XGX9OGB7SJ/8qblr9cYDCeSW9ncneku162KhqrB5YS/VRWkx8yGRBZGWpMWxAzb7jNp3
9gZcLhodcCktE090WoUnSFfCoi5QjT4/lEblqSWMw/K40UtZdfwLG8JrMnewC2aDwkUvd8iL2d6U
fTXreDdAS0+77/ZOrbrihbHl3y/uSo7DVECkHZ8zq/yiSNHeN6x/Zcfc3Tazfnkx/QynCiwDsi2c
ZrOrgjasGUkrNQSYjPR96RsPZXbqi+JeSuZ3ZX4qHS/7tmF22ftXJw3NKtNYKESBM1wvb+zk3EIn
nfai3+yK2PKy8hMcW23/ERV4FyVDV6MFeJyrLczd6lNKl4ACM3kl42TXhiUCmHhGZQNVhczyrGgc
7wdfbo6317dlRVierzDnXKuLFfhqka0up52PSK9728qqj4AEWWhS0S4QO4mgPrt0rHl4LDhru72z
kE3PG734Zf9fbdSFDcEP9YrphmwkSdHiUF1q84Y3IznoDVPooZup/B+XJLhjS53NNBuWpPkne/iq
7JJka+R1fUUQadFpprprCtFB0o1GqE2YkJEz0X4YEJW1H+M8e4MLLIV48HT0tC1bcLTJ1K1oGHhL
0nYGqnA/hfr+97f/0oLgZGoQa4mqNmQL1j9FA+LBf1+hRHvbyBqsmxoLxIzUwlHAE3MSKRqlVBp4
7uvmxCTyGOzsONnR2kVW2y0nb0wflexOkutDHvyR5e9yhNxu/4S1e5cRN5pD0JBClCPcu1My96i8
sGE6Dg6DPfxjnb7vTGOXR+ZuNpJPt+2tHatLe6LLp07rtBn2pMy+Z3bd07ryUSqmjbxhbZRmEW7T
mVKGc4ie1/VVVAVplGYjiUPXl6jJPjrD5JbViaIaTICIwFuh7Wbkb1q+k0boyT8iWfeWlf76BYKP
RrGMvvTEL7Dzz11tLMKPnh1vcfKuXYaX6xT8tEiiZLRarJjGAeI4W954l9f369cqhLdfK+camMHy
Het3TP/zRg7IIN/+UutrAJMGbYZBkUPwwV7tJSNpSXFtX/sWBqbthaUyv2k7fhkRHC+GlSH3l8Fc
CkJRpZ5s45/Wzzfcbv1r/TIi3LCJ0eTaMC8xboQEfYCS9ajcbSLOV628oMSgZ4QPYUnRLsIXu6/i
wpaJ/QqzgvWjg0KvQQDWnSUpO9zemtXrgaH6RbgD+LotHKNSKcopiDEVKube+lOaEgRu74wh2Otv
+nYArji0izyfSOmbhoVBWWteetSylwd/L7DzJtsoeq+9Twuq6z8jwqHU9Nbg8SLyc9TIROR2QG1u
mKyDpmc53GDaFiJ39fsZi0wh5ZtlQuB6qyLLrpEDk3FtE23aOG1jFNmj8ID4Z73LHZ2WSTRkG5WZ
tcFljUnpn1aFLEgPs3Jua9pPc1Of1Gb2TOTVJwVqqyLfz71zb039Tv2q985hjJx/mQ55ZxnB2Yyf
5iQ+adLzglZaGGVuO9Oq3zIDS78B/Kki1q+BAlTq7NiE3VTfEutY64Fn0zH9v1kRFm+kTTOhgs6L
JpPr0Sl1PpnTVpV81Y/AGbxoUzIGKxgZAiRWiXSTc6HaO9gffRnqNWfy5n7DYde/2X+GEC27diB/
kWqfJCl+qZUnvX6SrdZFZPAtt+PP9QBLuTZDEon0L3q459IZd2rg3Jl6sks3KYYXdxcD3gWe8b/P
xrD5tRm9iaUF+AI7gq8eaMg+MTbvxJHXtY/LwCAzH294vqCVhO8BtgJGWYXnK/OTWJYSznsovxv/
UDLW9AZ3u7QgPF7lMITVLHNthcOHcP4+9Y9dtFW7XnMCpkcWwTzGcWj3Xn82tSgTG7JrgtE8vgsL
/Y4569gIN3xgbXPAZjJ/TOC+kDtcW5Ekqwm6JE7OUTO58FDvExAAdDMUKfekanbjeGNz1i5HhJ9J
UJnFtQx9WfbFO6Yx7avNfpsw/9NFbt5N/r/BHFmeXfW2VzpIC6i+8pYbGVwXiifLOA5c5ddG/TF1
7H7IkrOu/1nmBx7To/TZCL2oLo+3L6LV73lhSfAMY8jrMQ/q5Oz3w2GZQQ39Q2330Fdw5znVENwh
gL7hjes2Sb+YRGNAXyTB6atBLbR5SM5dBWaaxmxxLFstvZ+dBE2qZJT3JO/7KInNjSr6aq0D2pqf
loUbcSr8scyhFz1P9cSIrxKAKJ4eu05BWtADHYayOkpOdfwNZPfGe7d2PAhOlhomxFAMrl9vaZ4y
GqsWRoLKQfJlzKfpXp+SP6PJDDYu49VFMnfnQLSCJDFYyGtLUxXaRRoRqWpDuS98Qu7Q65PiYHxr
NPOhLz9ng7Nr7H9vO9LaObmwKlJIqJNv95lO6Fooj2H7kJcSSOMPY3ACqLnxKdfetUtTwjuQDSpk
mEsXIQMy0gBpq+rHJgpoCn66vaYXsVPxKbi0JDwFEmuSkwWdVRduHqX7KgJgNGbfAbglPhUqqz8k
curqE31If/izy47xeCqGr3PRvxu2jupyFF/9GHA00B7Ar0JKfr2vnRVkVlhQujXrcoe+1ZiVh9vr
XfNRlEZ+WhA+bERrDDIZLMA5uusSa8+H3UwM1v2TOUDahMSar4aYZN8ipoxGYujQOKZMpBcyw0TE
nL6/G+beLbRRdduue5DSrZHtVSe9MC0cQrtWosKfyRTq9KBwfwej62Q15PGtN5ib1DzLhrzesF8L
Fd4q28oMQnni6tD5BH7VM4Po0DYJ2oWqfGz04zBCaOnI79tY2rhhV12FYUs6pxoSLq8Awn5sqYGx
QLuCr7b/Iwg2DsbqCbz4+8IVU0ao0iQ1iDj0b8q6fm/lRyMs9rBDbyxk3dAiZQnak8678BDGU+KM
6UTFXVeL/ZjOCNYpxzk/SODxb/v+qmsQgcEYtbDFiXgPQ4+JLBf0XZvJ3tLIRX17HzX2vtKMXb01
ArJ60i6sCY4Yak1Cg5IPKDmPvg3yAy598+/bKxJtKEyasZbFCxwHSqplxReRizXqU45KOe9ACr9d
JJnPXZT3rt39uG1n2exLN3+xwyfTUctgzkOcHlY04G7I7pFmZL7zEE+O7WkMnO+qBFaUohvqY+2g
aF6o1U5S6nbDQ0RX/591AyA+2b8CS8D1KpMpS/ygsmgQnp1v2taQrxiqLH8deDj5C9TYCwr++q9T
8U58pqGp4aYT3c32PjK4Kpr+kJUf1eZYvGXPLu0J/u6M8AFYEvYsLXB1KfEKkGhm+eX2jom+Lq5q
+aYXnlGUjZJLCqdKheat6JzHuXHem2176p3yLk6ebltb2yGIR2yIM8kLDDHyIaxyppj/z7U+y16R
BaOnjZuls1fPysuiQI7ayFXxQoqMAGUBYBsoMGmbURx0+Y7pMabyans4zma+m9J0R0lsR3J3uL08
8YoS7S7/fvExyzLUJM1ky8zsndMf26w5OOVTV27VBlc/48X6hONspAnzTRXrG0Z3+jDc3V7F2mUB
8ujn11sOwsUqJGfI2375emqTurH0VQ7kvZ38bnPn5Vst9H8mTo5ohHCchtKIq5F50TOOdhzUxjUz
3R22xjJX3fvCiniIHCO05DlIzoby2fRLr4UdckjlfYEqxVaIuGrLWWDN4JtBKAgvoSQ3XLNoe5+p
IxiuZtDi05JI3ql1EB+VrDDcqUQc8fc3a2G/4sKlvc5w+/VmBTkBC7z25KT6d7B1XtqDwvhdfO+y
VzqJlkyuTQYqFrx9lpuVdp6cR1151xvyu6A13o2T88fttax9QLQeKKYiMrfAfK/X0mdZP6lJlSxw
/qT+aunnPNjBhrdLfnee438L+mVJuPWGXnZ0SS0TXNy9D2FIjzdugrUzRLOPdixMNYt/Xy8lGLSx
g9c+gXAg29vjUZ6snbMlA7J23VwaEY6QmSKPI3cFRbBm7yf7IjgRfP12Re/lW/Gkwtipwj8ooim0
XtfmRCZFhzRKrt7FWe6Fmxxna0sBy0ZsQif2NRkuAEGfCg8pMfglfXx0fM/Rn5MtBNELpEWMTy7N
CEdUnhqdYfUoPcs1er9pPw9ePSt/KVMhN+7sm/5OyjKIM80m3I9+Z1Pos0poO6XOlVv/lBVTiSbw
lB9jfZD2bW06bhDRBe21ufeMsdf306TNH28fizVfuvjRooxlrZQlQ3J8m6E/K9UR2K5ibrzLa7EN
9feFh5jgTRY5WdoeAaK+BlqFLHzXfWKm8L3a9K7TW5S5vg9avX/DkhQuEx36PGYnhSemkoOi6CC4
P2dOG+96MqMHrc4TRJ1iY+OCXHsrgVb9NCVseU1qMsYxiWyzt/ZbA8GrW8MUCzBdqEhfSXLM6dAp
9fLdUjlwGzAkYTl7m6SSq4fjwspyb148yLU2BXOqY6WBMcdOyhNsgJ7TfZ3N7sMb9gU3gI+bR4V3
7NpSA19FOUkgp9qI8abnGTL49Pm2idXFgC/Sea0YKRVlRE30beAyJAQ04k8To03WnLumg4rRRsqz
loow6vbTjvCY6CgrSupMLJZ12t4oI7CJlVdJk9dQZghBF1Pi88Zw4wOuhp6AwkF/ohvEmyy8LFMU
wP85EDxNRgnbw/uhVo5B6Y39cGfmMCr5/6gBFeOm23LFVT8nL4ENkiTv1ZBCWajxqA0EAimo9Mr/
4RRbLLSrzn5hYfn3CzekHq7XYUNyN/pQ7J58ZXSZI73tHasXEaNLoN/Bu8Gte20jRB1oMGNSODs/
gvT3JejE905zYCJi/F2m2+VhW8ak/rMlbFXDHNQUSdhKSvswM+k+6u/94Gjp9UHdFHxf3R5HocgF
6e3Cri8szISNIJgIoexAll05y5+KYkvR9AUtKj5v/GlyHo1ozTAFI4zW1kNb0xEJjGfHblzQNzCx
Hkb7q6Tu2+Kz/iHWPTn94kP/OLlGo6EPBhHDroRnLlHzw+29XAvnqJhyGFQgT5T3r5fcSe08jSmd
i17O93n2rPbFbnJgSs2eh9Hxbhtbc07qlZB80bcmdhSWXvhUvyOUss/pfSFnbuU8Zkrs3raxdqUs
B3sRmESKQcxeJ8Up/bGYaFa00imOM1fL0n1Zy24C9zPLSncaM8/AAn6X2mLxVBMCYwWg4guX8fWX
bM2kVSqZ8o085B9QdPeGMbm/vbbVzbowIRy8pNPNTvIZ2pVtz7T0D4rxGGvAuKrOGy1tY7O2jAkn
L7MtU5EMCmxaeoDB+1wjVFdHh0Afz72+1SJYu1IuP55wbUkdc8+xj7GknN4b6QyCQXfTIdtb/rsm
zfepuhlmrjqjZjj07WgKA2u43q8MVqRQLektZQ11DjefGO7yGgn0rieHqvQlN0Fzu6md5bkrd4qD
xpDStLtiKtRvegaxgRuFFbBowtDun6y2mqdsSqIY9a0Jkrw5nb3Cr4fvAfDxyLUaX/4Yjlbku2aX
+E9dqtgITDV9HT1KSTpuhIrrawMhDJka/H2iCplij0nSlcsdk1IfUtygvRuUrUreqhFGqxiu4j9E
aK4/oB/MAdw0XB0SFKbqfCxAwMn619suv3YlU0aGGJD+2IK6uzaSSWlOxsGgrDr40QMTXNO+GA1z
4xZci3e47xfqOWQcXkEmY3vualshSWNwuxt2frafjVOrbBzf1bUwpQnzArqQPADXawnHJm8si+tv
Ro7S6z7e/lKr2wFRxcI+jdaF2NCLbSeh/M1fN5xP6NtbYe224cbLv7qCCxvCBS7rUgE5EBlzM2TG
vV9AZl1FdrO7vZJXCNaXq5TdtmF5g+JNLA3OreTPxrzkzPNhSt0/7ceJGUFPne/qyE2TP4w7mf6T
3B2NT7ctr915COrBUETCw4SYsEPjNIWTmZo8UFE27UEuNNAB5/O91M/FgzTIzCflzv62zbV9u7S5
/PtFxKYArIeGTMf38uEwy+VjRum6qceNj7q+NBsSK8riy1MlmImaph4GCz5jXdv5dryr0FtR5fzJ
6WQ3qzdA6K9mZpYttBj35TnE2VVR/yWXh14vgx5fd1ylfxdqu+pU53tTOnXmsf3zzvn4+1+RSrKm
LMQfC0/X9fIsQBEB7KTpuSqeUlOlJGrs4bnb2Ku1jwjHGtqODNITLwlWykhjBriX2Ctj2i2i0YC4
UT7s5excFlsI1uWPiYEitGN8SQN1bpol10sq5ohUctaAesT9jpoCklYu1Hm3v9vqii6MCPGfZJo+
1RaVcKkYvbiHtyI6zNro+b6907rn28bWVwS4Hkmu5WALPrhI2MDEgQ/2MnSHw/MY1e4mQ8uWkWXF
F+cpLpxkYFYFagUU5+PZP0a9sUOVa+M8bZkRsnAmSIu2kji2bcfA8zGRHn+X2m45Qjbwsv++lhCg
9Nk8NUG9lJQMOCJ6g+C1OUbWBvxkudJee9lPK2LhagqMMdAqPhcyvl7fNW49byT5q1+KAIuiFV0E
bp/rDTEG3yh8azk0selaDlRiCYJTW3H/qpVFzAZ9JOaERPyykleto9HlPhvyj7x+DKLOI4HbSC62
jAhbUkZp59up/f/RbMZjNlXb7ZC1YASYxX8rEacMkjIaqnC5qW3lVH1NffSB9sGG967aYHxMow5B
W1tEgMa+zrMNkPGchV+07keuHQeEa/SNnd+yItxgymRHYThAp4m0UQ5MSyGcfur7jVtl3QrAC2Dr
lPjEkdO6J4NV4zg9NwZw6/CUtM5BS4/OlpzksrmvTgqt+f/sCH4c2FFmVWWSnucCLUHHk0uUNpgA
sa3YjbRvkJJ4mwHX1tqEGLvo6HS3SUYt/O/Y+dS9swI30bfmkl8pNb3cNFSVFUrUxD2iN7SZznPJ
t0CR82m2kd3SVFdq7tPW01ryFdlt9O/l/LGaa7fSfncoajHu0BeDSI4COR3N6+tBn3OydGcEjlAe
acIAYbKiz7ffndWCHzW3he2A1gW1pGsbZiIrjRPT9St1P/RUOT3q0fTOQvkrS//QpvedEbh5GpOQ
5RsHbSWxhY2MB5ay0kIFILxGQyFraRdw+c3FXxIkfNDvpqdW9mhv/7i9yBVXUZlPplaGKQviges1
zqESTuNYped4MO4o/elddUgTuHiPb7HDSgB6ohVqCt+ymmFxq5Q6Pdu69GnUm6/9YN3nU3AqSEd/
/75lTb9sLWu+eMsDuaiyJG/Ts9WejGjPqsJ+445aCYCuTAgbpFaJMRUWy+krHsAsalH90OKnOk2e
4f67c6qtQYqVBxe4Euhkfek7glW5XhOqFFVT6PiiHH6Zrc61t9qaK/fUlQFhRakN0dPYEjfOEgHj
vlKnY5Dd209BER7Mujnqvwt05ARjkNIyNKH0C8T5zLJuDSVVl0AlML9LqvEka/rHNzgdeA9In+if
8zZef7TRmS1pnFhT23n5v2X7wDRBUG6c1dWdQZtCgdWFZ0QULhkbGYkKmQs+H7O73jYOkDDeXsaW
heXfL/x5lgN4LqKUsxOa6M48t/7vjtW/7MXFGoTTSW1ey6YZC6b6zAgBNDz/0kx9w7GkK7TwBtGC
wo2vl2HEllIEKe9FZj2U3zrn3t///ne6NCCswhzKSU9yDMCJ5mtovm7UNteOCH0tiN3pcEGXKpxB
uZZ7nTYxC5Dhq9eNwJsn5y5VLdeaIlcfnpVJ/mCo4d3tZa1d0ZdmhZM5Tm065GWenkP/UW6+Szr1
79qdg60209p7R974a33CmzpSgopNlfXFqR2d/VyVvLaFKaY3oqfUeA9C8/0UOX/ng27STPezjex/
7dG7NC+EyYHSd7oKf/659t/P6cd+gDTN7aZyPxmF1/gb1ta/6jJNj84CjTUhRor6JkxLDWt64iL4
6Kr6TkpPubEl9b1qh8FILABvJaG59noyZSXUHXYPjMXcnYzilC8jZxuuv7i2EGUuMFBmcrSXQo2w
dZKlx3Uw84xjwh+eWclmq3rLhLA9KA82VrBECjrz2S5cOF+gO3hv51vvwvoH+7kUEQCfWI4UyDZP
a5Iv0Jds8Obq4LzpMoLEh4iHbJly9PW2yCUgwqru4ey3P9lMx3IdDeUWndjaxQ26iiFPXjq2Xwiu
lAnlUqnlk2mSlO+yimaIFBtbc9drsQiv2zJfzgmlVHe9lKnN1UIpsdIo5o7N9+WnSjnVGXOVyoab
rS2IbIkeDtM1IMMFH8gkpL+yVknPTlnUO8dKZY/697Rxz655GoBc4nvoLrgRhKMpzarRR/7EPRQx
Sqz5f81qtEsdeavrveZpZC8cS3odNAoEO2Xf2oWRang0eJ9jwpCS5kXWRp65uhhKwy/diCXMvt6d
VCkQd1JVTiZhSP8ZaRr7d4Ucl9ebAav/TIiUj5OWmmGrsiuZcirr+I7BPzM4MufmOclWLXPNA2BL
JKjC30j6xOVoUVLNqEOcmyo4kHgtZefbz92qBeqk7D3skoY4552qqKVFIbGIJiWuVE5u/gZw3SIa
+NOCUGDIyn40tJf0uPnaJNkp737I6afASjce7tUH9dKQcP7DwIpUPWcpgB394DTFO+3Z+ESdeeoP
+rSrt2Rb1nzt0p7g0HGnOUO9hHHLp1twHPVzZm1kPmuHBjFE5g0o1XNChZjaTrqpS0ySK9XXjlJt
ukkTQmL4t1/87lTI4tY6k+Og/TmfENBen5wqK2qrU7iiNflzUT05VBUijR5YZr0hMNWBVpBd0S+k
UnNtKHRaH9qO8SVfbCLtHmdINp+1Nbe+NCIcHG6BpIxbLrXANKganJpNKv+13dcXkXD+I+Oxln+/
SBNivfP7rsfCkDVuS0+yMb7LxkYusmVEeDe1QJFMNeNb6VG2c7ofywF1hmF3+w7YsiKEvIPeBwn8
sum5zINil/Y2FD521Xjw3W+hS5bvLkZOLzNHDODSMhHjM8Zz8rCzuZ/7P80f6Yd8Ttw7KXab+stW
s2ntnWbaFDIq4E/kpML+pLLvoDIYZzC0zvDZ5PXwbxOUthuGsvQ85fnX3uzUDddePa34NJQZ4NaZ
d7/2CQj70M9Ik4ynFE0Y2DFrZtu1vN+ZW/qda5YY11bxP51ChZjOR+hEV0WeZmfFOC/822X47BiG
K9Xvf981gHZRqmcEHTb95ZxdePk41GXvBHl27mAS9b7VW1IHa653+feFL1bmvWTXGeuQrYeuOAO7
DvoNnMWay12aEM4Qc1pQhRsZJsIv4/CQfC2GBzC6Xqd9pzXgbU5KrF09hrUAJlH0hv5NeO8UWkK5
ZlcZZ3ZyZxPO+Tdg+4gGl1IpyBgiEeFRUJu6QXCPFSWV73ZJtc/NP6O/6vpgW4WXJcpGgLj6sAL8
WSA4IP258a6dIJuJPMuswJ7fPDVZ+FzQIgjk9iGOTckd029B/mOIDoo/b2zdmpdfGhY+Zd378Mk1
GG7C+ijNkztF/cHPntPhDWEjasNLcVsnSRUlldrIMPLJwc2l7gi/tt8d39LyBIXzy4Tg6ZkMiWjD
PNX55WOhNNid+uDH75/WSxuCq5uVFgejjGMozfMQ79PocVNHae3AXpoQ3gozDX2nhrFx+VLMSfCl
9OL0llUs6Bgq5Robcu1umhGHNjON2VnVgvlAGobmtGb9MCYl2N+2tHY1kCdSLuCloPUpRAlxkJdK
3mPJHtuBmQylJ5FDGBn4/Ch7lhS0j51vVndz1Sp/z7261dhf/Zi/7ItwIMQLzdiwuCpM+W/2y08+
vW2/bIseokz/5tXZbQMpXfqYHCG79OzCq4vZ07dGA1bP6YUR4ZxK9sATbNnZOQqGYxCMu6F/jmz1
qRzeEA+Bzfq5GiHET31HNqfM4CaCepsJNCovVrMRcq8FDqbD6AZQFTDGIq4+TQxdqQw/g3BddmtY
EOzazWXJ3W9EXUucK4ZCvBFLOxTO+9clsXx2rEbSXtYiqa5eueEH+2MfPm6+SGsrurQkPOJGaza5
3eu8gGqwC/NPfvVDT3vG5n237LeysGWvXy3LgHPHAHgOmZdwegcQ3wiOYyz5USA+wqjFg7Z7sjtv
goX3b3OL9+RFk/GWPWFxfRb1kRLjEtrcna3eHN2qLjw7N12zDfcT4wMgisfj4HxPmuQQDuqp7Yw/
HXX0qsTcuLlWPzQVjoUnRIY7VFi7DN9Lp8Zhfu7k0xBqh67xPSt/aI0P/qDf3767VmyRfSzzSpTU
XoMuI2OcbCZXo7NUOub7apJNVwtg7kJXJwfKClGUPhfpxoX5ipSeLBERR+bLCAPA/BvCATQyq420
oEbvQuo9/3NhHFD0GB23Ut9PZbV3tOhJiR9TqXfl9O9xoKKsfFGKbt+GP7S8O9z+BCvXDj9mKfQu
JEKvFNHNwZE6oy9RS3HaQ34wmtA1pWO0yc29bmepJvFE8IQL8U9uGFAIqqiyjH5cHZi6aVwdso09
81jDHWNuW/JpKxEktWukYEmQqMiJ8Z0kNQN3A5J7U8ek+pz4+a4bDXXj/ll5fK6sCJe2aumRpcVY
0Zh8zutDGB1yM93w0lUjJpVFMFJMPYpNnKG0mlCvB5RL6vxoqU9ZKd370e+nXRQVfxlZjspFklJm
Oem9jXSgz2xo/NHXvocQnmw8C6tOwDkDIMBQElPd10YSKZtLxWIlvYpGtLz/PqMiUScbfZKX7EC4
zugp/DIjXCHRZEzq7CPSGyShh+hwYr6PdOn4/0i7rt3KcWX7RQKUwyspaWfn0PaL4G53K+fMr79L
Prg9e9O6mzhzMZhuzBhwiWSxqlhhrcqY6djpj6CLI2p4rxTPs7xzWpM67eQGdevq6k2Hx3TjOdPR
Sj7mmVj2ttG2uMtHKW135ZigN/7WAGLu7PWV5AUgChdFbms2CY2kGOEDFzd6L7l4alDHuowUsOFk
JWmkQ71L34bf1b/oIsOt/yuFT1nmpRoOnQ4pCEER29E0xRur0+l147K6FmR50d2JURiZT/NOuYIq
8yKl0GiAAg9jNLwLulfdevoXgiwZXdTIEaP9YlG8M+1VJkvqux4lQAPt1HeZHX42Xay6LMiljRHO
yGBXcCPXZa5dS7iovzK5G8MiaczaHouDy6Bm/jEp+7gX+Iq1C4NpeoxQIW8JOiHuwhjdNCIRHydH
FH9Il59a62dpbUL/+kr0NWOJeSV4AOThkCjllqIkWaWGOcTUnr4ZjtIWWAuFG+yqu5KOmyIhIbGI
QkqakdwHxJT39vzaUG3/PHjGNrxraKuScWdtCorbQ9Nd6r4UpKDJJtsNvwXf+j000s4/lct8DjNY
kGML+OVxgVio/Rlpm+sC1prELiRwF1CahjZTA2yGZqYb1ON8c+rIID9lag2ILQ19LPvGuNcH17IA
viWCrPwG7bVEB2cL5IkQgjENC71fANrvrR9WTMAz1L6j/TJ9tm+Hj+BH9zHdgOUvukfK7/rK17XA
/pp6xzfw2etQb8CEmwGt2KpDzKNnReVGlmIIrs03fNWvBaI7H6ymgPUH9NzlXTWDoobDBqMLEE+M
5D0YY88yk23Vk5TobUwAtk1QECxmt5uyB33cogZppoOPCc8witxZWPRYs1J4jv/9IO6SOfkUtGGI
iWYrKkiDuYdJoZNqUT1A7mkSOPP15S/QFbhp4Mg1OVNlRFEuRz3w6LR2plWQukyNSBr8AKR22p+0
U/FzAl20NvjqkPjTSXmQZz9U7sD2kQ2iFq3VlZ99C3fv62SWwtJc8K9N12K/wNxL5nJbgv41FVWv
12ZdMPUIDl1UfIHazmODZBrqs8aIKftAvi8SGzM7HThTTlK9DwAhHIBdK+hcy3mqYm+qtrMOyMNx
EGRiV0Pv84/gda+KUQ1QMFKOF/x4GGC1KGtPIYlLEj51fwDfqrwnZMbAw1P7JJr9W3MY58I5PYvQ
/wLGLAz/z2HuTuY7Sla0bQTma7FOfOyDTAxmblHyBBofp15O3Mz1xLDCZpch8FXVfVvsx/ynrB2H
4QOtHf/CQ2EOBb2m1pId4bN+BqsKpwAx+NK5WMeoTKLrMwaxLubbr1untQyqhnehAuQwHWU2/lEc
JlUgoQUvORbpQIvooVYsulTzgriizoAhDlhpPBIfBGJX3uIaeqcQxKAMgsQm93DJtTSx8gjjrlPl
+DXLQDLhB83n2BAw/CXOyWHPSsH2iSBU/obB/2UmEcmg8RlxGqohl2ZSAW2Zlo3qArb9K1EnFBJL
D2B9ZCwPRRS6TaSjl2smXQhqb8aIGbdbvLEEmYi1+ANa9PcjOG2agiJO2gUpULZe0XFHR8AUYORz
l1gCNVpTW6gQ2tTQKargjC9Xq025YfdqmGK1rt357KPLSDjQ+BfYbGfB+2DNzy0o2miAxB8mX/dR
JjOXGAODYhAbv8uqGWkkgeflut4sH8zfQws+FKMtSGKg9ftyQW06shw+BWpjeOp0H9We9lFGx94m
vagYvGbFz0VxdgUNcKjTVhA10vJFOWaPFbpGyfXlrM25aedCtMv16GXEUkBB456r7ns/kionA00Y
UROKqdjo/rq41d0DXjeYNUCvjiL3pTQLEP2JHUJaYMm7WV/Kz2S6D0EbZrGBBK1Azdcss+WgSQRF
e1x1/jVk2XGy9AjBaI5aTIs6ODlZ9idoApHzXzsqMDU4GNxbfD8f+wBUN3TShXyg05qtoQxunh9Y
t+lrUKMdsvkY1gWJzRvVeUkM0ox+JpvbdqARewoVUc/S2jUApjfquviihUflco+ncpQboF8B80yr
0p1tdYkXh60iuGxrF3uhpkBTBGy3znetFSXT5mrSgaY/BJsok7wiRrt+1LrOFJOu2Lf1cJ9YlcDR
rx0ohn1UID4grsAfl2sDFA6GP1AEOUYAUwXag1WlrtDVrm3guZDl5+ePTqXUlRE99EfW3FfsRY+Y
4NJ9Y91cfMC5BO6IAoaEjVFi8yLntjR7N8CgPrhZ9zJAJQqQfObh8qzOe2kf5bdJepIQsaYGSeoU
4P3diBE3neCV741ZjDZO6yYZvRBYpbq2aUFJrjTbDkDysWhefk3Jz7+acxrp3EgYnl6OHHjWpRdO
Ngmyd5C4danI9K2fs6Vg8BauA7fq8ggAEmGkpQMnCSQA9CvFBKRAXqb4163R6kGjWR5VE0QB30gu
GfAThjSAlKix0WgOLs1UUKRdXceZBO6gpVZh09Rhy0oFjaqjSe3oWBai9qR1KSAORiYGtW+elasP
9SzvW9wKa7JcsHKTJYc1zYIIdM12A0/8rxRuLXkcgEt1wfjN2UkNDNcZf6PoNzQZglG3kEMBDv5a
iOKoGIhG552GLD6nbeU4T3ruACskLm6Qz8un9NQDZROdeqHgOq5uH9qqkL4GFS5K3JfKFjdBWrQB
8KEXKMoZEYMzPqvgjr2ubKvrOZPCrQdLZSUI6KBsfeVl/XxvD0sVdc9a0Xt/zTQvKUZZRsMvmsqX
e3xmvywzbTorwEFlJggE0PZQG9TIfmBUo9JTTxk8ZEivr23VMpxJXFTnTGJcWKEUxbhIbTm4gar6
s1OHxB7CbdlFr00gKrWsqqKBzjKYUfRefDuxMs3rlGGFadE4mF5ujO1ktruiSCtSZ2HsjtAnQH2D
qfj6QldV5Uwwd4gRkDCnuICfN5cR8/6k6r8xaCXQlFUhIDUGw5C24BSq3G6iaS5g4Hg4Bo62QUdo
iixKawoisdUjA3IYariwfiY/AhMGUYtZMdgMFEBJryW76dUZGLxKuXHSXrBta4VIXdZRrlkAMZb5
5ssl6QXYCTsJdtCuYhIpbAu8SgcvrQEV8YxEJY1O8j4nXp9lGwucSvXD9XNbuXzoFEUL9wLsreNF
eyk/CjVJMbIsRW4K6XctrH7UUU2rcrRoEJaCIGVVGJKtC2MtUiI257ysvpmyVALkyyjPhTs12UDL
LtdcG8BpHgJSEXDTqjywWmAqbTlPPuCLgSI+GiMYQ8B5hQHXQdnnc0tlVnhqHP26vpEruolOaxOg
emA/A7geZ1vy2lYrGZcP5XJMD4QZeK9KDMeDCjhIBEojEsUZlRYscREo0AA6GyADAOZ1ZUpIo4jm
VdYSs9BM2JIFUhfIs9ydHsO4mlFewGyt+RATIIi76VO6k0lwWx4rOvjGXqJgJt1d38iV+3chldtI
hAWJlMtLJEUjapHf1iZ1r0tYiW70BXYIQcFCCPkVhJ4ZZSmbh7y3MKfZjAPgZ2Tbx1T+23UZK64G
Lg3TwSAnA1oT/xqOQPlkVQYmJ/U6mghQQA5ymHqs9LRW8co4fwN0VCf9uS50TTHQGQLuHx0T86g7
X17mecySstRsxKGYy0qb9wx5fEl0PisuBsUtTKAhS4OBCb4ZNzcbK+nwgDp2YUtTR/Xl8MHYRxaV
pWch+u2aMqDjF8YCyEcgG+KSCvncm5LMIKwsXnIHBCrvWhKQMckpGvr+xeZhCggd8wsOK0+D21VV
IwNeBOtKSo2EgSRv0ISV06qZZ4ECrq7qTJR2eU4Sy/DGqXCBYzQFyN37OD7M9m2DPEldiRzzmrJj
8ATGFlktFC84Aw8+yz7LRyzLCR8GE52epS7wymt5SriuBe0TLCIYOeDMepKOkTVq8CGYIga9e42Y
d0Y/zUzTTCJxyzZx/mkg+e3I/2ImdsFaXEaUQRGHsO5yIzXJTMeFehWMyaR9G2qKJ/11rVhzIRpA
gUABuDRVfEtKWmOUIKMGXKw5e8r6iZRluY8Tx4tFZfC1y3suibO2QxTPfQJKomPYNRVVYrMiSTCp
1DYyWaB/IlGcidWYnUxlCRySOvpT5X+G5l3Imb2+bzDkuLpIzpvcxW3M3MlKC6sBizAtpZyiQbYo
Qz/uBe5ifS1oGltexJj45fW7rjLWVFjLOHlDuc0QvAgS0+tL+UcCtxRbq8JWh6YdwQ7yEz1DweHf
TLegI+kfEVxgG4DPvA8X+KRAfYsq0gwfTOT0RPvE2RxAqRQRsAyBHVDtdN9wPGd7/aasGTUA1C0g
5RbcK29ozGqOnDkG2gdYJZq+IkF9SoPdaN9/XpezZtDO5XDH0Whpn6QF5AwgEgC+qpT8t3TRSELh
LY/WU91BdhRm7dKq2IHhlNYE5KxGcdEPM2sv11fwNbfMpcovBHABnFONkhqkC6wCWLO01lO9sqQo
0IVbiz2O8R9W7BKU33PmjUNFq9cOGM2M1tn7nDsk2SfhrnKBLyyJAEDWdATA0xgbRbyHNi9u4fMs
dU1r47ssG4i00u8pvBc2464dH6pZKKABZAS+ljNzY61N1mA58H0FKJYxdqAbgvu6VnBG5PWPCG4Z
QajmTimFmBvOk22onuZkpObkolP/NkjQfa4FMogKczKB5L6xSf2Ylq4xW5tSSV0tejDiQ1OJ+lrW
oqalpwVqhS4APLYudWrWqiEdenxTaJUn1XyM5k8lqQ9qod00mr4DYYuoTX3tPgK4Y+kShvdH3vRS
Iojh1QGAjsCLKO8UpfYr67NfMtL5wcyfryv0Wv8ZWHiXOUC01EF7uAigClhZVirQs+yTuS+O8tY+
aW7nG4dhq7rGfUpzz3yMT90t+wmYQlcnFZ1dCW09HdXd3Lc2MjFFM+pr9ffzj+Lr75OUK2aY4qMC
FZdIT7YIu+ng6NtYtjfp3LodQCj1/jTNOrXj+L5opzu7s1/R6etf3x/hp3A2C5WRLmh1uBDpFvzs
2/Qm3we+8hpsgTt5TDb9Ln68LnE5XN7C4NQxkImpdqAlcwL1IK3UafFZPaZZo5Go0+tQATZckD1Y
0+pzMZzfyqHpqhRhi6fhUa1pDGYwb0i3sE+dQNJaOU5HcQPQ0sjbIU5abNfZo01p9EFLLNQw+1p/
dIzm0wm7g54ZHWHxk627aeoVaGsIGstVGlPg29YMI572eIjgRafAK1wKb3spV2tg/B5TbRMwi9Zd
5E+lqCt97caiNRutDGiERIqS281QmzWjTtDTB1NBzKSW0I1ZYJgWIxLVoP+KWklQqloViHotgLuh
KZg8u1wWWg66bjKxp9HO3hmxn9PmvhClEVb37kwIt3eKOoYAatbRNYhazQAYwtp5V0UMf2teBaOG
f1fCaQeLBjRgm0Z89Ing6L+gGfirdP6rOTvaV62VVsuvnr3MzUl60DZJhQ413e2O8u/2vrhjB+WH
5ic7neK1eAc0hI0yPXfx3ha1nmjLgVz7Fs6zOXKDx46Db3EiNzxEnxE1fhg+uqZQCc+8YK8dFR+O
rfDHI5g/pw16itI7/ZC/TV55G/zKb7ub1Acn+7ODZgP3uslZjWrON2oxFmc3dIiYHEQhtAnmzQMq
LOyBFwLVzptjmiPpva/enI7YUGg67+LdJN2Mn50Xd1TeWoJHgUixOX9kqbMas0Wxc6SospfYTXaR
YKhozcL+s1r42cvVSnLVRWChglq7/cn0m5NgO69rNGpwl78/NrJSNiQctex5Ib1+VNe3B/MCl7+7
0IOxNJaTQlT5q3QZlV0R89f1W2/wvUuOlAYI8PD5pnmQ8/1obhX77voqRDu0/PxM3yST9WO2tCNL
wx53lLRKRq5LEO3TN6sSRKjgLPuUkUEDyzXYEz5ToPcgv3Fd0lrhG4Dr/2vAYKsuF6PA7YWDDVFu
UN6o9A8abd8SN71RvafwMD7HNfkNjEbVT+/Uw4zX9Cb9MTxnW9HUrmhPOQOTyIGup2gJOTL7VE6I
0iJRcL7o7f9twhA8XC6UKXLY1D3cgY5+a42krvLSbVDBvJVGYt0Wm+v7KlJDzhCMYFPTmgyOuzj6
02svqGesVm/OTo1PPmhm1Dbhspjuc76R6PSYbjJkomai0uoRj7t421Q3Y3maRaHCam7+XDJnHtSo
KWelxsJKUrkO/jgmAwm36lu7q3fjxrnBKNsIwjiBni77deX0vlrJz+6cPkQYDQ2gpgzYyDYpY781
yOAW8x/Nfox6gbKIpHHxSW1NkgTA5/jYuJja/DFs011IFRp5/y8l+YrezxY1RZI+xepiSCS3jio/
1cAvbQr8xepawB6CGSAU+jBGcan3mdU7FRJvWAtcd7RHN5nmRRPNX+eDCDZtXS3PZHHK0URFZIYJ
9k2W0IkCDmeHqWSarM3goF0GhOul8UMpSZTl93FvoRE625i2sbHNfCBdKmoAX7UpZ1/DeRt7UqNu
tuEKrHhIKJusB73ShN3Wy2/5pplnUjhdsfR5DORFM4NT5jLf2sq+drSPCDdif/AngV1Z9Qxn0jjf
Y8/aBMZ37DDAbnLMfOys0a0s/7peijaOcz/lmCrOJC93vFC8uX6ec0mg+SIJnNfpdaOrcwcSnOI9
Hw+lLOq4WH+2nW0U51AwhRQZYw8JkvaS9LoXJLs56f089dBLEo97JRrcEpQPNjKG13dPdOE4R1Nm
ZiK3i0Lkf+J9vqk85SA968j87K7L+T9u21eP49Jey9vEJp6ayQl7dKOqKfB/i94wVRr3aR/TasoL
xbXlcjbwoEvnkYD8ebxPFBuEwjWzGKhmSq3a9qpSxJugyE1Mw3Yx3KFTaCIotWXB32/IP9/J3ZBo
QJUXCRNYoMDXJ8TjTUW8UL2bRsGOrIbGeE0ujCUYF/qWCVaYamrLPFGTBhQTNiSY/WCs3UH6Ldj6
1Ut/JokzdPIQa3Y4h+jWbjOamBibcU6J9DQ9dJhkfNZBUGHCooFsS1Mer4teXSNItg0dT3WApXJ6
bbROJhVaDspGNSdxoilksB3PDLQ9zlkUr6+e3JkwTpU1JpdDP2FqJYrZ+zyG2s4qpqW8Fsm0HjAq
NYPfzLfnRpQQXr1D4MsFty3K2JjAv3RaYD9tjChHm3AX/HSQHY3H21k9hqPfhLcJuonQlHJ9W1dX
eiZw+aAzV5wZihREAwTO7bgB2jH6lW4moOFECqpIhuFGbH9d4GJDv10KG2MWaPbBnBV/jqwG8wda
e3B5/yRasZ+V9sVUMA90XcqquwCvqqYD43gB5btcVhmDWM+e2uToW+DUmzbgvEp0EopwDFcrsWjW
WA4Mk/Yg+b6UM6JfcLZKrKYAogHD5KL6q4w3s5QRpbnDYCopa7TSinpSv+bk+E0E9Qz0A4OvKMFx
y4v7qBxAmLJM8E3HeWvuo814Ct/HB2sk/X1+b+7ghX+qEmGHalvcz36J9G//WPekeUbqfSN6Ta2a
5PMP4vahGxM7DZcPmqnlO17qWbTcNIfET591P73V3pJ7JnR1i/28tgucM42yWRuDAEJlrD+5+xm4
jSdtGFWOv/I70cNmTaPOV8jZHwtIN1YjfW154f/GcBkpvOs6+0UQeG093OVnrW7E8QgRKDbdOGBp
vnFaekSm9aDeNQ/1tqL9FkbIV/bBW7hr9v1Ofr3+Cev6fKZYvDnIwRxr9viEbGe4+ibdd6QhAV69
oifAmjk/207+IRc0apCnDgQBxqfp7qtqDxxsEIa9XF/QmrU5F8P5KzQWMrCdwbwhUS4TjYraTTWB
WvCxyBCyxjYLrEO7rbe9N6EIE9DqTd8T66a80Xehx/bTRns06OjPbrzJCqJ7xc/EZzezO91Ex/EV
f+9Vkv6MtgU1BJHB2owXmgz/Wgp+zCVhSYQcJr5vLl4aNP6ddFpFJM5AuUTjm8KVrZ+BczDxTLm+
8atx6LlgzkRNbWjmwNGCiaIjlUlCrYNObDffqcQWXJw1H3YuijM+rBjqPK8WXfKMXXOHtIC3ZDwF
CxKpEmdtQr3TwLUEKafp8y7dTaQlgzdAp36DZmPn3OaCXIdoVZzBGZRuruMI8jrX9By/d5d1iVgh
RNeQMzm6XNmxM0AIU4h0w/YpZFzft6+G1itWjW9WMoD7g2VgGhnjm8hKV4BLp+Ve9UzXeKlu5V0/
0OFU3EwvJcx3//kBCpjrX7C6Rgx1LmVZtC1pnHo4LJYTi8FHO809ZmKd6b3Vnq1ekG5YNQSAT8F4
IcZigaRyGQnMGHQKg7xD47lB6qKnoGdLHJeFVMgove5sMSAA6ldEHGipvBRVAkmyyDVMCWiPFtDv
bX/E5Isdv0yK4g+2SlGCJT1mL6xeB84QhudORv6RA4Hk+r6uFlkxsIfpTQzQgap1eSycxY6JnJtT
EmDJSkfH6jM0/bryBrBK/Ijl9wZQSiabiJPkXm4cmbYX9UWuwSiAyBI93IjxlAXL6lI+jHtmG9PS
nV7ptE9/6fNEdGBFFuN2/JMn/ggq0nGnTPvJ+RQsffW0gT22DA6i15RHfJbtyNCrCF3kqj0Q2NWp
fIsBmYBZJEnflr3sd/kGRehluB9hI+30e7mrCZsrsrCjiLi0Fq/87Yqh4wC8YMBvBsTG5UYUYFAz
qmyZRUsLm2SN9NiXzmPcgU/PwUill2RJREZ0fwNiK30TbMXiQq8J51xs2lVNI1WYuAARmRs1ypOu
vQ3hETMuO5boN20PxLQ89Mo/0b9gEdDR64sKLvrNDYBsXi4bWY6w7HrM5YD6pbNPsX0cq9tJhNa4
trnLAIu9YOHixnFaXpRxY3amA+/SDIcwLvZq1WNl9VMdqXgtdR+sUX4AIO7X9X1d07BzsVzyIGgZ
5osYxKqbDoMJYZV7UlCQwKpP3dwLrvKab0PTPjTZAVwtuukvd3I2NanqGHYyrf6ATLDEvK2QOWrN
nwH3CFCry51V+adtq2dRJCHhBc0Iaam9IerTy8JNE2/ugQ5UKgKzv5qxByA7au3I/2JSgDOTslqX
/xnNqQxURtuPsAb4f92Sorl3tn0m+VWEKhOmpmUHFYR4W6tI3HbMsyv7o4pkQfFsdYsxSQPgFbAe
oFPkcot7Sc50KcJ5anpDJOU51TCRa4nm71bDLqD5GEgEARgR7+tLMeOcVGpqS7gTwHXRdn2XEjm1
MBc5uEPiAXRFr2hcUNR+rqvr6vKAt7Kg6aJP/atWfeYLAsaMPOoSsOAN9sK3YEymOwYCNV1dHRAn
DFAKQY/QcX+5OlXp1EyrenSnx3F5sAtZo6nWRp4TyMmuY2rnI/+pHeYK/6u037SxNg89su2CXNQa
yAe6r9Bpu7TuoU+eiwW7ZkgcCRnH4zDfhanbxCMBayLRjK1leSXzDEk7gSiqZq0bFtGbqm8D/SQh
CVEuXNZduP3vN//8czhNBze20WDgBq2mVrLtAfrCpudCEunWmiEEDiZG2IHWgJl5ztCDSrgYxxpe
Jm8tz3Le56k5lBaGg02AOLbhjaXWpC5FKMrfnqSw66YDe4F/Qd2KG3R55s00jc6sddNRbW4UUpvU
cuhwI+enqCXS4IladL6dLS+P9yqBYo6j0U94Mg5+S5Pb8tm6qd0AL37FG0lEPnM3OomaefnN/Y9U
gHCgXoUarcWZ+0YxhrDtGmRz6gN6qoD6hAaO+q2BUgWfdoa2OVF2mncwkIioDUMrmEHD+LzMKQ2r
mzTri3HC+6I+VeRjn9HrWrkczHlgwAvgnEqrmYOEYWm0ymin0ohIEwjUfmXPLlbAWQOttDNZ77EC
M528MU0oShpB6KWGRhb+qYRUQl4z3sxxa+LTFtNYs7SXIFKpNeoYpyjB7L8oefnt0c5L4W7aHAJB
t9KHCWVYxdfQ6tT9PBr7+UfnBSSg5ev1c/rWcPUfcRi8BGIJevodbh+7Rgdt5QiNB0zJ3bgZdoav
EJ0Ym9Y3NrqLpqJDu2m88njDJlodpYOxy93S/7z+GWsXHcf5v5+B8f7Li57IcGlVD31Jk90AgCSm
mbRuWrwowKeRuHLYA5qDAmbi5bpgPjC5XL7DN/7MmdykIdL9yHlVT6MXvPXH6kEW6Oq3xxIvhQsj
kaJJWA4YyKPdHrPWVXqAT8Voohze6/6HhkZOeTJI6fzUga4wDzaxgRyViliR1tX3ny3mrEyAd2tt
9Fjq0x3tBRGAQI2+DcOBwr5RbRO/PFSXdydSTanqmtGpw1ITCThUNmGWG+QPdeRp0xMr/BZz4DXJ
wP+auTXA3Gu/HIKdnlaUsY3N/M65aYHJdv241+2eg9AIkRgiQ853Aw95mDsHV7iXN3gTAx29dQAT
4glxq0SCOAPbmIndVMAOODb+KJHdvt8Ks3vrJvaftXAmVprUYUwjXJnOVWmCW6v4QFF0o48Bo8z3
LnA6BDZ9/ZICDAOMHZgzwpPo8pLaCrpvgkSejrFSgFMAozMdiM6H331uUGsiQ3CTdH4fi8CB+BzO
1+05E8uZKGaGM+JL7OUkPzphSbLXUA+IJAqkvqVWLuWAN/pyeRFgZuQGeYSj5nzY2Sa7k4bN/Ax6
kEWDI7xr31u3GjTCOhV/x1QURq+6NBVwMgtSlSLz0+FqZYRJZmJ77VhGq4PkjdUf1ER9JrVUBauC
ND1LQsig5dZ/c9RnQjl3k/VjF40ZhBZqfm9LJTXQJ5OUey0jhgESDmqrL7qV7WTc16jwIlYK2qK/
5Qi/th3mHQG1pQG0iIvxFGbXo8oUmH4jLzZa99RrqYcO/neMUejy4PXWvKtB+BtqbpR2tGiqQ6o8
DpFE1ajcpeEBTOuWc+qzAClGgXv49ujgP44PCJsklEDMBrtmGj4Q593OuQOhggY4mAYo8CR6UOZd
FQwCO7XqliyAIsAoI1Lj+5cKMHkEbFzEBuDUDDedRrM8PDWS88GA+GXbkgDmZH2hZxI5PdDmSG1Y
D4nGo7R9Cu6UPQoTd7Xr7GJByLHuDc9E8d4QqbuoniCqzT3FfwpcZIM3N55J2Ca7OYo4UNet1pk4
zu8VdVwkqN9OR0lxZxQImWsepT9S7lb3BY021x3Mt8TDl8KcSeO0ObKdNAY63ASiJmPHWL8Na4q5
DWIczWQTRadWV/CjF00uaYEO11AiTbobGNwRMonXv2XV4SMhCC3CVwH34tKemeD6LatQxacAhHk4
GepTpQnU5rueLkA/yMMBgEv+jjGBbPSkhaUyH39kfufBIooCi+82EQIWeC8TOPqYd+J0hc2tFs8V
BFhh8SQBCXjyw5yRWPdqYMgX+ptaDZ/Xt211TUDNQHswIEMBnnG5bcEsDx3DeMhR+zFOZEroTKS7
HvhXgjv+rYXfAIAFErZ/BXHno8qdLs8zBOF2q7T7GWKYYTu/aK5C4r2F4Z541/q/G8DXoqhAwC55
N/58NP/NCYI1CFMh2F4gCV6u1gF98GQ02GDVpCFtqH6QXBGU9XcHjoUCDwp4aSDDAuAkJwPg54Ct
N+djblMwsrl27SmJ206iHV09uTM53N1LtZGxRjfmY/IEqoUCfEQ5aV4b+b5XS0Es9G0I7+vwzmRx
jkFSsrjqZGs+ThjxsL3O75aSORn3Np1vCKOGh6FflCIbD1QPFIBpsG/7guwbmhAEwsII/Ptlv9xj
LrKtU6dMldzG9+CplCV+ADwdYC5dvxrrQjBLioBhAdzjhUxDpoFAbT6aut8B42hmOMVOYLZWDPay
lH+kcLGzw8q6MiVI0ZPXwnoAQnju64iBMu19DD3Hyqk2iWCjl995GQaBu3Vp4/nKMuEeXKqoHtnz
oIaQaaV+4vwak43V3VQOdYDIfX0PV5QUCUxcNryHFvZ6LpqdlVzXqraejsizN09BQrJDcNvsnf8y
5Qz9NIGkAOAtGe96i8ec7BR7dsCmwo5VImPP+tvKObK49q4vZiVsQNLKsJdKINBdkEu63Le+6oAh
zxJ2tMrb8qE5AnGa5NVW60ks36JnvQMHSYb/Eoj9flwQi458wOSAYMW2OBWxEDBaaYHV2SeJ3Ba7
zpe90mN4BEne797XIjofFU+U1Pp+dJdSl5+f5bnR08DGyoBUNOtQFUC5CdEnamhPgBKlXbwVLHIx
i5c6eSmO21tgGIBdroM4lvpBdNIBcTc2YAHfBw9ptuktyQP2oqTP2xmgN8Xw8/8nntegMDVBbtzl
7Nj9sp+BGZiUW8nytx1tllFiIAYjAGeCgxWcq81dw65mUVUWBTsWQF3W5R+1+Tr/AAo1Hcc/15e3
LmlBHEPNSwfo8+VZ6m2fwVtIUJP+MZGe5eA9av5owe9S1GWxktDDMYKEGhORQPCBwEtJtjP0gHaK
2DFB93+dxF5aA4V+PkpIJLaDX5eAaQelvHScFem+eh+69nh9qcqylm+KZBkO1AUFe4dHAWAZU6u5
yxgmT0vQ/ADNYFuBsM0LHqMHZx/Qx/6xuI9+p6/X5X6P3ZaFA/cWfQpAo+e9hZrLneyE0N8ZNQIT
XQkbBSPggAztMlpbe/XhurgVv3EpjzMKat53eWPDFs3ySWKP7UdJkT+VXTO2ScV2yJcI3OH6xmJD
Fzx0sKfxlAaVpeWlVZXsOGDqwfROzW1K4+WfnU4C8pmg9ykUeMdVG3QmkjMKdq+hu2qs2BFE4wfd
tfbGziKiTMS3bkSQYgJb5O/CeHqjxgpTTJhCSu8Vtyp9YiSibHv78HMgb6GrULzTabYp3djV6Of1
Y1xV1jPRnAmwZjnrUhkmoGOo3Oo1aVlDVO02+q+buvhFqpcXE+w1nWKUkKTLGx20a2bOXIP5qfxU
Zj+K4KmKDK8ZNqoc0qpSdngp0Lnddb3A0C73/9vtPFvw4gbOvEoD4rd2cqBETvAWOz9TEWzAqqU7
+/28/QFAZRdF9XKWefVgBy+ZdqvWbqqL3r4rmRxA5aIdY5lFsIABy21o0RhBmzXQmsmPqP7CthOp
tt02cy3/tiDaXqEwBH6xN8Am/CqUvuYuz6Vz+ziGfTtICaSbe8NH9QDz4ZEfn5qt5cV0ovgAGtDG
1U/JSdrpB6TYiSCV9dXOxh+lBgwIxJF4tIKI9fIo8yJAI2uLre781pNuJ9/2Qt9wW6/aqRhoBccw
7SyClLOa+SMpSipMdqyZB2AzAZFuQUaEw7n8ApS/5naIBnYsX7qepg/NU3GnflgYGrwZX9VDRzU6
4EVSHMbbjgou7uoBnMnmFM0yMrvQ5Z6B5gdDEht106Ahc9oFf4Zje4+0i+5WmNYP6cdbRV8MvIJ6
+jmTxHve3Dw/24A8dOhDRj5C+rZ5agm62FHjJS31Po4hOhOPN82N6hu02zw+jwfzQRRTrtmd853j
HnQ9yyy1zLFzOXI13SE/ooH/+gZ961lbDA6IBxdeLBO8w3ynTdUWGYjpGGx3mJ2MMsppp7X29n8o
+7ImOXWm6V9EhMTOrYBeprunZ5/x3BC2x5YACbEJBL/+yz7PxWu3HZ74Ik6cOEu4ASFKVVmVmQ4h
Mm/d1TmpGYoNXgNJdh1CnTfS3V71pkJ7iHubf9/M36KOB8NoKNZAgQkJ/O8bZSQTxYipux7L7nsk
zs1nrnJ/Rh08ZELBUEigVIcJnN9/X5KYFr4I4iNcv+6gjHJsbuQnU5d/6dbDABRSGpiEdIE+XScY
pYu5omiuimP83L2QXIDpgCpxY1OycfdLFrJcMJnPr/9eub+EOVwWI2cX3gdk8K5V9uE0ODWD2xdH
DBHl66vq2H765j8hpZJDum3Zsvdfl5GRIgPtwbmzn1R2fzmccf0QmRU+cIQZ/2ppHcW92aixOB4S
mYY37otzW783H5a5++Q9Oc2Zfuruxi3UendB6t2R2+aTL/3PIJNAqAszl5cpIyz7VZiLBS2K1g2L
I1d1FjvAAe4C5w4AGQDN2f2kxPwPpvw9qP5+tcvd/HI+0rGliQ6i4uI/wZxz+RWcnk1ydrdzDonK
h4HJTb0NM1BwWMmeHsKMs7vb15C93tJU3c17DE5n7mbaYg6drbmLuPPv/fDnl5QguQWGCzE2qP9c
Y/UJnCsiXfPiKDAF5I97szz8+wJ/aUz9foWrlKgkrSxG6yRHfwtPq7dhq5/bfHieXpPn/lY/Nlt6
Jz7D0v6STf9+0avDvFCq0KXFYw0P42HdYqfnF/+1Jm0/Wb+/RArAIVDLhBj2xeD5ejfNrVA2Rv1j
XYytdRc5k/repzUi/b/X8W8fLma2YLUTwgwKpIGrD6fQ4zxGgjpHtbDiJO6mvXeQj/rUEubvyb7Y
idvlGDz7B34ubp1j90l6cP2g6Ch6EXhpISblID9xPUNFVTjZrvWcowOIjpcfTTsxqUGB8YZUd588
7N8uhiQAKB2eFVD21Z6BaIYb6rXipxGC5Hc4XXaKryxuus9Zfdfh4PJcv17qaqeMS9+7raz5ySuK
fWljw5zO2XQDgDrOFauAEhD+WYlyXVxeX/Qq0bELb3tQb9ATezrHVVaewn2NaIst+u3fu+aPpO5/
V8LI8mXY7yLw9nv8ARTpNa1wsB8wMQpGS7uRWZX1B0C60JxASmvznumNOid3nxnH/PERXl/78pZ/
iX3hYPzKGFw78Swz/Clct/O84ycI+rQ/OXgbbfnx78f967oifb9wGfBVXk/qLtotYHmNdaXj1g2y
Dswp8laBnhUVD8s+Kj/5Jv6+ugia6HgjhuJY+f0JdT27EtY//LSW8hE63lk3NYwOHLDa3nsW6tEt
n3kB+YtDp8+VvJdRmw7TdmrgUQiFq/aHu5bs30vwR17x36r/3z35Vx0gSW0PhzmsAXh4ABjPxY05
1c/gk/t7TJ8eq1t5a/btqSTs0wHEv31LGHJFuw4J0gVT/X05xDg3RtQtPwUgkZ6q7+1r8aU9m22U
8qO9Wb0NDJSdo/e8bJz9Z/zj/2Syfz1pL8/968WvT9q5M0vc4uJdjloxt4fxrL6GqU7rE6xPBew5
vy6HKSePt87d5LD5M52Vy5d0dX2IXWN2+eIZiPz4KgXXPsKjmX1+4s1WmfMg7m1x59LP6GmfXebq
g/aaGWIuBpcZfk43a/oJx/k6HcAiotEF3h0o5Bdp9avARAJaNkiQEHjj6UtR9nuOUeF/b9D/4Jfr
hYJgKKTHcYxAn+8quAvo5qHOhg99tY+37Sa+WTN1M5yC3cnJw4/hpEsGO9xsPbX30AM4F0Bpdju0
G9CkkqcEPf1/38/fPhhY1/3f/VydALKJOxNSg+52/zLF7+gDMm2ycfnef4mhpDFk2Dz9nDv9x3Cs
DebuWameA2A7/76Pv3w8v93G1dLHSRk5pYtlkUXBkmJliXfvOxk0pLx6C8erf1/tj/4t3jQMvTAG
BTVszERfq0j1SsDJVNvyJDSMHuuUXqRj4Zm3gmMJ9o/C0HCb+2ebA3D4uRxIBhKMPhRDuvv3jfzR
hPnfjQDeBSPm4r5wFa/mCGRoEc7lKbGPLszMvNuZ92lUWiZ29Rng5yn4rAT4Q/b1ck2kULB7QOc/
Aebze6CiFtwcCwnikxqO0aazmkWbPrqp/E15b5udl2z8LguLJ1l+8I1iIj6iHtLxJ+/gD3D9+jYu
X+MvB6QjFTTJocdw8vjXmQ5pi3nRYjiru0Khe38w7ZPbZm2Th75JneD13wv/l7MSxq6XGeqLpyAE
sX+/uO0FR6iOqlMdvsYCtrIwuKEFq981eIwlLfKm/UzM/r8D4LdPH+MCCC0RjOuA0P7pLhi4HWRm
O3tSTAMgGVKYfLIwdfPpLkzXN/zn9293X5asxoZc2WsPzS/BRuAnkBdDWzpkP5x0Yq9ruqYYKN4Z
lmQzCqM0I0juDzxrAZRVgMY+qycusfuP+wYaAPMTtFyC/7jUv7yotYWdi8EI7Glqn0oHVNAek2af
fAh/hN7L2iDDh/ok2Frxf3v2l2uAYzTxQk/2ZKKWzUODyeHPUKL/OS5cPwiwPXA/YJSA57h66WaE
L3cixHJa0vfTYcp26Vufrd9NzndAPd30m2WvJXuHdiV783N23jTZNtxjrjc9P52hkcLY/v1p/31i
InsFfTB/vL/3WHZznNIvPxW7mTc+C9kdoCEUsDLdXYZqbukW/9hnP6f060+T1yxgEsTqn+HZh0id
h3/9gD8I/mzabx5jZlN4/e4luwXIFpwB0W+P3vZ1zr407Pko4W6T/n9+Blj2X1fkKoWLe4JJ1IVj
Rbbr8BQ4GfluG2xNwiS40Z8pJXiXBf7HC7juSzqTno0f4XKH0/uJpBAre9Fsf/p4328fTtnpvO9z
/HXMb26+bo8/+u3bLvv38/qf3cHV8atKW6mZ4g7C9zHrj2G6fz9vfmw2d3mWI+azR1DDtyHbsnyX
3x7Tl90xZ+yO3bDt1yxOP9uSf1R6vy//NRM3XHyfRzD/PdWsy9+idPjkcf9M0a8ucBXqJxHCgmHG
BcZ+LzCvgEPup/nhfA9NDlXeBpt+v+bDwT/L8t5pGcmaN59/Fug/e8qrQD/EcUlVh5vQ7R3BcC5m
nd2aVfC5ECxcnsSHUxw0/Gsh28sx+4PWcd3AgO6z5O6z27hKUZupKOCfjtvYvDT4qE9vZ81IeqjZ
KcEX/sTw8aXYA2+bzcOI8/+4ze9utsfHVy9ND8/3+AI/Pnv9f57E0Egm/qXd8D8jX/f3U6iYoDPX
lpM8KRfzMftheB5Arezey+aV4pAYqkyRI+SDmuU0FykZMG0/sBGwGUwyq89EPP8QzQUkClEuzOsR
TB5GaIT8fjeRE1VzAM+V05sDqcJs3PNDkzm38mwz0JODHWQ20y6j234X77FA4xYOvAWCZdajVdpt
flan8bn5bOz/L2vkoqpAngZzFgwZ/wep/nIyAI9oBtqI4VQ2GkPMuuMQ/RrqrGgLsk3cYszdgHdb
utgxH/t1/O43brJvEq1u60jKTMLPYdPEbpk3yaK286CdE4lCCHyU5DO2yJ8nJe714mp1gVcvjMrf
V9DCoS/SbjWcWv3FeEM2qcfKDp/E7D9D2OUieFMEeUuIUuX3i3RRIropwUXCC2r7lKxs1Sn65KH+
JHp4ONvxW78H7IvcE+ATD4Ovl/3x+7WsdnXn9Y59QlYjfFDU/WBlpijde99w+pX7U/V9FVaSNCT+
dCocZ/yxLHEot6AmFSCvL6qBexTUyrOyV/S9bzp6C/uE8qeWdRgw+KclKI09azayRTo+J7o4r4D6
XvpmbqGJPAe1y6b+wr2fegd2gB6aKlvYQnC7pWZtngSc5wJImgnrsa6QGLQJSG22y4q9BElH7dC9
DCb52k1z3GTS661gFejfH52t4pded8Lbt43jmZSOU1llbiTXF9INw1CnUaf00h6DdrAwI2xKSqqf
wosKiDXHcZFEE0ZMh3ndaD9o9L40iVo28FKDNTcTxlTfFgP3MTBdvX7MqmBakUmUsI5IQz6uS8+W
2it74CC1P0B/TYRdJoeyCm59HWu1H5IGhDjawpqAFZ4xcxYGci3SZa0wfVlPg0fyyUO2k3pdHaut
u4am3OFWMH7jgGD/MXLsHkwp+1qm6O5SjNkTjMSBhdxAirQKx1cdw7Myq4OxDA/+7KynRg1U7AVt
7EMn614xo4P2KGQ4gobc0uHeKsJfVzjQfet95ZJUz31wcqsaetXNtMaPHSjk3bYiRDtMLv44Z3SZ
gizQ9VSnvB2qYWtbSE6llZn7H5YGCc2CSPcyg2VNhwPKW6pqs5ReXaD2IwH08ZX7owuSwtk2fuOg
/9w4NTyFYrtumujyuq1nooDFUo0ihf78yLegWasn2EODj2TGAHbhYU3CbdT0NMnGMhpWwLb1DHWH
pCEqj8DmOMkhQTCb+7o9N42Qj/hTGuR9v/Qg9t63sI9bF9mDYF/S6rAKv8eDtWLclnNbUNj2EHfZ
RV0yHmZLFppa8G1+1KEunb2nCwVotR/dYaNBP6kgNkGCj0r3kWbjrGWSu44HMdzeEu++hzJWlUKk
vbA7A58rCH91A6FZ4tfiu1ax+Z54E1hJlTOMHTOBBadGN/H4Ap/YqWI2XPHSOB8NSXno9iXAt3VS
uWyFwey8P0GYSvt1/1zXkAaBwHwSLZmjhtLL+iTkE5snwISwrYCl9LJM5cggQyR+BuBK8pT0S7Bt
K0Fp6jmRxiUJpqHiEq9koyloD5kpY4zLeys1y81c9sY5RSDIxqfBAXkNnqGlBowRrL6boh0zfbVz
nzzZgoT3M5bx3pAxgc4SBprTpprsx8QXGJu6JXDylJIVDblSj97L6pfVs4JZ6DMPQlHAsSEBoGUm
jueHAMIECQRrwlei5ghvlEbdDxAkGhRKvbfe8KrE9z/iCKyZN4K4hBH+EZKIa6H1CJ+TFnrv0SA1
iEN2rl+oqUdI6yy8/2Yba/fUUUvJuArEoYlE0uUtHEqT9EJY281VU+GC4OTwNCkLkvaVQOwycRu9
OZ3X9DtaGUh5REVVrNlaKJGTrr8c8zpwYL1CgUDUcCV9bttAmSMEYSRWqy4dxLXEVR9ynLsyNcbg
RqHZLuN0DBSF43Bbujz1NYEW1OjExRPGOzp0RQowCJgxAQq2yFfBR9AX85A1s0jw0GGoMJFY9PQ5
AodxyYBDhN/6aETytw66XlNByvqpKZX92s5dLUDRhRX3TonLS5VJicZkVLUDU3MvvMsmQ1RI3LG/
cQpQUVjdhIhaIP0HTQ7xTuLtKpA1vxnbJhHYXwUJco92HLq7oT/ckHop0MBBUTizmXgXqxt/wYuY
5mQOc0qrJcgwTzqjWPbXsU1Joby3kI7aT3vP6Ikl/UKSvLHc7VlZDvG9qRokmtCXNPsmFNWLUF3k
bCPTqFfohTr9Pk4GvV2JNe1WBR00LPBOnHojtUrikxBJWd3DDZS7mTMo1zB0Y+aDNby6gETgc7Fe
hvI0rJ0Ot6t1xsekrZ1b4MK1fJxdB/qFDjGaYlwQhtqgT3Fw7RD639CVni8am+v4bTBRMubACcqv
FrOpj/CqHDzmTnFwb0w0dmncRP3TOkq0RrzWBkEKarEHElOkyLSNkTmuuUwMYOWSW6NgjFMMAd4E
b5utU0rIeVa80099je77jobGCbdDsBRnS3HcpGE94aEdX0Xf7NB09XkNumlMlQTR4JEEPVoWvld0
7ckObXxqw7bCOH4XaZF5Wrp1OsfdaDJ3DvhycMZZiEwQOoXQ4/CaBv4iY4KOeoG7Tyn2Z5uGGGPC
MlaVLO6MLaInpBszZRIBYz0o0V0UgHo/XkAAHzlM3VxAyanw+uELpqGjB13O4gsKt7nCKU0hJRwk
EJM9DnPRmV2tHHtfY1Kz2nQlQSIkYUuF1s66ODkhUNLYtJeLZb2IXXzj8Drdu3xs59RzK5K8gC+y
Oizm7sSzoOkNxHaccX3nkOq3rMBCR4w4s//Vm1oHQnSQADiJqVXuBuLRvssKSgq7D7o+gR6W7coS
abpZ+COw+KTOYKot5nQSHsHQjNWhvOFLDTnLqUywi1pFojGdWjIN0LjEiHaGeB5g0olEogFlD5s7
LZKhfYl5SNq0HqyDOWnJx2rrj63f5JCI5z9tUNs2V1UQnTFVdIFPvGiuMzk7cmRDCCMpZkuMjGUF
ENE+c2btGsnayCFjyj1cZWt4h6EH10FeY/tejDd4F+TshNVSHAZqlNgFBv93a4tkCrcT1eNTVMZN
lU5FO5BNF6q6g8RO6RycgrcfTRXIhyWYFqjqCYnZgpC3pszhQzPHgBa1P+yT1ffVUTvLRSIBDqAJ
dqQF/qk9d6Ibbul0L/1x4o/aq7v+fFFH5k/BOLrPatQxdF/QQBsO4egucBzuF0h+gGrXkfKlGS0B
pOsX6DUh/UC4GW23zJnvIFVNl3EdMd0xtuZVz5T8XCfZNukC+su8wyhsyRmy94RuihEe0KxBIopx
HuVNAqWyDqeNqWl5MwakSXIddXEL/vE4B7DOcjv+sDaJK7K47RoUbLWh8rGwBeUZWYrqGXwTPWec
FNI/wtZrrbJ1MC3frtCnxxioj5/co6pBJUxtPTVfHQ5dsscC35CCMylmw7LZxDNBmlUjiUK2EEfz
8qhrPbm3De5KZ1NkvdcRu+PdLULabooVf5vFyNW9Li965glmet886liRemDVPAwOX78HIzSxclrE
6l6hfXijJ8ivplMp60deBFW3740iD56N0Qm+HLrILaUbfwBVEO/odi3LgyrqmG8aBZkeNhvI4G6I
aNY2FYaKMg1azSso10xQ2dLIGE4JJ/a7L6c4ZnM5dElWj2WBiTu4pXrY+JAMYbODUIBpFK4+REHB
Llfa9D+V1MVzF010yDuERpl6ZRCPzItB2kPLqedlXqgIYtDTqtDrXZpJbRDIyJCWVcRvK4wcIXEh
nXuHMwQ+FXW8NF/0gjQHU30TKoulnPEd2XpdF6Y4VpnBblkkKELktPygY1Td07pYwfgb1fcEUa3I
u2FCYCyrDpomSDWSV7cJQiQBTtgY8Au85ZSUg0ABQ7xV5W6F0wBuKMm9sZF6aS0ttnXjoq3jJMG2
Xkn8yp1aHSenme5JT4oilX5B/dybevqeCAL4RpiuwusYYeREqsCvd7EnIrxQbUKxjTjpxlx0xkLt
ypB2yssAYu/MkhUyJGj2+342+GM/32KJLkKScQ9sXSa9g5ZT1zo3PEB1nAe27l4K1wAJFzFyfbZK
6E8xR1iQ6obRjW0+2jqJ8rrXAjVepyZw4ILCL7PAaKIzVDQrFKLMim4RUHVQuWQkWpE6VZR0P5Y5
wpp7AxcGOVKpqi1UeYYRYQvHzwk1mO63fRWofcD7st55zuS7mUv6driPMKAJLcIGZ5bc+tyZqgyk
b8i9RNKTaUMMVF8mH3gK4ZdMw/UkcjRi4VaaRj2qaaZpbEuGszN8M00TvHpjhaqj9Wdo4Dhx1WFI
ZpzmW8f0iWJzWNcBGgGYt8PQ/2T7dNE8lkzzFlJBiNQ0dXt03VkoggYY/NwNENZ2PXPgAWjXKlB4
qsSf9dE1JQwJ14HGN11pLMYlQ0zbsjV22pXVJLHoOJbRG3dLD52BZoF9amsXRdPAb5Kz9WCCy2TH
Q3SnTFCHzB9UXaexLF2LnMgs3wseSeikTomEltsYThqUj7a513XtfJDYRADaIBe5ZNPYyyY1Ydwk
2JQSY6xJWYpH0Aj9+0HOY5z7Qx/BesrhlrNeudEJ4ldBmS4+uiUMzG00SbqxRCY6Y5b9Z4/+DcQg
/Mk/dPh/MMiZAnkG0Qy1u/Jq9WNy5/qW1rC9z+O2xydZhU1cphJZE09lWXtRxt0oAJGianBPgT8t
d4SIqt8QF4EGEaWLnrDzxOM0ixiAHYGxRkbhmYr5wMbtz9Zq3udyBS0Zan5YAPyGnu8U9wl0s7oa
rt/9FFc33urWMiVh28DjcDbNLQToMMpDq2DGjyKBRS1rp4CJaSaCIQMfX0dPVg+w8AwBNpVIh4mu
id4qdBRdJlrSwb0EX0PJCp9isZTb1j8q1VOy8QOOMCggdL7kSbiK74sZ1oexnP0l8wrgHPgjVXXA
yvYc2WCob1WAyhWrHjmPiyv9r1R7muRQgA1BtqS1F2YuBg847O75+oJobRWEYKt63BWRWMIsRmX3
JZaFT/K5CtUZ8rkW4qOOFF8WVKvAhkwwQt+yRTrEpJDxGezcBrIEckHUdXunTB7mwHh665e1kBn4
MMTkswnK3HcRgncK7VSM1/daUgZzQ/4F5nNTc4NiQlOkhAbgZRk7KFcxXQkLDV3ITufRQjnNuRfW
u3auliifZym+d3JSdxqgtNi5HdTUdp0auvaxTbjEYW3IoNN5ajBJIqEOy580bXpItot19LNY12ra
j1T1b7bWMU7GIUheOERk1/RyhEbMX0mLMpi0KFm48lu6W6Xt6q0ugtHbUIF8Ny4tlamGcsyKw8Oj
QTo4lJ7hA4LIbRsynHuXQgtM1o6L717hjGWFdlxx1D3tzSHoDQpG8ATRJMGULJThHKD4O3CPxQqx
FGoukdIFVRY6kw2S2FF5LQuxBYG3Q3YTy+X67ZQNwvpx2peoAzIAxC/4ObsF4wawk+CBeV1jrW06
dj3sToWDfuVZOWQADDMCk2KJBcXjxguoLZFRwZwzg95lBGIXdoKbwgOQUzbUICewKKoGzTjK5w4R
anCbQ1i5Bck0meWtl6ikZSiOEO1W0vheOnscPsRexDH0Xg9cR3mh1xpCK6rpMKRZLIYi9JVePtOq
Xh+bWSOXbC7MFrZ4hdOlgwzRSADMju59jPLkB1m182XtgpFuQmTXIw7N2vdYgb0OFnhoxuTcCp4U
QPzr6Nz2fE6AFVraILus8RjaE5Al0T134530AvWe0G59cR13Ae1jcuxPV60WtYxnoLvv+zZO42Ip
HpLOwY6H0wTOv8jjOMYNxgpenSqGUywNamBgCXAriFy2zbJpY4RolkAFB1FvBdlyg3q6xYSY9Ifw
ZKDyVWzNIiPJHLdEjDU13mguK6dCo36JzJDOlSVxWhUQAUmFDccv3tBYnYuK9z5DeQ20R8xm/RrP
xvtoFi8EfNME7uPUQcGfwbJwIGnU+PiYdSTgq76EusYZmkCgcqrDpEnDS4YPhLBXCOAD9y4zGdo0
6ThSUAJkIhHH5hLFU6EWx0HdNUWg+bg1/OzmJYY8IrEtz2SlPO9MbWHHtEY4+CHbOiFs8ok+6b7x
gA+Wenh1aSC9bUPW8RTHnS6zRQOnYaUYSHOCNmkodmE0DXTjLrPnbipnQlNY1KrBR0YLb9qg4TND
kCS4CMDVbk945kzUq3YTYvtdElTSydwyBMAEKCkqYfER6PIcLE5VHmavgkHlQClkVPoZdqmsXuLS
T5fOjN89MdI2C1qi4jxxMRWatlSVcT51vvsNqvsR3s1ad1NaIttx89XjQ59OvTu/xlM03apFTzgF
3Fab1OVd/+4YJ0H2OpjAZFMjAyQAopI43WgbvsEmADikxTjkXieOnvetJgK+2Qv1IBgL/5JdAjRn
yRS4AZQ1XNFdZFCA5EkiVbltFqVihv5PgljKnfi2G53EsE4gq9JssggNWQTaAUiiCw5sZwE+Y3gv
HzpVS+DGsw6jbTV6IkkrJFYxm5bY9sD8tQeWDvhPmnmVHxcpVZwAYVZor26Srgc83KEuE5nkCWht
XeDUGSY6FTC9XviHwe+ifsf5pbToaotPrMARgYl3AJoYmotUP6YUJp5dZhrXvlfYZTqdpKyR9EJ2
GsBnItpsntzqxjGhgnO973gAYbCI9c1Q4wREmuW3Bz3VgHIswNJb2FrOfZqgatv1oecOWa0tmQGA
K30chSG4hcBgqgBKEtDoWXX5PRYxYiBfyAtAnXrJqF48JEwNmJ9IZTpdsQScyzF1C2RtQIrG+Cct
kxASnXoayNZtIxyt1YJ5/wxKHqTZIRFROqXYo98nvC5kBYsvom20eJV4M15ffEVGtohUVBay16zt
WnfYaUvLEsAuUVCFhlLkvFmni2Ak2kloxMWe6VxI/ACbuojeXBSFF7NEGUb8434TNEP4WHe0vpm5
DME1bv0ukECkEb34ZOv23pETp4TNKykhrl4lNWYla0xRd9YuC/pWpjhUK1CVFPiKFzAi9bRmsIqx
bRYBIn6DiTgyJLhYzA8QbS/eArEG37uiWpu3ukGaeTfgCAmeXBzay34tairucJdWZCsZAhxtEKtz
DyQo3OJ91v2KF9Z07ZG2s5rSJpEcVtvjPEHhzIu6OuOQC/nSgz2FzeA38VM3x+AMFGRSSE6ILZrH
pa1nhDUFyWqB1GjhMcw2R62goBAPIXD4AvKq+jz7dtB77o4aPoQoq7vmUS4Oxbtop7A811VVOVmA
NBdvutflg5S6xCgWqqXpQzbVGAMgR8cAZT4mPVR47L0msGBZr0RtikI4SYpzb4bEiJkCbm7Gyolc
BOxGOJmDbHW+gUYIfQY6Pp66CAXctkYWIXIOcdDgtKxz/43LuF/ACm/88daTBFIJnlgUEGxUiyi9
IVGKVj1+Se1VPU3dbgytlZkZIjvdTGhZIUxfRCaQuVFzUkO/tC/DEsoSyIMOweEFAg/659D6O2kN
Ubtx0hhSZkFsx2KL6d6a5l1VxBDzg2ICLNDqFa/LTA75glw3rBhMOwjkPmIVoClEvfVyTz5e19wS
6KwoPeP2jAqjAwC7YciRmQZTFjcmHJhPe4x4OS4gj7Qep7B96FEjybyMEUczj9dFtwkqyostSCLe
sx8hS8GyxaWTlaNc3gUEP5FDmrYopnzFINm4pTN8aPZjMvjNwdLYhJmooqrKwnpU5eu8IiTuqwLp
TQGMb6GCMhwTY/DDgyEzRutWGu5H7o8hS7QXfwHVl74pZ2iXj3LkUfEdSJ2N7nG8eihCluYyntgr
JEmCdjerr3WEBlYpkcU2QGqQ2gtnN/i+BtDVC32kVQFoC10BTCwuFuBY7yfrDpGqJ+maNHr52U96
VQcH9j3zRrRRcx5K2mE2zlk9ZGn9sEJWUPSuTMuubdaHGnnIi1MhwUuXMJRP6KSjlZPWjl6cmwSi
/PFrK13IIXUrcokV6lhyv6x4PWkbE9VmfCA62oZq1sE5mWkJQZG2Hr7R0gsxlrvMsmYthLPDXWzk
eI7moQrZMow0Dyt/PRVu2bh5WyDlyz2t1oPVpA8ZLxLMSPpNX324oibRadKdIcCiAIQhSQ1tmCLg
DOLG86a+fwi0a9Hn0IqAZVnVSHZ5rXxA0jZWQDjHGB4mjgtqxdSode92cfUk0DfD0Dycsg12ohwf
OqOXhwnZdbnHvBvghQZnY8jaVqMiEgVxX7CY8R0qDHuqxzl8h6E4Dizti2kblWsRsyhUw5c1SEaP
qUAi5RJd6HHsgqjDpH5bjgBI5z68p/+Po/NYklRXwvATEYE3WyjX3nfPzIboMQcrAQIkwdPfr+7y
mJipKkQq83cJjskSwDlOsH5MU2pzQIBtyD0TO+9k5vdOjpSzpNzLkrvAgPoTXz9uCXmvbhMqPg0L
64uEO5q3aPK3Y0K1fjfbKL8V8N1zqxf6MMdVQxGSh3zT9GBPx3Fj0iu8buEzNWGvpoMItfufFF6w
5OE4eT96crG/K79z1nzUVryGNFjhYWXotsfZV+rFEEFS5uSp7l9rL2nVxlRGx73eJlsM1wYT/iLu
Put4ZygXcQ3VE/t1+dn1c4Tc4QrULwzeR4vyoaGXnVpzqK1uzEF3fZzxPoTqLYOIBqNamg05IUCK
LOZ6zH5sNfLKm57m/3HHSfhWNRoOr/Qm8oVLo7en3lFA0N5W6++qZBFwXjc96g0P5Ox2lm0Xn4wn
25tyNhuUGpwQQRVAmTxHBnnOqBNmFyigiIamFfHzBgbwyeUQ/EHsAzOUQonDsZV7+O603O5MTOv4
GfBD9rkruNNzRwlnA3Jv/O94ndPHuZ9GGAxvmrrCSRdNEQt89blkbvnihYQwpMuevW9p2blQO3pz
cq9RAP392oPY2cZTL3jbovZIdaQrEVUVfa2+qZsz+zHrc00+cpMreKh7a+TO399tzW1gswV2Zghb
rYqYDvDGZqEYSLzMlr9VAgeSA36Kj7jyJEAYoOEreRDSHNH/zxnx55tLtp1Xz0ER9TTRzBC65EnX
W3CbkPvW5pNt9J/alZgpuZQBar3ITOZCD6lDQHr47ALLvIA0G0Pbnsa5dJ+ncnKT3FhwriIdLM93
DV2znNU4AFEsDcYga3wBl6x7+9Hpsv3PjNkki0ouCSxSu8Tv0pFDQE5bMHxC+e8yzwwzcCHnPh3O
fGv/sarDZs9n02RntmVzwii3uJ9F07yqafdZkNotHKqw2RiBxUT0Gy/5NlzGqe2hNraye6uneRcH
r86sPEYrSVGFG2zpn70NcJ+tojSvqAS6Z8HHfFqryHAi5iurwVC8/BicZbgHGKj+brqeGR3p2r6X
KdgfROcD4aRbfCu8q4FFL1n0FtR1hG1D9vF/0u5+dtTtGss3G0C1cQa3kdR0jpVyQ/+L2eIKmesE
oZmu5HA3rXU/A7j5M/2Q69+whKpMjnMQbcjR4q7+znq7vHQjuEK+MC1vJ/BJWxbWBPbbCaWUp21V
4w+kEnQ9aRU18YG20omQB6zzrfE3cjWNqTRrLNxmmm46sZnx1NLyviV1sE8/0Z2uDo6xaJjFOXAQ
0hYicaaTY9nze7fOGUxzHGzXU9ZOer/Exq/DC3yFX0OXu0LcrKPe5MnGNgjO9eLs/qXtM/HV8qqx
+C1VUfAbLHbxPnDWBuonvWWFxMIQ5QP/HdQn32kHr6Bwez8B4GV8XuzcuMd+MAs/oLKxwxjFXw2Y
n6AwW1eP+AZ00Ev07KILoB1synG6jXY62YMPI/wzllDjh5Ia5R5l34VIJqD30ZMzfTQX5rLSFKk1
ZXba94V4prADnjpnrddPmMy2CZAiMcO/NIOAAnlrl8+EoSzltMf8kBr1YlfwQix/+jQV7IxfdzxN
2Woc73ait1enQKyA4LloJ/khiWwf/qT85+RubFynKdQYZFycKAhW6IhKBIddNaPT5BvUR3JQO3/g
PTUtzO7Gcm4/+hX8nHpSJs/RFof/rdPmlscl9UYvr7Ym+ZVKjwSAwV1d2GCY+FMctY65tDVmETTR
DKQomlxykLc51B2U6ULQep7WnTMfI2MpstYBnjzhUY7nI8cOVACuOkRMt28SV712eFHl5ojnYOia
5mmOBrDRGPQEJUSIxOaWvjUkJawZSlJbmxAZUcmVK4o+CtkPECh/o3Od0ujN9bJdQxpvjJLRPHXw
9iKZDMNeVgOlBW7Xn5DBYJXfQnRHsJ6JhKpbU3Yc+N6V5+gJ2rmxrItN8iHVsUfdzqKl6OuM4Wel
o09zJwEiNRkcbwEcn/7mPbaIRsZ1gZG0y1wdrmtgtg+/U9z4qTCLc0Q/Nba3iu0+HMy9hhbTyCji
o46ZWgsKarJilaq24EB4esMPtLViOHTCD+xTZWYPhlfBz+1Hx5/b/biOYqufrapioo1mGKjnKED9
V1NPdbI+G9A0c5DRsNe3w6hF96Rit3bPOux9c5MpA1wv5tZ1ntFV2frSxH2WMG5a+ZDOQ7XQhDuZ
bj8A8Dr2ULijGl4DtTVsNjdMuc27V0ZddpMOCaQL2ymiiF8YmPmrqkdvOktPgNFnu2veA8azmAWN
arsm8NZzf7BbZrZzVg4J+F3rYEEfnNH+RTAGHOYGbaJPaP0a5wxaGQynrtvT+VRukK0DW3x/68BZ
1xOLIOVwkEO62cLZVVkXJhxQ6W18LggWprtnUeu1umhSXLmfpCntHeq7RRQI9cCL6kgDR7hAUCCX
wsisWIMkTgv6D4MZSfiY5cSyg8imixrH10rUIPVctGY/el2EeWJqsquwyDXxdu6mdPnJlFO9JLaC
D/GTZvaLGR0DWwZqMriOSyf1g4Ln30/CmaqKJAUaix+tThZses2YliceMmo42cP+5gKfxnIYzThk
qCpYrQL0IcvpPmvrpsvZG2XaY8POz5QPGViUZWoa7I8eveKUJ8qf9efOtxxe5hJ53nGNRFC/6hX2
/EfFctkQJVpJinfksQf3ktpe6CeFd+BhckSzfHn+rtnqhzaPt01z+Rbl1JAgW3kzebZjRUBpxtbW
sW3ehIChKcoQjwEwMOQuoFa9lw+bHELooiTp6hweI5Y3CCZteCtntLZHAOvGnsY1wxCqx8x6JzrU
ND4C4kh8Bjzy8mZrKvXkQGINlw1PS/u2ZoBZn2461v6t5Oqp/64ySZc7b8O7nLeJG9nLZrr43huS
pT5XpRV7IevNI6o0RojyUNoeozbSSgKr1n0HnauddGfehlRoPhw3CWbWNiRD9rhkTrr+ZA91y+kK
K+Pf7vQ5pL6WoVKF4suKw84aSehIBCMr4VC9x63VlUl6T8RSkp1XC7946fsl68BKWUpVFgtrW9Du
Vigl8kD4oXciy7LdjlMQlRmnbEkQZERzWN/K1HAqDSIre54GN5b/vMndG/RaAUK3ZcwyASc2D9b5
SMNORMd2dcr2jErDdgcn0t74RFXun0fhcQ0OXjKa556vl12ksn35KVfH6leXkHc+OtdV+dCZkvbW
Cl398RzM2fdel1CZYzBq5w72kF0FrCifSWoYa6/9a2zss/lhHgJ1rOwQwp6Cw5c3bQMwgGJjtzBS
FG7bH3dreu/kUpuXdwdKZ7nSNvB99JspmkRA6rK+WSu/+gMSYaSTI7oJtoNUWxnnGg6vv1lhAmCT
M6H8kyMzx5wiNyKHffPbtLqNnWHxz9Hu7e+JLJv94mytX5+1hv/OZxWWf7q4Qp6zYj3vYUm4tocc
LAZgF8kLwwbz8YrXKnHG9QAzjiTf0UvM9ZFxWSNOU/5VSjIny8UZVoctInGNkCHdRdj9lj3zWL75
kxcdTab9+BDqNQIm8vwxJjvNyvYuHhJ9l00tI+C2OGQzLeEe2httWw/wWoROc3K2DsFIEA1hWPhz
hOyXW5Jr1R03xgJV0ktPHSzseUCAbHNB06NyV6eLcxBSkny9lj4CvAbQBxoDgRY2mwzq89jKKW5/
dsPi/pLhpCcwB4UOD91FpnJlkuQnDHGYnKN08N6Yjwg62qaWNdiinafmEdJEmLOVUD03rQyu7/Li
Wt79VtgY2iq2XNMqjKdi6pSK7pzddRcGN2zgt07l+ByCPQLc9qOu3fMxvM5XavUDdr5U0ktvJC6A
7eKw7g5KVlQ0ZA7rca8dxMwsigc7yg6yRDbBGNinZBKtexXmzTjP/4nB3/+r4raNjwJu5WUfYtCa
bJUuXuAy2T+pHNiNJubQlyCDDD1P5Ww/jFPj8s8GOb8C6I9PWTo1JSPQvL01pHqYczNJtZ96hvsd
NeEU/JOcpigH5qGzabxgC6FM9xhyMTYe6qIsXf6LnHkLL1W8enx5gj860KGtIbwjiZxvSJSlQXU3
xq/zBtNWrFmrRFHKBUWZqlz9QFCGJoKFDsW7eFuWEVi4bKxt7uxSf7lN5v9kOhsftUDona8mc7tC
Izn2Lgra7a/jh+2IejwWqnC3qKsO8K4zxsKknR5IOq5wV9UtIp8N4uAjQQg4XJINjdBvBdy9Ig1M
OLaIyEVzC0wRTsRfCu3mbJROUZVVnPkjmjGz0AH6HLhOTS7owhzbf4nu9wlj3Dw6p6XSqCpsPXv7
GSWZy+K4eesOMosMLSzPAuYpCmhe1dz4Z1JAM6QBMhX+UQZga4cVyS73TBiw26p0BzUAP3SLPLPR
jABAXlfs1Um8tEA6ae3e7EHKVqgwCXpNZkMa3bluhk5RjWwj4S7g0kJhYOvqFK8tSwa1T9PBCzbL
8bi4PnJEG0PgMmJd9YOxv1r8aQO6JVgF422s7yg54KXeGHjojVx7YV2wfqyRi0ugODoIErFa4jAU
0LI50hq3FyfLvPEBCj17z+D/+2MSrg5i+VnEUbE6/R7ctMhR7S3MAW+DsyOrPorG0AuYYJLoWFtg
oSJuqknQxCf2I42ZjwpQTq86m7iHw+/mTDVHFYvQK9xdu7B8Yp1eVevSaERJKn+aOBqR1G66jC/+
mvKZlZ0fg6VL/0VD67whyUmedanQGowzar9bPgz4l239vi/G2Ggk51NKoBNjwPZnSaZI/rBqdMc8
kZs/513cVtEzZEVQk6YnHOFDs1Sh59/0cHQcO8hlDyk+WuOjcudo/6hT4NscBKohl3oJiDrtwnHt
T3O8R48eTydjd7dqpvurluYbSFz0hdinZi4COVSvZavo6AUn6xaihLMfRMyUJ9nM81vNph5Wv2zX
deDLUjmgnbNb/qDe7+mJFnQvD6IcgebUzBteJLvs3AeZBNsl2Gf21LFbQ9JqNwvwMt+8c34kya6Y
PLsG54w2QVj+WmCCLtdNEhFCDY7wdo5cMSP0V519c5xw2QqdAnn8kkugmFfGiRQ+wmwdjwh+KjFQ
Rre9iHKTaLxixRKKZMRccgo8X9lbQYl7h4dJ/6gIdeNNn87rrwkNRX2YopC3y0dfbC6NSgQ+6WTe
9MvAriL2S9XbXH8loanNid9WUgaXwPnU85TEx7aiDhdTv0T21gxVqRK0HWFwb7B0aMRYKsDn2ERJ
loMi7PqUdGUWn3TTDVdYpst+JaOX/parb0dUwDJ4d4Saf4ST4+LTgphqjzIu161Ymz19mceu5b6l
0qhTH7eeg4u9ImgKAccIPSvTLigfEWQ282HRKXlltB3R9AabEhO0N9CIFomJyZV3xxFEe9mE+2sN
df3cznXADq1gA2rse8a1Rz/bR3UYq8aihjHORMS4XFL/cLV7TCAYVn36RvpTgT6kfDemhDVVddNU
XAkUsiOTsbgTyZJyqYUVKDR9FS4M4OT+S7rj8pf+ubMPQ6fAbBKj1/ToKH+obxqewr8lGrvuV+ji
CQGTovIc9GpAKwKluEKz0dntYY6qejnG9Vx13zzAGmk2E+p6sPjgicDlNhaHOAi775Hr8ck1rv2F
BreLinSP0C9Nno7mYp/d+Hu1wRSdFipnw2AYT86H112tclDP3NJyKLPtd4CH4akb0Zr9Vqq1zs2M
Kto9oNdrpruWcMH9ba+gMosmbkEVYHnBg484aUR/A5pczn9pg0L2f6ax9W87a+X45HhKUdfsboJc
BwZ+JFIq8FA6eGUX3C1bNJcHBIJrTEjOosPXaLQh2R4tReCycy+wgaMy/9886ev6rPbZdKc6nKf+
Es2VSG41V7RzA0YMAeoNEzw8OzMX78DtWLunyo/gxyuGMTCPtFpemzljWnejcPo09Rhv+RinML4e
mqm3OFsa78Bl2JOc6uNtR1pRQ4cuIp0o7ns8Po6bg5Y8hnvSJyTYHp+63JDFs4rDIrDbA4oGZLiW
50k5Q3jPcUyqo12Y44vKAwjPJ5wW4Zk6uK+FwETrXDLXQ8W3oArj5+3Gtahc4/wiyWF669Wi1pds
7oPwOBi3/B3PKE6aPurLg5Fl/beyYRnk1RI0zYNNNgdABl9Wfe+Ti/wbZCP7rYeEEbizbpS+9kz7
LlITFG3duYMuQ2IMU7i+lZigkGLUYqb9jCLLu7gnpXuam2Wrb0yE/Jc65dbm4Kpg2k69mdPy3nVL
n5vLpP74zI6Uujmsar7q99o4mdNfocOswCHtty8zLJ139jyF4D0tx8y71/EO+2PlvgUPZYgA5uQl
/k6j4Xm+TsajxGQxrSh8egRuoGDSjvU5arZoRNAweCN4QBglRDy2+8bf5CAyliILnQfPA5ateHu9
CC8yRPT4LqAc5UkACOzFNJc+tSET3d+G81YXKWzz+KmipCFFACMEY4fbmuA7YbkiNqAsMJjXIlAV
4ivmegd5pgszRqvfIwzYv2wLJR5Cn1zDV8dusqrz0Ul7AIxxU+9du7gZ7bfjO8Pd4nYdxamvxi+F
5w3aSLvDz320+l252xq8ZrZiE9QwrvKHr8QaFlosxs0jKb34B4sFRjSjDTre3K+t4OjtZgJEbGmj
2DNuoy09BSk5GLh0WPl8stts7/xQMfggUNvrJwNG5TEsN2AzKyHEw59w3IGMl3RYelZRQf2J42zS
/XOrs/RZYFNSdMp+mzy4AJXitgzLpbrXft2mR/RbTfcQukpWLzaQe6BonLJGoGGgsdqQTg42fdkQ
N+sPKHHv5+zCDR2J8HD6Y72gcqFA1wlXLMiCySu5Ehsivah+J2yu0xftoa+G4LFWPAWlf3XaYLkz
jH6syjiWvcN9UfZ1+wdK3QXYQy6wZs+xIivurU/Jiyw4g9wsCKvTn8vcivcugd3BQyMEgCyTq3ea
uyzmHJX14hdIYJd7SF/m1nkIxSPK56uz2s6+yX1vi36qxN3FM8wnfZMlZ7k6JN4sfoFYBdxfsJCo
ftZowDPhAbnruM3aPNqbGLeEvEqb3cYz6T1KBEi2fk1mdFGMX31RdU2XcSOPsP5lxH/9D+C3qm5i
8KPh1MSIlOg3kNhTvxZvOuD79MRD6fW1d2zodZG/pL1GDtm7gTBPFb1ic2OSdl/PrivVrxbemuTV
Pdg0E7+nmzxp6+mfjVgHXrvTSIGQXlu0Ou2eh9KkPzxMIL8Sp1VIECvMzgcvSefoINcBd6jyho71
1qvj3TWRh0MCEXujj36VzTedWaI0ZxtqG90Hi2nWH62K1jLn5U1Y6QGNqg5J3KBtXkMH3e+YBQTy
t7IPYMEnm37RUA8qj7EjEPJUVjjS0PqjhMzKzfKEkrW0V7fGVuf89HRaulvYbov7e3FpzyO1HcZZ
eObnOgcAg70YbHVJwzHEMppdPXfQSLTyhQN5VGN/3ISPMy5VL5HSwQM4xbKCrvbLH2nTBKdNBAYK
0ISBZv9Hp2Q/LTTbeqrGkUb0VCUoZ2XOFGUOflz3hLwx2TF2h51di7Qp2T4xT4P0D2WtMFjIsBZv
QxbXI6IREati0e1Ear+nnQGlRilfsG1y2DJfu7e06GV6cJ2pfmPBQejc7b7w1KG1a7k9znEt6HrV
mIWHDHi/ovmKqVW8FMg6lPKWLzZpzXHB9tfsvSSpRsPNpfarbNbafO12B4ZWftysiLqux9RUXfgP
oIbn0OK8LC/uuk503bzWPCXLMuYC2jDiSYaapSIhmqxDMoUOURvmCm2U+7VJmqoAo+6cwWcipW/c
u63JcLb7ognfp2qaWN+Y+khw4qqaQdIqx1nZR7Su71C+EjVOj/sA5L8py0PiK3PHdpgWQJRf8om5
vHuKlxIzERjUIIpoWM16TPfW1fk6X03SkeNC5jYYPcMcQtO/AxVZf+nO0ya3ut0eBONew9VXlvYs
9VWsCf/svliXH+VRL3AVNxBqeiQjcJZ/kM2PDOhRJB/5AVsLPoeqFQKkCdTJy7oBhkGHHtYiBI24
I4ZdPc/OOvaHqh+Y9Z2MD3GMQpV+B8GK0QAQFP25CP2VJrwie5bFnTuWb14HMaFLuIo6jSMYHF1W
++LeRR5YAGhmX3GSxb+l2w78M3j219K77j0DbMM2Xfimz6qkWS5Csw+YBtaye5mxr3l5il4RfBdY
LkdIDrLCpYTadwRg/kP1naoTGnrMgjwSG5xsU1ovj4J+432vMpLA6ZPW5KHZ3eW5apztufY96R4g
p8V0jkVm/xMTXpS8jRaYQ5bXrh8wGOMH5iOuqTTou+jizejv7xSc5R/RlfgV9i7Q0bGO6+6VVFXN
sD8F62M0QtBfhQArdMc8ibfQqt4/EpKGZrLabXtbsqYNL550iXWJxyhh7PeCUkpKcDNmD9RgB9lX
GfkpKgLPacZfIUokAnDw98ztd4MWEqkiJ0LceqEzmYOKogzLSMW6hRfXZQJ/DieZqltql/6P0IFw
umfEWuvzJCL5ZVmCFqHsaof5vR3DwTk1sk8fG5BJ7tbG5cHyRZDTaRdQhCSBABHC2IZQeQyoS3jn
4YacMDr1NjRHIcEwP3cRVc/GQundA3K6r52b9uquzWLw7CUYg+bRJHOk7koZXCXZa+bVx97St2NB
6vY/GIhhjphwaGkYAKGcoYirn+lM18T/UUb/BQmILk+3HtiKyF8DqbsgN7yo3aRZIXu/fCLiqlmP
2mbzi3GsF9xE8MTej1KVwXu4tPP3HnpmQqG0jnUe9iPDKlKFbEmQTojOqfO1y1hDmCRlvN0ot3f3
O3wwQ/qCs3p7C2SHFMK2E677a0u23M5jUlseY4/BD58HPJrt29Q5tKOakE42JiiPviu4LJBQlRdI
Av2x+DL4AnRpWRu0Li256nOcpkVVV+rXnqYB8m7tbm6O3aP5Vnu2/Mxk5/AC2hAjikV2+tenQ4JA
nEFwCoTRVn8Zp1sh8Vaq4gnOJwjvZ88yEeMmWu57bK+Y47KKcsT43h2ybbBhXqUCsbQGghi4E3bI
wTUIXfwShGPGp9Clw3/JjMmy5wS/EPq+xFSvDnihfrKxychmCBhqJHi7g9QWK2dJKpUjkdMI7KlL
4U6DCi5hUKNB65gmksMGpZcVU1jN77KLNM65FYMQnG9SHnUYuOHNNA8jZE2dqJ+jcub5rEWPi7Ve
1/7gqSaOqd6lnNDls06Qdsv9OerdhYmW4wDU2gbi4oH0Xg1sShzBJKKZ98fuotCtzwS3hn59MT3F
4hYnfImyvekc84NuR5C6BM3VPHZIZ5Z/DHCSDI2+JBsoBx3tE+71ensc8Q98Gn9BNisXeomcveZm
etvCLETJt6Mm5eOmUf9JT7o2N0R76b9djTUpR6o0UR/GJPgZSWd77FwWm+dDM4zdSU/r+GFbK96S
pt8BI8y0/Vq5rP9qBCrx1SK1Psu6ccYDEd2bj67fRc+bpDZ6i8oN9WCk0uCrr8drKdiSUhTY7WTP
86DVQwGIqjJvpoUgnSVEEHbI+JxJvlGLPiOiJtBaqab6XMq6a94ClFww/9TV/m3ybf3RidRuqBSX
9RlcWI0cxR0bzVq5qb5ABQHBR9UiopPrYdTNR6DHf8lGn3mYg719XLYSby5esxmtC6a4954IuhJ1
rk9yC5tGN+w1W9P/WvYxxWppHISqXI3fLq+3OiAflb8SkHfCp3Ah6gM2DhIMpHGTAnLafBEQt4W4
ENv2ibj+jN17qeu454UW8wFVRP2FDgktfTTuLemqJHd8Ye7S6kRCcTWdS/ROFRLxuZu+d+5xejC3
C96YMNO6EIFE1e82s3pBdWKbWxRLFf86NlbexGTLDPd7L9bLtCvFKYFMaji7YYwEGkrgi+B+HkEy
L/qx24fwl/KRm+YJq4/J0FUGkNvJsPIgJYrRSwEKz+8h4/kfPB5iOYtSef8R2zH5R8vqJ5YCwc6z
NFNX16ex+g3aejLN9hVuz90jbCLjCLU7jf4QFEk3bqSn8wWcx0TtwyfQGKRPVRr5RdGVj5aewC1A
aFO6pblZVZ6EdfOHCrB6OXYwm91v5FVAFfttdgtSHEQXRLCiew3JA9B8zQEcUK1LSpuYdeYhCdFl
UfJGQkSbiZYqb7qegqP7aI4/NLFs9TeGlao+y1i39winggxkkWAjDi2qjBGo0l6AVabpMtcrgQpR
i3yyiP2WlVpb6CZ+sY+JwRUQyezvVVv1oOEP3PM+pyaiYZ82dXdFkb8boio6xAlJ8NFFfgZqbk2d
Pg2emadXeCrcZSK9hho4Teepxz6QS3dcExn9WNpqI3OY7uyphHOil0fy9GP0Nuws2pc7dLnTbJIN
xxsjcqY7DfY/VL0EM7qqNsDfOQi8ChPmRlcr+v1k2rxHOe/VE8E97f3qxTiwcwqc6t4Ehr3sMU6M
9OjSlhbPd+GGruO5j2SwMEachnaKyhRR7xrNv3fBOj51ALdFKJuLNEyMPbHuVTvrC0J8b/Ke023F
WXX2ar8RuHlwAorqNdvIVpju0gBNMJMi81ZQHWO89FGCNQVfeHPDMr/UYW1z5PUOfaqqp+94jHeX
CRC906Fr9IglXcZJeWpKtufIw6B8n1TSNqX7JgBKu/K/ca4mNJnw1cY8OEMWZm+o0/f06A/G0Hm5
DQEKwbAkZb4G3vYvILpluN1LGg7IhXCU76YpxXhbUwmjw8ryiV8Z2U3u8wyTf/VpU+TTv44Wpnr2
ky2Ds0n9LiOg0jb9etM5ItnPMjCsf74miQC5mEpU3/sWK3GzjaYOLgtoZ/WQGbI/bwn9o2b6816L
g3HbxL4tvNPsIZZJHOPKIAvhc1r9dr+b0y4qH/AW4bTyGVDxb8GGIoPwePsXP0eKhyErl7xdEX0r
5pEjyIdyXgFPMO3YDur21iFh0+Yu6S+8PTvpBMQY9chyqiXb+GMh0XXO5G2uEN/EOkwjJGK4zPOe
yfDt0NSv1tsxEWcQBCgu2o9Iq/jbxz7DfTGa7NUbd8k+Yx+wc4NaxCbUi5bOhntHMohnZZR3Sbk9
h2UU6ieoKe4w3sjwYw5SNnBWvOOP2tGaqAMed3brRCr7Y+up+t3xA+zHGkm4C9AAsnNcVTz/EbWh
fTRhAwSaCPijMjD8mU25Gzxzob//HPfKKS9+NzrqAn1nP7VMzEnGsT+fl7m0+lFaRehKip7gTWdA
fMgm8ABfbDniNyX8x3BWko7wU80JfNwHbti7OkH6g2yS6kBeUFseIbrVZRf7Mh2HZRpet+3/913g
2Y8pgIQ7KL+GxcQ6I+Oi5u9NitpkngUjjzpcJtMa2ks5dPUXcSMNU8MqsnuMrGSdmLAfjn3oRUmO
0gKVahMhQ89HlN7DhfI+UrNCTe7PXtcvgF2eyhnbAepmlwnsClx5wXHGg/kGhQ81HUy987TVNZCt
qgSm9VJn63/GxAvjKS/QeGzRUzCqgxQPwIM40h4rzKElkQ+Dt95YMJS7dF8QTVtWtLM/lfQe/24N
xhSZdTWjnXChZideKGHbYx2MM1+tKpf93k+AQbGlq1IXZgaVJlfE2xlIZtKHn3sV2Oaczml9NWhN
k3vva3wFUAcOuN2orLYHVzBxFcy/LtqJrUWLlQwzVpJKE7EAI9fm1ewHw8HvKvMP6TyzX4nglIzM
OlnD/5F2XktuI02UfiJEwJtbArTddK2WvUHIwpPwAPH0+6Fn4x92kUvszNxICinUiXJZWZknz1me
KyughYT7enlGBGSYQw5mvIQFbAkenB3tUe5sStyN7/NwAp/HPkvBu32s/UKnWOxUlWfp5JqBzsnl
EeqXiHwWLQvlswXP2KfLuev93RnR2c+2fCm9RFWb9utFo+RNHv3ixMS91Os539RpaZSFDxR8Y9k6
M8o68smFExNqFyUmFTkHcwLGVYNcAMAFTzOFXs3S+JyPzx7PN6AJ5ovNPFs7+uB/LGWLfmcKt8YH
K5cvHk3l7b5oy3QxAHQNwNGb9S/a98Hu0BlC/h2aPh4bA2lfec4rXt5DNOOMncrUSWdkIBN61Wne
VuYS/U2QdoBDBkMIZoK20nyg0K5mZfo5ybrUf7LTVOrBeKeyl8UmRAGOYvNnJzcgOeuMbtgWPNp/
nmkzoEld6uKXcCgNlSY62mJmIJAbjTol2OJFrFDhZ5851dNZVnwV4ROnPL3kekAe5SSfqj8npc1/
nEkN8wXlyeaRTsbg8qM1stKa207R7zNSW90sOvma89uUJUpIGrX5ZaAkDupNF6X+AH2EmdMzbme8
iur8lIEUKLRNr5fUUKqTEQbrs1nZg+dQgsrndqMiq2ODun9SRoqh+eUctnsca5vMKTSBQlNwB9Jy
FG7TdnnWXLonOgFomOjgHlHWRURvmMOjGhygXFU/TMty+mc6RhzzQP7a0emLpaXD6h2opFop5cjR
ZRhK8crMGprAIt0Kv9MxEIMIrpyu3odBb1ZbrelHXFqrRNuh7/N8D8+72m3l1u8pmNDKEiULcAw2
G7dLaAlU6P79GZED/u7Qc3EANwTam4CitSAIcuh15M/qeWvR2iCtebW0Kn3B9TmdF1ShznBB0EJD
UiICozbziaUk10FiLFmUKQ8nTlZEVdCNSk1SPTP1bX+Dl4PI09CkEUQEtx48NO3QNQcA+fCYs/Fz
GzKTYADxV7tGpDfaPqikExAWOomjjkstpDejdBWcdfZCDmigNxPlMWPR1U5wXjlGQmMixbZGWwxQ
c+pPl46i25gJVtm8XL8eT9MhdKNUqX91TaEdMh1a69R1GrI82ws6g5BQnUzZx2UGl7p4AmST6V8U
qCQoAhuS1B1JUYXlJ9CSIa3UFigC3YuBu4CGUSkPkhuEUeX0KbJa82eKowH9oVGjsIZWp97TmXA/
AmmzUq8rgaGDBqfwusjypPbXaWe21hKWnrJaOh0BCxciGA7HleMyycE6mw6Emn0ZN5vzKaMbOWxL
bdv3gRw4ZKlDRfsxnPTyWT2R3f9iAehSDjXQQwi+hkttv8R5XfjPDk2SZC9ySYImfcDMsqDhVvqi
6FV7Rs6Xn/Yhtcj3r5yipJhP94sK/I728ETPPNUPimMt1Sd13ZBbsCFfUtUPsRoFMMHLKsF1kXQg
e6SxFfJEMULeEPMG8boPOLGrkFV5qUuFV6ZT1pAMZJYdfuOB2VdLWDObQ6taRTWPOrNpgSnXUrCm
pziQ3bw9X+jmoglBkZ5skvfQdflO6B/9JFd/xrkUFOvcLnIbZLrDK4TWXvMbLqWGWaimWAePU2C3
CckGS7MpnlVAYoov54ELMKd/LguTTRjGcv3Nlom3yQ3QAT8/R5dC2xnw0oWrcwwSAUo0eKNmBok8
9IHTOEg+Q9HSBSNG15BfzkWVn/dIAKMwUWp6VR0qpwDuNrBk8po+oYCYXZUMrXjVm9ykRN1UJD3a
Dq43L6tCPTuQNu/7jWYC+5FazaQTwNLPPm1sTasTKfZGt4Vzevil260RAcut4x+PeYeVkflTJNIE
1Y08gqxy/aoCt2rSZooN8qneghtuog9qms0zMHgYBNwkzwYpeA2GdNGclbW9ql2XlZpPfMI9clJb
BV4kow2CSIjwCYV5svLe4RMQtbvAdh3MoRDxwIVsszV6FW6wmBQXGPlrb0atqcbI6K3RrCjwoUoM
q02toNl2aXGZtyUCKCUQLOrBHeqC9BEAqnDwaklfNAvJtL6eaFlby22o7gNaFPwJJuIb9QhFdUCT
IndvyTCoikTmRgOPTng+N1vKH/P2soqz307wBYKuiZm+ZRoe7cD1zmTD+mMLMz10SqPSm9Rs7WNf
v57dS7+2toY0r11LeY1O29LTgmUGEYN7Rsxxn00Js9xZ6Xf2BVphEiChCrsCvaffeVHnNYKmxpx2
vssvY9stgJavqJyEyiJ0JiZYuTtykpgO4tgqYxdHbkUo8cl1g/xK7g7NboAvg8dOIC/hHnC4KI2c
joI/PDtJO8/zEXJcry/aH7WTFvk5mdjyt/NAAk6Wx+UehabfhOCvqIPLmgbPFs6yLdWdfVAsKKFt
4+Ll8WrfNaKg3cD+tkxF3FTUaLU+pYFhq+jZESzfk9a8xPqHf2GEpyplACIzVVQeT06BVpu6327h
sv3kmMpvutaPdqhNcGSLY+FYEILQDmg55BUNWzivpuRUsm3ksChFn0vlRbU+2sWECXGHYEKRAZdA
JmwQMyqC4IWStw7C4mq8B4ea1/OSdlJzVaYr0BWPp0w87KIhYSsSQhu1TVS2j/Njnbwk/h/V+VE2
+8dW7szYu+EIRy1CsmBISyXeV+UPNfplO/th+I8zJvA9G2GSUqtkxlLdrZq9xuV1mQMAN8sJvzE1
FmH1c6n3wz7S4r0VffSNna//0s+rx9M1tSjjJ1ydSEjYet1pma7OPxjBjkWR45dL9Q9Pi7j0gkpQ
2Go0WclYgUPQTRVoMuwvunl8PJSp2Ro3+tVQIvoEdACg8V6j9SSRfkMfSOPlxPYap/z6Av1rJASW
miKrnBxhJOADcimXzXg/spDNKJxt5JpG3McjubsoNsV4g0vRBOX2fiQ85MAzo4eyD/O9DZdsDNmo
Ev0qu3zC0M31MA5HNXAwmkUiRdOE02K1J0UOL0m6j+pnshtR9Ww3sDmDHxzyrxeDrB11LvgxF4O6
960vCfzeWma7PZWZEOylAw3Y46GLXOriBwlnq68H/SL5fFA4qPMU+rPIUCn1Bl4p5bTUoaXy+bHB
e3N9PQPCGUMBwzcrkkL71lmq308wS2Y2dc3JmR7XTNw413aEgzZYBUnTIkj3CfylGZhlOu1AB0H3
5iyh03NovUz6hUXvw+Pxve1I0bCtWdx6mgLMW9yxjZ0oMn0h6d45SXsaJ0HUHSDXoxMA4j7pQ/Ji
/eCl2D5nG/M5g66JNPiUzMi9ObZ1exQzINjTTWGOYy00mgvYvX3uhc08lJBSobPfOE0NdbxBboZq
KKZKh4GBsI8wxxfF9gEd1um+qF9I+c5gS0t5pClf/Zl11BcQagHlS92JCRaViywV4SbCGVMmwDJV
U3AJCRCvkgTT5aBC5CHzjq1ghUCfOW5fzO5VOT+RGIxJ2DTW0lZ/9EV6GNcCAMwFerB8RdZjYbTZ
xFfd3OrCRwnOsI6iSw/l2+XQ0Hh56V8jiBAcqMUashfKefF4Cm6c4miM2FqDWMdRkc54769y2D+N
zGcGrOCFzM+sLH//cwMmP39UhoKASXwpkbIEYmTkl0NHFU/ToOiWvj628BbmvNs7jOHahDAGqe0N
m6f55UA8NDPt51D/xZh3ejLvoO2mLL6GAqQtnIl1+n/Y5SVmWQYBmCOcDXK+cB+e2sshOe3a/Ct0
iJ40tu05e8mGBulH30A3OSXudnMgGSzTaCEQiM4JIez7BatoZSmo6Q8HCTLpOqM1gjMJcmWrhxNn
8p4llLEVXpsoZKAb8t6SXfh+2QWFfNADqNehlPLjNbzhAKUmBKynDInz6Jz6RA9S+dDALrCD51ci
XQlzLgc3XdcXx/Yeb5i79iyV/PzbY8YW7ugL8gi8iHv5oFbJLK0/OMRPsOMX2fqxnZsLUTXHHIGu
qqRHLVUVlsoIwCaBe5FpgLf2tZEs6+I1KEoolXTKM+qhPcsfHltUb30HJi1iG7ISPDpEh5bR217p
3UU+WGd4VVNd+lH5pv0xGyj1ZPB9PRm6dt5UlO02ejUov8j2FSudLKgHV2y1y2JKWoNCf/DMD+Ls
qa9BucPeZmxgEpk1df6tpuOF1myjXrUQU8xqSh+u1Em7zDbiNZye4VdazMOJk3ZvIjW6YCDEYser
hrATAdOcaUBR5YPSfTh9jRP8oDu0Xl3u8omteOdM87aFI5I8C+5QEXVYKcdI5yp3OF6whie5sshN
cx4NG83u3Rx2nZ4enW6A12m4zB+v3e3SjW4ESXMbJ2kR2L0/bucqUVHt6IeDZUoL2A9g/5AWbbYJ
wa9V2rfHxt60EN/7zPfWhCmlzV/h5muHQ/kTYHr9dfilfJA3ziJe+J6+VtdtAAPizPmePQevzWu+
KRePP+BN7ebmA1Se37xbDcNUhUOvS1D3AEYdDt0meKGc8IRWpLQzXkxvWOafdtEhQ9rVWVereAsi
a8L4TbShMnpdsw3HMfhFHT3E1XsjgRYJhLA1HIIK8iZ6q55C01jpcfZFyaj9wvMMN1z940ynND1j
Xq0NX/7NFzgkWtnXqkaS4P0X9KoBGh7ekUNVSRyu8hN527Xfe11srGlU/0abNFh8005mDXHtY+P3
dhoRD8rbhjKysgp+qYmCIa6o+h+0U/VqbyrLdU6nD9nwx86X/8nS2y68mueQqjuNK+bbnj7PdHrm
qcdvsiFdSx0dTvbp02N7t559TBsRq5PoNLgehXU9acCenCSQD4xw05j+AhJoOCHyF7udsHTXUZD+
pd+Xy5jLXzBF0jkcdDnDJ+0L80zjx8+4ekUWLqbZTfLzWZHK8+JsTfmnuyO8MivsG7gFtSwpMStZ
1aJsl1FdupKZb9PYf/V9FUz5PAyqbZCXcER7sHw1UreJnGSek50vp9THx6hcPMTcNmQoLQNyNlPY
Sb16bs/ws8qHU5dGS6ft/6A21K36BIKAxyt7b8/yAjJkR0HHyBB3UqaeDNCsjFun/pYMEDSvAE7m
3UeD7uXHpt5SmeKorm0J2a6h7PNCTxP50BkN/V5oyriUn1e6dPoIqGLXqZrkxnr/PBTlkaLWUzbo
H7J0eI5hs3JhmI7nVQYY2oBef2Y5sHWdFI1mLnkfQBMdDvUxiBT4C6Vy8M5kEOG2oDDjK79C21iq
wBvdQvXnZtsBylarCcd/UzxBkNniEjVtR1bJfjrC4KwijoCflgQlqgGjsVbvmqT5LBtD7GbpCZUn
7fQDKuT1udC/URvcRna4ScuzSgextgKXPUzc7aOfv5lsjRuAZCkawo4QjBF6kgH3G/lQE0vMOkON
XbC1+oSVO8fVJkAw0L3ReO6Rq3zvb/PGQW4rkZTDeQaj66Zbnrt5vAcPHBcLSO8e76DbQ/remPCY
LenhlzQtUA92Sf9Erj5n1m5AYQ3ktrx6bOr+wJAMMKkLabLqCA5BgwRSy2noOdAX0pmL2LO+hTuI
uGiV/9j/q4EZmqOqMsGzIwsDAxA9RA0ZaU4G71HYFEOYUwEa0IrzeFi3joUZJITFkztUvMSID1Kh
dDAvGBqaCr4WtRiWNbpWy+CsBRNR+l1Tpkzh3IEwxVTH4PPqjpKUS5Y3PIAOJfXvP7SMRW4Qdaef
ZmT+fDyoWx/GoMbnAFA/1ZFtcakgpDacAEsnABlANty03QCnyODQOqcTiW5lDODenyuMObA0O6at
8BARXHOS6kmFYIkKaCKHDBjUnfURWamVbr3W1rcMEEEUfaL/EarVVUKHpxZOqLPfHmzK5iavENy1
TYlQ2CunkA7CokMixL4AZSfEyai2Z+a/2Ci84iydUEYBuylYgdxMoTTdqQeCehlkjA6eUD256svj
pbt3oq/NCLe9XtKKj3KzejinOMGNFB3hcwUL9tiKchuXMmdjCMOI2PdijTevhlzyIaM7xNrvC9hI
KXmtoVI9Zask/Q1gaaZniKuD8T4+NnzvDFzbFWbxkpN/16yLeggo4OqZ/mR1KyWvF4+tKOqdPXlt
RphFzcy1bsgU9XA6w2lg+5p3RoVsXpVk/0dUKFoedbvmFVTuoPGONlBPZtvESqLnC+QEE18zGhMO
CIr1jq5z93AtmMJp1OsTDf9dYB0uIHfINfDyhV9nFpSWNod8uJk/Hvx43gRzjsXb3OH6YWVFcz5l
FDPRof9r428afOLkytygP6o5O7amsydonsKimjiDt0YdmVZ7Q7dN0ns8M/ioK99GK01LG1tiHaJC
WUmn2fAh1Q7dRXlO4hfb3DjmhL07KwxXhe4QCmo8ZFFtfW9Q8+MeTGXnHFSlmRdwf1TRsUjWULhD
RlfOihbYSfNR1xTXoucX5zExy3fetYCUbVoyR89HXDpuwasRO7TQ2LF+CY9Z891w9rSszvR4qQCJ
S3q3Ad7Tw7/IlKNvIGVH8IvDZWvRNQUVVAFtWGNmSFL+cozCe7z892bGsnmVOBo6orx5hb1/pnMa
KI/iHxJaboBSyRXx4wZgegswPkRYlcQQzcZfzEU0pdasjLP+fu+NaQWM8tImnhK12ttBq0HeBsGx
a9RPebnOE7duFiQY4b/fWk0/d6BmLSXop5xhec62RnRQpFUQVRNH7s6lBICDIJ7HGSELkej71aH7
hiYpJQmO9Ex6mvFJHsiqlB/OP1WwG1sAvPI5cGHZ8br8qxVMXL+3WaT3xoWLPj8ZdQtrRnBMTvai
uEBwDt2Co3+D7t3NQf0p/pTo7715pzyvadxPMlzjwmmIkDGhnUwLjpA30XgYgWqDSNJZQZcyVae5
c9LH4IJjB7JQt8Q6Dcpdw8W6WMHR3EIrqUfrU7+zOmeWmsn8XHyV7ImDNmVPGJoeo6KCSFtwzJux
GAWvzOm5QaKPbn4PEtHHh+c2rakBPAFrRLKG9zZR7vt9A5ZPNWFAiY/DZResUn19CbZ6/KdlAZP4
tdGpssOIny8uZrBLO1LIrtL/jD1YmSRXlZaO9FRBh+zDoFrkklt0SzoFQ7jM0ziaemjcrPn7T9WE
9wxiijDzJ018PH8Kv7Lg9qH4XXzs58063YBG++gDVZ+YnptISzApePkO2Vh0C7v4WHVfNRS9m9+P
p//mphR+vuBToZWzKtPn5+stdCN24dIoXETf2+brP7djqyZZXpP7URNDVrst69NluMTHuvusl9XO
znFJmXk5RkEnTazTTSzOmGyd80LgyL0sC8t0KoyulhKfMVnZaSn35xTy0YI38JCfV9Wladf0fU5E
WbdvNQ04ENEG7gBvTIr+/TaWLzxMoY4bto2Lism8W7I71/Q+RJOwtZvjiSWSq9r4oCZBI4bFmUGj
YtQG8paMtdevpV3k2gt5FU3carc7470Z4VK7OFaYxRJi182m95IV4FV16n17u7lHEw5FDVAVY/z0
fs6cyMpkSY/kbb0mO+3RvDSrvJ/Bwd1ANvX865/uwHfGxMoQ+UoU8wamLVmFnuOqz8r6sYHbbffe
gHBU0zE+ushv69LNIZ15Bj4wsSbqrQd6b0M4roXsQI7UhfLW+kBfSEZTC/03L/0z0/fZ30euz8g6
LzqQ9N51P52jP+vW9KAsrOdm4pDd3Lhvu/B/a2dr79euRvS3yLpY3lZzh7qC4zqbyLMmxnv7aBKs
jDvoKuTr6K6poBhlh3jdHL66he3pP2fqjFzWxHjun6q/xyNcelCeZU0bMx76z55iT3Kto7qSvCkz
d/3E1Z63hWMFeTHdxidWsJqD5vFICOInTt/b5dR2VKZWSPBI8GLAItxiyT86q2Y+HmL6S47Jx/zJ
2alrzS0W6mdUvxxPm7i0pk6CEI2hXw+Dmopl1Q3d/EmbB9PzODU6wXcMRZsU9HPJ22HhLLJ+pf0g
/HZPT/pMcSEqdc2dc4Cq1Wm8YHJ897clGU0CMsCsRC3vt2VxivXICNNxWzZzf5N66rrwwJEsUH2a
8Cq3j4vxCFzZEtyKqvpIECLVsB0X8TJPVtbK906rcKXNz146f+zD7vqXK2OCfzkZtjaMjVPb9ctq
6oYc/++7l4owEMFjlCStCg0owLZlJ0bzjH3fef3c5V3uRZ8fj+P+MTNNC/QISQAqYe9XCD6cTJJO
hQyGPFnB2DLPn5JDvvXdeMJvTFoSXJQuwUUfalgaD1g18z34vzanje9OnapJS4KLUqA5lotxTN28
XVezaE486OnP5fI8AXC96wuvJk/wUTmqNGlwyUcf1Xu6O16X1qb+71MneqhTcznbBgOCF3Hdr2Ov
nil/XAi9Xv7jbhAcEnwgjhJrDKhcwOMwq2bOLnEVF12pid0wNXOCV2qQuz/5CSNquBVTmkaIAd36
KE8M6K7z+3uBxMKKn0uNZjqMp/fGy1ddU8R3pzzPHS8OKpCAXcHJUcsWVgeoPuVRGpwxEroxRi7P
2b84pu9sCAszxDrSY/bbloZnyJvVs9l5La2nbt078/XOjLAsuYP0FY0m47Kg2evKXH6oUUys/W35
DaDd1YSZwq0QwIEQDRHa3cWM9n23fkZh1Ivx1RHE4zSTpK49ZVK79anvTAqXA/JcOnRTDEzbm8fR
r0ruCQ75WePJ3ubPlF+4d+9RDnZ43ZDzADUmzKMCN2B8bq3x3uvX+df8qecUWd8jD72+iaHdZvvG
2fzbloi27lAdtfL6zVa2a+FsfunwRhXpCFTEntUP/l5xz7/UWbqRn/yXSWc7um3htnpnXphZxPlK
eiPfzI9uPfWAj76d5mKBKoMb8s6bcFLjT7yxCNgRpCbzCzSYf7+KdVXFVFIo+pjcaEZ/+VM+12e9
i9i7C7vxhIe/u1d5rYILpZJk6IZw0dcV6fe6SpRtltFkHVLWN48GT7AvQ3c0gk2VHVUQStor4riz
jpZvSzKnxnvngTk+mP/3CePevhqvEhZRAsuswnWmuqnn7E4/aLDuvvor6qquvZOefff8Q5Yn7L61
EIrzfG1XuLCH3pCgxMBuNZf2cIqXXuTZ7vDc7bhXn9VPkZtBno1snefv6+9wUnnVVAHvzjVB4cwx
efdSCr3JhsD9wtyD9eRtbaDq64Wv0Uv0MnpZtJYW2TOqbWiOhS+nXTlLvClHdfdoXZkXrw+pSkm4
ITq6DZ+Nfe1ty2d9Uz9Hq8VC2S2R5f2Ontufga13Wk7s8XunynBMnRZPmhv4XVhzozur8qVizY/N
3FhV25A731+NbkSdqU/T74S3nNzNal9ZFFyWbLaXQItqZQu3HgrF8861PnTLMaQ5rSr3MudhScIG
1qqnft0tx4esvxpcByr3n2gqprNiMf0+Uu+EwkBd/jcNhnBTxFJEc/HANDgrY28fqe4fm82wQP+F
YAuB+tOP6ici9MvcRdGCB33Bw2JiJe5E+u8+QfBvnR/FcKPxCb2XeqgSeOetf1DXgxuvTlskqV3p
dSqguPeUeWdTcDo81ypTQhmbZcjzWbLS3h7a9Mx7wFW6D85qYozjND5YexFpYJWa0Wl2qWy/aU8h
cXnPJstdx5s0NLWegkupUYnPUpmBaRyn865yJRdOWBdylM5DRXs9Ma6JU2QID4ESMhZ/GMfVzcd3
vU+QkW1ahpcdfPxF8K8eoe9WTngR8M6yyiweV47DMj5D++fKtV5Oq4sHNn0qip7cKELoOSrD6JLP
5gyfWy/bIWX0tnqdBxfRJp+6EKamU3BKfT3yxVu4iIaLqF3TpoYOm1d7cFXN1bW/8nEC0tEgxM5d
i82DOji5rslVvXspXDkFwVPZATQGpcmqosX7lheCZcpt96Oz0j1Ir93qMPoBx5Mmk3naeNc+OCli
6GqiWYjqE+trH/1NscMVztHY3AWfaw+YNLO+J823B/K2clCUnbWb9JNZeoOLSn07szaNl+7SHdKt
/zIHeL33TMFTIZBuO0bLZjjPP1XzihznYWkc5dnUtXg3ugU17Cgm/R6E1cImp8s+iZukU7bmdvhp
vXkMdIrnqIOsJhO594K9a1vCDi+lpjMr2E/e0oDKh37RLds1Orr4/9MqONQza5nuxmsx5kBDGTN7
7ELGLX273n8PVdjycIc3aBxgvtnAg+mSOObSi6cArVODFHZ0bGp+BMk7fsolcndP++g4ukUEDPb/
6iV0NaHilYqvV2CaxxZVd/Kq7avvtePtyfKpM/3fPfaAWdKyAEQWcJmwK1MtJcF0Uf46rfGzvYU2
Hn/B4q1bzoO9COePl+xu1EbIaMLHoMNpaQprlnVWkJ2QdNwim/in99RPWr1+LTxlWTxLlzl0S6t8
e16E2zMPTWlpTMWs9xYT7wQ1hKVCzCdOcHOBBilDSW3rcDJsdii4VxeuLI8ofep1cu/ivrYlTG7R
2HJawz21vSx5sW8dt3+pZ6fN/8c7aDxn4kG4tiSEJJAC9pUeMyprD1n89/bVWsVcqPZz/af8ftoV
C50igO9eXh4v5i1sY2zKu5pN4fGDn4E0t2WEyIIez7uWmNR48r3yj7UJXO23PKthGpmweXcFwdGN
qCgEPUUn7/u+kpRGo3LPSbN2f94Ec1ZxSZ+0/PRvHIxzZUtYQQUKmagYanbLaiyGRr+rNYD2iSD2
3o15bURYvNYwSiWBkPDtzI+uk7B+aRDgPZ64KTPCWhll1Y1aMOO8JeTe2w1s8DNQ3BMH/O79cz2c
MU65ehCXl1ylYN2qFHbbfXXUnoL5mUxVu9Q/RxP98lNDEiLIWu1Ua0C++62GjKh25aGUzG6fWqHJ
MQl3asQdZ1OOV7lTx3g/mI9uuXf9mbItPj9epnv5cXqs/t7fwp2aoJJ5VgIGVXo02+yieUh5IVwR
vP3HDSF44vNpgGlp3NzQ9T+POanR7zOoKTc4rsKNc7oakHB/ns9KZY5aktzS452WrPTvl934SIVM
0YNZ3xvOS+fXf5tFS3ibaq2v1FWI0bHkKpOYydxhA4Of60/4o7c2MGF4ULXIGqlqG1kAETNtZTAg
p/pFpUzY7ZIVYIZnzftZgwLoPHrDv3/koM2LDx8C73icmto7AdA728ISVhBrZjRGqNunL/lBnSdP
wwxObrd1MWy4sNfOs0W6nJrb0VM8GrGwoLVVaLnaM+LhmbIvfLkk7xHAec4O/c4kyNReJxbzTo7t
ephipqeC2E41UoZpzbaKFzzli/36MM931eHj6tfEnN7xKe9sCS4/HsA/6zGDa+aoxfJgS57jWbMy
Jg7fvTjonR3B6zt9H8HHy5i+QB7+VXYlYAHDev0boO/s61d1Adsmsn5s1ymomn5n9ZQ3kI9pgfQX
YZ5VlNSq0xdMpt7ssqL8mKTJcmLB7tzRqgJ6SadbgW43ffyGqzsgAvejaJdqPPJ/lV2Sbf5U78Yq
/SS44v54/rYlXAIwfGvQLI+23LcUbDiD+nqM7MbUEzVZz5EmH1n3NiRY1REo7YD3k4XxNdGlbBql
VLexWdECOZfkr1b2x7QmSSfuGVJloLGgJrWRVu39RDZZk2RKrKtbfdnykqeKSXJt/QI6dq4uyDV6
Mlf4xOLdcyrXNoXBGYmOAkyKTWXvH7OX5tNpLc817xXBJLecnz6lu+y13mnzbvXY8L2FvLYrLCRP
kbOE0pC6hWUUwYZFZfx+bOBeuEpf0N+zKVzjKMYElp5gQYKLceRDtjw/f5J9pFnO81O7q9plmf9o
TtI6Nz7bhVci/juFP7/nX66/QbjeIdBUTjUdBlvZ9TfJ049kHszl7Xg/Qd6JG+08yhgIboI2mTr5
97A078YvXBet2iAn12rqFqnYebJr19qzQktzO2tn6QwO4YtnLrR56eLuXiemfmpTCXeGruQqTQTj
TfVj+wNi2tnry3J5oDDQLz90s6kq1L3qyPVI37zvlQPKzmwktGV4ernmcvB+FLP9t9Rbw4nC5Why
M5fje/qpm/36r5P89mlXpsMaZmrlwiQj5kSdVpoN6/3r8jBmQb6jn0Ty9jiVNpjYU2+J+iuTeqla
PeXT0d12mIwXEIuSbZ96QdwSOsFDCtvGyAFAq5EmMh1apRShE2WM+wclifi5XewX+2j2+3c5L+dI
NX0P3D8T+2a8BsVY49qkcE1qNTzoUcBsUqsFXnHeFKR56k35Yq5yd7KiddcFXQ1QcLcIotVNWDDA
MCQjvdi+Bm9HQ/0i/zQ2kpd7j0c3ZW7896t1U3XJirIIc0Zyng3yTj/HExbebvNH8yc4VaeNUZ3w
/+9u1F19Hs3PLus1noB0Vbp/0CGasHn3qNPF6iC3ptNcIHg4iRQLvAGmuj19CdAlbL38M7DbQpsj
Hvx4/saPvxqcTcfC2Kwlj48li3ZFIVYDjtsl9GNptIPAo47M0kzqokXrBJMEW0LI+5cluIfgfRpx
vmJbKdLYQRpnlrrNTTLsRlt/a+s8mjUnM19k5+Cg6LnjFZIioaaj4LmVAq5LJH9nw1DsC7QpJ+Z4
3BniyOkfArNHS+0tUxxNeIj0+rK2hU5gVma/Nf/T46kV78q3EVPG1wA0M8U37ew2umI2tT1tW6Fu
Ru9bo1VLCHfi1Vm/IKYgV2r5KYKE++SBtoOwXTOQwqJVMw1qWqokWna6pu4lN1QNapYpsjUxMMY6
+zrxnUKSbfxOXaZRXFVg/FQgYX1/huAmD9HONLWtlUNakyYpQp7oMjydAxjdL/Q6ucZQOvA6wXuk
FPaPBj3GiSeDEKS9fQK89gZsFWP3h9j7gdaA1XRlo29jNNSaTVA4q5OTLTJf/Wf5jjdDiInRIE/V
GaLdcVdc+Qv0dpAxQUVu2+SX01xvq5QARTJnZZ6iKSDn8Twv+nQhpTW6xL029dQV4RZ/2bc4brKj
QeAj3qqBlMel0vb69hwZT/qoEiLHh0tdrdCmewqSzGu1NVLWI3dAARdjYChenh3aYYrs8865H0lZ
LJnHBbRFYpOW5Rt9Q9uEvrWcdIE2QwaJQfREhvv18ea6t7BjqyBHbKzdiPAS9MvqMoZZdOvEmetU
A0056bwbiWeiCUt3R3RlSbh41Ki0z4F9NrZJWXpp/ZlrYVPJ3x8PZ3S8gtOglwSyLLYpxLLyONyr
7VPmuY+eU29sDb2KPAPachct1o+J1aJ336DBdVGa0nts897AAOZYMjp1PJzF5n/95JNkSm1j23eF
vuouFil/O9UX0Kini8em7qwWzYN0/dtwzsLQK9wGaaiZFb/oUIvkBxNZgiGUn43yV2FN3TvCDTee
A9ggaF0Bkzt2yQsTecmj0DkXhQE/r7mRrA0ieF4I/1+h/NDK3yd1YmAi0OIve0CAdZiWiU7ElDf9
mm3eIEANz9AgN14bGCDxIPW9LKFs6Eu3L0LnKTg7yRc7OykOWmCaurSkU5y7F704V6sOXdhdoSCz
MGvNNhkgu9QgZbb9AZ03KLnCX7oKfbvXWWl3nknBID9fLCs3Z4jQRD8eL5NYFv9rNA7FdhN2j1ET
8v021HzFbLRINSBHd1HEgQ/+MkuRec6Dr72NdhU0Ebm8bxBwuXT9jJFPRA1iNvftAyyuC7oRqfhD
5vz+A3QNejq7NI2tFcQuzPAvHdzsefVZCxE1+2zJmwzNvbpepCFioRODv3NdGbT/QlY5cpsYIn90
XySQ9Q2WsVX779HAa6D0vyXVgdZMN4f31NJilLFQn7eqiZyM8EZ4GzQtXTJEb+wXcjLvB50lldXH
RmFu/bZGdKgP2nmY1dLq1DoD2nryeW6XtpLMpLxH9tfptfnjkd9xBGOCFPI3+DK0G7KFQhsG4ivK
AvD0aR4yn6lnxE7uop1YTUyymJIdx8rdMDZX0zc/Xpjvx+qHg6FdQqK1eIjnmoS4hPO1QJ01Aa+D
NuAlrObJuUFIpF2Y5Wug1zOpXV1Oq9xAB/B3elk6IWwUfo9gCDdsaM80ZWHVrhNr68eTIib7//pS
CDcs7jP8482XAmvkb1Ntq8MjWkReUTm/kInxbBWhR5gv8nZR9tqqSiYbnW+9Jb6LVIgNqQ2tzm93
/dVl4A9nNHgJnIhog5UKQz06lqzaFzunBJCS1HqWUa7XE2MJA4/nN6swqlewBS5KI1ylofnyeCZu
76bxc/4iluCj3sLR/0Paee24jWZb+IkIMIdbUqIqiRVc5S77hnC3beac+fTnYw0OpkQJItyDaYx1
VZt/3mHttT59TgTLeRaivnaMo/1g7gTPk6e/inJjE160wlkiWQ9XPMQKpxujNpJZC2tRP4oajB/l
LER3SVyr+wyBHjdQ5YVy2/zjpx2uZfprJCiNMLt+liYIo0vfj4xj0cxUPRq/RAgduaKsn+Kb65N4
fsY1Ktv46lDHq2h6ri62WoQKEEUQilS15ZSp8lxHjYN0pTfTD2uiLFunOt5F+3Td7IWtpHLMUJrA
++WEr2a1DDXELEVdPwr561Q/heM/aXBsuEaum7k4uk9mVu+GLOQpjYmmflTiwoUC8ZcEHYKSd49I
lXk+nmgY6LtB2EAMbA1udZdwcPOswwU48q5S3TGOxp25RURzYVsygR9MH3hIOGin25Im8boy9NQ4
VvVgHORQD+5DGL5u0zTPdqYAcb5JM9rGLXl+IbNZPhldrVobzroRwr597FVd3EE/NCN7VLwHld/u
ry/chVsOUyq1MfCyLODHg/zpcOetP2lDwr7MrR+oZr8Y1g03kyOn4k0u3yf1XR/ehOXWfrk4wE9W
5dNZrUrkq8blNHCZi5aIr9uji7QR+y1Lc+pTL0ODtQu0FSzn1moWS0kXwiDT9KOeoRV3gz7k9bm7
PIj//v3VptdLVUfRnb9PiAcT7GsgfdVR+fjfjKz2uJzWTS50y8kaJUTOQA3H2kOp7v6FFe2jHCTB
a7MmdQzQRCW/b3H5oli8b6pJcros/0npo3evW7q4KHgbOJhsO3JEpysf9CX1LSE0jrGWJjfwL1VO
CbPav7BCOhSFUovkAxTkp1bo96kTGG2MIzKfxa05SOWObM0W3uU81qCpHF5ZPH+FYENZbbBEnzUd
BWbzCDVVs6+zimK2lSJoj3rHHdxkSEcW1d9paGzROF8ybFmQjkE9gJewzmqgQo+6mDiaR3+YJ1vV
M92FfyTbGUE078fYSG9Q9GoOWpIX++vLt87e4xXxmIhwH+MS4Bopq5lVlAF9MGEwj1r5OotfwzZ0
s2hACTK18+g7Kvf7RLpRkdjptbt+yesYCJrqtQ2tjm01xU1oNnemaRxQJr0zGolkxBa29+InLh1l
uGwiErXrHqIAOafSiATOfZvGv4agKF87QQRyJfvVoyqoqNhXSrIjjaIeEFx9qGYdN9SsQgdkAsD0
UOncCpnKRxlUnlPHqvkWW4PuBLpOFUgS/h6zOXmJRGHY2LUXXlGUehRpCX6Iy9ckvmVXqmY6cSsa
M7DMSduJaL72f4Xi7Vz801ZPkvbt+mpeOIx4JLhAusr+5UCcHpMpmqxy8nPjOGkCLQqp8d1HSHfj
bvngwFvdw9CpqrwuPDFsm9U9acDbBAOzrx/TqToW1j4z7iOKBlmYwcVpB1boztPfuv8rj9FgCB+D
3pv89j7QPcUvPSkf3Mgc7hvCIVpVhn1tvnbmTSU/FM0ut/YJjeAEzvWG3/TRC7X6aCZl4VJmC+kw
Yp9OjaCWTeNzKx7FWSrY22ntf5H02nqNWr3NnDFRxIPcGX22izOVA47IuRU4bZVPvzsVyUCS6ro0
u5I4RpkdhlXxza8X9VxDRhfY1o0UNWsVrCWyxKjP7WSgRV6oZe0/46zNAlrbSaTspGRW/4k7Swt3
shIhHt3ghzewbfuodCdF26V7QUOScleGcYdiWx0n4i7MJ+u7hsC7iaBfVh190yoTlE99xB/kVEu7
fVvKMy0Z1tTc4TP6L2aZSu9qmNCq3zcy+YsCidaOu8wXDLtL4SRF9C+zDqk5qH8FswITrDVq9Vsb
ZmJs132DwDUK1S1SpEVA0KJZnZ3CmpXsyqFW3gpfFgJHgNsmtptsasAVDUMa3KEGSHxZ1yRp91pX
6BFcQLVe3jZt030Xe0GS90IbFepB16bqe0Eu/Jse9FnuMkV+4BgdaNybYNGctgGgaOU+Vcr8i9gp
tbHxCK+ra6YEeRDALxnNOHFhlVx575CtKoLAxeLVYzy3to46LpRBDQpNjizHErrCHZlUpRWK0RYE
XaNnwUqfDPQSE/Q+rOm+qHyYumZTdhXk8Epb6qXhp1WnwdcsK7aI29Y+KxAS1GMgMOZFJ2WxhpFE
jWEhbC6Q2IvE8lBIrXUrlSNarGhw3aMz2e79UPxTR/k/Rpfq46K1Bvvm6YERa3RBiz7Sj1Ny0301
CxXs2F5q3Db603TFYslCVkBcaIM1Y32f1GIoS7JSEtNYiu2H+ler6m7JC/1hdAFTFFcjcZNkUcXQ
zNVLl0XA9aFoJh2EuihLKvu6Yw4HRWk2LsizpNdiiSuG54RYlOLcyhuGONef+77VjlP8c2wadIyq
w9A/ROi0tr32OJrKQcyRzrJ+JAhgX38C1m8OtmF/AO297BVGurKtVdYsoDRJ7mlqD6Ecu7WCXnmu
3RlxbdPRbEu1rW9hAJYb//Pluja62iuKFuhJSvfiUUHnNX0TEE2N/jSGWmyw+xdCs8UHVFc2Uktv
kpiX79hVSOy1MUJCjROoW6ybZ94GdgyZ6IkjJ5FD0FcT2HWhL8m1ZB6lIjcPaWOK3oAkjyMEsuTK
XSvvglQPHHmsmts4NOf3Rm9K1+yt98SQu/spo6Ng8vGU0lqDg0xrlaOg67EtoJ5wq/ZZfe9rue76
Uhhu7Ls1zo1bTYZUEk+cnDkQyXWtJpq7AhXP2D9G0GIraDzZoZC9QYbjiv6Dbx4q9d6qDUc0wJ/6
wsMwATEqJzsXO6dEf1z4YgzBvg4kuw5TJza3vu8sG036lzShLC7HAj0KeRUrtDVk7OTT/aMk/YIc
PYRtWWqek72KFHQuzsgpkwxTeNuk5gF9242TsXaOFutIcBkU1UjcaOZqYeU2Z8GRET9mvWbZaMjD
+ubrGx7YxTFaC7UgHutSo1xtUwGZ7rIONPyMofqtGOXeiuUb/5cAu4dwjPzmVQsGVwskN0YqKIjF
1+vHfx3DMkjaBCAv5hYgLbtu9AsLmeIPruzRVHM7EDNXDONdUyfO/2Zm5QIquh8iTzsJRzma7FY7
COVPKTI2jJzlMpbB0Nuug5RC1IwC0OkT1KRgmRPfEo61mRzkAewUQtcD8APtW92XuZ02vmOWCNFN
6R9CxzhK4CYpOxEI6mTQ1631WbxIKeZx4PkSODVjJ6jGDdY1/QmwszOhtzwr2t+p0n8Ruvapy9R/
hoA6hoqLNt7JuU4C+ymCvmGrDeTM+f74MACfJPCZHHV9DYakyBO9ygKvb/bK4BlN4ih65FWFm2q3
hmGjUr0L8peMxngtdVvkSOXiRY0bMHjmTspupDqDq/stLvaW9dLVrhzn+3K8ieOePHTtQDeKII13
fbecv0mECwSZvIrMpfnhjX3KSRV9GytIofPNgjuJVoQlSl9dVOxRKXZMkakrTVvwa3PjyJ+/S4th
nmHYwzG79mFQSFZBbLeBZ0WyNxiDPRmVJ6v6PsnC2+tjPDf1UedFrgW8Lffbcvt8GmMqGYGUIqju
Vb5p7lojdhtVmvdB/n2qZ/ePbTEiiNAhWlkywaswLyVzIWXqnHpVCSyB+t5NkPt31PocVcterts6
XzskST7ZWlV6DTktK0lSU2+eUp+F84ddMU07S21MNw/N91hQZzcUk+g2EOPm5rrxC5NKMgRnDfgv
5Zm141v5bCcyF6knxA9i4OrFQ1oDMu62qlgXPDaoeD/UZ3QcJwgnT1ePbHadWegdecRmTheodlG/
lepvEg/7mUpv2ttDeKhyYacVxoZbev4sgWteXDacXGJqcfUsISWU+lYbZB5f1n5JK1W6z7REeb4+
k+sMEwEP4jbEPDRxIau6ZreqZt83jTHJPK33o7uRCp0T9kYJoGiUIwYnKm8ZecTAHuva39iul2zj
DBPPgUTnTVpd4ykimPkoNJnnZyGK6HtRrRInFGKnH8gYyMpzqZTvfz7cRQgX6CRSfvq64lYhEy1Y
nZJ5QVs40cyeVQ5G/M48u0nTOsmWAMx5hAZmhYor2tScf3U9vaY8FbkyapmX9zF83nY2hAEYxmIc
8qd6LGL5YCXmXN+ANkrMn9fHemkD6RZ3K6A8HWW21W3QIhdQNc2ceTM6TvY8tVRPFTXf/bkV6moc
DcJ9fIvlnvh0v8lCUoBJEjMvafOMu02UHq1S2pK9uuA+gV1RefJF5hFi1NV1E2SDmCWtTwe/qtsG
qggt9LxpfyNqCm3koytotCCiNJGZX1DXO6bmlmdzwYmGzU620JNGwUY/czpEemY5SlPmRYFc2CjE
tm5lZJ5oZD9krfPdbkTvE80orqOx9Z1cnX8YVXsT1+Lk+k2jH/I2fR05ak5CMGYvGEUnaOVubyiZ
6kaUXv/85QEdQwqeQH0R5F5NWTXXeZQkfHBrCa6eRI8jL3xTP9V+uHGQL70FJmIEePEaMKM1JS9c
oolV0QblRbWrS3fNIdhHw12cH/J9If7x001vNm8bulS6AeXPKl9nIlnViWKfeXLnJ1/NzoJvJNXG
pyG1VHaeJm8kwi+dYKJlzvAi+2GswVNGp1i5nnGKxPSXZSU22J+Mx3y4ywNpw69VLj1ri9YX4Rqx
rLVuadFDI6/UWWAeI6F8TvpwuIcMXrzRAit7CGMwCX0LLzyCB/XeygRu6bTLd+DN4kOs14WrKJn1
gKcfOwNsuY4xRP0uDWrhOQuCzk6kxryZrBYWoibU7gOtSg6Ub5FpL4W9GuflYYiV4E5UBt2W26r/
pZrhRHhapE4h1nRIkRC8neSGQLcwTJesng/7e9JuvO2XXgVScHT2LJpnODOnF0qfgmclpZh7nTD/
wvl/DUV6PCV6URr8mCZwJhFM7/VL7OLEA2JFY5RyrLrOj2eC6cv1WOdeZEn3tTTZs/Cghjmc/9+u
GzrfTdxg3MfEmiiesH9PB5e0bSTkA+9BgdMktm4mpbuWyyOZjcesn1+vWzs/lzzqEkAj0nSkLdZy
Rv5MTGkhOOop+j+9cVNVTpLBaDr8RkfzXlG0F1V9u25RXt7s04wPJtFYAfwARhbputMBBmMbDaJU
l54WIrwMZHmCXTgRIutnGxZUAQqJbeP4ilWjjFwb7WAPTSo8KuFY/CUmhfYmG5U52UZfzp1tFLoC
Nl5MlNsZdvdvReeXX6xQq34EoEj6nZhlwWhPWql9b/TRd1UAnBsDurRgcBOCuvnAq6yftz7IK3Bx
Q+4JrTMjCW6TDwenNr0m5uBoXdxs7MRLS7a07S3iW2zuNVXiiCxbQuhVAKbQb6djrR+DfHJT1BdD
X7yxlMTt+H190c5PHJcmuFB4Skz0TtfqvlOvywPyO7mnd8gcWm6uf69MevqNI7rZe4tg+rq9C141
BmGK06BxX8Cby3H85DOYmRwZILQzLxSFllpE1fjvGQD9uwD1pjeIK8zeyZTE/BKCNtfx0VLSoWNf
hNUu1EYwz9e/5+L49QU1wwxAY7fyQ+c5RQ2wrnKelCRx1JgqYZj3ym7sk5wSolU8B2qWAUYTrA3L
y122Pi3kZIlW1IUJY225o0oiigkH1BzVXa8LTpIclFD84zCbacbRpxDF1PGunE63L43d2PhT7g3S
zSACYYhfeko9QzE7hjgcQGTtSWv8ISgDUxhVFooPUM7s5FOjspX0qTjN3D2DRpbkkeh4w/O8NHlI
ni+tUMiVkNs8tVDlgeUHVgGzXeIOBb5fckw3S/+Xzr+yoLUBGFBnXofUoeFLCj5b7gXV7CT0WFTC
y+h/8UEiBfPL9X14/grRRsPDx7yxrfHZTwfUBmOlTKPClCnpfu5VHNzOUfJ5L/ebAn/Lmq93Hniw
RQiEDBrn8NRWRfdsG1ZV4SVCce8HX8TyTVTRF4psPLf8x2R+b6x6f318y4Kc2Vw4rlHxI0X1kdb7
dOyzXm5AQxbYzAbfbQxt3sWDWLnXrVzIDpIYNIAWLsUWyEXl06FN/djQQdQUnoSmWQK4uX8K88rx
p9f8xkB4pDQ1O9nyIC5tRtSTOMI0n/Dcrq60XmkTOivNwlON+zJ7TeH4EreyEZfuqc82lr36af7I
4+R92FuwwsWTLYa3c3nIJ5q7bJAMTreVUby08z9bW77mk7Vm1mtDqYPSs7R03yWykxulrZRf46a9
0ZCHvr5ql/YG8BrAQhp9RPSNnFoThy6OhZ74TtMAi8Qtfp4ZmFsVuAsnTPqPaAhOCnC61ZjSUara
OU9KL9DzfN/MhoK8lN/Jh2nMops8VZWNI31hWIyJ6Fgm3UC2bP20WHFa5mlXekJRhm5A3RtBPXmL
IueClYXHSV3ihkXfZ3WYR9OM4glhFE8dZf+x7/QFrChsdvlf2BEUmREnwTOn0LbWvRAAtSdFNdZe
DpWrMLyWY/iQiK9qPRDglk8plWcI8G6Xf8N43iv6UmhsD4Fa20XWu6Tyd36obmycDyDZya1ClpFs
Dvk+PkrCbzrdOcSdvdYwZq9Ho+pbOiVR7JRxTz1umNTipq2USETTq8zjnRIlwq6PNf2Avrk67aQu
qzR79H3jRwI24kc7+fJdH1StbLMLa0g940l9jueopkehtsK9Lw6FsVfbcBidqm6Aa05a1dIgocnq
T6GT1cAV/LjVHQqfw6+4M8fRTRHF6V6KXG+Hm7qsE8WuqqSBAG+wZIjXjX7JXEL1zc9g0sFTlPJm
t8Vy5Z3NESk20t1sevBkp3MkJ1Y5WIhq4cVWyq2elbe+mJH1bgbxNgfV6BhziwpwFIaNbDd1oNDA
Kc7ObA3Rg1lU6R/SuS1VMCr6Gs1WJMb4d+UcxFVILArqxmOZWrtIldsia3eKdZBSZWfIwV06S+5M
s1eQoOY0+BsO0dll/WGeZBfhJYhYbbVlojyVzM5IdW9oAjev6JqWusgJ/WJL52n5Q6t555FdtHQJ
v1CfWkVDVRV3cT+XuleYOWCYzJ7QISYdaNetS5/zw+Dvrl+jGwaN1U1gVZYCzKvQPTo97E6imFMe
jabcSZpqG8kvwfp63d65K7/4XygVETqQZaIX+HRnRaYRtoPI6QMY3u8pnxX3SqT+njv6OmgmUBEQ
LWb1tanoWOhzpXDLYdAPgiZW/2JNQW2zqNTmFxzP6YdkWaj2STEBJqulXWcdVGlPss65PtxLG4cE
Ack0qtVEDCvXAgct09uR6W0BNjZUOKmJc+/b/5uV1ZxmFimbwM+x0ty1JDWN/KBq36/bON8obH0S
4RQKyXfw83S6VCMNgeupiufTMkovoCzd+MltWaeOkn6VInNjX35UZE5PAieN9hKqKMtpWCc+QrGN
8lqLVQ8XKnPAAc8ljXGauM+iZzl5mtRvovxVJEUtqrnTkreq+8nVZ/EYqLQPpVsv5qXhf/qcdUgE
I+CoBA2foygPql+hMPrQWl9b2R3j+yHfqLGce6TAlFAqA0bADqXUsdo27P0kNjTB8LJW1B/GJDfs
oAQO6ePNuaBNa0/OAt4CnpTnXisnpzL82L2+4Gc+At8AN5ZF3ZOBg6w6XXBZCROQoYbhpbyPVLp2
Sfb+5xaoAPAGg0VTqSqdWkBQ04gRlTK9EikuJ+Gw78S03CJdv7BypCiAl5KP0Tnqq3E0RdMVM3Pt
Fd3gCsovAMAPQnRUb+Uo3RGm//G1QkaECgpPFlC3M2axPhISuRcSps0U7zSZFHqujTQs6lvyfOdX
C1U+Ahf+H+QsGNrT2cvlpJTksDE8cerv8wbmfrmIniXf2jiJZy7wUk38ZGd98OWGQoWInWSYbTMN
CWq/Akbel8OfP/KLJSAnFB/49VHS+RRARGxxExYWw8u5FFyzaxRbDAIUJcAi7/zUF277doaiX4q0
3eCPgtt1ucb1k2+pUJ7xKBBOqypAdtZQWZzw1asoxi0A18DXvWYS7CFpnSz7Gsr7PFNffdpNq4Mx
76pyfIy1/Es5jq/UBxfAa5pU++tH5Cy7t3SG8VgurgeX4LopQg8qELGNbHkIG1JPlvLmtkpRUZ6U
PNnjeMOATGuuW7WBcetP8hYx9CXzNIKjCsGKKKQZTvdYqFdlbOWYFwZL25Fq3JUGbmAeGw8IdN/O
omDruS0L2sawzwKHD1wVV+DCR0YaanX/NXUhajGit173o0psECj+/ajaW0oUF0fHnP6/ldWzGXH4
YanBivgsOv1T99bHcGVZv6qtOs2FowpM7L+Glqv208aWRrlVsxlDSmGTKvya/rq+S86ni+IAYTAJ
DCC2AABO/37Mw0y7h9Z56vToR+8aSclo/mXmt/4WFe/5lKnk5+g+Bfqm8C4tX/JpJP4kJFo316M3
W4ivCx2UX6Mj+H+RYq0Gldyn4OjiVor7/AbC6ILcQuFyEfJaPuqT0WlQwgHNv9GTtBfwYngfRyN9
yvVpw1m7MI3Ewosti15kqCpO7TSd2CCta0BGSvdlWyHbbOa06QPNl75IUbXhUH1cIqceDrryCxqN
hCf16XW53RpDP6FUMXn9jtv0m1nZo8kd7lSq3al2osPk39uHb29fur/qg3CXfgeF3x4iNxzt8tf4
q3wu73JnK/I736p8FBsJWhTyfGdplTIQuwZNVrg+i+phANFRCtMhyPN/MdXkLunnUamUnMVzoxnX
AqXJyWsauteHpzAEu5/bLTz3f04dsMT7n42tXrDOpAFDH/PJM2aEOERHLOqdJQZHyOt+5+qPunno
hfKhKG+iLTnYS7OJ07FwaCzwv3UbsSiIaNsm7eSF+m1kCLd5YusgkP749IOl+K+R1emfUb0XS7Ga
PLK3B0ON7HSY7ruHINzPwta6XTiKoK/5D9bxpe975bKN9DVaRlLPnhIDeo2+KY3siOLfhrLhdFzw
gOHNwAsQgU9IxE6rF7g2OHe53s2eUNMegb7hu9jSz7Yr8PF3bbrP0w2/7RwwIp1aXL11ySAncIRg
0ehm11SLl+5pRmfZIR9VSAgVPYxmeZOPttxvWP4IAlcXAbgEBay/STB6FiTSi9NFojzM3vv7MbLd
4/N9YX+Hou3RsjO7siMboRRcfHsR7Az2t8k+WX7Yofv334ugnGTTK7V/evnr4bV4d0x45yGSfQvt
yZZtBPrc8hDuyWvb0Q4WuxuOG3SeX/b2y+Hh4e73831o//75+/qO/OhvvDai1ctaWybazgMj0uzC
fnTv73tXRrkDALFjuc1xvgfm8mjt/Qd9Z31vHtqDpjnRY/vs3Az2HdB3+0axN8pLl9f30yyvHuE4
qUddD5ZvevTzbF+Xh4xUlktuX09+1M/A8pr5ZcvFWP7oaiIsUo1LUys8Amf+WxILA1pLqejFMTnx
SNgnZbKRz1wTRBJoqLTpUR6BqYN47Kxo35pi4muF6EnwCP+d2Rb/WzhwU/uvtx+hLdqe+rKxvheu
gROTy7336UXOIrWfBwuTqvJNdxaVy0V1JnNe35cN+x0eDhstqXeFKfac36an3ILXs/V9t5CfuvBz
6IXN2yK734bWvv5tFzyUk09bXfbSFCeRIfFpYqrsNaEk7NNiO6pblHH8aN9Mkac08Kao4sY1fHFO
gCWjoAbpKyDl0zmRqPrDIFmLntF3T31xk2e3jfl3om7JmZ8PkDZbesuh0OJ6hGbx1A6wy3qq40Dy
RDQ72ger7O2s9BRhN8m9k0vK3mh+Xp/SC5cxvcyKYiAaACzxjKIim9W0lRJd8mBnU+fMjhs0s+Lf
QwqHV36vd3dJP9wGUfa0YXcZyunpWXqo6dEhC03wvoZCK1pnEjdrkpc/CObNrEok5NH/mf6B1ZYO
2Db/Uun5XjL21+2e+4GLWfwfAGMU59aluTjtuKs7U/LihsgjuU+E723fIqceCRsZkPPcxKmllcfZ
l3IrxaPBWrbwVf8Qg1dZ/JpXyS6887st1MLlZQQLhzcEaokOttOdI/ZGG2kx42qm/fxo4SnAGeNr
g13Hkl3C31tJPwOe2euzeWmMzBcFakrHKmH1qdXIgntNU3PZMw16OtFTap8MyYHnrot+COLGhF4a
I1uU2jvCxTA1rSlpajFKZtgzZS+jA3NAj7yxVZoqK3Of8ZJWR6FP7HTaopo8P/tLv//CWkRiVOEJ
Px1j2Yb6NMep7CEnCs60S5p9Pr0G3bDhNl+YS+wsw8Mjomq8utwqP1WiSq9lbywbxyx+hJJhx8iv
yHSxRZZ2l2obBj/SuqsjeGJxtXppPvazZjSsXpHYSWqHRWHn/TvAGgEV77E69MJObdC0Dw2bTJ8t
hBa9IruCn+34T6NV9751aDN7qBonYZs1kXHIA/2QyoajKTS5bEFLL+4AUJ5cFwuxJLvudC2KOJM7
vatkrxTc2Cd7ENe73AWQLlVuMFW2b9Dm729s8gtlDQ1P1VqgGFyVQKNOrYaTVIJq6dl3ofbTD1Jn
tKK9qOyQy7XFnwSvtkXLJFJfd/QH3Fw/YedOxsK8wG6nPEaDw7ofVdLqYe7qTsYpNzUohJrCnf00
ca9bufDuaAgm0HYHdIac7erdGepqNrPQZyfE+Rd/nL1qVpwi6naCnkONILKcCtnwZuMyvjSzcDFR
AFyablnO1XrqYT3UAplyr+j/gZp0wMIk7FLNVvCKTTvKbeVXI8i766O9aHbhm/o4ZiCG5NWC9pVc
NrVA/YEe7al2G2HajXpmm+OtLr2XSfmmC64cPUA3ueGpXlrOz5ZXznNBC0ViJIHmFWNV0/8/4Lm0
4ryxYy8tJ88ATCESPgt45dPxKWmk5LEfal7sU4FPaNxvf0/VrVCoTtD3++G5io3DxpwuQdvqMgHu
srAHWvhooHpObYqzRpWYI+sFjS3u2+mLDO9sFR+G4k1MDXeYE1va8CHOJ5PgEWduSccvfLOryZxg
QRBmM5m9VI6VfddF+m0jGPXt9ZFdsgIWBddoIXs8O4FTqM5KEZazJ8/491MkyUSQur5xAi9akUmZ
UFygv2Pt+dW+mORJVc2eLsyZa0aQdZmjEm3cJudv2dJA9F8rq41fZJYO2IU4qe/T8cGIgng/RT7e
vWwKt5avDhtzd8Ee7yYpJ1Ai9EquAbOjNcupjyKs58eK/r3QrMmVehP3QPPD2gZVtEWvfZ6UwY/9
YDb9j0e7ushg5rFqwjKcLoBnNFn4bUjDJTyOQlG1/cYxW47R6ZY3uDAJ0Gip5pithWbCfAQpKvSG
V2eibUxE7VD2y/GLFvyazXsl3jhi55N5am51qsdKGDILbDgQx9jR0snhwDmN9lb/ea3m1NByvXyK
AGUqT2obiAbwteKftEwfwiie7U62ZSO0BeNeELSFOrp7VP1vg7LF5LN4HWezutRDoLIg1FoT+Rhm
qVsJfq6X0T//cwpu9W9l+iuBNPJPzzWZtaX5i/ZrerHWezNtorAS/MT05jr4O6M/hofOzzZeuPP9
iBFaPT940Rc01ulUSoUxjmaRmZ6VZpEDsJcxUWumNagd/s14PplaeXN6lpt6CREV5WMztw3UFvbR
CBf1v5i1T1ZWm3AI5rgvJgZk+pnbtrM9F1s0cZc2wOc5W22/vDabvA9YmMzY5UKZOxlIgM54NfUU
Xqb47fqALp2qT9bW5cCFDqjQfaZN0tLGtTq/2wVz+2WygoeknuaN/XChMMCGoGYNTwVpwTO6WXVu
6qhXKtObpnwnw4/ot82xsaS9GJu7ub+z2u6Q9PWtKneOeJdMqR110kEquu9W7L+XL0lv/LIS31bm
gyIR/FAqDBPpMVN0e/J3BpRn7ILDRDNOodp90uOSvlyfsPPlWfaxTDoKx4IXcfWGzHUE3zxoOjgs
xxnsLG+7vGvHnerf5qq5dcdeSO2ZBm8iNUr8UgL21bZWx7S0NJo+cL7/iq0bOtCz4ktDcTJEpI/J
mRx/bH8rwlOYyXaXCX9MCEFX8UIOjFODq0FB5/QEN8ICORdKxethm91RI1dsNRa3sGEXIhs6Lkxs
4Tss7PkrXyaoBIEevUj3kPKy82anCntiPuOr7Db16/CYh/VG9He+76mDwSZnwmICnfpH+9mnS94q
6PgK/BqIVC+JpGCqv8qMpJOYfBMqq99we8+2PQAQymFkl5Zdw0SuhpdWUVbQCDm/aY+08vj+3ryb
6T34kj70N/O7UB2ar+atvqOr2UROvTnG6mEcd4Zm+8EB7jgIks1y/xXWOc2On7sNr2j9jn98HOmg
JY8LA8A6wg+KUTTSqBfffOJvZ+ir0ilIidllGQq2PPpois+daHObbkEAzvK7i2ngEODEAZEBLlnt
LmuuEoRsB/ENphP5eTZfRjCXP6a/jbs6OViSG6nO+Hs8DKWj0OXqRa9htFGhWL9QH1+wdJsA4V26
NFYvlCpXdUJWVXyDJGzgBspwYSrJcEq/3+pBPZMrWGwpdPjwD6VsGl1Oz5KoVV04NoX4tqMIQi75
vdt/b95L+648XL+jzggw1paWUX/a3ZAGEx3B4/SW2f0OhD+liuXXImse3OgHC+EukaqLsnOj3r7L
7SftQE6ue512v69/ycUV/jzm1fxGqQHYV+NL3ouPjzhK9u3hyZ7Rxny4g2LN2ThqH9itz/7Teuir
C7NsgSznyn8MtjvD3vW9vaucZXz9PnAcZ9gN9sYgL22iz4NceQVxE+DVdCzs/ZHCleUd7oKdI9pf
brYGt9wT1wa38g2iwei6sVoM9e5uRndQvXVQuTjunjdGtI7Hllkk47d0zNMjhbDt6QbS4qw0e6Dm
b4UdRM73EEGlv+YXVIF033YmO+x2P+Nf121euoZwSGmG43mFbm61cGnsF3LdjOKbqwmO9CLMzt2z
vJUa2DKyWild7jmFKUbSW8seHyxOhYNQwhaw7ANPsV6oz4NZLRQqKM0oS9ypleoWf6Xf1Fvza2w9
h4+VXRn79J5Uo0EZK9635p70ovpvNgrJCFgCgHot9Cen6zcUVq1k0yC97aBT8+1EhXMUwLVrvntv
Di2k15fu0m6hDmgscLKFRGN1selVZZqDr05vQiHdFs29lInudQsfnc7rCf1sYjUg6KjRmhCU6W3+
QuLza/LjuyvZ7m1939szKtapbR3Vzs5tb39z8ywG9s8N+8tLdM3+6h4rEgHAB3yub+abVu8ze/f9
FeWqg7mLDslwp2OZywVR6wH9Q+3nFnRla4JXZ0OUxiFDtGR6K9PRM/XiphMgtbk+xGUE10a4OhpN
ybEcamN6kwM3bNr9/5H2XTuOI8u2X0SA3rxm0siWpFKx3AtRpovee379XSycu1uieETsPtMYoIHB
KJg2IiNWrMWyazXLzdLJn/7BEPqa8PzUUPwSJ2dDKjwJOaVgsDnPDoQxOZcOpigu7MnfTt3peBBU
AmYM1BM6nCYr5kd+F6eq09vPAoEf4F57+lq86q8Hjjx1KOgibf7YvvnUMDJCASnYnu3ySJeu7DnX
cPkVk5WDvEYcFAHT20p28iSw3G3bJUbmuYW7NDFZuAh0GXmcYOFE9LOGSk+FtidFvRtAe3B/5W4y
x6Nb0NDNDpVWoDnkKeAYtJZ82iX+YAdr6RU8WduiIsFnvI4zEonE/7xvbjZsvjA37eCQ8lb1whCT
B2rZmm73HaSndTPR1ym1FLqDaJxhvzmHly8EbIbxcT7VRFvYrDcvk8mQlUlKrQWOEjRS3mDz/T5X
GuJlJ1YF6wN4rmsOrVEfPnTfw8UH0cyijp2hCEmB2NNu2tjQ3eYicagONjiPnt2ccma9UYptagbD
2iHeA7gSW6rhjU6QeLs/7TdyJRgy2IBYrDHA5cgATHLZShRFcpDXLFgRPzr+nEYvkAbGOSWgcUFr
ujUA1FaGGy8Uz+hOWAeMY+VjzuW1lsB1W1HVX+WOHlcfuQeBSfdHGgbCLkAMf58Gk+M9NhONjdUg
dQHX27WHGwY54kOxG2xxv3/lEFBv4Re6r87EeyVCrAIgHBqVKU/oqHT9fH+K5nbFpfXf/34RYPcu
Mmtl0g92V27qx1YhsfLCMmYnnPxSx+ljFtbkJg8wrgmcK5rHx5wgxn093CRVm6bh5MGGCkyvBLRz
gTHyHaMPH5AMaERvjxL1hn2KeYMXlkj/b0Djv9a5sW8LbXOgY5lYD2TWr72KGex6UxqvnQl6Myti
DBpgdvWmJYuM6/ytM0JW6q/BybU59MnQQfKPtTs0JWYCaANbmjYpUUO9+6zBnaEiGZZAJan5cl0r
Q08pd2AEXcb7RrZa0Sp8A3zMYqdRd4ljdTQ93XhouYCCCFh3wFw+iUTkNGEqBs0rdseRdxV4n48y
XMDbzJqAfsO45iBYmvY/FJUTaEWDAxgT0CwMK83uniP7/haeeyMCtvnXyGRNw8irKxn8QbZEUIqj
oADbxBYuVpnq5mBmu2Qt7cyRAZ7XsaEqC1dAfvY27DbZ++ZSDmJ+f6PpBooC6A9Csut6fyOZ1/Cu
krE2FJHB/u0bfLku2tBgoh/ReZJbM2D+1L6pcIDoL5G1/1bKpkuK+45HfzyYOG40G5U06QJhyFm7
7RjS1a/Q56iBpZWBCtigQwQkkS3xEs5MvQF6VM9RsFDJm3suoHAD2jkwHYwaYJPtXkcDktYe1sIJ
zrX8mmUn2QKftAs6L1N8Es8CKitiydK+tErQlwEfVB8EZuniH6/M6TQA/Q4JUyThbln2cAlksh/J
rM1DaI095s+Fpvvr0tPFQi/6BWzfTGAEXkbkm9D+gUzqtEirqOUgghCdsznQhfs4RwKw4eXCO2jc
w7cj+mtk4iT6PAcBVAMjWml18vPI7hxB6Oj1/lGa9QYXY5k6zBCkLdDOZbB/eoUq2lvVPMfB1vNO
0BmMOqMBkedS+8rs9IHlGeBrhNAoFl2flxTIKiYaPM4WeEN7aNz1/SGJC78/HVIV5k1XsylvC64r
96RkRf/EskrGmy4rRwnx3QF8C0mQDB9cW8RnwBjQVuuOHEF6gKdiR0StgWcCi4avmW2fRUYgOV1E
Wg3vbyOpQ23XCWkJDxZwZUOcClKtZAA0UCKsmicCyZxq8Iy4ZcLvLo7qdw+FyBbUiwM8AlJKAyrE
bdQINBkqDYQMbh8CC1m2XGJxUtNWNMMrAyrGDF7CNMli6cA2CE6MWIjE55RLVFHvAXkpITfoV6mV
9YNnBvIgjbCxnHkFMgP96vcndX6f/F20ac9R2aACHddYNL0qkX9QVrEVIy01QAGOJNZ9Y3MvZmQZ
/7NDpkxGbCv0OdMEnF3sON0Et60erQfTX6l/TJ5Wh+GRJ9VDv1NNqCds6ye0eC0UUm9YAseo4fIL
JkmkmhV7WUJ7u43LRGUMcEk35UESdnlkZMPRZY0uW6mJqkeFyeavaG8E7Q8o3JxT75lh1RiJetSi
JT308TV0cyVcTMv41L6I3LxU4vNUxpUQlQZuHnT2R84LT/LV/emfc+GXYx/P14WZvqyGrM9gxu1J
IOwUz2g0S0CqKS4XjupsuP7bIQW6prGDaTLN2iA3aOLHQktEaqiPtO7Wf27WtRXjRg1IvmN34soj
/CraBKf2M6NRPqacF7Ogo4u+nVmgHf7nOyYzG2ZekrJOzNkopFTHKtO7rbpLBmJQtXi5P7uzASkg
kOP+Qux/g0ljvairQSfK2WxvyJYL7Z8GRQtdO7mvG+erPGQDjc8LSzobo1wanaypM+Rx38spZ3tr
hGUlSeRxiguXlLp6aOwiM6PQuD/QWQeGTlsB1T8V/06CNN71HEmtMg5pL36TJnpdGvwSXc/sibiw
MQk+XDcr44yDDcAe2RNQx2xip3qqkr5fiGtnnQoQunBXeLCB9uL6UGDNEqkE+sdWI8uJPiV5yy5x
54x+72YTotcEDVi4fSB1cG2iSodW6PBetNPUyIHpDEjg7iAcyx6lbu1LC2dvydpk6nrPrSMhhbXC
sTqF8AdnzIOgqfacLaReZu+Ti3GNi3hxn7BDFbp8A0sqSBIRA3vHPDCa5jP4b2W2xkt7VPRGPIxi
LORZrw3xRe96FeIm2/8JXWLKaL7mgreU7UDu8C/+8NLWZFApUmNtUhe8PRxYRBMgPWe4L6FVKDow
00OxyZbSKnMb8NLguJ4XsyjXvqT0GgyGYkOCZCVIr0sNq3Nb4sLENGelDlyTCg5M1FSMjWH3jg72
Z5XTvYUEyOxtdGlo8mLK2q7pJReGpHxYM65KveHZ4YF4/xiwZrn70Inn+px7NemADLx/Lc1GMpfG
x/f7xUSqXeo2UZrwtqdtBkfH4pUJNghJTslIj79gbS4bcGlt4uEcDQIxDY+hloUZVTSN1m52ZMpN
tvPTx4HtaFSZfr0ql+RZZ93MiOkEayhScJBCuh6mWIp5zEclb8ceHcb0jq4quiuCu+jQPUWmlKy7
ygW/lB6hBmCCQnth4KPLnN5mIMsAI+UoHAz+tmv7IG5jnBFsajcVLapzApoQvaOSAcox8NyCP6MU
12BL1I6Qm79vei59jr7Lv6YnR4XhQYpX4cVqS19muJLMYY3jWewYMuiRaTIU0k6gUM2os1ZO4ir1
SLThtzyLxjyeMBZjibuB1kAfWve/a84h/v2sm87iQCrjFtlp1kbhAK1Y0mmJ2Wvu/I6C2KDtGOXo
ptqnLgPyA6ctOLtFatXKPL3NSOdR9wlZ14UAeTbvAOidAs5GPPrRZ3G9vH0qVRHUeRCL6tynoz9U
dIMS0gmcsAveY25QcB4oz2lo2IOi67Whri+i0G05zgb0pA2blaOleseXRtuEelGge6Q6RtlSg8Uc
3mGkEZXAtQKnDtGda6uZo7BNn6l4fa9iMniAmxvlUXp2SHw0wvM23S7F9nP1CbTigPoMERM0UaY1
n0YQmqEPNc4OybbY7VsrUkhuUldfahOcvRlQjwRtFx6zwEVNbgYwv4UQuHM42+/fW+YPo6xb91su
1xAKscCQxns6yxoFtELegnabcwvp4Nn1vLA+mVlGRK+yk47W5W2dWuJH7r6E6rpwDxLSwks043Mv
DDTNIy8EVD3Sv+IkbusgrqbIvc/bvRUOlO8zqpF8eBXQoObUpAyRKDKKfRKu4q8yN85iZKTImKHr
XFpDW7JzfxIXSI/h7f5VMHM5ArPzqyjCg+hi2oFeDqAYSlWutzW84ofcN7Voqe46d0KvbEz8XN3H
IAROYIMpRbNlYhNSmju5tNt61RX7wN13jO4VKs3S1kzzA1f8n79gcnSToufrIUThO+0Nv2ysYsBL
vRQNgK8Jx2wrx902uUBSwNjLtjNFLV7n5QJIanamgcsftdrAHTMtPkDPpQRtLtvbvdC8d45CmSBY
WMwbsmzEnSpSsP+xMYk7VSXNlHzATPdWbwU7b+2tS+P94BL8sSrSPSK7tBYPMnnbnGuylAKeKyfB
PBoqgF74PdfXd1VQS1wXdaiwv+7fP110GzM0tqpVSC1U9m34XTT5livPOqkLV/OMQ7s0PG0c6SsA
NWQNwIJ6sEoZHfofbfIayQsvryUrk2BRTYe0bQrsoir2YwrtwGMZo+00QM6NrRnz/sH8XyYTkFH0
FkGKdpp6ggD7/0xmTSt9vz8kZmn5xkAeCWbzTSX1OjfPp+9sIVya26Z4+AGWNJKcQKRgsoYdK4H/
EkU5Tt6E7iMP/p77A/u96CbxGN5E/7EwDe45oYOEhQgL6PrrqbqXrQZYvsMTNmdEgmdtr+07WpEv
aKVi3/oEGGejW3v0CXWVPy+E2YAOgHIU6XXKCASSTve/7zfre+/7JsvMRJXkJj6+D2g75BeR9YvM
wEytdO8cnXVMLePBhlixWVixGRnI39KWMGZCEXTc/5I5T3w1U5OLM1ZbDbiHYbABOBSp4JN3yPru
h4d+icttdrNdrsnkgpQVKOHlGgrBIz1AOU46hqyuPb0hQOW8uShSnhElttvEWurV+A0G7833uCMv
nkEhbhP0FP3afn8aYDsHztJbo3ccf8Oid+T4VZuZ0ZBq9Wf3kpGCnJHqpdHe1cvtIkxo1l2N/EWj
wBZqlFOEqSiWguB4Q4+5KJ7ScJWeVL0FFa5wjjlO982kVknYU2W9sNpjADCdh0u7k2gokdHOXkWw
y1vghn8t/zgaobG5Wjjgc89OdFL9Hd8k7mn8VmjdEHZCUpnsRpcGQu2WfC8MZ+62HBlggHsHVxJU
GK+XtXEgF5bLLQsz0tfh8JRba5ewgT48pwn8wMp5WHhtzR6XS4uTgQ0uCj1cC4t5dkykCmg92kZI
J64lvdl5e01CC9mC45mdTER0wKODEQ7auROPCwIfORc7YCH3zdjx/O6HlrvWZPBe0UXWubkNcmlr
8tLxkRdWQUKDZ1tN9q+tqo80u3vdkBrj/tr91lCmWxECnygp4hSAHWlyHUCmxdHylgPImlVpbeXK
TsMp5Dbx2iKPLhmIWZr0J9mrLoms01Z4ehYfntHVXeIqXFrVOYeE/ioVDaHookA68nofBeUwJJyI
Ue+DV/ekUG4Dyp2RLuQHh39h095wP48B1KWxyd3fKpHTusW4nNvB/Hw332urtdSNia37+KjRhkTb
49Mf48X4yClYtzo7oqvI0HT3vPzenENhqxj4yDUBTmFpCpJoOzWMNAa1gKoRk20PXtUCvVlY80E2
SkDrQR9Ze7o2dOmBZVw4K6dXtmEip8++nLBrCaU5K2DR7NekUIhUhgwaxIOoHEr8g64XV1u4wWa9
CChBgekA3STilsmRZwYfPa6MM+YVdMdSWCK21GH1YKXDN2rrU/r5w+irrbSuwZu0BHcZT9p0z0Ll
BKzdY/x7g7bOk0z12hQZ+HIwBu5T4J56xvRIJv23NHDjHrk0NG7YC3+lBrGAJj8YahT7Xawz6jen
DBOaLdECzobzl5Ym8xnIaBpuU6RRlITor1vEI9BTgZD9mweFdgM5FQltCUd1m1GGId+r5/u3wFzq
QdXGlvqxbnK7nHHRaG4Uwzx0Zmmk7CXhjxiEkNP0qcj8OExBWYaKTY6KIymzDecaoTg83f+I2T2F
/ADIZlG2Bnp2cqlXkLiG9lrF2YlrhduBaB8vpWlVLjlahuG+PWw2J+UNtw4a2e5b5mYcGFjMNJTG
0JagYk9N1jlmBGUogB4Efw3ZI+3SGkOP+S6QYDoJx5oshHtzy42eVdCpo7MPPAa/cIKLjdWFaiT6
43xvBY9AD/6l+EnQ5JGRB4JSSEI1Pd8mVFg/r1b3hzqOZHJ0NCTp8NBA2QINcpPrPu9w/wgFz9pJ
a2rJe+5+Ve0uYkkNgL0Q6A2/VB8ZN+49g5MjJPHJKAcpsHbwxaV7hSt0WV1C+83cB3hoo0UbLXGi
fMN/G/MsI6c5bMTNHkziAygv9aQ63J+5OdDRlZXJ9hTltMw8H1YGaIRvDv4pXLGGQLgvXnPB5Smv
4BNXcfvMZsbCdpk7nmMmASk6tFqDUWriq3zZE32twW2rJj5x1bPG7dLYiEMDyJK8qyFbDsbIPwqa
OhkalXb6+V8PHZcDWBPGBhdEk1OFDT8TOSiMVTzAo/xJ+RqhGKFhcSAcfnV8sgIKoTQcYzjeNzsD
iLg2O7kUB9FjEjWF2aQ4yb2r8wlQdXvNVKGGAOUSH4pTiqnp+ITY+5AeWeQ5JF3cNc9aqOfFQnRy
e0fgYyAXD7IFMKuAwO36jmjctkSfec8j/Fv7xNsuFW3G///6oFz//uSgIIUutFE9YLBMRWRlLULt
HqlFKg3bpDiLEHhiy70W6Hm/Tod91SztsduDem1/MtlIQnRNPI6P70n60h1L6ckJdSd+DJ2P4SOU
D0pLle8UXIIAsN5f6JnQ+tr25GhlSo8mZ6gq21FEUbNqygwMDMfuJS9XBYDShlgulRLGAPpmtkei
cVQuAGKcdk/VfNVDShO5diGswF1WQRVSIUodoYNSaWXxHDo8e65LkMnnzTBItE08SSBREcoyEXMW
2MImloTe7HLV3w5xmGWkh7LHZzi0/UfKxsM31DzzJX6A24sO83Tx1ZNnwdD7ETqPgRAqRLD5lfJK
AHA79LZSV9JAjYz7yzKzI9C1MAJ3R7An2IyudzzHVZmaolvK9qUXMV+rwVNcm/dN3LojaK6CxgrY
ZVmC351s+jpSWyHpmxEDMwqMRrTPyzXjhbqSPQuRDlo5mqZLKZDxRydrP2rRjEoC0sgCP5lFRavB
RgGOYXsIi8Dy4uija7wlvteZmAJJNR41FR69zCp4zK9nL2nF2HV8j7flEvj+aFNCvkfc1x4PlKxj
Nk0ekLIYdLU2/fi1iKw6PsVJTqTgawlbNVN8wadAk1GAC4EC7ZS/H7KAtRw2MW87++wpp7kuGWt/
k21L3VDJYCQiEZ7ur+tMtR0mR8g32pbgNKYpAcZT+5qVUKrrTykpkRuOqahzDx19CHXpH+I3ZKFH
vkuwA4ICc8pFi0eTovhtBBBBBE8EGGP2zX7wNKYg0eCI45H6FTST2WP7ssSyMvNyQzUSMwvEEY/G
wenc+r3MOGCLEWwvJahjQQhn5ayrrfJQIXm7rYzNn3wN3L2Np+PCG2zmCru0/Os9L2JI9GXGkctn
gs01IWUyi20hEQ3opjFE0EpauAuWxslPQhCGH9oUpAOCzf5kev4g6Gt3E1O0gzqHwgAhO3WQQKws
iKPlS/W02aN0Mce/D4eLkVbqIMZOCNvZsatIbSW6uxXQdEdZz6BMS+ot5pfGL/+Q8rla3Gm0XCGC
r0MFhqFqHn6INDpI3U6i7BMCjChYCDDmvCDySlCoRsoO3WLK5BWSVEiuqVoHhEq37Rrw9ZBvVzIz
TQc4uvU+hnIJEjN3wV8YnIpy8QOnDV7TwO0Cwd+Tjic84tgdetylTbv7cF42kHRZL73el6xOdhIS
3V2Vd7DaxTs2oWVt1fI/jQy8EaP6hiYhl3R9+TItX1dhIABvwz9XjLgWOFBFcwGReDsXCNirYlZ9
55Kf0jEj3uSDFeOsQK52/xKccW7g9ByhpvCi4JCfrGfkhWnG+olgt7RbR5/12jUxn0uxE3/rzS6t
TBcRevARGhBhRdzHRHzv9Nri3vPXdI0y/lICf+bdCn+Ph+vY5w6i6ukTva/gZiL5d0h6vBIrhOS0
e1Sfvtov9cvmicYRecvvhwM6fj1TyIj4mCy99mbuvatvmDjWrhwkiP3iG0L032jU94/CxklJ++ml
Cws48+66Hu5kG/kRGyj1ONzDQORvy7XICxE2P5DGWpVLxaiZYwGGQYCmxqkd07GTLVv0TtCNtvaS
8b24S+Z/HW84yFoCqPgLWbi4QmtedlNNSAW7MJMnnprx6tG3SjAwG+kbtol+f+dzM48ZDOavufFz
LswVoaICiDuuEQFf4g94UIPRHbKHeneuV03wT4cAUgUKUvNQh5tWUMGRnEP2uxZsJw5Iu2kEg1f3
wad/AocLEY9N8cgOuzJJl8Y5uxehQoy+ShDjgG32epx1gGRaC754W3/lN1AtQKfhg0c6uz0jcXRa
wuvMgMzGHBW8gAglcEQ6Y2R7Ma2VGta9V2UAlsRGxuqhRsENrEdshCZGiABGqp44EeZgl2U+abOU
eMKJUxCAea3R9DYXbb1hE6U8LSFuCBBItgt5XfHOLQeNQiq/Cx6elzrbfEeoo0TWwqaYmyyQdyI+
Q5kbWe7JZHkZUNOtVPP2sz7wpFmtQ9qsWFyOeOGB3jJ55Ld6qSBfDEad+6ZnmvcwcRemJwc5aHMp
jF34nP7En1Ds0yvdOTW6RiSfCC9sYRhvyL1R8CC/vVkPzX6VLHa2z4XE40MANN1QaeLxNLhevM5F
V5fGw70LIOolbkodEONSNISe2n94y1+Zmsy07PjACQ8w9azrr+IGuiUhQ7j9KBqyWokLaBdhdl2R
VQTvFYi55elbGtk3xS1CuFbptfxgn5VtpzdPwkNoPCnU2nHgkPGIdyrs81mw7YIQ4yVZ7QjyueeT
ay6cyJksDQi2/n7LZKGVDnJIAqMCjo1OU3AymZKI5RaXMhZzQ4Yk4yhUjyVFp/H1WjZSroS9Ogh2
JT0G0GZILNfoEBqCRC+07+/ducgbRKh/bU0cQ89AmLVPWVzdOppjtLNIh0/fZoze3CUfKtlsVhn9
oQtW53JvV1bHsOPiqmlQ7SiDlhfssQTQE27nbORN80Rk/WjsdgUI+z+GgXoriS5xzM+5KhDaICsg
g4sFkNpryyAYTYY6lPHSUGnTuKQ9B+3b/Tmd2yXCb+8qaPXAGj91T4PP+XyJwUU9QLlaQYR6F8Qb
byGin+kpG58tYNNAXnrMMk12I1+5qhIzGEqLdrL+2X1B7/CxBCNDsyIk3n1hg+JJ/NWQP4zxKZTE
6y3ue2Goc9N5+Q2TKLSURM+FKKNgp1LKoK0pLCPJSoRBe9FyL7crCF8+uRCw+yM7mlzrae2gXVxk
PGXfuQN6AbW8qWKjavuEQ4dI3oOpO0SIQeQsZD/5WAQwJ21QVII0LVNCg81lPBz3wEnQeMsFEfJU
rpR8RbIYR6bsxIpRMPXngJaTh96rs4a0xVC/AY9frweuq3M91hjJVvhSfkohf3zk06JByqLis5wm
PcicoGouC65RAtHk4u9e/xakSoFcKZdlK0aMEZhVigbAuReo+1ASolUWKcPKy2T3m5dQ86W1KKU0
SqoEcilxU23UhGfW0FpWoJfDZUpDMz6qE/TLR2xrJAX6MAm4BACdBq3eBxu1BUvktq0dik7d8DPG
VEGRl+XY/5rMUAN5yN+lA9Hf9Ulo/QadnQq2T/CUqwA5S2etB99aSpi1t3UMzTXdRc70MYSYJMeu
bE5vG1Uu+wQlV9vbydQ7HwLdPYFREsQQkRFZ0sJBnKn5YYioIKODGqf9pmMALamJFiQOdqfh7fTG
3O/DVQ5gUkpepQMo0D7SjIq5Di5PyqSWvuAtZgN8aMqhMw5RFfg7JodDEn2nl7tYtMVGb5jTkJ7C
Z4iGNgVh19hTigDGonJfdw/9EjZu/OWbef5reepB3JSPs0HyRVt75UdJHqGw+HSXNlbZHBfCgdkb
ALEFJChxp0KT5HoboSc0LtwuEfHgftX6fd0ANLBQvZi/6S5sjNvqwl3EWc/7EgsbhbkfNYtAGuTp
j38c0901lBib1flnpayf1cX37+zgAJkURxEqvJ0mVzkjDEzPuYNob32YuX93jmHSzRpd/PYkYquR
OlaE8bd729jYHgCA939/NiQc8Z7//+MncZoidYGsZTCgBivH8gAsfE0blPRElPOUjAzCKa1loqW7
tloI2n6jzXtjm7imXImxAXOYTo39/v1gAq0FZQbgfUA3uNvl64eHDU/0sxIQV19yi3PR0+WwJ6eu
c4MscD1WHNsO9v3PO94jRDTQILR+jLZW9vPyFj89bGwgSE4r5BD+6dD/nfUpKpXhMlZoAwy9eeV2
ENcSXhz9UaH94VwB/WgFC7to9pLBgw1xP56nANlPprob0hJCpbhSQ6Ad9z2NJb0y+qcNiHa+nSVC
x7m5vTQ2mVutawN36CWkEUQj3Cg0elxxbwvbdvQB072DLYsbBXqgyO1PzkXShG7l1JGIVIWZbVmT
rk7fq3rpzTaXQ8CTHvkKiQPNCDuNQHEuVEnBDekX1PkxP3MCXZqUfGrbw/qtMbxHtdAfqBASu7FD
/Xx/jHMRIoB+6GiCnKaGL7i+zyKljoW84UU7kD/z/qNPn2Lmo+eN+1ZmALGI6y/MTMbICEISyaWA
2+t1vDU9aI8GQEzl5PNpVHVbAyhNdsxJJe2OVlQOwV7pmz102zQd5F01Kg73P2h29wAbAtQoB0TF
1B9mHp+zfK+INvvOHKLWkut1yuvooJCP/2JIHkn+8WzE8l7Pr8LnnJaqnmRXYKA2hU/WWSWJ0YSr
TPu5b0mY3Ueoe0myBgYVSApfm2Jcl8kg8S7hpisNhTDnwYRcSbR+35vQtDyjafePOyanIsKdoh8j
IeETuDTjI7qSfR3cfvb975mrZqDeDCKkURwMSJzxey9cpRMzGud62Fr6vqX7YpcSlPVp8RJt4520
8WRa06UTy895skubE/esQkCBqSLYRKCB7Af4t0ZG3e5sYpsR64vsjCqnxmrkYD3pzwsDnlsADYKt
I/cKWIvVyXVRVuLIdID7ljlnkWYK0avqPQrgCeoSA8RnQZdBLRbqQScGu3spCT/rYy+tT3ys6DdD
Kqr9OPS9Xhy1F4VF6y9RA/oD+rvVwljHzTS9GhEVyCNOGPnxaYZuUJ2OY3xZtGO0w1Tr3HILmnhQ
TAcTOQfO9i7QK+/rvtFZX35pdBID1X6flBnCW8Tsz6/OHlAusj+UZP2nPR6PL+luJ9AHulrR56Xr
YmZbgTMA+ADE7yBam6oNh3ngBHIZSzb/A5KSFmleHWQ1HWPdH+D4/ZNJvTIzOTGp6EZh1WW4LKQh
syDqhTllIEXfO6hA3Dc1l20BtBuRLHgEwa47fbK7cphJQ5NLNnKRZKRMfbSOFi2IR87Asy4cjfHY
XQ0Mzg3WcC5+Nbx+Ye4XV0E4sHkbSW5rJ2rk6l6NgdWtVy94mVtS6dGMwgJQjuo/LvbJAWyRiZcK
V23s7hA+QDlvFe+RFv8Dvi7Lp9L+pTJEvdS15rQwPO3mNEwMT86eBI25BIw2re3KD06xZc7VWojX
vmcC1dpUHwr/HfcUQrw7NN2kZuiZn9pHJBoxnufaG1+WpNLjx1z397nd1+vQfwE/RcRTSIxYhUPK
Bt0ZpV4ibDbcp/SQRrTZaTYXvKgx9fTYJUV06DJLymnpgw9slZ3l/FhwFSnQoMaQYJV85OBAKTXT
5fHOFVcZ2nw3PkCgwS7mdAgVxDREjZIkQPhJqtEKgKPwFQkfurF7f59LMUFjEIrtFfMCNhPkBUTD
24ufQbnY2j46xJutcrGGkyBSc3wUo1WlsSU09D+XORUq8CHvOLD54WOUk8QYpWeoj/ePw0088LuA
qElxKIRDIGrqN0Kvb5RxATnTOyjIVTkuWeKyW7Ixub2aFMX9IoONrWih+y3b8ktnen4b/h3FZP93
XdaruYtjBrZ6PTlUgCo8h9giBJJ0H/cn7BZrM5mxyZaHxmsiNdxoi6BZUEpXQmRIpweHQH2D5ma7
5ehZixfaFWenEBAYvIERvIE0H5vn4h6JezkvKzaE0aqszdqJItJzYWek7bqIgTjqqu458dglxqpb
SOw4WBQz0OuMawxYqoldKOwpSYOlC4J3dkC/GjQ1wofEh146ik4sga4Y6Sz52+d32R/2UKg6dAWI
WB/vT/pNLmXyGZM5B26yT9gkaMdqf2IyKIMXGLJj+Kjn5IdYEcz79n6rpTeH8WLck8MYSOkgdhXm
W8xNSEZJGiQD/GBdiHr1lUpEgXoZGMt9l8pH1Tfidais0i/uT9PqHp7YBvvNAUWYvtz/qsXVmDz9
Ss+vU8WPxq2XRquwfpQ46n262ZNG45SI6/q19XchpiQhpayHzNbvF66L2zobVkIBOwNCPSh3oLh6
vSESPi7rOJNau5S3vowc8TE5agKtUly5b5KTkG4lJSRa5xLEFdAyEhDtkfNfOsGEfl+E5k80v0jI
5bYEelhCu5fFtbSIs5m7Skc/ODJYIgifZv97VMdEPpHxkQWRN0GHBZRPibiWoe/dWZG/CaX3UjtK
wnlhgebcPSgQRqYMQWHx8rmeHQGvypKRqw7yHTvOfyyHjg4d+Kdz/xgI753MgtJnU/Am5wQGA41I
WXsv6gXk6/QpgCZHCBSMsnEcHl943k72bsg4SinVaLJ6Fa1X7BA1IOobHpZWasWWX1Mg1fpVaKIN
ZO88Almly/sEUBLp98/9CRmvh4tjdPMpk/lgACkDmn9gbRawdgHCgyH7ADC3Ey+MefoGmBriJvej
AAqGBuJ/rF2A4dDnvjvnqOYZAbedIRWSWcU03gp1BbKc975OFm6Lye10Y3ySSnD9oRHTkmXtKn1K
P5z4PLAbv1n5nM5VpswsJNcmruDG2rj5L1wBxzJqxfRY3hDFHPnJb1vo5tR6XBzicKm3Y3FeJ8fd
iTS2SyW0YSZr1nBLM2dXSU07EO4EaOsWkpVkdIv0Gr+rNd02wFuAWIGTwZXy++C/HKJf9MrAYzVR
Dm1UC/osZgA+bchFAH3JfS4x3MyOcqQ0wlUB5R3APK+ntA5YsKICim8HoiFFVIJi/VoTVnl/RBDp
RT+lZhXwuJzzdf94TOP237WEe2WRNgQbDfC714aHMFcgyYn2M6H2nGe57lur41FRSxOXJ0Ls9e+9
38TPjCoEa45V+lXM9GjDi9I3CNT9hFzcWqUipqcIWLjDkPLALbHSR9YH6er+l84dZBTC0ckk8LKo
TbHOXcx6aeTgQ/3SrOENvf9H2nX2Rq4c21/UAHP4yjSBo7zSavWF2KAl2cxkM/76d6hre2daxDT2
PsM2DFxYNV2srq5w6pS8qzzVKt3rYvhy2YdC1kgDCBJjxUpx4egwRN2IdgYIQVsPfSKX3oOl8754
MHz6a9wx8NwTX/dPZpAe9N3oFQcpaNAqA7npQ+bZB2wtQLyeBkQUYHIF0U+/i7eQSlYiVcXvMpV3
o8j3Q8C61J9Q1onjN3NEGqOWri6QyikdLDrAN+qqgeIk6LbQyOasQ7HLbphMetLoE5M8VX2j6ZE+
X1c557w4IchTL4XANo2kJhY92fF30t6oa/8R2p7eEeLuiYp0bBKiubln8h+Z6AZiKgz1X7SeL2Wu
reN2VCN66qcvo35P1Naz29ZB+hOoYHMBDHvCOjez9vVKNd2EucDN+7VVguAM7eXr599UMtKuNf3B
6BOPY48IlTPW4bekYJ5lS3oDEj53ipibWSLqms1jn4laf8qZW6vnsc9A80tPVEp2nYSFp7K8u36a
VXNnnvMfzWLQW8Lwgwz2cO5xmG2kWcaUZCe1u1ESyzOKwmkMULqm2I9gvPwLYTaGyiW4aOx0Xc97
dh7b6gfCaghru+RlMo5MawMS9zuSYVFKL0LkrFfs09GQAmGcBP4Su5gupSEeHVhmQxopHiIzQ/f+
mKPMe/1Im58IcT/gWxaOxS++bse6y9CSyE4FI286Ned7ySwSwaDhlsnhS2HKzsTuXUzDX54kSVKA
1dQahQcACmlxgzEL5gwx5gvKXiBqS2mYW8AM6pq9YYbhUlRnL1FNaZudtKMcueWbKCXZsrfzv8/F
mqNe1ATYu+xkyp60qLsyT7ATcT7WUuWPuWiuZ/s0AHxbBvpsqFlcngZE2YMOxg56miQDax8X5BCY
4y+F2x1Wn8ebGl67/8nhTK2U5phkskZPeX7KKqB2JOaa3dcmBvUn1pzKFrLP+r3LRI5x0zDWEcx1
KGttZVyeb8jzomYJfFE5HDug1ZPma1L8yhfRVuQtK0dz779y+Gi5HUgFXhw4orK4a9M7lJWu36LN
7wRoF/CrgM/pHw2SM8dgZbEZdSnNTo18U2etb+fHxBa9yZumdyaEM+0hqTKQkuCqZqUXZb8SO3/C
ksbO6clxZJIgweDhDx+Odd0c9t8jcYYeFSUAQfPq6+agJKWT6FjaG6OPU3c7o1JO82Ld5dKTkS9u
PD4kTHO7rjnUtr8kipfGb0X7UPQH0wKKye3yRywm6iUTLF6N/nhd91vvuQl8tI7tleu8EqeWtJQj
o8No/6nMXZu8KQYCJvaLYCMLIYdOfY6zh+sCNz/2mUBOM9bYaanRZ/BmbeQxu/YotnOWou0Im1/7
TAp3NcwEDPqpBCmsfy/jEhuG9pL9RadeXosqsZu3Y93lpGHZD5ZvcEG5mswpmWa458GMftrZfuim
n/9GZX8kcA8nRQuJWQ22pADB7ddtQT01ql3K9FRwETcdCjLsdUZRA2nq+u3OLmJSdFbaKSw72fQt
oqmLzWxj1LtUcDv4wtQ/t+NMDveiSVU6xjrBM1Pkx2nAjNoQTmlojc2ubgd/zpGy/EgwvAfQ3TyF
9ljfmDR+YHW3B+LPmapOoOBNazn7PdwlaBtdkZkBBWNnbEL3o24+VaQDgLHfxSz9y8GO/5we9R4F
cAILYe2llrGeOTLIUOHK2RhYb47tAKSNiPN3vUaf3iSwhGNpLiDYeJsuhZRqbY/LtGQn3Rxfm0R7
UJGKVfRkVF7fGAE1UyaIhfi0+ONcFjaro9qHw2n8HtwlA6+FMUBkbKnuSPZDcYyaV2L2rt6ERlV5
mta7Fmjfe9cwv12/IluWizDMQqkRvHWfcp9qtOeC5CVkk3uyDAe7Yv6U924p9YJ6ynVJnxIgQyMd
aSV8PXlpjklJAqt9GG39HpmL8/85E5ZXXX5Ca6YMuS8k2TkLVXu+y2N2Qwos9k6zSfDxtrzyH/2h
LX8py86yIk1Inp3SBTQz5K217qfy+784j7pOeqDYuhKdcDJkM6mKAreMjTtNS8K4u8mqxs2Xzrsu
iC9p/mOJZ5LUS0l6S0gsKQPu82xhhmMCfNT07cgjbeHJnfErHmfslWl3dlHczxRzwWb5YObVfUIX
X16kffe96/NntOiDOJaBdTexo/JbMi77WepsMNSDkpCwxQFlL1JASRTWbV8kTE+sYCMAQng41ViC
eqdP8fPLEZsCQTPQp7t2/ilbiWsBXk+ysNe1W72wwiRmjiSrAv+8aeLAo6Byj4DsMxdC1dejopm4
TJiy3QGlYByweUV9URe5uW1JLaIJ3zS+lbgJWSEY/3juKHTEJ4q1aTC+vMPqcqk3AlYWDE6xUfbX
TYOvFf5jGpa6tqgMZG0mZ4SDMasqJZBVRfcDhqQX0wJXfl4/mYZ5lCzsJ41b34iGQC06QVdqK1BA
Qex/ojmrZAkgC3MjZ6ccUCfX1AfTxdSraHf1pjIxkGlgMRRK+nxApywJRaynw/HXzXqTe3YjCRfa
bVkIKgaof2LdOfoX6z8/CxSWSEI8UkUIb0t2WMzykGQtGkx956AlKehlbqkNE/wyWBMksCd81ADP
ZFWZ2jVmSZDIK9mTOVmuUnWiecEtpZ3LWP/5mQyFkdJIxvU8ceem0w3DijBhTLqptDW0ssCfgZEv
TogFKvxCz214JTYFefxW18RFiy6gVPRybKrsTBL3eWYbn0KPLEhSf1tl6UjD7+vXaFNfZwK4gKlu
tChLYugrlXYoxzlZKrnCEEakLy5T6BMUu8HxgPeC3KigcrRakDkFiiTqx2weBrV8TByAQhljIpcf
Xx8rxqQah7Hbh6rInRZLkunLdYVtfpEzGVw4FsVWNucJjLgkz0OXunAG/yJaAJpHBxElmDeRe16e
YuhY3lpFlp+arPLbDvsG1YcmY35siLIEHtKw+lDkOgBsowoKtBefr2O6PG5Ku4eL6dLRURIEdIRk
o4e9YTY6/UqchUMcAVWXtwTrqNirOkc3fU7bUB+y1KskUvimjk0bFjH+3jAvfhpnmCaZJjp3yPKl
oXXH6chywxktQQq7rYB1fnSt+knwf5e6JvFQ9FNP6EmSY6yy1fY0fh6J06ggvo5e2tkxpiMxByxv
A0OggfpCSEfJSRTRNvYNy9XQiMIKJws7GxAqXP6O1JQHyaxQZTBbEjDi25niqtXzddMVCeFezLmM
LY0OEDKjtJWqYFHH2i9mSoKXeeO2AzMIuAcWJ65j29yXy5MJgCajgJunpteDJCCZPAJTVguR1rYk
ARWDRgn4TQGD475eVOhdaxBIwu/wG5IAZ1cHshnqYFW8rrr1N3NJGJpfIHrAxg0gqHnPEgNswAhD
Po2KeOopTDsCHbPu1Ou+oXJUuUNax/51kVtf61wk5wbs2iiYLqMaMVdgmYnmx1wDko3K3nUxmzrE
Bl8MLwNdhDmGS8vLWjkuQTaPrzUqI6bhkn7fDPukv9P1XPv73GRFkMDRrHxrqE5cyormEWAtCv8M
kne2z/Uvop7WhnNe4e2Ag4MJcZ0wuBQgl0Pe6yzOT3kCyvMSK9PcyW5F+fHGl7mQwhm4lNeNJJdp
jpgpwDYAB/QELpsqQXq6KWUdKVeQO4BKkjuL3rSNLC80P0UyyorLY9PeWKwRRLLri8jZNdgc/gjh
joKWc1pYcYG3pjLBjDlmT9LY6l5CmQVOqyoH/LG3PLpQQQa5fTjUutFZBvGexkXQNOn7ZbBRZZfk
KfWkpvMrNo6eKcLEbFg3zvdHDuchcmLHqTFAiWVN93b5kqBla1eTaw4Cp7fhICAIGzLg+nSwp3C3
dWwbbUnbNj9hmfM+KhichHar5Mp+ILLszFlyuH5tNxWIVR/YeaSgUqJx8lS7bxMTc6wnVigBEmOP
9L+73BSYx1Z9T8dW1RX2LqEmyu/lyetkwdYnHGucYjhxGRO4ee6bmXSTyJkz99HtaP0YqfmKsSGX
LZhxGIKM5hi0sGWfdDVoLUUn3/ykZz+JO7luJ3qE+kl+mlp/QEqUlfv1HRv6VJCubH7SP4L0tVl0
lkrI1WDN89DlpyF6niJtL3cjyl2VW05B0YtwFlulAtCbrCvFkaojteCue6J0DKqt81M1E/bSFzk9
gLwbY0OYP3dJUZQPVm31j6UagwaVZtQDDuy7Nmr0oRlK+/VfWBdGWLHyHpO7+EmXRzcKOa/oAutS
dOULkUBoV5uSV2ax4PHhJ2bWABTJoIlV1/hfeBO4j2ktCltsAh1HC/bkoBjWw/HoZeto9UOrRIFE
u12k9btBU0FCvdOy3wWawNlTlj9MicDYt67U2W/hobbqMmT5pMCwaIesDrCEZKr8qhCEnFtWdS6F
i/TAKaVUc4nvLGVfCbCbGlbW71Qd7MfXPyE/m8irlifOqaYiQW2+QSPT6VuXtbv3unNnoIuAIH7C
CGofeb9FGOmtu3l+OM6ta2pXdKoFdyHVKhYWN7uCdm5TPKPBKTreGpfwLxfgDisoAG4XnI6XJsow
XhsTCV9raB5MjAq4q0NadGyDOyidl5AnYvqZ7NLhSaDX9dpfE8wFTLWKrWsyKAlP2RQFZDiOvb+A
KGHCgsiPhiA4jJyhyQU3ZdM4z47Labbu2zxOrB7ugRoOGTonijJxPrQpRUdZF5U6gOL4tcxxV8zd
sMBm8qXy4s5y7PGZiDhsNm8AGt0rhxvSTp48beha0hrgqjj18luC4fgMmc7KWISF87mIUexjzob/
WuuUJ0IMrOxCV+/STIBpKwiI94uTpfU+U+QDUDL7eAmY8WRLh2gc/Ljx9eaNisaNtlQJKCNyOQUA
P6AwLgWniN9jM+2KU1TfjjFabyNg0CIhW6pcJWACUl8BJZwQvZULozMxdNCaxq9+lL509RBMhfKl
Bn5rSkUh6adoEY76g8sB+BjwqfMrZecJlWZC4yk0gZVMscYasyOIfzs5jFVtF3eTwOi35OFoeGQA
CUSpjXuGrILldBqnMVR6u/oJFo/WxWuCcSr09oKh1L+jfWXtK2yXcAWXfPUeF2aDk5qgdpXAmY66
OV8WlRojmlppHEPWG/S+0JPsccqMr6m22Psyy+4ktfnVM0k5YQ4Ca0nA+QjcaKkInNynz4tfAd8G
Fo31uiCnvrShsezmnpFkCose1IbyW1nqTm43Oxuj2Wj0Xz/zJ9+N/BnAJ/AZYmwZjTdO2e2gZ3Wc
mfi40606YDeSpt8AELNPS0OQ2Xx+9fE4ycAqAKaGpPNTnS4v4ySbTYhioLAab4hruulz/JzdaPf0
lhxb0Jx3P0QTDBvng1BUbFFjQYX40/NOlqloTWsKZ+D95rFybSvzFYLJ/USEUNkSBaPRAPBdLz+f
585LZ/VVweZwygbHbo45JklqGWsBX65/svWTcFaqY9pBXbfRoYb1MaR3FqGaRWXIM+3nUKFf4+aV
irAXn70nPhRwiyh5oKYKGhfOe9porRVqZs1h1QJba75QGasL6sylVXmy8tJLwBxEatNdlNfRsHZ/
fzob/0IAigoPkvpL61elfsmr1J5CJPuKy+ICcNC8mQR3bONbYZ8tCoAodqImwYe6bJLTNmMAJ3SS
7htMemhT6abqWuq0f8tvCU1iQ+3as4FpgCqOX8qpKEu5NF0MdRo1NsMPBrZu1CP48UAZ8yM1U+lU
4XPsEURJ/nVdfnqNVslItj/gczYwQpe6TBYznecC7LN1PgDDzVZzbAxBt3FTiIkukgRUqIZ7fSlE
Ukkl50oyh1KGEc5GdyFEUb5fP8nm98IeYmTbeIyw3PxSyCwzSc0wFx32+XuWMUdGcmKPwj1NG64X
RTF03TDUDmfIV5IqJdbavpHmMDd+miTQ0RXL86Nmg3Z6EMFIVkPmrjGu1ppmadi3C6zZ5ZF0lbAo
ZekSorGwK+r4y7AUx1n9jekEV1FcuX3ujenhuhq3vhV4ClY+UvDYgnfyUuY0lqTBT4ELNqgTaQ8Y
U/ZQKxFcri0twt2aGBwDKyQIBC+l2MAcJVVqzmENgExG/LpT3/O5vu1rMwQ/lH/9TBvucG0rSli3
hNW+uGyX0ipJa9usXbBVIe3bd6vI+8EBLk80ObtlgWAkAu86vDu+Gpd5dFNuVFTT5zBNOs2rDRs+
AxMed0MGb1/JTBFQHm9EQWhnKTb+gw4BWgSXx1KZNtqRqS6hXBZ7qcZeGfITNFatmQVdswSdLtoN
v2GPiAXWqpy0zuJIqwLOnpWO9raZaYkULjrzExk08hkgVOqL0e0KDPJpHrpTgoBrQ6cQiekP8J5j
WSbPoMl62pGCQmTSJAGzC59MTtm8q41AlxsGaWIpsoFmD5hnsJng8mjzYqKIZfRSGHVy7UQz1d6q
ykyC2kisHcm1/E5aomZ33S43PuDaBgFsWVMtlKY5u5wNPe1KU1nCdHqwMMUb5WEm69j0pSNtTEAx
ub8ub0uZ5/I4g6mRg2tgUV5CUKAW/hL5bEdFidWWIs9lcJHBPOdWG1XaEg76wcwfRjb6trIz8pua
idhlN1wVUBBrfwfIbDCBca6qBN1sWc3FHAJHtSMdUMXF4LdjJODN2tAaUih4wxX2Bmmc1tjUsHLW
6jmcJ9CJp1H7MEk+7YeQ1aLe5pYo8EaCXwk4XQTcnBUWWdamZVHiDQM/HMuewW0oOXqneJYeC6L6
LeWdi1p/ytldrsxZUXsZonL9Uc5WWsRjtDxet7cNWwBeD204MKOsAEVOho70TWJ0mkMDs+Gydqf9
7AfgIUynFtULNzw8XDsaBnAU4JvROKsrcIJEz+B6o1p1CBCmyvJ+/SyfYUVIGRGcYeHUx7Qzf1kJ
SxR50mQcJq4fqvQ+ivcW+1KDNHBM/aFJnNQ8ZtKX61K3vhKGouD7YHdwuNw7CZtcwGOk4EnRCTig
0mWPmTMwCcf9w78QpKFNge9lYckzd5eoStV4NHE6mEMcNR5tkcnb1L8uZVuJoL/6SF4hhxNjGWOL
7Rn4TnVFvZn8xqKhMUjvSrc/DOR2FqFk1j/HBVBouSC+hWWsrzInjsUoyJkkX0IgHLxYAli1cEhm
7qhybOf5mKhEcMCNCwyByBos7AWRgQO6vFWRVC1J3tVLqE06wLhV9ZwmAExEwFgE9aL8FKhzzfM/
nQ8AGex3QdwBmZfibCVOzB7s+GHTaONRNccMGx1AdmRm47ivMTLlzBptnLRNrDBLJ3WvYjnBnWHm
BjbTzDYLs2IRTWxuXEW03hEEAfasoVzIXUVFBjujwhiCrT6REKNiInJo6ta5fvSNiwEpsCAbaQUa
x9zTifJxGcdNv4TjUXqYf0WCP78R6YAtEEVIgN+A5OKLdEyyYk2qRoRWkQneGcwVPVr5z9zMDmME
zheQ4WUHdaoEt33DX4JfDxEIiBSQl/G9O9LDlRjmDNUZkxN14AyeH4sST0G3eP3y47oGt3L4c2l8
G2tse0UrygG2ejRfm5dpXQttefOr1bvVQRFJ29Qoajr4N5wMPOmlqUYT2N/MDhptTRbWirTHBOG+
iYwvc/8zx5KV6BlTTTdq55mL19RhI/nKSE9NgaAvBn3iI+aNpX0K6r/rWti6sChdYkMSEi2UuVZr
PnsGk8VYMFELO1LVR025oSN1tOWWFqLjr8e7vKngnsDABd4nsAuqPPldbLUqALDwROCg0OwnEz37
Jr+p2t+6zF4oVpBZ9l1kHAnIdq4f8LPeIRjtOg3nw+i8tNrc2QHjAsTapt7gK3c/GntwYoS31uAa
+nv7luhO0olm5bYEommn45UEy9+nCZNZMqY8a1oEmVJ5Cx+JBmyPL1ifegXjFuOB1vLo5cK9rZ8d
ArAjK1QNxoU9ojzl32gvY2kyuEIj/0rUHbOfllTgbj+/Jis8Bb5WMlf6Yn50su1zzJclEFGV/jyn
3jxi0YT9Ys8L4JdVEP01zteEPAQcGG5EkQv7yy4/XW/mHdE1uAMpV5R9paHziwwmeZPrVFCg+dzO
/xAFuicUk7HW4lOaNYPcBk/JEtY/y6bcFaT3eq07tWxyWJN444CUMi4xYJWEU3c7suahWE6GlrtV
Hw9o94+ulosW5G4ZEgzWwn0BCA//ujx+hmKSnIAxOZSLb5g5ceagR09UwRqWE0Oh8a/jYeS1uKJA
oa+wF75kusSNZVBDWsKouh3Jbwwo9iJQ4eeX8VIEdyC0X9oo02Qoefw6LD/Uv8+HMAyEqRz0PjHp
p3wsbTi76qwwjLJZc2Ug0ANdVXH1kv6FmKmA3XbrHgAaCaeJkiVG5JXLD8N6jGRncYqcHOhmY9cD
Z3Ko29tpFxsP153X5wcRJzqTtMY/ZydasDJcB1WOFCpgtKJyH9g2+DktNZzjxIts97o00bm4t0BD
9VCeB0ij5PiuMDdWXX3267+kNkT9CYdCtQZkFqDuQgvw8lDtrBc6s1YzKKkX5bVXo/03zZHgNJ+B
Ix9yUF4z8OiuDdVLOSBPbBHDoLpA4DIMLIdRQR6bgNV8ShpvTH6VdvskT/XdmMU7lThdagueHn4l
0H9O+ucXcAaPu1tGCGfwFDAakKQ7rV7Tju3jnAXIYnKJveRpHaSRp+R+xtxJEkFOt14FXZVXWk5A
r0AhcqmDqO+0cWDQgVTfWsAaVPqJiLYEb8rAGkKEEajCoQ16KUMnQ15jHeH6tH8vl0fMPAkL6Fue
A98RaAbYC7ou3D0YpZIxvBOIUrBGon2+bvafQyDY49kf58y+0JQuXiz8cUaOWfVYJzeLgXlN/7qU
zasMSBpKbIiBUBC41JKCHRFTnUbrZtt9VLk6CUdsT1zJL4PrgraeDeSv+ObrvC4guZeCpNmMZFZD
EPo6NyRZ7vIoe8ds/4uq7KNo+AISV6x9rQT1wy0jQJkD1xr+au0XXUqlJB+yUcqksM6wl7W9Icpd
CXz8vzjamRBOh7pEgaPRqYRVgfZLHfd+NQ0BqAnc2lJcK1P81jSDosp218Vu+UXkcYAvIogEtwPn
79O5Q7F+bODv2y+GeW80vaNqd9AsBbvt3H69Lm1LkxjbQnsFrT20nTmnoeT1DGOFNJtNrx2JQzJ1
p4LQw3UxW1Z/LoY7VGknrGmSWgrT0tcHF/sWaYl69st1KVvGCKDAxxQF3kreB8d2Bm54tZXCeJ/L
t0rjGHMw+BHxsD0oEbjbTcWt6So6o8C98z3ZudGMZlTwfOkKasdJ7IMV1cbzcv1Em3qzsXYB0AN0
X3lkid2XTYfRCCm00v2MKa1BvTPRaRsyQdV16zSgq1mXcWpI8flyWxupMW27AcEMnATYpB0QaINO
+cffn+ZcCmdsbakWTZ+MUjg+9N27bL6SeQe2138hZE17UT3ULaSZl74hBXxzyCtJCmflOM87JmGF
G2j3BArbcrAwMPRlMLOHJuiq0LNYieDr1/OsSpgcvS1xBq3v3Cl27WH2xZ3J9Sdz6SwYdwAvwn/L
aNCsLuNMWDkpKHBNZAiXBSEzmzLq0LKdnq4r7jPHBnoyCuad8GzAEjQeeoLfLrV0joawKcLGfB3L
IKrCsj5Zyjciv7SNF9Hj/K7dj3RXlGEKqo98PllPKTkm+wqDSZmDjT0/1N7rcsErs1HJvPxpnLql
uevsCVOkYfV9OOTe47Kbg2/SSf92XQVbMdSFCtb7eKZpmtllZCWQw8BUsNyMMXXUyjNtv1QPSefY
38bsQVP3ybPQn3wELp8/8h/tcy9phk+vjgNEt9UhlQ5qtAORZxw7inzUu31Bv2qpK79iF5IzR0GE
zctfKnJfB6CqaUkOls/FQLU1PmX7RfMV+50pu9Y4tctNjP9zhW1iyTN9rGOnZM2+I8fSwvD24kSl
wGF9UFpcOwZnq5Y5Dq062EMIct4RZJv02cIaPmV8ZjLosNFpMU2Hot7UJ8Eyusn8Xt10RRXE5DGl
uwwIclodrOlVr5ODFurxq9zcl6Wna6XDaiy41r18yVy9d0rrmZLf3Rg7KVglRLzrHx3Ia8dYn5oz
QzCSybSbKR5DrbxHc3CqvUUF3Wq8X8lnFmxlrp6Tn1h8dzAjb4G/7LHV4A5brwx8hSbMgZFJ9ql5
S9ws/jpb3mAf2JCApP6lktzGCNld+jBhwbPia2B4s3sfSnPwWdqjXDxVQXVPJleZ77QHy34o6HNG
bidpVzvj0/TSyE6a3Q23BihwQTyMsT/lJEV3duGB7cZOBEHQRt0SNw/IpnX9Noo9fJoLYmfSTSg5
hGDMAuRvLjrfaJvlUDRV7FpTqYS0ygsnVo27fC7GL+CnBX/bNIsGzT9oXy6/iCIj/0QNGqusUDjh
7oecD00/jOkYLjAXYDBdWR++DOtih15xl5aF1ntjak4LIEXVyH5uG74qHez5LQNfIh1Vf9KdGTUW
5pA8dfMx88Extl+Lvdgj7DSS0/TEZbveaPfWWtnHnKxVhKwz9pIhCF+FZ+EuidJXSlPbCXCN5Dhj
C9arvie4FtWdGsaZP8UWMLhYd7i3ey8tQLWVoFqM1mR1yOQ7eqeaWB+3T/102FWZGyneUP2qguSI
AqO5LjRy8Fw4+l9HcFA/0GcIdtBswWN0eSGSuhpG1SjG8E073Kv3f+13L/86p5BUTZBU5vjrEVvw
LdqgUHbMAm69wq7S1iHyrT0sPpuLb7166uoYSVMiqt3y5JdIoNcfAcAUpgthavz7Z9GWSkVPRyBK
5jsikXvwgTnVmNxXmX4s08WplRbgZbixCg2DWfGkxo2ifFcp9mNvLU/JMP9E/e4maUGWmg/dzdBE
e3RtHqO4wEd1U1n1YswuksCe5H25jD5TA9UKzf5xLAGHNg03JoL7+zmAxJmABMPYpIKz8SASLGIa
itwqx7ClBTCQ1KuKAc0OP0LP4/o35DfN/aO+M1GchdStrDVt3I6IHYzHNi4xtAvMSmU8gBXkWdWx
RrckwH2bnqTON8OYvw5ZjZ20LHnPO+aAbWY/WJLTq9/H9qgWmqvo004p9oJf+TmWgkJWhAGCHDRG
dS48jOLBqrpkGcM4T81gJkNQlnKHXQaG4ZWE0VNFoltgxuHzM83vid54TBuoR7rZdpq8lN2lIxou
Xt8HDQAlgQYailMSlyCfmLBhJ20sbJkswIIaLQZSRmYEnaKxx+vH4Jlr/1E2Ymmg6eGewRlxeR0x
+ABaDLsbwwqkj6YC0scePKGk0g/aghV3+sGydtP8XSOundw0Ng0s2ynlMbDk+VAjkhmz70qzCB7/
VSjnooGuQRMPTRDMFJqcBQC/J6+qHcPRih5Le8eqBznWgr4r9oClNgOWIzNBZLjxOSESc6BraxIh
q3Kphwk7MRM7kyAya92FHkEf+W8Opa6eAYA2FPnUSwk1M0ds9gH6vUQAkCQ7ptyaSu52wy5Hz7k/
VrMAl71q6ZMWzwRyFooRyVKvKggcJ19NsUcHj/xu1v1BdGM33nYF6E37g6YBXTkei93aZBrzCcqT
zT2tsK3DYTf6bSzddj/blyHHbkFZ4CRWP/75bH8kchlglFtRscSQmNJ951Y/gTc/9CK446YQhCwA
2GK5GCa5Lr9YH2uZZVTyGFp15BTzmx2RIC0e1WQ49MWbcO32ptWfieMMpNSKpa4SnCk/jDeS4Vp3
3YFQpzx2AsPY8OWgjPxzLs4wZkWbm2yGoIE+K1WBaPSXSU4g6RLcqY1sC3ZxJojLtvouNwrTgo9U
X4td/x59K1z1t4b5TqcTNDe2TfBM1Hrmszg7VxaGGXKIovftvSo5xO+DwjOC9ogHxBRcZZECOf+0
oO5amxOEYUXgI8b4xzuwSAgc8/q1P1n42YG4SIaq6C2Y7aq7u+R+YA77MXztveQoBf0BgLb+q0De
emOuyeMegizR265CLBGyAMMBzXOxU3fSKcEGWx2IYhHVw+c60YVl8H27spnsSjPnET2G/dDfdhNs
UQQS2Hrbzs2PBy+kQ8/sVML97XOnSd1ij03H5eItoYKdwUdk3klIdlYgOZ6JLYVvglu2eUTYHGjV
AATHEPClRZIpLUsSwf1iGuGYd/D0k+yUokHCjUoDNHkmhrNFmxZFSggucxwuqle9M2xGQqVhCIYx
sJPYnRt4fmxEbWRXEAKJDshZqEkUmdL1ydQy36K7RN9Zi3Dx6uZVQ0UZ3TAQTWEI+lKLddHHlA0K
0oXyoO3oSQ0r7It36V3LHKN3qkPuS4NDHrRWEPBue5R1Zgx7OBBc8zNj2AiuZeAPgYmiGjIoy75/
tfXKN8vQykawvmLqqP4GzjR31CKBf/nAnPOXcSWwwYTjOl3C56j5wrqaRTqetyZ50PJdZ3w182Gn
ladFutNVkM7GP1rN0SjYsJQbOU09LQ77bje2X+b1x9nfJKzK0vZ/TxJrrngboBqBOVyxoZyXiNJq
AEVsjsGT9LEef5PlbR5fBJ5oy67+yPgEEqNKmjDgbqaQnnRjD269IA+TWwMbaUA39WA8OeNB3V2X
uSlyDTbB/gWYCM8bJJHSjGsZx5qn751yO1U7zXy4LmIrmAAI/38i1p9w9kCZ6qA0PSawwuhZc5c9
c+zb6ZiIQrGtGOJcCud0dJBKIfnIJri8J9POHIOS3ZID8GLsWunQsb2QDIzfw7dmELgeKlIH1Pyx
7IELxZR6LEqwSkwhyDL8ao+F79Qxb5sb/Wi77X44TkfzPv2xBMYuvlMP15W65R3OZXPewSxKS1+W
EjNluwHdE0znHY3n6yI+D96v50PXf0UQKSDW4WQUKADJWgcZrQe89d46pDu2z3amW++0RxIUgSVo
CazhF3/5zwVycWAhZVhZVUPg6E5YRnb9OJsaOzsNF/t1ajGalBXQWDFixL25k6cfCRlu8QUFd4pf
dvmPYZyJ4ix+aqM5mgacgzwFzWP9pfPj7+BYOgyOdVj26bHxsqNxaA7Y5LRXXumt+S26ncPuXhAa
bt5twGpAqwJ6U0zrXV48hWL3pJLhxDrYvW9zojtyLdoRv/kKY74GgC8LoiS+fW0Bj1ir6zezg/SZ
PWlHywfh9D49tbfdoR+C6x9xA/gFmzwTxz29KjWyqiprTDn+7vb2E8PNU4PUl8N6P96Pr8lt/v0J
9V/Bg79pO2dSOeeflUueGvZqmKDrH33AJd2i+ZKJlsQJxHxkFWeespCmsq8MiBmsPWmfhuVu0W5n
UWV+q8x0rsOP9/9MDIjeMd9jVhDT7IvCs3b1wWgcp/SwbcOTj92T5iwgULzXfaxwfBiO8tH6/+mT
j23muAK1Wt9An8arNO2SRHaydgKNrSCc2LwBHxSumIUB4GRV+NlJMS0q2VX3f5xd15LjRpD8IkTA
m9eGpRsOZzBuXxBj4b3H119idCeRTRwRkhTaDb2w0K66uiorsxl25WQDRIo69rjWkLros85MUFFo
qoCA10OCfwcpHaBT7zhM5cqen/3slVs8M0Ht+TwsumhUMYr01ENh/E3iSZIdsu4BqLnvWZGtB2J+
xSg/o61uGaW2vKz4Mpc0GBey5z4RPqb9+K7alQMWPEs5sJ8IeOXPyNkKb3hOMBAqW3lELMDB5pM+
0+/OaweU+eXaiU07xFpd4QNGCAXL21qXv8SC1D2SOQSd7+/tGkH57d2CjNilxbGuOjYsMM+ghFAZ
OwzNulm54ebdcD2r2IqQwcQho6V7U5+RxUqC+1LR0SE/p/5jeQ+uYbJaw18M4nGK/7ZErR/rlX3t
1Thi8XO/BRuuxW8Kx3MKHTwl/8kpI/hS0B87kxhTF41XTwErty0cCm8chY5MORFe+7vpBZq08l7Z
9l9yq3ufuYGXbuavPVeW8gWgzfnbOnXIfS/IREbBTo1SHSIu+Y+GlN/G/455giyj+lh+1dlqMWfx
oXJulTr3YVXwZQfID3DqqGxq/p4VDKHeRMdBYHU1qYg6njJt4ycvgfyhBQHRYsvrN2HzGfvZi589
RUN314yCM641Ec0re7XHzuaDchclyLdysZhXo3oReQY8SeakEP4zC09+osf/7aV6PhXUVstDcHJP
XIet5plCaXC4lUt9gzI8rktUekjm7AvIprva5r84xn9GSudSOE+MpsnDSKNyk9xXo49Wuhe5svzO
rbivMvnTcQi51FOzijVYjo3PTFO+omU0NEpFWH725B3kU62DzV0vzN5QSQmB5orwK55j8Z45Mzhf
EmdXWaNJbOj17LDz1ZwzSmZAV6LHCCtedzECObNCReAhzyUjH/UYVuRUPOHwttDirbj60p2n58Ye
pQuF0pjHsd/OrhbMERu+e0vZY8uJJPKIUMhzWT5njsLYrdxq89a/ZZZyVIh5RHZMMDzwJsW6dudZ
qjM2pHy5vTGXLhL0ZEMeBUUVGY0ll2sFreggSppp2OVjqMuD3RWIGtdoYBaNoF0FzXtguIKlSyMD
w+VZVAt4ufNbrYBwc3PipbXmmDUjlJcLctCpSB6PJ67w7LcqYeVNkz3cnq2lnS2dDYTyV1Ehdn7N
w4bqPXrRBwOht9sGlhziuQFqOfqqR58EBwPAV6mj3kJ7pzDlcoNGkSFHs9rKhbQ4HuSu0OCIIjia
Fi8XJipqruVymCs2jL5GDbG4IGc/Ti3IEEhRnLf48dhBSfCVWYMRrP0+tRhzNnIYSvw+f0jJaTgO
kCci5Sl6506+2+g/+B/r9uosutK5P+n/5oteHlVV+0bh8IIMn8ADBGCet22UUm9TyVBrMETV36A7
y8bHoqwAEWTBrlq1ZPTfVr5jnjrKOaANZf4KJPk09Hpfrlvl+WITKSIOVBKmit5JQvGuqmGwjfgx
8U0xkWSIt/YsQGVcwqaPXlBAxLuKOG7YxJWiOR36lBODEUs2Bi1bqm4lKRv2jaS1PmBixRqOf+l7
555STB18zVUPlBqpCdP087au0SactSnzmZdlYvO+NuqZJwU7ZRLWmkEWjc7eBqpSaHKiC54DP7Ah
GN/xouqe+P5dqzdlIeLd81WIj7fXY2Enzn3keAHMWX4Iyl0uRwdtlqRPYCkeBNEQy0B2Ir7KdTwM
tJVdvzAocHeBNR2Et3j70ivvCwXTiixQtdB+YcsY/ZzTHqJcHnMY5dS9PayFKwhgV4BJkCqZ2xio
3T5qlejVogfgfce+IPMKqJV2N7fkCfkdG00GiDROty0u3OlosYIU4Mw6IWg0MXaHShHa2zkWnQya
b6VTrBkqxO02LSjgauib2P/B3DyRSCijbZZ+2weZmuV9BvSwBspMAUUSphHtmFW/faVau54WFg59
SXMvi4AW9ivW1VBNoanWJ9xOzD2QB1d6MEx6jE52WZzcqlkrOS2tHQciPQBG0BSFPv3LLVkWgSI3
ALSDS2mywtFp6kozwogxVV/Z1kr2Wsrc97+fzZngBTMJXDkIQi9NdorPsl6qsrv4R0iFn7QpITfx
CQHon/9gB0sG0AmHXng619uElQJF25bbpZAniMd3NKo3HKnrcuVyXDjVcB14+YIYmJvRkJfj4fhS
yuKmA9FiHrwqWmH1k2SA/nRlEy4V4NE9jPZacDYIeJVSS5XXcS0DkMTteKaYTpKUNkaKV5jFDdxg
qlqnmOPQ1N+qFjGgye38TSepa6yPC7tzlgieybCgL3VFrtDy8eCHqBXuVMBTm7izErWwVN8/NBpv
BvHX7RVcevFfmKM8CycGuQj5Cm6nRKxeoChZKKUhDh9woRCktmVcQLLo60MmWwGESP99kAXr4PkH
xBHYRpF6EA0j55UZ+Fh3OZcTxcOVN3l2r6mASx+Kwk5Y8SthipUm2IUDifsaXDdz3w0EeSijqijU
NWYfuzYLXCjqZi9ZJ2wY1s2lxBLkYgV1urSgEnCNILCAQYk+/yqXBZ7WAbALYicjiwAu94p9WMZW
WvsQVJW8lQT+0vAQuKLLdxYZYmkWWz6eeDaXU37nB/rEohIKOKBfHjofzNHVPgKA5fYWWhwfZFTQ
FgYidlRhLw9nM46tnKPmvMunlszEx9peSkInBSo75dfIuRauJXTk/G2MTnbLUz+opVLzu7ZD70/H
lWhowqM2DcPgvunW9BSpoPzXfQKKgAzVXOWUaBB2BKAWXkvT4CYxtoogZeJG9eV/eUFcWaEmMIuD
JBQSbnCl16i3O2/Xc4QVHmLxnelfb6/VL7fSWbhK26JbteSoElKmhq2YgaD0m5p+T94f+Q+f7UNB
9xuwI8ZOdJcPj/x4NzFkDdRHF37+so9QBjEgEutXqL4gVEthyqTBNeZEwWSAy4poFRJt0WEkomo9
3x4vXbW4sjev8FkCJJNBm4s7cnBFO2kepQmdpeNoFfZPZmd6ZvfO+IH/nNAa8SezSWxDNm9/wm9H
2tWUnw2ZDklFcPzWEj+4KvuWqMeGLUmOxlPg/mpwWEc7BQ+EnguPbdwYVf4mN+9jbgZTtkF0q6v5
Lg6+89KUUwuPjKZoSD49TJkd19KdynhOrfZ6wdzXTblpZG7bi72+Boxc3jTA9OF4IxAET//lJHqN
jDxtoAwuH+ho67Lnf6uNYM1/B/pQWQNvB1vj9rxRbuWvlZtvBUTYM68R5aWLUQPVFc8M7oDGBBAN
5mWEiGkU0eJdNGgpR8v1oZ3GasXs8o45s8tfDnYo/UYWY3lwaz4nXmeEWW9JhaCL3j14n2Mxtnrm
hStsvzu02qb3UwKIb8gTuYdwiPyaInXpS70eegcm2+UrX0df13/NioI2b3SOyqBxoCK7RJVqAI2x
FBUaWOTwKynupMRIVMKD+L0kwMySauslawEYnbj+yy5U6AH3QJM9oPqXs5IwYi9FPlZDCjorklFa
kdWd7I2kUCFDrY3omEoM5IwZb1cVkHLE7e1GtcGF6NoB0DSdhJ3iW5l8P+bbol+r0i9NiyoiqYUA
EVHbFTNaJ/eZ7EEgwq2Gu7RPCeA22KsDWrfiDpy9o+ujiWfcrzVnLOxRPKRRuAVFE24Huk00Ucos
UWumcyf2ueZye5LtOi+tIUtNoV+JgedbgHIjsIXMIAAcIEujMTealqq9L6qdKw7HQgxI1z/HjCXz
+07Fo4mID7ePHx0LzyuOuB7XnoYaPYr0VMzdiUwmTZzQuWPc5o/D4PNmAbsWuoB1tmIiU8DwTyEW
85EHqdo2ybJ8ZchUJPPXJ8ygLihPgXJdpJx3ISYJX4Va5z6oYMZoQYzC5nbOQBm+0pPIvj1gug3l
1xropLX5sQuyZzq7nExay2Sp3LuxPGZ3kygxD4nSAFFcxr6s90KTb4cWO14oqtGA4AvAkeP8H8L0
cJz4PTOp5TcjC6M+em26jYu8sFolUvW2KdtdG6pPMR8IhsKPsj4psex0XpHppQZnhtbqxhQq9b3i
6gItBQFnMX0SmuLYiKQFM6qFDLRUkroV4G9AFjKtZPCXNjJ8Hsje0eYF2gLqeA8BW/phGvdul2Qv
Et+cROZD6U9deQfp9NvzTJdo/5pnBIv4BwwuVxsrUZseTL9574qeqYmbKPc2GgddmaAggMihh9io
0/RlhNxMqjBkhI7vygdQMeT/fgD0WQEuU0A4RHn4omt9EKGWvVuKljeodgvSVR63cpEbwkzdNW2y
cJsyAZHFT7Z9zFswhpXA042vWeSvJJGWtjgaf8GEhqcImg+oq1XKJqkTpaJ3Ge9P2X6O2jEu0EsH
6oa7fA11s+RBwN6hzkJGYHC4qlQrUtoHWdu7fBN9TAooiRUZMVh4lD+hIKsnvt7yx5W5nueS9lrn
Nqm59quBL3K+613BYz4F1Y48Oy9whfrbHDkkZhqNsR2skENjF6DGfLPWk7AUu2DAmGLsa1Ba0QWP
qWiaNuEaNEiKOzHalC0eJ4e4PbIHrjHDQc+LnFTFDtBcUKIZ2QFiJrenYHGFzz6AOlpVm5biOO82
EBebEjrbBgkN3vdi6dltGN8pmbgS489b5nrK/xnx/EFnIS+ucDmKZCxzNHJ3A4dc6/wia+WV0uLi
nXs+s9SzhQGHdo5iZu+OTO1wcYm2PFy88iacyYsVQeeQnlS7wIoAvJBWnPWyE/lnVunkqzfwSj+K
GGSTWAdZRhEVLbjqqzk9PdbOStC1vILALuOqn+UWqT3MeND37GrYUtK3knWa+DFTCDM+CN6ztmJq
eVIBW4H4J6xdEUKEgT+A3KLq3T777sODHCi6J+hFZkDmMamhymn95M3P7R26PJmzEgWaFdG+JlID
7PImY5sOh7TF3aUCqWZJeC4V4LTTGY10kqO2zaZtnOD7tuHf5tWrrXpmmIoxilJTk1zqcTinDRc8
hN7wNLEQ5SzgA+EHA7nQG8g/suFzDoqUJNv0PRiWVUdDcNc3kT6FxSYS3aC8L9lH3mvBC2pDB2nw
BtLyHYlFR+1WXpSLl8fZJ1MxSV32zdCiJ9eVOyPZqEh5+L3TMGvlwKWp0ebHD4hwsCqA5Fye4mDo
83YS6sGNtINkBSZEFoW6IOmzJ9myT5LASHyctvSUfNRPWuUy6IEUJo/kmnfPMwe84OX8AK6ObXUn
t/fDZPeCM+B9f3sFF46GhkoLOJyRM8VrhPpKNHwGXMHMs2Gn03bwTpKwKcPEGMVjCbKA/2JMgAAp
Ms4Qv6IcmxdOQ8ykEs4hxC0zxxd6wrFEjj/ZtCdZt4Z4XFhpjO0fc5R/k7mMS/NW7F2NVHvPtpS1
Zo3lyfvbAJ3LigZJKqaS7d0igUwYK5tj9u5vfVua0Mbcr4Fg541JnbXz4fx6nrNroWSKXqxHDGcn
gUbh9srQANs5pLr4ccqDiIXQxFmHH+ejR4+tTV6pkW8RN5lfGpXYGHVzZBqiNBuwGujewHKkFFOi
VMfKq7Z82BzicbWdaX4KXw8YGg+yBrA9CJIvT5CUdbwPdVrsTTa/1xQIUQVjkoFcseEVXe3H+K3j
pG8E98pWiuoKaK82WxPVW4ir8VbD8UBRAdVWlTofHRBVWiBgyxblKeAfIC7uBbrs+7rIb1aWYJ7i
q+GemaLijKgccq0SZJyOUjmWmdO8ll1rjGGNxvdt+AlZ0+jgDeCKWaMeWdxYvzJRc2iBq+tynoXY
86qKY2C4zVXCaL1ItCFaU51dCuTmZy/oAf4yQ0XK9YAG3VH1eheiTGoIgql6l+tDUZH2zW/tqj22
O3UiCfDAY2tU2Tu3MsG/NNrXE/zPB1Br2RQc6MKlAMngzWB1bhuTkMRma9d6c3+ULMH6w5DJOEQs
GY27LnHA9Gc3Ol4RubNSm10+bqKIBD+Ke0ALUVvb98a0HZUYCbnkbmj0pJYIC+L0ykiq1yiyEf+R
WnwoX5u6IcKke9Od1j40euu93d50v6ROV3Ny9iFUkg4S7fmUhjnSQkfoQb9i/rkHdJ03ymHioOWC
/j2syIMCcmy8W/l+P8UPXGU1k17HrYGqJMp48THgfD3Lnm5/2kIUDBQNElXoJUSimQYC1AiBNTUM
B1fo8tdQK7/GZhek77eNLB5vkF0hP4lTDvDW5dZXhWaUuAjrkA0cg6wu5HE8NjTkKjNzr9lr0bDi
aBfP2kxey6OnDMQw1FnLoKjVgypjcMs+i7ZCPcXvYxBlKxWkxbk7s0IdtUETvEThSsxd3Ip7r0ez
XCGgDJpLIBy+PYO/UsdXOwilFQQ7cxmQbjdRWzarQnRgzfFUZzXWuOVt3mZt74mxArt4xW6xhk8j
2rDbGnzEx9z29y/xZrS0P63lbwr0LXN2b2U/wbuk6HW7wZ+d+Rhaib4WECwF5xoe6n9/K7XcgghM
iVzAA0TgnstHMnDICngHKCXEPE/U0vH8h+bwXzJxF2Ypz+6VkRDKDbYyUxxC9k/uPaJcqWZHKSFd
el9w8DK3F2Vx/c/GSQVaeaxycaAmg6t04bjNB0gN521XbWQ1lFZiut8jcr3+SGFBJBCVdZqDvuKz
JvXDanBzs982Fm9n95zBfMqP8+pmP/letjK7dm4PcPHcgmH0/4xSA+yYAfhLIYP/ZHpvF3lCqBdV
Lu6rOgBZeC74BGJGawjrpWcW1vEfq1RAmeZZDT1oDJXvc3NwJFDuMMOxcvrcqrKDlJi8h6yuyaRr
XmN5Pf82TLMMci0iTU+Al2al5sjj3YACk8r0K87w/zke/5ihLwP0iiVtU6DQpSHNfx9rqt6x29Aj
vPLlv3XoJle4R2Yt9lwqTSDtD05auHtWAI/epRNOPT7mWh9mQ9bxU01XkDNtQpsvQwPOeCMB3NN4
VssiSMh8QwERjsjd19mbVr+XyoZ595mfGQ6XM7osrj1ZlqOWs4+jzi5XMV0WCzhKqWf6kV23pyZy
VRGs6pvUVFrwmVq5IcW7CDDZpiej9u8TuxeTQ+10JtSyvmGw9AVaKEIzzfexYjZFpSurTX3zPF+d
ZLwEIH6HCA3Zi8t1YISs68QKt4YnvvKjI7dvMgjyAvv20f1/lvsfM9QV6Ml+NrHi/DBmLFF80VAK
EdXHJj3WEmuCaElCyMOTcFCNBHtNwoZQRZ/kiD9SxWHz44C2oyTccXGn8+Eaz8raHFA3ZwgYp8p3
zeB2yFCIcQBEpSUx+QldSf/JcZ5NN7XtBy9XOo5tcSvEuRWF+1i7K8vordDuNTDK+MVuYt+ECYoS
26hxvLY1IqbeMuq+1JiVT1ka9CwUAFwGh153WvUhVMHEJOUj3ItSDu9i2M12xMEYCpnbd2kqrc3y
vGnpnXZukNppdaOJUVACRODf1TLYSxoQHOptaIX5NuXXygVLdwVKi6zMQe4ODViU11bHRuCH3MMJ
fvchzBpsWEgZt6Vi9x+3d/aSIdTYkewBYxj0fqkF9RipV9EdProgVzIm4GMbpn0qqt6Z8vCoimve
eul5jBZfAUmbmfGYJjcdY7zPvQ6l0SlX7Lh96ocUMM9OV9utoO3QG7AVwh8tq83bo1y6i87NUtPp
c40QS4EyuiF/UuptWL7Ga51lS9vjzARdI5+kYcwzRh7drn7tu2NVDQYXWGEiEjV2q3jtdl1aN2RN
AbfCJkFdhTrzTOiVkP5kRrcJkMaZCd6VE9+CzLB1AlQKb0/ftTFgtgXEyhyCZR6Qy0snC4WVIQoC
FngWAFYqq+PfhT/oe1HilXvj+kxf2qGPmBpHSejDDqMBVv9nUl6LXF9rRrl+zVwaoVx50yVSMkZA
xgDpUOo88M1bJh9Z6/aULTzcYWZWIkD1B9lUOr2txdzIdiAIcqWB0wf1A9HPwBOwfE0MVN4JM3Wb
/JUPv5jxOZV2yvgFRJtRQBZZAmqgFCMnaD6D8FsEtGEEgWsBbsEND4F43DQ9NEHKtWm53r+X30vN
fd6HoaT0QJ2l+f04nRqnNrq5u8mQ/ZUazpolagFSAFXqvoSlStkE6iaWShO8qeCr1tmIBVpjBXi5
gK3ByHBBIB0GsUuBZgjDoJggHjSMLE4OQhc4dWFW3eMgDKTs28eMtTPV6msWNHkTAagkElnd95Fo
8eyGBS+AzmXvUfYeIPObShs+WKlWXvsmoLOBBgM528zVQheG+w6iO0PNj6iDcJ6pVuVI4oJB8iKO
vlf25ML5mq8UBUg4AKdZ+lYRck6tAfPhXbHCFT3o3GD5IMsZHzUJjMJmUR47OYBm7GPlS3oWgoP0
VDCnBjCj8CeSdlEQfabql8KfxOxNbl9lQWda38rXOo9XPpMGkvtcARfmibzbiTFvcTK4QJUy3CLh
Gt8HYxOueDeaoBXhDO4/AFxAdYoSGHJbl+6twq2UxgBmu7ucIJ1WkqOsf3x8iPrH/f7l5eXt7e3u
7n37hBQb+elJon/962WBfeRxANPHJr3qwioCWe41bpLcYA+cBZHtwZKsWk8Pvg0ak51ge5bwkNqT
I284Mz/KJmsrIBLeRk+tc/tTFvA30AZDg8kcDuBdQ3eyh5qvyomWyK4EYAKxmtL0fBNNaG+1swZR
XLQFvhY8h3kewo80HQcXREpYtYrsstvgTbNmup3iLjNlZ5Ular7eL0O3uYAKHTKFg/jBVVpuZCHB
OLaa7ObkiKY60uuvR598i+h/vd+/bQPSk+fbE/mLXbkyKWACcaARv9HyiEqr9EXB57Jr7A7VvXu0
/lgHI9FHHR3fH9bmGCKP61oEbuWhvnccR3e2pmkTtLLqxmm3cq8uPAgxAWdfQ8U/oOnMGDYvZFch
oZl3Rv0EIF/oRo6ul3sQnyGbtF2DNq0ZpfuvsKM5bRgwBXhwPut/xo8yMYUXYT/dZT7pnhtQWj/6
jyvzPl9TN+adBnCyYYQneFBi3o2D8edwtI7HzLCOgc6QPyX5mCfdSnVVAClZdWdg3h8jor+jh/fo
nKT7ljgrG4Emp/h1LsB1ob9yDnkhB0M5lyyR/XGoZdc7tA8Hq9onobV/4S3NtKfe0LnvE/CdP+NW
WYMnLm76M8Ozlz0rvQVgtOMYHoYnzuD1/KA9Vp1dxnj/W43wenvaF7JM2GBg6oYwDJqcwMN0aWzQ
2jIP2QYnLCXTvtOeetDNy/eDf/BelFCPHoJdPK5M7XVUCmjwrCg2h7/XJNXKEDF9CPpst8CKSuZT
Ya9x6Sxt4QsTcyhzNodZqA1Z73mKy9riFoBbMwKBD6N35OUF1TRHdFahGNfRwOWgqJMKIEIrJD6j
uIPRGb3uO8xdtYufuAfeABH6fetkhzU1q9+qBHVmIAUC4CUExxCCiNQWlbly5P2kxih1AC92ga6B
TecjMAKD0ROQW6VWbmXkobTLbWnXB6AhrHkOUtsnrPWQGKETGQO5l+yKRGZ0CgioFMj89RDFIoUN
LmjC6C+AL+rg6dskB2YDATDL04NNafbkkbFU/fZ2XNwZZwOidqOcVqBbVCrFNQrLPz3lx2TFwG+B
gJoyINJVDdHkfLh/Ow7ONoaCMn2TdoriNoaoCzvvnnkorMjCjJmTE/8JjMnxt7XNvdQW6DV2IGzf
BaSxGxCaSPfeA495YO3W8e769Xt1wQWiVoPXC7CVABr+1vHOvi1SuzBTk1B1BTKarfkHsgXWtOdN
4rvgwvdebs/1QmoM2Igzc9QZgbk0mbJIdaFrsK8BzbcUE3kgopnvuRFa4Jw0EVOv0rvSvdizY72w
S50U36sDsRIwTNlWt80mvwvJQDpSmS/lprO7O8+8PdAFf/qLttY4vCWQwKDKn1MVqnWUDKrr2ZEh
OM0OC2uxTrkSgq2ZoYJRQS3BfObDDMJAB6oRJ82OQIWjvN0ezUI1V70YDvWmT2aNqLLvVfc1A9lb
YMUnIGIf/IO8n+zWAB0vrkgkNd+4NcPzD9NH51d1W5iJc7GMlz5VRiifQ6NUdUG9spXf5W1iVKZo
KPb4GH9K97eHOW8+2hg42JC9EIH5BZHRpTE28kqu7wLNFUozFAk8FIpoIBueenLb0FI0i+zzP5ao
+fQbIcgnP9JcLTB7XQKpa7uvBSNuH2Wz53R+JaSbXdj1wObePkHFvUtTwtdoXWmmNNPcbB89yo+8
Mf2nmfvbAF3tb/KRG73ZgHxgHCDDH0AbZIkrm3151vDQmHWVoMVKp+8BStGUTi41Vzyw7+WW/6p+
oofM5B/WOGkWLSFKAGBIQa8lkliXO6FNPbFVml5zq5yUD9Gn0hBkySFbE5DpXVmZvEXndG6NynE0
sdyFktdqSM/NcDE0yeQn/8Qdqp1yx8Z69UeICJ+StRf+wsU3h0J/D5K6yaOWUT2eg1nt2ByjR/GL
+27XSK+XHNS5Depy1fJC4cK40xDQBh3p39ERdqx+cqtZE85d2uISijrzaxSNRzTsgAs9VWDTzHON
uCbJff+04e9HQ5f0es+Z2/CYPN0+wguJIuhpAlQ20yqoSJJQs5ewXcaoDQyyW4WUNjSLHGnX4v4M
UBUOzAC6SikwAIKeHgu93fUfjHX7C2ia1t877fwLqLmFFKU/jAW+oDLQ0HUiihlYwkdty5uXO95I
De0teYrs8l/7EuAg5uIZMCVoexOpm21Uq5SbFMlzFXayPH5TVtx2+gFhx8rwrhcUeDRhnlsVFK2o
2VwewUou67otasZltWKLOPSznHzFSTO0YxYg61hJ68y/duEhRSQXOGQx8EIAEzLdPDYKsRyyRcy7
CQMnHPdVZuSeVJm80Aor4eAvSxJlCyJFc3UIROIzgvZyZHwAeMw4CZLLTHdcuWWLnRptCo0o6ETz
mBfP+wpDR4sOLGAm/uM03Es5kfgnRGm6ItjDF+u/t47iPRaJPj1xqGDj7+/qPc8dTX3sK51Fz5MP
3uOQtJAD8422NiAf7UH9qKpNoPvblzghTQemIATmKWpgT0O8E/wVhM7VZYpiA65QxJUC1GWu7hyx
rZo0m1+UWaB6ZlmPnVEqSCNGRcuYSRiVTsAXvlm20Cy7fTCWLKsi2PrAnIGmaBrxC6IfQfKYSnZl
cEnZ/BB70KDii009YJJDSUttpY6zk6SNa4X+paWdO5SQmEXyGMUW6t7omar0I2TFAL8BToIjjOcR
Nt5K2ZPAkeKQBlabb/1Yl6PD5G8j9ZhpsV5yB7bXWc6BjPMUEOlDGyHnZ9UV8eV7rgUas/jD+06s
mkIXktpi8ufkJywPaeOhh9Nukzc/BasPaWNd3fGv2VYST6wKIg+w/PdWpe6FVeap6zj+dwdzc6Z8
7saiW+9kMZQQUiAdF7H8Pd5PUJoZE8Foy8J3iroZjapLeCOG3tumlOpTk8isEY/loy+nrcFznqpL
mmeAZ/onnUco+nmuN0KqhIQHHQgpQUxNukwZNre3xjUAZMbagboMz4FZYp2OJ4WA7+XJV5MnoVaT
jcZz6R3PyJsgSUoSAsDeDZ6RC95gQQ5CsJGDLywpjep/Hf+ho1qCmBQeg3MmmXZuXQ6gfFRNnltE
UOBruPwU4ciKVU9yNBaUWMlYbu4D5TlcE3O/Tr7AtIqXO2QwIbwLJptL7yN6sgAVLdZ/SnPb63XB
6TmrY+2+McKnvtkCjil53+Jql9XVO3M2izFzEJAEnlyeD+3ZOxPsxgIb15n/FLWaarIMykW9x3rm
mHeBXYcctPG6unamwBO3POirLfSVkDaaCkMVAnTh9WWzFk7OfvbSD4NFlAfBBpQVRWTTqcMqdk0W
ylHtP1WxiEwbWH1kNpZ0tJtKViXkkLkHpNCIm1K1NZ+d9CiCplMTRtFGHUE/eXtnXicJwOehYU/O
dJ+IbenUnx+BorUF/OeJewRBfhofxh+2JvGko6E0wjtLNPrezEJT8I6caNa+BWhOLpaETY9J/snv
efR/FxCDNKGuDTJn9mvsbCna5pIJ7hJJMDTtWXnyRV1h1uZxDk/peUSyEr05uKdn1vjLpU0lqfPz
tMeOevagg+TjvSvs01MLynhRI3Xzmvff4y6a7FReEx35zdBe2cbrExUq/Ak47aXtUej5zp8K/4lX
7+A8PMN/GBlA40hQbFtV5zsnFu8byWIhbW5U78mJfeifRXDkGFK040BuKfJEuJfcVDV6z+gYU5P1
NVj2daA2L+3ZR1KBmtiWkhJAFPFpgF85MrU9CKagbP2DhLphc+RMcZe+TK+C7ygnBl4ftPQ6K60s
0y8zEDVVYEbAKZxBrDN+43KqBHSG9q2k+k81BA7z01g+ZyW052yIgMved8Psu8Iu27dsgrCpuA/G
z4o1ZM5WgAsawLCe2cgxdGYf7Us8R9jCTDpDhBTBiNaEuyQxIw9ieLpYmUzstBqY5EzpJHyhQuo9
ag9NtKlAJdEguct8i/IpAAVByx3a7dS8KRqBAp4fbsLHeGwJm20baQ3DKS/s0YvBU097kUk7MQ1F
/0k+1DK03dCoPDyE/kHr9HgbRi8l+KedNH5BSxMubTTnv2X3Ue5AMmwK9n5jydILPxjjl+xvoEcq
Ahmeb5XRaOGxtfooewkRqgd4G5INT2hDH+fuET3s7xXZEkSi/PHEjdI9JfGmzI5AGQZwd+NeVixx
OmTFLgGuNCQds/FVvUDhOH/OKqNQTLAcV3aonIpXNKnc9jcLNzgKTTIA+gjRkFuR5tfhmUMelbrx
WUb2n5rYkksd2PjS30RE6wyAtRLCh7ba6OMhb/6HtPNYjltbuvQTIQLeTIEyJEEjSipSOhOEJErw
3uPp+wPP331ZKHShdXukARWV2C537syVa9Gutp/FO52Mfq473XT08UGtNz5n7Vo6+5zF/ZBkVu5D
7OyfxodUpe33UMe7niJ6INp58NKMjqruVTHemfIWncbFE5Uw9eNELNxXm8jDlKqCf0K+NU0Tp60K
x6oNW0OeL7OrLLXpON8a7up+JCVJhAxWwVgmTGjvVtSq8oNTIz4K3DzRNDwEiHvWBXiKzB6UYh/X
o42Q351E0NyZHMdgvLXMLWnLS3Qzw4f3cE4DzPm1Zct1GsH3rLZKcMrNWTCWKsaj1soDmnyG5PRj
nd3XRmJ+RTTtk9+IjZtZ/oBU5DjYeiDJ33K9tZxRTOKdXEr5WyF4W1Dv1S/UyPiIvAbRqDEWW4N+
JCNM6yA8tZ5yU4XRzjIqByh7bRyL+hC03b4WbrOo2wX550h4Sap7qzrEBnDln9fPzGWFh2K3AhnY
3E0xa08sHLleqArEiXl80o8xkCbpFZnIB5xVjCSldytrN2QMvyP2exudrlu+BAjNli2Mc8MCYdQW
sUoHFkOurSA56eVjZh0qH06emzz+ZHgnBbp64yGtbTS4FfGx0fe1We8yT/xWyF8HGAMClCmJZwCa
futFkNWJ55hFeIepzBYaR9HeAhOumGDjAXiRXlp88nwEPjgYSU1UgbgrPsl6qpwG3NAh6usaFE8i
79Mqyhx1yIPb6xN1kTXAqMp54poDHk+Qe25UyMD4hmKVnGBUTe/rLXKbeast7tCzn19cI6HcV+DU
+XlpfDTGl/7NUO6Kx850thL77zWhc0tkIejXAYxEB/sFdSeUkl6uBHFyGpPpzo8e1PFOqowHr70v
TyU63n3+vRhvOofYYieo3tfr03iZACW9A8IFLhdtzu0vme9TWVBbL/CCUyXNNFhRD3ciHZ+HLnnI
qshOq6O41btyuV/OTS4OV4KctCd1VnCagsKJ5dZOFIkGrO/TpP0WSDJdH+FlwgfIu2FQ84IsyIRo
83yjDGk+UJ02wpMS9MkuaKfaFhHgFnrY9q5buizqM5f4VpB9SGWTKlzEqHlZ+4NkRNEpz9xRf/a7
Cdofes3k32R0tB9dt0+yfXlAArC/180nqzlMD/Dz2G1tQ8kXb1VwV8JRcqTIVs3uXjKg/TsfutEU
USQLSXRqhId+ppdA9EX4rD17BwEh4+w2fTIpSY52/Uk5WfqnCv3hgjTfYBvZxtRc1pWYGohwSc1q
FouxfI4X4pBWOVxZp0p9K4qvXfVcC5+UVHPGYO+Htu7R1B+dtGGnUCtW7zyL6Cy+kVvZlvP99WVa
236zwwB/Se2Hy+Z8VuK8HHpJ7IFJKQrhkNVmRyTLGnC5+XQTGWWyI0jYer+sGYWcCU4f1oKbZWFU
i+tAQsI7PiWBad6oXS3e9u13qelcUEgTT7zI2nhnrmRA3vkTWHnRFGeuiPNxjqUX1t7IrE7qL3W8
HQ0ksFLeG2ptp1+QtrdrVIfavbkFC147cBq8PbTgi3N2bBFmyX1bRDzCo5Ohd9ODBMNJnNLr0lTT
hu+6DK1IGENAJZFggcRv2WyjtL04GmYQk+AIICkMcV4bl8yacz4zMS/rh6vNwzfT5R/Fp6CWbMmM
7XYibn9TgC68iNn3UbF92lvj+2iwhw087NqO+Ti6RTCk+4pFOFTGJ7PQDKhZBsGJEglIUmHw3DVy
E9qpND3+/dmA+XTuXYLulevgfLwTOkaTaNXxqRlRr02+eqhhBIrvRLOwdLzF1rlU+SSZzwrSokPh
F5wQN/m5OS/v4mDKGSPtqtIh703ZbrKhvJuk6bMQVgI8W0a884lVb6S2ABkW0aqrBm24a4QKKgRz
yvYxGPtDW+tvRjQqUFsJoZtO8mZL+3zhL65pSoQkbSSZ9i4YfM4/tYEYo0gnieVI3VYj7Uqrnm0q
jzVKMdMdralifYy3+HpW9x9TpIiyRfKQdNq5VTHXRkUdtfhkpfXOHxEMK78Ik5NmX8l1K9Wh5YU+
mG4t7uj5Ff2tKGg+qstB00M310bfiYjnxNqH7d+InlxMcpGcxLwLH4TcpIXaTJJPkRqcYi8Un7Ip
n44ags7OWPTf/3ovkr+g7gZCUyNAWoxdU/y4GIomOUFNRLetq2i7vtyrCFRvseJeto6zBT+aWrhK
mFUtL1bq5CQ/0HN5+81IDo23f22/hQ4EAvvkQBPmXRE7BmoI6RMaQOON/6RvVqMvY1oQv0imc1OK
sCe8H5cP0915qTLFYZKeSE/Xu1yWYByL7cT4+wvwzMzCQZdmnqRRH6endIroUr6DayqQXdhjhq1c
58o76mxES2okufQDsTUxpXyRj4gqGa/md823zZ1gOM2eFFh4GHqb2teX63vnsmjLispEPTRyo0Ar
vydFPkxloAhRV4VFegJutifh/mM81Q/R4XeEEtchQieuQumm/qS7PrkPl/tjK/hauZzOPmBxdLRR
D8EQZumpEjPLHnUr2fvxmB2uj3Mlm3I+zkVc4as5yP0iT0/FTvc+tf0O6jh5b2ZwYR4E+ab+Kld3
enazYXXlbjob3MIZ6mZdaarF4Iynt+pXalObinfqt8EhE3xbOcqdsx9/Pl83evkim0eKqC/UdDz4
3rEVH1ZU9FGFiIYmPQkxL0qoUX9yaWRHr+1iJ+xC4dj28uCoWb4FKL1sBGAvcWBmvmxwkDzOz70g
FRyfQlGbnBLY+Z6QTEKrJkp8tXX8QkA6w9fKyfwy595efDFGjWdI8kq7L/K8yZ1wjNOXwI+6t1iw
6u5tYBe0T2FYCD85gpp/o3StADmHZVaooGolnLKVpBbVTox0Y3rwtQlGkbCqC4STo976JShEzYch
ztWc5KKl7ZG+DX4qQ+iHu3aIqvihq5Mhc/JM525QtSbrd9cXYvVQz3Rg3NdchZSXzudDzjtNK4sy
OZFTaIQOiRNb8iFK8J4NVILuNUrXphOH8EL1Dp2+9Lhe/wB55VpSPn7A4nGuqmIWJRCgnMboptVE
wKRtqNtpfFej86c4Mdyzv+CpHA4mQFOKJIegtjVXaOFabv5UwrfghVlOms+Nz4yHtpV+KfUH6i7/
xWcCeoYoVSPkv+CI6mmBHYtoSuAR+x3+EG+ieyFQoeetDmG7Q+Jbr+zOtHkuOaXfOpX2TfAeUzDZ
nWNViTMQpse3nrenYBnLThXfdsNthRR6ZpeGLUZfN7527UyrFNJB+4Lb5I12vqotqXJhGqTklI83
pe62ZWzHwYFMoUJXc6T8bvtw35Dl7yLJ7uJvY2bH3l0oD3ycrVPKLG9N5QXdFh3pW/N1jD6PAB3S
XVUKdr9Vfl/zBbymeNLzsp8fceffKgRV2I+RlZyo73c7v9WLXZmOnm0x5XsKq7qdJGl+U1XCFk/W
PAuLiGjGDIJYmVtzkEY4t5xUuVfGusos6aJ/Uw9KDeRgnB61tCw2rum1aGBWjqRybKBrsUSqoH3g
a9UU4toVSYXZuh33kZW/UPC5E+Nyq3CyepMQ3spg+0gGQVNzPjKBSDNsYXQ5iSkNT5J1iFq7gSCr
+aqPByoD4Ws87cZg6wKbncVyQj+aXdyTnhmEXlS26anUbb38ZGgPreiaSKHw3nCL4ThWG0+c1dAA
Gl9yzMTzwMEXSzhoZS0FwZSexo5sBBgj26t/ysDWa7uVXymLmJ8C4qJoL4y7Dlm8g8idCrzfgtV6
+iONd5668Ulr/gzkDIS3qBzPipfnUy+WkhC2gkCUFFjdHYy0gEga7Yss1NqDIlqBK+Wl74hCGjot
xM8bD821RIGCi7J4glEkhzXr3HxseAHs5nF2EuoS1fFvxkidT70RjDtFOWZDc0z858qs92Gz5cjn
gV0sPnkYVQWfSBZycbOqUgqeqMNyr9lD+VyL2c6agAtE+7hLnUrMnVp/7Zp7uvptPz1oeo1r5FVY
7Gm4R7DRwUMlFgxjj0P4YiY70XPg47vuGFeOocp2mfM2vMNINZzPjjA2WiSlUnZqvMQRlFu/7mDH
eLC2NN4uwaEqWCbe3tacqNSBi5wbKstWN4tYyU7JffVFuE3t2vHBrn/+LH3+VdnyFqvjWnbwzN5i
1/VT1jVVgL3cfggO6p+5fePz7+nxU3yv26+FrTinOvp/uL1XTvyZ3cVFk2VSbU6RnJ26X7wIYtXN
gh+ZcdTyAvKM8KhWpu1pD7B1icOXWnA9PqfYJfF+oImodfNinycbmNKV83f2RfMW+BBaCpOqezxA
sxPl8rlfoNh1YsquH2wp+F0Pm7Qhq/YArYkwVdLeueQZGpFnM+oCe+NAI+UNaVf7Nj8GXwbWHIy9
I9pO8TD3y+y70nFuenv3lrpebb9c39nvmInF8Ztjk//zHYvjl3Y0HwcWO8CFkMS2EPCiyxViV/bd
7/b7sd7dZ4BbC/vu9KX/+fy8lYhdSwqf2V9c4zVSN6VUzvNuA2yFjbC65/2SR8fhLvcYfsDzMNw9
+z+vj3ut5vHR7pKDKBxb+CZCxt06o2bTbs9z20k8hC6OO+X2urGVsOrM1vJaVfswMQPGaBpuBx9s
1HzyxpfB/70JkVlLFp2ZWlylqRmr+agwLOUppdGGnAw9wp1b9zxy7Up9jP7pASs+eFu57XXP9Z99
tCyxaL5PUBFwokfpJi/tNnfEB/FFnO7i32B0pngnQMCS78svsv7P9dlddc4fLC98GNun75OJ2RWV
Z10CVBcdhsGRN4PjVZ81J7WhewVCseTVQH9TUHUfdKcmICS6a7VDKtH2ABf+rZBXtjFXeeJD9UN+
FbXWEc2DFT2SqUwpF1rVBjPA2n3NOv/nYxbuKmulJBgk1jkqHrpgP/CuERz0F2iIT0DwuOlO2MqQ
re/i/5hcXILz8xeaGeZZ0e6l6NDAkKp+A2EsbZKKLEICxI3o/FZpS8Y58rZcEmQEeiLTdF/KblYY
8QHp1vzgB820u75v1q0Y8KCq1EYuxNUAKHpkliuZw9EMRznU/+hZuJVMXz6U/x0LDYGzBRrZ33mV
P9wrQxxNbaO2qFFVZgeNdBNNnzKxGj+pdVHvkaZFUDvV9n5hVkghU0YQ8qS3oyGa9sEAViTwS6rO
4qTbKOhtUcUs0Rb/83WUokwY/2mbW3h/MxymqpR72SUYtitDpgfKOsY6OjISFN+J62npjzZs3boi
233MeHT600uVHknS57mxcQUvNtj7x0B3Qf2ZCNQCuru4ggUxSgUNHbScDqn6h5WCYQe2Oo5wKm+Y
Wlt7eq7pzlQ4RBRqz00F/qTVuSxIbi1oLajBUnaSeCg2TulSwuN9RBSBeV/MgqxkIs/NJFlVpKg7
sMXSRL7JJ1m9AeDS3UD8ku1CMxM/T6i17nLTf+VNqdxpQQ84V2lvVS/+qqt6e9ua/XCoqNvtpaZE
yUWefKfquxn+mXZ2VBERWFkl7MwmkQ9j7yFW4YHGM81c2FnKhKiHVmiwU5dU13vhRVPi9DboJJSS
RvFb3Q7qIW7TYOPVOs/eh5jifdiIHEi8ZGAEQmfyfNilkUMLOqmyW3pRcNOaoueqRRH/UoP6e592
5o0uVeZuSCrlz/UjvWoY+CWwYzoC2EfnhoPYUvLGt0hkC/qhgmE5C7JDUVdPBiS9ig93ZCJtZJnX
dhI1LHBdcxPhRZsaj7ZqCNREcQNgAbYf3g31GDjXh7X09u8TilgE3WnvGqHvz9kPTqTU1IKqsoLK
XHYc6wMNSC/1d15JcBn2b/rPTfHnZRhxYXDxDmkaUWplD4PQFPHq2ks/BYoQP/QvpPSUH/4nn/sP
bvfDxjjnn11uHAt4rwRknOEuM/ZqERtS1Rmy23ufOhjln2KaTjv1ILa29KgdrZf2U9VsXAPLyOXf
sc46TcAiKTMty/J1pg4DGTwOaUs2d3qIwl3e7zXx1Yz2w10Egz1B8UskCnYS/dE365+L8OVf89w+
CPyoGhnCxcsbKjcUEntPdgXBBDUdqdUrelnG5Kimn96meQEOR4ToZjKl+lflC+Wh9I38Lkd7aadR
CswEybd1qQG3GWbVfV0NGzt8dlIXi0L3G6hr+J3xY+eHKrQEEmFCpLhSYU6f87Ru97LSaMdc6ZPj
9Q2wdn6JrP7HFKwR56biccwsOA4Ud1L2ekgvjErXhme3SX5LUHAPydV1e8uE17+T/8HgIjLv41Gv
5JixtWpxN5bdw5iKh14oHyVZO0ToNBeyKynJAfY2J+hLBx7v61+wOuK5zA5OW6XAujhopqSRSFdC
Bflrk96Qsv5WiOJONqZ/Cj1u7Gjyj1n4t1yN87BJ3TNu+NFRjL6gdRC9QfAj9HhD5S5GccjT4KwY
5Udremte/eeyUXbK8OAbhUtZeDfxIaXRH8fOJ37ZWoKV7cV55xImBoFu+aL+71teFkyoHxtpegi1
rx7v/TLUIQdNusexpUO2EGmbe/Jh/0k/65n3yTf/ET1/4+pYCT6IOiEBYg1IgC9T34Hh14mi9pLr
5Y+sNO6HdhX0KwT/d2yFW4NeOfRzlpWWHKQjLG0JW8mGvuwL+nFdE8lVDbKtNBuPZH5ee12z5f5W
8Ypd2CT7BGQc0bxh+Lss9Z+Hqv4UZhRNxy3hjLUrxpBhXKJNcQYKLePUbtSDNBfoHqnE8mWST4Hq
2V6SfrG6dK+NiV0NoJFBA982yqucbTFors2+MvfazDE/GAf1/OC3MYqOFg18bicIhxT0Yx3vsz6x
x/5Fsj5fP3JzELDwZ7BM/m9bQJTObSlVHphNhS2pvhtfmszuqe+/6vd6cxduyYivXS4AromsZ8W4
uUPy3FjE0psJraauqnS21EHyJPt28PYcVV9BFdm9Dq0CePexIfHR7UvveVS3GEnmuVuOlzoFgijg
SxEZXrgYS2+jWG0tDphvNjsBYULHMhJ/4+5+b6C6MANgWbJoriJMWfhuWR1C0fRDHm2dd5T8n3Bl
fFUA5uoVPHJKAG135XZ03TTxrVjS+zq4ZTsdiqL4E4zS0cIDJX3ohP4bYqQOIP1buN6OXSneRv5W
Ve7S6ZLLpc94VnlWZ+ql80VJkAcxzbhGAblqe15d+9I/hc2+Vm7pHAp94/f1DbdijliUfjg64kyg
mIs9oOiRIFUDj6zC7yiOjlZpV6DH0SMOO1NzmmrkAu+3Oo9XYji8KW1SwGfIjlCxOh+lZAUZrk6S
3cS39pn+M/UKJ7V2lhY9tO2dbrxE06+kfFP9PSn41I6bLeXw/8sXwF84UyzSFLWYZxOdaaEXRtlF
3p5qypTfRoV334ren9H8mUp/AiH64vfarSHUv70QRcUkoyez2wgqLs/7PA9QJSo0g8IasPAtQ5Bk
vqoyD/op1WibB74/poc2kp3W0m7K+Bn46fUFX3Gm5yYXLiaroHfuUh5AmgDRcRgr5cGYJuUzQnc9
YEtKomqkZm+12qaHKlESp0lDpEraQry5/iWzofNDef4h8z304eGQR6YO3RFjtwToqYcEZarRmpKD
WnXi83VTKw4AW6ABwMVx/Fnxc1s6nS1dDrjdrQL1EKmkw2gcfomsXdZpjlA/hRZqTDbs/fti7kLL
HxPygi+NTkPaU0qdfvhltPYIrIKuLB2cnxlvLcvlrXv+hYvZ8P0gbqpGRok8997UILTp9VKsjgZB
2/OGuyL5IkvqIRRfPfM2Te8J/3zpMeSd1Upbn7JIJhKBnX/KfCF+WJipol15YjLd1nCMLx3VVdFB
RaHvbtDKTYtdFW0wOSxLPf9apDkf4llCHMCd5xaDIrEaA2lVwMZ1b/f9k97bU39fFaYdadKtbL6V
UXGDaCzc2cjdHyrp6xiWxyYwCEsPo+/OHef+xlctW13ev4rPQddqzsKgjHT+VaVclLlQ8Hyu2y75
KiMPtM/8btiJqClXniI8TVoU2o0mGZ+jrrZwYJm49xvpWfIQjKTj5LvRNv3O8mhVK/MAxjHL7G4C
uPT5T7BG6+InWE2/SY0RwxucZM95LKePbZO0u4HOcUed0vG2a2vpv3A6wM7g7LQMKqrv5YcP6ztf
+XrXCe8pkL6zyQ+Oz7lk0co0E/vnJjThlk+dMkcA1jY6zdyIMNfuHNrmsc3DlhTqYn+pZtrIyoR9
vVN3ZeUEim7TB2QHdAGNul1Z6WZv2YrJua96BvkTZrCe50upG4LhlUGmuKnetuifidWXoTPzXRsm
wS8tM8Z7Re2AFIfwMdxoOVw3xaTc+7FU3chJCIlA5Vs/+qKRaA8tk98WnNnAj8vgXig9ZeP8rXgC
rn6yNjRqsHeWfXDx4CdRKXWKK/rTsVRlaK7KVgY8BXG7HHr9X6cbKa6zu+l5AXRAlH0+NdnQSVHb
dKorNN9kYA15+ffbDYeB7p0pQjFC+fjcQBf6leonvep6WW1HebkrTdNW9Gc99Bw/aW+S2K5fr/v7
+ScXVwvMCnTo0Vpgwe64GFOe5p1BM4fqTgAKblJFjB6StlJsJTBpMGijaF+AyTlcN7os283+gqsc
QWBCKZQdlg0NMNA2jZqEGqq4+TfdV29LJfjqhdbN1LZPZef6/nCsp/BO9ZoNV7WyvXmnwqfFG5GE
xzJNNFiZVWqdqbpWJVu3jToF+yjXhr3VDfohjAW9pKc3/E1T/xZaZfaBi5mer1VkBqGoJoxcxI+e
obemx4vVTTrLjqmAB+VLNW5c35evhJmhxrCQmp6zmUtQk1lIJKKoY7jxrKXtj6FhW0K5BWZfm0S6
kSi50JmuAvk/36dDKuRRNGqai76n26uKYwQ/Bu828IN9ATVMUW+BgFcyPDxGRJAlIm/LudHg3GIn
SDoaMKbmDj50AXORBb8j2pNvN6NdAjD55w/dztd36crRIAKCsNlUEGe6oKfiVqhb8Li6a4WnLD2I
8TGcuuMIcUsWDxs1hjVbpC7p7KIzYNZLPR+fDAi2pYiku0YrH0Nd2FNMdyxTOCo0lVnBt+sjWzt/
7/EdveQko4GqnJtrpboUGlUyXNrJ1OlOa2CpOOY0L1L7fO5a895Sd/TMbkzo5bYBYfreDgsKjvT+
YhGr0gwDbfQMN/X6vZ8B+uk03gsW6Elx6He6kkaAgoZw45a4PBOYhUXPIGyi32MptEsL7pTzXoVn
p4rHA3p7N1Uc+bcbU3p5vM+tLO7NUaAfNFczE7hlAC1EbE9S+JlDuPPM/KDU3q4Uyk/9q+LvE2Bg
tSfYXfDWReEeZNz1T7ncS3wJPp2M1NyjttxLhlBGgtj6pluU4j4NH0h5F5A0yFZAGXJjSS9v4HNb
i1KNZ9Vlp3NXgPyJPk3mwDNc3yvJU5FsKl6vbNrZFulVAiJtzrudb9pk6NVSqyrThYooPwhd+COM
68ER4yLetX4VO1leyXd+qg87/KzxoJdx/3p9ate2kkIYRnaLVhprmR0Bqz16XV+brhCA9xUbtJWU
Qt0CEa6OVAFEp87NvPoFlWHd+6o4Za3p+tGXoUCxONXorH1KS9DywJngvMTzmbso/HV9eGuriZ8l
mUa+AZa8eWd9CHdloxvawmeG8zItb6d+GJ41X3wwgkF8UPRe3Dgza+aAC5rchmhocKGcm4uF2sq6
eDLfb0RBeOqrf8KAx4u0lURZW7aPhhZXrzXADFSWo+l2aeHwZI7M0r4+c1sWFqdfC0Ei9SkWRNWV
rZdxC2i25jopK8HXQ00UEMJs/8PKDG1fqUJDq9pAP6v31j23T8p0bGC62sqqXeZZ4DEizFVQJudq
X4KHszTW0gGaSdfKv3sgw5FA8nfJuHeywe61jY7utWljixOJEY1RaF64j9CsmLREN900hoNCzb3K
KaRS23BSK64ZSKpKnDsjzPUlSKxr9HaoqtpwM+GUDyJi5LmTjBtD2TKy2MxFbHmJGDaGO6s41h2t
DNLD/7eR5UZW2sz0ipaRJL4jF4+6ZuzCLQDHykgItXgBstt40S/hDpbE010eA9EdQ/+mTzyX1lWn
VLc4XFa29AzdJpFBrlm9CFUrue+1UEhFVw/DneXnT4V/H6u7KlFfp0Sx9XrY0IlZcTcKMatJkCXj
cpYdmGM2pRMeW3QL46hrXw0nVyrb2srQrM0eHdMAjYkaaW+av+LDSc1Ef2jHdBJdYucOSeFkFwuZ
cQiGrVrPmiFgLxDSQNRIxm5xHRq+IIqNzPxFWv4P1JtOFlifuqrfiCZWzSChCfoFx3uRd6Xgqcu5
hxkF/qfAeAiiL612uu4917bCHN/P+Sz2wtK7BUUsFqpVi25aNjb6U0j+7bvid5e9mo29VZ1eCY9w
bHSJvrOP8RZaLBCPIpM6qOj6j4330JT5rtR1knV37cZTc8W5zaKFOtAZ8vbwyJ8bimR/EiOjEV1B
/6l6f/r8r9MR6tnvL27rWpJjNej5/Wl8NPMf/93vE2fxVp/D9vco5cNOVgYpSvSyE93WLGucJs2y
sVXdXF/6te1FfgtGJY1udUglziep1NKgKiJJdOP8dwKJA+hE5Jg24prVJf9gZOGbPU0SgPPIjKQL
95bXPbGPfS34oSB7229l0NbczMcRLXy0XCMt1TWi6DZdfVTkH9nQ2rEe7zRh42SunRpcNA3VEPuK
Fyrw0BqpUcfSuSppdjpfXobps4pJ/QDVy/VVWt3KeJmZgJNXhbK4p73G5+FaW/jqmorgZOvKFphh
bdag1mKfgSDgn8USqVovTTzxRTdL0x9yo34Wx/KOtsfE39LxW7WEh/63bYjS2vmOCwRtMgIKn66u
HKAt00qeo3bebfGFrq3O7J0px8PZSWHq3IwZd32QEvm4Gsx67WMj7QVyxFJnOKKIHpG6EUuvnSOq
4WA/eVtDdLHwakUYIzBMCsE1PIG2dhnIB1JS8ffr+2AlD/MO6OW2ITQEX7CIQ9MIGJFmhHOFv3xA
xcANYw3xB/TVGu1Oh+qlCX2gxO3nJvfvBzHZbULU1+YVlmJIFODAI2ZcOAyP3uGwkmLJHZvGVtuX
3PxkxZgaj5W+y5Pn6wPesrbYLJNe6IUXpyBM08Cu1AIST7G3yaqZ/mESxn3ZQNJ13eSasyIlA7//
nJkByna+ccQsTip6xghTvKMaRrbZd0fZ+k2TrNOpw8/rxtbGR98lD2r2AxiixcEWyyhGgw0IUV+w
jIPltuRgTH/cRSXqEL6thX8pfErql4yTZZEFlSSysEuLeuQr0pCzUWWAwXKKjkxW2kp6Q9aZIHML
NbF2LIDs4iG5iIlmF+tn6tFEqbCW3CL8XOh3svcA8+X1KVwpExNOfLCxOOnpFOaWFlOnGoj8wXtx
/FSnMb/2krQbVdlWsxvqYV34q9nSgV7bKnPsRzxDs99FeYobtZXrvpLmNN4UlLvc/0V7gzOMR8LN
w/Vhrs3kLP0EnpPMwAVFjxR0Sjv62NJLb+/FGkykhdPU6cbuXzcDqxT1PDiql0ETV5A2IrxN0S9/
Vlq7ZoP0SbFhZO0KYDNQqQTVTEJwntcPkQ15yFIgEJXc3i+dPj76NBdX5qdp2HgTrlybkAODKQac
R3C7fN5mOlz46vwWGBKUJwfKdTdyXsv76yuzMprZTczJIjJG6jJrM6nSOOTZQK9tmw57X1HrvTLR
2Q3no28i73jd2soC8bYhuQipI3f1EsSc97kG/RqxlBp9gcNwqj8X00a0sW4CqWJ2NuSWyxva48HU
ei03dAKcDC4c/SEb684JynpjfbYMLU7uYNZxUTJYVy/+tKFbBM+jthGkr5qgEjMnDSGfWGpcNNS8
5XAey0wRatJxDHAs25qw1X1GJzsyz5QPwOic7+dUgCop6APJVSSveUhHS72lavp6feFXtxnPdCoG
swKcuJisnv4WLZYKyU1UiMcLT4sdQdW8m2YK6rfQAlp73d6aX52jTQRC5PdH1MLgVFu9lreZ5IpT
2d72gjDtVK2MHFI9IrkiIdjDMapBdVuy0buItgpJpt9T6LcQUGsjn/PN0CnM7K/LLd9YITGPEBFy
5JHtyw+15b102U4X2s8bQ77Ek3B8MQSwkQKpvtSYlntRH7OxlNwJHcGpvmuUmyCxj/FXQsYt+ZWV
ywMa2RlRNmf78Onnm2agdNAZPbZAftlaceONBBixZBtFcVDV0/WRrcQZM6IA9KICMQUF2HNjhd+P
g1izlnnqppmLio0t6P9M7UwV/9KaGz5q3RrFLby7DDZw/vsH/y5Rsi6DiqHBhDmm+4GKpKO+lXB0
6/b1ca1tDS6p/2NpcfKaJsL5p1jqEI4wfhbpP73WO3r2X3iRD2aWQW/SWyFaiARNtfna6ciFBD9S
a2PS5k89r08TI/1nKEslLX/o+7ju5v1gm8ccIhZj/9hMTvvWbzVpr+08Qk6kYqADmzlKzpdnssyy
i/OBUEIpZDhnoH5TUYq9JURtnSwt/KepCbZuyYvhgZEk2gQ7C5aGeuBiu9dhJBoRGAhXniZb9vzb
3u++Ne1hsKzbTi3scHrr4+Dl+va48P4zGRlumRgDyBwg/fORilWodlUnC66Q5k9CeRuJ6WdLq7ci
0Au38c55hhQ5GZT5wbl8MiRFKliqR0NrWu4kFL3e1BKy8jvcVeUf2rC8HbKNZOrKyLgKAHvRsERb
zfK9nsUTTQ2qGNzDCGlH9bHp6FPuN7bklpHFDTDi/LsyloP7ULwNQli3dor57a9X6Gwci6nzvA7x
Eg0TgV7DXfqn5wQXG2HGxfU8P5Q/zNVi6wmlxaOuH4N7/S47VH99Z/DrgEo4TaSc52698z3WhQk/
b7ASffZITt/WXi3je4Lw93DX5H/8dHTM7u+39Zy3n1VZKDSTgDo3WepqkTcpLPtjD/rZqmw6fJ2h
23B6F751Hhh5pbmvhA8XF7619wNKQY0e3BNjO4IYg/mAniq9G7s/1/fAhT86N7RMdIqZqQu1rAT3
XQTNtv+ahveefqTxEFmm43VTlzuaTBANhjOQmTFdXLqeoOR6paX3IcempIKX+GjYbEzclpHF8nS1
SoJkwogQeHeihQWhPqTpXx9OhkI37BzWwjK1BGR7oxZ1XaSm95P5Qx2QGkjusmBjZd7TVmeXEnP0
0chiKE0XxKQLlfTe8AFMpf2+S41dVUBaZXYQt6QSFDOVLbfqPhhBISoVLYZFeQ9OEZqlgmakrfTF
2twiXUKbnzKnXJeZ0CBo8qHLwvDeCu4LzaBMdSy3Wto3bCwJ0dVpVKNACsL7wfqnEi1nPsNlu5Wn
3rIinR9iNQ6svK4YSaWftBoRYOlLK1cb8dGWkYUH77N6LMLZiOV/RqzNkcZmp4VbumVLum6wiyTB
gUqA8eFwkRs8H0sth2FepSLs8V3yv0j7st64daXbXyRA8/Aq9WjLsWXHmV6IJNvRLGqgREm//lv0
OfekxRZa8L77IdhAgFSTKhaLVavW8nM3OU0EPJ+Qf68Ct88fVNAM0Z76YAYINfo1td+Moj0MXQm8
NmSbijc4z0ntzLOe1v7cbtHsXQcyvM/RdsYvRP0cjKDLX+epCa+B46JhbXaADjtKfug1uwxSVnb7
yejTjSBzfd8s7Ulf1snrWMudhIYN4Efm3O1I//9pQfqsedEnM+M5Dcc8Dmz7Ld16L1xna8slSNfy
oJIpsSwsAf3MoW/9NoMd5U2zo5baO5RF9/a4cZFu7Zp0S3d5jidlXdDQoNZOsx4GR93YtZXDsPAD
8fcXzxKP05b2JKNhrx3H2bufrTsrTzeQhKtGIA8C9UVRE5Sn9icrTeICEhLhhJ5KgMbtt6FGDCFV
+3b7KlvbL3H/44mOA4eu+nI1eapSDLg2NCyT2aowM5+anzAdtgWGWjk8aAchuUElyAIoSjraWgcc
t4LR4bB8NogTuN94h1lLvpGirVlBkgGaAw1lNLDMLhfTscLrU2Q1Ya7sy1qNGqr+MbszMOtbYJSV
bcOXwdgcuMHQw5AHZSuOQeTBrmjozRW9J3aiH7y0+3L726w4gWh3aqghIDkC8GW5HBUTIrVZmjTM
1Lg7j1ob/1JGnvkM5butEL+2dZe2pK3jbq6jNAxb6fyqNu3Zsr6PuJNNKJjcXtQ1LA6PRlRsRRkG
WSFY/5arYsOEyslg44Q6yqFARhDMeX+sW9DUGsVuUMsA5HqPRWKfO/Z02/ZKPFqYljYURaVSMEPg
VKEr7sP39V2BVDShIOr5x8vAG6QUYZ9OW4RMq5urgxhft5AsgoN/uWQtJ52Wt5SGnT+6UaH6SXJy
hvPtxa16y18j8isVBBHgEhlwklXu7kj92meJ61fOsNXZWnN9lEqE9KRror4vbSJwoqqJJgK8kiXm
nUEp1LmKZvRvr8bBlkgpI0poIA8RoyGgGRZ/fxFldbe1cpPENbIn9AWV8n50+k+ohP0Gry7Axqa+
8fpe3T0Mg8AfNXSB5LqoQXuzQseLhm5KwWE/zXSvFK17oGqibyxtbQMhJCCaMGAVRGV0ubQu7y27
NfI69BpyhLgQxl6J1QMjc3sH11YEWBGCByComJGQna7XSvwCWoed+zTZkA3AS6iDhu9tKyuLQfFA
QL+Ak0J8l74TA5nabDSsDk31CPEmWPgXeRcKI0gJoTEIShf5KkxYphRJOzRhntZPoEoHOfj8ZurJ
m1UZH77aQXeBIRq8DEB6gu7t8sv0RZlXmpeWYZb9VOhXvApMJ7q9X9dfZWlC+vis7Hk/0KwM0ewb
hajs/AIWr9s2rsMcbGDeAYVaAE2vZHhnMLgOrQ0bxdCciX3fJK8Nf3DjZ6M4quCn2ZIaF9uyPKtL
e9K22YSgbabDnod6hfowBYJA1D2r3u72utb2DtkQRINQU0cpRvz9ZUzI8R8q+GVYd55fxfZ9kT6Y
IGf4qBWkQ1DbQD0MTDAwtLTiZjS2lWosw3E09+P0PJjVbrOYdP2JYAQSMB6oNjAGKpeCQYvMksbG
4543c0BHxzc5Zg2GP2kyBhi2pMeOFhvrur6ElialuM0mnTk9tBjDzFICjX9xgNKDQ/Ctsv31V4Id
iGujVIpyD+AIy/0DsCi1R1WHHW7uS0xIeWAa2MTQrqwGyANh552mwpLO0VTjEsptpwyhhhE4RMOr
DOx3tfqy+anE9156N6L0hSUpjk5zqdbMgiWv/5qODx7fYh26NgBEFvjTkRygHwco5nLDdFfRUFCa
yH1Tnqq8O0zpFjzverPEOJIAfyL3AvhTSu7yKjG0uqMeKNfbfa58iUFHOWnVXaVvUcFfk9ihJCbo
scHdIrhz5a7vNGt1axgNAYzin4rtPPULGh6H2SG+PvnKrJ8G5Q7Dzoo7/apRSahZGLdng6V7a2uA
5toPUc8Cx7+QGAY0XZ7UqzOvn41hBt3Z5PKwdoZiP3O0CVpPLU+3Q8Y1oAovJzgi8HtoVtmOJ8WM
pM2Afc0ZQS+EHWv3jSXZ3mD0NCr63VgWT3alopLfQc/yV1rPr1TPPvxeFIgx0aOAkjFgxFII5qBa
6/DKUe5rY9jpRpjGr1W8VWu6jvNYJgbEkR7hzkcXcOmoI/UMgzNUWBuTHDwbEkvTczx5hyn50Rs/
b2/pyteDo6IRIvADNp6MS1uu1TZGPcRpCM7GX4Xzo9KivLK+3DaycvIQQHBV4o7EKKdMcth0Jcsb
K4/DdGz63QyyM3CemFs4lZVtg+ov7mN0MeEacqzXoVIxTyhOA233AFaWT0b3KTMjrRzuzOnX7QWJ
qLeMVXj1osPtiMlYxBQpKuplAvIaoqBQ5w67MunOKE4ToztAYCoo6j9QVbht7/orwR6G6sVXwgmT
qRv7BCnznHhpaJLpZCZzaNXKvQcijdtm5B0U1WmUJzC1Lci58L9LZ0jNcXbSvEeRMy2H+6ZTGrSQ
yuqgUgW5M3hDgwy78cEjhdE7FF4wYQDcD/58VyG5yDbKLC5MvEKzsKvuFO1VtJTYn9vrkv0PJjAL
ixktTTA0XjUWO5I6lZ6neZg4GM+hY/wSW+XWmPb15kHtQnANwdGFPIj4hhfrSLmbeRBByUMCCJsL
bAVxIJM88N8UjIUZ3/J22SXEmgAoAn0YwFJQ0JSCRDoYlWqBxy10OpRoMx/Fy9T5fnvf5Ozp3QZY
ssHMbsDV5Z6S07tp1npjHlZVDaErQHLoT3t8ApeBP/afS8h4tD8+bhGTvbhLkHbi8SZVMudST8va
zYuwbrXfbZ/O0Kg2+aOLwL5rujY7J8SejmPDIToGOYONp5x8rMV6catYuFogGg3U5fITqiNIals1
K0LTA39FxtxT3VvfmMt3PR+PkDvbTHrWdhgYQVvssQ0uTelCG1vwceugGgvdWe92mPg1AsLZwVQb
xy8g+BNYhUGhJasSvwQXyMZ5v8oisGC8w4FNRhhDLU9Gzyq90rujVVTh3LtIVtOmPVpaMQRmgqqu
0/H6qLK62ed63Z+0GjJEfjxm3rkax97wK7ua9rplDc8UEgH3KYQun4tSTTeKSSuHF/P5jkBrv2PC
pFg7xBbJSkMrwrFw8n2hmO2PwlLajbrEFW/T+1YARYevABofXZ5EAo1Y5WqNW4TkldZ/skfgHenR
/gwiRvIAGZp6DOo3QznddveVmCHUOAB6RDqDIyYdYs8grj5r+Py19qcd3pJPunJXvmSvt62suPXC
ipSWmr1DS/R7ijCv7mMkR3nta85n8GE1FsQGtmh+bOlu/M9G/l2TdIQtgzlxnRlFyEprDLjexuCu
sdQ9KYx5H0OTfXd7dSuBEFgR0H/g6IL0RU4uhjjPBf9PEU4UbI247+9Kc+P6XftMWBaYngRvCv61
ZVywirzvcIKKkPZ1Elhq5j3gUZTcVVrhPFG9gKhsu5Vprn00ELYhGCKtRvVbsokKUsryEv7Yk6dp
7/mzr82/k+ZP9nZ7+1YikI4YIBImlBkxfrVc2+Qmjeq0eIZ3A2StzDg2n23b7h5qUjX7iSvWGeXW
5NNElV9AzW61xlatg4sTwwk4BrbMn6PkmE4HLU4ZNmN+SAo++XXz3WmAz273g9K+zF3yo8o3PGbN
Q5Fco/7ooVSGhH65ZG7yBjhWG5UHAkVD9D7HJCLti7u/vbNrjokbGr0YJPOg2RR/f5EQVKnFHN7C
TMHuOpDRGPFDvdXyX/NMjE6+N3KFcKJ0f3DD6vmkChup75wAXhi1wGl9TjcC1fuoymXGK061KeTp
Mc8EDMv7TXKxmHSITe6VdRVO9VOapigLqQEouLMuMlRfrcC3Rw9lD0zBj5YwX6kfqbcjirdv7djn
GSQtiAGQNYOQ5Jg+dvyblpwIBNnreetlvLbrlz9U7NjFD+1r/Pwh66rQAIkuGtb+bBzmvNz4ttcu
hMcMeJ8gMogkBXq/Sytq30x8yoET04fX/NnAm3vWihOoybeupevlCA1r3D7AuILtRA4DrOmBZqzV
KoSet6+Bs0nRfjV95qszDQQniMWBJ2LJq5a/uKqCd34OdOrsD1BqSJR/bjv0SrogxABNjBJBsB0D
u9JjseIYBptsAjwOFFirPflUeEc2/5OWd0gQDgnjJyjQgjPbuHfHf2orjRqjDSb7D083EpcrCAOO
7eKXSPs/202t6Ap+ie3szGkPxNNjvx8Ow6E4J0/u3XA2nung54PfFYeafoKaKOYvNnZDrHZ5JJa/
QbpWawN4EHBTo8S8+8b3SZDv/f4b+7R19N5BMrfsSBdq2jJIZDEPMXLf77XDELKzudc+ewd6h7vu
Lo/Su/l+uGcnZ/8E9tiDcgRr8BFn6xg//jmVLy0UZdzTcKQ7iLge0oOzEU6vbyrsA947OAvi/WZL
ca4Z26wBEWoVNnneHnJjxvl3nTbQir4/qlZm7LvEJvuqYlufYOUUwrKokeh4Mzjyk8uYi8zWs6wK
81nxWX1soCZY+B073/7Sa2bA3oTJZDH3hYLn8rCXCtICdWyqULUKCI30UI0w6UNbJEG6VY5Z20vo
IqEQAxFxkLSK+/IienmI5a5XI3pB9m43WgCL9kNokHswqQGP03y38q0AI3687F0iexJcuZhVkKch
ZreYAKFKqrBozpbaHBT+5mBh2Q+CIXaiYaC8AEtsHFraiW+MfF/NLIhTfGFbrthgGJIwoGKrsJ1/
e8mx01DAjr8XDduR1G9o1I+/6XCI+40XxaZdKXqQuc7yjMKu59oHh3u7snuiyVm78+BH1AjmHvyP
0w/qbLUk16K50DkWZW4TS5cyj0ynEB+bWhwVpc2CJK8yNOJRM9I6utVjW/MktGcFDQpSK6j3LD0p
MSeOgUmzClMLNL9ekkAoFiw5vkP4fKAey/bQWe1BR1g1G8flPWWUXerCtCddE7xs5gI49iqMbSsw
cvPVs38wftC87DCY7Kwx2wcEcQbP5os37fC+5CMENb+ObfFA7PY4sScU6k/6k93glXn7KF9VkIXL
Xf426dM7kL9ywDuCT+/d6c6u005xgjEVweV1iKcnbw8ZJY7ry9u4Ld6bZtebIibbQEMBQRfJMLdZ
4zUVNqV8RiHl/AgOdPLFpsFb62sBKis+C4q97tf+1+9QOwnyHcZMgjpID/FB/H++Qz61JxtpjHCC
qx+F2hGq6QIUbUmRjbXM9pScI4BWkJKlAZ0e5/JAi+qY+E0Gofl5iybu+gQIQXV8BCBVUfKTu+XQ
chn1HuxtYVbMlu+08T3x1NhXkuZ0+0tfB+1LQyjZL/0/a41ON3MGWN/gQkvP+RqDzqs1Xagrbmyi
yLGXmygsCZiyILjFANzSEiSKOKooAGp4ffIL1SWImBdlsnHJrjju0orkP11v9wmzByC7HA9JIAv0
+g2yrwFedMFEZz+x2r3WQ9xA2UNWofNry9yoza1+OlS9Bbc7Jrvef+HF3WSZfFZGsaOO94pCbas9
qPrr7Y92HbSwSMweI14ZqCDIN23auF1FVE5DHjnsrgkg4zMnAfmWJxtx4PrdtDQkvunFWly9qTIH
ePyQeRiLh27YcbAP1me13Tj2q3bez7uocGNFSztTbphN1qvYM2bhNH3Vshev64O0vXM/KtiJzARr
urAlvt/FmhLCGreOYYuBHcjYT1oSxM1+sxhyHTOWZsTBuzCT9a1iEncEuMsJYtvH6DTwTzFU5WO2
H/XDbYfY2j/pNefGbluWk0ZDO/3jQp3WTJ4L1P8UCB0fb1vaWpZ0NU99XlZ1oQPW1VNMc1UPmTO2
vg6dZx1o56E6kEl7nIx4YzJoa4HiZ13sZsehl1XYWGA7mw8FMU9ONuwsfkKNwneMDdzm+hoRdKFy
LYaspE/XaWMM/LQFY+Mfkv5j6cy3Sh/OqEFh13kaISR4e1PXV/fXoPT5qhmwj6nBpmrWr4z4ndsE
3ZmYj/bzbTvr0RH0qv9vZdLXswekVgmI68IsDfsvluJ+ntieZz+mdjjO/OQhb/fy/ox3OkakNnz0
fQzl6gK4MC59Q/DzFhre4HUI6Hrlp3WX+4qVo5LfAnbpx/b0zdEmNCuAwXT2We6BzNJo0q/EtrOd
XWbVncsUUHwqYPLe2BZx9Vz9MhvMi3gloYpgSh+8jL1BIRxou/JTet8EiuMrr/lT/6KX/vz0b2yJ
mW0hKQVAghTqLKPsvHTC9ZC4x9T8Bk1VqCcG9kvHA6Z+113kOPXGmb3CuL6HPHx1zMiCNAZvpuXp
8QrcIp2FWMQOk2rtifdtaF5092gbzwp/jee3sdm4ocQq5B0FyxvA1SgdYnxMuoZrTevIUCLIznX1
lHjeA9Om/e2dXDul6H8B2yFqzlfcEVwtQGBYufBl58QQBnh5n/Q84OpTSQo/YT8a82MtWFBLQ34b
vURkL6KfKC9qNkAND+pxI2pNFiTZowNpez5+ub0s6W5/N4IeIgaaRSURefDyWxnZaDjEbI3I5T8d
L5o5FOQBOyBnhjklqm64vhR5/msNUyRi2Bj1OSnyqF3bAGYwGlE+pwoqkOle74tub6bOrrb4/cyG
jYe0OEoXjvEfg+JVhxYEqiAyiNwbR9DXAq4e8XGf9RHqviByvwP9zkZGITngf+0IPnVUB1DzkCKd
EcdaQUE2FLWZ0Qd41oPzPNa26vLrq/lrRQppdcohQYBhzyiB4qLVHRON+WPc+Jv4MpGUXG8bBjCA
qEZFUd62oiubLAPeJTIVNSihgpFSyyf2xsW3vpy/VvSl78VjA+o0huVgMOrA80+tMUA+rvU/CtT4
79f5a0hyciVBaZqaMATv8/vqGazlrrORh695gGiQ46QCygZby8XM04zOgoGD1I0QEc/KdHjMzeKD
9NPvKxF1KLgSql7ovi6tUK/nhT4zM+q9Fzd+tFQ6PHtEPdb68BIrRuOn+jieb4eItUML+DFwpwIZ
DJHapU2jqftsUD0jqtp277ZvRHmeyxTAxmmHosrhtrE1n7g0JkUIl4xdkdUKfEJ/qNPvZn1O2gAC
7LetrC1JkPaDRhNAZ+BclktSBsZmm6ZmpPPsC5jzZy8L9FCzkxPTlY2LY82WkAHFdJEDKWH5kxlF
k/aIQWaUfE6HHzYgobHxT8mGfbaFdVlxQbgesAN4DkL+4gohbMaT6Y6ZHcVkbs+8ALA2K/L24+sR
Uc4EdgclUZSXl3sH8mpwo8W5E8VVr/vuYEWD1gYUsANfIdkvTEZ+u/2xVlwCBV4H1wUYVkEPI30s
azZBPZiVTlTj9O0UvbQCp4EEAcnzwJq2dIpWrRlg+BJs66K6vFwey3lHaQdrE7OSMhjiLtNQ88Xt
H6BM4v6yexVwkNsrFCuQwi2EqVB+xKUoyvVSXO/71EC5F7cUCOmMGJXO0leqMxjpPlGSPbZxu3HI
VsK7jiiCREaUe67mtxrwI3tlZxkR0UBZT3+WAneN8efbq1rdyQsr0nerDDY3DVCTkT6fDHCLVBj/
5ej/zB+kLRZBcbEcafsydczRz7CNSDPnHlLogEOBbws11WZT/nblMCPsotOKjFoQO0ne0Rg8oT1k
4KIKQt3mHClT+tTEw31lFH7BPnkGFL2o30BWBhrb95P1aPCdEgeYeJrLIrCaZqt0KtZ25TqCMEMV
eCHjXff54qVa6QKFVBMjmpH0epAzK4Di/JTYx5lENcZR/JzHp49/V7wmQGuA2hp4d6TvOjZUz+2y
tqLC0H1HrQ5D/lJOb0lXbbxTV9wUTDuYf0ISYqBZL+Ldxdq6anJUprR2NCmfXCUy0/1gbzz0V3x0
YUL8hAsT2TzVWWcwO0rmOT26lX3O1XzYkaywfEQburGilQiNbj34irB97/oxS3Mx+DQz3SW4d2ga
33tTXfpGRehGhF7bN/H2wkMI3QxdbjK4kzambMitKGYoooN+cWjRuIGH3vaDlbMAHIXAhoq5PjyJ
lovpbCTx01BZUWLuMzB1FlXizwpFF+FVHbfYW1f8HMaQXwMvKqC2ktOV1dADkNpaEfHQM41ZwIcd
a39V02tXJAdV9438y+3lrVoUz2aQPQLoJufAtQdyHZPC4hTrr0aS5Hd9abx2LdAS3QixRKdIk/Mw
Kcpups60u21cLEc61iAOwQgTKPFUAPglv6ymPCYpRH0i2zxY5KexUwK1P/H+LmMbd8HaCUCfFsAJ
fErMyUkZZYM0iagKw2lWDL/Uf4x94hekC/ItbqZVd0FH00XUFHgV8UMujprt8dE2Z2JFCtRkmfrG
jJ9O+8x6fuB849OtmRK4DBEQoXBhS4HD60BLihBlR5qfP0BfBwWPrWksucghLh0Epb82pC/EXCcr
tLyyIxeSeRlvXmOQ73jtG61K4D2SoFMg/xSTpyzdCvlrXwyoIvScgR8EYZJUXukh2RtTb7aj0q5Q
iTecnc5JYDHv0dXSP7f9UK6ivS/z0pjkHixO27nKJuh36YSmRzUFWfO+tIo6dAbN+63N3D6lRmqD
wHa4G8q5flC6Pv8xDYp7SDR37n0CH4+DLte9r7d/2+o+YEwNIib482p4P0u4xke3sCPS0N8T+6HH
0HqLyx8l2VLfkVvT/9kFlGbRs0W5DqxfS9+FWEnzn2uCTorvzDtF25EKdSCmBGCpTMD+2tPujY3l
Qdd+3l7l2pUBYjs0AzFtLGBrS9NmWk12nRI74vn+WPCNq2JtDy//dSmZtzA0o9kF/nWMy0zTMQ+K
+Vi83l6BOAlyLMNlBEQzJv4Ex9NyBcydu8mNEydy6Se0+/xRR5vl469vbA0OO56niJaWiAgXwaWw
ClZUKnUiUt5TrKXfYhpc2yjBtCpQViikykoF6TTGjtY0TtQme2sIpvgEbYy03yhXrW0VbhohlGhh
eFWW/gaKi+bdNIIhxD4m6aF52ZxPXI1blyYkV8bgW+mOEIqLVCU+Om5zLrx0T4Azz7O93qAZO6rn
tOVBVmsfL/cASy+ewcA+4BBJ+QJUOFC4EHGLkn0LMVatA57DvNP74V9cnheG3rfgwhm8YlDyodcR
s5IO6o+BZoWKhoKcAo0usC15xr/5aoIREiNH4o0qLaw32skFDt+OanRGVY8eYlBD5m218Z5adY6/
ZuSOtsZmg2czzCSt4z6WncZPIx9/d2l+vH1g10IOOuIodeNZhcEtKeQoCSiFUXx2ImDG/ZJlAW+L
w20Ta8dJIIvxAkVTGWpAy/M6zcY4tXOMmKDUgc67YNajUge5B5Q2P2wJ7oYji7kVfBxPShynekwU
vCLsyMEwJvLtub0Hfmqu/kU2vLAjOQFh4wzecayoaM+O++xmid9DXdnRowmAnttrWvGEv7YASZMy
AI/3hFfC4VRm+Pp4UlwQnpun20ZWPhHgQACF4JkLugv5FQH02eCpGa4GBApzR42q9rNkBoCwxShn
qzsflJ8Sdyz48aBJCtwgUhu5hO4xzcXcBQovDftNNRs42pfbC1rdtQsD0hfK4nlWiQkDqfY9Lz51
QBdVWxJ6q5sG+gEd5Srk7bI+T16yuKunyoksIKqsP/UcpnXU5VvZp/ip0pWKvfprRvyMiwhnDoam
tD2WUkBWdW+1ND96JXoCFdXSoOumnz3trXNjU+8lKeqNcLeWDQGTKPRqgbEGNa3kfgYQNWSuwOVi
ZV2gD9OpGnxzfsWL03eN9pQk6GT+7C1wB2yRxcsd5XcnuTQthSYdAoRz6sC0AZuawe7adj5qSb5z
EKV+V+Dej8k7f/ip8orHjmzRvq6vXdeAy4SkHej4pR/A80zVwfzqRqykh36M76YiuUMRZM+mkJvk
XreT+6yuMz9z6TPNv9124ZXIbOKSQRaKUvz1VHdTmPlAcdtE+tClflHoeZCq6la6u/L4RCsQzE7I
pkSlQkqm5pkWtGxaN0JmCMb37xktDtx8zjIaADPO+z+3F7X2xkBjAdgH5Ig6upDSwbQyO1dGorqR
Fu/G8SV3d5TugTWsVYLhCWXH7HY3u5+VYXytGwhGJ7vB22qsiDXJJwrPOVBfAAcq9nZ5ouquh7cy
EBI/QImdqKcBJHfKrtjq/a+ZAfhTA0BadG9kaF8OoJoTTyjRK9zec284xXhO9fG+tu1zrG/kQWvB
CEMoeNTDIljbpH11+sbOO27aEbjU+MGt0I8sOsM6l3ptH3T3o7yS74cTNQTA7VDDRkFI8ptpUmIl
Tw08TCFvAqHx2vBR0x8Cmukb6f7qygTVAurXAkchRSB3KKjlDVjZNLAT65wqaEG04DdxmKT2xj0o
TzX8d1l/jUlH3mJQyOmQ0UajllqZzyH2d6ot6gJP0hK6m9V5AH7F7HZGnNK9NpZ7S8+As2D6Z0qo
Cqp8Oh24kegBJ4725HbA1o5FY9zhVVSdlCnLQiPdkgVYixRia8TQzbsA59KfEzRs1ba0bbDATa9Q
vQc/tL1xD6ybQGIlZkCR+Eo5XJ401QQZJDtKC/ut1pofkzptEbOtnReBgsCQOPhUUM9ZLkOP826E
/gD2HkSABdGObt/fjy6kxLX2yPRkA/u+5leCaw6PFDTQ8NxbmpuKvEwp1DaiueTag2UUaNZNHj+C
cGn6VYzjEN0Ofav2NAxnAOWLq1Qmvfb6qbMHD8lpYti+Nc2HtKN+R8HOXx1uW1r7WHBhjNtjYUjp
JCcuFShgcyrS4MFJD1BXGMB52XyQ6u39qIik3hCzszbaEsv9qztronYtUqyKH3OdntmgB3ONV1jh
nf/Fgi5MiUvsIgVyIVeqjTbakApDKTglKfPd0v6gQOF/FuTq4AgX4+eW/JTUBdwiTlIn8kitg+6f
ddAPnIeDC6XMjS+0lp4i7/2fKekLcV5gaBb6z5FK7SMvbdfHoD31i3FTiFxER/muA5gX4HIUlYBX
Eb/kYutIzcYcumt4fFVP2fBHcdjOxkDJeEgdzKnRfO+lTzH5F5cRCJ8EsRjyVkznLY1Omgfoegaj
Vo0Jqd58al36ZCbmvWV3z//CNZBNIJfAEC3aYktTSUP4NBSo1ahm8clI0BJUt8a/1g4uXsdIfkFe
YeMSWpoA5bUNJZzRiYaGnbnXHjISf6kTNTQt9dft1ayFwAtTcrZdgJyygSq1E+Vmd2eBp9b4qvfN
wQNPY1Zu2FpbFvDQmDoQY9WYUVkuC3nCgCKN60Sc7mNIDZaBN2C4/3h7RVtWJE+fNZVnKOk6kYbJ
ivm5HneoX9d04zytWQF/InwOb2XUOMXfX3g51qjVWomIp/cYjUzv9NjwpxFwS2CzPrweNKUQ8fBI
Fq8+yVLsziCxEu+hGnM7AR5d37Q63busLH3Xw/TbbWsr/iDGh0BNgezHAWXWcl3Ei43JaBMvGrv0
WM0eMhB8zWBSaDDm/VtpkGIjA1q5OywQWsHbQXIo2B6WFiug+Zoe/EeRZRdvTQpUcjkqW6M44mdL
QcnCHQifQ76KSQPJKboSjPKcMy9q+0Av/PYMzyAd5pH8+get97f3cCXWApKPpALda8HNLlZ84Rul
hqzCTXsv0jKMOquQOfU7O/1cm9aGq699LBTSoE1ni3a5fH8QL2nmxGi9KNPewKTjtcrBhrGC6oFj
fP0XixL03OIRgz8lN0RKXk9eO3lR3D8D5FZpD/lWfXrlTIl32v9MiOVe7FueJSkoxwbsm2cGaJQc
4qSCuFW1S/kHZ0HEzSseQ+L9grrqldKxPqZlwxusZnB+DZlxR1/bovXn+ieSxI3zu+Z6wKmgv4wp
F8zRSPdFATpub0A3KwIjZepAo2v/KQP62+cv6Cjd/kZr9QPQKv61JZ3eKXfbeAIhfqQVQXk3/wKC
03tOz+ng75V8744b9tY+2F9zYNhbfjAeT5QqwGtHDuijunu9CcevtvrP7UWt7x94GxBTgQyTi7lg
cFY6dzK9iPMfXfpFM19Lb8e73vfiR0x77cat8di1UwXgyf8MSgFpsLjlxvrsAREW+65d7FXtWz4/
UTUcmm4j+K2FChtEmCL84SKRyXjooGoT2mQeOvFRxz8P9Ik3bCOkr30lpObi0EKXFh2E5Vea7XEC
s0hBokHnUA6OLLAKE/OPrv+8/aHW1uIIfgRAzFAWkNtLVVp0TOvg6CRh+Q5g0vrZa9XyodKr421L
qyuywPEpOvBiSnu5opih/TGbBH5nfFFNzafpM2oryb/ovIgAgR4C3t9oMEqXRm2CDNxTWxK1ZJdb
AZT2Sufz7ZW8D3fLF5MQ+0RFF+3X67uiZKZWqCqJQKqUHbC73dnVWIepxSoLWIN5Za3IvkKxqd2j
ljYH3OHKXUUdzG6WGnRsJ22AgEEyH8vEUPfGkAObZajTg560o89AfbVxt4loJf9eAeRAMcsFql+G
SzamM43M8UjEZvWBtPFTpYQVeSmG4WihNTV5329v0NphvLQnRTSSJTEdqEIiQOy9DrKae+AefsZb
xLRrjct3gMp/1yXnpqqC/dIsQqLE0v/xiOb4TlbuWlROAG3xU6i+WZQcMoz5tOZWXWDt4ACAJpp7
qL5eHRx3LnIMDbpelPKfGHnxFfbLrbdqHWtnBuxmMIM3BaoqUlLi8MI1UpaRqJycAkyhEPXUcuM7
a0zmo4G1Rcmy8t1AcAaaRADSHDBki59zcZdrXPcISxB0LOtZT/80/SBOqQ0J1irbcMmVCwKvMYHR
gDuC3ke6hbx6Biq4LpQoV/qdSbNjAjUYbQinQahiBGZOgplu3eor3ww1T+gGQCUV2H45xyMVOBSK
2hHnYAI6zE+U2N9yyjUb4OXGPItAdmN5yz1sWmXMlMlUoozrmFUtfVJBCiHf2L5rKxgnQMkfY+r4
YMj5l1ZirbHGsYZj6DhfcWL6hjf4+tYgsXCvZdxYWrmKpQTk30ZKIruC5oZJd8kWW/q1gwsLaPta
IPPDvL/kcUQVsERekahgJ258IzzZKZD6HJ5uB6T17fprRjj+hWP3XC2JkVKco0pp71PPnO80Up1o
5W1xrFwfoeWCpMQxHTszBX0DiTA1bHW7ZGcdveO4Jd25ZgUFVuABwfcIsLa0bWXaIQEZdE+MaJXE
DVT14ABRlXUQcTA2sp2V/BQJMHQpQKmGq+6K6qQ1RlZqdQ0vYGCOelQnkBmZ0EgrA6U42PlToX+O
OZQrPLqBDlm5Z4VloX8EMmEgPKXPhpdL3dUWNpN2v7TstQWVoQMKt/JQ20fdeJ6TQ9cAYZe6j+Sp
ag+qssfgpDc+qkn+DaPPn8Glt7vtSNdhC78ImwFuOYAU0BZaOlJCBstIUePHUNePahj91A4GeofL
Z3zVe4xxb5hbOYBCZBejB0L5ASd9aQ7FxRaMfLi44wJBsR2UZJfR2tzINVdOh0jTofIALJMKpd2l
Fa6o8cx5h22eEK5A3dgxv9maKlzZOYyh4G5BbmchL5N2joKvFlq3CPhzMx68LiiGLwlQurg562k3
Tb9L55/bn2olOwANEOrbAOtqKpqX0rI0g5usYq0SObQb232jaFrhKxiVyX13ZuMve2gzyJjrWvlZ
QWOqDxrAd5nfdcz7OJBBODA4wEXrTfDJLHfY6oZGcStLAemhheZ80/wczWFr4FBmxsT7GFbEhYCn
MfqmVy+7aRi9iRpYsFtgIL48m061w+Cqb0xu4LFDUe079uAa+SNGFg69gnmt/yPtunYj15XtFwlQ
Dq8KndwOLY89Hr8IniRRVKby198l73PudLN1m5h9sfcEYACXSBbJYtWqtf4ePIhPWJC8gHWBCY1/
GkGgzoxR2JVOg3pIm69Q6LKZ97dM5v8M9MwKN51VM1EjcizpJFVvEPPQpgJJw+1t97mOmTGSJROE
AAUVK35TdFLbQF+IxiFSJyTbbq3hJS396bn8+5ZHJGfQVgl2F6D8UCG59I156JRhVvI4TOMtwMM+
re6dOfU6+u32gNZ2+bkd7s6wmNmx1sziMEkBfJvqQ7307lWC22LlZroYDXdkk7lmsWFi2tJ0RnHk
UPa7yDDdIrG8XrREqw4PXVhsbpDUyCavTFGPddUpNovDufyWaUGm+6li7zRJeTL0PUTP/LR5MrLa
HU9MrfcdmMEEJydPtPfpiedfwC2emSdxtVClhq/EBCOmq7nm4Ocn0LtYbkK9iiB15DWRd/TyWnA7
rs00buUlPwDGEsSCl35Tq5mN66iPQ5260RQsYrWyhw03ToKdsOY44NvFUwdpUeTguIf7LIFKWzK1
GIQej1UV2N02GQS+uRIGgpXujwnungN5qVpGsx6HSxJR0hrX1B6sLNkK237XbiFbWXRGrAUzdEXb
lhe2lZAmCduniRwY+TU2d21Vg+X+o2seI5kIukpXL6Ezg/w7B8Qajd7IbRIWpun28y9oFwbFMsAo
8Wb5WCrgsyJhlaVMkOZbO7+W/lxQ0SNJhQfkpXssdVerg+B0SJtqQ20DYdLXAWXkSUdN794GM+Xt
42VtCc/tcV4C4VzcmxZLQqdTXDadZhq5keRPokaOz25L7lGC2jiC3+VWx1+4gdVg+xxZMSShSnfG
9LVid4n5Y7BLt7GOgJwhFC7je5UtTd3K/D4Wz0za1Hm/JX8pevu5988/hBuxRRIZDSxqEjY9WFXf
mfqajAL3Wdt64ClAixPwqkCac8dLBiLvOYGEb1jBT9pI9WRaum0vqlat+QpqYtCXWBQZ0C586Stj
p2qpY8YkbBNfKd/Hqn5V8l0atlb7Qe0vf+8o58a4vW4nekOH1k4QvtsIM/U7qjwljauyNvj/GeKi
hDpXgDxiVhISQv1q+qVkhaeD3aWVRCLs/PyhA20h6UGXARI+IK3jr9YWu1mL0uFUF4GTyhum+FW9
ATOrn8yBEwmu2M+te74DeHPcHdspeoo2OzqcdNx4qPOpha8k32frR2yGqqn49vRzIhuDCJAw/IUD
zBCEKvFM+OxVdHipeRU8sYYRafJpbuoN6N1TV7eHsIEWnVcyum+J/Pv2Aq4ZxGsLOaKlWovWqku3
zJWm6U2aK0DOOtC8NXeZ/GqBNzcyiNeTvxRzAXBz0bCFqtqi/70Q515aU4fSqgetUk4jJYVnMOt7
VMibqLHfun46QQZF9Cjg7yIwyeM1gAZGvAcAteEBA3ZelaxCC8Rphlqv1RvHQptfZak8IK/txVn3
BNWgAFRhglzI4vbn3sOZ5cEDE7FAdERhFoHFbwdBiiOz19sLJzLBHdEpOC/wzEyQ/6XqIc/aDQqe
gs3Nn4wL/AFAdCTYsY3ABcCtVlPFSdVZJA6dOIeakrPFdbEjzdfbA7leoksr3E7TTYf0UYbYXB4z
F81EXqE5HhSls4zuE+QkWucehcjn20ZFQ1tOm7NkVUbySO1bGNU69LTGQIKWgVMrgt28TNClG2Bo
iyosYKCAtvEZxInqczUasKIXzNWa2rPA/4Ru0gyyEbfHI7LEeUPkTIVEpyIOW+mA7MIoB2O5paKy
+uqsQdMF4nHIlANxdjlrg1F0I6tgxZg1v3DA6wKFR9F9fBXOwe0W1RGge7BtkfnnrNRSBYWDEbHw
MFqA1ceSyyw0H2dPbFPQ5LPnmaJ7zgdnxOn2LF7vKViGEyNsRTYMQnKX4yuyQmdFB71xPQEpWFek
iT+murW5bWVlFpGlQNSIWAPsE3z22iz0mEW4zUJHLfbgUHBbJd5TU0BjteIRF1aWfz/zcBCoqTQB
ECJUbDtIipfKPCRttZFqQSv/1QNxWS683/FAROoJaadluGeGRg36FnqOwEaLPihUmOzE9o3iVI2/
6+YhZ++drLiTsR9GtGX0WwBOgtvTyd9gn/aREAaKBZOKNrdL+wDTAwgbFwS3pOInBvGL8WV6BkJf
FH2vrdvSAbBg88FpZXB7TI1zmzkJXhJpNG+L3rqXe2ln6YKrY23d0IgIoaEF+4O35+VwRmAH7SwZ
SagYBMwulqdGj0wG/rkSvG1XDdkQekYwD0gOL3zfmkVjdfZEQsPesszc48xIII5njZHgAb+2q6Dh
hiw66M5QA+dHFNcxLXqZhJGWvEdxTqFEEItkLK4CNqToodW1uCJmD17IrQ5ICgoJykw0zLuXfDp1
VuXPSrvP9I1Nyw3gH95cg/q9dEVNQVd9FItlPD9RPZQBmsGOvlwxtZsgsKZpaShZk2vEhTvbW9lE
U/rjKM272iJbq/I6cqdbbCO3td9kb02q+7d3wfUkA0CI7hRQduDcBDjy8iMaEkWVRCIalqciFBHX
XKVgMEQ0viM7gVr8p1te/vRCHyopteIsjHP0Muydck+jcOy6I+npzpEDCvwdebBotbWTrVOMj06y
Kyv1hBNH4EzXmxCtmKgG49WNRdYV7uJudAJynX7Kwyn7oVU/gZOsB8GJtmYCngSYH1CmkD/i/JVA
hKh3gEEPm7e6e1Tu/xqdhtkE/88fA8sHnJ2YSZIZpdqUeRgZhivVd1AgmhBw36dI1N/2itWhQDJj
UbID+Nfi3oFTGi3av3UeDt24H6KdWRYPmS79dfAB0a5FTc4E7gTgZu7abOa2YZ2u5GEymZAXzF01
+y5H9VM+/bw9nJXQAJawx5bMBB7RfMLFgvhHPEUqliZjHqmzRWOiANEKPZQd85Qp9UwdQWQkQsWt
bYALw9zrfY5Ne5JSGDarMBlqty9fiH6oRn2b5ZVHe8mv8Af12OxruHi66TdCV0g5t054ewr4Z/Di
O6BOQ/Eb1ASQQeFWFKRUAHHPZh7WfefGKRhVhy/lsDdx9OjW/YRa+L+w9xn/A5wMSC83cCvJbAtJ
Eew3ZXrRq1Zv3KwqGqRaR3M/aErqzUqRbSBM1wue4Nf3+tLOiQMd5SWEGDycPCt7aQSTDmgD9e5g
ZngJWL4t+8TWv47SKDC2doiDC8zBRbikvEBsdbkn68xo6iaeC+yUHMEKYCePeloRv6siP5UgWJi3
pN0Yud766ISTtqUNBayoHpq9UubJLm4n6ttjkQmafdaWG8VZ7CucGKBi4o6KAY2PxVRXONKdAnqX
xktuZnsti/ZTFT3UxWOTAr54e8VXfR0q8YAyLQUuVKQvp8JQWDJ2xCxCS3kY35JhC3VFzxzrLQq/
dbzt68Qt+yfTOqgKcxeQDH3NDpWIkXDlQkMZD81HC4MfMFWco5c1cDlxVJRhE6OhbdZqO1D6dBJc
J9dBEDBUQLwiV43M0pUQQavouYq3UxnaW5SDXjPLlwUruHYEn1vgNpBmTI06y7CQIAQh6s9kPukC
E5/OefnOXDIr6PtBowfQ4rwuNRtadUB6pwhn2XFRndGltyhQhx/61p5at6h8PdqpiewOBSSoDln2
AY604S4CvW3+eyrfigfQM8xjMLTbAS8uQ910Mqost91qZR4wxRAaAyAbHbw6Nw+t1KXFqKA710wn
qFqwn5UOztGkEeVZr3qVcUKiGo1+VrCz2QsP8qX7zrnRKYXeF3jaQ53bqmyfpLIHRHjQGQf5e0Ve
K1THK8OjkS8JwQsrDnVhnYvDnGKehyJBXlwGX5X9MA8PknKg5ONfTOby2lmIy5EkX3IqZxEEMSGu
CoAjjoVIwkOHum1N/RTaHbfNfCZVOcdCqnp5hIMwAo3JXFAtF04kSQmOgnjesSpxpfixR+6fQYEP
cKshvW+qbToPeMGWnmOHBdkAgwgaNE+loFK3D+kLIY/xuGlHT6k6N3PGbWEflag5SIPgObNyXiyq
rOBDw+mNDo3lJD2fknYA95RqFWFWggbKsNET2VVUBApaW15gwRYRGew4iAReWqmccR57Uy/CeviI
R3lLwNi86E3Yv2/P/HVSDDXxheYTXU7gQuP7omUlozZtszKsrWcHgFfCftsR9SYA0ZzvQ3YaIlOw
1ivX7YVF7tRPxzZLE5Q+Qht8cnXh12nhV/S3Wud+LxGBsdVNClonoLsBvAYQknNgJdFybdaHMpwm
Ly0HLNVraT05jPlN03oxMV9BUN/0OnIW+qkmgtzI2mMREcVCioT7BeB5/ozIgLhDGgaxXFm5xTC6
MknuI7vf1Jb0NFTTe1HGkMLov+Qjc6OZzYJrZ81ZsauQBQedGUIczlmTiUDvDzDJsJAjacPauvg6
MUkWpBJWrCyMtItICd4xEJm5dFbHTLI0q2kVjjWzgsGex32eNoogdFpxVWRFEDzhZb80sXFzySSz
dqxer8JOf8viB1JI20hWdgpRNk5ledYAJET/fnt7rI0Mj92lbxOvNPR+XY6sqUuz6ZSyDnPa2h4U
IzSv73UR7ejKloABeAeYcpCs4zUrszkpYklidQiClC9yFpC431nx4BHzlxBpsHI9Xtji7o1KT+26
RHYgNCaUH2f9LmHTwXAGgedfLxacXkbKDAgiJAp4UKNRQJKY1UUTyvqm60Ztp6u1vmnG9JCm1YNK
mve2ldWNZSei1s3rSBaWQXq7hFrA9fMQnAwbYYJwUBNO+aGEBmbnPCATJKXU15xQjkQdP9fzuZgD
AmFpuEXunfeQXgXyzDKbMDd91t9J5QNAM4JTbGUy8cUAryEhgWoW33bdLAqVTla0oTLUdwDAPdrs
nZI7EEhuUOJ7L0mgCcOba8+HwiwefwjM8RBEV+Cl5w/NoNYWS1tMWWVspiFVPakDQPP2/lqZPXTh
Q21hoYxcUhWXVnqzKTIlM7uwsX5IxqkwSihuv922sTZ7aL1RLRCBA1jEa+06A62JVRldmGqKLxMJ
gSpNDj3LvIOp2r9pFQNsxLa3ja5kq4FLh5YS+gmQQMCvy5GVQ2EySts2NHLtsWwdoBW1vdPHLoo/
dWIcZ8i5Upq+dTTxzYj4ffqQZkxwMK/kMZavANwAWDQUXfnzP58zkkZd2YZQRvDNMcBF6XZZwKZv
uvagSLJblr1XoydAMPqVdb2wu6zJWZAkUbsehrFuw+73YPu27lIprPRdMfvGQ/JqBVMSjKhOaa5T
eJbombJy616M2ubyRHk8G7h0YV0m8kfT/xyGLRSW3VFhAU7xie1ApgUOHF/HpXt74Ncn+VJHUsCG
CJAh1Mm4m3BEehNSQg0sFz8NY68Oe1qhotm5M2PBbVOfGcjLmPnSlno5xyADpRQvAHjYwsm0raLH
Vn8tBtAYQAQDzNBTLbnV92/a8FiwGBmNY+78QBGyGYJR4GaiUXNPaH1CXZ/FfRuqSb83HLBBjNvM
+MhV+zjpRGBs5a2wjBupcBxLmE/+EQoRBgskh3kbVmam/rS1QT4gX+RADLiUm9/d3A2NR6BxOQcU
5A6da0eprOxp0xTlRu+HLpghbV891S1KVHFu6N9ZkVaZS6B0/1zmhVqBmIEORjCbKjnpaaMyHxT1
VNoqclbl26Q0Onk/MjOF4K5UJI9EGwoRYzyv5mgDh6giFYNcIJRUkJThXJh1Dh1VY8LiunJQbsdd
+qjtrF10kINqL0EGwh26rXn3XH43Y9fY+5YgN716fp1/AOfJpNHGxijmNmzfqnSju/FJDXJ6N44/
ZnmX1pC03De1TxVBwHr97sG4ofKzoECB3LB5p66GlHYJxt2RLvMqM4rcTi3y3WhF/Vcrj+JQsIuW
ibzaRWcGed+lRdk4oBkK07F2c1LvVOBwLHVPrdJvkXXMx9dcnz1J1J61cr+ixIGmA/yODCtP3oR9
mtmVorYhyVXNozEdXKOf483t4a2dw0DM4wIAl/vCdX15RkhG27SylXVhnd+15Fuk/lI1QaS3ksbD
A+PMBhcpWFFsyTG0jELTeJP7sM4OfRMMQVkfB1AWsDsAYdgLxEfvVHbf1B8xANi3B7l63p9/AXfb
FOowx91AO0TphyTu7hum+bT5lVD0RAftna21d83QfWmpiKthbRGR/4G7Lj3z4Em6nN4qYaojNXUX
SrMtP5cpwhd0BkQvt8e3agUpBWTiUSRCvvTSCjhq4rpSmy40jFLeZ2oDzWB0EgvgiStPZWT1EMCC
AAKITJRXLs1ETZ9GFdW6EL17G/0Del5e6an76lXz2odCF9yU6rKx+I13bo6bu0Tr264iahcOBC23
BhkpWGPH7l0fzMSHVnB3rBppfkQrIVr2NaW408wIeSDF7jwQ9pBgnuPWR05DfkD7dooKdm7vs7Ho
N3IyDxsmoQ9XV6P6taZO9lDKM+jVYyJqIboOsAD0X/DqqB4AGXDFxT/h6aMzYvdhLlXJT62GPHUx
NMpTOcTKcWZVhD5sLQOzAbQaQMBTze1BAZvsj9secrXN8RV4Zn22SoNpj39tdZrVsynNBsDHtT0B
L0mTxPu2FbElXTniYgZuiBydhmZsvvQtJROAWmo3YKcb2Vtst+YIXpcBvQ63h3N1CXzaQXoZfM9L
coo7kzWpoPEwNUNYowrtZ1r+u+jBCKhnE1SqSOnftrY6eSC1+6+1ZdRnsaqa2kYRI2AKTaeIPMfM
pGDOwPLeIFHyt8fx58BQZlq6jNEyy12qBa2bMarZEKLk4NZqdMjy3rfILLi819fpjxnuEq0B+kk1
8GaFiW18QWt7dFB7JxGc+6vTBgIAEAmrS7TCnUpE7oaKJD2mLW22hTIGZt0cBlsJbq/Oqi/8McOD
tDpHp3aPttKwVX+1/WFwJq9Pn2t1FNgRDEfjlsaic2VIBpbGRqeyhWpGyjrXbEVa5MupdnHqIY+E
PYR0JNA9aD7kDtnKoSqh0TiEclon30orAqNp0kS9O8hmH+jAiEOFXZ18SIuJsggrIwRdFqp7oKIA
fIl/0WcVVAysPBvDTmKeneEhaEK8GF3TtxdsbYQgUMVJAXUL0J0tn3G2nRKFYNaUckQyK6j0UGWT
S7JR8ZoEQ+tswMRzUefOio8s1Pno5ARcA0EzN6lqxcAhCI1roEa03K2brnQtOf1FkhK9GWM77W6P
UGSOu7nsRtP61BzGcBiGjWPNzG3BH+BWUT76RmQL7uWVzYwGdzgMsiPo2b2CT7VqU2iJPIZFlu90
ud+iuPW38FE45bkJbivrnTqAL04dQzP7qrPBZ9I91T+iSCSPs+qBf4byeZmeuUbRdEBlq9oY0uwr
REkChdbQIZkEBxMfyCAJt4gJIeGOvy1Snpw7aHOtq2keQZ+0e5OXilCDrJ+lVHeqkxzKXPZUwvxF
/AdYPpsBTBI1giuF2wNXX8B5iBPXpCW6VB47fQNJbUqNxKUmc6mV3/Vg255FlGvczP7HIMAqQKtA
0ZEPEXUZncV4K5VHPdt1fYR66w65ZO+v/P7TCJhzwSmIaBfXJXctj3NRQFogLY+j8VMb76ISUDfT
jUXgXz6c/8fOMhBkxIGC5PXI5T5OZrpo2jpx5tvqm+NlKPsphqt4jrpVv/flc5sIK0Xcrv60Cnvw
mCWSQnxzeW7Jk77Em3p5jF8l6ZAeWe6mX2RzkxeFr22hueTWPyNoNtTbevJG3Wfd5vb08s1Q//kC
yE7h6ATwhn/7yrMOoS/Jgg774bF20SWBX9rGcd9Kd7Nw5x+qD/JWf71tdc1VwZ0PHg1kB4E1Xabl
bE9qyM0PigUZ5Qx86W32SDodwJvSywm68u+rePq76+FzkAsFEtA2wPFexXb5wIxeirXqaI/tS9m8
6CW5L7K3AkVfS3J2I2tPtwe4tjWWZhcFaHIguXg8gFKBkNIpk/qoQrLtYVCnbp8N1iFrJlGBis9M
/TM29CMuPGPACGtc3KVQZDQai9THZd3iXbuPd/EOSo2BsolR3tsW+2pvH+K7dk93uhftmuQ+zo6y
D0TEEbQft8fNP02uvobbrkozU3CkpPVRK7+VUupF9lsa3aeRtWWmtKlq45AWrduLtJr5fMCVXS6e
Zro9R5MBu+M4bnRUdXPbkxw3Art34irUs2vJd+K3ONsoYT+BTxEKiK3XibbTcsqfRVrLZ6BrHoBZ
5JIQa/OMAb2ZRgWySfWROoOfWvcp6JiUsXM1I/Z0EbvFJ+vSlTVA5oBlgsjyFRjEia1WB4dPfbwD
aYVbv7ZHCMq7zabcoVnTff8O3Iub+HGQbP75j3q/em/2Jl8JIjf2DE/2FW8MJl91AYkRpEzXbsQF
N4/GwwU7DDaty01Opz6f2Ii50LvZdZBcdGfybTbGJ2bNezlFnni+l+xuP9ApmIxs19aWADWxshoa
Epl4DeNBB4Q2d7pCKhe6NEPOjng9Lls9dptpnyiPafGXQMJl3bHPcb7YiySIzXc4Ez2R5yHv2XGw
H1pp9LXsnsmtV8yHZty1yf72Llu5NWANGGHcU2Dc+MxynB2fqTWoVd/P7MjA0rCdfUh75qJU4fVO
hg8j3w3QCZAgKOdwZ7TByoSyvEqO6ExVs96nOxscEFnnZ6rlktrvq+ohUl5uj2xZkQuPXowuceEC
3F942C99hki0cIx2SI4yJBODuVeLozQlZWD1Db0vcrX0mKpRr9PYI4NSoCAkvfIXpFWW7kswPCHb
AB22S+vgrTLnEv2yxynL0+NgKYBR6XmE3imrOcRDbLp06nJB2MaF2hZaqPBoQf4LgImly2O5Ss4X
c6zQEoFg+1iqsldHyreR9SIWsKv7drGxMJnAYeCk/H0b6awbQbGfHJMkKIxApq7lbKKNnr3Hf0nf
8M9wzkwtc3w2HI3aYK6tzOQIV3kmWu2a05PRh1KtPylFeNtbVtbrYljcepUg4e2gI5kcodsRV8/q
W/wz6heSzdtm1rbCAspGcW3B66Id6HJMfSdPSNco8Iv0a9OZnp48WPU2u0OfR3aXt/NurH4JTC4/
ktsIFya5+yxWe0nLjcUrqjGEcCz6w1uPjIZvTq1nx51HANjtovEkj7FrWt6s/8qpSLNpdX7Pxs25
Zs/axoKWGz7C8ku2obv8HggiSXBKLz/laqhLjzpUehy8oLih9gx0uRMkTo4smdwsnz0wo89UxCJ/
fR0te+DMDDeYibZFAe1pOCbbqmWzXXjQHQ0FNnIi/r3S+Qsad3ZzEbr+6rDm7HLnaKnmg+REsJuo
vxJ7DuZRh+KJmzet4PT6P0aItJhhA9pwxcLkzKiIFCjxH6mtxwGpdOLiBUE8Zy6flRQiPjktvinV
9KNsSe5ppVN5U1J80brSFNz9a2NWkBIGCAG3E5qiLzcMRdoFwG6MmarVwQBttd0HzgA6F4GdtbMT
nYZIaoFhB2EXN7edUxOTlXZyNGjFtl2pfrUGXYQrWDs8z41wJ1qal0qqTQYG09Bf5uCVPyqdQisi
9WRS+SaE7L3bm3919lA6Q3ZdX7hOuYi+Y1QjKOrDU+UnOn1z0GBlmV6rPt82c/3khWeqwJICcLJE
Sbx2nm2g7yN1BnIsez+xtkpreml66OXOnZ5BkT0BfPOkgr74ttm16VyAbeh5AJkzutkufSOG+GRh
NCO8VN4lqE6UnvUd/DZyCR1vUYP8mn+c2+L8Y4CmFCU5bCll5Q3oZRH2GYoscM4BYSh1GidYcBSU
g1L0j3R/l4r7vFBRrgWYCNKsKMhxOWIbwZ6asZkciQtItyCSXDt7z38452pZP6U2tEjIUa4bbzTf
DaPyCibAM67en+dWuPsTcIqkMPtlCCDb/grF7d0Pe5MFpru77Vqi0XA3iaw2hiRLWIwkftE75Ezk
GuJhouLA+pL/WRDOgbMIqLhJn8hxRncz6U65/v9ccc5rI90s7bTEdEVq7BXJiYF17vZEiYbAea3W
tFA2nTAE5EbdyUGahwi6NtbOMBScEHKCDgMJEC6QB1NeQlUbS1ErllerU1CkNph832sR6/7qcbJk
zyDSCrVWvoDcGz3TkdzHFrf1vZGSV0d7ZFqIuwmve+W+p6JE/Oo1iy69/7W4fNFZhDurem1UaMk+
Jk8Ssipoyaues7vJNyxX8cwC3XOC+2DVrc8McnM5yJOVmkhZHRXrJaZ5UDf3gykywoN/Ps8Z5BBA
fKCiaR7vr8thgVubNTWTyVE9gWhKuZMzV3+JA3PbBfQufzdO+iZzhy/ph3VAY96+Tjci7adPyDEf
CeIZhFrRks8ATuXyE1gt5aMKzYRjBm2r0/wD6MH6zokOc3UyMhCGaq8MWaxH6Qcqwq6l+bc3xVq0
e26dmwCWZKj/ahbOQvah9bZHwIYm1/f28Cuf/s3FhLQ53ppLewAKzpcjdZIyASupvmxx03FLOuQ+
uBtMwYjWtjmiL+RYZXSwXmkqgmoHEUClkaOpk53jpIdpEmVW1/b5AvFcFgyJAp7OtGhZtxAK4GiX
ZVcHFfibOb2OoyCdung47xgLGTJk9EDRf6XYNYDDWm0hXn8ktj8XABqg6UbvvNZws0F3Z/DJakkm
2HWrt9a5Uc4bqYZtrgMle8ynd9Rthkh2m63x1VR+mfG0MbtkH/Wvt11wbZygzkC/AUhVQP/MXcdt
BOqPKHXIEVGXhGRuHMxH+6nON/9qcEt+Et1qYD9EqHnpgGC/tMuSJenRGkc8hbZgtrImAtY8tEEl
p2TU3BT8SIMoP8rjRz9PGTT9oOsROVJkeribp2QMAqItNpmGWwcYHOp2OWRLgGFChrSOH6avkvJY
R/VBjU6T7qnf831fb5pfqfkFaArBNfgJaOT9yvysX4G5ASoT3NdItpMxqM6Q4xSMz8Cxnuzv86YL
4xMABntU0XaYGJ8e+1NDvPg7ChS3l1td1vOWfe4qIbY1OxBRw4FXutG94Rs/xqfRJ+5waguXvCvb
+c4JpAC42j56iL3prthnO/Pl9lesOt3ZJHDXi8oYI3INP1eHl9pEgVSz3Wb2mnynWpsENYQspoKJ
X7u0cVujlxBdyeD84LyvilNK1BQahdmsAQ/vdVZ336MrK3E28ZNIf2rtXD83xoVTDhmcJKYwNh3I
Ln3ugFXeiI7B1bcU6NvQs4iu9YUm4HI/EaXrpLLL0mOvARqbm55htr9jQCwmXTtUtH5awlLNofdx
9I0IezXWtxUKiNDRQRUav12aL6u4iVhDMUYP5yM9lalfPKdvM/RmtsNTE2/II7pEv5XP0jfp2yAk
CVneIFd+jM4b9EdZKNPy62mpnTLHBnKm0FTcgysveqXUrd+ipwjNdm8/b/vragCG0uEnJTOaFHlE
WMIqSLvGLD027biTh9Nwb/8gnauWtisNL23jGf5LJ0iurG4SOCoa+lC3vFIbsJB2rgqnT4/dh7Xr
XqhXPmagb7oTsb+v7owzO9xrD5oARdWnQ3o0jFdnRrXOBhXVUdc/pH3fjILzZ/WKW97g/x0Vd9+Y
KpwWqorpsfV/Iy31JfK74/yAgqUwhbrs6CsPQWuUhZoFit18NSGfWyeiEuavzDNvTDa17hroAdkR
OzD3/euobTPqlq/MuldRJo1ECfC1MGURx/2veW57FtI8AGaKgW7G79oWPZjfb/vkunv8+fncQU4h
jQI5Cvx89V6fXAdEFU5xb1lf8OKpTMOtBeb+j4X7Y487s9PRHhQKWMSxYNovCCBuiyrft/ZTVJpe
ZOyj8SGGiHsmemwJVpEv6fXKCJn1HGa1DT0eRCIz69fhn1Xi5drKAn1DrMYs9pspiD7aDfg4lD17
ld4c397GhyRzM9mdfkTfrHddceX7aZMZrvqXtKz/xChnn8HtCrXvweXF8BkxJa4svff9Y1OLciJr
sTnao8Dygp6DJUK/PLGlNMGRuWy92Y8P36zd5Bl37VfiRXfNiTzXQbq97aGrB8uZPe5gkfUSPE5k
So+03Ob6whiJmmyoDffG9Fiqwvhy9UY4M8fNoSE1YBmyYc6fVTft3fykb+fKr48W9YzqqRECybW1
A+bM4PLvZ6/yqgNtqh5jPgcvD6YTAokDO/6cvdgdA7YXsX6t7vcza9zboNSgV6fKn9aqo+rp3uj2
vw3v9+01Wz21zqxwYZLWQdbbRvvqMd/ZT4Bn3onaVq9hE3gAnnshFxuhPbIoEg0Wuo/xDrH4/XiX
B1WQAnxEN+2288ftFNLCvT2uT1zr1W1wNjDuOJ7zAs/iBN6hb5Xeo++6W/jMB1QNuAR6cAJWufWX
CdonX6WtvNO+JV69LXfQDg3A2OwnbuRNm/ZfZN3Op4I7wuehNovMxpJGeg47hgWKhbwTAQXWtj1i
FqAiPuMkvsANmgkgnxIpPRKA9pOoQoZBsNFXJxeoKvRVQIoDWRRuIEjxoD5BHDztNr2E+E8/DId6
2/+EGu9xfI7viqODTA60xnbsWG3b3+Ub2+ZftKANun3nVw/xj2orTO0s+51f8fOP4i4sLVJJnI34
KOmx2ahB5TOvdUmQfBhe5emb2/7F95F9nuBn1nj89qSSCqR/0XKR6B7xCFBtPwo39wo3206u5N82
90lLdWNwPIx7VlG+NHMMrgsKf9iNbz+VTQKHTh6HD+1RDtrv89cmyA/GVtlFjxWurfQe4Q7a6Xbx
tn2x3XEnbXPAdgTfte5s/+sJfCGJZKTTIhnf5cv30qO01z1tD5WSHEqo6ML/Qnb0ML1qu+IDj76D
eQd8jHVKAsurfkEYjOEZ+iX+oXnyk3xM3eghETgqz0p1tUrckc1AZiOVFKuEjlz3tV7+t7xvM7Ko
h19CBkWBA2rciW1DKqzWUxiTD45LXG27eVNc3U2DD9FbcC1IOnc+7tQ2jBgwjGX/ZfqvLnvSqt+5
KFW5em6f2+DO7U6SU7QoLA6OUzN5lNzeTd1kM21if/RAOuCm29fft71p9Y15bpM7tEutkQyHwWZs
T5uqqzwCxaQyyrZtPO2qaD5IHduRoQX9dfdoO8lDP0SbKht9aZ62mlIHsWK/zN2jJKpmCGeDO/HG
qUsdNuHLnGcKANwUaLsuAJejW3qS1wfQEHgrDiKZttUY/Hw+uCOtG4Y6GWasM4hywnkHSMZJ9/NN
7beCWHEt2DgzxFfTwV4UmXKH4Q0BWvjvdNfZpsHgJqfbC7zqtw46ykDGtpBhcuNhlMmTlMf0SEnj
N8o2t0ovHQWb/vP2uTor/1j5nNWzOE3vI2aUEroklWZP0t/KmOz+h7Tv2pFbB7b9oSNAObwqdZie
HOzxi2B7jyVRVKAkKn39XTJwtrs5uk14H2PeDHSJZJEsVq1ay3H3Hl5N0zw8THnjZ7YX6EMTkIoH
gzHuMy0okznoAXGjS/kygqit4v3OSOp4aXoU+cx9wZQoJW3UO8a9p7a3CaPPHuQjho5F1ydp3VjC
5wN5txIbgEAZ9EVC2N5oI1C9ZZ+dzGYJmr71TSML9PS1GiWrseVeLiB+SCeB3OxziaDsJ3OaCgdQ
uJ7ta5fed22cF5Gn7vTilRvg/UihaS3LP2w4AUIHENKBcc0D4F50gpm2eOF1+SkF+K0dstiwET3X
iwS4ITEj5qvm1Cw6DtLBE+2P2UDCWcuCXqWSi3nLCiCMa6czWlgAmbx8E2AhuUZMJN46+E/E1Q9p
qXbDHYCQ/GNh/YIzb2aKV/dmh0IqXaqbsbaOpTvFbTu/LVzWxrceYoLnQXpVA+sKSp1AJwpHftIu
bJl1VIV1Co6BHBoNGgSLpiXkJJrsju6GTNais57on02CEWzlHvtMfZqPA0hbPcwfVFgrffIhuxER
boPprNoD7yDJRm2uFrRl/9ea8ELVnG5ytBpYBHMMe/t7kfxIZBGRbEDCqxRYTrfjip6femeZdugh
90CS50GNsJw+uJU5PjFNWZJ/0yZkZtZeB6h7iIS7WoaWToWi1Kf1gZrdxtzZsSWuZBXFjUsCdbE/
ZgRP7Bqz0dMatVPW6k8Qt4m1NAmUXtlPixYxsCev2B5lUiVPuc0NYCKBgV5MyHCK6BSql21idRbA
EGT8OVnLztOzcCxoHRRoY7l+9m7uAGS4gVbC6QtN8MvNZtedDplsDDHXDiwwgJY1gmbxWZw0kltK
ZklwRcW0Z6OrUJdBC5WWvraprxsnEs39jUzTetM7zsYkeCTaEvoaCmS/LRVQ18uPbhUkxeuY/Jez
8MyQEGyrwFyZbrEaIuqO1Md+KSIpz9dWat4FG/O/SyScuCMbPKVYsESgtd3luhXX37NhZ4MV0fhG
y13loJxmZ37azUHXShZt/e1Pp9VK7AqlF3REiI8+NBMqtsVQhDCWjyV9nGQ9JrLfF5zCMZIOLcH4
/TT/ZanfpHfJ1u+DzUFFcRSE/7q9usrZXTK4nePNfYnbqmHfoeu9HCfdGyR7aGu/nhsRQuXeKmlt
NeT3HgLeq0AHEDEfXP7r+lbdOsvREriCC5GA+FQOM+d+zG2oJ51a77YoPlpdkZw7W/sGCUR0FKNe
DoUyYRyz5XYV5Zgs5K7sdt6pENLA6eBr5VEh0gfG5tKcWROioqxweAKi/fxEMpAW+1pS9+GcpWij
oRAWKrg+RKVa9C816R4Xpx3WdqPxjvPKCket7MKxGl/dYqGSxZR8liUciO7S1k42rtinPFWC0QTt
XdGqMn78zbVEwgqCHgB0Ial06Zdtx+Z+sBkAm8YU4CiUL+bW3YX2vH8tCDtr4NXU9xwWgFl+rmkR
K1MCtqHRt/lhME2/0c1jn0uOiw0PQq8WCBDx4gGtk5i00fpMW6EBuLlsJeiH4qbrmgfO1UDr116h
LN3/9Za4sCec9I5bTowx2IMf+RlaPJz0dmb/4T6+sCIc81lG8UDRYKXxbs3plvJfNL/ltuRFuuES
Hjp11pbKdeZE9nLTM41CZYhpKjfZU4sc0EDm/r1zgwwQ5DPgzzOgK3fpFNfnfishePFjwuRzAN/s
wsS91BFO4irND52SpQ9dX0czyTU/ByNTXDv1r2IoihOxGXBnRvplbo3l0E1c1qr9uesWRNEAv9ig
NFlZkkRODju1crOkuI1Tj95UNjuq6femSL5AaC72Mtu3GyTgDbRuLj6pcV+6s+/SuC70nVMUN9Qc
31Vi/7g+SZsbAogwHS8MtJb9zv+c3T9G6vUlNTBHihLmS2TdMDDEQoBOloqT2REOU5KwpldnBFdZ
Ux8Hqu/VZfDBTgiuee2mJbVkn2/ceAgG/h2W+GJXqV1aI4S+0PvrA2Y3JCGoSVgnebzIrFx66/90
jtOUc4YFLX01efhaOG+JTEZ924RpoTcNJzEegZfnsEasPplazJtOkJqdjiNIar4aw+N1L5BZWVfv
zAtY5mTFQGEF+rMTZChOoMKWnlIbFxfWBG9K9E2i6UckS2CdaRK+AH3GXJf7ZLKcYC4mGbxrI4q/
sCLECMDJuJWpK2sQcnTcMTA7Y5csD6veENibgj4/Xp+6bcf+MyrBsQ0wlyIfkKMob/U3xG5eC/qt
oQ+q3QHF3Uoc7urgdDS/XK4TpA1N5GKBaiKG7mtOAb4T6qtfeX1f6CsdlMQtNk98kEuicuWh51Q8
HFYyWqSGMDaIReCe7N5H8np99sx1iwjxO04ea42AbfSziyw1g+lOdcswIq9P84iUDgtTMPUGMysU
fx4q8sIr1QJxdUEjRlgRpy77Ohnd6HtKbvpa0yUBoheISvbs1zwBZJVmmREs+VAG2DtesEzjd4t2
HITuFaTjoWnhlCS5AbjV9bvMSFO0dyZAb0Aa882DNEYwaGl2v4BUK6xrdJ02jLp+xUA0h6RIHZiT
PZ20DJQRplo5kZaOil+ZrQ2qBsOIr0/O9vT/mRvBlTOXgSqIpOTUZGPYZEOopBLn3dz3aBwDuAmd
eNCgu/QnnDouR1oW2WzrUUtPxgytzMG3ZFHXVloTq/zHzjrSs/PF5tQhtQo79rH0Ipr4ihUkJmLl
Y/5TORi1ZOI2T5ozc+uwz8zVC0ElwoFTZQ8+lzBeyaZMOCoh4NTriYbfroEYNe/b4/J+fdVlBoRV
t4e+tesZc5WSJGqN13Z0glR/mMjb/82OcHBV1DAaaCyg9E2PfbtzgQjublVdssElo/GEE4vX0Mor
DUxX8srv3If8RaatuHkk/llrIWL8H0cZago1trUMq+V+p6JPdp/9GHso6kombPOkP7MkhJPALhj6
UsKSRmO0kXI3wrsI7ZaqrJt6e9//u1s8IZzXU2NG6RyGHNRlp9wfsltsHv/68m+OBqUMsOhroEkQ
g1GQL3Gs/rr87ZMHgJVic+xK13c+bBllxeZ41uc6/iHPIcYwnZJWdTVVAH6oO4S/vjGBOkuGI9sc
Dwi+V/gDAH8ifz4Fm4GSW4yc3DE00PhXdY5fOtkqMshsyb246XNIfiJrDRUCvFYuzxePJUlZ10gK
dWVE8mgaYiDw6hKNtVEjwzhtnmVnttYNdnaWIR0/EoXDltv6QKZlkhtA9vPCcaYvQ5mYIyDMnCMr
1BWmE/JURiu66QBnYxCONIUZZeuoGEM13fXWh1UfwecnCY021x+EI+ba2QqKMeEqS1FiwKsViSFk
3LMFLYdU81sKXSf1BHGR63tn8z4Dwx28DMBgSFgJi5I2XOGQswbyE8WSaB6WO2dk6i7tKi1MZ54H
aE67Nd3ZDGc+Nf7kao3kMNqa0rVki4ZhwH2QhL90CwKhaTwya0zp8g9JX6b/0CMKlYE/vy/cDrab
NVXRAm7NwH1aFbbvVD+Y8SqZx61RoPVsbauEMBe20uUoQGJaIeeJimAz3lCVsQDZ6lPfP0yc+qXO
/AraTU4NBAsWtCgfCXfj0er9yXpwIEl3/WM2vwVAekgbrxR/Ivsdr4mdTBm+RYMGU4icEAtqSu+H
TvYU3jS0kqwAsm8ZSPteDrqrvUR36Yx+n0X/WJLKi4xc4WGOfRddH9K6SGJwbUMlHKSx0Av/TKxS
91PWOBwNZ3XxOjTguZ3vK/WQLXrQdV9rtDIupWQbbh2NmEENOSIIeKEZ9HJw1sSLqe0mvCSLNC73
0HjzMxLMqR4kc+onMvqDdaN9GuGZOcFNs7KH7KSmIb+WOwfNK1/Amw6Qgcb8Vs0P/2E2/9gSERmD
XoMRYMDQ3PoN7fp+NrZ+5S3+9GToj0a2hKqs/2CrwQTkI3gcrSztHgL0y9msepaTJUd7ZjXFllbc
1GBLok8uKFBdr/QpCbMbO79n+SjZC1u3goN219+a1StLgGAXeh2QhEJiI2N5+gv5+D5Qxlr7D2fY
uZX1bXh2tanEW3C7YXTWQPaNgScOiRcIOl9fti0XObcihG0l9WaVU1hx9PmbDtFyfTmClizITRnM
ZWtjr+y+Nh4BIBURExwdnCMzVTyXE6QL9l1Z/kCjshrk2fQfagDgt8KzDf2dCGxESveJueWQrG8E
e3H7qFyg7EE7JtO32/SCP1ZEEVR9Th3FMJGwUYwPE29y0MJI/GwzJQrkCYhLgHdxwetz6QJ9heZH
o0dlymKRB7R/H9evqnLHUr82brz+Axqv8z/ohrfmryStAroEZX3QZeIlW7HDSvyLXlO0zAKle/kV
xqLw3mENmoCLQz6mcVYfWH432HNsZLL23C13RNvhb81A4FPEpVMcqIE1LRAdQ1Luhi54LylEFAeZ
9tnWOXxmRly7THPLxlFXXMUrL3x79N1/1PeE3BeyJp+tO+bckLCJp8GwoNuK26z41b7DVDH5T4sS
2Ukoay/Y2l4oM+NUgkjQeklfrpKbd2sohLP+vn0GgZyk12vTB85+XbiVW2AMaGLh18tVAFY9OdZX
CHn4jvXeJvvrJ9LWQEDeZyE/jWAVz6/LgZRKCZa1tUO7mtonm1mQbOv3lvLxH6yg0rDqKlkQ1hUW
Zs7wqz0IgE5lT0Cd6pvjszPLeNo3ayyo+QJtpeorVbtwQ0ELQe0mCnDN1EYMRQuD8dDyXgrbDcrK
8+m898qdne3AcuJXxlFRnfj6MLf20yoOjj+Ip0F56XIyC7UlEM/GZDot4WgS9+IG2KywKKvWT5U0
++v0D9Ku6Eb/3cOPrjZhVhcO9v/Gw1Omn1gw9CB6ZON+TZxYjSTc+DwwWMLFBZcH7TkIyC4HtnDP
SRmUEk54AOZgmAHNjJq30YSGwMTcXZ/Ezx55aUvwyKXTeNcQ2CrfbOovWEZdYmF7NAiv1/ZzcKQK
m7d0labqLDzPihFoT6IZZF/VZecPdu75rlO4/0d7wnZeDGyKbuDAhSjocPF+GdUv7DAp48n2xCE5
DjIqPAdF1au+ZWk9mDNe50rzHdjVh6qjd0pKZfxJGxgbHfwYwLegGdRDnW49vs5ipaRyS7dKMR6N
Vr6eZoFTqj50v0KWEoTxvW97ZE87tJZ033lz6Bsnuu4iWwt4/gHCRldKMHcvCx6ExHvVrNtCuTWi
UQbV2wh4MUy8ilD/RU8x9Cwvh6lWnal0eFSfaB71beOjBJqNJExZiZMFLUAQRBysyjdZZP19sePC
tBjz1qnhJt3aS1ahF4/uAN7QZMmWDa4TlLUhb/ubtNcBiefl8MDWX6rN1GMSuRJBTMt9b9AHj0oH
iEHCbP45zSGzhgC83QZWlBcgG0uOpNS/XF/LDVT/5XcIu8OmzcjaDt9RvH10gX1sQ+v0I3nP4ubN
O7JYOdoP5bPzkoYSu+vpePlcu7QrvPcZg+S6VcGJ0re0iiozWHEeja8eGv2o9hF6zipZnnMjVwOb
yAeB9GIlhRVlE1WvrMekws5Jqx5d+GbQTT4w1tGKhbOTIx+Yb/BTJtND3ehPuLQrnN922w9LqWGO
a1+p/fvB3mWh+cBegcZEtNc/MdeHoFZW+OOX+Ydknlc/+jTPoJJEPswGQ4vY99LkBWg4FJy2pgJV
r/anx7Moy6ad7k0xz+pb0lcPNI91bcDA6TerggrF9U9Yz6NPX2Ajqgc1ArC9ItVI2wwJg/gu8kfz
eKe2aP/yuh+Isb4wUP53g/l+3dzmwbFKwgKGqKK1VtQI4UvJoN+8gB5ArUMg3Y+5Mqb+3LhP1qtL
gk790k4QjGOOX6iS2d46GeFb9sqDgHtAZMNpHYaiNtdRwryHL1f3RhVRSZvi5myemRB8yUEckySO
htM/C11ojFYt+KdsX8l5wGRgwc+vPvjtmS0hFijtxUhnx0Rym7s/e8/0c015ur5a6yn+yTk8aFkB
cYL1EnP1c9UOSHbBORZEhUavRCg+1QN41bSPXLl1FQ6xyL+OuTEqrJDtWCClw57AJ53dn4a9zFBr
shFNWdj+9jdwPGk6l5xvm8t0ZmT9/zMjpK0bMOs7eDCXXh0Rz06jwVP9pSuI3zh95reszCQ2N70P
nSI448CUhArLpc2WuLg/SoucJv2tUjPfLd6c6VsNEOL1NdsaGwia8cSCMOzK5nBpJwdxHJTBsMEm
jCQESnM4zYk1hOYyQBt9LP4B24Mmsbl5dq+FafCgrbHHpxg4yYa59HAnj/YN+zLND3aGhoQ8DYzK
CyZ6dNlj6Uj22taEQkwV3PqQiAd0QPCUoiLDYLjYzhnomJQgIUhBKw9mLdMf3JzQMzuCsyyFPVnU
hp1han+o9XNXZDvvC8gr41lJPMlxbGJ1xB0Hkl2gLdd0MAKQy9VjS1MXSp8XJ+eLBnoFGW/46mTX
fl5wDqPR9akay+LElm9jmvgNGPAb5ZkrRx3K9fP0cd0X15+7Zk5YIii2KQC/VmgnGy2/Hh9dULVJ
ST63DqnzKRPWp/P6jNF2BQYOHniqHpKRhtr0aE2h50ZFCsgXk9Titt39bJWEvVwp/TS1FUym9a5q
9yR9A6muPyDHrLRf+m6nWV/JYj5en8xNfz8zKoTcDagtpxKyQkh8gI9Le0JHjq9p9wtyOdcNbUZE
SNxAIhhqa3iqC1ll3ukFtFLrArRxu9YG71hP/XT0ID7Cs/tZyXe5ZUcTpBzb4jCoSayVS1Q/W6AK
W9T6BoLaklrFlhuBEtLFoxQNVqjlXm6KSaM9hLja4jSrt475iieitH1ga3J/pxRRSoO4qjhkU/FM
qL1axQk5CV8bfq1M12ln+7omm90td0UpDQkwqNnY4My7HIyqV57CFrs41aBwzA7poN30VXpD177v
6mgsxcvQfru+oFuHysrDvP6DqLaIUxgcY1Y7w4T2pTH5BG9SKQBto1t8pb9dQwWA0HAcCwdL23rJ
mDMUBd30Ht32AVFu1y7RMRzLb8uN1qC7ykBpAi9SNerGmNuSLbk5RMQNv9UB1qa/y1llmTI15foo
LLhbxVmjvFYehNSuz+OWH+Kx+68RYQeaWT6n4MfDqzCpYqMt/NaZAjn/q8TM79PnLDpJO+b1roGH
EO30Qzo9Ije5l/vhphWALFdCcnS0iLFd03hQ5gPi50QWNGpUGgC4rNK+Kx6X0TttXTpIJaFZFiTJ
a6Pd5do0Hkfh00Xk0yg0GKm3yzzU2k3QDvs4hXa8S1UIBMjECDd3NJjWQeMJd7REtfU0t1CiUtfw
oD3MinPD0PzBsVzsPw1vFW8AHaUKxiD9cngGlqut1uEBdL8nhrMHh5ZF8LjJjbisZ+gRyMKtzaU7
syhkBVS0zWa1hRiZFfPBYDs+Q7LFkoRXm6vm4IGBZnOIbogNW1bLjKQf4B+F/RW9M11sJQdtfGMN
Lp/24frG2ty9a2XJQIbaxbF4OYV9RtsSZR+kdJyxf0hLXbmvS8aj61Y2R+QCOo9nJ5xRTAlbdu0A
pYXYiiPLuNY/5tG/4x04dK7b2VyeMzuCQ6idU+SziyZ6PXpXfckZtOnWaCJZaUhxTYkwusFKec0y
F3ltHV2W+hL0kwmZrIe6lIQbxtZFBa5fAyiBtf3HFr0Mu3bR8Wg5ud3ovvdKYYVzMnkBsDPZMVmb
VcmSIm2QLifCiB6AWCPzTZPbN82gRMi926FKS3PPJu01UzSIIFU6jRuP0IM2G+iVT5ol7FrSfcn7
yYrBU6H6bo4Mab3Qp6FsR9+B7ndoZnpzPxB8RzpxDYIlTb6f6JgHtQ3InVrbcwT0T7Eb6jK7SfHL
vkEAjoLikS2Z+q2HwKodhQcqKPIQF116KUiemVtbS3GalOJ57s1npDLsR1oYNGRNmr1nSmtJTG7e
q0A4A6aBxxWki4Qrp03txs6NCXHJ7LehBlKUwPuivThfig/1Z/mP5oSkDYCgu+7B2yP916pYlMxL
rVANAqtNWHvdcXLe0/ZDMdLDaL1et7S180Hy7qGlEkUUECpczmlhod+7qzGnJgPgsFWLlzZhsklc
41XxGYKy8W8qABBDiPEjclytxpW5QEOUvp/6L4XXPqiAJ3nTjnn7shp9lTKf5y/Xx7ZRc8O9dmZX
WLwcv6oMUKs9ZTXE4ke1eF20nN03VqLelFNaPaZVStD2Ms7h6FrKIdG1r1WqGeE0l80BkAGZ2snm
w+Xsi0ReOxcoOKagPQwaSn5zcn6kWqz/HL6rPq9Dt5N40dZRhfobdDdRA8YbXRi+0nVazzMYSwla
9toDLdH8W0Ycc319orcNAfGDJABKEWLNKs/MufBw6p4gtaOi+qD1ve98zz6uW9ncFMAsgu4D8leQ
g7x01W7uwP7Z4hxy/B8glAuOUtH6zc1wZkG4OGbe8qECMAvVPQMaNI/9HiwmeyP6J/PnUAld8Add
H9L28XJmUTjjqeUUZBgHkCg7P9sIST5q8nel6vdatgd0GqnL2b21hto3oA/gUH+oZMo/W5fyigT9
31ld5+Qs2KUpt+ZpnVWQV4SgUz0Uu/wlk3nI77TypyPgzMx6Z5+ZmRVWJpBvxtmNU9SHZvgO2le7
3E+/IcXvx90JDVt5+AV5wAhlgJAd0vshev1YIhnUb2u8SLqhII2ABm0bwngHYwBhiZ7gVmVLQMCa
04JNvGFvsxmVnY2X2V8q7AJWAFQhMAxQ+jFW+KYQWyFNmJtaSSjakKGI4an5P2iwvCsLWZpsK+rx
LMQJwHajPV68HecWMAIATGCne5yao+keQK963V03TKy0wpg1e00HiFlGp1soZfUIfczI+kJvMhnj
7sYO1xDBW1C0RVM8bqNLJ0HJizd5PdE172ECNbBnAzQiAz2RnFeb4zizIyxJZw5OZXsDPZXNL2Cs
QYcgRaNvHImAk6ADHwNBJ7AomJvmReEq9kxPDXXiebhd21Y79UOKsN4ciu2t4GZUu22xyT1LPUWl
3KanUdtZ3e1IIgBx/sOqn5kQzt3Upe7UEpgAcqWrjjABDvzrJraq9ivGC7AYfaWPEpsskOPtFcqB
wUl21k0SkxjXtd8H8/6fV1n+ZysquLAlnPJIow9G1sEWIa/OeDRGsIIDJOoZta9mYWWHoK5u62ik
Twb9KUthGJuOcTZS4cTPU14pbB2pkvneT5f68016N5zU1yVGijagNz+0fR9ON32UxzzkzySgexbW
r3wHzeObOTb3bYRCQr4Stz6DaU56Um8EaxfTIxyQld02RrlOz5sWqtHkLwcd1pzA9tsgCb/UDypo
Xt48P4uu+8CmJ59NzPr/ZzcERHcW0iA+O9Ex2bVWNKr6zl3i60Y2T5gzI8LOnzj0q+0GRqzmBeF1
qTyp0xctmD2JQ/9GUwn33cUsCnH1lLu1aa2j0ULuszt+1GL3YAcG3g91kAXkoO2LuyZeQufGDlmg
3X3rju0hAyPfzghBnR6qoRmDwi3gz9D+0mP6qEGbNtvPvo2ZN/wizGM5J+a6tuJXr6XGNfWM+1HM
IjZeMjN9BbJCR7zdz0t4ffa3is+A8uHSRZrRAgWwsPWyROUOVSCm0KCh3/CXMk4KdB73bx2NUuY3
1Hfs8r50JPfW1p47NyvsOd1WOmrlGJZDnLif0OxSTPpJs/l3e8hkiqUbAQbGCDXtNXu/Mqpf+rEN
N04NC2MsdPtAuh2ybFqVxnTvWXHn7K7P6JY/422KpB4iDIhFCGezmSeJ1ax9qV3bBkStbpDbjrr6
MVcn8Fj/fUZq7Vf415iweiWFckMyALZtZPOd5XS3KX+3nSHMW+arWhGPpkxMbHPhoBQNyowVG+EK
Z4KbIufXVGi6Ih2gfXPDQLpso1+pak3NJ+gN2V+fzm17SMhaEKvQ8ci4XDuPgIrMG9CulGqHbwdC
EK9Njew1vHqbuMmQwkAxBXVaJJKEM0jNp1Tv1o6kRntTmyYekLbR82edfc3Mw8gPqZ75FK2/TvHB
zH3Zfrk+xq1z9ty8MMa5yueFJg00FBIbsN0a2atkeU5Z+3Tdzvq6/DxMVMDXtDOyPcKma8B9lAJZ
i9Yv491UrRuD9Pu2fNbd70x7oKSMhl5GM7E9tD8mha2XAi0MAAhQU+iX6EJQrH2YPTB+pc0kY9va
dqi3/Ds2wS9To1QWrcQSzqTd9bYXNvPw2LtNFhg28xVoDFyfy61z+dye4DJLriRoClv9EkxGufnE
3X+uG5DNnOAU6sg9LVkNNC8Wz4KmfjYtySEs84f13Dy73xlBi8bA4HcVhzwZBR0sxy2nPoB4zygo
dJV+GcB4XR/W5jppaDHBVlahFiqs04zspqIbACE3DxOimDQoxn1h+H3z/bqdzelDghDpYLyMPrEY
JkwtkmWFsJHO+TEnQxEkWnI7TTLKzk0/MPCeWEnc1p7kyzm0GLXcql/hatOrzfeK9fwfxgF6CdV0
obkA2e3L388zXiMlBrzRCKqp0gJyBbhSdZDRDmwVuNEZ9cfO6itnvpCoc6HYI2obigZTSVwWYJpE
8/4vpOF2o6MDNsPMgLbuO7qrer/qHqwCqG59OpVYzBTdsdfHvXXu6ziMkVXWV9S1MG5DmdhcjGuF
DLlC64B0/lL4rkwIaNsKok8ImIGGT9QBUqAprFgLRg1kcNf86PEkNMcHs5DEnpvOCGq5/zUjHBZl
ao89aJVQOAJjIgSOiwn9QFSGW/y0ndEmiTc6QFyoOBsA614uoZl1WdfWbX+iNLbY/ttc7JJ9Z4Bn
Lcplj6ZPE7e2ZAIDB2CajiKVCKmy6qWf5qTnqPApPtW8wAOqqYzNdJbczZ/2l44+YQgsQk0QWwzV
sMtBJVOn2wRwt1PPhzfQSpWxBwUyiRFvY+rQNYv1QUyDhJAuLBDX56ZOebecWnA9D4FtzOhsotVg
/qAJbfrQIkpl3E2KO9AbcNjwJ8/IXG9XDDZ1busEDwvfbQ13QfXWynjYgWrlH6NvrCZKLCf/hlKo
9lInKno7vcnr0XfZcfPOADUfD5misacS0BmGQ7D23uopM37Vc81+Wr2+3FPiFi9VobePtJ+ViKZJ
SQIkOJrnQUcDk8+NmtZhs/Dxicy8vAffI+pFxPEUHoGMmv3Uq7r4Uc5J/kKSDAB8ZGzrx6RYTAou
Usu+NRrkh9EH3oJ6hrV59hU6qCrzE3Q3On6djXOsL93g7RBRUCsuh7rIX8y6ypAARXvibWu2ihln
ua6A/dEyfkDEQO19RBmGequxnD4OuJiruypXtBJYmDnto4wlpgrh9FF5SdW8+Lo4Q/1tdDrnQFQ2
f0WYhstHJbyqgZVr3e8VQY4r6sp60EIlqQGvpwPniI/0QY0n1yBaWFoaI0HfV6Cqo1nfgaSB6/Zr
txgTR4aE1AlwQZ73Pctrq9jzaSZekPBFeRxUAnw+z1lfh16XaQByM+Il/jJY43tepfVy4Jg727eG
0egP85SWsizhb6m1i7AMXoeq/Bp3rnzJvzMxZ0cvhOUyEMVO4wmdd9UUaPNQd5CmtMGJqy4eoFsJ
cdQn3taoGaAlNH/uV0FCTIhRmf7AayyFxjz04xmzVn5PwGDvIVIl+gnRAybd0qqWYFaQqwr1xoay
OQX0AOxAdl5CAbZw+lu3AMWBn88IkIPEcAY0s6u6eovMUBm1zcJ+8gSUAaGnLf2HAinZIqwGF3KL
7ojekkgDgdPNiJfqs5OXpbLXOC157HTQ/9r1Xsvn0KB0qvCQ1J2nqRtVNVRmK6XRMC1zDfW5Ll0a
nzNImQZV27rz314lmF/k04FR0TUcJGLVlsxDAznneQQSswn6cWcbWTywD4VW4fU763MeC0ApyNmp
8CXUQsG/eXlYuUo1TFxNp5NLUg2thPbke15nxzNp1KgqWQP5ZbRQAFXiqkBm4qTgiaOAxw8gQLzO
02g0GZFdCxsnKMqlgHvgOkVnr1gvnVAqtXuznECRxObAcIA4obb96/rQP4V1QG8BEoHLB49RZBKE
A3TivKt5bi6oN1mxC0XhzOmPvIOuWD1/eMlfM2bAnKWCBRM6JYAOiw0vy2IPZr2k6qm2XeueJyaJ
nQbOW7bg5K/LxQmgSK9G18f4+c5bjYIyBe+ktctHGCMF3+0I9c0FrJ/EiyzOyz3uW360OrMOaxCF
SULlT1HD70FiydDHjKe2SLYwdFONRc3UU0Zy8CilZnPrDcoQWvOgSLBiazR1eQSttytau1fKVNzo
qw+dHUHOiAi31YkKMq1kPlh29V3v3XE3QRUkMJNluatscJNQTWHx9Tnd2DIAf4OHG9rCaA9DAH1p
WVWqPK11YzlNaEr0mB6p7rDH2+eREzCpmSTUp5ehL4LFOOQ14J354mV+kxBJhPZ78YQZwMsfgQxU
EkAZJ3oUNGc7b+gr7YSsjhoMNcIr3xltyJRMFYsyTXMi3rR2gKNyCuYlbwKPDF1c5iigmdaU+uU4
fLDcMQOu9dVNyVXlVlWX5bUfAe7Ts7INdd2jh6qdvH3Fsua5mlnvz9WcxFVJ2J2b1r3k7fB55wPR
g8MPi4egBiR1wtw2ud50OldPxjTfNTr70jeG+fdOih4d5LmAdcSGFFGizZy3HBHNdFrSvr8FljoJ
4c/5D0hsevvrvvJ5P6wi22ggRMXORgOG8EQpjSGvM+C1T3XBoCli9TOICsACYk79JNkPW6aA/0Px
Di1AuDHEmavsmkyIHk6eFdlj0CW7USas9TnkxJThvserEdcqKDIuFwfdwBmm1TPQ9ZOzG73v5kgd
LPupKo3uBhEBOFW53QfWZKeBB8VoKfBhfQ5cevz6AWvjD/7QbCVcVq1HW8tIDOOkgaCjGGc/8QiY
8H8ophl6c9S5zc5cOr9Rx3hI66CaD9eX83OFCTclOo+gAoD2D/wJ5ym6Qg0gotYZMMuQT2lUAIwI
Kp2jYy5vmvrKNHaoHPDYK+69OqLfNu8kJ/rGMiP0QscE7KNGK0odMA7786Dh2KvL4bXVzPpIHOqa
EDpL0GtwfbwbC75GBxrMYLuAhPhywUfDIT0xe/VUqgbkrIizLL4LtujYKbrxbVTyJEL7aBFXDinB
GoQunOv2P19fYDaHOAuy/DqcTqTFdrMJWbDJVk9Dp3k31pwPEby8Q0xr029VpdSS02cdj+BfwDCg
2I6CK25qMduYaIq6MM9ST3lF7L2jVdUxTUAK7Kb68ECLpLxTktG8d2uHSQ7zz5geHfOLedbB9wwE
jBiN6DRxR3fAUCmoRZPae5zJ/FYrrU/4CCCq9wg5+5eOWMFiyop1G6OGafSgoYMRCy3epHlqZpOr
YNRMrdagIEiGd2QlTbtAGxUkqLrd9VX9/4z1j8HVx8+ubiNPADfiMOix0VfYe+EWcWeU9/+PtOva
jRzJll9EgN680pRlybVMt14IqdUimfTefP2N1M5uVyV5K6HdWQww2Ab6VBqePCZOhFkKtkqaQxzF
h7yqcnswJI7tlc9HgbgwzhexGBIC6mHOTM9JCo4RoZJ9PTMzV05CyUmyPsOt1hKOqeVTBroytKFx
bzVcqC9k5pmpKUYhTKly2d/MNq/8v1RVBx7r7C9n37C47PQRGb/sj0WBJNwG4AiqFvppDtIPMW5u
2il3haTal1X8MMyRJ78PQ/8CCS8vFAUvSEQ7Emd7Jp9yNXnhoHOgwCsfLjgwwCqO4jaKIexErDnp
RknGVvY1SDf1euHE1SvJB4dyfFy/TNTlM5/shSXmLnVzmAX5AEtgbywFlxi2cBelx6frVnjrYfy+
WMS6WGmD7CdJ74r9qdXbDerzpcXThlo1BPJWeHjwNmtswKCXldWMQS1DdNi6GepXAoImE2NXmsQh
YFkzhAcUZMDAUAO3ybh2jYwj0CCm7KckBVzhrSj1naIMnpAYnErV2ndAx4/wbKFWC/zS5SdnBYbR
a2qoQBWlzXehkT0hjuh31w9o5WXGNDLWA0QfBAcWs/4SSsFSmCaSrzRB6AxmN+ybVApnu4YCt11g
jsDT9bGB2LdR7qey67wJYehpMK32CXrkPWd7l4sGVot6chBU4d1k49g2EtQ+qhPRbxp5hkba3Gzl
qv82tx1yH+SSIGHE9gImxBxikmD0WsFB+tCL3s96cILEwz7kTeUs3wcEsHCVCkbLUZVg0b3tlAkJ
pnkl9KIbr82KTVVqqOLNx0kc34IKbGw8aq/l5QQXmox9AzwMoTeLIMhUa7B6DGn4ap7P92Cd7t0k
D/SDqXezLww6DzK2cloazgmBHXDhWCUT2Aoo+JjFXCOsa+X8GBV64/d6VPB81dIMEGkq5bTFP9DP
YRJHUqNPip66CoF2VXNb6LNthyL8/vdmoMqFFgT95ugI6uX3lgp10kcNrERqprkJGLTtostMzle9
fEhhxYIN+ChUFjT2ITWyPBhbRQXlf1D5SB2ld3z71n3VNIp3/dteunhcY1hDiU+nI8KMA2kyaY5J
SjRfKFuy1SACgEcsFzGhIyvbifTTcyR0vNd7bX1gRAG3KSJBqll8uYtjYARZXrSaH9dqn7lRRwht
Yg2iaqtNAYKn62tcXg2oT0JYCT4fThLJzaW5Ip+6EvLI0J7MKs0x+7nbdE0rbK5bWVsUypvAQuD2
WQqbI1pl0s8VSJB8I8wxoHFrJeFOIrJ73craeSF7B788PiXwtkqXa8nUstXkNtP9GCRiTt+r6V5P
ITJpBkW0gwAGcSqzDzmXZGVpEGajsTs6SmBZZm59oepjb3WqhkGnsndN0G8ckSGW9iRZLcfUSvyK
iVoDnGJYHVbJHpYyoY+oBpYGaQUj3RbZJBxTkLbudKnu/M6ow32eRt1uEnTFUQeZYExgkjrOjVl5
8cDxK4KwElhDoFpM5guMxz4U+yDXfUvMkRWMh1YNPTX/BYylnkt2IbV2qKNzYSsgl+EmDWv7jfcc
HV4d9K0AMVwecllbYhjMouZDuCm2SRONmPGZgNrXpZKz36umkGujfwdIFHKUS1PhKBhC15m6b+qR
KR41pRmHOzLFqQxVgn5UOJxjy08RMBMUxMGVARgpcEqX5rI0jSrIWOi+UATBY50azZ9yDEROdrBc
FLWC6AD0eiJiFvoEnmUHDRSR4F1F3Zdrs36Te0vZpAraXZDJaXhEGasrQpwnYwKMTlEyH2RhCFqa
CqkB1QfKooq64VBshsLSVc6jsGoIQAk0c8GEt+DnkioTdEM9TgqPdf6cBka2EwWx5CDIvnC8lzE/
fd3QF8C8ASZTTGY9DUHDBzKMga+FVvHTKjNwmpEGqudD3R+6QROP4ThLh3wUJo/ohrJJiJhtwRDa
PVRSulcJSR1gLVLPIFWwNYVefRXbpH0h5VTeQu1Ld/u6TT4MtBY5H+3KqWNqADwHOAoos7CcpcZQ
I/WPm8A3MkhHFiHKqZDO+aGlE8cHr/gofJy4XXi7EN9jqPXyfnXGiA6sJgd+i+dLsiUxin7qeKtT
D3WT+HdV6NWjGnVV7yqAL+YbMxmK5z7RJN6SlyxcIMFA1Ii3ALoXSDXYpy2VATgnkQmeVkLckojj
Yy1EVuuaYbKpiBHsekkIQCGIsK4eBCgMT8FNnFn17RANCUTczWe1JsoxhePnpKkrx4HwBfEY0Bq4
sCazSaLU9VbbhaZvdvr0qANpZhdZWN7PKLZwPo3lo4hsDpN/oPnGgCyYBi/Po+1olSsvk9NgZY6e
/VZaqLyB9KEoLZurrblcF5jZUXTAAAfi9oXMy6SETacVRnYqzBvdAgPJbOs8OOyKDYQrqA6iig4/
xRaDsRR01xI5Oc05OrPZKH2oUj87eoia1fV4YpENKCjVoIJC6eaRUbFNLCWxciUKi/QE6nz5Nk1i
WnqNDAcEouSAT4dHybSoelIgigaJHOwgoiV2BiYSjazo0F0/5Zmo/phQZnF7tTNA1DiAQLzVgE5p
Z1eKFOtBFsecE6Mtsi1YR+COOjP8A7oTzMPQVUGrgMysOPVJqJ5IPs9eKY/jtonaP4kQxbdFJNZO
ZCXSj+vbvLih1DACXQXRBN4KtnendJkSzmBSOo1QGJ1tRQlLFeCFIJTsSUa/aAPKofoPKcELdN3w
4ibBMBwUKs3I9dD3Yb7CWCBNj2nk8tTNGEwbEVF6uE4x1NiGlvPqLt0itaVR8nsTHhiwo8vPkGg5
kVMlK09aBfnXvC4tUIsiTIMumnQ3R2L0SacrDwHgcYCRh7F8Bx2ifHd9wUtCQPorDJGOH6MaCTqF
y18xmGEEKENZnmap1n+ooGlFL32k6AVDwQZ084kMU74RxaIDgK7TBihPJdP9VIDCBbxr+qEVNGDQ
A+tdDud8M1vTZtRrsCcl3wclfv1UdBzQeEGhjfXeZdxrVhnX5SkJoL2QyuZNjih7W+am8n59VxbB
AyzBD6ObCVgzeu5Mdoy2TyLpglacZkuK3UrvMdUijjzG/KUzoV8XdNFU0NfRNuDl1sdmE1SxXino
gAYt+Dz7XEb1t9YxpwnRssHR81Yb99dXtrzgkMBUoFyCAJaWNRjfj1x8SvFV636lzuH8I6+SMbJz
4IswRTwWZPK+aw7yDoC5UYg9SBgX+M5OGea2S02Qv3YAWhno2ponSOKKoHwTo7D5NlqDws/wReFv
AC2rxta6SrVuKmEyDT+UE0y8BqJJ+g1G46KQE5kv9xHzJCpsSHg/Ef4xHy+uzFwneWz6IyB+Dubm
wBkGqFjyYwgiLXau7+LyOl4ao39+FqCjggeW0B6xQQd8j42MqrD1kfAUOJfeHqkbQHwoCQF9s6CN
NpsimrNeMPy46uUthDd6OFtN6u0YAzT2MBgIFrRWLewa4pockNHS4SMMRcULjRiKpGB1dSBtN9WD
Fln+bI4uGCSP8YhxoLh5nHtpWwmP395PytmLwVIggkESwCToYTsVA0GE6HdVOhn2pIkpNGFNPeGR
ry1uiYoJRoR1sAKSAOQ7lwenmpWEHKQsfFFPdrGB91ruJMGzZF7fjGeIean1ylSCXCsKP9V7V84/
QY1mgNbim9uG1SBDFDUJKrqUyP5yNUEwNVEcjAVgQy3ZkKJ4zMUu42AHFnedGvmCW6FwTueaL43U
kYB5KtMo/K6PAWQEO0l8I4Z5nn/3m6J2MHiPszGhD7TwTFaKkpFlFv4YxsF+yKzYQV+ZN8DB3mu8
6rjTCGMA6hLRyGXcbdRmZt0hNTrqk1NKidN1xA6IVxvTdgy/6dphi3JyAQ+BQgw+TGbnBn0yNDBB
aNDTuTPb0alco23d61dgES58GQH9CRAHKIAARnJ5PFM60UqFpR8hSCsAwxqR51k18mcIu2qHarLC
ny1y1cMMjN42VObYMZVGfRE7PbzXxzrddoKZ27UaNoe8TGtnzNTfRWEpja0TNdTfrv9a1qPRH6tR
HgDKEk85gC9/LPK7gJhzrh/DZ6P0NtpW8vpT/+u6kS/fdF4CgBUUuRGWQNkX28+WAEplnmoT6r5H
BLKZ02cWZuOqStoAkl1s0REc3XyqKw+08aZLzDi50Ztm3AqtnoOmVuqCQyGblRcYRXRjNE1wMoS4
eGzFon2w+rHfwbK4n+coIG4NYiu3bSWrA2tNpzWeagDfbUcSEL3fTHSwKItWuk0DmE9Kj325dQBX
Z/M46+ZRTSckhltJbvZC95qgvnF9+9ggiDXEnpE4AdfRGOaxn4+ANjjKoNhZfJv0z/+FHTyjqBCi
qo2m5uWCZjlv21iFHUObbGHWPSuPX0vQiY8zT5hg5aNHevjXFOP1J70rxCwyzWNrdXdBpj8b1aad
Tq0m2rI8cPwlzxhzUAIojTq5wLoSLCt0T0L9sGt5ejBrh4RJIDSDEe7g3WSiHTntYqUH6vuY9nPu
DEqW75uiNnfm1N2oxiRxzoqeBfNFYZ4E9U6Q3aBmwNILihhnD6QC5obaGu1Ezzu3luOcc/O+iBEv
zKD3QIHjEijncdFZ/FKCmhexjCryBzkuKyfWwqD0+qjtX5oQhAoOMQb5rRka6kunFOQQYzN1nSOO
cjs5SWF1j50p5pFbhwPEZFFXV0LFnopEBWNUOM3vvZ6l93oORiwvT1QZcrVaqEi/xbJWgNAHOctg
umj6IJ2N5bDidcUWzk8H+REeN+qSKDKU+bAyRR1njWjCERD+6qk3bH0nSo5AtgGPlmeRySIWQIQL
1Sg6/wE1HyZdKhud5FB2DqlSYbupbiDf9j7V7iG7LXnvz+JqAMyLxiXEJIBeBhqdFkzOQmEJEnug
wx5D3yLA5PTmPRD9O7XWIlvMBSj9vvZV6BYKVIGb7GXG/0Xwuatd700CD7u5+PIuf4rBrDpDuUYq
IBrkt8IhEwlCu2qbQrF9gJSmkG+vu691Y5j7A884IGhsv3Zoi0mL2in04/QlVgSvnz776DEt0mM/
/rxuio0lcZoGFZugA98KHeq53GKhTRTA0cHEJpHKlYPDiDmH6btkijBCqx54XqguOELKSyOWVvSy
WECmvc7MUxc8B1KyHaIMR8XJLBbwpH9ZwlpA0gffZTIOsresIIgyOmIoCUfNKAZPQZ7RVkrxY6iU
aZuMxeilkhZu9FBK7sbIbDaQdgc7f2T2W8zjyPfiANh6ISG0rhC53AUI62+7XHkoest4AEAZfPPX
j2AxT4gfTUVGqb4O/hOB8OX2qAFmR+IBk+kRRm/UPRSaR22Pfm92Zx2kxNXemo8gcDfBff4Hv/m6
cfp3M24RtpFBw//icNhqqp4HIBNBY8LvMtTcnKbw5/tCsi2yHQe74oBTFq3Df63039YkVth8igFh
r6hMcEU+orDax+XkyrO6hZvZGGAxqaZjn4DG6QW+NDVmzlpXzaM5jEkAdAPRKWY+YggXFfUkYlBS
ynqIixQApQVoX2q9jVEluxJHPAvanaaBr+6la1Q3IkDoXd/vlU8bbHV/fwLzKRRSkmgJJd/spreQ
PBtQZAgEt29FR+EhrVbeBKRUFDiNPh9N8y+vVTQaaok8Gzp1026oPsdgtsP+NcOUoxw+aQmPZnkR
NqAfC2QjfDVo44FzpCs/c9ZDrrRpLXcRmKL83tSd2ozdHJhwLXu/voUrLxAsyUh/AO0CVJ9NS8wg
DmWCCNrvQTojO9UptSsH46il23Au7NI7omoG2AJq8QCBoH/CrEkoRTChKBEqWjKduLAz4SnjGVnw
iuDBRhcIYSoOCUU6tiVLpGZGBzGMQWI2+sFBdx501QtB2Va7hPOyrB3SuSnmkEiat12fwlRV/AHr
fXifW8e25mRii0EVuiAAiiHEKyPmUtiek06mJi7yJvblbfWg/BQ9TOPZtbG5r97TETjJ/On6jVg7
pnN7zDEl1aTJpIO9QmqctHTTCK2niVfeXLrKy1Ux31OiTQ0BKyE0T2cv9jbAOElefW/9UTnVxgWt
Ht0+mmbCI4NaGQOql7dOMELFCHQtxizKi6FkdyJ44gsjejDrZFPOlhPnjVOrP62wHG2zrW/nSfis
MIcqdLvr+7riMJFBITFEag1YApZ/+UsqhNGlQYfWjVvpVn82P3T3d+GKu9oJ8b/rxtau5rkteshn
/mMep9KicCsfLF2ljIEm472uOnsYebQKa7cF3zMiBCQcSHap3zwzlMYVGP9NkH3rAgFjXmx30AoJ
ye315Szaz/QUMSqBgv8XcfqXFzszQ+EAYd5ASQMN53typx+ACc0esof+UfIrcFEVkEGadh3HY63t
IsCSkAgBpF9GyfNycZFaCNGsqqAZECH0jlgF486Q0jj0KifUWvVaFO8HTXnAxhQ2SDWQx0u4prH/
U9vokz0fhztMS3rNHgkQx2ut3sNzW8yrWc4ELP4CbA2OZVv2a2O/IEqwkYA439XEpcd2booJiJta
lFtUh2O/8cDixXn96e5fRlv4ywGcQkcZCBy8XpenI0q9HIUBZhwa0t4VUga9TgRm7vWbt3YFzo0w
K0B2KOkzOO/ABRHaetneluCGS6z7sDY5d2B1OajigykKUp2A7VwuR1ar0bKSDpQQRkbsWiC3ojDw
ujyrzz3AVwgqQISCMj5jZayKsq5TfK+T3I/bOpLwTFqz5tYACKM9Yf6eBEVEz1RLvTYfLS8YLJ5o
OH0W2XOjCs2gikCJDDnM5UKRzo86+ofwg7EWuYJlHmuMoXuRqHxOTam5o4rc4voprnkpi9KYIMpB
/1Nh3GEwq/UYJPRDJtYWxZp5h+Q3cQiJeeKeK/cF0Q1gDsDzYRabbYPrpdhVQx5CZkX7LLB/CAmU
BHxcGKT99pIuDDEHGUZdV6pEAHeTnHrAqB+CQfNBiOFdN7PyTtNcE+MvEq3zsC4wxJR+n4HB0o8h
OuKVQR4O9jRb7zrJGgfNyAjcW4Fkt7k5hJjyB33ydftrnv/iBzBHNwtxjeQGAiiNJP6UBXHbidpt
Ogm7QIRC72iqN0RXXqqw2k1QL4BIiAb8JKlSJyNgLB9TSD7GQCZzftbKhUJ7FsAspAMAILAN6LwA
Fg/sDqCIqTXbGImXzg9GqXEqlGuXCe02dJ1RU0aRiMllK6JEHTBsdO3NqareIuVWkuOdhULN9V1e
W46CEgkOGthMzPpcfpIx6lCxaEHPJlJqD8rlNuKFpvp2S0fHeNyZFdZhd4oxBA0UjzqPythE+ZPU
/CkwY/10fTX06jMOhnbCKKwWwxuYw7tczaD0FhnqOfUF2cqduodMQpgN3nUja1t2boRZzKS1pRoW
YupHqaN4cs4TF1j7+6HfgrAHACK0p5i4NQtrpWk0cGSR5qecPhN5V5PP60tYu17oRCHHFIHsQ2fq
cp8k8DCDUAJMXyS8yYKHMdl3gatn++tW1k4DIFg8NgAVgLyH2aiqC7R61OARlWIu/2B4rXE0DXPO
nGhgLU8CMPavHealrpuyEAYpAlH+zxTRIDhVAykHnUxgi2Hr1JW4DbL0kJaVPU9+akQ3uaRyvte1
1/XiNzCHVjRpVxoifgOKYPkHulb6H8iVHmvTjQqPx5S78o5ieBn1dyA3gD1gQ29khXGjDQTqRYI/
xdntmLaO3uyGBLqVJW80a+U6ooCKUgHagXhEWWR+V8dqaBAJPKnjbLf6Z9jkdmponI9q5UZihAfo
WfT8UUGTmBvZC1U0BDXUAUrzXQRPlRBuwEODQ+ThWVeXg2IwpsOAWNNFxrOS0OyqZpTxTENiRwbF
6TwfILHIuZMrV582Uen0E52jVJjlDFUeN8QAGX5k6riNoSM29X+xYzh69KyB3VGBrr/8htOhIWHb
QMKqqn/H830PBvNpruyk/nH9K147GQzmYWwaVw2BG7NhOglU4IItyokW2soAdRFsmpJuQdXF2bS1
o4GjoNhNJHwS6/jQ6KlHwHlTX8sKu1NfLDD1GOT7mR11FRTHi7YcQsPLbUv6qg+yvoERaKqFINQP
b6XoVHHlEOi2ME8RWkkUyUWbSUDYXtrRMFUyNhnsNElgQ+/Gq+t4n+iV22I4rQgPUWceMAixvX5Y
ayke7GGyBdcCL/pieizr6mkeJDxOvnyPiYHOFrf5rQl2Fbf76BNA8jiHtiyPUvzEX4PM9ShFggGr
hBp8lL3UFZ5mL/eU/fVlrRmh6DSg4ZAkLYTFEm0Ws6wHkfos3UEyyHDkEni/zYdavlw3tObHwUyM
Si9Q75jh/drfs3IDIWYB6KKSYljFzjwzf0g2aWIbz/OfMHEmXs9i7ds6t8a8GrlYVgLqpriMfQhU
+bsadnYvNg6/OEr/JvY6nluiDutsXXMRSpEmqNjB7jgb6W58xdOYD16rO0Xi9MkxJpumdLvqkGyu
byl1ddcs06/+zHKpK0o2WjKmmk5l5IOw/KPpbPP9fzPCfG19OM9xaODYxmb7St6SX3PhBA/Xbay5
JwxCI3VG8A/ICmtDrKPOmqCfAinwjwLDN82MaSa9cf83M8zTITTiGE1Clvllo+3yPNrP6fQKhWFe
2LS2HISAX2B1ZBmsIwTULVDyOckgGqBjHBjjNZtkCGmjQeNV09ZeQ7wfADlRXkWE5pdXAKgRAKCk
PPMtheiOFGBQVzd4LaGVbwmQe2RkwJGiMMRGEGNYW9Yww0egtuxEGogEGtlBaxSYOI7LW6ssYxIY
Tg/smoBeshOthlmZaWdCooJ0h66JbK29kdOXqth2JZAXv8X+MMXvWfiG1nMlac7U8sKL1bVSEh8U
cyiPDhNZk6AulHHAdS/EnYGkrYw3QxA7IS9YWumpIiVETwXhH4BrmJm8PLmoAbcj/s0gy65sVGd2
37PDaP+xFdStc09zQNnKuf7rm3tmkrkscxJOiTrEGboe/UY8DJ7oxXbU2nfSodqP29zhaTWvfAhY
I6bHIZuC1JFt8ElSoVm9CNcYpNm2AB8YulNCdHf9q17xguBnUSl5HD0vlnmo00vMfbRB6ieKitHd
7ZxKTq3ct8Gz0HBK5iuPJcJaMHdALw7dDxYX3FbA52gJvrYc5Dd2n0HdyrJIts0mddyXHfLJDDOY
pxgTmJyzW9tJzGKBWQ1lWRQUmNgKxRpZzvCPb6h+3//pIAb8fQAJxs2AV0ePH/cSxGmXF1Lpg6KM
wijyu/a9BAxf1DAK2R0yjK5aaERfP7SV9aAiC+AI8G90vIx5nsFh1ujCPMX+HJVOXh2aULXr6f66
kZVvGdEhQmgAeJGOs3VZkHxmcqKp6Iep99ncuaL2qVvoaXwfPULnvP7aoYs9e4djI0JgqKIdZmgP
emC4nfBGigeAujneceWmw8ej+E9dI+4gExCakjbWoK2NfVCeeiYSBjfWJLTmoeE7Zcnr3JffFQhA
r+HMIjDDlytTG0kpMXcAQQkjdVSk/zJ5yMGxqospZ22rF+I/a0NGdGkpSkuSSzlkHcBSAijVIGKB
+tvYGZwkhWeH8YFWV42UMjD2swodPIW4EF2wQaBx/eatPMsIZFCeUUEngAId8y1hfi1IQCUOEEWt
jVtLSna9MvDS1HUjQCZiWAeoRPZwkqHRxIGgmoUu7KyHn0YyfVxfxoq/wzL+WmAOpQ/DpEslWEjE
xkvVNzD4OrVo7ATpBN4CF6mdc93g2pKQCaMr/5Xis7egswhGgHUYRKv3NgczgjjVz9dNLC8AdMKg
pafBDnV41Gmcfazg/AlGKYMPF0rTgaKB3bbvI683stw4agTUcKiF4DotAlqI9UGMFwFtAfb11NJu
iPIU6yokvcbbKGtB12Lsri9r6esA7ccDgV4uPln41Mtl1YGgWsBwZz6GtO0eD9F4F5qPPfH+NzPM
56N2VtoKXZH5mCAAv7LR3czljc5DyfEWw7wOcRm0UZ2XeGd1L4W0jB03qDBmFSTErT/XF7T0qdg3
2lhC985Am5hZkGwJqUnEIQMi6DaIy+cW3Dbl2GBZwNBGunvd2tq9ANUACugIpCmPwuUpQZ9HQFSI
SDoi6OzHKI4J43Oltk5Vt5+Yd+IXZRbXnX69aJkhmqVDiix7nhAa7SjOZeerKandBhBNF0xdxU7p
Rh5X0IopxA5gbgBuAQE8myYYwFYVUyT1fhIH6ikb058jCeXNbGjd9vo2LtwEnnTAIijFBx1lYiuN
daDLQlX1vY+WqisYpRulnLIIfUovUutLCyw2IgtSvalLrAVfq2B3ndh5sFhv5jxpdwDvEUcQa3mj
ao3ljskoPV1f4LLYRO3jiUffFMBXjWX2iMxCyhGE9n7/W5XvVWcvGTbIU4DxBHOmA0lcznoXF/PL
HsoYyLnQ3GHnnMys0JPKxHrHxin+REBDgYe+c2eB88wvPjfGDr1DZ963rwKImaYy7IybUKtsQ34M
3Vq5kblN+dXbaPxdEfOpKZ1K5MDCinDjq2cQy+7jP5bX2rUXO0+foptsOGfGWxr987OlhWEcVT0A
FP5p/n0XudLh2/gjundg/0blE11jPGGXBhCxh81QYe/m30UMtbJCdr3r127hdxkLjDMsSlQcM3oL
Gv2YgtY0aDRQm4Ih+fd1O8tMlDHEOHhMb3dypSn4vOIH0kDh6k5V7XbnBz0VKYM2xMuobBPtg0fz
xDVMPcvZIZVaFc5pCMParWyVtugMm6hyXoaNIu60w6/6rbQ5e7p6D89Ojf75mcW5rRIpknBqrfic
KCc1fE4VDu0LzwRz1YsgFqeYqNhN5a4f3wfzVCivnBOjkf7CIZ4tg7ndwC3OWUYvXwJFN9B+WZGj
/iwbCOVhMCzfBjLHUay5eDAiYiAd8TNyUmZNYEknCrhXodwYj7YY4DFWSo6JtW07N8EsqYkwTk3C
ePDl0R72+jHmPPa8JVCfe3byEGPIYQNLaMmr3N6S/oFzJjwDTD4YKZLQVGo0+AGqD+UegwNVdKO8
DY/9ybwRj0/xLdQt768b5WwaS/GeQsa+iY1w8NMcsplS5RTAJ+Y6B7e1agV8GyA6pNUWk/752daV
MbgH0hxHE4yObAMIUHMSjbX3DiRT/zHAXC+Q6Axp0yaDn38Au+EQ7bHJtn3v1fFW5bUiVp0OUjTo
gkByHokNe055GshgEhr8SXoVKQ35BhUqO7I/U8d01FccEmd1a9HLfwzSGenL7Yv6ZGxrgxp0SsUR
Y8d4b8HSMkBaBhUyzjVf38p/Vgdji2epSwaTFAMKmdOnZdvj59v3bwOIkJDjYh4D4TEbo5udMWCY
DXeurO9z8phGp4k8Xr/WK4u4MME8SEVRlkYCslNfln4V6Qc+16q4bTD/fycVnM925ZG9MEW/6rO7
LXclpo4h8eJnaYNCx5ti/hqhICLxctB1O2j2ohX7pXFxaYc6t6FX8A3hCliD6eQmCnlQhlEt3g1Y
iXywor+WGEdHGTCkycDH1BbESaDXo+aClyiOEIy2ztm9FZ8H0mgTJRUMUEP4Wb5cVShO8mSW6QCM
e2fn6mwPqH5dvwurGwftnq80GnyGjPPRJGVukxIXehAPWRVuQJloq/pOHbPddUNr+4aCNTrKmIJB
X565CWY1aoOadiOG/js7Hvdp+WLmv2h9Teq+H9+jPI72PNWPoDiQy21LCzLEsVKMwMn3j41g55JX
Vg7wJsm3oUkg0ju3xCxKJkU4iGoz+lA8ABOVQiKnq6H6fH3rlt1kagZQA/yLziEC48sFge4pNLS4
H/1WcUoIpgfFVhR2o27P6bbaF7zp3DX/cG6OuXaDmRmFMOKoIiU56h+CHLrx9CKHniRtgTLmDFis
PH8Xi2NOa0Jd0hoTLE7riZsVop0F9z2P+5AFd4GCAIVxAFwAkKeD9eyUktZ0ZmGRYHg8ik4V2t0N
lJQghRw6EaZGxu3n9RP7qnmeRZALc8wWtuIs5noFc4NDCWNslBDtDPVEDxxTz6Lvyb9uake4q23H
NxzvKd58DjYap+4h4LyOLGvE4pcw21sURa4NkzA8nkzDfTX/JPfWZgxsgE2PSA3bt8l3IptHYcC1
ynwYVtoB9VvCqhs+bDK72Wn25Mge9Iv7T1vBwG5v59voZHDu0he259q+M+6sTzXg9Ezs+/SkRHYr
7PWDENuJ6Yw96vg/izto9cS/2uf2s5oAlUCxbWM9zuoLudFTB1BP8n79IjDByWL3qfs9e/8iYkRJ
02AfMlvJ7a24MXelUzqcOv+XDvS1ZbPRPVqSEC2DGTBkz06+Fw9GZ4c3z8R+6z37R2drt5BJCR9k
Z9zPwL0Yr/E2O8k/b8TN9pf1Vtv1NrAdp/8UN4N780vcKM49rz/KerF/9gL4TYtOC4Lj63Iv0BZN
khwaY4+J3bsRhMtDr3eqfegYHP/PtcTcvjgYsqKcYGneuOMjcVM7uWudZMPZdnboZrEi5rYZ6mjG
AYnHR2AAX/t9eVTtJrYPibvjPdPcJTEXSZmartRSLEk/JTdAI5zmG2uLlBS0LpyIgJ3aXqyKuUy1
rmcWqbGq0hU0kKOIdh/24KOjZbn888cYQQXKLg9Z5oy1XZl2BWlylOkOIaTMeOquLMnrPz8Gw9jA
DkDNiK2zWpDvQtEQN7v0T+bsCHbzAG7S5HRngBtl82nunBlDTuRYn4Yd79mlF3L5Vf21zYR6+tyh
y19hI8baNdGeO9Z3tYrqtdN6+mNxr23aaKPK/X9lFr1IVEMl8GqyoE+I3il9k5jDY5LsmvDeaH+Q
jyxUtkrm5ZiAFn0t+q2gQ6mV+4GT8DIv/792+8w0s2KzzMFzPtFny7oROsckoNZwLe04la5EOOtc
twXAKeramP9jmSu0EOovY4+TbTfdYXYB1q32mftx3f/yjDCRk2qBwnGqsSD5EGzBoWL/kp4zzkLW
v03970qYxz7pikKfqfeVh0e8bWPitLfqtG2zwzT5RvFk8pJsJmj/55j+GmQ86WxB8rTosCoM1Hwo
BwnzA9e3jbsk9dJXt7Ml12kLC5rtVg+NTX3o6I1bHqqPnc5ZLIVxoUEJjqpUgSFzq8l27E250+XO
L9k+EGhMvmAkz+Oxs7Alin9sYiIJ2GKkVSxlega4LXQkYHNwjM4JPtFzi34l3l36lpfHzE29H9d3
k0l9FvaY45oisEz3Eey12oduDE/laz47/ZPVVhxD61EuKBH/vTLm2CKodyV5H42PP99D6D04d6r7
K90Nu2Y3fg+ItFgTc27A4oHLmVgI8LSXGMXzB7BVcHAF/88l/Lsa9s0T1UJtacAgfiZPgG7ltuh2
R4zic5zE+jt+tm3Mi5eRWm7nCdsWf/6Ek93sK5R3XNk+/leeAoLdoPegF4+Fb02gcg3yoKBPa3IT
7m4N5yV7JPbu+n1bfzTPzDDr6ZVQbYFARlwCdefI0dKNYBdb/fEl+Wi97CdSYt33Ucrst8Lh04rA
LBJwqlirce/ZL2Aekn6u5RCK1Ai+kP44o91spK1pv/HGztZP7swO/R1n8TUhYdmaVUk3NHLIJrgz
XXX/K70fdhLnwnNWxD5XkpkQJWhgqfDCm8h5CHbJvrZ56RrPCvNezUUKje4aVpQf0aPuELdyxc38
+Xn9gqx7wL/bxnpAEYx25ZzATPBHucWQxDZDu9B0g41wn3rl6cCbtF53TGcGGRdYZGUT6hkM9hvD
vi1O7f+RdmXNrSLJ+hcpArEIeK1i024ttmW/EMfHNmLfQfDr74dmpo9UplV3esLREadflGRWVlau
XzqeLS02HdHny+n8MXc8GTJGUAiFdloDjeGoO+GvM5RPMVfyiTewwKPCGEDFB/KXOlxlcT2pMQXv
EeGgrjWUkh9zM/wO64QC8xPVqKFSjUVy9xreTqtSkruwAyxhI5mh4BZG4/up3WQtDw9wNGoHCOyw
OmVAC2GhjxKlbyIBgE1H1N+XzVO21TMjMGSiAr0Ri8hdMrPOZKm59Pz+jwKcG9oSk8YH6oUsyxFo
W9H2vHXPT41Zvwq6oSHbZT4W6aj639Jibpky6/wS+yJgH9Ol3L9HLol8o6vnkalhA4HwNANuSTgv
DRG3T7b/R+KMt1i5ahLpZQRD8u2ul8aMtjbmk+jgX1X2xdQ5Lv21ePhTgf46VLb7tBOCqJFj0CsM
bCo9+eaECnNllywjF/moN49+p9hBwXmCRv06tEEjIY81Bxi5Ya5HDligOoiGJ2i/tvyeyHQ/I35D
ReNw+OY2ew/K8YPHG2qMp+BLcTgtK1CLDOwLDmlpe0hoLPqO55IMduoRIeZlLVIvCGez5HI0pN4o
TJTriON8u+ZswwvD2a6Yq4d1K0Hm4g8TUVO/BE+nZKWScIOOxNhAI7bJUxAeT4Olu3lDw5l/hpUB
oaWFLY2v6tKfV++O4VLM19DHyj9mNG94YiG/Es+bdlkHUt6Ll5NyNTEMrtx4NJjLDaDkyI9a0Hhp
6WkZbt4lw0Lz8LNixhmhByTDXh4zdc0dP1AKtkzTe9osqhuYk+W2pKH58ZGT+dp6l87mUTaA616v
qLA8eIZDL2vqJEitzT8DjmR5F47d9AKcvVACcic+Yp1ZIQCB5peOUMfxrE+n4SE4j/pdtwfJvLFF
XkhF3YPljp5UEm1nxoxMaUBUQ+e8f7zjZAyJ4kaVkOegFBLD38iGN9fIJw9k9TrP+OMIVaAvYhYa
Gw7YMUutzaIoL6a41/KvahuJZv3WfMyIuEIAupfIzHSMQ7k90HaJ5JPVkZZArrx04uhTf/MRjHGp
LsUUwFL4iBdjXazOT1PLqn/lpJnvX5Fs83gtG6NOGUrZfzHNWJgwbYoSI9mD8/xyAsAizX9vKN3x
+Bp+5odsB+BfTH2jeMXKNu66UspiBbKFY2G28zOhvH2p49p/Q4MRXRYGfpdGA434V6yajaObM2M1
fV7UZLlGoZYX/o5m3K9oxv9mipGdXunFRfBBUHh/V4m4CD3LI/v9vgf4nbeI7e38eDYAs5Et8sO3
s0s/ds7ZpM/UvHw3pkefHXrYwfbxFHng85GsGVuOLUn5LMplPBoz+7L8bxef/+tN+iPma8R+81RE
51RR4ww/LxbEs+XDYuHsdrt/cuNviDAGPG7UaV5oIGLEOZWNIkJlgnIevcE+sXLC3A/m0TCViFFM
Rk5CMZVqJO2g+ue9FE6NLBQ5BnlwOX5QQFcr2jhQcpyxWu+lIdB1LnF3TNrAyobt3XlLvZmTFLwX
7+oa/yCFdWKodaO1G3OL+JSbU2nEvC5nKPId1x/SzPaJWpH4ax/Ts6Wb8pNtU/MgvH4X7+FvWtiB
+d0uW9I35ifn3K77ah59B3NwdXVusEns0h1PxjolOdmGCxTYZIJPmQiU2LQghzPp8PcdrQG905hL
zrGOOLuYA0bhX9EheQyKDr7OjSjaYHZuZLdqjxjfiVbiAo0nAPMh2dJfVaYO97qyRaf7B37NPdlB
3W7IurOi6VsFZBXi4gC0+Uojkcl7ClnUbFw/kMHNgNFGkl5hB+OmbVlIbt21x5kNQHN34SWmTpJD
b6AcACS2j+ApDw0ZLQKJbsw8Uv3yfgPoviiBrrpuXoILzxseQpX7A7//HuYWTaq+EiKgwR3TUFca
I1VzfT6tlfY7EzI5I+VUvWBlyTTPj3rXoEuvlVSfCG0tYj2MnKoYfZLjhGcCryWhn1+FJh0UjLA0
g8W7jFX0QqOPHrl4kpKJTsJFIRB0XW9LY/Od0OdmfQjW6etjJ/DnIzeI4g9RRvGw9LbBNNwUNQA7
fy4td3uAK+Q8pvHTFcLwExpEsbMV4OJAUbnXMjSHtJNZrg5a1pmheTYU26NIoXDu8Yhzd0+HucdR
XGEEJQOdmlaW/9Jbxet0E8+z/w++30+f554WEw1Pw04N9BS02kWyOgJ0eIsuS7iR5xDoDyeYj8XS
IwqJaL3UaGXMFmJsdGa6n9ve2Qh+9aZs9dT0V7oZuIa6QxcgUQzVCEizNrg5ip+vxv3HModcX0Ks
ZIB+Q7OieW6uj5qhmuJ8RhaZ7VLOMYxp1O1pMzalEHolAhLocNon3PD1r4RyGRq7wLc0GOfaDepe
n8iQ/nDOrVmiJF85Kp2sJ4uM/ve5zXvpMUF6rnYA52mv0kvJtlq6FmB1efC9P5/deyKMI+jms3SA
hkFpbD210VnA62IYv4NoIMLgz7DWmJFY5LVVi03oQ0PH1vsyf32XS044yaPAiKkusa80vIACoN9N
bMp0NBIbnsE1k4OysmZSxrzNfzhhJNWhY62YDK0yirU9RfSUEkt7a15ii+ucD/biESXGV/awlqu4
RFeOtr6NJi+aEITBrcMNgscv6B+emAepFIRA0nNQKs3giCk6krdEPswIWm4C2zPyJXcpws/M06Bv
f1Fk05ZdHmdKoEOKL+Uup1893cRbz6CPDf9ILuieCmORg7McNvoMlTCF9NbH2RDe3NWUom1MNULO
QzZSdbunxVhkf5acBXc4rZjUpoWK7OdmYtTOP5Mcom080MN0PNulORMmXqmI1zaTd2+H9zkjGpkg
/Up4XWEj0SFYuiHFmNI2uagYTLmSQrbCSun51TUCa7Lx5jSxgUOZc17q8Sf0hiJjJsqZJ3pZgopi
ML8YH+H6sujRZudZO57zP2otbggx1kJ1y6SUQ2R3c/N0UQlGVIAmOH+sfoMl+HF/b2iwlmLSFH6g
hxfUy08RblO04IiLxwRjIJRULFQ3Q1Z1Gc17pyHhHJUhzXzMxXWt/SM2GOOATmelntQQVXIqrI6+
nw9r7KWHl6Aa6KpZoCt9DgRbIyUZeuTET/lNpTMiW5plvs1q/KM0uqdwvlDmLa+fY+DvwZexYXU9
nZ3TPIe2rOUF1gLYneHjGB+zfw1pHxFhbIgOTLQqlkHkpUnI+t2lEXwW4PYaa+3JlY0LFcjZ3Cz2
RDd9WzgayVdkcy8956Svhu4mUCpU341C/WrIdCKs16ibhSRz3uL55pmmc9+a7Xme+QjJoWUaiIOY
ScG+V0a59OhSBoJXt8dTbyHBXTmlkR7++9Qd6klwLOAQYIwHEHc44Ru+1IsXAQcJzwDa2S2kE6xm
ibeATuzIxOiLSz8fH+Z0lCl0hAPcFWvuMB95Ty8PE3nSJdDlZTmjMULOtZWiqxIOqQf8PozcxEZi
a/u4IsL+MWl55DUfZv3/Is2wOhETX0lkGNP8uzEmSHddVlpgDF9wOq8z4x0NtmSCPUT4x9lQMXMo
PsmHC/0VHi4beUlpulro80HzsKvNVp843tNIDRMncfN5jI8uKk2hxEO5C33edIrQIcTXADs8ILV1
0Dbmxt0oc17JeaTjYqCqoFcFzgDWmTAvTKKUBbAaYcEkUKzNoV5jRYZnoh1MpSigLg4tSRYTQyEZ
IjaeNgy/zlztO+rMa6PECLQLFzlywRbttWhOHXjx5mWREfU9sdPXlKfuwxmzBDGbNGypQZeezgLk
hm7W1K4MdhVSzKdGbSNuIMpishjeOF7cIA5v2A9q2HcIdEos/wCn98peYGqkCVWUNhByqUvLkixx
oZJgWyx9Gmwmdmaazg7t5MSkbx05P3Nd5UF+Dz6AZRdOZXquhtpKhdhzCs8htrNluE5bslmgF1Zq
Cep/HHs95vPJwK/SBzx/DJqxQx/YABifM0lDGlRcdKZkWUjsbZ5Q1fR+P77RI8UPYJDdUGJudKmo
QuBLLkoszgW9IBGewN7KSUwljwAN7IjBmaeePvmmOcH8HlC6PRKTgDrqcfrErc2PONR3H8PcX6UT
ukRuiu6ou5cLNlVK4bsc5jLJ8ua8LALVp64WY3hDiAtbzjLZcVu0vHMkwvsI5jpjoNtvsBZuaMMJ
9HmU0ApQBDJtrFoxIsVy39SOaqSOaIZuUh3t5ZaiGQKMWjN//CWjhv72bJirXQMTNqprFZWT3Jis
5AtNJVtNHTmkM0O4LNaYOOq6jerN/WoZUdEWaPehSgbnK0Y8wLtDYbzMohLDGjuc4KBAE42ZgaGC
lWtAJnS2hAex45VXxp63W64ZjzOJCznQEnBdGSk8ote3xu4Ij6kRr+uOKcYxSJCvRVQApiSRRBKA
3zNstTP9eQkQAEzrxCGRe+x9f631T2yynvl7vzoKgpFXO0AbcsDWRnLn93eQsXHhsMM4Sobb3qdk
HZO+pu/+Jpivk3kwLz49UzUz1fDnql1j1cabYgMPQYupwctvjHT/40OAsj4d5tEBHMQYg4lbCa7i
e93x5XJ619bvqJ3rvyJ7YxB4w4NH7Bvc7rBR9bqhydz5zA3URghAU9gBg4FOD2ssFjSlmABaonJa
HA+mpVzKSxeMucR3vDLXfNJ2/1ZrVUHpunQmuqMe1OS90m35YtSFhc7JBk2SVhzSPFpqiSVppBCf
peliEhApfsUA0bkEwjQR+qWalSSv1lU4z7CQ5/D4Bo5KCIuMsa1exow2u063FGaorOR+dxzgEydU
X2x4WRoeBeY29FnZTC7tuTvGTmDoNNpQ/fMxD2PPOIpTf/HAqPhUqDtdKAYeiPRBLzZPjUaNxl+/
/wMiDOsCU2wHBQdGDyFl24q8UffjMQ8jrWPI8WPrCJadoboEZK17XyTKUZtBINAdy4Voy6YCSvtw
pdMvAKuRZsd1PUaO5Y4eY3l7ucJmoQno6YchG4/seImu0Nncs1tLt1VMlAlohzg+5nLEMg7bZjGn
pWBa8sfQTTiVOqXoUMirxV0ywZCRvpGLKakrJ/GQX884eBsjB3dHjlG9vPRSvQpATsI1nGgqRqp3
tabRYJoSPX519Zpm/stjFsfcqzuijDZ603x2RstHh+aH9KW263WM0PB3uQJ2GXoOHxMb7AjjP97S
utrcm+iwm1QxdmOgQHv2imOYYm1td3b+NxJMQCjXGBUXI5CIa58mxUfAA4ka5WE6HfacQ/d/gu+q
aenVg05oIRxRNSXlf9/pimH3GwrMK6BNfNX33a47emhWPxst5+qOOPF3Pz8weHMIkaTV0gVYnEdf
fJ+IoaHjofVV3oUdu6+3TDD2oZzUmacO56BEgaHVCRFdjAMlOtWj3woPonVkzPheZIx1iKaR6vfx
tDsul+tryR0572P0+5hSMie/V425ClfkDSOdQNldHIp1QpP1J3LG5LHy8UQ7COVGtO5EvKSBj88Q
+oaU0u+2UUiV8+JAngYyZqKMsPQjj4TuiG5pVAS91rrMRI6SSOLYVb1RQsYsBLpfdyliELTRra12
7xNE8UTfXEhw2O+lEvHQKiELcsBK7Hh7+Nb230v9+Lnk4VmMZeFvtPXHjisVq4CbSwxtFXbnp8sc
i+q2Uyf+9JAk5yF4j8pVmqJ7BLE1/L5BJDenJ/txLYgAtTi6RUI06fNccx2t0QflhgRztZVA82dx
BxJwqVCUX2/7+TGxjpclcn+2ba4A1oJO2goh/EGff39ybP2oet5QZ27+OWxzJVBxpnpxUvLXJDHj
0n58A0YZhPSQAETHD3B+72UIjFrl4jd+fxTF7rcY+EatX6h3KT/rXKjMaRiQ0m07+pjoKF8KdoNg
mTow0VXm2sk5Gr16P+yPRb52w01RPU0nPIhwHg2GsTqtpj620vTHQPtI64bo4mICJOj/jRHm0sl6
5EaCHsB0FQ2VpPmA7ZvD/X9MZdR3AzQk9lELiqph4+T9IfUqti9O+7S/VtGWmj0hUzKhroVdP3Zq
dIRXmxlLXAHYEDlBIAUhkpoNwr25WUhMdKp2yXp4vOsGaRydNKviKL58bNOdRXJjpRbkrdjHTwXp
5oeEOrvHHI9ldu4+gHkfZOVS5UDe6Y/L08UnHjy5p85cf2SWFdO9T3PDrI0sp8kvcyEaBSpU/hZF
WV5O51oU/+H/3MiBUdRS7r2ZVOb98eVlna2wL/KjS6lH7Am1MdTnPW1EjKKFxhlttQHCAs71H72b
N9QZFdb6CcBMhKI/NtlO9g5tkq+E7NlVMlNs4NS6PBxp7rEz6nwRdLcTKrC7ROtGZ75vdeujXF/I
/MunthkgB13Q9HDYTYwd7yWWRu/rH2ZVpkdIqcM6FvWB9vKkYYfF57v8DBwse05sszFb423x67Bo
ne+FQOhbY5rPAeEVQ0bfE2zUnKo6miQQsN5rfSW33jnuEshb/Eon+0I+PtZq3u8ztwogdvIka3CN
g/g91J5nE052e+z3gd8PyJ0hzgN07f33F4FYTi/VrD+qs/QknYuTnv6X6LFDIx9EIwywPmjmA2b2
PYk2bPo+Pwv90c19onfzWnlJO+OxmMb64O6IDHzeWJ9e1ssgUHrcOqyEpQAxxxbww/E1Fg3vqTJb
C92YNUB4jxyygxVlLzsWig3wS9guhnW092QFNYjFtMZb3wYXrPRtdfR/U8/Tq5TIrZy7wDYufZfG
Eozxctbp+toPpmpEqgs6N0ntZ5GVR2k/5Vj/6yIr5ruwbQPoilhpJGLEm/kuf9YCmcm7TGH9JyI9
o4XLytfx+tijkjB5Rsk1IAt9ASiUhePUzovz34sFTcBYCIS9L/iHxhgFSfNjrFDop0fjtJapv8gN
uOTfO46tG2s8uCXD7gHOtbDQlB5c5mZM0NMTvxem98bvtBk+94c0/7DDXhJXic5d3ILOxIE/t95+
XAApRHvbhHEjh53De0PGHu9hvQYQl/Gi6j/2ogISL++aXJke0TaakvN2bsOYrgTLXHC8qp/PhQrt
wAwk+sJ14G8w10aLZmLu1xi4NKySdG8r2vPcnRHn/p4EY8FcrUsubRHBuV/0S2KuFptDx1H3EUW4
p8E8/V7u95McKPlo7UMvNp2TVWeYHFGNJFHuiTB3SvThXpwrMLKcEPltgxYCaqDFhfeqcQXGPOET
AU2K8EKRlF4DiZ8me95kPu/QmdvpdlWa1cVw6OWuOx1me44x5vz+lcEbW6xfZrD4KX6/RCiJVZ+V
feDYl+HJuL+Qd0dx1YcbCr7UoCOgAQWFDJPw2F3kOM4n7yR4fDAutJcBmL5RcBDhL/0XUMt4sx8j
rVr3bAxs3rBxDiZx1aMrGPG34qQ2RLWAVnVkx0P3GWmmv6fE3HMlSJGPlkGp365PNT2d3s/U2ab0
Y7u2MgzzXDBtuYWXxvHJeXeGzSALmVeUynD5p6f3p4aQlWkG5JlzM3+a54E5TEHoSOHCWjIXJglm
lY/tThgJQTMGDDMCDNK/PVa5EbC1eyLMpen1XJyU0+RqKZ/3WwBtXZz93lvXlbFf7cLeAOi0h9ZV
ZHU5lDnsyYyXC8xXzMGLoIwFPnv0vKzKnJwt364cDSKd7lfk1UznGM99Rp+p+vbt9Zi10qjEvQ8j
5bI7GVy7ZW70NZsAx6kQIOgX7flljRfDmpMnla4K89XcUJ7S/o0h/Otc2VHTUit175yAXJ6juoFS
3HJn/CNT9YcEcwMv8gyTbUNi3MAW0JS+AhYv4K1fGilr34uNuXx6hVUsbYUDXBuWZX2JT/bTyhzG
vAL6EnP8ee4ZMc/tRT2rapdBaMjp9dbWmuKQ7MJJnBVqNtjIZPMxhn6GYff8Ma9vI0RFm6GGcuyX
tUX142P9/xsr+eeMmHdXaRIp6eISHJ3CzRpTx0eUZsnZyTYGtw9l+NSfD8sfWowpCdFbF4gppGes
L0CDCCwMPVBiHnx0mOkG7wEYKYTfS44xKmkgl64gQzOWy5gYaxzXfP7UUPurcvbwLhcYMNYx4MF7
2P7GX/qLTXa4phNKzCJNwGbsUeV9AVXU0ChWOhxlHH9A/5BhgstUQ+CJMW1kQlMizGdbw2l5jQ3i
8BsPTkxhHuku7vxCPw/6bpyskqKbFbmWmUFMkx4yGxObvKCDxxRjMpTu3IZdnnfH2bOCKNOax/RL
NmwMwb1h5JUnQu5RMcZDmk0rNVWgIkkKYDJvXZ4WmK7f7ThHNdJKeKeKCmM3pmcp87yBDtQQNgN1
AHTG2iY1HX2u40HhiJH3niqM0QjUvNeFKMNbEqNB9/qWHL/Ib+THEVNRxzOMT44d+dnndM8hY0f0
syz7Mw8UQ7I22nVp4U3ZGhwinMdaYQxI4CIVW2fQjpOBHrYjmSPnj5FezA4vNZN3j0eSb/csMfaj
DEuxnWpgaQly76B3tvbky7VsM0F/IO719+7zU+DAXY2ae1HEFm1keoHWw2gkhqhK+PfQFLUm6QlQ
qo9FOH6jb36f0cSs7RJXaXCjJfKCCYb39+0cCT2ZoBlIgygdh6OKI9AAkOINQUYVL0ANmCLxjyuG
8hdQyobAnlqa2bw95mwQzA9TdUOHUcAIizSVpobgFEc22tfHPz6SAbvngtG8bFbE6iS6ig0AnhiF
Xk0XEl04+lNLuK7gqBG8YYVRvFrFlsdmgoFvL0LaAEVCXmJi3B79ocC2EXi1N0nVAOxkyCFtYda/
BnOE5AEgRXi2b9Qy3NBi3qlG6tAE6eJgdCvYZg6qnWey++Q5F5x7wy6fr6L/HL908G3Ffnz8I9WP
u+O/2tsb39wrhaaOBmf5Zfmvjtb30LGOuT23kYhf9bQ1zM0mNmLLQZTHY20k33hPnbEJqtZVlahD
gks0LffzaIop9ALD71ZFafkBuETn0zk8C0vuSNBwZx7cKXZEMY6KKqqH4CioaeS+YQtUt21E6yxx
jB5H4a+W+Ea8ejJJQg84y0d1q80VZE05Ojjut9/oIGMcimk/Cat0kKCBWga83C1iqwqFjNagi87h
1S145uKqTzcMFQ3QqQFRPaTMVIwzWP8ysgb2Ey+Mf5QFuOGNsRaKnshqog3wEJgSUOnUfqOL3a7i
mNfxePEPGXY8scCa6ywcRDgsFoIqtEAsxAy8qHIict6DweLrt3r+b6VbGoKpOO5im5+em3eMMXFf
+FH39oYnxr29+NN0GueDWsTkJSfVylJW8CpUpIMB8GSGpwU37B5+8sGVkhgHtwMULuBDcVrIShGj
JJdlcdDXAppdeKNg45HxDXeM2ShzsY6VALcK0c8Q/HwBzQzOi0md7+WOhygwngS7ocY4FoIW9KLi
gjEDtYK1FZtoHZrvS8N+W5iLjhwchCfLT45dHqT1U5qoDUmKjDWebO1AbC6zKpsiepWAm7jNDsc5
4hNxTkwcn4Ox4O/v9prx45Adf2z+kGX0JsN6qkwTr2RPp+2MpthCYMKpp8pmcOrpN/p4M/SZCw7K
Mryi4kj9YngO/lBnVMhHE38kFhXKYrRaBcf39ZxcKOgfNxseOtffuIt/aDE6FEhh5Sk9aC1flpUx
dIb5xNrbFUoNsJ0mHO/Hov0bpf1DkFGj3JNzoRiC5yHihNkEDOvMsJH/2s02HFrjUdKNIBnXVIr1
Eqthh1ddsE+Y6VsPzrBrvdrm5pcJb9g0HA53wy8+0lfmHWq0Jggug/eNl5zEUBm0bti/CpuL8v83
PsMfOTIOax4LZZZNYNpeqt8qkXA75nbi9PD0X7EnpKeyBdgoDnt/88z+Ico8Req5/HcytTQrY3lG
h4q2IjZmXWtKP5X5zjM+X3gdYZzrgDo7ZH7z1lbVWW70wZctDOMk0LXqbNFHXRoXu+bw9zfP+n/4
U9mdXeJZxS75IZZ517euMScycu70GlHzGs2kQVR/rymqwJiYym8BdXAegk/DMraDi76PbctfviPJ
iQwM+FutTGdK6cExgLPm+MYueual0Mazg3/dEJWdrIdJV2NsRBu+Ak2MR58gH0P6BfIHXNmOv8V/
ZMtYmmaiTiS1GBQWyAQYtEwcBNjahvNizHhkGPuiSR42ircgo4VEP2P67NRR6XdMKiPy8X/D6CsG
1koyTzR8xvy3ba/eFgvERQfTJPOz5Rq/f79igOWEflh9l67op4ugebEwET7XKS9cH09Q3RwAY6Im
M7cM3CG7bQBWL5tjynkCt4HnQo6HaH9kz5glH1OYF3dIOqQYuaWTd8GiO4cH6jVYnEcazVgkdZqk
mjeE0P08N1wyYJ0+tq7jCZsbYTHmp/HESiwvYCMkSB7uTuhVGbDz9pgyIxWu6sak/hOgJQ+7JRel
9rEngnHWeysUZIqrC0OEuAbVkuqm8JsuPN56Xo5Zx7boezKhVobBZchJAdhx8LHgrdoNWSEhW9AD
QCF4JRyOSVevNcgb65p2F0S+AVJuy/d8GMWGg7V/mgHBSSTfC+xWOAT241Pkqfw1PrihWGcXtDNd
a4GzhduS6Q52QGkRbxj/IyHG4lRnIeuqIaxObfcNzz22GzgHrmI89hVVtkgbCJdQky5QjJdlBgwU
fSO8+YeI7q6+4WOOrvH4gyt2xbS7EV2D/Wq+Mhm042W9nuLJx2IdYoc0cVAbPlBHelN5CsJ5p65P
5g3JUNHaqZ5AiMszWnppaXjHHc88PfaasOTlXuk9INlXYQy21obvIPWxjU/f+SuWayCk4MLfXpfi
PBIiY0XOldQm0wQaf7GM9yXmJtfb43zvr7+O0XaP3qROIl9fhNASLeZAEtNXy0N46ByHJ1mOK6yy
SbqgRHSaDFevMJan9611fMLOHjz6h506jyjHGeZdu2skcHOQneT3UT6wPXGs7ExcRzLpgE3LOUzO
K8Dm6RQ/8BTsrhgitlljyGstw+pBQ+DdbR4ZJkYKavffBRfLUhwU0nW6J/TXAjV83D2eC8q5A9fQ
+EZ0vfcfQ7Jco9LtPgEw7vHF5jmebCKuqZDlKWe4ZZ1tIKG0nQdWtfwNqz8MOvB6vTkWi83GXaJM
6bULNMFffGFU/JPDC+9oGGdDyWLJy4cauoH27eE5Qfu4bQ4ng8rbC4fY8GMPLjObiDtfohavJXgB
EsH7EXlTd7W6ljmW8QcvnfQ3mau/3CgWCrbLdF/KBt2uY0NQsN7ZCRQnuqwi/SDl0PVctpNq32Hg
raSP+eTIlE3OJU04FZop2Fy23+Jbsfnm3NqR+ebbnMOPpZd17UdBMrjN8a81us9Das+ttWxbUMW9
Z6P8TDYmBpla8o0GK472c4kzsVA2Qe9zUYK71DyhXHF8t4ylvJ7mRkv7zHTrnbal3auxc74P0TpI
YbaW/6N1ZNN2VR3Meg2dEjBbBkCZ4SWj3SPCH4fXv0mz/qVD1zm9G1tSJNL0UsrDSfq/0EamUvGE
rjUOFZ66MEEQorogvQxxbJ7SzJmR9NjxesY5NlFiApfurGq+EKJtBVG5v1Bth2eleHE/u9xumuiB
4pWgcFrHG4G+kww5KQCC25P548vFi4LZFrhakqt6NgCJtBSbL1YeCe29/bQp9qjcc0gN/vsDe3VN
C9wcvxdiK3iL5+RoGC2W8qKHnPxCJvPMcbI5CiAz0Uo0yevK78ERgskUsLYIVmROTYeTXQOI8r3X
Jk2ETIs6JElbCmAbY4uNrR75QjxNMEW6Ca5tCCXWsvFA4sdDFqyoB4oShui0q+LcyFD0pq7qDWZY
d16s0DzOjC8kakxU7YdsCb+neNQ9vaHH3Cb3MjmXQYIzU8jy4ujP4cdjpRgP+m4IMHepwmhEhAlz
aDqmgKz3DwR9qDpGhLxtUCvbLf+ZFt4QZJ7oRFJDrXYHCZL53HYtdE0R1+z2j/ka9TNuqAxKenNO
WhYnl9Qf3PreAE4cz2SPJjVufp71470oOuv5cJVmO9+OyLUkwDGkPF1jfXRslPh3sHBaAqVraI7/
Qji+ogV1DsgM8XgazTL84Yl10tte0s7tkB0/rz5wNCr2QC9nwHLRjelbyavEjZrwG2LMs6sIeiKK
/yJmrCNL+O0YPH5Gzd0NCcZNj2ahrvvXLKdMp/tXZPkRoPLc82vY+8Oo3lCR7xWtjpoyxhb3Djt9
3rHO5+sC+CsCeB608HiZ+VipucQYa5B7LfaQayBmnE7FKibLlsroDLXkN0Hb5nOnrC0OxeHzH7HH
moc8EQGjB4ohkPJTmyA7TFAwcZQ5T9t5x8XYBez7gis9NPSiiI5BHbRE2QpKzisUSxCW6vMWg68v
j7njKSFjJCZoHknSarjFckEmIWZPuCUnnvwYQyH5etbogxImc399Wer0gv7h78G5C/AfR+XHczR/
lJF11ev+Mst1HdRe1sjrQ4TAkDX2AMDCHypPA8IC1grUREBJ+rEox0u0N6SZFzkUw0nQ6VCUAjCl
A1CpijxpS/VDtvVI9/S7tZpFv5DWXggX2nEeUx+fVrihzpqTME+beOhXXb7HX6WlQEN3mvnCg80Y
T2Tc0GFsitx3npj2ELBEXEDab+IWy3cWzsHnJWPHEzQ3lBi74ouV3gbyoJvroT0QSPIh7sICdTWH
h/sy3rF1Q4sxK3IsxYpwhg9QGKfaRJkLD3NFsIoCY3IoAXHOinPrfnjvqYcFsIPpN9D6+OHBcZvv
UQhB6wA2znPtM+elZj15Zaa4k6oDtZquc+KZUxsLbjj3btyJvxEgY0hUMFTnQ+a8XkQrrD34lpZK
TDws7Ntgh84314fiMcVYlUvtCoKvgt51ejoy9PfJ0+NT4vmFrBffh9LAFEhY29hEkqshv9Hiq5EN
Ur07Rzo+JsfRCdafxyByoknuwNA6MqabhMz23AwKxyVkh1Jqv+3EahAauuzI/msYRTDRrWzuCs6j
ySPEGIl0ppeqmoHQGhts5z4Hg4/364xhyAJJlLQhYb2cAc+0nD8+CJ4llRlbEIl6lpQifr6m7cK4
DAvPf/eLfE6XPBd9uBQ/XYsZIilZHxZcMzbbV9AhlQeI4bSv2qCpgV0OvI2Loxk66Q8J5iTcyUxM
tQQkrOlSfIqIyDUvPCaY0yh7zPvGLrwWtDyv1/V7YEgAbHjtSGJjExu6oZAv4pzQuKP0hynmhDQt
bAupA0nxPcIa4dWT+bagnAd1PPaQsRQKcLYAzmXnTKa9dp42WT34fTHp6Br+GPplKoL5J8wB4hni
+A+jBuCGHuM+TFsproZRx2P/O8LgjrSA3eTIjUeC0TepaPy80ZvhqIAngDayLWYl5sg2It+GhzXk
VSPGvTHs95F0SQfYss4QVMpOTvsBHrSmMfFL0jsDnMjglb2fDc1fur8XB8xo+FayloLljtfANqqa
N+QZ5e9mbtLUZ5Dfeju4KN8e5yEfT8LcEGB0f3Keac3UHZBJyXm1PtOtFRj185zshU90Al7sA4av
omdeCmY8i3lDltF/CFv1un52OV6MnsTPvo0+27KCV8vhb1RfbujM7iO7RL9MhFjD7ryXFxWnphnd
Nn/l6OToQ35Dgwl6hhbDSs3By9JwgViE9heUvZW3Tw6Z4SR+mNobMoOq3GRDsJ+1OMvD3sF872NZ
y/7aw4iS1aHjMTTo9CNKg1BvKKFc1UZqDIaCBphkVUmJFX55tqfMeaHVtVT096REtjdLVLRzPuuh
fks0hc6+QhF417JvFx6y5+mZYHPLgPJ9toTNp7FTA8xmLxWOiow7fn8JVmSbthK/KstuCsEaRpQR
gga/hCT7w4G7boej9SLbs5UBiyXUXawbXGbNEpWzGLbDUec7jqaMehc3DDFGow2idhICFewYRJaX
eKRsIhIAxvf/SPuO5saRpdtfhAh4sy0YgqQoikYSpQ2i1WrBEo5wxK9/p/juHaGrcVlf9MxmFh2h
ZBayTmalOdktVZFI0ip2FH0dNKdnYXxqFK83l5wfcN9U/+S1UJpozBP6VTeiXb5d4scM/CNXAznC
wDVK3rt1vvo5UZhBkxEFw1qycK5qvDTFnEip3S7kn/VLq9iiSuKKDIuV/DmsR1eLTjrvnTcboUzE
MyBj9Uag9yoIlc9fcUrip1XIc+XzL8mJCAZjQiykNi4JbBRzxaB5Stdw5QRLbIzVD8U9ONyhLJ5K
DNikWh6KRka/oNP/wI5hmh7vncGtiW9zgE3myWLgpguxNMeMIevFoXseChe7X5zicfPejrZ5IMXy
4aF0W0/fajXIC1KHl3jgyGc7s+JaB8n2BdaTO83Hows3dP868BRke7Lac1X2Vkqd0OkUrJaxC/z2
5CUKdzTF4RT+2l/pnm873FQHtbw78Mo2Zw0gu44LejGcTfm5HMix/RUSr/QD1Qa1tq8d72s6//D4
NlO2NctME3QYDTd5BendCHsx0gfdy5Em40i679hltoZTxhr2tlKMo3HZ1cYK2ofS/5kR2nH7+KPA
AmyHE93O540myjEoUxR6UaoxrnnhvqhfzarMyIo7y3U/4JNv2eOJ782s+NKqIwI+TMALP1V7WJ07
7IW+f3ocB3HD04mQoTPHMqG329t/3f/L8y0Ok0NigKNs+6wq6TqD2mkN5xrb6d5QF3XgdhUpX6wN
mqJav+Dx4HENj8EQsxKKvGtwbFGEII8sAFfo/UJijzc0w7lRbD2nVephSOn3SX8kh/GHf//4OFDE
lm+UXI8V8YoPswkWnuGdOVDLMS62t8o00ipW6Smh7y9FYf8NpGz3FeBYFjsHqV0FKSwLKBAsMf1x
4WyB5bzGQID6e2QqdW13NXp6O06bfkW7sZuHPPYumQ1CSbSa7g627b497helxgOc2Rf7t2GzHVZY
QyRbWkMBZ3Uyd3gplb3zyZuFnX+yT6RQ85vcTLXsMP51hoJgWZa8d0pwsACpMson2HdjczsI6Xnd
8Q83zzURB+qQuI9Tep6ZUzfElgnOEdliFCa5YTbvABlkkIQQc1gCkKGtyelUnA+ln7yMwSHivfl4
QM22WaWC3tQthbfau2wCJDvqBZ+I4v6rD9u9f/9SslQEoUK3pVyxaOm12lQdsXd8MZwryw475sNF
NlsZb7F+tdFt8ym1O9TvMM91dXBya+WJ29/Kew+x3LViqojZWYVIw0fG2CWYZvDt0PvktW3xfAXb
M2VpYiJd6JXqNafAGt3Hw6f2iYIarRP+yzcR2zal9Yo4Vg2sL0VBK37psJWvczqsEruC460mZrNy
Re8+Ft5ikDu360agOrldaZwWYZBBptKCPGSfkZ8NqJpAPcTxGhzQZYsxRavIqpBgqZLVkDggFx6o
/4/3FbpIsKnFtFR2yqeKuy6XLSxNAVuIk3vCPt282dj7tjrEnsPlX5wvW4DU87/iGJRvjcJsseGd
FhLoROEuXR/NpfozxqpCy/FXCfEP/o7jGv/Hx/oWykR3bSlK1pkuJRm3a2/pCfa4xzL7Ly7C08f3
n0bxLYdB+Mv13CmdQM9yDXLO7TJw0DJOGalqbGsDjx5X4Hw251sgjTkmVtiAyrKMAgis0Q5J598w
oEkJNGmkDL8Ct4Jxeodj+vOBzLdQBuxFzCS1igmTfFlDpLfpe+zafAoOsiOCTt/eVWve5tD/gfrf
IpkQsBKrJupFfEAQzFyI+fRAqe5A8sXRbN5l/iOGfS1GYNQba/rweMkeNld79JAvKjbXmK4Z5o6D
cozlpvPk21kXQdHkRKDLwTzvPT+qP9KUBN6PonU5evEuHftUDFOxyVW6ogpzQ+Fa8zyMnvtLskKv
weH5sV0qiAx47T3zwfT3WVL1J+oJpRSoZgErORtOgPXTUczRiodc7DPRCLB62ugolGDXqkxO6gKV
3ZfeXOge0ukOx8vwbIPBkMJKwx7FNwDxGqN+8et907v5+jvQwb4Nu0AJ81S7QZRzklfYoo0lox+U
cmvAxElsNxgvfzgv0duTgX7LyRaY+7z/E7jnyYBJ2ahlnA7QsHw4P37kDjDk8vDw+gB34PPaamef
+IZhYsuliUWnbLBfYc2qXJYJ+kMv4C/DJgUPlCbIAN9XaTbAmkhhvlk29Oq5l8GRKTR2prlV4WpY
ApYsk3J9bjjmONuorumKQbcdYcsay9IPJoIq0q90Wt4BRnUfhQ36MuC/9fhLd57Qnhx67Tr09MfP
EISnpsv5fHP3bSqe8T25Vpmoc0E8dqgW6MyKft0/y9lq0lQAYx5SEF9BNo4K4HrjfXi/9GXj04Ze
lDZzGOPni+DdFzibUZ8KZPyMZJxzvT+jHgieorXqln785K9f7guZs5CpDMaxDEOjWmIMGaeT5wzg
p0oqzqt5Nn0xEcFS6adN3ScK/TDrTXlIXquf6M8IL/YndynynF+eCqKPtAnidq3UmTGla8CYQrAK
nCc0CGXkgcakvu5yDo6aE4tXU2E0MpkIM4d2UOIBwi4uxrVdnveYfagYiqaB+F9CfZvNlkhhK4F2
WqRtDgYmsqWGmCBeq6HLTigJRi84+swZwlQeo08no427jyFPiUnympFol4MX9b6xzV6hqRDGJ4ZS
3Q+dDCG1d1ojWmvd9/wtduW3i0XiZaMh6d9Dty8/EO1kUXGJIW5ehP1q0x9Andzkq/VhE+uaMAIk
UuRXNh/VguAZKC3I6Pq+xGlR4n5DBn4vvaChsAF1IczdOOB21480eXeFlhz0mw3xDVVGbVnSDUU2
mSe7IkvCWPX0+0Gxk/QfEEweyfWVhxm35/8fpziRxVy0KwYMzsEFsl7WBvHeyyfDT7YDanFODbo2
5xC4aAI82LoHnkA4NW4eef5gJz+AMdY0xQRdL+EHOKf3ADyIeGH4iIYNXswzd8mnh8rYqx6eC+Vc
Qs4a3C/la3i4fx9m79xEDcYai1QYgqHGn8/wThKXreP6NZfjeS6XM9WBMcI2KgqQaUg4K3R7vS9J
vOhs1Xl4zTFNa7dEWvacQHE29TGVSE91csnGsCiqoIBEmo44eZ7gXjxyOHBnoHiaMQ55iNVexoYY
SvGEeW8LUuyVur//iWa911QZxgmrxnWQMuStaVSDkU0spFeJ/MoBxtnQcyqFccN9KY0hGgggpUR3
8ghzONv5euE+r/zQ40EFvR1/XF/EaGiaMk2MCTHC9CLHnJWmQFhDl2i4EgqfPgCRc3LUsO6IYZOI
VmAlqiipEEP7mU6DYzyqBN3lqM391fF9a8QmEi9DpgXmaFCNvE3uoBZe2082iRBSfw7/h778ebSd
CGQAKIzkVNZCmY53YYTs9KE4qpOh8/SLp9ps27oxkcRA0DkTEytNcYq4Ssg2RE8XsBqMaCFZP4mo
XANf44O4htxP3eVdZI6hsHnFwiwvZlDpoNh3gqdx8XBY+V/a0rR5n4/6i3uWwkAUGOitdOwgZ92v
LA8jAa/jTrJ3GloW79vkfAAyOU0GmuJYTi+VhdN8SZGnR4OdN2Ce0bIXi8Uj7trXzjft+yK5psKg
VKk3xVClMBWndrRbY9/gKY68zF9kZ8U7yVlInOjHoJUSyaEZNbgITkd5DJTH4iRoQHlugzfvcjMY
oo56lScmMF5E0qFbCo/Z+vLz8atH7rLibsnhfTaVCW46QSqT84AzrN6VV8x9qQppXPLsLkoE+A2o
MHxTXeyQaAfUVNwM8ayb/j5Utve7HBI1lmpIf7m4WCkePnqbdqGcCXZOjbs38XX3wus8nvc6E5EM
vgSgBM1FrA+mrWMAzf0bUPMLayBeuB+Sc8dVBl+yM2ZFq4uGo3UpvWvZEMFVX/3P+7dg7mk2QTFV
/T0kQEukUAQ97l2lLOJmIWCecim+Ws3mvpjZeA392lg4hk2OmshcbwTGpjnKJjqPF+Ojzx8NnT+s
77/P3OW0EWW90/H3K9cBfzRdltF6VwdzqPf1mA9wJ4ow9zgGCUUXWBCEJnfbSffhKtyMoq23pN7s
UPl/1I4Dp23/fwDVt3LMlTa6OkskBTI1kG8T0cUiZxShf5pkFVXk85PLKjBrE7oCMxYlnJvJHKaK
Rc5dQC2vRmT6kW/PzxrmKhqkYpvn0g5BY80fuaQ6/OFpdMs00dGP3NuNIG0SmsoYS2isAPtFQaYA
/m+BaH4k2fJyqLEg50pSz99ltiz+lQ+YiGWuc1SPnRXLyYhIFXdMSuzXZ9tv177CBWaN3td7GjL3
WWmwi0dOIMrR3wuieLmD5SPeHkMSr79QYH1yX9+unmQH5Hm1WqHj9ESfNghhUP36/ASXm/34hrfU
DkDD8b3z9jU5BAYDQiT8U7PAL9sovgZEe8QCRdBlSEvO3aF/594JMNFEK4JmTaTfGKptio2skHBp
l/aX8lSsdZcjbNYPTpRiEKdXO72SMyiFyPOErUdIJjxKOMDM5qWnZ0kRsbLtH9tl7kswRp2pX6ko
sOCYi5OCnRRh6gYPPmX28X0b5LYN0XsM+mPUn8aFWCyF8Y52jfc4Nz81C7WTX8MilBGFWiZiae7J
eR/XSutZ9s39R89qSLgTS7dQ895HZcCpEYxGkhWIo1Xa0Ym85X4Zbc3cRlYsThwfoBjYpuyXYKWA
GR9WdOPU7oUXEc+GAt9as7lMsVciKY1hW/gEvft+wYaw4EFZYLoe9U26x+vz755RE5E0eJ5A1nhJ
zGt2heZBSrxqJSZEQAyycGNs6/C1t5bbTcD5sgYDVmEQYdxGgMC1ukDwIZ1Rc1mJ6xgbqMBX8cnL
Js2nCyYKMoilJtgUOnZUHtrkk8N16/sg8+SgDwf4DQZ80jIeCs2AEBRQz6AQRZmWm3/mQK/BAA9S
9XLSNiFdU7z2LE8TbReODLyvPE4MHpQaDOq0AnyncIE2L4hHsVNlICF4+OnQO+fYbmnmO/eO3Y19
7o0O3b0B7Rzo7eTBwFwSUAcZW+lRBHX3Zfm1QyknsHWXG5lycNxgEEYL2oso1DjOFMs6nHin7Onc
JcZP7Fwg/w7GDQZeElUPcbGprJqsTxs5t8XPEiV2rDAlmvN3b8Jvk2eTtWWeN0aeUif9flmkz+EG
BIwH0Df1RHjgZXvmw6x/3IbJ4EecR+eyLwBZG2CW95HjxZuvwXEaH/z1X0bIE80Y8MBM7jUVwK5D
mxij7YgnNU6QNzjGs3+TgYxhsGSzCCkMO+luMFAXQYOkg3wBb/sEVxKDG20vm3Jbw/4xYnVLM4L/
6AHFgjUX5+nJ3LlpJoMeRhqmSqJGIwpK6J0BNRUl4UbcwuuZ4eGtyYCHnJeZkCiw9fXpsulI7pcE
fEQyd555tutiErCwAX6gFnl+7nB210VUEARjsSu4hmUHD3lDyqtT1kQnlwdES5/rKH60Ovv+rb41
8907UgZBBMMqguQKM0GyByOiuq2ssUk5c2IXNGrLoLIDkB17PRpD5dgNbdOHRw0RS9D3Dp8piWtL
DMi0knxO9Qq3/rryvMq2rlgVD25lYYkKCbYq3ld+PqX8fRPZDcbpKI2FIsKekKDcYGHUEgzPm/2r
SbC7zFp+cqRRo2GP2lSxBkNXTOzhvj1oJ1FK1cpaNxoZwkHFKTYKBgUXfrzN7c9k84lnDkfa3F2Z
SmNMeEQSr+gsSMNUDcmd2H69IjrhvlDn8pJTMUzEPWZFh66U8y1oEEgKPkj/+sGrMc2axVQKY6V5
lMd5r93iHzT4x+BwAzk9qlncAvlsA/ZUEmOA1yqR0i6APjXKg82IlW+Ya7dpoyPeD194s1hYN8r7
VnMvpInQ24+aWEam5cE10ui3OjmdCP0eIsqTiAfSJ88IeaIYV6eZYw6KFYiiyd2TYyF90ZPLST1D
2stndvp3VshOHBgSshc1/XDBIjooI9HPqOvSakPC4++Y7Y6aHiLj8GqwoIfmBZpdFxVGyNYeJotN
bL5Ar2NINMup0EVvi2sq3lgaaDEObklfLr/MbDw4/SGMP0wjuYsaevOcjdM0BNKxphz/fSFngATs
5wsnAJ1tgjFV08LrTtPRTcfcjugsaLFQXhBUY4Ia1vpfpiXOt6S/+0/8+hbDXI3QalrB7HLgF2a7
MHAPurxnWs7hRWMcOextUKVRakx6BfEOCXch1hXFIDskOLj7Cs0638m53T7k5NoZERoCQgUKwe96
lGlp8AfwwCObR30O0gJrXo53do5zKpKi9kRkqWGPlZlBJBqbQWXzvlG880rbtEsRlbgYftW5r+Ns
V+xUIHMrlK4TzL6nOmbbCjTK/u664IjgfS/67xOd+qs6Zm1bQqfT+JBWxNoliJZo36jzydsiJM07
0X+MkB3DyVQ9FcUOtv5yAmQ5OjoCQG/kg3mBoxW15jvWfptcn2ilmWKoy3FF34+OaG8ju6hI7atH
Y/V1MN7oXtj/w2ZYnnaMNxU0WQePE4SO2xfsc6Ap5sQp1+lDegSvCq/1cZYzamocDHCETRHnmUSt
8eR1hyRwEOZhZRdqwq+fX19c4v75kOT72zEAIl5CVKBViKN8JCcHsaZv2P2RCyCzMYmpyGBEtxBv
iYxBXi/nQa9VE6lksJf1O83VVnYie9mC+/6e1WgiiXmQtHKqhiaUwgFqrwkGqDA8JSzBU8CBqrli
l4YOWEnFohfJxKrK3++YHJ3zJmhUXGN1cSw/rH3/VldoG1qHH/ftfq6O+JskJkAYal0QclODpPVp
630cm9e95f76SfDSB4l9ZvdE40bGM3cNM2+SKJmWTosrzAcLxKioitAajzpyNS8CKeyqt02Q6bqV
83woN+XiP7Ocnzzwmov3UAMDOYBsKKqIRsLfDza+Xs9SqhYiANkLVke63pq8XZ3HH9gCwuX2u000
MaDymzQG/sMyr7Pr0Iq3FG2BlWS44T8s70I+QpJ4e/DYZLedg28/6kfTw8hfaYN/xV/jqXX/M889
fXQZistgoZAM/WYGE3iLO61s8z4SUT1bb2S3UlEIR1QtQqL/ZS3pIiaORAomjO6/SWQ+ciNe42HA
6o5j9oTCsGGAbxXpYPQ8XV93iKtf+ImWmVj3N4nM7bx2QhKOQSLSUuRGcYIjZT5DuoW73HgukvhN
EsX1yWnm2XkEyW8KK+qQn92OoyN/vvp261vHT/hBmRIM2ugW5XkpdcZh6LIkW6gOg+IJJvy74LqQ
FTzzMhiURgavgxGPD6DTcbHq3iDwkIlNq6PIymBSoFqYbya6Aj6yV2thJ4Pdr30suwElth29lHv7
vD04HS9tONfy/tsvZD5CF537Giux8AvbFQoTWFWxgb2N9aJxwRWIo7GJbT6cVaLRXZvmBxgZO17f
+xx8/vYjmO9TpWp6jkQcE+isNYLhXdQkPJMk3HCLnvcfRj75HowDT5LQKmorh7Z4dXcH+e18dJ+/
qg/e836u0vWbRozr7scRoV0EjdqV4/hWA+JxVGuD3WatEYVEGGwsvXRjYaoAEe0CK5w32FMCgxBe
jNS3uVXjuUfPb7+H8e1yCk+sd/QzO86H+jZ+6A54WMB22ZAOI480Z7QOLE4CZ+7NN5XKNr0Il0C+
ZBKVut5cH+OdXIEWMHKe1OUifBiQJsBmrsi9EiyOQPveZf0ZOtd1+8GDtlmg+f7qbPdLYoTRYJn4
GVcUEZEFWdR+4A3Ysmph9RoHRmnAfsfCWMa9PiwyS88qEf4Z1z1InG7vIzHBHXSbx7SJUszLQW4j
tRbamyAPafFMIVKItPhgCxjnwECHDeXCnLtr7HZY9xRkIC0FGZNYdCUULMjVTVeFPfoh+dh6UUk0
tN48ZhkpHASp5eKwGhb2Izib7DYGHRZFWPqoR8netNPXvyle/WZtDJSVl2K0Ih13Dnh6QvUKM17Y
rcf3WxwQuYH+xJsYSRqCZQInH+yuUknOQUjM4OvshIkXFT/6gISjIyQE6zSs1VV95xjYTEz7m5YM
hBWlpXZigPNHMkq0hdhTP9UYXaJj4fHuDcd7qQyIYeAwyyWDfmqHLg51Q0zrP9DnXOtHCx5k0t/9
h10pii5apiRrBtv4JLRCe+kNnGp29SyS9Y968ENcG4b7N+c3kcOcnzFIAU4Pcl48J0gIsiQieoep
XXIEzSLBRBBzer0y9FZ0qenpUQefrlrvLYI3uC9mrrsW4eH3uTHIjoxhowUBxLR243jXR2UdgNzx
gfxcwrPkxG82t8xFtuEmS2Yt8VsyO2qbqGbYdS0kD1iL9vor8MLPhIyDnQGAuGvYZi/dRBjzEGh1
cGFIFoU72b3YMfxWAJjB8qQDt5o/8z6dnugtWpnc76zsIqxXgV4K2awlNLJr7lu94CUweKfH4Ldm
BJqmlpAibBFdvWEaGv0uaL+w79vHXErrN21YvLZqMMBSe9cN25F/BQ74tNUSU8rtUnD8T9rqEm93
O47UWZc7+VwMFptyXmV9TM+ws7Ot+dB68ql5dMrnL8H5jBbc9dVzJYjf1GRCyLN5lurSgECQEkjO
ZdO25PDVfgCruGvHpVlcnCjHQMjlkovmWaOysJTqvSLeMiQZuN4O3PzgHAHjb2oxICKOCYYQzhBV
Oo1Ht5zGlY3BYovoduoK+3O8Hu169zU++4d88WXQ1iGOF6AS7uDyzb4mtwFbhiLLovZD36GFrf98
4XWgzT3yp0re/n0iwgQLx7lqIKK1bxuA8doWRoy2f/ngz7Q/eVQ386ET8k4mXtaiJJnMlTinmnDp
Maty1Fd1SfpN8SvdnJ9/Rv6qSZ1Du8Wbd00LmpyTnGuJ1eWJXOZSDEabSGUDudHD+lQfkZBSVkhk
2Ac0EXIu4EzK5jdRzHUQw6GOLwJEpSQ7So8o9x8+OVd8FpEn2jC3IA3CujRNiCidzbZ7NVyMyh38
bMHLF84/USeCmDtgVmKmteoVkUHtIzF5JukXqkKY26M9hLJbm0Ta127rpEfXLTGD7gm7Hs988szr
aZ67Coqki1ifhgISUjO4KhM7jY1IDDR9pMmoMrWViji8IGg276PIMl5jEv6nslT6lzQNL2Jj0tvm
7YPODdDUWy/sr12PJhSMAHO+4VzQNRXHHK2iFcn1WkBcSpz395FsF2Cfzsjjs8/tGJp9gk5lMYGK
cBXgxC9UNbyBN6ft0QPd9SLwVTCcIHnOjb9mv9b3UbKPzwyJX1PL/v9R6vZwRjCEl/YxXAwuKFY/
dxEvl3J727FQOdGQfWdmSjDibWDgfsdE+UjHlSC5MXa1r8z1yl1gvO8XeQjI44pQliFdX+0cpPI+
9T1o0X6EYCdxOF93DgSmv4eGIBN7lc1aqCR64uLZrS/rxWIfgb/355t9RSvkl93I3l8N8epTmUxY
I1yVRMsuOIP16RQhSUxeH1eyHzxywieeagyEm4pwrqsMYnD7WwmrreJh18g/QsEW64VlPNw/SZ7t
soz9hqKHITrscPOPIaGL0FwrsZeLBUELOJ56uZ38AoZXXJ6euUhDkdGQIkk0Gawzp9mhFom9IQEe
KwKYlckJpHOYdiwGMlQ2SjM8g5mLSafimFM9d/BOlwvEIYjqHobETnx7F2CMbXn/POev5rdajCMM
jKLoLtQwjf0BDYqYGL3/92c97VQRxv3JQRaDcEuAIs4g29FBWuinlfqBvfd+uOUOd83G2FNxjCsM
G1lPTAo1WIqbOU6p+lcvtN2r91YtV827zx0fn2NaxDX7PkEGuM9Jb2JEAgqiUJ07WP+DHUSUMnLx
RHcH2LQ63hPTbYnu8s527nk0Fc3g+FVOQ9nMIun4cl3AHWN5Y9oTnWf6HBNh29TrwrwoRYkjbQ69
A3IKNBhwIGT25TxRxKCKTuCxuvTldcSaFwQwlKoSBOc2Habcmw8gj8Buvh8HrGr+5H67uZr/9Nux
3elKF1+HwgxxgE7rCvhyyNoteGH7XPH4NykMdOSjrNVdDgt5cd6zhGBPc/gkkmeRoHcidOh2LF54
S//in+7vH5tky4SDOZRKbeE825pIJFiOZ9qrgQoCaq5fnI83WzJQsDcDdRUVnTUsVU8y1no1aGfp
2F5tR3yWaL3qsXiyTY9H3zfXbapPRTFg0jWN3OlWJlGX5ojhMsbQpNtuV1fJ5baazSLwRC0GSUw5
a7A/I4dtnJzUrX3FdsBbxnkczEZ9EyEMeOj90MuXFkIcsyLiT90/nF85AEw9xR+2MBHBgESnlmOW
1vg8PWzBD93jhVS2uTTeJXvV6Fzql3lr/5bHwkVVinLdm/hGqKcpa8kvn8qzXValK1hOdF4Po9v1
pPas1AGxvlxiclNJ3KJ9uq/2LTy/ozYLKXmOnRkKkqbH9cXFqHvZAVXoxHQbkpdggRkHkn/s9ygm
O4mngV5KP8YnzJAtV2611AvSLhHlc3tyZgF7cjZMGKif87LVrol0LE2S9v442kg1XcmXfua4dd5N
MRjMsSoNV0XAV8hlJ7IwVupHO3/1vKpKwuXeoxZ076iZWEXLWuMcX3HUNC+y2SwTkJ11ZPHw8LZa
cVka53r4phjADsbEwnhGKhfSNkNMsOsysdVT8MqjkJvNTCiaoSA3AW4LnV13rrdho7RJgWtjh4+K
Uy2CpbLP/WGv0qW7NR61qJehfqJ8pkR/vm+88/5wIpy5s3HS6YGaVxKiGNAbb7a6vUW0u2+Q26rd
wabVed9R93/lNr7FsiQbZSZVDbZhSUet9HP/0R5CW12jrYIuF/mrAvDkgG8Vy4nPHwKpUQIJB4xG
lk3nFQTrt6zOQf5/zSU/m7VQXUWSCfx4aNphzlNTQD4RXGvqNzzZ1W08ePc/CdaJrQ5fIEq9//Xm
HeK3NPYYYzko2/P1IiG5RIty4Wr4oCOqaemgj4Aja9aBTGQxkZN1tspRU6DZZpOEjt67qowm2sp7
bt4PKdbCLHgeaz4vMpHIYFhSB7k21tBOIZ2Xy/bDCvS27uDKFoo3zud4uK8h59MpDJAldRkUo9JL
R69f5L7qHUTOdm3u52LgKz6no5D1kFALzvWpAb9sig06yzVvanAekycnx7y18ihRlTbHyTlI08Uu
isQYg0S3PJ8cfTZkn0hi4qTmAu4C7TJISCadHPpSPUrkWD0X9tJ8WPyw7XTrHzL3gOiT12czj5sT
0WzY1Gp9KvcNlFy/b96947Ui2KRI7MyPiEh79Xc+D7Z4d4AJosb0XAZqA21xrppkixWJn/M1nf4/
XBtySFbtR/Fx3ypnCw9ghfgvorDb5SPJiJTSgkxxgRc62tN6N95YtS0s7Eu5ymx+Em02Hv2WyCbR
WqXPjUiDmb6AvCey0S8/Lqrl5cPkPStvV+oPfz6RxGBKUv/3PLUCrBSocHgUnV+6N3QlbXLP2mv7
X/sjtkq2z4MvRGgQKpZ6j+oV731LzfTeD2GgRi4atR4kaktgdai3mZeD0u90+6iU4hS9HJyvyrk3
LH+JEdZ1kSW4oQ069733ZmmRC9L26x6RhrfSP1Cl40icfalNzpoBn6xuY0sZWnpTpS0WXF9vLWjq
cay5r2yFd5wM/siXyBLNEbIqt/boUohT/nC1TXAzFwRDdNICJG5vg+u+LlRQCmG2BgtxUfqxHGfN
O2ieMTMApcmqrkchrk/+QG3s42Lr2xoXlvtipDrdMyEGjiS0wJ8DCzqDyF5dgDYRrGvJawkfmbv2
v7VXBoiaQJJyxYCwJLM3a++j0uyyXJiPDrpSEzv+G4ZtfQJCKhPWFJS7URdhrmtEh3jXxcSy4SH9
ANmm+3Z6C3fvnCO7IbO8XFWtiKlHeXGKVbS9JJj6Wi63uVPZgkaahY0gcZ3Z0QaMm9nmk9sVe9uw
ce8XMKgUnoNE19sr3LS3WWPry2Z7sT9ikq6WlBTezfxVSWTv7fnAnTrjhCAaA0PheTDzLgQMbRz0
415eeQ5sjmZl+h1v/z4JhYNOwupWqcN37LwNetUUr/SK595yLRedU3i1HfqP3La7xQotoIufnf20
fzovWnSkPkfg8AFDx2JciNvHzsXG88z2X4Z+MXAe1LOZVaxh1elrCI38bFdQfGkMobqKFKkEHwPM
2XJwLqmjxZ6QkX5pvaxqrFtf73j5pdma9FQwc4WHLrIaKbwJFncayWOCgY/TRryCfGHVvonVBqP1
vJTkbFQ4lcrc5SrMLKkC2dARmcHTdnPep6EtndFNp3Ku1mxYOJXE3OJz3OhgSqKSLPS5q3be2B3O
cqW40sZ4u3+PZ/tAJ8LYTiHwardqkULYGiNIYeWl79FWP54jp13ahQGfU7k+VoKdnUf3UbFXuevj
YusG4fk9WqBlb/P0dzC3WYzw8C5qqnQdOcI+uxK7XFEWo/v6zr6kp3KYuyuFeTWcrRH6Yoxsu63s
PbZeLQzbJSv4Njqfndi80vEcXkxlMk+Wtim6qBqh29DaH16CYgAatldcjnSeid4acSawUanpf0x0
3RyUxRsoB3emzfPUNAC596GYoOGcjKGOj4UDtLabTYpZbHTsRhZta/3k1yzp57gnjYkLkq6o9CiA
tKAmmK5frbrFj3K141jfXJg3/UAMolhx1+RNKElHOV0Ke9Sjx8gOBN7E99yAkD4Vw0CI1lpyl5vU
9l7QmrRFa9JyT55eXVArgVFozSek5n0rBknGQUouSUa/1bpxHA3ED8/or95WXqSh/5abVZmLXSf6
sU0YQ59lmACHOLAoWV6+xogE9s2gOeL+HZ4tIeo6pp50TZUljY09pFGLJAUMhsdi9A2axk3s8aOP
nOcVSvgJYg9uBmcuUp5KZNCpkQohKiQFUeO6RhOxgIYFPCaRCdvtBE5Be9YWJ8qxAFVGY9v21Ehw
impuazjEl/sHOItHExEMHtV6J2DbgCwdhZZUG+0VjDutHWPh7V95sokgap8TQMpHMUviDrr0tpM9
FXZdEzpHu+ayss1F9dPvw4BSE0ZGF8T4PusuIIiyV4/Y7pxudwfKHsStBM3a+UQtBpQERWiSQVDh
q4yf5ZuEhRBnyUlFB8kTLm8iz/IYaIqirlGNmzmsvfftSCqYAyrIoDfgvh54ajHwVImFBYIDHGLp
gKVodIqF8SysABO8AiG9LX+A+uT8GFgSQRBdmI1GM4ab7ijtV7LzTD3vfSufzTxNjEJnesKKMq7N
OIcYJJTVxWnz/r5dYgwDq04fXFQkn+11tLgvkodMLANklwp5J6awDDBAbmo8ZWU3qr3kcV0mBI+h
f3mQOoMVvVm3iiVC3MtJIOoS3QXo2LivEgeO2DaXyKiGRkogIkpI/0tE14TdyTyLmPeMqBgbdKba
0CwGkcIrFsmkYPzFiypYwDcuveWvp9hewDGCfMnGQlJ+/mw24pzIZMAJGxzVJgp13GKMf713D9dH
ART/vNjvFnT9aezfqjHQNDSDHFUXKgajm6D1G0npYbk2clWBzWuuoWBwTxYDTOe678wzXg9HkPFL
+4CsuI++eXP41oaBo1iuNSmqDAp9eJucNpW7GSKQ+iob9XTelosvnx/FzIP7t0wGl7DjqAZ/PbRC
uvFUy6SJiOFmP8KSHJCv5vjGebz9FsZg0yg3etRkUJAK28TL+7dpNk2s/2N0ushg0tD2SZIq0MXw
PtBKvd8vc59mw9H3V2C/m80RNxs+T8QxcUtpqn0wahAnIJo49W55yNb1C7hcHI6gOUg3UByl5Mgq
mjcZuxD7KM+u6MbAGK8TvD2dHST2MbfIkTLnoaZSGEsYMEWQnltIQSnBQlJfJa7iYh8eR5vZnsKp
HMYIkqzqlWsFObc9MiAbOS7RD4t53x8/sEid1ww625w6Ecc6qlQeQcN/hjhw7zheiHji6G0N0qKH
ZXPdoVnBIFs6ykD2l7frU6mRJ/f6UGNpKkaC/Xyzq17Bd3T/qGeTLNPfxFjOGSuhq+hCP+jgbI6Y
sCdYB4umISAyyEg/rQfOvVPnsGsqkPFl2mCkCmrsMqIPeZFeifqO6OD8hQpD7262JN7sCzvzjsv9
HnT6w/9j7buaI8d1tn+RqkglSrcKnaz22B7bY/tGNcFWzlm//nvkec+umqPTrN3zbbhyVUMAQQBE
eGDHz8jxaTYQ2jMTjawudd3curVROxOh9G1ZhPWHcb6p1EZJrgt82HONNhBTjDe4Zd/WBDhHNOVd
0Y3lIurdubFTYin738iG9FXkjTbTH2tanDfqzTFvyHJP0bSKwUFkQHLn+AjAW/L6M/6mW8WxxLj9
c+WLWtBEUlz+vnoKqO0wav2i4wp2zpu3qXtdXzezkWvGOAMkZ2nYTJ+ndPPyFmL58wNzPWhrjE3z
wrTElhdkzDRlE9vogB7ASZG1lEwjQpbHujsBz0netcuhGYlnMEEQuxlRrklxcutJ1045RmIeb4Ax
+PaWO0C1cc195mByWWBeRVxxIgT0cDhqOUiR/fP5h/qY7AR2dbNVZ80MZ79nrcXYeQoK5dfexWTB
Aigh0INtF/H30XCm21wA+lkAEs5iN7Cw9YgGHXEP7ObjYsUK39U2zqWqxGa/6PNuN50fwy/v1s+l
wwkzqx/T4RDvRcfzX0zyX6zxHWwzMIBGMnfwSi/nHTAXYQv3dwiRl8E9UcZjs76z5o8zx75s9PpI
wR+AMR6L+8AKTmmI5noLtcA91i3aX8vK+gDwuXS3dDP/EujiZi5zTZ+zusuUTzzLoD/t0bEAo4hm
VbwCRL53UQc+Yl6T4Wwv01rmzy3UBXMvjRWc26VeItDJ/2J0/z44zlykBtAm4gq8IA2CrdlW0gFU
MraynVPuW/v0gTG6+48I2wEEd2Er+lszx9mOErF63RWgC3WBjTde+wP50fwQkRHJkLMb0/gf03vj
GPcvpnXuvrcHtUVXWoxTA/LwfumeEfC29Xpb88aZkoyOYSpH4A1LD85Y9ldY4XcRYyL5cbZE1/2k
LBdnWVjpnYoKyOfgmkg7tgOfv7SDh2vW6jrpDAUqCD3XdscfyQlTA7OHcM+0cb3Dh9uT3d2oN/IN
ZiQEUhRwyMM367kmweLDpNzs6E1wMu1qF+1uALUooLPt/f/mkbMmKBXLHZ0hyRtUMsfWGqSlicJB
LgsQmj+yFtVw8T7GzUmMlY7wQM6zORJiduBuQU1D79EnUCF2n2Ec4+fd3nt1Q/dzGKMRPlQEV4If
YyWlNqE0vch1nJ3dEa2FQN34Kt0t/f1ArBZW40XnyFmYZJgnViiQL1ozsD9WOWAPe2Ojy/912dUQ
7NDZhR3U1w9V5I94qOdUZiWyG2ASs8GAgYSvfXzfAzLHczGSLxLpJjWDEkNTVIoXra5yAaQZZ5Kf
LCye5x1SROg2sCrnm7Y/gUO03VoC7rZEuqb3h0hbQ02XBxCQ8E5IHjbWI1rDnUmxNPuW7E42BhVN
NMKIcjhbURimn5msKUtwqdFLPuW0DPsJO52htLvujaFBvRRd+y3tXJPgbqMWVxFVGgrtdJwvP4bd
V4Fx3gyO1gR45z2bgaylIICc1/LIQFsG3s+Yf3Ixc4J9RgJ6WxZ0TY5TDanoq1aKIDKjtvoAvebv
AgKbPa5rCpwydFo4YvwDFFA1RuXuh5UtERBABK8rnZAO57EBR9b7XQ86eNm/ADkztB/37B6hD/AL
BKSWT+YjnzVLnNcOoylFmuuTJQeGMd3RPVDzcJVEGbXNp9maEuequ7oKsVd2XowTugVpA4h2tV0s
f2idgOzriNHut4KDNUXOcRusL2okVXBclaU+IqATezTBNeVzNkVbhok2gES3NOghdkQ0joz1N/RI
3H88Xz8rgX7zVYW8rJSYRSMEOLlhtDOoeCH0trX7y+rwlYRCypoi83FGWuuS+jmJ92y0QsmuI7ui
QJNkqSM75fh4nTGBIeKLC0U9mfmwCBFoHTFgqU4HW7TNYTOXt9IF3m+kOaaRca+WjMfLi26rgKmE
KfLc6PEWW5mF2r5ZyljT40yF2iWJ0S/GyHmhL+SjsOrjF3SqZnt1sGeMFx1OBbWeqtC6//pLeNVE
x8jZD62Z1XmYFuLOgN1NC2KjyG5shXJr/ni7MVZTKhNoCkYnmofGXtaqZXe3B6ySRZezQPNFBlHn
bEc/+ZOchouGvJxHQDPuHg3nYW+N+6dfgnBmMzmxZowzGk2ZY2utglsGdHfl0PzUXn9d1/bNeHRF
gc8ZzD1WJmC3NJg5w+8qh8jCcPDXh2XyBG0L6Nzbfx2wbPVGVNkVmHo+cZBr4zzTGEKM9vfCZkiR
eednZqnSJxXp8OvPjvbzJjwiX41qZP+oanaaAu4OaR5hVe2/RIN/2St+nC1MfUOTgk+fgrwYVpoA
CPZH4L4Cs+W7azdHkWcWmGB+gFYB9PjI4iWiqe+iu68iPGmRleKH2BLK6hSNOoueF4gvEjc7NNbZ
igJLCSy1B158lyAIEN1moRw5g1EmyagAEmJRSWy5ng+hsyzu/o5lw4d7dO78j9eZX/hE+jHT5xI3
APHNeUedxwr7hjVsCj/CVP0SmSqBj+Z3PPnaoFWx/HnftN35LfwV3Cd3yWNxhK36/3AROANS6nKQ
VeNCzkGQ+HJ+JvsXcxdTOygs/wEFsQhbJ6+bFNHl45MHrPZnQMR+WmNkXnZfHvbq4949nT4H9IRI
bwL3wqcLKiNSppyBwwFNNS/ns48yc+EezNi9F+2/EIQGBvdGqbK2nVXl8+z8u8JDekBU19mszK/M
MZ8e6I0CLQfLMwho8XgsA1H9FbWtrygXiHzLZjZ1TYp7oSRZVU5qjmuGni4Ak+FtjvRtgCWod4Zn
Wd4r9qRgWw929SyLgURQQiLjwi9/QjdxGMgUjAIQYpc69WG/t110SOEFs3RWCB4xn8jJV14WfF6g
1+JeSyaQ62wkqpEax4bo0cKI5d3e+ubl3xF3fZ2+fU3vywWZXzhxtgnisBY2F6GkGdNHxkA/sXJ0
4KiOH1kfeAQI+BQFDAYXmwB1JpIkZbGdqK1nbohee1F6WqijnE2ZdIlhy9Kio3hizAdl/4TOEUfo
xEWhCb/PiSLVGdEKdOrdC5pH8O58TFGJ9p2HY2upjoXiqu3ah0SyRckIkbqYXMKjB+bonCgg/bL0
4ex+HLEEDV5hPCybZffjvb/b69aInSmefYvBB6u5kbxf6WCJMj6ct2C4AKopE7ZsdkbmhY9j0lTH
IsxBi72SfWRybxtpb8/PbFSsLJtteRZBMHOB9P/RUymSTCpRQPUy0TM1o9EGMos9M3nSNGMXxyej
Cu3OELhBLvr7TUdR0ZVh6hh2/iy8ryqvQdT4gTGZsSepH6FkOB2WLLSy5F73RJtUVJWZumEs6wA4
Cxdg4XKLLurEK5r0rHXvQcx2wfx+nQgXhf1mZUVk+YgVK1OVVVU3l4mnssaeqg9S2I16N2dOPtSC
58DyvSsj9gcpLjCSJLjyZgQ/qkwcgGSSQkCAc3B/EOCsVN4kUUfiIvH0QflGQ2JleueOtXpkaWmH
RD0a/uhGMaut6zLcVLuVDDmr5Y+FOQY5GAsa/1fLEkuLxl+zLt3MRKns67T4dqffTGpQOsKYgZQm
p+M1YRoLDBDrW1cN78loE/0uz3ZG/yUPvhsU4DfzmTE8/fVzQF6CDKgc0mCPqWiDyqZ6rj6EMzJa
acqDOuBDSkzdUflJ1hOrnPfX2d3UGWzEYDq20Wvs8zG7Uk8zKYsh6KGeNAgcloVWmOoCrdk8vRUJ
7vSmuYdL6KE1QRPe1rrmsLrZhUz9lTW64PA2RbYixbkevyrUoV+4iZoPUpZWGb6XIsjnbRqaSmFu
MfTKIyNopUoHMrSJBwAP25DeawNg1vm/YuRvItzZp2abYWNHg+6M+R4lBIv0535iAiKbpgnzCP/h
hItXh2ya1MgEETkz7aLcl9IjLQDA3hd2Ebxe17NtqWFVN5BIiCzLnG2SST8FbQ0lqCmgHeqnkqkW
MAr+BRFD1kz8B/fDrwLqo2zow7JLPNb4g5VrQ38wxsLftWVi/o+kFn5X92YoUkr9ArLz8+e8y5yh
up8STWD3Ni+noRPZ0HTs/OBf2FMd5Z2vDInX1OxpmI13rEAQ6ADfrPPb3KEriBCNMmLy2BQZC3U1
a6bEy1iASD7sb6ma3eRZ6gRtt4uy9q7FNZX7+CwBpbTqXT0PIreJQidRAm/Q/fO/OMPV9ywyWQlW
XhYyhvq48DwBkeC+0d7L5Pk6jQ2LpBGC+U9DVQydEs6P1XkPPjvoSd51h5EY8V6XS8B/p2yyBpKJ
gm7lT798QY4zgKVsFn0w4hixd3iXoyMvGn7QmTwZZPiW18iipceEHaVGsZQsc/MS+zup4Jg3AkWN
YFDcIGBYNvnckzT6qp5PPUKdGPMsTWZpUmfXZHZDObmLx/tw/Od+5YIgd4yJHpLJrOfEa2WFAV+S
Ta7q54aAyoYFu6DC3cJGyVI1V8HWVHwY6DLbUW0/6IFVJu51jeF7e5ZrckGJs1+IM7q4LXCGU/cQ
6vdlNDidcp4PiXaX4K6oSJfU5zZ3xq4XGIH/QlrRKOarUfzn3/wqARRk0ihwavrXBN45KHcsskiy
T2jkGtpka4V/NqaHUZdvEQEKyG8YbjCORV3YCqCYmOG9vI/5GJMpT2TseO4zJ2lPCd7FUvpwXbwb
gSVWgjEMZQOMBNrJ+W2jTA2AJHexF31kulXf++pNqoVWOnsyor1Mf79Oju9u+n2af9PjcUiqpghq
0vexF2a7IT8C4wjQYl3qdMMXUgMsA93641uDRq48XbJFgfpeN7+o9sVP7VxzgsEqR5d+kfaUCmyF
8Ms4xy+bGm0TDZLQU2uWLeXV38OVRYfQM7+Wj0FkdXvjnoYAorNIZadYkhK6hNzlfoZpVit4NY/X
RbXhgjRM4xD8rxEG6pfHjwRya/ZswgtT/Rj1t8IQHMXmDVbxDxLFqi7zULhS3EH5QhJ76khvwuE5
6i05dALtwzDlL9dZ4VH9fp+6iqB+2QoCBLvFTq9cSykHtJUjvJYptRLp25A5VH2W29ma6gam91FW
qJOqzMMmdbvXd/n4JdR2Vd05EsJ/XX/7p5Mpvz8Ir1sVoYpOVR4zIcKHYpUQPqgjJ7Pf66WT3BZl
vQvkty5/SNObiplWbzh5uY/UJxQzu7dZPYTA3zSzVHDPNw9aA7QYTsI0sZfvUjhI2SQzNoPH3qgX
tqa9mpHA6W7e8RUBzgvOtUJzc4Qm+c1zZ0z7oRqPinHSqp/Y3vg6Ks+pKXo3btquFUnOrKB+ZBpl
D5J5+qRGpyDurShVHIFacZX736fIqCkzk2oKhnsvJQebWdA4M0CljAs3bWfdTTCss5NJCF9rtu3O
j/LZCsiYOJEq+fueRr3AEW4Kl6H9RkHKhOp8uT3Th2oIQwkGtPyufIMWuXi35iSxGmW2hR3em9EE
7pFpGjrG5vnKe08UH1Am4BiAKl9grZxxmqxmOGh9fkruRtKKmsU2lXNFkLu5PinCWhmRD+rbczDj
AUFF6r8pQEPGTmVDATQI41QliUqqJUaUeIqUWHH6PetsdH3kP/TE9XMkfTVRbL9NEBucl2Sajpt+
qTVxGeOhpODuMy2EHVe9GKiiapy6QSbZseaoxA3VQBAG8nnm37qK5xFWAYBRlS9mVW0cdnEQJl7Y
DqlTZRTb1cdSdzo59fdZN5rYgq5g31TK9rVmxgeZTfXDZAaRQF+3bibF8DmwWAiFe1kOfGWKldxs
o6TDd2RWCbdly9+uX8rP9ySXC9PWBLhLGSjSQMcC56nvFSf7HrjDnr5kB7YLf2LwYf9Y2PGMiSRt
Hz5otqJYlZvcxsektJov6en6t/BJ90+hr7+Fix0ZSZs0DvEtCGn0PRbYuVT56LVhl9X3dfdGfS9M
BcZ2M2hc0+TM+Tj3Uu5TCPg8pVaJ0ejamWY3RzkP7zmYhXD57zqfW5eUUoApaBpySbLJGfjBN1t1
JClyFgmzwupD1l+vE+ArC/8nyL8pcJe0qCVFTxZBdna4G7EMuk1s6inRLjpFB9NFB4RvRVMk4EtA
VuEHINuJdLWBXRoeAHhjNf8uD+54Q7r+NS/649h+kVMrGJ+D/ClIUfAgxG30ewHnMu7DH+qMsR0k
3YFehIf65X1RqwYuBmkMT2/L96TPS4tNdJfGhS2145eUpfugdLQwsqXg0ATySc7lg+ATlkjvj09A
nGZgVREyLDqnUVOcjmXQIPcv0fA5jzNLj2EbZ8nOdPkg18QmMurieW13sbQb1X9jL+mKPKddaU8g
AAMuQDMBEOaXdqVVlvyLhqpNFKxpcBQWCzz7ppFakeTUjcaxVo3l4lS773nEnAKJuACQTdcFu+UI
KAwyYMcNplI+fIjytiAT9WMvmFOrJb2L6L4eXpTgjRReplU7Ra0FOZZNi4TBVw30FOxK+tT4lflN
EjPRwobAIrEGIcJLO5pOEr9Eme/M+WzjKesP833WDwL/s2UiUBZTsdvCwJQ/T5eFvVxNjCEVnOiW
MSKqFT1XF1vKaynWZiPfgmVBqFFxF6Uf6NQkEoxQaZ4V7NLIoudurKwx+Lh+aou2X6PDvYuyUG5D
KUByPldHJ239yFZSBYGz3MGtwMPiPYE9BtdpboVda94WI7E6tXbGfjejRA51TnZG9Tz+Moq3zgFS
uZX2zb84KYQHCpMN2UDaiJNjUGcKGeIaprb4kPzK0jXB5smty4V3D/4FLJhJ+NKlOY61xGak0eev
cXOWxsCJ2kYgML5V6NNhqCYzDQNGk4CTS4nFJA8CM0Xyoo1a+RD5xuRMUdE6udlLdiMp9DANgeSO
eWTaSp92DhtatI5qlWZh3U35lvbJfWIaThH4vh2yYYmWJqBXF7Vh+42U2WYaKALJbwkGQRFiQnw1
Rd7l8puTTgnjiEgIjdrRTpqjYVh6rwsks0lERoRkMtwR7bNHZ6VKkqmpfZRUqTdHVpnhqfumtnfX
tXXrrsNh4Q7KBDEBj40ddT5wM8Io9VJk/Gn/kRciUJut+4BXPCwJxRETPo07Nk2phgRMIFdkS3h7
ZE1gN/oZ5rqTUSsbBGZzU2grepw2qTnerwZSQl4g39eZuuuLwRbmpreYQuQP1UVZRkXy//L4Q63X
cpk1qRfLujUlMCl0djUyuiapsYM2PqiNqEdq66TWJDlbpvVSU8R9nXpl8B15aocYhUCnN8PRNQlO
qU3sXGtrf0i9rurZXq8H2Y5IONyYVRXsc7zsbIyrz/uSsOIkRSWSLwrUJQtTel+1JhF1l4o4Vi6F
nM6p1DENHId47SVGYg2iDoYtrw5YCarC7iyOfdGl1QXTjEGtWNGmXlvcw/34Do3Puld4kmb7AvDv
LbVESGiYBCNGOkBnL0m1uoGFh32Zelp/I8v3tAstWXq6fpm33CqTVYbagaoq1FwEumInCTHy59Pl
/ArT7vPBipVjR01HeMc25Qang3YWhmIFb/26WimnHpuCPVwRex7nvUreYu0tzLWTHxZOPTE3TESP
/031hJsgyPHDS6if/T4r9oDvI0klZamHBeMWGbT7Ih/sKFVPhfI49LOrTN8yltgsRp00HBzfRC/8
dQFvxROmoaHfBc8nkxpcrAk31Pt09he+wxkTQSOWIM15bLejcZpY7kpN7lynuGFodAWpfeinIWM3
BGfNZnUoCnnMUJGVZrtKb1jp9OqXaU5sPX2LRO5+gz8djOFKaDhb/RMZdyVhP++qcEhxrqHsycm3
fPxZfy+L21lU2tuiw5aGKIqMqo4OIk5R84ShDKyn3pDfqL6X6NqXqWmetG62AE/7/boIt9IpCCxU
RUb7kKkA24+jZkaY21moNSyTrbmnpQOU4dJN6thEedt8TM2sPw0pa+3CVHWbhOqwT9Ja2l//kI3r
qeN6Ap9MUZYwh+O6KilgSLss86S6svvy59w5BqLRLhNo6cbtBB4zKgGKzAwUpDgtBaZgko9jmXm1
iiTn0FqNcayOimnT2VLV9zwRhfObx/k3Qf7dOxRNXoV0IVg5UeGiwj5/I+2JCrE4tm4DtAYmjmKv
AFTh8iRx1/2+9iHBJj4AnVf+KO981Wmxc1C20ocAqYZv83780COMUh7S2BHVAjZPcEWfc5BlHGVj
pIF+rOPtQL5KZeRQs7faeBac4RanxoLFixIIgy3ndEUJ6MDyXku9wnclEu+SWM4tTQ93Q2Ee8rjK
kLOWRRdlcajcc0mHEzSQ60O7ncLPIsi5FAaG32Yeo0N8Ozbklfo6midMPzStIS1K2yiTbOenhnbb
BXO5l40xfxqTPHTMeJjdUqF4fF+/NBt+U0cVyTSXZbCoL3JHDpipXDb8JPPyoM92c5YCUDKEQWK9
LGrn2VJjBKmfxg+tHHyXVZ2UdRzGZuqx+V2vp1NPToODx9y+x0Kp61xt9a/Bh6gGCnZoYDP5taEl
VSLaR3nm0boebvuQ+a5PCEXvYRi4mkyjQ5EXhhuhI8Ce6ICeD3gJdxy60k2HunHpkPdohSAD5sDz
cUeaqhAIflMamBJWsWsNbS28L2iVPCPTVGeovhbFPilKZa/lWPCUFHrqzpoa3am+nx+vy2XrgqHR
c+mnA6L8HymPpo2UuUU3pjez7jZgyt00vdQ6KSzii/jbiC51+HKmY+5bVlGyvbQlNI2iYMih7GV9
0vT7tBBd4Q1eMN+iAAQNTatw3cvfV840x2hPOwc44lJ76KMHybcGSu1KPVwX2cY5oeUcISVB5pFB
Cy7JtFGARAqdcE4h/KlxmxqzBWQpa5LbYzX+vE5sQ2gMzXQEIaaKlUqEu400z0yANFPcxvxL3J6z
nAi0bouAAnuHTmkZtVa+A21s8iSlMbhpsAjSRfe2ZLXAg99fZ2PraLDdDyC/y5sXVZZLmSV6nGu9
Dypv6KQzMyuIrVQVXPGtc1nT4I5fz8sowNAOOEG3EFJcmLzK7QZ9AOk/f/CyNaHlQ1Z6NkGNp7QD
oQ4lA2WcbTo+IYEpOBgRO5xDIk0/ZX4BKlK3H8tTjeEx4zgXdlQICjEiQlz04st6JQ0qCA3Tfia2
8lG+DZOji27npqKhlUVDXkVHWmL5+0pq/VQpipYbmWeqqNTXeCS6qKLJAqltKZoGC6AAWAJde/ze
jCYbuwLl+sIjjf/d9O/8kO2GxDgEabm/rtIbfhJtOcim4pmgMEPhVLpV6kipZhXnU1bsplabxmKh
mh0iNVDc66Q2mEIHAkgsXf/IS3Hv8qo2xjCXzMwzpNSZqqcy+1Ca2OprQfJx68GHYq/MUICUFQDu
cldIwxJDlpRy5i15xwdJfe70H/Xs5RoBzsuNYc+KPbR3Uiu4uVuJdwONVDDeAIMCj5yVC0d/iS6U
zCNFe5jCxFX7B8yT3ww0sPQxOBdajQzWDdMlAeUtyaK/G83rMH9E/YS/WCll0Jk+SlhQyuWF26qK
FRSv42gR+emfnyDyVrKmIeMny/z7q5RqfawoTjAA6vMwWkVz6upzLurH29JJGSLEFkWMvfzhmoIG
rdllF+VeKn9Uw9kc32gosBbbJNDjYKqANMEgwOU17mbEq4RluTdKbzl7C9EXNqT316W1YSoM2cQD
EtMGS5cVp4YhtrKEsV58sqGhjNhk/+Y4VgQ4C16UZKz1uMq92jyjw3ueE6uqz8JqyJZ2LRUs3Ck0
oZh8KF0GtMxjpcy9ip7Rs6swBy80X2SItqggh6CiaLXscOHjqpxMfa3TOPdof1MaWGeV/OiDl6h4
uX4om2SQ5kUOHlll9IpdHrw0yaSuui730D28z9wmgMzk1jYrgQXngQKW6oQB3Oj/EPo0Fqs7ObEk
qQEEAw0DRKditC4I7tIkukfQ2PQ3y7snGior1bCLyYl2WGLhGY15mgFG1b8T8/Efs412ns/wGH1M
CMQu2dZmWk5tiMpZnr+p/auvP0j6XaT9c2dyQYVz9kHZDQXNUchOzeFkuhi6tOaSCIzdlpk18dxU
KTwjtJIH6cBkmRwxFdUrdFwUEyCs95BlRYjtpydN28+RbslKLtiCsGEwQBRAwrB86IriF3TGWUkx
uo1m5IjsQyANxtIdbQWOa0M3TQMWCbqj6SiaLQZlpTIo1zKWdxNGvNTJ6YfAnopil2Dgyk9CgRAX
Neee7BekOPtn1mhPrwyQmshZj/ubKG0RzBwTE00G+XvY5IeAutdVcFGxayQX7lfc+ViQ0QCeCx0k
41Pl5MUNY7rVaLNDp1Jw+UTccdoe1oDakRhIlZrrP09VcRfrN3n3Vut3VfLqmyKIrK1UoYkEMyqd
0AwT3YKXvOFS+PVE0RA/N/fAtbBqCchFZeViYtyZwtBSI2sobJnhwZBVxj8vEVwQ5+IqvFEzKpc4
Szn/GGRqUeVe735dP7ytmOqCCKebrA210DAWDpE/ix39u0RtBjAIYhmhZRJrwgqSdF9pTHCUy+/y
WrOWLKeoeCQH05CDOdoXTl92TqBXAvktVukaCU4xp3b2A+KjX6IJ7WGPBkTdbpzmKCrwizjhlJJR
HX1iAU284bQbBeHM9m8jXsILWEGKk/NqmKBsCt+ElJCjlT2R89jyZTj8v36eH8YuGr2n/lJpT4/T
k7rP3jMgM6Zf0cHypXZPhWRPrnlssYfrutIJuOIHseOsa8pBRSZRauvmtgn8xvWpxI7XqWz6kzV3
3OXNzCat0wzcoU/cap0RO6wLW7VSV4R+v2WWlv5dDShmyMXxg89STrAmLtGQGT2j4CPdAM4qaRyU
/5F9EYhORIrzxCjTKHndgdQgF5ZiYkV4aDi0RtpZfmnaY9I95JMoMyaiufx9ZeAlMtV1U4FmgVp2
PezQ1GbV8a6ZukNu3nTk3ZSO149uU0H+FiifwwrkUIJRVsEl3SftHoO6139/K92KNmgEGniIGJTy
D56wLBo/9zGdwxTb9B7Km+QkuexHsW+sn0pltQ8EC58j5zrVrVBjTZSTo5EPUtczEK2dwH1oBTxt
uWHgniJ1qaLbEHPQl6ckR3g5S6qJZkP5lRZnQshBz57w+EljQY/IVjizpsTpoM9CSsMYvS6scrCZ
0/pRwbaq2e66tDa1bsUPJy08sHq4Bn9xTKM9DKU9ajdzcxMkT3JOMbe19FmIklp/6h1ymUt8j/cd
3qIax1kuB5Ehaeh+adDwsKN0uB9qIlKDjaBioYLcLJE/+2y4dII+pdWopGmK8tioW6m0i3u7UrS9
3FOrCX5OHaZgx+imf/Y1wb368+RAGWn0z2QqWtg5mSK+1jsjR+9NT4HhI6NiosROKMg/Coh8tnet
zIXelBHiaXQ2qPIZi9qWp2ujPPmqgMzGDOwFM3zxLx0jks4yGnvSihyK4CXuSjwuEzdBW2ndfpOr
J4qsiTl602Oc7fucof+BlodJKgXjX5tag4weavIEs1Z/zMFJtaJjc3Xq6dmtguKjNj9dvwoCAvzg
m5KZdVmlBfo4WGX5+VssmvvccJWQ5QIOsrR4LmXxS+ORGEqX1QyylEP1kDTarmzucnLu87t46qw6
P6UjsYIpFgSBf0ZoILv0nSPtDs/Jm+FJM5cIZATZ1MUTrP4lS3dZlLktMRxh7+KmFHUkPNAyslw/
7tqNMc2TflyIhcxi0h0e0wJ2/jTwYGcpvmBQDU/KT8TGlebHviaHcwgKSagjgp6sDnOQRSFKQYjI
LIyuyCCBhjbPhUyGFqsFMKHJz5PW/Stmls5VQ0YRlK+JxDVmazt/Rg0pa5aRboxTSoEgvOU30OJB
rKCTEanjJbuJ1g/lkpU4RdlTJQlYuVUzC0MPZoNn423c7VX5TWsUO/BbO5wS4JMEaFUX3KtNE7Im
z0kyQeNx5Ge4WMZk441+m+lf5SiyDXKWUmplvSOVgEvp3oxYc1u5OrAitDIJ8ya6ENLjT/cNSVBk
7JFY0pfdZJeSMJrC8DMVN1DdV/XPIKoxTv4eY7JcLPSlAnj5LrokxXm5MUg1Ka7AdVznex87OoPb
KUp2xYAV8JFTGJlFBzv/+c9t2Jo/zsKUvt7205SlS2KWqU9FL/Ldyw/8yZWBKQdEP/DhHFdVTQpC
ZnQHEoITZG4VPQTBU6Ae9P34JEmC27FluRRZhr03MXaG8efL40pnUubqBGpR0Ic7WgJ9w58k7LRn
TXLUO5ZafYcBfQY42+tyFBDme2tYreSaEYBwttQ7DsHgpPTnqO215GuILtDrxBb9/0Omf3PJm0yj
lstYT0BsiH4Z2dmfBL+/FSqspMi3k2P9VRU02RKPFIalqU+BFlhTnls0FwST24ZGRqPekurT0Qh1
eV4M6DWMjH3qTcgiDu1HFrS3ZXhufhbSSVZ+SspeVnyXRKXdKydd1Ku7eWjKEu0hdawia3RJfena
y7oOFlvBLGtwRDKFPjROa1fD+/UD27QiK0Icm30sqSXQohFaju+9autenLtNZ6UYQf/fCHG3Lc6m
sZtbcBS/hrtwsiYnwhCK4Emz5ejQjAEvgULmsrLxUmxyxeJSKcHNmL1hjD1qznn4cZ2PTQ1E0XJp
qYcD4mEajCIcSzOTEfG7EhY2UGxLuU5g80RWBDgeejTLJKMMAuWROj2GJiMsxbtO4nM85o9ruqKx
yHEVEEiEpWOhgEZx0i3sqktOaNQ+3ZlueXivsevPtzqrcWv7V47XrW0b9ouyq9wP9SAJvmTzwFYf
wuk5meM0BpQm9Fw7xu0tGXak+nqdWR6I9HfIsKLBqTigr+q4KUCj9mTML99UN8n38Kfy0QDJz63d
ctfbWm2VD9JX41A5nQCO4BNZ55qsOcXvEiPMADGPWNxlO+i9PVvZCaAEWWnPN6olWcwuduiYAwD3
c+nWgGKNnNqhXyLA3uff52f5R/aDuvQo4y/XJbNpZNCCs8AAoIWBxwLoskSJO0mBsf6uOBpaHj16
0I8sOvxvZDgB6DEJ5KACmSQ9ZeFZGT5qQMXkB6X6ha7af2MBVjxxbnYea2P2l8ZybQys1rf6CKlc
RVCe2dRahil8TVM14ClxWqv6ZioZHYiw8Alje5YuPTd1v7suto1EO6KuFRVOb2mGse1YRrc6w9lE
ndP5B0X1Bu21Z28ovVatYQMWL0HbaigqCm0aOZMYGFhEgzWgBi7tg1L4eST9P9K+rDdunIn2FwnQ
vrxKvbvtxLGdSfIiJBObErVLFLX8+nuYe2fSTfM2MfkwA+TBQJe4FYtV55xKsWS5Nc57sjpuvIS9
tbGgWF/HXejoAMAK8i0GixI8XsO/7lvJ67khYVNeh3ibu+tm7MAkissNulF5zv3UjjGiz6RHsO89
FgTFGyjRzq5m5yhPw8UXSD7RgkgaMUZ8gZlM3l99gfNY78sTwBsB1QWD6vn9PVppA0V+NuElkcIl
rdAoyV7n4slIoQFCP9/eQ6oQF0IflhD1EXgQ+TQEHrB9jFZn70vWHZtgMwR/1fny0SMfbMa2dmfs
bhtUEPIdIBxCLCboYEJ163rnzLYHnaQyAwAl6t3TMDlVzBxGtznnE+TEigr6UP66wxM/P45Lk21B
3jMOERvGD1PROonV8PY0sdR4bqL0ex1UI8rlyFh73QKdBvBK4xrCDltejeAX1WN4KrLeBUZpju5D
K4/uAGMlx9tjUi2WixctSswB0otybrkkjTEAQlqejXDYIRsbtyxPmFlsezR1uW1K5Vhc10O+AW8S
vHLt69njXj4VPtRezx4uJ7vfkrqLDVOzRsrcjUBGCpaPA0VIaVcIUmA6ZHAs89/jN3Drmz0KlDMi
TGjKDhpXqZy837ZkXamGQYq4sHGqkJivu5PXnDzraHq61J7qhQqILGIyvOdAWpeGZLqrHxCBq0c7
5jRBowmyaUP+1a3XPIma6TstRrSR6cvEdSsIUvJle3vhlCnaiw94N86WM/BCgDJvN0jjgP/ybCfR
X/wH4bExbfifZHQgbRS6KEZgFeVcix12bkNMjLcqD0CgLjsv0o1IOaXAUEOPBbRalMWu92Lu+u3Q
TQZ8VL+Bott6x6pd6d5nzmP4V1HH/OvtGVSFvQKy/Y856bajc5kDzw2XiCL9z758sVK+J3a79Su6
YUwTlIntIMdkYLmB0wNFFv+dyMHMWNtHAVbLMZK13hl/l8P8QMOjF9IPQKn+NTee5tAphweaLOpt
wDYhGr2ezSUNOj5kvDoXFduQ7s4fQS8DBQTVv6zQ3GRKLwLAEahGkOcwfyWxLqL7fizsxSqAgW+6
ftcZ7dZsolPT6u5s9ZB+m5E2SLAiK1XRUZgBQ6jJ9hw6J0AWbex0PeVryDTOUXnGBGJJkAYDUbK6
nkMzS6H1GYAlZDefZ3agELDs6/7gEuDVzaSvmz2KV1n3hQ2uxrQqNri0LGb8YkbR5wUlVL+pzpxs
Bq/cmNXGI/OeDcYJ2y6Jpsfbh0G1gtBjs1EdRkBk/0pOXNizSoPanQvqhDU81n6e1Pl93ugkkFXr
d2lEmk5/Nh0/SLFNyuCQofMPpc1mGpOo2I+VDtOnHBCuTxdcPTANZLaK5feNO2YeEL9+5SbcWupk
NSB/GXimblhKU77/SxsCI5Dl34J1sIKRT9iWDvfvqLUum8YMjzYA+5ozLTa47EVAYxAMRLwEUKi9
3hWNs/jr0qZA+YZtbIzzZsw+m5AgK9rtf98O2PQYC/YCvJZzbaity2wEs6k6L8WpgaCuecz/ZCgX
FqS9wMaahYsDoHQ23DfFlvdJlR5rXfZedYwuxyGW7mJb08LkkIbEOHJvZ6zFZuKfTDfuXsK03oYj
f749a8rluRiT+PuFtQyK8GMgAO14Cs7bNXdAlByDZG6DbOcGeFDdNqcYHPaBZeM9DRoNQPTX5nw6
eTV1cacM2Rwv62nyf0Dk0manunuoCo2DUIwNSX/gN4HdQ+paFmGKmrFpp1E4pO6wDGfwwTM/TXj4
3zceKjm4/YGv/OWNrsdUgP5AaqDKzibY0F6YdOPJM3QHVuGHroxIE4fiwuw5gg1Q1NuxTxZ+D6nt
uoPkisaLqwyhzuZD+A3yfdAkuR6Ns3jrEhU4r6gcZsTdGvM33yjj0f8GtLFmN6gWCCBbAL5R3ANg
Wtrqtr1UBk0NkFCsfVpsaXOCwOPKNXGvzoo0dUHrFdawwkplnbwaskKx3T1SXbCpAL+APwrlSiD9
kSfCA/164kajg1ZKX9TnykZR13kOQ2SsRnRKHILmHA3u2RneDADOTNSyiRu+Faa7z/YpShqZdefU
uiKAKjMCLRngLSAuJEQXpGcSqxdWuyAwoh61zeYsDkPASI3+3mrQtYx8dMvEiTYj/0KiOk5L6/X2
QZdb5oiEIswDlwscMPjYnuQsXYMtMxkA6K6LfN+mp2k6dsZdnxko+fFH3Do7MizIzwxJP49m4tUv
k9mhe8D97ENU4c4zXtNgNxb7aXyogemdrBN3XmskNQz7Lrf3FTuGOp0fhUSO+GaADcCMNIEplqas
r0xjzNYB0P1gU+aonfjkUEZuAoJPlgQ/Ky9uybI1rDUJDB7jq7gZN/lDMd1bM42HNdjjufphGnQv
XjFX0h0KkKyDej5o2ZCKkraWOfscb16AtA27IdsZQfK+dTumKRsrTn5oIl8PKrsjiB7i7xdXAZnd
PovaHIC08mRC2Nj5jvdSFHzUlcAV2rPA+SNxJt4xQn9bMjRa6eB6PdQWoqdsOvHs76D+WkMYp3Fo
Upqbflrv5oF8iL7T/pVVr1nOn0a7j3H3BWZxADVd8xRQOAhRCAElGeAh0Lqk75mwFQJAyYUef5Gw
cnwbV3u/0uDT1OrcuMoUFB7Bh0XJzMEkXM8xT/M17UQvgyovNmF2tD0aNzNNolqHmlBbwsMGhB0s
6TvRKnfNQ7cF7P8Li/ZT99D6XxYd8ElVNRA9lv81IgV3KOEaaD/eAeZvh5syjRKj/GGEdeIR7yGY
fw576iGbsPBd6LCnLB02WXpgDt8R5IOxnECCGWf234F0DrAVggsF3jfufmk5qRH6fbsCELj2X6x0
l08nv/066+hrijN5ZUU6kzV6hDNwBEEJ2LcHzYYUXyid9xB0cMSwvqCvyxR5z+LDylJAbNlwAhG0
OnnRXR/evd120eJ2la1AvQLUc9wRKLdLi7dAXgm1fQjQoQ4Yrm0MLBf63P2BDVyHkYM8J5DWUlDu
90D6o18NcuT2s7eeKwIWsI5OoNrpgl36jw3pplnMskq7HjaQ3AVg0k1oscNZh/pltLk9GtWai85S
EOvD5YD2HdenF46Ct34GMGjePLg59MeJTn1HER+HlxakXZVGwO9XFSws68GcAaiKdlCBAm0AxAjP
0wxHOXGgZUOuBaRW8Giuh+PMPSaOAyaUf/Ly7eIimXrKNMGxaitDZQC/L7LdEPi9tgFUT28vKWxY
X4LwR/cpGF86AsanJmpVztuFGSm1GdR4egajQNp9M4D2jP0UavDmsxl8GnRRgiIthhgBjY8E7gaY
T2m7NXZNwrUGbrsuhw+BOzxFxHwofdRfQuo/W4a5B3cfBJZq1pxXxXJdGZaiZQPKIGXewuPYZN4M
ro38/hBDgzZ2zV7jgFRjRBhrix4EgHLLmWLirgExOPRNV8SMq3WMpp/tBzSVsF4cc0hK397dPliq
kABVg38Nyq8O5FLGomQICdKmsz56ASM76tTFA5lZta36ke760mbxWFhgT6ToAeUAdZJEc78kOYTA
4onnfLcgYf9cTWXug6Do1c3OhkjkDk3HZk1BXpVku/pc+eRAfNUJCQRYw8o5Z9FL1uUfaQrV3fQu
j+IBtRtakc04L3HoPd6eKtUuEK4HGxqgrHftIQowEws7w0x5eAkya4m59SM0UV71DY3vtoVzli4I
0T0IIVEINVawf6/PblrXXdDaCFacARLD3TakLJ69cAOx1IMz3DnVHUEvOtQEkyGs92gAbgW7uvu7
zg8sjTZmu4/8pJmRPoZI+cJiGrVfnFF38lXvnIuvfKfOyZaBlGkzgo9SbfnwFRmzeFk+cGfcGRDJ
BRD8r2xav9T9ceAPzlh8vL0cCscDTDs6DwJ+hBePDByz19bosgJhVimUwx79tE6MNrH4EpPU2QDW
+j/ak3Ze2U6FsU5YE5afwTGKnck9kujYsirmKP4Zf2QOaDwopKOG/+vRe/EmyI0snIsAkwuJ0tgI
XwxniP1gig00/TDQIZQMmjvpF7783ab7JXwi6Pm41683XQtnVnsLmst4E6q+vAAlkeZx5rBTb/ib
FnJ7Tn1Y6pee9odyMnd5GiRht75US3pMrU/Vem4dB6LI9ANrdk20I074+faSq06gg7QSAgEUKdBb
6/oLQ78jQZ+DRmNzDnyGAWK/HbBday9bf3UWDd1O5Yox9WL6EWoDg3JtLWuD0W7QLuFcNM3WLR20
8sJhB6fMIR+7wYuHwX5da/9we4yK2FCsOQDKSJyJWsK1VcZqqDEBIQzhpGcjqON1PgTrl9s2lPMI
2q7gdwEbLydMGrMDH79D/BnQ74z5gtEgpErz4A88Jh4CkIQTOBGABa/Hklak/78isjY9tdESmw5J
6nHnE106S/yQvHUvDUn+0rAHpyY+AtEhG3dVR57n8BEdTLjL9nOfbp2B7G/PoCK4gqYVUi3gqgsA
vrQ3AG5pOPuF/k1fZuLe1+69yZM2DE6VrZO7U9oSahaiauBCvOx6Fhtz4oRZoGOEuQuN92ncNpAr
baMHVuQHdO7S6RUr71gkIf41KG3BPmXlUvnAU+fVz9XYlZn7Ypk/0LFh04zJTB5Xis7AOOZQI/6D
WfVRghRyFGhiIr1Z6jLiwzyCIuXWmzJ2nWTJNpXuKaGCzkZ4fSGZA84d9EqltYMUszdQF1DPPojI
gRsCFj906yZYRxflpdDY135a3tVFR+58v5u3NOSPmUWip7yzvXsL2gga16s68+idK9KxgFSBOHK9
wkPAs6grJ2DlB3Asorewf5yJLrJULivKdSKZhX9AeLu20rHA56NjAUHkTg8TGhI2c7DxeHWyiI9/
2d7Oo81guCdvfCzYuru9tupph5qO4F/Am8qk0np16mCeAjwUSInOb6nNN92Sl1uzzfB4nDqewPWx
xC3qdEPHOQTnaa4T5uPhysfWOJsrWgvf/iblvAPDhhyTjxy4/Ko0q7kpc0/gyMYyLmgQr8u3YtSp
XKvOL1Y2tCA4KJr9Sec3jOphbCYhOjp0mxXgj61J2yhO85Huu7F6GCqN21UZRJIL+0jIuOImv17o
yIdYMefg4w3Uv6+mr5YJ6vO9u/YnPy+Ot6dQfLzseS9tSZtqjfx0XgXRashEY1g7NbZkcQPNpajc
u+gLCSwj3v94NYsb7SIaatywnEiEM0ujrt1BsIZusyxMd9CEQyfXZZoPnjkuW2e26q1frpEV13Xa
n5ew8ve3B6y6agQlCv0DUHXCel5/idP0i8/Bwz67awsdXg7AIYEw9o6TYk5KJ2NoYRA9TznjGieh
urQRBkIAC1zYAK+Qa8M16TKXpphp7rz1SNhH7v0w0k34B5hn5L8imEFuwn/XCaK1i2F2UwwQkCEE
OaFbHFAn6DZsIboHvXJIyLT5gBqaUImU/P3CcQkMLW42zwG8t2f3hYPWv8Ubnv8a76M66UiWAook
2lPB619Pntu66TQIwkLVfwJJP87R5cuulj/wJ2jc5ED5FzsDueZrK6CUQyiWo8baIEq/x3PhhTlZ
cFgjksa3d6Fq5hAjIpdtA9CIQO7akt1kEfFCFFipcOddHDQPc/m3l2me28ppuzAjne5lrXlehpB4
RAXXzt/I5MWRruquHIqoAqD4g0YDMvMIQP+C/cIvRv1jlrYbyO4F6CuXVd9vT5lyLL/tyO9FFOvq
Pqxx/eVDLxpZZ2j+0RYa76Byh3iyo4wrIJKerFIHx9QWuEjgDi0HUknVJsVmuz0O9Xz9NiH+fuEK
p8WoDVYDhNmm+zoNN679EURC8w9A5HgY/DYj7eUQ8V9v9xhJCaSF9TJGxz59vT0S3WRJrnTu+7Eh
YJSdrSyMja5LiBlonKZ60X+PQjr3KZAphtsJaWwrgJZjn21CkM2gG/8nDiZCcIMr1wflUe7xAfR5
RIIUhka32Dn2d6cAPyZ8uz1hqqVHeRD6ZlB0RNpDTOjF0jd+VpNiAiQKxzEKvg2eEYPus5kp02xj
MS3yrS5Ux/D4jYCUlt1l7rdLukYQCPQRGZaPOf8Ofn2DTiOZ8Vc/k601/+eQBThwqN4DOIf/3+ER
ugIoj2DC4SxmUDyWj2s4xCYBlt8ujlP/9b9OI4hrUPX/JVmJ5JG074q5g+BIDbzAUKPR5dvSnNvp
G4FW1m0z7yMFSDojVSH0hS2sluQ8jdJeV7tHgsre51ts7m27tZJSc4berxSMIJwHDQI9bFwZ/W02
QRVFPRAjE/Q9fHMTmtWu5y0uuAWyR36CGwRdlpfD7aEp4jEhVw0lR2jMBsgeS+fKc6ZlqjKk4iFd
S/O957w5U0pjgNsSAxI4hVvEc94kxbqczfQ/n2nYRuIRpxpTC9b29SnISxNZoBKVGlyux9aBTPQ0
gzqqOwPvD9u1GcnPuk3O3LAVj9FuiGm1Y8j5+9YnP9zdnkvhSK/P2rUdydH6XmfVK0jY53CqtkUH
+O10PzksmZfnydS1CX3vD4Ux0e0QGwaxgxRxWd1KqTFliLjqD2X5wRoYVBA0CnTKLQkYA8CbiOsi
OUtXpdBWQO8pRMjNg70K+WHjOzW2TZUsz66u2K4e0G9j0kZczH5tQ4vgNqTmJ6eL4pB19/akS45q
xiT3w6n6sAndBmNKvRhC2it0xCZgdxLopPVNMhGN69CMypfCu44baWWaGJWPh2k53LfWox/8vL3v
VPsb9xXaO7nA6iH8vj5Gox+YUwa9+bNJD+b34Vs0EqgUvv5vRqTlYcPk8tKBkQpMYX/6ZFVo7OEW
ibZArFogH4VU1GVQOEMju+vRdBhOy4WkiFB38IvjDAwRf50s7xQYUP+o7KSsKo0jUs0gsN7IaNhA
euG1fW3T6v0AHS7xfAmoGSNMakOyyzndoPnT7VlUbYdLQ5KLcPzJnuxqQAZwKJMCr/n8J0pHmtEo
jQCPEKBUjGdFKF1XkbdCM0MYsTO0gq1emb3XxvoKG5YJFoUHuBP0h+Vny+Cgu7o5mKCTuhQFqxPw
jnGFV+bt6VKsiwUYiuhCYiKGkfvo9FNeQokFyFoIVD36c7MJhxBQ7q9amRn3veuGIdEwHvAwqFRJ
my7l4VgbAaChbJzFcFC00wRiistBoBqhZYMHORQbpfMD8d+eTi0gyUDaF9CMQvCalPl9F5HdoGuO
o1qcf22JqbvezvPiF5yaWBzkYbcT3TLX1XdWUhsRndZFGRcSutdGSJlZPG0RWQ5+wM7or1XujJ6b
yHxysru9DZSmcAsBQ4YcGB7J16ZoDeqezctaKKEyVm3whMl73WtMZQR0GaiUiVIdhHiujeSQ3nJY
DTVgkj+yDi3mGIuBLvrPiQVUvdChHWpoaFoERaNrKy6p/AwXW31Gpvrww9Il8ZSDQLMAIWqMHvDv
sHHR1I9tAwHoPtta3n1Q712d6r3OhHSjsYC6SyEkoCGB66IoXJ7C8e2/rzck2wEMQf0MOjySlyyo
YZqtAxN5uyYGuo5XoteRjsunci6eyEIieAKUXq6d0dpCgIOsH16U/mbKHaBiH9GoPqD5n6w50kgo
UOC9hx6M12vul30bDMSqz0uzRa4Pi8JrTUpE5V0gPf+PCVnZLOBD55aFXZ8j8glqJQM024QosQmK
IDqRbW8vj2rixKzhXYltBqXC6/GUAd7IQR9BZzqvj9SlCc6j1dSbbNURX1Ru+dKS2IsXz+TRMtqV
jD4UuuOv0x/cLZe/LUZ58du5X60uKsP1GbgtAxnYbDtU93OvmSvFwtiCpYy6BNYeNKFrK1D2QtPK
FuTGtfwGYZKjVR9WMz9UpQfJN02OT7EuV7akY2MufmhkBmxNJ3fJN8xMBjTL1O1mlRXcY6hG4F5G
MxppRL09GA2aY4KqwWoSdwYEXFj394qn5SYwq1Qzfwo8OXzlhTlpUOtCsyIQjDjz25ChufDwaaj6
nYs8LOv3bvfszT9RzHeWuKK7kECjCq0OhukcoUANNwKO7MHQzYDYddI77+qTpHi7Ig2taIQZyPgd
ZN3X6UOmww4oNj5MoJ0Wyu2IGeQK31r2TrSGgoG4VHFBPln9y+0zrB7DbwPSPdSU6BefCQNBgDex
c6z7j1O0+99sSH6igyLUMhggF47hEycvU5jGOGK3bSj0HMT++D0QMdCLY2yNLqfQjcBMef6YoB0V
e4KovRDpm0kygzH6wWkJNM19tMFey6JBL0vT2uUuK45sjsqYZraXjDUvPt3+MN0KSseEVCQMCjHB
YfhULz8N/uN/+33pXOQmW9wUbZXPKJJtI2+4G7NC8/xX7pFQYHWh3YvwR1q/1RgKfzQREc1sz58M
66RJFSqnCFk7RN14q5hyHYwDFUWMQvRfQN3Yzk7zoDupOgvSInAnr4N0QVuPBnyvKjfRbnl/exmU
c4RoHiBv8QySo2AH1xPxjRXNbOj3fD6Z9TcI2d82IT7ynbu5MCENYnFmv156mBhbaLm3yWjvzKcF
adXbZlRzhVwq9DuQC4zeaYW65sBpNwrO5PjdZN8GrfSKaqouDMhaoUs6TpaZ4zEXuS2Ek8f7yjfv
KSnebo9DZ0aKTwe/IHTyYcblQcyCewua17pihGauXPva6SyT6xjzamMoZIyt8NkOf94ehGrN0fVB
kJht0dleOt01Hz2Ti7mqJ/sAXtOrbzy0AfjnbNVB/5VjAY4DKGdoFLxrEG3VbpBlJsYytJ9nKIM3
nq4xorgP5Q0sVFr+sSCtiNF60Sw6PJ3TtXur0aUkBpGt6YbnwP0yF/drkOks6sYkrU9f8XUMbDGm
sojBlC5H3bUjvvn9mBwhDgvVPKj3Xe+AsaJW50yBIOqXfNNb2Wtk95u1GJzY8ZMCCEsIxdLV+9KY
y9FM/yDVDC4byCBgOoB9ICPJ6qVdlxmqCAgrW6Qvs+zUcfcU1J/Xyd33JuA2t/ejekJ/2xOH7uKW
RQdNvJ983LLce6HtK+eaq0C53y/GI03nYI9r4xv4/Z395n75qvl1pUsQjWyR2UHTUBmw5I1oUIWM
FbpzGTsPjX4W867Udo8XR/LdjhDZCWgViwb10p5zCB5cTUDAXV3oj65EahlkcH84lLa70WV8FVh/
F/0aAWEHERy5eblqYxUjmViOjMhUchBg3YUAukzWwxouPLE8I01McKqfQgZuXOY0dEeH7rGl9CsP
DZaA2gVtBEIIWsLS6FAAJgjKdQt92WicdW845eT7iNDAVBeBvOTKKr/tx46hRodO9PHwSs0RM3O8
vT3VNoDuFbOCq1KKyOeycYO+qhFJkBS9gwWax4tnnciVcpMiAfWPFekdH7HRqWwXVlqyYdM+dx/W
/iX8+8+HAoCUnIaiVmQtJV7T54CdWATm3ROjGhO3xiFMSP7YhIJAQcRsgf2ABolAvLYQF9WlJG6t
ibAinwfkQQ2SwUo3/ljaF94/jP0fBF/O/1sQYUJ6xHjUcIJpEgOxH1HLiazTum7/YDnQ1dcBYtcG
fUOaK7duGhpmfX1Ow/QBxP4c+txmBpk4HfBZuSgRHntgX4BEK2dwwHToVqPGc3Jy+50153GdWSCk
pFuwP24PSWxT2VGJpzsgIQLiIMcWJmUg5zH4joCBaEF24bQJ05/G8vcU0gPAOkugq/Oqbo9Li9Lx
LMNlWtsBre9C04iL6HOqbQGsG5N0NEPeTn1lwIIBAGHPP3ZQx2b+qQvteOjPLtsW9OvtWVS5+1/e
BiJqgNb5klsrCfTkigjndDbxfomXJinDDTqdpc+37aj2BZLsyLD7IEy824DO1KxB22EDruGhpR/K
u3HdFYXGiGqBRPkfhHLU4/Hf9fUOuiQ636wuPFvw6lBw8ukfHCMkwKA8j0vej2RQzTBaPg1aXI7o
x1l9DcquT/ygys6Uj7p2qQrVOeDdAQsPUDICFkwm3gUOS5mxwit4K4SvmsehNneE5lvTPrem9biK
vmPeaxXqHpsqh4fBATeE3Ds6WYi/X8RIHW2CdsggFhF0y7alWRLlr3TVCAwojEAhBcRJaF8jWJfL
10FGp9nOQGUJvNJ/6lsy75zZmU8t46kuxlXE7QhwgVMVeWsXJZ7rAbV5P05EdGxr8nTXZfkHJwM6
1mabtdvPwSltZoQa5gTdxRcbihNBxB+BS4/r+xC9DVlhVbEd5ShFpzqpW8WZuPowsZ0vZtqfOFQR
I0BlLCv6mqGrfQ7Ij5/TAw00vlKBdccWupgDaVHZUgeZN4K8VYzLDj2kuwyKYy9jiAaLzgfLOaTt
2Z/LjZ9v54Li+tERCtRDBdoVfSNxgGRBicbjZpkiU4K7eogX8mYXkMvwjnb55babUe4rlFL/sSO5
aNQLF3S8AAyompb0A5uq6ujlyzPER3TqakpL0IuDgBFOKHQUrxcv9FbDm1q0dXNAHvK8b1kG1YrZ
390ej0JKBgt3YUZyabwD86O1wf/31wTE/TxBtiFe63S3WvxHwSFu5XVb4FXvOXEfzGbaBRHbu/bc
xpW5bkMyJuak6/ulHDqOLtw4WDG+rJLa+/7aBRMOVM5ZbB/TtIipRgZTcS3B5YFsJqitQLVLZ3Yt
jWZBpRtn1gzzA1TrNlA9evH77rEyx89zOOt6YyoNglmH4EhU6iLpLM7p1GV4uRVnApJo423MNW6+
jsW0KXTcbaU7urAkHUXHQ2zsd7C0LM+29WzQIrYMGvshkv3Lzpg0d6IqswxuDcSCgfhDdk8eGS0i
mnWimdREzTUxu4puvXbKNqVjkgQC82k8dwXbWFk6x1D95Meak+7gtugBtWbFj7Rl8ybr2zC+vbOV
mwjUaEEnhZKNnJUNJ3vmnonPGuoT6syxaHFlj0//mxF5rpdxzKwVkDn05k43EIO2ktsGFH4NFCkc
/wD0FogPStV2CDDzllogLtKljzbu8jiKTBppHzPULLe3bSmim1/tkFFNQVUZ0NRrj1OnMD9DwQpQ
Oedb37NDNg4ajq+iXyEe/oDVQK4F4A6YubZBG87NoMaEsbU7oll7nHI8un10jSmS2gbWp/vcFJ/X
qomBYf5qTzQh87wJUICYrCapF5StmO6bFDvl6pukFxgobijUhSE0ggrny5qvhxKgCbfKk85BK+2n
yvbi2uIbzh76fsBmNr9Tu/nmwlcWbq4JJhRu4upbJL/EUmovJgEODnBC9wjeTRCbxdKegrFN4xLK
Yru5Wqf9Hyy8DdFa9EKBdwqlRanzrJ3YhEXpPDokbTbg9WGZ6/G2FeU0X1iRptkkcxuOBCjWINtH
9IM/HOv0820TqpgWAm+/RyJN35QPURm2mL5qeskRU9mIvcz+LSRvqRkmPVjrWeAcjE7H41QeU0j/
gn0mmsLJVItitPt6BArr7Jp7vzpl/Dt7gXqFZnTKA3phRVqntsm6dXXR0MnIPRswjJltyzIHW6ll
FjpVc2tFB/uo/4tOtD+242w8ILtVbA2jI4llpDQJ6TDGDU1TTfin+zBpaUuIzdZTA2bOsOUfjbfb
w1bvm99zK62pPw5LCicI2KZZoytxt1nm1/y/E7fhly6mVozwIlSe3MIZ+hAbZyRkS0gQj8vbkIH8
gx66t4ej2ypiuBeWzJpFWW0AWLvOO2Lfrwe+Hnrnvz9/roYjPuLCCBuKCexl7Md5PHVQQfLTY1jq
ZI2VvgoPOAdILaFCKIWOxdgh1y0wu4ymiTfu4C7p8CMqT3Xz/facKffXb0syXMuu2IrFx11uBdNp
HT/R3P8T53RhQTpaPkHefrHhnDa1+WDxj43/cnsIYjKkbBIy3v9OloxUIBWnlFFMlgVKWWGdqg6N
yIKP1HwWgYkQKYNsyW2T6vUBzRq6OkCFypl2v7FSmi3At65Q79mvQ0oehyrdkyiNKzgrRPEj1YxS
eVY9vIJRAokQsEjT2MANYkPgNdG5XwuI//sUXAwdAlEhFoPDemFFcjerHy5zNfu4Sabs7M5JQzdT
Xcaza4KPO0NBwh1iYx2eRgSgU9hn8VQMcVHjzcKRx42qYQv54HjySOL288YBJIt5m3pMkWsZnwKr
1unGKCJyfK8o34MqCSUdaVb4zAUaCN+bt1nsQ4pyQrsb51SaX9i9H+iewso18BErelCNQrFdcmU5
oxjKKOLxsL83cS3t2WgnnTtFGhyVzpD4+4WT4cFssqpB3AToQOIFjwHDS4Msml2sPPsXw5FcWWYj
OCt9DKcwD4DSj5rYR0XscUHqQeCDrrEWDF2PwhiAPKM9RtHVJ6urE6s+FvWYQAwSZ7PO/Q1h26eg
1r0H1cMS0pfA0QLsLA7vxeQ1ZdUOiDvBlbIf3YDcBzzSXMrKXYck2z8WpARCGUB8wAWb9TxGTTw7
QWzn5rec3BnoRIrW8OfZ1QXSYh+/83EXFqULYanTvF0ENaXMjAPU66BjwLeQSkNkT+Ihiw7+dKSW
uVmz8q+h02WAb88o1OGvZ5S6dmkWAcbb+/XRZtWh6TS3qvLq/nd8nlwQgvAIQj+hMNhNTjyu5CP0
ST4w149dquMm6AYjubgxG+eoEFOZo15zr3u26n5dCqlGg5kruu9iIKd5f7h966gPFOgU6NGH4glq
JNfrwHOjmdYCn950Y9JTvueNv8mW9Qh1ty9540wJCqlPfTQ+ZX12zkYdql85OEh+I6cK4lcg57XD
yQgMSxBjhqUcYht0lU91188/bg9TBbhE/hroCMjKCpFxyW9EEEZzSgp1AmQ+kxXV8rmyNquHVyOx
kwb9yJuYod2ue3Kn55yt24KbO7BzD6xwYgC6dovVHXtqQewsP0+Z//3256km4fLrJK/Zsrqi+Yyv
M9FBmQwhiN+fb1tQBTTou24KRmKIQE9yYM6IzjttBy5QVR5JP2xp3u34BMmjA6IDvOf5oXbp5rZN
VURzaVNyaYUf1g0kojDn5DtFd0RSjEnVPqeYzmJ4u21LuY+huwCuA+qaQmNa2sdu2dMADajRYf5z
BQBh1UXHhsxfC+6hR4l/7/Kt1UMiOfO+5UWjC94UercAjV+YFyt8cUGEDc2qkCy/Ok5CjbLYo3QP
ulq35515z9gnYmSb2Qdwt7/rUCGqp4zH0L800fRgk439DiDOXYTYa03XxK0NzeWiuvstQcwIIc8E
xLa0+62MTVnlYXKsZQdZ6uq5GDTRhfItD5k7yDKJlrq4JK8noCh8p28ivHabrkzKNEv48MnymqQi
5qchtJI+TbfQ5U4hj61ZebGy8j12aVnyYFY5QKvHNuF8pzXOoVCUTQ81e53b125+dZw1NmsgzLo7
A2GllbrbQedc/j9jB7sPzVUgEy5rVJo2gdwWOL/n0WyToHtswloAchO+rMlqA7MeVSfC7vqca7y3
8oQhAyQEzIBzk/PirPImzsmESU/tc+WBF4MWzmPTx0E47DvIJd2eauU2ujAnbXIAOMo+F42wS/IJ
PP+9kT1GWl6JbkzSXl3z3rfQ7QRpEwfqkF1031vfrepURRAsQP+z2yNSGgMH65dOGmCJktcIm6kD
Sw57x+6jJJ+2vUcTan5rkchbc80dpLMlzR6keMK6F/mgvN7SAe+54cdixCNeP77btZpToQp+oHT9
78CkWWyLGXeKMJZVfGcEJ/TB2gHum5Q4C7enUO15L0xJl5eTc5OYho3EAlp29M1dYd+lHmSWKBpr
BT8QunIKrHx3btv/Q9qVNcmJM9tfRAQgFvEK1NrVW1V3e+wXwksbEJvYl19/Dz0TdpWKWwr7i3D4
xTOVSEplpnI5p5NEeIv6CCAgJDTMGZZMkDwpQJF2chhdjUZeA2LMuPR6LhGy6DnxOtNRljYAsysI
oalTaE2LnQQKyIaG+5plftLBmAfrpntBKtFtNNW7vaeLp3cmc1alM29io7vMSnrIdKpdpn8BIaeL
KeUNAA+OfyEIW4eeAhv+68OynQnC0BsFqFkJF50O46YYuw5hEJ8A5Bo6btMWkjfH4oFRJO7+LT+L
oN9RE1Zl08MPpUBNA8ZNFwOxUpYc/IjlrhwCmlcR0xqIaa8m01TWFc1MY9w7qd/Qut0FNsqxJte8
rKUA4U2BEQqg6ek7q1MAFUZup60BnLudgCA4Ullpa/EwHbhGHaPf2GPhMKtGTdvWgZZW7UNZZ5NL
i9Y1jGlFGIKA2+e5tMHgu0I+B0hceB4LyhqawLsN9JlaFR2nENV1r530xs+GStzfcyHCggAi19Tx
YGL6P+J+lYOVVpMsY8lUnksQIketZ73eRECr6YvU09sfWrexIuI2qPPqGP67vWdL5wPc5JnwGnVH
tNJeXrbRwUs7RPiG5pPCK3NAgQ7jro4ACYzbcFvU4vEAR4oA8h4dzrp+KYqjhQRBAAWMjMW8Svfz
Gt1VshFAmRDBp2U2gD8jC5tnOq95V7txvEoBWPW/rURwZkag9XZMbOBadHuqaJ6V3yuV7OYsKtrZ
dgknkycYBuIVtkvtPZBLy4BLZy260mM0us9EkIjbRCKaqWXMdCZMFnZW+YL0qldNyWvbGvtBVzd1
wb+HkSPZtkXFRq/2B8gkmGWFFXV6pyQEb9FDHJcH00JrDdnFHJVDdDojyXn7jBa3D/BBAIJFZR3u
RNA2YgRl3QDuTVMb+GLV7jeUES7xVYvqBiaRGaQS806iTncZySNlyDA3mDi5NxPveYbVavDHfb65
vaDFmwpcmBmpUgOIhpCxGhTmmJWKEUUHaELceKuicD20iWszCbTy8pp+CRLr+A06Vu2gwJgbbx23
6oaV078mUuBNyXJEtAkwHOHNNAEuy7QDsALQbxV9itJylVnh6vbGLWkCOGXQYof8IiDsxMfZWKS1
AaTSQ9hM6LiyjDb5jskEmcItabcB1/4BAYnRGEFM2hGjbS14n37s7kYFLpaH/D1qtaMBznKM0Z5u
L2tpA2GxgQGGUXd0GQsKDkCiMCxVTNGWVeXl9J3pyJ4o9Trvn28LWuqawaJ+SxLMXWZjDKFXa+AZ
AmjH00fQONhObT7XBgVdlUoTj49VszPCpMMchvPeWkHotURVgL3jHJhSWl4NXO6/uA/nXyVYEyVm
cTcMuA+cvNn0h6Z+RTkvytq/uOHURDCBCBujGYaweL3PMxBuN7AjoGa0mv3sTfpGhim0ZI0BUYE+
XfR5zT3cl9bKSil40XUMBOoFaDpo64dt8cVuyn2tKyvWIicda5JrsaQ/uBNosge2LrRIyBxUZtjk
qCMCD7OdiBt1Tzqhntamqju0MjMpkyW4fjSUNdScx8XQbfNPHq/alPkhEgJBMPm3lXXpFiLNh6l8
NOzogEi93EhEToWqjCALJfpwYKZ2CIBuBSStTZpaa54mkh6YpfcResnA2YUmaHR0C0bZ0CqDZw2a
oMcMUFpWaz3UA9gcnLvInMnrNvi/9s5gSSz0ArkDxp5mFjvMPwEqXny5G1FqDUqEMVszQlYpap6D
uH7MkSTIKNkQExnbKfeygt2rZX9nTYEb9/VfmB/HQUc2UmqgkxLNnT6yeNRtzOE6Y7nvS/tTxojH
k25rl7Lq0KL2IHONpmUcLVq+Ls8UOpkUmonphhyIdYPTP9hoDuxG855KY+8FUTNXrwEkd+BugQLo
UlQO7E7HGdFoTvM3Wk1eBWbWMrfRL/B6W08XBeEliJZvQHxhiu1SkK5xEzQiOMFSuwft3lOe/czH
vWLZf/7oNFVMGgBIBHj4SP5fyjFrmiAthikKQ1F3IdoaM7Xe/M3I9IUU4daVxhDVtMPkBEfaitnP
sRm6rPiLkPVCimBFyNREPJqnALpOeezQk2kpJ11p5gJh3sR+YDcS2790zyBxhvVxPnyAcEp87Hsz
5vMEj221bmqBWyd5tsy3EcCNKl8VVeEWYeeW6qcQMHMY0Nnd1pLZhwlBugnlQEofeWvcd0HzCydX
ur5Qcc+NweXZTzw0/gb850KG8NysLVRG9BYyMgPkUPYzoYZr/jm+74yDiXoIsgDwOWJ/R5ymqEVy
gNkw/aedIxVRPTOgPN/eraU7pYNOa4bzxJLEptB2KtWuLNLiMMVGsWlHi7tBRt65Wj4CUauSeJpF
aZoKbhuk33CzhH1rwVJggpAAsyHhtKvAwhSW5aklkZ/nMmrIBadmAhADphbdMZgQFRRfNQHaGBth
MXMqVYE7ZTtm3dn9ljDJDi7pmw4/hmwNUkiAory0FqWqc24FSn6wymKVB80e+eH7pCPH2wclEyOY
i4GBalMnSXGoJ7yUNnbmOv3jbRHzzRRvzvlKhC3TaT3kJmHFoe9SV+t+tqUMQXZ5EUAvm0HF8QKc
9eMse9jWEfBdWyzCKt8gwHJe1e7n7UUsRBfzLPgvEcL1t4eGTjEmYQ8aBpBB3NdVrtNMaE9YJfFw
Zw+Gr5T8Tsmst9tylyJ+5HwxIwR+OrSJiu1yPEdw2NgmQDaKimwcDk53HpPWjYMmhwehML0ItDbD
oJtvPbExgsxtL8kZARmWbexQ+mSeykeAVt7+sKU7h1FskELgo+bx0Ms951Uf9Q6ytge9HDegAcNj
ZFqP5L6YZHmxpe5vgNEDA28O6+Ci5+M/O94BZJN4EOAqaMzcjbRcT8mOlHRl945HG09FKbWPnS2Q
frzwyWnMdWD3/ljETz0dPL06WYasWWpJpQFMYGMCBPAAyKZeflE1Aj0ijIvikJdm6dLKCL3ICP6c
dgPv5DMpwsWp+l4vOgKdG4a6gv2sTE8Ht6NLg5Gvb5/monuFf8UQITEoRuwE/SZFocfalBdIBv20
S83r0WbG47lI2atAMLrj2nbQ78Ycjd6OvQPby1+YcPTmgfUDI9h4QgsmnIcZs7K8KlC63I/6PvsC
vgNXcoeXzATedSCHAP4KQkrh1MY+L7OmLXFqteLH6WaqAj8aJM8QmRDh0MwhA3SEjYUUaG9D/EXH
0gUbzu3jWhSCZANcEWA7kcy/1D9HDWqS2gOERM/ICXhldZ93/V8cCfph0ASKahP2SwjAnT6bCoQ8
HAP5deHa6T3v2LtuYiIx/ZtwAR1S4LfA4xr8E7OxObvhNQMMXdOUHEzgYOTNlW+j/l3L4jtc3tsb
t+C+4SEMgmuFKpptk0tBI1Nj4C41oDs3msB1uLJWmnBPbTwtWO+b2afb4hbO6ULcbEfO1mU3QYY8
WF0caDu6QfFVS1BnKmSUzUtSTLSboNBEEdiJ7bPBkJVqFKjQa/QE5029CbexmUi8+NKspkUxwzif
j4FJxvkrztYSqBE0euD8UCt00zvGUxS+8ja+tzC+OtXcL4qvaKX1cla5dZBt0DzigTBTovgLhher
/CAZBxQFGjwuPwKDFHkatzU/0ILviqra5zKajQUNwYAfYBvQ2jlbI+FqoWrRpi1L+aECdV0ZPETG
JgTAPskiNwBb5m39WFgOktUIK1AnIzaISi6XY4PhjdrpyJEa0cjkQ/vLL2YU4cl2W87SolBVB8Mx
5rPQdCYYpd5og2kaddgLp0lB/KbnO6vP2brLDc0NOOb86BQZkifbwuIQi6PChNUBOJsKlzpD3a/v
ANJ2MFO+SmbSsJrpfzH6jq0zcFTzeCRAey53sNGoqTiDwzGB4dBNw5VkH0eOsjeKoZbcgIVNnE8J
HM14Y9imiJObV2qLpC7qJTH+g/VgdmRvlG3sWpNF1nkOWlW7aMjT7ZNb2kQIRBYNMP4gABI2cWic
VsmCvAS9SPVVieYWdSfY3JaxYD/QdI+Bd2TqMPkoDhnEgalWQ2SUIN66p4DeqBwO5AoZEtaSFOTI
6EeDJfqzBF1PzIDlhc2qAwF6rj29oiRcKas/X8m5DOHysnAAwyFLqkNaEG9TYv5PSyRtGEsHgs4B
vGoRLTmWmAFrulGvaR9X8IpsS6fqPWN/M8QN6CnMhKFNDmciPjJJo5lVS3iFSWZrE9qKr5Xhqm2D
7e3dmnXn8mGGRYAbCXVAPC0AaHx5d/KiqkFegrfsZIWHyvhiaZVbZY3bxTLATZkk8ZYynsK7RwVG
L042+5wFmLGzHhPl8+0FXZ8NFgQ7gKPBY+3qbGpmW81IOnj3b6AdbmRPctnPizEqcJ3CFhHRQUlA
CGj7eWL5/9sChJALDDxxGLVYQL+qvXZ3+8evLyCeKsC7R3gFpwO03MvjRsPC2HALn18FG9vJ3aZ5
o5HERi7KQK4WWQPwlV31uqtljsRwaOMEqmcavwG6GJxLt5exdAqwIb9ECL7M1Ks6LAcLWktHN+/e
AEB3W8C1sgL0CAZ3vhZwmOK1MHI1GlNDKw5JDUrhyFLbQ6VxVOU5Z96g9JPET36EFJf38FKgcDv4
ACZ2C1A0h6rz6Ljh3K9fu3JVhWtlH+f3WidRBNkCBT0O89wYVNQrD1YREI8aZbAbMuVzrqIxlVRZ
JbGYs9JeLw8oEBi/Ai+hPh/oWeCYBUqUt2TC8hTS+znYKl0DcYDWVyu9+1GSxh+0QnGDsZfYt2uH
Pe/rzPyG8ArEebOyngnugim2SYBXEtp2MrAh5qEPTgBQsHtx8nxbZ5bWONcPZkx1DFCJaOcYHWNt
riPAcuzqkAH9zi72AbgbaLbWwfdTUNu1ZEHd9UXAdCEgheAl4LQtW9jXIikIghy1PhDy3swQ25JW
6oXtu/h9Yftyndl9QvD7/RAj8fAQuCx8LGI3oZLNW9BHODpsGyIQ9IqJUBAzRKdDJr1GUP+jTx+g
C6AJBd+FLNpeXNAsBuDaiHNE7pMsq017GoL6EFnmltvARXlplcKbym6fmpK64Lw5gtLDhUMQAgW8
lcROhwK0T5Ouxg18a+wWgLUxIrwmPt/WukUh4CGZ854z1osQUlWFMoXUgJAQ+1Wwt65dp/XbbRkL
mg16u98yhJBK0YAp1YZpA0AZ1aMp25dobh1AEzHG6iri76QHhVWjx5IXy6JyUxsh70zjhqfL5d2t
OiOwxjFrgD5yzPPnvpfljBeVDq9Zgp9Hjk1kX0ppgWG6om4OavmUDgFyNIMPizTo+ur2Bi6sBPVh
G2XZOVMIFGNhJXmpEhCvtocYEA4rAgLfXd3EjsyJzN5bUDj01eDNiso3OqBEr9UoTRQ4rdEexnzy
Uid9KyJ632nauk8asLH3x7HNjsaU7814YyV7jb5Z3ZfbK71WFbRdob1nRqPFu0809PCPqGxapAN2
SpCvInQWrJmiIyus94Fb6Um6ikKU5kFtsjOHMdvdln59oJCOxCHo7jXkksTb3XCEhU1JuwMG7rzO
mdxU3cC9u9ySPMmuzcilIMHuah3NgzCwu0PCtnm67vm6x2hPeK9YsjOd7+/lmaLSDseFaiOwihGk
X6pOHQcVra2uPzQ9KxOAeKflXiU5XeUAzvXiCQiWjpMFHrrPK5cPobZW1LrY3N7XWcjVR2CaBg9e
vEZQN7z8iFjLLNZAgw/ZFPhDCAQJNrhKZUgu/MLxIS+L7h5cFBQNxQT0EAT5aPaAY6T9ij3V4Twq
eYh4LhFzraPz2x0oo2CNwOPHnD/jLCaoUTtJ7aQCqqBZqnectNN9pGDWiXTp18YGKrc1qvXWSMcT
GtGJJCD5yMRd7iVgWjGdA4g5NIXb4iL51E10KGztYAK4aDRAhjW98PQ+/dEzP7lzpuOoM1ftvKBd
m8m+OeKHNmPw0v3MjVMS7FQr9mQYbNf7Dh75GTELRFDIIYpZ3kzPTUwUR/ohHmq+Giu1sp+dnHWl
Z0ZmgcE8joqOxCQuDCoBXA9APvPABI5aLA93rZ52TTqBzsjuXILRs8xpMd5IXYCaukbp+EVqr8aJ
rSrrz80xirbgDMHoIRJhmNK7VIBQY2lRp5p2IJkCFrzEMg913JQvty/Nwq6iGQidXHg+ANtUzBWV
adWh/z3EruaxtlM7q1LcAuN4bkvw0O4BRSAxSte3FD4M8SCayGbsUTEPVrJpoDYf9QOmK3VA9lnA
0vqWVmaV3bOhiKlEkxfeLKh+OR94YajwX5X/igp1DVbU2kG1/Kz0DBtsbi4nPuDzQfDmPGQYwxn+
2MJfyhRCEZUFZtXTQvsAw+D9U+sXZukBg/z22S2YCKDEQivRiweUEqpfakhS4lGBTJ92sDOjq7zJ
bLTMS4sqx7slTcrCQ78ueEMobyY/jCaMoGUKoBtvf8S1k0HsrX3k9IEBcYXrDOIyqgxKh49QNH2D
HBP1B2CerTVW2Ttzitd9a8SSa7kkc47BAcqG/AmqcZcLB1D+NABeTzsMIz2MVnQ/ogLoFsSpQPWh
HkKHSRa5tNPo1kDBz0b7HCDuLgWmCqmNBliGhzzvv0cRhhWBNqlnaLEE7OQ2Z4mnFLVbJpVEexcu
C7wArj+8K9pgxH5drYr0Kh5g89AlqKzo0DdfCz1zvIbV3Shx4guWAAAeM207uG3RMjdv+pnDcbIM
gSbYDIDxFB6bDmPsSblqLWARITa5rTPXkSa8GuqnSLtgjuAKNDfpFV51AIQDE4ARfS2tqlvrSqVK
Nm9ZChLFaOrEvRf78kIzLiYNFuiAvurYzUbebhPeyzrFl44Ir3f8ENQChcF5W8+2re+bok9tRg40
zaaDStqfRhQ2XolOSolVWZY0jwqj9RalEeGAOG5awpKUHILU/Db05mk0mwelk5F4L4qB10fwgRAd
mGmXC0I5GuXTNCNotNEB4DOEzmbOlmx5qU6SJNzswoQoA2ux4F4RhsOxz0+Fs72bItVU6tDSgQmf
7tEY5ZHyU1mpXtY9EUXZ4M9tvVtYGipysBoappZsQ1xaadt61ALz4NAOn/MpdR0Mt+ky2JhrtUMV
GhqHDkzkLm0q7J9qpLEJgHALIMpgDnf4+JlZQyIxSItC0HGFQstMZUAFg1TEFfR5CCHEqFvVL8sC
Zb+echr/jSCAg+OSm6gmiSMxTpvwIjdLawbXLD09zxD3hFPe/PjTk8Hxo14KqhOYdcz9XWqCOlUG
A8mnBULUOlNXtWN35bYbEQK5bV5q7Pjn4qB3KmpxqIzgYX0prm2CCphukX1I7ap1O7s7GRHdWn8O
1YG+m3+Dj3lalAhiprbsAUId24dIKQ+zFICw/XH6xkGvJzJrYOuZieQFbXPSzCpSJbQPXRO/4tES
oMpn/yhTKpvEu3YPsyCg1n4kKWG0L7fMYCj/BjSxUVT8UifKSwGKowwU5ZosQbAkyEQ9G54BhORU
ZEit+lYNeAQIZ6twvLAHQm+IsXYVyM6y47kt6Yrqs0eLptqqOB7AZq305guh3O9boGFSmW+9DlgQ
qPxaEwggLzcvakoHD1JIIsG9VlQPwGLiSv2ghSUeqZJs6PKqYBRAtQe4bvEt3pe4xlOJ/dNZHHl5
qEfrisdPRVbkdzmtJRd3wRChuWwmY0UXLXLXwspaALe3mdojaohQmXcVLXyz0en8/fZ9XZQyV8oQ
ZyICE6eu40Q3g1wvdSATMV66OdGrjYbg7/22mGv/AJj4j7ZtbB9iS0HHS641Ic8AEN/YaeozB2M7
qaISr7S0YXVb1OKKMAIC6BXMgaDX/lIjiljX8r5uENkZcecBI7gD/odNJRWNZSkz+TPMAwz4/O9n
DhawuxOlUQeoC5Y5R4AZsbWVR9S/vZYr7QZyL4w2yCpsFQlEscNS6QHEFwL06NBmoVsFxhGEcX5N
4M5t40SKWrJ1winhsTM3a+DBivwIrKo1RxVni3JaRu26sYdjgDiLND+0+jWY/sxBXMkQjoe30dAD
i2c4DvXoRWXitRXxOhmeq7Bx/0oBIu2M40Sxc/O/n60kV3iCboloPAYAgDxFjaL4ZgH2dihitlKq
WH+wUGySJD+FoOs/ofB587Q7yM7n7T0TWoK/pkW+aThGlWH1vhMoGQWefTmOa/TAV99NOzY+FcWA
bCESTrUkiBUzKh/iMZQDyehdQtFBvGPKBJRfBTuLm/xAp61C0HaDokC367rJ7XV2bM2t00seN0s7
jc4eNFWCLWkeXL9ctGVW+QTY2PFotEdDSVfI5Cgt0hv7Pnq5fRkE8/vv+qhq4QmF1j0gRVxKihM0
KEZONBwB6hx5NKjWQZFYKLNlqkcCg7i3xS2d5sc0F2LaOV8nqJCdJegWVch4HENSH50aJTDXZJXV
rR1gkqVuV2FIEIwBY166gVWEsprw0sYiPJwbGZBzxUPocrlGOiVa3unTcUIXSF/GPs2cLaou76ky
fCZocZCs90re7EVnqElUEOaIR9jeTjXKrCu79hjpWBZ6PMF85VXdNyX6nsuoi66OcpaFd8JckUV3
i2ij0ehWpeghbI9W3K9zrq+jYfCmLtzpukQ9r28FRAHkAxW4OZWC2uzlNhZJ39k1qbqjZbUrq7+H
um6MYFi3wY/U5m7YcreN4hdkAST7ORuysycYCldoVcfQA2CxsaVXDbp2RiuS9LQ/phw8qTHQZ9CW
BtSbLPc+d4G5af9whHQWiKZMZIxQCUZ6WxxDTEvmTEUeq8dKO/AcGeSIP+sDW4OKVpJpXDg+SEI/
PoqyYKcWGyRpBHL4pGDqUY8/cQDkjxuGogDHA+b2FVzYQrCHo90OCSAAYojJoVCLhyGaHPWYVPYD
15uVlbED4FpKG0g3jB34wL4VMsLbpcWdC9UvFUYLIzNuNaoeQ7Cl1tFODX/g/o/k2+21LYrBs2Ju
jpwb7wS7iY6xqC1HrC36oaqtq7M3Sy+9kUi8wpUVwzjqDPEATC4kE+GZLlfDm7DutaTWjjyKPuuo
NzSFnxnagxGheKV7bWStbq9LTAt/FGwxFTU/AWcUOtEhhJ0WqmQwjCNu43pqRo8U5gbQRTNKv4ti
4B04Mjy15adSTe6GWBLPfizo8trN43nzdPgMjwq3dLngrgqUwrQmemzqdtNED3mRbPLKwZjWqlBP
TvyTD5/Z9JxvSrJlcbKyrC/KEy0kuzBbFeErgGNJYd9szJCj/fXyKzC0SvIgtYJjqgBFOLdy5a5H
CgB7oRFJqufabiPrj9YaVD6RfgE21KWomILNLrX06JSphksOjvJYzkQ23AuSV8nRzl8trArAbogv
ZsJibLPgknogB2LUoI3x2k7NPQAP/un7WHtIxlxfm7mSfXJSXfNHlaRenYIGoNSsRwCK1/skb+6I
peiSgOtql5EWt5FmQA0fryTU1y+XbnIS21zD93T0se5e+rxfJTZZS1Z9dYUgBWVPRMS4PvNfl1JA
s2Ro0ceqQz/7aT92/rdhy37GXv+5YOD386ibrmzfYe7wFEghzYQCMEo6s3SYdbSjoxYhNnhwXQt0
MnTxaZhLR9OLnZ2i9rmh8SrRfxYcDVSo9YxkdXvRwvPmX6mYbkSqYC7EivoLGEG70FPsbIK2U3M0
vMaU8fFdG4p5ZWcyhCcUVpV3YzSf3j8IrXSP+c4qLtzuJ3f5q6zGeR0HCNIEXVHA5al3ahOf2lWP
8rLiWT5wHQCx4NvMp//j9gl30jCVpFBaCFMG5gbkB/rRJa5RRBb774SQngI4FbDBxVFyEjgZKEqh
F7XLd8ld+Oysun3L3G6l+tV9v1VeGt+UQfld2Zp5E9Fdi+Yr9BvBs1xehbhobCvRsS5MajEPHZF+
ZKfwxw091nHyBWUbCVrovFEXFkcQKJxamkagoAqhI2EeupkT7pn+rbL+sXgnETT/0LUgVE7wQEP+
WpwKquMqRSpkiE+xBvDZDmO3GDAH331PVVnKSiZK2EQ7SnUlKyBqTE+jQl0VsPp4bcgUZDZLVyvC
0wFF9tkFiUGalYUJak4Brpf6HhYaUMsaoPiTe5Copynfka+9Xu6UVHlIbBnTuTgo9K9ynskWYqg0
IJXegBPsZNjelHox9flaQ/ts8K1U7kvdtZMdBvUHTNfIxjIXFAb4FzOuMFAw0DYoON6wQn1A63At
VLvYJeV4dIzBcdNceyattBt84SQxa4WhK5hl0O+KwtKiUZI+xklWJAVhQK4cFQBjbDoqA/VeuHfz
tD6yxGgEQsOn4ILynqJdYT5L7dFsT6WxiokbV6tMhteyuCBQcsCgzBRn4hR9atoRyWMlPiEi3yrO
a5I+MKpJAparqB6PE0ACIsY2bRRERawz8FBVgBlO2clI3Ikd4qbyFe3ItA0YAdyBNz5RJEGwOEE9
6+OFyHndZ5mZhEQ63ukROxU/e+5FhftP7tPP7/oPzfYsFKpca1vL8DHEedr/hCJx4MwtyAhQLoVq
+YQQMcrYaSJe9rN4yL4Yq34z7SwAs+wy9HlL0tPL+/pbnqD6NUM7Ezg/2alr984nnoLpy41zzyhX
urlRftwOEGTCBCOWV6PSAMCNnVjkrHiA119IPcxQ2sopc3b9QPG0CL3bMpciBhzj7xUKx9iZFUNH
IVYYBj3Qal9KoCMlPgcwfEqGVRK8h/26Qq7G7CXeQXqWgkMH1ghRhxE6q30vWrbrNLpVXstwPLEG
NY4QDsP2aAdGUvbQ1rJm/XkvBUt+sezZOpxpr5F2pZpV2OvRUPJVyrsJcVKZryS7uxBp4sEG44mJ
c7Swi5FmlfGx6FjOTpiyN3Ar7E1a7GLw+0YrtC71010vcVGLOnQmULBqGSY8akfFcVretGVgksVd
THJ3/CTRVbHn7t+beCZIuIllgJ43XYOg+G38yU/2HX3PvgIOoV+ljyBR/Z66ZP8ZYF/uNHj5UfO0
V8nWzgKuTvDsA8SrqRoDGxuoD7rpwuM4uOS+X6vr3i9fmo298yXi5ntwS5x4OXtzmroB4sCPaHhf
9Pcn45GvSOQNm4Pz5LN3UyJRdpLCxeRRY2aJAtWpgvvOiDzz1CPVoCGp10fH4oUxWfF8yc0Du4ag
fQfDs1cd1YrWoTZr4ER7/jD0ay3/mX6pivXtfVzext9ChEtfkpCNYVGzU1Dq2bqdrG9oGtK8eBxk
nehLARPuHnoBkMQDxJCYpcwTltclzNupMZmr2fsRLXTk0NYoPO9D9r2stuNLlTCXDTJ85//ncvwW
LazSrnWwNvKGnejwGKTvtXVHGq8uvawMgR94V+t+VX63XtqvrPWM+i3EFEPwPeWjW5fPpvPJoGsm
bdFdPt7f3yRYvCwDRJ0TYztCpgS+WSbtOgNihK84xkmZ+tXtc5ZugZCLQ444iwu7gDOrUdI1MM4w
pZ2bOt9Cs3tqGnTcDnugTXG+H35GTNv1dDtoawaU5nbNC0zGAOw/fyZk16bRX92s3zsx37wz218b
Fa3M+XTU7E7fW96Q7TrXeQ2f1D9sHfvPSP6SZMzu4UySibqfaRXzJpiV5o5jFfu1kWcyH75sCn+L
EYx+YTgRBWkkOznOq26vkgNgdEBskvn0E9tH77dP9gMz5MoSYgR9zsNjvFWkdFEiMNaETQcXk61U
5yEY003RvRQEpGn6unRe0x2rXvvau+M/aH03YnhG2dWaq32+/R3LGvb7O0TfajnJ0KqYEDvl1raY
PHPdgiBhuk+tEbf9MbMeLOY3HKQzpj80jTsU9VwOWRn2IamflWDbKl+tzDWOks9aSG2hOejX9ojv
CtZNnKQWtqfros8KXef1doy2afmIx1qdFs9GW3qTxfcV3ybOdx1ju+gr1o5I+I+ErfLWcKNgy8Hb
XYIFOd6l+n2YFf5U2Xekd1M6rrJYVlZZNpVn3yw48z5FB26OusbJeC2+pKfkubzPNsOqfzE+Rc/J
SZHVARe9wJk8wXenZETjHtXZqQxCDLLUdEB7elB5jd2Hu9vn8VH3EtUV1n+u9sMPEFWwxWlWNcjG
4XLk5AOyz4uzEK3jR+L4XN02EViS2xcyra0GxEEd8IBeRgDdjeCc9WoE+3bjZqFEdZcSZ7NH+vVN
gi3msW4qvCmx31TZ1NNnQ8k8oL36mDxbk+Z7koIiqPuCGsZashnzxt7aDMEq90SfjLLBnYnCuyJH
uwNzSfxoo0llwgziGtXJYN9zn6NxSsbKuvTePl+zYHV5XxKbTRDNVeUTjkJh4SHjmhv9Q/VEYuHn
YOzGMj/2/8zugl/BAb8jzrwqNNdQQQcluzJL3vRsNWImyDCYVqPYxEBIPG7TUd9lZb2dCt1T7UjS
FrP4REPPCqAqMFNiWaKsMLZGDlB+dqrzFbziSvlqe4Ar84b77l42zLmsmmfCBFMwTXZTlV0PYZiq
S72+9Tub3/FVACaMpN0q0z+jJeuQX8wlnK9QsAeKheJ1TWAz9S5zR+6ZzbbSverFeaTjvghjF5kM
2npl8Wwrb3UmuRVL1uhc+qxNZ9qSD3Vq6zWsX1DSYhMiJ+Q7gwG/1SO8l1zAJVd9Lmv+ljNZmLyq
8iKao7ACsLVept5rKqbhs3vauspw6PrYC6vHYi3tYp+v19WVODtXwQxqgz1MyQjBkb0dyM8SKQzH
Awd8E2xi+4f9cnudS07wfJmCgUsUILlzvHxPcf4ASHcAPPdeSL6AOtiLwgnRsOTCL68OvXbIGMLM
W4LWdoOiKyEY3k75zix3U78GHxnvN1nj0xOppLnYhTywhmagX+IEfQ1JUmc9xfIcMCTwVXivHW3P
HDEQ6jqGjyy07G22aNCQQUSJEGMwyKVfqk0FQuusCigERhivIj2ICCcTSYTbp7ZUANFQ8vwlRnAP
epyjxz6GX2bpY0RcbVrb5WPbArWXuMBn7c13I1gTZWXlID+LXKJ7tiVLCy1a1rNvEPzEwJ10MoFo
dOrVVbYhd5rmqu9F7vH6U/WDPIE+OXlItRfK97UCtA0pBu9Hm+HVTfn1AVfUlWEE0sS01eCcVRRZ
9yEoVlyTvrYJuoU2JV8bCWgDQZB1oM/Fp4RvAIsUp4B6GpnX6WyT2bFb609x+bmnR5aNm//pjK56
WHOwzSD5gs/L1A1Ggbv2IWo2bfNtStY5cyu6noJnMJk2ardTFYBfTZ1LgTx4+ysW7/fZHgn3bQoG
o+t1C+mzjYMxw9Trnk+pBJRs0e9hUAyz6tBITMoKSp/qeluqaEQ+OXcJQ8VDH1dG/COzgYX8haET
vuWaX9GV2X2+vbjFzOS5YOEaTMBnsEk/xqcgeWujn9nLg2K5exUAuOMPgHq1355vC1xSefTVqhj8
Q3c8HP3l7ebNGGVlXsNumGwzNo9q9lqHpseZLO5eMiPngoSFxenUANSjRK1x6F0e955J324vZUkx
ziUItzfoStNuaiwlMbmngxFy6g9J+tizb2W+NqWMO4viMBqDqSlkrAB/dblzmRYbijmfVKOVXslz
P0hSNwOpc2CD6q1oDc0nrFrfXuN1PwxKHzOwOQTP6ANiPwzTFJsrGkpxjd98V07F4JuB/5TF/0fa
de1GjizLLyJAb16Lpp2aMi0zmhdCGmnoySp68utvcA7ubnc1TxO7BwvMDCCskuWysjIjI0i3ZU76
pbi23NnbaQUhthianZlVuGxCOtBJnBjMtsjNk+o+/Kk8id70U3wT/k14e26KyyhIcV70eo/iWJJB
iLs7KIbThI+6tRIm/JchQdITMMm5G58Lh4B8UbtRmdPVaSviBSIMTizH5UsFJjBZL6rHakxHkkMn
8E6RsuZBTbW1RrV5i/DuHrwlf33CfDjPIjKrNhUhh1YQtMYdtWpI1O66AhRI5kFYa8ZfOn5AMP6B
vaB/mc9ItiJIekSGdFBoMnOf00ojSH0Jzsr2XDoUYD+EgPbMkYKulMsRGXVX4iLH28QYT10I6YJX
nDtl+s2+C0A21UcJmjrx16R5yWcgOr21Dajb35uftz9jabDnX8F5gnKUWqGu8d4LQ1Hf6CUFKlXM
1uCMi776jyynDOAkeoq4HTS1ehfUCYL3LHIVQ7CHTnY14SCUDwGyCpppM/Moot/oa1jN7v055/zW
ObfNbZ1mGnqjshAG6sN9Ecf7oBH2bZnv8uFFFvedOFclwW1Vv8v0V9xl9ih5aXcHVci42nWQh9Sc
Ltlq0q4uPex/Jww+BJrsUinZqnFuh7mwS4bUjbvN7ZX5L3OGx8DcoCJjh1xuEIiHFVUzIlruczds
PkvxOE3aViAqhIqm1yjdxciHVtQzVi6H+fdezxd6T9Gwi/5JHnvaTJZVi4iRTvXMuEgzSzmYSsQ2
o6DoKz56cfdBS+r/TXEBip5BXrHrJ5Rr0EHgRg2dtlSSnm9P5LyFb42HewZ0ZgDMZiPi2Qoe53Qf
VaOthymJwuAUhB9BDy7tcA0GtRgVoavor5HNIz/zVx0LAFwCW/rJlELoXWi2ViS2oeC52sZOqJQO
hLzRVnc31ERMRuf2iJdWEPStM04JeGiRf2dlOuDzfY93iDoMrSuXWuEJaSQ4aQKZ99umlvwyoj4T
/ZWzApTIjVMQJQW0qtacqspJg/p73Dmg7XLB+uCGxUoEtjgu0GYAiojmIxRqLycVGVamj0mUnpQg
goBWBIgtBGVipy2mtcfjminOL6rFCEBLnqcn1mT6JsVz2E3TMPbEHMR7t6dw0UEBDPL/w+LVDsQ2
FQI50bOTSKtMcRuzaiChZdVG60GocGLHYJL6HKosGnJZttgrEMjo4z64r/tJ0twUYVDsUl2OFSgx
BKm0yycjbA+NJQ+yI8fglz6ESqEwu+0NIX80QrT6/pbEiCGPqMsDSFa0pCRaUenjwezl2iKhPtRs
W4m0ruyuE+uGTGMEzS0cI9MyVsa/lFcCFYk5Q5eQFQAdy+WyWmOexQw6DIiYmPs5EeZ813ZMfoU2
RFzstazjUmVkJmlCHIpmIZxQLmpiU5rhwDfZqYJal17tDdxJgRpEQFSIJ6H8rmlCIgGp52y6a8fi
2Meumj4XfeD1yvcgnALty4rXeh4XogEFqRiIEQLpCqJp7qMKq8+aAUTwaBquZtlqUoiFp2eja1FP
VBRC+/fbu27JQ8Hin36JOcvNS30hcKT1KMT5qfEaiRROJ9jkW/mYXtoT+r7/hTE05Isqml7QQMrz
UyVtbpS9BWO4Uk/5pmWke832dn4PSrUVMNDCyQWG429TnEcqI9iSu3lcGa7nyDS+odbzoUn5mutb
3EjnluYvOfPxWh8EIPiApXHfp9u23KASEYwvkBNwAmFbCsfCFfAY1twgJ/GrKb5p/TbpnIS+rMzu
0uaBN7TAsAZaJ9AZXX5IbhbUoDnLT0N1HGQ3HexMnOUSY+9F/lE9MeYWj2HhJAyaGSPJ4qdCJtGw
0cqn2x+ycBnM8Jm/vkO+/I7KYFPChDI/5SDStUYw9x5QIAa0JCy3ty3Ni8jd6ReWuDtdp4Xe9xYs
FV78WK7xZC1Voy5+PbeHjDAexyLAhMajbZSgJt8k6XOSkfFQfLPPElrF3xMgCbb4Nm6LF9PvsfBr
MfNS5XTuOEBnIaRD0QrHucUmUyOl0xtsr+Ch2ummDxrWwRFrUEyQ6h10qVL/q3kNh30B0nnFLdsH
1hFpY1R4bBarmPXFYwVA3yy8oCC3ya1tXkxdJjN8TbsfMmpPwXsnHHIThaiRbhvhAExApL2r+v3Q
Nl4OxdtMiPdatEJNsFQDBTctyGTQmAi9QL5u20zpIEhKl59eJfUDkh3ENCtidG6mkTxxZEj5SSdV
eE/Vj15Zu6gWVwQaXIiqwGUyN2Ne7u+BBawyzQH7+wktn+5O3U2fbBNv8p3x2Lkv1gZ6LJ+WI/rl
tj60K35tacv/bfwq4SlGXVVQdcpP1EyBVKgPubgKrZ8XkT9W81sUfd3AMKPP7XKAWjbWRpyK2HLT
Xqd2pno1ih2gDLW11+oFGt2N4UKI5fZZ/pMRuWV1divnfhRNilUlziNzOqd3CydOSeY196odjGQg
rZM+CHvFfd8199rd8Lwpnjp/8KOt9rt0UAF+ij9vf9CffMatD+LizAiMPLVZ4oM0Iu/rD+p9RnZt
J19Hho6Dzmld7WRtezv4ZtvH8mDhG6uD8PSrdgw33FgvpgOswK7ZhseMvCOe20j4/yZibNrnhGQr
s/en3eHWx3KbsilZE8odPjZDKwnSao+xbmenxhYc+c2VnjS33Qa++NbuGnvFCV9fO0AyI/ifkdko
evI8DXIN4UBVHatTBvE7RUyJFXkoGbdwT8iygb7Rvb0u80guR4qWJ+xOIIpnsBhfXqFKWnSsos3J
fMFAu90vQDSr19xZy78u5LtA2YA67kzjjYZ23slovWrm6JCDoXgXAWDQPlnyXQ/aEGOgjpDuWIs2
4RVs+Hy0+MGBVA7xLyJT9D5zN1ptdSEry7I5qYl2kBJ07FrRV9UpXifT37fn8dqTgI9C1MFmBmvo
6uK2NyRT1NgEtOoU1uIdCB7wkopXkhfXkcClCW5TmklfUH1kzcnoB9DyUtT4tow5sSkBI7NyJ6wM
h+8HKsZUb7UYtoZGfQqz1FOCNRT0mgkuwBKpnpRSOw9nrIgWaiCDfru9JtdnCYuPpzq4cPDnlQpu
VAcl67QMa0JH8PGiOasGp8YUl46WlW7C+t+WWK2UbtZsclc68DaqGAR5c8qDxFZ0BnmxkBT5A/wJ
aTtgbdTt7UEuTSPIEkBkoEBpVOOfHImSGIVaYBq1adTd0Ug0Uunij9tGFvJm81T+bYW7TvqwUjMm
YXszUr9MJHLSu7egJdPe1mJnWEn3L8/h38bmn5/dXXFTlJNmFc1ptMeRxB/Wz2Ykmv16e0zXwdfl
kLjjlFsVCNwCWBm86Dl6XbuBl07r3zMGDo3LQYCMXhfDBr5Hq1VXmE6a1SHAO6FTA7o1t0ey5ObO
TXEnqU8pAGfT7MPrX1TOSZ15L0LzD3Wegeic58sA7hH01nBznDOVVBbVcQwr0yA4EA2MJcWrlOSz
ATnbvxnP35bmLX+2/pYVgWFUbppTWUBVAqynT7FUHIA7ehVYuRIBLu4CsIIj+AX0G92/l7a0phnS
RBux11joFBHQeNLnhKDs9oiWzw8ia+guApGNqu6lGUjNTlSaYCaqjmENULZcuYJV7EAER4zIlY3Q
jyCdUIbKD41O7hAO77e/YHGcc3iNZmtQ2PAEuXGYg6SjEJtTlr6XFoaZ3YXRGrx4zQh3cPW21Ks8
kjBKS/CiPjpkQv+QC/GKj114SoJPFfE0eAiwD1HruZzNILSE1lADbJD8O0BmCYQyNhBbIpo6q4Q0
KSjBp2+5L1H7ydE34CZd7raQrRzK5F5LS1vGE5TFz3SKtrdneSFwvPwybgaAVmFxWxm4cvCIdITK
CZ4qAN1/B5Ob+8a2l4AKdowXw9c6T/8yT2ZQQ5vgtPauuXY++AzU1PHGhfoBSrWXE9Q2amEGQ4fm
vtSyI/lhkKVDlu9BMqvpq0W3+Uq7jLLmTPVMnIZXLKqJ3JgFQdDGWqXtjEaeYgIe9ir9KC1X+xmy
D7xxCZCeQv4NNqGVs3t99QGGBAVnUL4g7oJ+y+UoTTqAJMRAC2Nk/NT0Q5V+3l7NhZgVBmZ+AtCT
GGhTnkd+5oiqVp3KTE26U1P3nQ51v1SUjl2KSv9d3ppWvMG/oQwkmK3iqLk5QZMjZcZWFoDTcm5/
y/XRQnM7+onnNwG6Q/kKuJhOYWoG0XBCklqKHbBwiNtk1EXqQAJzjW/i+kKBMZCFyfOjYGaduRw3
BMKkUGbFcBKybKfmIzQ6JfiMIYFe3VCshc6LQ1MsSCCjvIJaJn+ah6lszZoOJ8BcoNWpB7oP3T9l
B8WvZCWyWDQ1s1rDa4BNmwfwB7EupoXaYWAjqKvQm5ptZa1UDkqAZsPbC7Y4h2DSAJcjXnGQu7ic
w8qMOxYF8nBKyrgmobyNUqqhEWJwW22c3NvGFtL9M68UspSAgszdENwcovLeI5qm40kcBOvBCvW6
I6UWgtkKhELWZIfGSNMHnOPMTsOw8oy8Map9zIzsk7Yd3nxGGWQDKQype276PMtfb3/g9VHF9yG/
g7cm5D+RCOFmo23LqUBL4CkAePiQG2oxd3atUbFfzzn69yEKNAvqAQlpcpe5MUHajCnCeGJo6Dqg
C3/c64IQ7Zqyjp9FtWcriL2FUWF1wYkDDA7aqLlX0u0Zut6a+Paz38XNEBJEcqCH6njSH5XPdKe/
3f71C6WJy9/P+TJQuoSBEOP3y5Gd/kwP0Wln1QRNYPQF9In4e8Xe9RV0aY9bCy1PlDZVYM+K7rLm
kNUb6S3Rfw7VZgBW1FSfBsGVGiLuaBLZKNKRfnisoi+2Kq28kN68/BLOm01U10I6KOiuDV2lPegf
Oj3KSMexj8RjhS0WGsk2Vnv/sTIDc4R/eS9e2uU8AGhahQm1m/HUWj8oc6p0W09eHnioVb+Fv7LN
bXNLex+dizNMVpoTENxlqHSSJed1MZ1AwonqexmPwFYH91bMAtLJZWXfNre4n5RZWHlu8gXLBbe+
cd1kI67H6dQqsqPH32lM2HOwe5+kbduZdubGpnfb5NJp08HxAvJzQCjwCLn0IaMl1bHSixOeBXrt
JWJCvdFo1hJV82/hV+3cCjePLLOiYOi76WRWpV1Jwaakm/aInn8SHEwrWQlll04JmNWlWdEBdLN8
BSBrsiKRqDWdLDPMfRHvBJI1BttJQq1sarU8dUlS7v7FPJ7Z5Fauk2YdcFGHTbFLABKiwyZn5Zqg
w+JqQTwHhUlQ5ulXPWqItRujiVH9ldXmmJnTjx5Ype3toSxt+plc0ELuA/Ef7/CHFEJMrYgSs9wM
4TGUDIijKU+ZYRZQk9LUlYlbctHw0BBPxQtOQ3/t5QZE+lIoA/DOniZccWDxbptfmObC14qWrV3o
S84DnOGQM5lvdez6S1thp0ICLjCnE2CPym4Yigyl9Lq0oUM92kUqhq9dg7qj0dPSZ1U27o3eWtMl
Wpxd1M6hK6PhLz5amhtTJKNH7mJC3nSfpGZDYqUdnRSZEzuazK/bi7m4Y0ygcOcoAda4fTmlcj4Y
AWjVjG6ovSmXRGJWVFhxXEtW0EdgAKUw85oqnBfRckFmWh+Jp9LoHwtoJ5DWap/++UjObfA+BBK7
Rpxh70PIQyJx14TQj1qrZS6UymeSZeD+4BGR4eb5dY3UKEwlH2AFGfw9um3rg2GO1g6q0s1TKyIx
l5q1BdVHA5Q1agV8aTjqRArC0WUAertaLFheX/cVkdg4Oa2gx88hVTM7ysZ4pZNr6eiAAwY1DbT+
gQSduwtRSmeFlcsi8J9B4KS4nk5dA8InCGOnp9uTv2wKKo0ANIHolOfNFRK5COvUEk+10I62nEXd
S1mbKtFGIEFum1rcS2DDB8UxmKw0nYvZBk2L46xWsJeg5OxPSTK5qtyI/2Y3nVnhXEFT5YoRw2Of
ZLNVvail5U7PWnUlflicNoiUgvMXT2pkii4djilnQ5fqoXQCswUYODtgB+kkJz5SUqsyZCu2NC43
SlWAcBLBFE85MgqoAJlV0d2BJ7zst6EyQR61G2NlJEI9dZWjWCwft0psiTWRjKlGyT7TWqTIMlUn
YqzVIWkqDa3PpZqgUeH2Ci9/KfSdwJmNrB3/Nm3FshUaKRDRIJfSvdQY2o9R7OvHoC2tlZLLPMF8
4AFxWAD58H4BQnr+lLNkAyBxBm2sVAK6UX4ZJu2zYvJTpJ1CCQ0giJ5nbEmzElItDQ9kU/MdY4E6
lCcVqiJ1YkMNm31FQQqvsdamQhR5AE+EK6aWIh2QgUNDBF4LROecdx8RDnRSSaVTlBQkPjQ65Ifc
rvaqNZHWpUN5bmj++dk8BkGQyglEnbCRi4c8iu0szFcSTwsXI64nADdm0RrQg3JL1avzU3veFWEd
7oum3iRg9yBanwPY8nJ7Ay7F2ajQwmWCSUeBJCc3nLGrImvoMBwRXOe2HHaO3kTQcxiqwTfVSrCb
uISeX6Wisq+ZR701x7dcUOhKpLXQ+TFz7iP/jzVEKY1PIENvu4YaeiIBJqGTsMyOg4refPm1MqHP
Iks226sNCH5C2ekpXvij7tdZ67ZZdw+9op1QhMPK0Vw4LxcfxF3ktCotoZfn8xLZIOf35Kw8BJiF
duxJ2o/gEb5T10DAC3sLNkEIB0Z+ELPz4bo5UFWM4ho2w9xRkwexWOsVXx7V3xa4YzLgyWU1FSyo
VRR4GSp61nBq+/il6iokM+JHOgR3zOpX3iFLCaSLkXHbbEJal2ZVI53G4ktP3wQ/hHIWhPqeE1Hd
lAkkZxuHjrFtKcxFR62fliS2VghYF6oks6qDjK43qNyBtIALsIupQEwtwEcAlaUAp0IFqFsZml30
EsCaRY7kY7BP9MYLpEEnBcSclGGN93reNpwbvvgGblsZNW4Ua8Q9WPVp+yFCVgKMu13Xvg0dIqUJ
ZN93fdrJzpQX9YqLXHQrZ8PnrmC9NwspnodvoBtBMH8heoUO3ueUrSWTl53K35b4C5hVLAkBWYaP
PGVQYU6I4CN5nbyy5/5e/VzjTVm4ZTClYMVC+Qmab1dp9CCOoy6ppJPe3KnKSag9dVzJxC3cLhcm
uGPTdXKWjT2Dd9J/YURgGZTzj7A3cZ3tbjvk5UX6ezDcQWnyXut1HQcln2wghLaamZNSL++zYSUg
W4rvL8bE3TKIOUcainAFLfKzLN1VuafXqq2o3zLqlELUO5JkC4nyMKW5N5gb2mHxYqdSR2/s9Dc1
V761WPy6PfxF/3S2lvP0nN2uEt5mUq5hok3pPYodSAARddr38c9auC+keyVaCbEXajDwCajLQt4T
VQ8Q0V8aLNokTpCjQNzQQbOEoDF0pB/6Vy4TE0gl+lSvwWCXvdCZRc4L5eUkjsM873UUuJQxYkzW
hqaP8RhuVOGjTO/6Vt7QUixJ3b1qzYorXrxjzsxzDqjN2RjpQTtDLq1qE5lSQuqQJe7tdVxoeJ/n
FZglsOHPeFhuHxvlAMK8AmZ005ZfdipO/wSKrjuZIFsDcg177RmzeETPDHLbuRFA7i2YODgq9EPG
rCKtKbuC9J7TyGmmH7eHt+hyzoxxuyZsGxpPFtaQlvRn3WaFbSaSRPIsS+3blhYPxJklbrf0xmj0
4wBLk9a4ufaYmm6lbGsIsY02pVDONswVi4se6Mwit0GsvM+T3oBFoys2ZrAdux91jqa5zvtHIzNm
waNZ2BbQcwASr/R70hbdBQrT5aOCiZtsXXMCtKg64q/2K15Dh3NjurLFXX2iDrSqXJjyEWnr5O6p
pyRYwQLOs3J2r/MWDO7NWdfhpOoxRjMjvmUypkT9MtGVgwLIGlkytyWuTHFpAS0OZ+pbQz7qxxho
nOMEzfCRKKE9bqFEenuReP/4H2OgfkXdVIQoCf8+ULJsqEstUY55EnhddKdUjtUVXjCVDsCOVuyb
Ijhw6RpzDF9VubLLHWe97pHQMWEX5H7TnY42iBCYCiJ6Jv6TjvV9/0adlbHOmY6rNUQEMYt4oBGQ
FznUxD6jUhqB7hJcYNteJ4CPWnb9i+W2KhPpaL2vmVxcShCYIgEKIRtL4/ZlnbBKbZNUOVrMwUNH
VB1Ui+IvhMUv4GJfGd68L66Gh2ZwDaKhqE/zUHjUic2sLahybH+HT/m22wq+4g+v6XPqqWu4+8WB
/WVL4eFpPfTgtN4qMJUakUoiPYPnJHwOv0pnrRua8/v/2ShnlrjTIITINhk9LJmmDdRL/Wv4DWm4
TF7xVvyFdmVn3jxnkUmqQto7ne0IRDzGP82E6DjbOens9GHcVi/1p7HrgdB4ub1qaxPJRZ51JSJL
r4AJvcvtJC5cpnyDSLsxdyy6g2YgK9/+N3vcvR3JqkiDDMMsK8DBoabuQb4mfUieqr3w8L+Z4o64
GFsZGxLsR+EE1pd96AYgv3keIQLm/m+G5tvhbOkCoRMlYCX/jMl8ld5Alx/HRHiUoKjwD+t72Cbo
CYU8NHp4ASFD3vbSVtSjVVHDa+U4NKadpCIBfb0r03u0SxKBfcUhW9uY8w64PNaoTAHbMitvQU7t
z2PsbHQpS4DP7MrgiFZTIlSNywJzV0gG6YEFK3DujGKfVh1o4VIiVQ9QCndGQY1XvMu8WLe+gjse
VEjaEO0XwdGQv8d0Uxb3zNjcXsY1E9xREGQj7YQxC46tKntJtrP6fa+2K9HPohHoiIhYP1SddW6v
ID0yirLUBcc6rElHHxp2165JA1+f6T+qP5ChBy8HUr/cHlG1UZCyaYp8M91rP6R7qrhi8lVb91mh
k7paebtyAT925KU1zkGOZYWOY0uK/FAJLbvNCwmZb3W1YH8dAIHqH8LXoIsBog01e37jgzyeGnHi
N1Oxy8tTrBIwnJRowGMj+idf8ypE00LqWhOppl2vMBJB0SwGhU3SUTfROzcY/2Eoi6FffhM3dCZT
oUn7MPET1dozsDL21i7MHrtibfcvhCuQcADREKB80CMAs9Ll6LMWeoOg4k18M24cZrzRorRR0r8P
I8d6FEnky6BK/La0FRfK92HNI5yZpYFIQpefAu7+S7vKBKAEigiZ37qgObVzlxhP6Br1wk3ogoHY
rR3TGeyKVJucyE5E4o3upU7jvUhf5kqB4Q/I+NIFXH4L5wKmmRnS7LrMz2TSRQ8TUnhoiteVjhTt
oZM+pbSwiy9F20C40zbrDoRMBAi5urZl4UcTk/RnDGLd9iAIbs+gXviWFWhrdiTkj8L7iqEX9n4E
fuGnUu3S1EZvLvjMVrzY9VkBugURIHRMgXEBsu5yOhMQ+cms0jOfZeWXKZUIjIbTP/Vilya4FYso
EpNNZmR+KOK663aD7ozVSjl0aTtejINbCtXoQj2rYUTcaL/azQQgFMSfiq1ynFxLs9uGyNQd14K+
a995OTTOQStdrI3yCKsaeCtEAOQg97TyzOJTi/OGByAO5de5iQ21LG6FxD4MtaCuS1+omFcbD1IF
ZQ4o36D/sBjB67uzEmC96nQTtSumrwPNS8vcwgX90CpT2UAawzz9VMrKNTN73r69vLIJF95cl5a4
1ashkVPQsC19mnrgTgLTCUsIuIl7c9MgddJHKyHE4sjQODTLM8F38/UmquR5YjUlRqa+C00FIXQB
++MdJXUSy2sB0uwJOS8x02b8ZYzzlOKg5rGUA1YCYKidJPdK+2GUG2CG/vlrDrMIWDW4C/Ckg6rQ
5Vk2EjZVaYv1inpm19JOj/YI2o1mJsg9SsFp0B8qUMrMh3DFEy4vIDqdARsHOwRQCZemrQmJrxLN
JH4w7SqQuOQvkLatyk1TvxjiQxXcDWvI4z89Cdy0oscbHLaaMheS+T4to05pb0Y69eOPySsePgW7
f1AVorkm/L58sNtt9mI4a5E1n0Sej+OF2XlrnQWfYh2b7ZgY1B/bD/U772Q7CjLEF24t3E3lVu/d
AEzcG9U89vdjar0AujcM72j+1vXQve1YeXrJq2/hZh0QrUalukJ9YQuNXS/x0hd5F2+Gg+Wmmd0k
dmxPdkAgEEIS0kN1kIiibbrlm1qvneDrCO9yWuafn03LhMz6iA5E6ie7yWN+ORHkuOxi29niD+vI
7pLt721hQ8rRlXa3Z2EhDMMO0C0ZkDUN2EluEhKZoSBfFNQvaWmPGl6nY2ing5fISA5BQRa4h39h
UEcCz0T3FvDonMF+bMIIqHHq19oPcF2A6+aYBKGToEBb9iCvWDG34D7QJ4i3DvoywE74p9//bGaZ
MQnB2MrUz8fIT4NiIwSMlHgbt9bKS2DpFANeCGVOQG+QozH5RVREsCBWMfN/1gSgog2SM+QlvJdX
EvJLMdy5HT5yDnUlkqYEdjove26epx8MuyW5F1zmdAcVQRyCuWPkmU7gDfYHNFlOkWtuc6/YtJ/h
ydqtsTAuBEH4HuAdgR6G3qvOn2m9SOC8cuZDxceGxoINyYHbe2bJAh4+QB/CRQJcNv/8bBFl2iaD
phTMr+NcOgyGGbmJ0a5da/J8T/I+EdgTAAxBdjVDYC/NWCUFGJU1zKc72WZE8dKt6KqudhjIXWij
m8jNnqj90jvG5gWCGSsX0PIg/7bO3T+AD5S0ANGqT80a6mcFlR7kKB5XvN5CXspEv8PfZrjVUgEL
qdoKg5T3xbPwI97ieSeSxNlItnpnenFCyvcVfMriyGTIu+G441jw/TtAU+VZnY7MTyfqVPkBehEr
p5zHC/zx5dqZCW7p0K/NzCYdmG9t5X3ya4Rq+bvuVG59J7nBQf+EuOnn7T25eIOem+TWa6pByVXW
GFW0034pPzChr4lTfRaHeDfGxNonT6YXuZbzT6k6/zNWdeYMBHZpzj5fbtM4TOI6ApAeQN+SKGiG
us8CR2w21qYA/zVeCWbCVg7gom8DfZkpaxruCFBuX9rUCrSqp0g/+42j2rLrPWR+Rfbt2jLOn351
AnVE6RrYqtAbyrnQbGgDiNL3zFcIGNm2mSe4iISiwK7vFBt8vwflqycR+Z2s0awuvYAAKv7L8p8J
OHMxVV6MuTTBsnY/ONUOhJVP2UG9n+wPy2kPa6zs83RdjFMFRhPtoujmQwR2xSKu0bKldQGXiU4t
wPqNqN3q2pi5FV5iK25Fnl9Rt2xxF24USFZShCnz8+E5T76+x59RZzeO0BxGgIBN9b5GqYQ+BoUD
RietuU9+4u/xsxr23Uu4q0cvC1d169fGz61zX7WhxEx8k678gMCcZOwi6SRE72xC801E0l2XbhLD
CXNbGDdTbxuSt3J659fXf58VJO/w87P1BtHhYICPDhu6/x1sg+B3Dhw7u5+U3kFbjGa8ltOrxCz3
ttmr/T1nXYABVpFnQi2Tx28qFBq9nd62vgnCT6o/dtJeNgo7G0rShF+3bV3NMbCqkKDUIeEJSqer
ZoQYTJSM6Xrlszz7QdPQK6gMnpP29baZ2c1dTCTMoNgHNMQf6ew/983ZRBaD1mvZBDP1GLqlcoo1
uulLlMTKFR+0NJ5zQ5y/TWtMbd7CUK/Jz0kJZercOk5quTJtC+OZiZGQHEOvAzLl3LPdUGuq5WA9
9mvq0yEiZvRiUK9E5//teVvYCtgIiDMQ5CJ9zHtx8GWnidqPlT++qhlR7eoByqet5d22sjBpF1a4
w0/1vjNLFXwshljYdfIQuxNyxrdtXOdYtJlJDW4MYEyI04vy5VlqkoyiRyqpfUkXxmPZMaUgk1R1
Dt41TgmApp3WQWrTLmW2JYeMDLWQuh0a41dGuzSn6A9BvcSY/+A7sMW8q3qqKcwXDSicaepGjH+l
amEHRuyo1loS99qzYty4MlRUuiEYrfFvC6hJ9nJmhpU/0fcp/FUyGTVuR5FRaEMNWunLrUAfsjJ6
Gahn/eybcNPkzij5kbjVwEuOWoRutKSkBKhUa4D2z+114bv/kcuYvw/pSbSko8jEb+W0SrtC7E3m
t5W1bYrC1n9FCuQglZ/SPqnt9JkaJFK2grjP0tgzlR0djnVkAMThjuqxskiUvd7+pKtIcP4iNK6D
ZNxAfxnfRtS2U9oMpoEYd2RvIFC3m1RdCTYXdjx6Lcy5VgISgKsSObjtoqHoWeOD4ALMqPshhO6m
vuIkFjbaTNeMdnwFzXlXhzdua/AgpnXjl+leAp+3ZTlJYtlyBAowJVvJzi54pAtj3BnOylDSC71q
fK0CNqq9j+ivjn7H+grcdf41nCPHmuBamtXkLNxQl6cYFZYB4O6y9fXmU1BSYlroxAFNkCYfZfFF
Qynm9l64fm7hMQDmfmT2FFQksCEuDSp9SBVV7yGbYW6UJkH9AShmrf7RNDJRLL/eocksNtzxV/ks
HtJd+Wx1L1a6x0719UO9Rlx0vW/AhD03PoKXSzJVXrg5y7NRyNS49QHTb/RvM79LjHLlRC7ZQHoR
/XOiMnPsc44yUqHrmStF61cg443D+6JEnqn7p3lnDGHOd2ARUaZD6vRyWmkh6nXS0tafvAbvg4KE
UNQG39Tac/l6v1zamQd7dvFDeQ9UQmia8tEBqHiiayabJN8ATGdWK0f62mvMlnCm8WwFDOXPRjqz
FCm9SlEsav1W0SO7kYZ7uSjXvPnCcJDKBuWkioYC1CO5e79mYThBc6fzC8dLbaSaibqS5p338+UB
Uy8scKvf6sxKIg0WAHHxmF3a8c70Htfy5fK1u4CSOkTb58ZQEdcSd6xiwyqrVkk6P1PzY/+s94jg
m51VMTuKX/LocWrpDxFKm2Md7LPJHYMjNGS8WkerguKGzxEkCJSYZEco/SjsVMblnT5lnlUSIXi6
7QEW1hVfaiBABdMAwmHO45hjK+Fxwjo/MGth12RdjA6c8fu2Eb5T5A9RyrkVbmFpVQ0VHevOz6dj
G9qFamcR7mf1I3pQ88HW7sO+YMQqHwaxeKW/9chD31woZ9vb37EwWLD+4dzPBW8QNHCf0ZV6QM2i
Hv1EBnVL1xJtZaA8dek8UFiAT0VECfISHq/VFehGp3k3IiEB8l/lR/qUPLevw13zUNv5RndAOP4Q
P5iRE01uvZPJl+7eHuJ84rkNDm4fBLPKHAaCNvnSIwhR2qdC/X+kfdlu3EjT7BMR4L7cVpHsTaLE
1mLZN4Qly9z3rcinP0H9wDfdJaKJmQPBA88MoGRtWVmZkRHy5LUFavc5yD5KEC1sKYyt7G9c7nh1
6GhLQaFmee9eeAM9KwGJZsHkSQXb6wBga6NBi+KHvJWQ+16swISi90NeYB1osVY5Tzp2hS52bTN7
E51tdlBO1VPoyAfoPtuFM53ABfcY0r/Jbn769/N4aXeZ54sRxnncF6JQz96b/bjxiFqJ1a/HtMzu
xe9W5aSTkwa/2yLq7n04dSQDl52fuluo05Xo+NrSEkNdWJoaQ0BrNSxN9D3fJXZ5b4JNt9jPu/at
tX9DjHUnuLqHrDQZKZipnC3k/MqBQFgOIihUG8BE840EcwYDUlGPpeyxaUxpATmwQPiRQIRS/dQg
adZTFC+pEUDM9Vyic6x1yyZy02J8iEGDZSBJWenzfijv5smRt0jlvl83wGChrxKHVsQz82udLman
iXKAf0NJ9WYhm2k5Syq613TI07IKjQVqrruCLvYowyv67vbuWreMGNnAwx1dg9y6GGaJDC2Sl14D
jMkI7EWBlhGR7cJD2b6BvXNjx333ewC4KGjuAdYHsT/vldC6lghoRVa9uNHvIbbqdkK8EfGsRJIm
3mFIpy06gOiC5IYkTUaOmqKlel3kVI9JgKrtYTaJucs/My+/qzxZIKlMxrsGTLKq26VAtj1KYD6R
6LCZSfzun64/Zpn/i5VNAqvI08BUvckXIYWlnySVGojCYhqzQ9vvTTevn+dXBqRTt5ddqz/cXt/v
iWmwrgBWtVA8g1MAwfX1B5RmPU7o21O9WhUA+KSK5MenwCheqkQmen/Monu5P6bmUZPQS2JSM3MT
7T3pz+P77S/5Xqn6+hJc8KAsQ7qazxqjgdeo9TnRPOPDzID6Jmp3TsMHgcaPWvyQg7dYANfHPSjk
j9FR9RJff2iO2Xn+lAJHJvIPydgDemXtFTRO4YzYtz/vezwGFVcNTfnoowZhEk+9kDatXFYJvm7q
PnqovHeWnyt//6qD3dQCnuU/bpv7XqPAbFza4wIzAbSoo57DHht2xnG886xjQF5+e09/NgamLBft
9UUMS7qGIeGKRJmAizXCPBtlcElonvIwZsRsSffIZhe8lRAScfUG/EKjCYKjM/B9TUnCU/1qSa58
P/ycfxnDveDOqiN37mz4mr4vBEYrSKPUrrCL1YbcnpTvIcP1l3IhQ5c23WDouQaQzED0eiTzfNTU
x9tGVi49WEE2ZCESwKTwXKFyJLHQaEcNEuk0bWZIg+IVcY5ljTBIcagRUVWIGaSpuxUR8c1biMkW
y4B2gPwB3IB8i4ClteWUC4PmxfWHdhICu5DsorUhrqtM+y5+mAAK78XzHG8MeXVeL+xyPkCbAqnX
2k6D53tt4ucCK179p7Uzl54cUGgg6OTC96YbhSkFNa7Xxx36NdP9YHY7RWMbr7/FeX/bzBdmuM2M
YmGkW4xpnpZpO23MdAryuI8GSdnMApFmnPVb1LIrN+RyUSFnjrWDbgoXf0l5HWTACGleVv1Mm1Pc
uW2qnRvcK6MQ7yMwhd3en2sj1EX0kAABjrYOjYvJSj01lDnUNW9kBVHDH5o87pLgqShTwpr8P9zH
C+AWKTgEz1Cxvr4d8rhhsajJmodOK50Is2U4ZVEYGy5oJfoDqBVJRzyl4WHxIr02E/WC1hdgx/N0
cNYXJgQu03OevaoaenJUR8dGgXqJSCBtPziFgQ6897Rwa+vQ9dSMXUv5mQBs1Yka6XNnM6GwGjCA
8x1sCXgko5uGmwStj+deTnXVK5Ls2NUmxOZzW8D6okEj0kE/CG4DLRAo2BtKOv/O8pn07S6XqKI8
h9a+0n5YKgmerIQM/V0Wb6XGvhfp4TYWkgVUIUC9D0md69lrprlTRrS9etJCRq5QuSVj0+4Du6/I
78AGNLrXzvHjKJj2JL6AcuQ/bMgL89z0MBUJO2x3BKcsr0kXTaODrtfabkM0kGE2gY2wJmXjFCwu
iT/nQJ5DLRFkFkBrcnGTWHUGuhdxaQVy2+6Q4EpsdbIyd2Noy7d/M4NnKtJTaFCD97qeWqNCQ0Y6
KogVnxHhO45Kzha9O4fE/WUR92MXk3uRHvCvhifY1HHujj+cT/L77vcLaHHpRP5E5Lh/cnZ3P/d7
f79/e/7rP72WxD7Zofd2Ogb05G9Bptb8A+in//fJ3CVZmePQtRN2azd3lCUvxnQajdodpAcJcI3b
87MapVwaU67nJ8jDuTUnVfUUQOyr5gjAo2y8qIUrvQu1q6pO/qIczbukOgVQSr9tfNnWt9aGu7VQ
2VHapMDaKNlP0Hdgz9v9VtT3xf97ywh3tsJArKqOGap3eisJcwGCJyLe9yWRd9nBIDWBupLDiGkb
9DEkcnds7/A8NmzN3noirwWg4EbFpl8y4Qp/ylO1V5QsxT0TTr9Kth+WexrsQfND3J5EzW3AMHF7
fteOGGoiYNKF91+4U67Xtu7MWmhiQO3qQCQaWqiijRrC19uCn1wkaeG7JLww8Aa5tgBEQQEYV6Z7
7uEg0MPzTD51WyUfhmPQz8D+fIxpbevEgfwaedobh+ztFSTQZDr/2WqEWzvnl1/C+TBzYqo8D8tY
tdPkBcqIF9gvACE2LrqvRbo1Yu6ia/UwmgoDI87JdMzJ25tF3h/eoeBEmru3d/f5YNqf6IYGItCi
jx/jGxjkSUWQYAZ7jvsbcjs0df1T6fSn155qG1+3dqCshe8XlQAQafEo37mOzCKuet0bAoX003FQ
9mU+bOyq1Zm+MMLNgKB1jRXJLWiS4StMICwlk/TgkS9//4fde2GHuyBaA9nirsNg+pAVtDdaNIrU
6bQRH61PGdifl4sIHQOcDxIbs7Dmgemeosl4KID7ay8pW0mCtQhz4VEE7hpk/+jFuz4mY14OYVQU
ujeZgEy+oiehejEYOkWRnCjfb0/b6vJc2OIcuiwGmtokuQ4KndP8ISZ2VTdUareC5jVnBm2br5Iz
bm+NO/nS0ENiIqp1r4JyZaIc2lakU1TbjPkIphiKiZZ1vj2ylXsR64TnLa5xa1HXvJ5FsyqSsMoU
3bO0CbKWUlQ7XSztwLB73yJLROs53rC44kANxM6AuoI2cMETX1u0JtXIQwFORWmkH1KCDM/QPt8e
1MpyXZngsgRGXEIXoYc/kVKVKID1QglUBVFvXv573wAiOYgJYkD4w4NqszkOu1SCobr+A2RIhG75
iW30Eq4cpisb3KaYO9EIjQY2uvQXxtIbe4ltwKFX5wvJTBWScVhUHn1s6dOQdRO2N8v0ggygiNJ1
PPFVoQWNNNo4bq/O2pZDsxeAe5oOomG+iiOHRV6286h7glxGzhCVCpFmMyVBG6F1Ko+jXV9GGwdY
XR7S3BWDNDFY6tC5h0IEj1XrqyDqpVzEEN2c3BvEIK/J7rWBjlqJcAVEx/QhJJ+Gszs/Pv58NO0z
mdyC3ElUtulIZLL/Cwoy8h8m4uKbuFAiFwAqBNcDdo/VPXcxM2lq9oVdoxCjWhMZtGpLs31tL13O
gnx99pLG1CV0w+meicbM5pzIhyzeqNCumoA70QGBWFozue06FizXBdTUPXV+GENw3aLvw9w432su
BACz/9ngnJYVto0Qdyr85Dx+MKn7EMrWub02X+LP3zbMhQ3uRu4UsemRyUdLxXE6vrYO3tQUio0I
tHr8pKR5O5m0P74ppHERBD9/llRYNlaKrYXmhZKePw9nHJ+DjoagmKokpgZd1HPx18ZJD8mrjhjm
x0Bbl4hkr9n+f9leoPhdkiJgaERf1vViD606gX/TwGJroerKIQSaIQ39Vk36Qe7l/EFHz9SGP1xz
JMiZQjVtEfAAJe+1ScTpqTQaGbRQjJcJOhOqVyYJlcsthp61TYa8EojRl75+kB5d28knMAI2Umwg
jEELg1hAKDwbUH0fW3P8D4f0H1Moll6bygqtqTVNwH5um6dEHV5VJv8wYqkjejhpNOrZFknPV16H
33oob0sLwusr53ltMsxM2Ixzw3vr7AVIDV+FdI6d0QTvLHR70eyhJQIZ3M42nZG+yY5EkJLeoxhw
+xCsTjNolTV09aHPmG9sKjStZqAZNjxLOAq6L4qfFmKf2zbWbgPwvqCCgEy7DrDt9WAFI9WmISwN
r47mhKIG9tiWOGGahpwyeNCS3W1zq0NaFFfQsQcJOZ7jHuCCWY6DzvDUPFn4g0lp/u7ml9tG5NVz
gIqNAm1EwCh5FmFjilQhnnrDa0B5GI2nsUOD516a/rLuUYQmo+laJpojxcdaR4ZO3YGkNQtOizx7
sY+FM2h7CeochAmg7wrG+zACeVJmt/2juAU9/t6VAHlYQHQR3IJ2GqgD7hIaGagpm24yvCAC45Sg
uFF3GvHQCw9yZ2sS1dGeQVvZ+g/rAEFMlBMWDCDaBq6XvRkVE6wdiuFJ44B3jtH5glDkuwDJxo3K
5ldlgj9Ol6Y4p9SM6BMApx6cBR1chh8QvdOJlgTpCrQoAUV2Lg7MzvHcrMkDwgBGUhreDc6M3sWM
PIa7z9AhdzFmgURgST/6fk+t/xDlgZALHA7oZQAz8bJvLyqeSKAXWgYGES+e9WcEQc96Y9Q0YLK4
cd6+wqtv04FgXwdQC5UtHmkczVmVTbkFH42bKjukZLAld3Ja8oAy1l6yH2LyOZCPjNyVh4qYBCQR
qPpKDnwdwcBvn5Sv98Wtr+FeVlJdVFEV4msy0D2rvW29TeUfYdxp3S4oTnruJVEL0UXk7CAYDFCl
BPh9SZr2MJWOOsrga2QuSJaIVAOWLZxArA/csl3pp6ndK8nJBDOxmdKuS4kC2o/omLOY9OlD27ut
QKsRr1+qm0T0Yh0VrLy1Rz0ArddBqyaqD1uDxRreGusS1lyssZCwjs3MgFcY0GwYg1doCyiw5ndQ
Kka9ennTIdl5baFN0wpnPDQ9gz12swwN82dTKWjZuxvLtuZGkVlHuQVnGAAM7kyhaBHGUYFla3Bu
SvIGTibbQGyEmhzBrQRaDAu9fzrFZjoHd6Hz+WGSjw9IqJIaB6tzqPixhD8TMR0/tZGJIHZCtwoo
KxkCA6gVXF0oH4JukntpDrXcGUqUmJ4S/han3wVrwWj2uy5+W1rtQLvWuT0p38k44Eov7XFXWVKz
Wukq2DPMdzG8DxS3zvZgVfOMCLd2VRNgGfIROn22dYqTkVrMDYpDhKBQn/xOTsFDA0l6yVEmBRvw
hLc5DZA1zZ/a2s6kn5MEtcmQ5gKp6nM2vJrDUxoQbU73qbDVWbF6LSzztjRxABPCQzlZP5ZhreWm
lx1M9jMAp16EYtNB3Q/paVa9LX3QtZQ5VG7+sce9TCIjhSBFDXtD19G5zH9o1g/QY1P9QStpaPmV
CU8NcoQ5dvTUB31hoG0RkfAahEuh+eobeF8Ugahg6UbwWPAgRjQongwZADUIp0u2Ze3Q/SGrPiIY
qhjQsqDRyBxD/C3GzbmJ9lUUEGmza3fZMrzLQN0W1EgoFwGIzF2TnRiJTZxiS41Yf0+pkQEqP6qK
6voxC/d1suGh1qr8qLOjhIro3ViyndcOpG6rQijDyvRyDW2RjvaoAXvmQbqypl3ekhn8H1vaNWuF
xEubfA0cWfYKMlklph0IaFD4uBFle8EBeQ95NMmPAn4CdGiQMA88NGLbW8zv39sWl2X/Z8x8PmLS
6zZqF/sac7tWPw0VA/JyoGhj09tdBKm8rn1QErQTn1TZbsutxtDFV35f4//N+RcS5eJa6FmYdNoI
+7VVHRXhzVSoIR5EBf2T0ZZq6ep+QuSrgqwAghA8iiNRI20yITnuZZMEMamEWq2dISJNjJOgP8pK
TdOtYtG6K7mwyV17mVIpjQLgrqcojrobDVDqY3JRCAbygejdj+pFCv7edsVr1xNq73geglEIfRHc
STY1sPcL5mh6sSbaXfEmAo1Tps+3jayuG3K1YNsFeyVADtdnZWp6SS0b0/CSJKexvA/GzDYCp1Nb
KoQb/StfL+dvmwR7BPBnZOjw6r02pgsD8OotHAG6v+3kkBxEik5EMpOQqKgSheTZwj0cgQUKVbjZ
Fsg7qmB7/e6xvBvtnwtGKiD54e5lJH8yWiCUAzkKqiiy+/Ln9qys7jC85ZB4wMR8ey9Hgi63xQhH
rkWFB3nLCLysp7S38Qpx04n9SpuahMXbbaNrNz1k0oAyBhwUiAwuHBGlskc9HEbNViEFxGKHu3zX
W6BeKxGTSC+3ra3urgtr3FrUXZMmtYYNrcMlVvK7Kv+Z8Fq7bWT1DYl4Au2NkJXDPub28GTlaSEL
EVy/8Jr3Lcn096E99ONzGL5l3T7rSA9gnxjjNrpPCi+X9kwzQP5RAgvynlj300IU0IOGaqqcRql+
dGG3a+JdBVbxLX2OlZOACGHRFkU0uKg1Xm/OVFXmaJww/WE7EZ39VIMzOgch2fDYJFuEVyu9CIDj
AU4OcB5KS9Cv4IxZxlRa2eLCEOgjLqn3UbSbjf3UgPCaRcAok7lL7RRJuoGwGf9RBiXwszZuHP9V
v7ZgA8FZJiHJxivyhtLc1ZUwmJ4UOpHmlOUuP/cNhUwiiQCNls7t1vW8ts0vLXLRgJGrYZJEi1uL
F3boWfgZFqlTBhDxMj6adHwbEZLc3oZbJrmT1Qcl9JwmmJzS1JlVxPXdM8seSnQph9noqIK24em2
DHKHK8fw5nZgi8FjcMzb+C4N/tTh2Yh1u4iH/e3hrXkrVNzwXAJ2YKH0vN5MWi8rbYMMjpfrSH40
J8ncjwIkf10dBLrmW78lVbaa20MH9sKitjTtfcXBF5f92IwF0BPAqcmAyJhHhldTuK8eFRfMgeSX
6tREPy41CYk8pyBPGshzS2cDT1+nyDaWdtkt3JUCTWBwRADMiS4nXvtOCocJKi/ID2MjO0b4Llft
vjNMUo5b3Exr/uHSEremmVBl4NqApSz41YkNWd5CktnbWYrsmLCxpKvDUiFnhO49XP78DIdDBGr9
ITI8FJ8QQSWuKoek1UsqiVu54S+g07cp/GrRAP4EJU3eF1XDHNZ1bCzokzg5oBFgNg56+THbg/Az
ZU4aVXb60guke5+ku7idKHggAIfpDwp7nvSdnG5VJNe8koneXV1HLglOmcdmQR28KYQcyWNwyqPo
+dJIZ9V0Iv1XJeQHo3xUwvJVUX7cPkarC3xhlHu9pagt6KyAUahnE4F9Arlod+Vnjz4R1C83bsbl
TH6bdFyIKLjixkfm+PrMioKiF3EPY2KcyzTLgCAUsnqL82N1G11Y4R3fHGfiMFdIyEkQWUclDtWg
AV3wY0riaQswsfbuAi8M7rVFKQxIT+6yHxWQAeLqRhrsrRPtd8g2KAFId5I78xy+ZhsIo9WhYepw
RvDihibA9QTOUp1Ao7RFWj/5aXZw4up72/6QhS1Qy9pC6YjIAJxZeqG/BcgQTFSGfDI8Zj7Hs2d2
f/79rlsQtl/xsKnynfCNMQQduiMMD1zMRKt/MpBAWMVrrYZk1DaAM4uL4jcd+myW6UIrzreW+Bpi
3EmCNjd0hDqz3JBSfspm1GD8FunrLc+8BogCdPR/1nhOVNRDMhn4acMrWvOglPdiCWap5GcjHKTi
dwRSrYA2GjxblJ2SLLKrRgLHz3xkWeNYMuKf9AdrRyq2BzN6NVhOAushGP2odIaACmC7Z0hyx6e0
PkriYWkDntsjeCcO4Do3BxzcM1qEwQ5CCgGdI8UdSKx7SPflZyOMibwlwLVyBV+NlctZgvo5iEF+
YXitHJ3HbmfqAgUkHp1UJ7T8jIdO2io5re1LEydtYSgBtIIv6Y2IHpUUVVMvNxKaFOK9KVSH21tz
7YgtkvR4fiK7ABXg6yNmBX0/gaZyEdVSVTJkskUNBUQAkASHBlYYGhuXnrI4iG/7E9IvqLuiG87k
0VCGGKV53wWGd/+mERtYF0AxX5cM/9uv+/fEfi+RnH3DP0OCkjRd8voqfnZ6RoeX20NfaflEgI6e
KTzGUHgGr/f12KNoRLe5jE9RGcS5SW7YuX5Ko73eH8T5MLCUjl7Xgun7KALsNkd4t7iI3cGS2G3R
d3ArDWFpeFUks9DvjrwcJASvP0UaLS1uhyz0p7Jr93Pb/E3ncKsnfcUInBzU1OC40fJgcBvYrBNh
FCwz8h+cjVXd+s2coxaBo2BNgN8sEIlutITw76hlbq4+m7tyjK4vc2AeI3+K0S0hHzT1QXhLGS3g
OcDy7CrqQQO9SeQVITRXm/tQFk9Mp425xa/DnZWvD9F0NEyC+FFSvknEiVLetqjyJH6nJvsozlKn
abqKwiUUJI0Vent7rlgDKGUB10mo/4LD73pLCIEkZAVaeP0aNAsguyRSNNhi5MxbTnzVEBoI0dgD
iCJAYteGQMFepX0TJL5pCqd5HvdWPr8nKEYZ21xgXPy1TCG0xpEqWPAe8DrckdPyTDXjlCV+nESP
rPqZzztxeOqz3cDetdYG7okk0E+L4OnnDH+6nQjX3pT7IvnUhezx9hTzGdX/+xwTa4lyCPpJeXbN
Iu+lqRWH1J8kQ97FCx4dyMWxguJfdLQSqzgzZkiebIUaTaTSdJiWRodx0MYTpjKiodbmu3//TToI
TBeK1i+5GS5UN6wqmiSmpj7SdM+lZj0Aa+VM4kDk57JRqFLuQOrUoA1+MMGeFoCFBl1SG9+wLPmF
k17mBXkC9Ekisw5swJfnvHj8TUzLoi5rMr/UTyi6eEnq12DNVg+lcWhlbENwW+viFg5oGRlnFb2Z
SMvgkYfc2Fd/3YXVNGtCsxqwGjq0dWIT5Yzqbw+KituDW/FViCRNcIsAiA88xxJAXVjBq0tstDrO
/FgyGa2BvwTJsynYt63wjbnLFC68VKASQLcp/s6F5VViqNBEHTM/kHNwBbmNhnpt1B0KbaegClaV
E82GiFYlI1IH5TzzNGR/0DmAVJgAQON9Hmw2Gi1emJ9fxBFf4BV8nMqNXI+0Sgs6OfOzKHuyIAQy
lM2HNrpaYX3U1UCnANKP035SPpvC7tLJvT0laxOvgqrGMhFwIA/N+RlBGAt9KKPcL9gEbmM2Ta4G
ZsCNvbvizYCcXJrD8XBASpKzguZzKHbmXe7nQwZOE/Bzzs9znjwJ+X8aD2hqgIMG6943RahBiPMh
Qv+DnxUlivSHLmQbm2jtQKCqtGgPAtOEm/t6q8bgqFRkpND8pgxF2o76R8D6xAmEwtywxL/Gv7Yr
EtMGsLWA1YKn5dpUms112ddV4U/gUYvouOTA90z3g/jcy4/C9FxvvY5XBmcuGBLUdpCUBETy2iLI
w+c8r7FQ6SAj0u/RnG8JQEXIL7e3HRe2LyPDdQPeBdAjogeM3xCVVYYT5LkLX1WeuwMoVEWhoNZL
198lqIfKW5Hcyg13ZY4LsgIkkudsKgpf1ErUxCdlsPuq+4wnloL6zWqOihluJetW9jxsGvAzoL7A
GnI29aFFt8QMm4n0OfeZq6kV1WY/LrZgG4uH4DwIOMPQLQFEPCS7eaRmFQS5oGZt4YPgoEssV5oc
9hKJtOjQV6Vk5PbK8a/Lr6VDxzE2B0TXkETnHidBYaIOiP4JP8nm8E6J1dgJunR4ROGG2eJstrsx
FJndhbLkNJWsunUjy9QQ9MkGCSpz1UEcaKmBLKYRlNbVZhFUs7Vqoa+u0g81Y6ITiGDxk0ddI0mU
lCcxb6W9FYwFbUK0hxZ616M1i01ubLHJqaoJUqhJldy1daxBxySWXzJpBlwWk0IacYQTR6vHOa2l
bNfkeLwOvf46CnVnh4IcQWkpq45yFokP7dz0pDb6fiN6WFsgJBqwOEt+Bk2j14eqkXHb4H+W/qTm
+U4JpMJFzI/+VgPwVpZnkjs0RvNiZf3WvuczQ1+LheQ0InEkqBdHcm06mi2lzVWx9HsLTQwg25Dk
nQkxn9hn2i5tErsGVAGSmO6Qb7FgrO1/0L4sMEkAepD6uDZdCeZs1l1S+qNpPpXW6xBXvrH45I27
Zc2VXNrhLlAZWfhSC6LSD2pXSV+KB1EViBG8mXlB2PDeGRtYuzVfcmmP2/9djQyRlMFeA0254Twi
q2Ed06wkFXbP7bO25o2RF4XqJhINSFFxG6c00jDuTKvwazlWD4MJsc3QRG1jzLrP25ZWJ9FS0IOy
kPSrPOQ0GPIyK3IMSh3uIAQLsZ8cannRfdd/oBbxowRm2Np4Qn5xj/B+a+ErReMIQjGJj/kEa0Dg
OQhwkJAMqg6AhIG47nesPo8yuLmyxAnzvamlrlnSMojsEQE3QLd7PKZJKhzDniLKlmO7s+4mMTvq
AwPut6TiVrsA3wr+dYYgzIDwH2sBWmLOkXeRaUWJBYdX2VAYQ+VcJ2VDEWiHjngAk1JFADkGi4VI
+qd/vyqXlrn73+hnMw60tPQLSNNVs+62VWrPkMoBOsGtgtoR6+hVg17vbbNrOxzlWOA7EbOJ30hc
zTqXIiWpSt8sUruFjGFU/I2tDz17TrYayNZc44UpPvzsq7JoGhlzqzVKg6sBrQ5SNt6bOqsosNaN
Y2jZcLQyAN/+v8bIp12Y1SqF0Jbwyax4mvWeoMJS1ZXN4rcs/XPb1trhQssS0lpf2l/8jZmCb3LW
h6b0oyAG+u6hnP05fRDNxJEhxzpm9+IWXyMPRvvasyBkMlHFUlFX5xmI8NKSK71PK3+WjJZAUWFf
aDmYA5R6Id9j08kaNFCPp7Owi4Aq3XdRVIL8oYBWkTIXLtPjP/No9XZbq90eCfJsXwTVsJdxxQdS
lG8EumtXBZQlQP4I5BjuSS7qHCwxkE2GWypg1kDzLM8PJhit7bAEhB0EMVsKjGt+dcno6biLUQPi
Q7PBnCuk3/PKZy645DZK0DzjzNfcX/527tTOaMpS4gC/XTFbVxqf0vwnVK6C4EFLHhIZ7Wm/BzO0
gaQwDf/2RvuqifAu1ViyRQjeEWDzYDhwKKFBcrlou7lygvSEvMVTp1hUjaFIJfdPffqnUmydHVlz
rrOeWI9zdpq0jOKpjGh/PKGHTkj3XTYehyyjQXUERCIXjA0H8+3Uq7IOPVt0hiy8a4BjXIcG4pzo
ZZQIla+DSEGCXjAL7s3hrhXFfV0mz4YOCYXbM7O+KAsJEKDN6FTg+0YjlbVgSmGYmSEcdlHD8OjP
JIkmcjHTpJGzY4R7jzCZ1ftO0yZPTqZ8Fys9xAeKQN7aI8ud8W2h0BQDYhYDbyE+y632tdSnQlX5
ahU6tbRvIZcRHgrjWAh0PivGBC4UL/24PQk8HfX/7Uw0loBRB6lLALCv5x0ZsqmbzaLyxVhyUbAr
W+kY/snQH2KG2mdTsZzWzPwFHpi0YEQww/txHOlYzbj9hbdwjhy1Bt5A+Nsu7MTDVqF/zU8aS/QB
0lQDJCbc51WaAEI11lf+WI2/EKlaVGjRAQOsdXeQqxGY8NTM9sEgqI7Ql617e3b4ysPX7GAlFi1p
9DbgQ65np0P3pGAWdeVL6TzlpGY5co6JGfY/Lbx37sZaB35aadD2BjFWcz8MtcrAI6q0hy5JZMDR
jbA6iWobQkuyBw4EG2q4Y7JagXpHSzVHyJX058Y3r+0joEFwlhBHAea7eNaLvJmeiGFdQQDYV+Xp
WGrsoNcBSQqEvWPo5E+KfoJ0x9ygt23erDqv5COXItVCwL6gUXiAvJSFbZkyGfP1lp5AcoafRSJk
KyWx+oa5tLNsm4sxdilLjcSCHT3/awT3kanTQDiDGWoGG/fUQuFFBx6k9aytSP/7NYFTshAfL6o5
S7PCteE6a+vCgAyQH5s0G8FpGP3Jgw1XuBJdXhvhokuTZRby17gtZD+EAOfw3Ab3IcjhhqYCo/k+
z16Un4Z2lyLezJLCLhGEChuR+PKMuHZGeB0qoEFYQBH6t4WstTpQu2nEdahmrpIPz4OYHTY26vfN
gpcgejuRAwRM/xvfE9rHxAFUWrUvTRFNVeh9lypBj+4hzu+isKKCMdFafC2DjbF9j2Wv7XKvUBQ2
x0pSYFfXT3NzZNJOtSBsQpUt2p61zYKsIFQuAX4HsxHnvPJSMYUiLGq/1Sy8naJ+qZUDEZ13obq1
Z1YnE9f8wi+58Lxwg2qY0Aey3tR+ETZ3aGW+rzrQpUqQ8QtxXdXVvkqEkxyUBxRLHjcWcrmb+c2C
1iBw5gDehRog53HqYJ5qFk+1b4U6GkwrBBooH+tkBHDRYipl9VTarQ7kZtK2mVOwuKHmNLaoyDfV
oerKrRzHt2ACdxmaACE2sPBBfOsaDuDttGkUa18p5CdBT876UGD+jY9Smw6FWuwNtjX/y1ryc7Bk
9GAU9G04PNeOQZOHIOvGsvaHNnGMKKeWXh0mQCRyX4Z28ojQGoUYmqIHspgqgjkjt1dhbbMtzChI
0yKmAdX09QcofZfHqD5hs6EsHgSZDqEIAB/mCY+125ZWCr2gqL0wxd2KSQeuZ7RlY6zl/IuxBKHC
33DM/oaVdJyNhjbKeBfrFhXVibA0P7WDSsPIQPwi7iZtz6qtLvG1saNQtOieovKCW/t67H1aW3Vq
ZLXfAOckQpwKldgB5KG3x/39SQLIN6QlkL0FCw3eJNdWUjVLWY9cj68Hw66tZNKK1melVnup3iIL
WEnzg80Ekgdfs6yqfNuMWotKzHqr8c0AEoJiRcXB9LOuISxHdm4ehOeyFFqII6X34Ea/Pc4V3790
+y1aHehxg5DK9ThRdSiN2Soa3wqeS/1jMjYilJV5RI4HTA4y1IlwhXLuopLFgolz3/hiZgsyEFbz
vZzdh8rG/bKyKa7McB4xUvu+0iSYad4UW33sn2/P0uqvB5gVSAak4r6RajXtpPRzPzd+pgAYlTlT
CjDfVnVy1QhCT4j6Qs9E5bdcKwLxVtWs8WdovddRTBOU4Ed5f3soKwuOIu4/Vrhoqu5DU5p6WGls
lfz7Q3P5u/mqjhgPnY6VaPwkH1wjE6io/K3l32b0XzbVP2Pg2wvNUIzrbISduTuYAeSBQ3S2Jbsq
3fKzK1gEXClLAwUgwfD1fOpeKPpkTEoZRxMkmnOEDPOA+kEObWdXxfN5emjRJlvsEH1GL8Ng7m6v
1erhubC+7JiLyDeLi3SsM1ifZkYVBSlGtDmbg2CH81aZf1l27koDEHKhaVg6NpGvvzZVMDUOyjZr
sfl00f1/nH1nz9w2sPUvEiCq66va7j5lbT0lLl8El1i9kaLar79Hzvve7HJ1l3CABEFgwLOkhsPh
zJlz9F6pDoo2zkcDcJNqIhiiyzFMXqI2+GyRVDYnsOf6OrBeQKDgOoX087X1zrZbAtYlFi/0JVlo
VI2Ft2JG+/527hQBAC8Aw4gB5gAdoIbtXr/YT4U0jGtWx+I+JwUqcWPU6loEpqlHU+ORmypPXX0E
ZdbJtXhQrHoE6g7J8du7T/EbNnZNTGSiLSJcLBCbUwbiUBY3Zvqlc57NxEbzUw1BtOlZziNHwQVT
lIE5aZ5ms8brSf+krPoxo2k0mm8kkxVjdvd+E6rCtkPRQZz6zhLLaeeUszgHtgfksGOVedkqKXhs
q7pxrwsjws6n4GDWFTIy8DSsB8xMeg7mUek3J30BhpTIwFOyJQkpgpMVmlIBsxcrQ+fpEy+9xYpr
EMn8h3i3vQ3//9aJaVilYipfwdYNiWc0b66zeoP2uZGGoe32ut09zJlauHvATyzcbqPaGRlfVKzH
BsyRa2GancCQ7DFihIuMtmUv6CDj+19jgoPmdWvWZgpjjfXLdb+kzju61hCcl+zdXsDZmtWQUcV8
Mqbsr8/i3LdIGuZliHu8j9Tmx2h+HgEVnOaDWr5p6WPZfv7T078BLLdCyUZeAUS5kOrk+rhqZqq0
yNp7P5+agJm917uZt+L2UI/lU8H7g1nmngmkDZe8Q29ccjMOKQxgFIFr1VRhuc6SpnkJzdG4gqS6
8lbQwWOj9qd7iroqmD8JRkq38CYWOdNhMdXVslCw4C/zKT1xK7KTA1Ee9WoMMhlydWdJV9aETKIq
FV4uqtkBpxeThPuTASI0bZU9QHbNbLN6YJfD1xMve7txEyg6OF3cK6jD2JPV+5XdQ1VOVTy8wYyP
GH8wwgwPzWPtNO1BUzQldCquR3QZHnFbYlpIM6cg27rt911q96cBTba9+oHHEzM2t3dYmY1JF2e+
Uf6k65s1SL7ozcnfvuiFBWGPl6ogRC9ggeV4T3ZNpCNeVqCgYeqznkqWc1tpu7Ym5m+8N1PKGaxV
XYb2gXoyisEvHBeIegdTBJBFQXVxKDD+iyvUJsf7u3mTmQrWhSOiDNNaDavdxaaSYBjZWhM/tzsZ
XODmJoIVQLfQ/EHoAdx9+6YXOYCDJMcZE6zRqQ9rdyzM46hMGBSo0fqTTptuP/kqcG/G8FLd2uro
womFAr1boHI/l31sLtYDzfqfNn3tJxJ2pV+kAbVJyBawO6HnFvaFFt/fz9t35WYdg1y4NTQ88UQE
RrNAIa6m2NAMAgta+8vgRtAaw1tmtvFcKM+jbTxkU/piQd/3vumbO+S3ZXQZ8FAH6sUS8rm1bWti
lmkfD716GBoWKd8ocw+jlp/uG9o7gQDVYEIIo+3grBEMFRldqpWiEKJWlAdpD/aDzKGASaCbKFnT
rXvibIEyFpPpYLoE89S144x8GQ2nJX1crdALmu3eQlYxGJIFyazo11baRjHHIbf6eNaCRPFA+X5/
w3bOOMqT6LmBxAwBC22WawNKVVm43+w+zt4Yh9T8DB2S6pC7H5ZM960kmvvIqc+V8td9uyLpN6YK
YReOCPZM3Bpg3bu2Ow+GXRCW4y1DNWBlMqS95oyEKVc75VBWREM32ir8qiwn0Cg5ttcqznLEYASy
g7F6B3BX8VDu7F50A1wytFHf1qagx6XjrT+pUx3VIEcHqzayIkN9aY00ey4XWw9tvBTDKTHGKKcO
8RRboRLH2H759SHfVoYDjoYrpFVF7My69qOjVxlKKDoNC5qFmMaP2iEAJG4I+ICRP42P4f3tvI1i
lzYxy369m3oyuXD8lMbKp/q9/Or+hUkZvBkkt8+eM6Ihjxk5EO0iHdt+xUWsNDHkUDp1h7IHRCr8
UV3BhbWqveRt8LtiJ24gBuDB4we8Cd5F28+4MKM0FKqcrKWxZj6mWfVpBmkK0NgEaBsUjw4gRQpA
CgqWkSlQU/D5pOsZbH8e1E+gVPFDt8AhpRCvbv0O1d6y+tBNJ0wVHJSu/3x/12/DGrrWyECQPgIW
c4NaLfW6Q2u/pnFdvq7zY/qe6B8rImGcu73yYQQZCdokODQYxL3eDcAV5tV1UJHTko/9sD4V+ejz
zHhAxRnixhLu3tv4CWMaOvDQtwWJooiEaCCVtc4lRXnOBrCp7I9qkSC1SiSOtGsGbUIDaCY0f8Tm
SDbggGpMpfGQOyxYWydHw0dXj9pSlYf732h3+zZlQpD6q2BwEcI0uGIo2hCExkx7yF01mJtjBgmm
Kv2UDpLN2zv46PiAqRZDemjECKE0z/s+LRabxjxXfoLMQ03xcp48EJgfHIJKudp9UnsZmHTXKObi
MIQE5PSNmlu7tilGHFATsvkhSebHAhOk+RuByBhymNo+lPzn/Q29xRIhcm+TeP9YhFD6tUOqq9pq
CuSPY+1ATpUSfNJ9I1qiMhhBqd+CRZ96Q0gP+qvjJ5Iwt/cxL00LKWEyWUNXrwo+ppIor6bbf8vI
gIHVvvbsemrCOtWdj/eXu2sSykOoEiEUIVW8Xi14E9Om2OozfXkywgohfCCYyQD5bSO5N3byM+SG
vxU0oZK9Oeu1KSN3CdqGKIqA2CZHsu0XINotrYCYp8wxo159cakpM7oX00GwA7sQqAPBgbC+LmWo
eOYZi00StF/79/Z9eS8+JGABssPZXz5rSmCPp/t7umsTNHCgyTJBuSLadDJt0EnbsxioC4BthoDw
L/ct7J0KSLvZmGHd9IN/V/4urpCapm1jkJkh1X0pmq8zO1aYjXCzkDR6mKWNj2FniW/uXcFQnQeK
CVaR2WyOdGHSUcrCWKiOullqPtifi5YfyEvl0sBO9b/wZJR8OJk54S5macXtJDFYrIIlJ5l0DwSF
kVo236j+TLTHDnWM+1u6axCtVbT/MKRxg5iqwKqr8I4wdKVMSNc5pYOszSkPZdPURxfMr2E7oC+W
lOkqiaub34v5ADLErVCD3ioe18LOUr1gYKjAzjK+JaQZi1K7qIM2Harg/iL3PHMbuoK4NRIQS0Si
jVk/LzTJh7haWmgXTFrj2SlujftW9vKGSyvbr7hwFZ2spFShnx1bVeLlhRka2Uuavhsg5PsPhnDJ
btguG5FFeA5Zw2i6Q8KHmKq9D/qnQB/fc/JpgPbDfUM7+wblMncbGAMW3hGz+bxzaTnY2RhrNbSa
1ZI3ZztJyz8umkFtHChGkDUBkQVJ+Ot9G6tkylKIC8SI8+/AAMVrlkeqmR3uL2bH31CU24bgNBBm
o557baauGpfqHUiEx7zx0Fb3sGs6SCHuW9m5WIABxqStqyLfuqG2H1UjWdy85nFmgdBT4U0BBln2
awS8MqoxhPjUTRaTBI3dlaFwhuxtK0+JSrNlUWukVzLYzL8P2Qe9Piu55GG349u4RNDbBf82uDQc
IQwuncVmcI3ymKlohFWTqQUg7JkeeGmboDs0Z8k27nieDpAHnvvoxprgfr7+WIAPuYuWmTxumNtH
y2CtJ7VrtfDPPxbOEMjytN8CcIJLmMlqJ1Y5cVSJVp8k9Akqi77+Qvoucqrm5b6xvTc5hsQQ0nCQ
UBoWrxLWjWqW5uYUuzWZz9lQm4GrUC3GNKZ5VPCe9bPenUKrV7SoUnPtYdSsMaJlq0kC1Z6PoicF
yUAkPzgSwrJ7o0Cf2y6mmAxWczAU4OIpmQNraN40q/ywwL0lHnrbk8ObD6NkgLKg741ntOA/LusY
cw1ljK01x90JhGoAbn4w1nflgF5n15750KgBcgvljPume6xTFyULFUMjqq3IpAF28oirXyNcPVCC
pvM4WWM8D2oX6CBHC0fLVfysdptgLvX8gXc65vg44w9kTGXIop07F6giJBPAW2NYSyzgu/2Qt3Vd
T3GDi9amzlebPQ+15a/Dr7Vfj1mi6pIvvrvgC4vbn19cTRjEdFMHSFeMH7NDO37p38uEHrdJKt2b
7acl+3Tf13fCBcqumL5GVRCdXvHCbTFx0CRWO8er+4008eTOXrKg9iPjhdmJfAZqdBhrxtD+7cyd
bo+mSQt3jguwzvK+Aq/j+tCQz/dXs2MFrVwDs0uQ8kRg1653zwHujlbatMTUtJ90BbPGqVGFysBc
STzaiXq4baGjAAwlBoLFgqo6DenajHyNi9FSHqDLwYK+03pJ4nVrZQM6APiECAB9ajEO9da09C43
x1jJWwA0Icwrg5PdbhgsAE+LxytGU1DLuN6wPkuVNE3gbtAFCN0ekxE2WHSUXpWFldvK+2YIORBg
BcjtVMFQibR0JPMwxeryrOjZU9+2Zwhhv2yNPs3r1i9N9ncy/eBTLrmfbh0cXartHQJuqY1cSnhf
GXmlGUnF5nj+kbvhCNQTD4guMbK3jds0EYQotrTFFE6tDpo6grHaOaZLH9TOgCHm1h+cX/e9e8cd
AMRHk8TBiQWjkbCHbFQ0O03ZGqvph66DTPL6/b6B23AHV8CkCv52UIXjmXHtDWQcC2o1qRpTu53C
rlAN1FCs+SPQfUFTq2Di14ANmCezfvlzw5AWhjrhRnuAi+fasM1MUpVrrgLq73h0iSxwNq+KP6t+
PgKbUA2S47vzvdD/xZfCPCwqneIEWO4k5WSM2Rr3M/fU6WiB6G5eDvcXdXt5oxgFOCgGffHWRoS9
XlSJEhViQr3G7XKs2fdMN/xS/bCV9M1WYmrHyaHrgpWgcAgnF2Usl66ZJ92lKyY1nGiuxhcIcgXT
YB5sZT3dX9WOE0LDGOdp20AI9QkpCerB1MnVUY3HugINFlezgNJepp2384HQn8OYNM4sHvViDT+x
KwJQ1KzGaT35TRWDmNG3Zeoxmztfv2s3BDz42OHzIAB2hNBQ5lQZEkVX474Ol/WDUjp+nlZ+Zhx0
fQRDehJq6rf7u7fzoTYVKhzeDfeEys61TwALnkCFXlFjPptZVLC69JViWr3S6k9D6aqSj7Xjgmip
gjrSBgJh0x+6NpeQ3jB6qydxfaZm4/e2HSXk0QGeaW5kTB97tkDG81tKFbUCERTTcs3tWGKRGJX4
PJ8DNud+XmYfOu1xer2/i7e8MSD8ANkBKEFBfQ7QtRCo9IXwglZMizvFOCTzc6akYTVRz6LVoVO/
LwyKN6DSVkhkNO1zNSYhyMnCdepOPCPnLh0jNXE/3f9RO8Hz8jeJtMncxPBsO3daXHYQL8mDOYkU
6wFyQLXzzo1BdqFuzik67/YwQIBBpMbtdv1p58xZ0dYt1VixjlUKUkD9LadVsPSQmDiXyjuavJjU
jO6vcefw43ogBiAWeJYg+7k2mrfUmAa7IfFQL5k32eOMkdlEl0SzHU+6srIdooscGMTIo72ygsTb
uloTk1tk8Bq6gm51gQCkROJuzxoK6thHDS8f8KBcW6tR8srKfiQxI7VHO19LnjEWPA9BzSQesnP4
t3fVRiMIqhVTLJ9oZtmpSWqQOKd2aBaQhcrAbetxMFyOTSUrZ+/4I0onGqKNu4G9xVZSb07NZC4J
id2JBZBkOIOvozDfyPiVKOmzMsX3XWPn4Yj8ETNFYNBHzxUZ1/U+TtQuq6YCakJDQa0f39b2l94M
fkOWk2mGc6tETvKdt+WTW7pPYzJLnGanLbLlryjk4rJFxixeGYU9VJaT9jh/9c+lSD8tmhP1tXpS
Buuhs3VvAQyppPoBmVNUEPUbm8Hfa42nvo1tW3nPo+ype8HE+f1tuZ3xRNjFnmxsWmRLtIVQxaux
7nsbxYN2oIFewabxkToxmaLK+QL+7xClfweNqvJv7nopRicoYNrV+9itHlP/zifjCdydQeLKfthO
t2P7YQD5AloISlfxe1VANqSAjGG/8HhZaOoV6RIUeQf5Lh6m3PEWAwQv1XJg3JB8q50wApEhwG+Q
8yEtF7GGpJ8qY3AmLebcdL1RGXsg0xVZl2PvuGEgC6RQIHvZhkgFh5xM0gC+pMVG/9c8FYHJVpQy
dKj0yNjSdkLI9vcDlg5s2G0sZkWuZ45ea3Gz6kFZpwHQLqD6Sb0c5DudI0le960hS4bMCZQgf1ev
LsJjnc46+E7w4erCsaPexLMmxShsNM+K480oWfxSpqz580zChsQeOg8EACKUmq83M7esMrPtRQOo
4i+zsQPAo0OuPE8DP1iNrOpzO4SJQ4NPtqXP23tHpCIxaMaHNLG0mChr2C4rYiR43FM9XNUFcmDc
T6zuaOXnNP/mdsUDn3525DjpoCBZJskB3vMiFEZATYD3N4ZPBS+arYn0q7ZqsbOcXPZpGt8K+3Vp
jvfDxK4VAyULG0P4uHGE7SUgb7fnQdFitag+knF+1mndHkxn+J64lgyscot5x/aCJh9QX/TLtgTi
+mMuVlG3JSJWXDNUvunBLSMgwiOTlQ+zyl5TSOiNPzo3HLjhra4aatUQVDWYiF07sCEB+8drxwk1
tteEitKALlwcazPNDaRzjbitD+48gSQIuqzzG3is7tu5HR4BTuzSkLDJaWLqTTWXMGQ8KhMQKil0
iLgyYE7ySW/K18V5Aa8JJadGc0OAH/+qmSIhK9p512w8wrqBexmvG/HhWdgbCTmEYeK1SdIwH9rx
mBRU9VsD4wT3l7sTZC9NieBRQstc7YvZiOtWfVLm6q0Ei+J9Ezteu83ImcD7Ab6Jd+e1H+UGWFHr
3DBitRnMF6ahxVtPrXKa52WKDHkXYM8ePiEqSXgVYr5UsNfUlWJOOD3xuDQhNYfAst870wjSQdLo
2tu7S0PbD7kIsYSrZYF4gL2DBngHYZbJkaRLe46Aow6sJCIchgi2X3BhweG0GmeNmTGaQX320bUB
m5YAl/aOORoA/9oQtmtZWGerNTVhYA6Xzs/YyVXKR5KwaFFPnQYs8dqd3Srg80fXHB84/dDx90mN
KIZe/txTLn+KsKHq4ox5DfQEbsgqbDXmb5uau13oym793Y3FJYVE3kAFSyzZLyZb8GbExlYVuMAa
EEG9a4WkLruX66KQjawOneqNm0IIWa7V9yAAsM04qYcKstCEIc/sTJQ2bQrJpkRPnzQyvoxGbVdA
u+cnPcFISsvt7skxMtmYwd6xQLcPhxD9N/xHqGOYLhSTmzEx45kfGv44sifzXeqwMiPCPQjmumTp
QXcYt5rh2etjkn2sEiiO/afvd7EYoWSRc2Ds1NE1Y1p2Xl18NcCYOCqSbGbXSS6MCBcgKml1XlLs
mFUftPmYZy9jKXlW7oWQy48iHPCWp02aUawDe8WMH5PzxxPRuM3wxU1MRINohIhXSeICYqO61Ioz
9wclK+CgX1ad49X664+PLhopv8M7iDNRGr6OVAnIssbcaGAnA3UVa5o2tN2EQoEt758xOiZb115x
Z6uWoheFUU8g+QQPsDs20ELNrXhSv2is9Az7bE+PDWvOVZb6Fshwy8X6mFuHwvJq0z46w2l8NyDk
wcNGRvK84/UuKLh/ZyeQahNLhNxo16IB51uc4PVWty8KTQKbnt1FNuux4y5XhoTjxSl3OmTdcBcr
hSwmBZ33n6cecBQUbTYCDmS0gs+XaOCra7J9R232ugJldWDOkpf/4CwXRgSvNzc8KRR7rJhqT4v9
ZNePoE6Z/ni6HGTCwNSgYouuOBApghUwJA9O0nFrO75o03s4v+Aul1xZOygAWNleISo6LoB0b++w
iyt67IbMXFDriPuqWJ4mM3lXwF8WjD3AXnYFoYlUc0EziNdSdyKj4xzKtQTZODBZZXR/V3fCFd6V
GuAquGo22Of1L9GB1l3asbJj4r7bUErVraiXNsp2jaAYDgikuhEYbX9+sdwln+aptwcbJfcT+J50
7TFhH++vY+80YeDgf02I6+BpV5IWJlwdFbaMfOPdZ15h9oVIIOwyQ8Kny0g2Y5imt2OdfikzJ1jH
95THI5e1gWV2xDxASTDVwTnssNM6ma91upy7PP97VCUJqezjCE8Xs3GqkSatDY/HaOvssczxsuzX
/c8jMSLmEfk0VQlpOzsuVLSaMX485g91Etw3sm3Jdd0atU80gPEAQgsH7nztZjZkTaxqcVGWtE01
RNzTfKtc9JC2q+vnmNrI8jQ7Zs4gq4eKRYVNfPFKalDwPtfJ9ZQ4vXNW+qM15EelDy1IGy4vbYFU
9ABuoKb4leg+hTrj3waHoKl/f+niA/TmFwhu2ZN5rvQFYodZ9bW1I8b4acwxA2NGNoiSp3g1z3z9
u6tKDE+c5lySkfye2r/Y+s08GgbgE7eAc94YvK633kEtUmkROs9arnk61SJer69Gm4VD9VroH1D4
1tIwLX4M9S9Tfyum0/JjxcyHWQWs+KLmiz93HtHB4Qwq8n5iSGx/Dl/q19kOJfskHKt/fijcY6un
AV4httNR7EnHtGfOOXE/QwUzhROOtA4whPFsLrXv4LJ3i8d68LOPutv4XXJcUNrDPAaR7ZlwLf/z
SzbZPPgr6JVE/vUxJXXeTQSynevq2c1D1X6SrHW72G8+irahYjA8sJX0rj9KluotIHumcx6cA7cD
96gMMTGfC+aXfdxZhtezx1zGRyqc9P+3rH+NCo448Zz1SQPNCrd5M93vk4UxUj2SrGxLKG5WhjIe
iGaQcqBVfL0yeMnYOZgaO6dq0QdW7a7Arxh9ZNH2vYG4kT9mcxHN6NCj5DwXR4dR+qwW3AENpQIK
uc6VyR5sy7r5RfB/aKUB4YY77voXoUDR1ARsD+dBeSb9IfmomI9oYut/CGf4vb24RFG8xF0KbKSw
vWzoC6Mvsb3lNoUC1UCtfOTsCMHzFBxJ2fR2f6f3vualOWFZC2mXhFEdern586B96/JnM5dRKwhh
+2ZJwgWEukHH1wVLKjg6463ndBGhuqf1of1U/Ae1PuR3+EyAXmLOXMzvHG2oSqTe7rmG3kFJ3nRu
eZ3ymWsyhxAf8v8s68KSEBKNqYMAQdO4kCvrPlXmS74AmUaNA0sie2KPrevZ/TfGIQQZDIoswdwL
c5jkQV0dDAEYsxNyftLqzOV57561g7EeyvJjZb80GNzXtQ8lcb2uP5n8ZXAfOv1NSUE++K6X0G47
3neevR+xBTgC+UXg8sRWurEYes5M5p7HCdOEPPVXswHvd+ozR5KU7Z0+jD7jGQXNPQsgkuvT17Ra
PhSr4p4TrQnM9GmpOYbXTySPnemv+4vaOxH/mgIWUDBVDAWYi9PkXKsPDN1cw/Bt5si+3+2ZQFzD
sB56x0B+IaRcW2mTvFiUAs6TV6+9GTQVcKifCYOcYA7KyFPleCQ/TfVXW+k8kIO7yTHhhxa7rBxl
1Ji3X3FrBGFED//BRSLKpFaTXQ2jhRNTdeoXDEV/VoAcxnAtuow6kzKACtgDnBroom3NZUiFYLJP
Exau9gQkhxPBlySmPwC+RzfJZhMKX07e+UsVqZ4h67HdflLYBLoEE0so3ICF4XqzpxI0RfNQJOdh
gOT4EHENAiyyiunuwi6MCG9kNmiLmjtZcmbVrwLgxKjBAMJhtU50/QGgUNCssimEHR+ClgBgTqB4
AbmbuJWAfC9qgvmwc6a/FFrypc2tM02Nw5j9rJonqTjD3i5uXw3YLQCeMMxzvYuj0WVgzijcMxj6
h2V96E/oEUjeKmJn+bd7XBoRgirT7dWheuaeDZOHRH9qqyPD81wbtENTxLP7yUp+LkonOfPie/0f
s7gvgGO2QNkmguUb3MesXHEGpubcasVD4vaYt4Ew2onz1qN2NGXjgaZ5MP2pJMGNaWFbIUYwuI5C
3TNmAMC6+A62AA8K7kHGvaQ4NIHz0x3AyAsStjZUTMn1/38sHHV+E30lZPfCcbTBfsyrbNtv0nCv
mf4ueMSede2IYrsHOm2i+jrGm9gqIz79TVB9nVAB20jQYgBJIkSKRNymZXYDzTH4cR5y7+Ut84nX
+j9s3wqcAOhND2iGoxKm3tfVw/9CAPtAXwJw3QeT1/jL0S+d6H7c3ztNl79HOL9FX4MPbvs91rs5
GSFuM80KxwlE+9oXo5XcnL9Hl29WDwJCEIpgJBd57vVhSjEO11rOgMPkTGGS40GUm4de/TwlbkRp
5js0SsCsi0enT8ECPYOQU3+2Z3DF1SbzlzxQ+U+VbsR83pj+aNnBziUFl83vbn8hENca5IGAh9+u
jYuaDkZOy9RC6f7cWNbHTMlSj9L05f6e317r8AHotwGpDr4ydF2ubbSkGti04DJwwf3JegULfWHg
punxtpUNXYqc4L8PGvQTQLEK9hZMegopE0qYrZOmJg4a0/0SnVooWYKwxXFaj2FWsODgF1M+qOUh
V0CYrs2+Yx3abo2zuQwZSCwM5y1dFkkisHP5YhQARWJMC7no7Qq7bFQ0M+w8wXWoR5b5mECWl2in
nMkwfzI7wjnnGmVrDxnRs8KNZ5Y3RzfTHoyNAUhSKZAZ2o7ZhdvkNDNJQWFomUMAdIb6kGV+Lbkm
dn3zYteEdDAnbd25DHetNZagpATP1zyw9/u+uXsVXXwaU0gEDTxZyrXDSkBelEAJ1Tik8Jv3H3YR
pPzjYkf37YnUGf/4J8YNAOQALyO4Fa53DgpSakWWGloBnvKq+q6Xvc2B5jPv7TR7g4fO2cHyKu/J
fjiP59ef963vnUQTr1tQx0JCEIXWa+OVMRtpb8K4bWZeg9yP557efFLBiZmNkhboXiJxaUuItANb
iDLWDdKx6WAbX/s67k2Jib1gjnQPUMItgN3wuOQsqRLoqCfnbH61tcAtiMfnx0Q/Ef3Bkn25zdvE
SAkwOCxtRbIbOhy0sUjWrSw5L7X6hOTEtytwJmfK3xZktKmjPWnTDzpJXkQSo2J3aciHvLOWLjnz
BfQqPUSV3UcKOaXObbxhrWpvwXx+pmWypHPXLug4AKDGSBYwZNeOkuBItCAZSc5dYDyAkhHCdJAj
SEjAHkzZ+3LXUS5sCZckN5quLlRsbNr86so3x/jZy/jyd085eoX/ux4hANcJSxWjwHpMi3n1g3ai
oYFxueVrUT5jHLpNTUnE36kbbLwJ/1oUQrGuD7YLGloEr2T+MA7PBvjVVQeAv/k5bV861JTVx9Ii
TzOIkKiWSTKPnULyZh4EDmiRgr5JFWJnW1sdJDFg3oGOvUescKm/d+SbnsYQmCGgAxh04A+9qnxA
aT2Qzcfuxpl/rf/+HBfXw7oWFdQJhuQ8geanV9vQnO0jyIDqZ7yT/fsxbe+WwFQB/vk98yQ+WApq
NCVJ8eyrsqCwA9mo+e5J2MDYG7IR7PHC/QDUnWtyE2EsRzbn2wMD65xp++2YHMYxnD8PrY/x/sP9
NYnAnN+3BJ7Q4DSBsjpI6wV/ZVMP/sSawHvywQfqDVXeUjnOa1B1sNd/HpyoyzCL8jUfPCsqWr/v
P3Ei48n6XRS4iXkXP0NwYlWFoB3gjbisuO61tcetV6gHpCGQgIc56FsftH9EA+kZdkWRZI17wX2b
m0SxwgBWRyTMYk6ezm2O4L4Ux6H8gmkDT2deV1GPEahRythNd08MmsVogG+5MKqL1yGvyOymmFR8
aMxz+rNVv4/GqYcQU2L5bfM0DDkQyHgqqmXYoRejGqeG/4frDG/8bV4FqTjqYNe/oAH3oKqsCPYY
DPJJgYHqQ2c9Jn2gaU9OJ7lZ9qLupTEhD3G0kQP+vBlb36fJS+nzAIy5xI23fEL0n0sj259fxAFI
gi1pDUmgM9KNhNKg1L5WOj9T8glyWz6Z0mOddVDhm9YIqgPNXMnO0fbRxB8A58F+AuYN6QUhDCZc
Z1VW28m5QO2yMnxMiQUmnlcthIKS+nEYI159d7rnJnePWh7ZMhK9vehxYV+8vwvUIYhdWclZoWHF
8Nicq5feX9SoM8dXFY9/8FdI9nwvHmJCEkcHiH3MkggfdlGLQhkxcwPRSetQl2dT+7HSTzR5VNvq
kBgTQpcdlJVPhu8gwwqHEhoFrrRyvVkRNx45LlIHgOxQARACmDaoQ6fOtYKwOYfu8prxk9OvHlB+
KM11PoSWPJtVXo9hnbYlr5I92Nl29AQITjHATyBVEdIXzZl6hpiunIun/NsazVHrKSi34AP0vnsu
D84ph7hTqE0RRt6OsnfLXrbhINVAARtTaHj3Cp8g4xOjpWYom9tbVRmAA6U2Xsaw/OCW3hgmmuQR
/38YNHADoswC2UshTs+JXVdlpSlnBlK4oVdCcKHw5XlEc8lJDtB/V93J16Wna+cjY53/mhVegaQm
gPC22Oa2ep3JR42XUWk7wIt7pLIi6OUib2UBzWQT2/vrxdws2Ck3TKNYzCZZnulrx3HnazlqKsAU
e/UaDphIKb3hkRuaZ8nm4DeHFRwaE+KAT2ISBpOZ4tMpx1GbHQqTC+iJXchmZZWnp+Yjb7PTfe/d
ufgc5GwgkwA7JWZvhKA5tHyyCgWX7tg6JwdVCid/rGvn6Fi5T/RPNvBS9w2Kg1FbtgGLYEoFUhUl
QrHr2RUz6xdDQ5hW0AZBY2mZwizxZmg9ObW/JjGgqv6iVCFpU49DQsYGRaaBCg6y6qAAf3r6qqXv
uiwD2MuhMUqI6RyEELzzxCmgLDVzTW8K5QyG+y/warPBv0+FjsCFNx9pPLbwQ8oOWj2FfSuTKdoO
jfjFL60L38EkKTj2eaaAJ2mtPQZm/8k8WxAHGs0WPNbB/Y+w+9UxyAIeXsxnY9wYv+biqswrqk2Y
Boe1OYKGNty65sdFz5FmlLUHemcPVXlJgWUvv8PMGWY90FnYCmbC06sZuAJsElWA91hyT9N40Hxw
h6hNPkA8FGhkFxBA1M2yoGHto9Z/aOrHdv7rPyzcApRDBSYbPTJhm/VyqriSN8p5tg6Qn47sPg9s
tIxxmqn+E+oLEm/fSXygGYixFtBhmTaGE643moE2oJpR8Tl3pQWWmg4NnBw6E8FoQ9/s/tJ24xQA
eeAkxIWMAoWQUw4zpjnLlMEWahU+fPmoZOp8GrMSWJWqfU5dyKVCidp8mNps8TNiyS7iXbdCrwNP
FzRw0SC7Xq2yZNXCM1U5Yx7KcytUDTK0rB65u3jF8AXUrf9hxbCGgSwNgEq0Pa/tre60zEmNr8nq
x6SAGPEvw/LNwfzQ9J5tlh6e36qs27h3UC9tCl+0hIYR1wls1pjvXjuvCznIGqrvMuW/vb0E/QTi
EBJwfFFhbRMdx0ExXeVMreRL07dRVxlFQFev+soK3xhSCR53zx6a4ei84+2Jy054D7Ql0Xhd4ttx
2y+G/KB8YAcCNJzav8318f6H28kaIQ33ry3BT8o8V5N285NpBsMzBwO/LJzuXaCXFoRz3jcYCx+6
RTn/lQ1aaPksV0KlkKFQ9jI/gCVwW6DAiUqdcOIsag2kBjvV2eqt59k5pvP/cHZdu5Hr2vKLBCiH
V4VOdqudPfaLMDP2UInK+etv0bi4t5stNHHOw9k42IM9q0mRiyvUqnqxo31VZ66i1HhAgvjx9sat
LgsotJ/BcNZzuDzwhl6mLQMthMXi+KnkeF00hLkmb2WR8Nea40JDXbPADIHkkFfvrHulUguKIK8y
3kbzvrB+xdG/24tZfXHPbXBXqc5xQhoUbsMIQlZR0L4t9s7KPGwhaBb9RPt2vm1RS06wLl7QbLK7
PFoG2HTUf3n/z3ZO1fAhWBe7KvxbfrYu3g2amoRCionjrcEHyfmdYgEjHcrRDvXi5pu8L00v8P1r
Fwqj/KA2BZ6SCZJengunHrukt8HDY+Wj7C+aMbtLUfSeYGFrm4ciLQPsIxjGbP2lGZpEKmmqCuAc
v3ZjDx1GN3GtoAo+Xisv28g7kcW1835ukP35WZxSQ2wiUjRAWurC2VIlGJw/Q6N4neIILtYKGhcz
g9g5UCECPAMU1KUlu4o724ZQYWhC1jwzs02y/K4PpRUWQLbn1SFrjrGzWfDIzAoq8NG9mX7Q5Umw
wWuPy/mv4Jy+UcbOIsUWIFj0uyfH6ND9apxXpB9eimnJgQYySDz8qQxBZhKp9/glUn+/ZCLE69q2
Q8wMYzaIDQFQ5C5mzrhQR3WKQkzHulUGGGh6rBeMxoNzT7Bi5rH4u3Jmin92TLLYNLcXQFxmEti6
C5i3fSjMdJfWxml0BpSjnrJCdidbORr6U9MLMDZrN+eHOg3fHoTZfDLbplVrFAXyn1Y+zhLGJSaB
N1j5pLiYDGXGMGZ49C4P1mBapWUvBYFGduqpCdOkxJuXfcYgndNaYRC48ukcpHEyfDagF5iTujSX
V0pLesgNnOg//bD40inf2wcaZMfpqUzc6JnsbR8SYurm9ndkJ+LiM4L3G9sI5BAwXwjvuRNDoESj
1YMVn6CDN2k+Qx3orat3rpHcV2AFGAXRisDeTyx87hhmjGl3JewpSXFsnM8Y2pHSfHLaN0xI+k1x
aFJB2ePqO2KFoNzXsT4HWgQ6dzV7pSMldCLIaYBsbV3ou2bc5tlj7eivQqnHq4/IbAE3xGZr8CVV
dmjPVkfr6n9tAYUFqMy2LgFNtKStEDMiMsQ5dDA7QlAus8mph5gA5ogiJGAdVd06e7l9PlYNId3C
gWQ4ZH7MwkaFqkHGQE7ToPlpFgE0/5Auzr5U/9w2dF1ZZ3uHKwA+MPQzkG9e7l0OyfO4GOP4ZIJk
akwDJZ19FDl8nZYHqDPc5TmwbaoLnkQPZ0QGx7lorWtn8/wXcJsKwmK17CdQTQF/MUXZXhoOrZns
bZ36WZt5Q059hXzfXvba/kJfBCzFgD2hqcBF75ZWtbnm0PgkI7nsil/6WEOtZS/sba7bgSwMcORA
GfEInqGNyt6Yqvik5zuZfHeo+ZXZS+wIHsK1y4b0/P/McF4srcFgCG7/+ATNt6BKetfIIGqVtV5b
y5j0FBzO68wZZwZpKytgM/ZM/r5VdWVQZGEw182eAh/2kSajG8UhsYfAeJ2lX1mq+Le/2DVMjhkF
FQ9yB6SwVwjSYp7rLp/hqctA30q78TG9j/dxG2pbU9Rau8rtmClGGYKOE8iReabGuuoGjLeN8UkC
8Vd8T3ARQCr1KqnbWHQQnasHndliZwPEyAySy306Ihn2MHdDfLr79Wm5bXA6Ke7Jcb82m9N+s6Hu
aXNyn4KnPXHdp6fU33y/EKD0EE76L9/Bw8vnQ/j+3bmDex/O7iH0PsLgYfHCOPj69/jm7B/vZm9n
ub17uFe8j93z49fO2j96z49ecBB8oNUzeLYQzuHnZYXkiC2EhPpD5zY7kI+ICibMGfHP5vlmcc9m
pi2QHSwn2CApYh+zNxHoEVFQwJM+4Uizb4KnGXE7AOI8q24LJv0mIz1eSyN1zfL3ACm+OAP6bv4r
yYdFTzyVTtuhClCXq8ddtzSeCbFFKC025lPRV94olRgI03xgvra3rwFzhtc78P8/je3Q2VOHERjg
raQGjuug+MVvQc1xdX/Z2DsebnhGvtxngmckSZUlPmXFnZnlblwJHNWaAQe8Cz/iYuzFvvz5/Zjp
w1g6uFm5Addew1XFcyNS5VrxuhjcYQ0IaBAgRuW8u1lmgLdHNoK6J/fB8ESEDWvn4+Lv5+sxUYJ6
Xsf+frDtLjF17UIJrO6EhoFr7b4r68VWfDN5k2gedpk76X41u1m1l5V/Mfgmov8GKoqO2fmS1cuN
HbreqO0ZGzsMVD9hGF0BacX4efvwrTl+9CDQicD6wP7lcFbioQCXAMamT1EGCTzIxkBIN/VS7VHL
3MxF1jULUuhriDJb15lF5j7PzvsIxtRciWBx+Qs4svti+y9/Tg8Qb/Ra75fkEhdpntsd3u8/ILcS
fNnewf2900TsdNezl9zP4K7daC9dFmsROP+ze9mekJio7oJCJus31bkJbPhRn1M/t3rX6u07RYu3
UweE651kf3VQEzLmP5X6EZOXccKg5nZI/d7I3RSq5PAS8ECC4HvlAbvYNe6apXQcB2JKOKD1nV3J
fgooYY+pYCd/L/PajRyRFvSK878wyG7k2WcCaVorUx37gxbfQ+xEfivfOVHsS6XgCK4EizAEtil0
nGzgT7gXQBtbNYn7LDnN8kc9AJJZ+JoCBZfWp5rpWcaHsfwSHPoVn8UiDkzmIOXF6BPnTXSzgTJe
mScnrfml2PDsSjegw6hCGrX0pMjZS8CPO9K0N5NXXZK8vntYQM5TjuPu9i9Z/SGY3AF8Gk0hAI8u
Nxlqf3JbEqx9spTYB1A1cg1ate5tK6uf8swKd3agDjAXXUuS0wD2lm1qbPv4rSuCtnm+bWftS0I2
GBcLcyxM2/JyNUmPnKTr5/QEwphDG5bkEA1FBhnfPwWNXQfzph7ynts21+7FuU3u9ERmlEhUgk0H
8SOGXgMdVInHMja83BSAsNdMAWGL2bwfxj1+Msis5wQZYpmelM4b5g04sIHUhLxu1B0lYVlo1U0y
onQZbNXoyvL8fsMwKA6EamCNyoEEfdIhZb3B8UWqthFRjuDh9moIzpqPUrypgbFoMBnlJC9Tii0f
x7AevkdJ+0v/6Pdt6zXTb9V26+S9R6MRUvZu2u5jc2cp90m3T9XPVBdJI64dOoAEGXEFo3nn86TE
XPpFSuv0lCzdFo0wANlMek9BFtOJOvhrtwjaIAqOHObogTy6PHdRl2S55OTpSU2+UGBORWX6tXNt
omULhCBA5CpfwGrrZDacDJ/CQWAqDcs+XY51fl+D8gGYxLEbMUkl0g9aiQoZTyyG7dGfRsDDvcup
BWWnchnSU2FiZEgb3DQ9oDAquD2rO3dmhXuLdWRE6AmN2DkzdVza2V+o1GfB7Su6un1nRjgnh00r
wJHVpye5/DfRo+H4SvEm27vYzFy7/EhF09drsaIFYCGDcwD2/5Ofnb1cyqjNCOewdQrx4+w+l1NQ
wgyuVCz/hV89N8QtrJuMVjZUGFKtZ9loA8XC+39KrHZT6P7tPVy7TUjLGfUmK6HyWEVMCU+JBArm
UwLaI3V4cno0eiXPad5S6fu2qbW0XEVjDRsHiXRUUDk3LmeOVZoZciWVGA8UzJp2I7soIj1G2Rxk
0eJrhmssng2K3kSE4175drBtIUdDTMC4Ny+vsp7rYy6psD1oT1W1KwxXh0s3t7eXuLKbF1a42MYk
k+Sgkh+feluB1C6Qp2Z6r025Oy3mUyZSLL7urDCyCiwHigBo0wPXfLmoWU30HJX15NSnqnwXZRBv
kHNr9kqoQgVEzvPAGMdlO0E8CXzXVnRntUl6jE0r2mC0qkCbsyzf5hGZZ2f1ieBkrdxOML/Aq8FH
s/yKczStSZQIoTDCL4dsWxBdoKz+1enUnShGwbXIV9ruU2+V37c/wYp/U1EgYZuCewqsxuWemFJq
VfqEx3Scqpcso8+FJbuaJopi1/IbMKrqbGYFZYYrNUdDbUmXggj7BLWseTtTp4ZKR9q4BgklgAjU
jiDgK92CosCMyQhJ4PtWlgmaf9whYFJwAvhXcADzKK3pkJ+atHCzyTM/Fmit3t7K6y6yybQE/t8I
9/5lC+iyO6fPT+Ps1rNLwbPvFiGt3fR36bfv6iYWrGrl/sAgWMwxa6nraApcfrxUBgNbhHmYU9PY
WYDDIh9bW3EAmSviX5bS1g8ERIuCZfJGUZ4E+hATtRAIQYjJ9+NjU45oAtqL06gOwPFuLRIaAKHV
prVNNUHV5KqGzoxhmASyehimZ9DSyxVqUmwunQZjRP6o+mkDcKurVjkirMKzT2DdHZSPvvFHKruR
pXiZKWjK8eeG2Qe7HDIChjFF8ebS/mRGzlQ0UX7SotxFNXsCTCQz/hsjjH0Fn5GJKXOfkaL54WRA
jJ8ao3VN431qOldKREyjq0s5s8K9kmShiA2yhJ5m9G9G7F/JuDugYC24BezvOa+jsS3D/wA9Z8kH
Ph+3ZfrYpmOn5KcsUzatPUGloHjFgJMe7ZSDpWxlo9gr1N7o4BeOnTaEKBB4/gU/gs8Rfn4EhKKB
K8QgicajwRWlkYbexpYCwWj7XeRPgeZ1HtDvrnR4/vr6R08jkB23ra7dDBDjgUsLBC1giebSWbRV
CbVzHJayi5/k5YBCJ85ntIE0UCmLED+rVwMifFDQZGJbeM4u99nK1FjWGrbE5dT2lT8gvELRjzXJ
cxQl2mzaJxAtAyHrdqnzXRX/o4uoab66YhVpM2MuAVSL+w1GXkR1E8X0JOMN8UBcL98RhEfBbI2d
G0H1BOJcU7K7vc1XU0L4uFDAAcksqvqYLOabJGCCWKLRhlUDbCxS9FkuO3UqP3LVc0Zwe5iHfASf
/ZPm/JEN6rtzl2JoEY+aIaiYXK2etdHBLoA+F0IKdBkuv4Dcl1EeA6v6aGuSHMiR7Jk9lPaWeSEo
UBkDxoRou729+KvbBZsg0kc/Cmhs4CI4XyEZsQR1PyeBasIc+22sKsDVq4vgYbk+XMyMAgIDfFfQ
fvAwHr1hhFw6zIC4pRu/u6r2tFnZFF2yMSvQFIzvdXcXJ0PopGFSh13eCXziVSXY5n4B73mBaDPG
zk4gRQumGqiTzXdDdm/o1Qe6Yf2guGgv5hP1WvXvhKEGzPUe+gpkZ6bbqUcp2mG8RsQbfTXEDPE8
lB3w0iI+Y8qo3HGvFmmwaI8PPlKl3CdlOm6zXFEOIDFuX2vSaO6StgpArZBlyUbDPGZVCVnuNoEA
cpPSBz222axu142HpVMW18mi3JOqFt1fPN5+Rbu32ND/QM2YurWTpEEcoxh2+wDxkT0jqMHvR38R
TsO4UoOOi6LOZzPvjr0SgRdWl01/wAu0TaeU+BRU9Pvb9q5u649BAMLghjGKdCVhZixxLEld3R1j
tK8K+mR3Tyqio6F5GprJtYbPZlT2UjFuo/d2P8Z3vfEH7muJLcHD9FMXOn+Y2A8BDwjIOBQ0BeE7
Lq8rcYbCHsu2O0KEZk+UQze+axDy8Ps69ghJAr0GpV905wyWW0udtwwPJA6ih7z/Q4xhU5FjoZu7
svnA7GGMf0EwxzO0p/nNlJTtKJKFvDprP7/WQMEBMRaYW36CzbPseUpQs+vyqTuipHOYStfp9X2u
Wu6c957dvZCs95T228TQCcrDB61YgrYzfF31qbkfqwNtGs+gYdwaXrGEGO94NuYJU7gisO5Pxsvv
KmYVfgBaCOwdrmMjN00nq1beH3OLQpqlGY3qsVDaVvbUJe6BoSJyovt5Y+aO2xMrvlPnPIncerIh
MJeg021jZBa0hXqjJi91BRi1a/a6fUjraCqCnjZKmGY9ZjzrKC2AipJs+ndJCeDrFenTvzXkfIir
2E11nJBQfMZZI6N4qzbp5OtFZy+bAgqhQAgsVETGxscY7AvpqHfhtcdMDmYoL8+TriegnTJQdWx1
3a2ixDeGf4Xy2cUzyETubdGkBP/a/JgDl4qOGU3M5f647LMDoSxzbxIL5gDXimqcVH/j4lvfvq1X
awLBNB5CjOeBrwSOggsSTWVaOjkupSNJoiPNI5y+5gBm3btMOupZh9wpUt5vm7xySDCJjiIkBxkt
BJLRy22MF6I16OhKRzM9oNe7H7vjhBQx0V9v2+FfTrzVGj4IWxnkkDDgf2lH6ckwZDg5Yea5tsC3
XK8B9SDMhCEeg1NFBn/5d/eTU1vmjExIWho3t5tdUx8MagdDNQuCHz6KZ8/yuSXuutFqLJo2h2jV
Yi8QTl9kVxq7L6mzH27v1tVp4+xwzjJv64GgUwQ7en+PQNOvCnJnEIpR4PRv3ojaB+zlvPAicHAI
IhnZH6I7i6/pz5WeWaTCBlb3CGaOU+SDW8V4RW4wKJvbK7s+4pem2J+f3aNBK7U+7mEqzqPD+KTV
QdQfM/qJCA/Rg+Bwi4xxEYOklFCYRSISLkVysBdE6eC5rKiBoWpgwdrFBYnp7eWtfLjzneQrlCbp
F5CxwaJOn5MMHRI78hfQH2D4Nib/bttaOfYXtrjDOJi9pGeVQ0IZwIxk9PThvkCmMZuCxGrl0F/Y
4Q7jlLTWoOews5QfQAd40BPfKJXgXFyVb3C1Lqxwjgix9AROBVgZpffEtN+HiL4VkXqnvuSPte5L
UP9RC8zAGUvvj6ZgLv3aO10a5xzvUlaO1igRTqX16ozfM/0Pc5WfxTHgL0b7ELnywlFmGUUjXSQS
5g6oGybFSJ57Ux09ojTVZqihXl73k6iKvPbdQCoAVAPjNr8q+g1UWuYx6eJwzOXRTYFsP1BrLvAk
yyJTaw4E5RMW3KGCgjD98labZpMgKWjjsNPrVArATYFotmwpcL9Iph7ylpIG/JJ1OW3rpe6DSCaD
9J+/AixbgiI6Bt90jN5f/gaaw7WQOclCMo7JLy1xgNfvozGAvLPkzVXTChqhV0VVfFQN0FJgqjD1
g94Dt+jSyp1lcrosnIbCU9UI3I8obTaTR5oxAOn+No0ir4ccmArStdtXf902QHWY8kCkANTR5WJr
qMkYi6FkIfiN87fUKeXtrNXFHX5n5k1Af4MrQpGC2pF+dco4+nVdEsFbuOJcEcajGsl6gYC2c8vv
rCpVpUnLwtIZarqZlsV4bocGOCDbict6E0PBIPe0oi4SP4LiqmiCZ80+nklTZhQsTDDscgs6Kyok
s1jSUJ41fTumdb41+nZ4lVWCIRTk53dyLHVby6SqaMxmxfNi+AU9XRZxg1CLCzhqyL0pWd/TsGsV
cirB4LZ1OkhwFKW9GZpapEu4Zg5ZLy4XuA1k1GIvVzqnvdpaTV2EEHcHGxnS2ZL2Xg1XjPkiRXS0
VnwhZihNtA1hE+OUbN/PXuhikO1mjJcyVDvbt0jvjrm5j5IEguhHSiDo0h1HKPr1iulRRTrp6DW3
VLuDiJDgSVj5wNBFw3QRhLyAkOV5/7M27mLdrKuwRoWpskAqEJdbJ7MPVTP1Xpr2T6okFGNjjyYX
Cv2wWID9hVG881XElFUGWrWvw6a0dwP5LdWQYX63opOjeC0QA0ba7ZL5magiFv4Vbw08vIV6t4ov
DRbUy2235xJj50pRh4pe/OssEqQGUw5Oc8GurtkBkoJ1LMCVBMDNpZ0RkvdDZDtVmGXwkHpOTdd8
i3LDFNhZiYRQbWCcILgi2pVWYoqG81RrZR3ObRLQBpPkqMsZY7LR8xfNEMTLK2cWupOgOIREIRoG
FrtBZ2eWJH0kYZ4apTBCS6gzFsWWgAHTv+1115aE8h/ksVknC5nGpZUSKPfIcpImrDQPDMw7e1a2
dUqOQwt1MhFC8GpMno3QgEMLGH7w4rLm5KU1vD6SMzppETr2vm9dCWPxh7lHDtidjC0NzOozWu4L
SPJQ6zN1RMfxeq3IBkGCgBYTuwr8+IQsj+VsamkV5lC6t8inrBHUIPd4DHwn0dzbG3v9+S6Nca9Z
n5XSnFVZFUKvz00aQPxFxENX3WfsJuNCxYsJEl58Qc6E1CQdtQY7C2fP2ZQH5Q48S9/GrvVKQC6B
PB9cJT7Uom4d+0aX3oRZRT9CxwQdcl/Oc2e2OULQAlYVOQ8mUEhlGPpK2+ieWtXj7T28vteXprj4
uZfQXgYSPwN5HoRffdt6ynIRmklkg33Hs2smNanUgFI0xzBkgZn6oUpycPpT2zfLrnu7vZ6VA3ix
ddwHQytnpJXsZCEltbuU+zrHAbTvZK30FlvAgSWyxV01lNuNIrHwmeTH0twY01v3h5S2B23R4Pai
VrKcy6/EfsnZDhqAVlQphSVMNpaLN4HPxclRX5y1+DmOG7+Snml6P6KJTQBRGxVR0LS6UryqgJgC
bAmp40v7Thf1MUr/OJCQ3S5I856240aGaHpOkPSXr7eXe50WoJyF1wznDuWFKwnVzpoXc5KzPMzr
Y1oc+2qrZ35n7KTsGLWPuvx129zq7p7b4/J9K1fLmRqwB5pTVw4K//T0t3KXgIJxSWDqOk64WJrO
hYDq0uZOk2GIrCOBXN7R+N/UbUFw4YHkGrPRGOmEfivKw9U0CEyvfUIUCYGLYx8Q022XnzBrZltb
NCDwm0nyE5fooW2j5ln8zUSz/6tO89wUdy+gP2/pTQlT0/K+YCJAiUDXMmyi8i7B8c3mrWb5ZBnB
aFyBmaf2kmhjtlCBkkXgjh/yKt6Rnv8S7t7Ekb70hlnC8+zrcAwGHxSPnT8G/VNxAkTrgxzHhy4A
r7icYCDB9YrJA4r/9jdfPc1nG89HaHpWEw1TyqFOfuH9WH6B4Q10U/0L/SsXgoKEyBZ3kqMc0dlo
V3lokW0RVxgmAZxlU9cu/QLHrDGI2Eyu+0R4HzU2FgSkB2bDePYwRq0SKVafh4u0WTYt5g+kPxRY
QbrslOVJ6r+0w7AcE/ON9tRfmmDuN6aoDLmS1cIjIZcEGMpgRWmuotXKTTKnJnaY1uCt2U539BeG
UCEtVn8tk0tENf11e3BPUJ6Cl8JturxKjSRl1OpyCnmKRlNcJPsTcYsUMhIeSQeFFZqsukOXrC//
UXQ9oMAly0Dx1o1V/xfPHSZPEDaylPpqoLJNp6mTaxxwQ283Mt2puNNzfkfL05SL9JGZh+Av07kt
7jLVcopWBv6LEM0i0r7m0oPkCOayr3M3fElIJAGVgKgDn/RyZzPNrPq+hSd2stFPqYfygx/boEoD
M9v0YaeiAtSaPZClYv9AwQcaSy7QMjtZX4qhzsNoORIrlJNv09yT4W42P0dnd9sPrD4zkPuwQK2u
AZrOJ6ZJnNjlLEsw1r7NqUspyuSOmw4TaK0VVwbsjJieVBuBuvydRaXKtZUC0Kuh5wc+b5TFL3e2
1JoiiYeMhpIM8nMaHyWyoRZxxz7zJBt6yoKQZc0eSxYBeUDYYPBYnoZoWjIpE4aoE/lgSHfA9nhR
9ER03yrAO9ODtef29q65PrAPsXuArYX+yOUC9XyQ657qFI94ZaZuFz1+zzH+/xtpX4gmwtCsLc9m
whw4O8gf+ZHYyeoX8KU4FH4vcgkIe6BzmleFZySodBTPZRwJUtUraAW+HeqfEJIFRyVSPH6Iz8oJ
8FGtVITLAngFCpR9qYVz/ar1d532MjjjY25Hx1FzK0MLMLPiqfcEzXCgC6tlwOCz4S/JXyk59O+3
9/0HssS5BUjbYf4ICFjG4cDdWYdUS0SivAztIt0ng3HXdPUfzam+DICfQSo54sAZmGXXW3lbS6rX
IBGNXRIjfFX0chM1pic3y4OUblHjFvy2laBHhyA52MTw68C9yEUimtmMmjlJZWiZ31M0nxY1dW3o
U5SLT6SnAnQszaO5ZH4/xO4U7XS79yRUn6Vhv0QQ/ED9+/YPYvb4vYKyErqmBpCY2K/LQ5rSRo+k
kdAwsiPP0DEaq1vFMRlT1a/I821bq2s/s8W562YoZDNadBYL+FK/RSPUq7Hxbe5TS8RrLVoXd/ko
SXIb5Uw8DVocaBgEVp8ludsUoyBbXXt6cfwx8AZ4IIqo/GBPipqRXTpwY80I+Z1MrwCkKKF3CV6d
TPb6TPbjXNssGLWzqGjOf+X9g22obgIgiXYB3ykAe8KcUgi/h6RvvDKx9tncvDpCVrArGBe76baM
rjTqNw44tDhXrWSDZLVRS0MNQPamnQI5Ge978txbf3Li+J3pLqbuj1GyI+34W9dfc6G0ILuz/DkF
c5zMsN8YS7a4ZKHuG22BujLcm6nnnmqXUDx0zO/bB3TtQUTjmDFIA9sDaVnu9QVQJouNBgtNin92
TvY0poExmV9zMR0gA+9ZieUZpLg3RuNoy37bT/7tX7B2bPEg4lEEHFC/oqJVq8HQ67ymmLaDtQ5Y
HQgsEcwMtWQW+O+1w4MzC7oGNiyMVtPlzVcLDR9r7Bi4R1Zcu3ckcCw7aqBEs6gUv2rq55UwMaFp
X4XDmE4xMRTKTBXBRDREhG17n6BoIHCv64bYFzQB67yCdCKTrbvEGvH9NB1Mya/JCGxyJuiXrRnB
0A4AmxjABxUmlzFrmN6jpYNAQgLnaDBY6tfYlLJrdqYIvbV26NFNVlHmBgYa6PXLTxTRspKrCBFE
I40oFj2WySTYsJUYxWC3GoP4MrTQdO7AG8NgO1NdFmGzDGV0oFOHPkyE5s22kuYu2seShlxZimYn
9SV0ELd4qGQa3D70KxuKSjSmMCF0xZqA3I8Ai/XcxN1QAKH1pNuoavauswg1HdaWqoADDBVaMHuj
dHS5mbTMY9tE+zBMqP/uBIP7DRJt7yF8fQ8w++++9S6oJASv61rtG+yT/2eUr644lU31lMJo1jY+
+PChQTJBH2ku26BJ953jTQO4yIJI31XZW5McJBAW397clbgQlCwqslDAi1WZ39yhzDG0o2VFCESb
ubGSOAoajOqA9BmTWLZWbRoT0m2LVokK72uvBgBSGOJkA0GAWXMOhiZTqcb4R4iXq/pdy924N8tJ
96CLMO6TzmYnSkm31ZxMGJOuTW90gCRIlJQ+YsJQ8nKtaDf/+Wagz2rhlMHz4YddnoEJqo15BWWR
sJYy+64pHSVoERcd1KqWD6R2SNCM1ewbeiw/3ba8dsYxNKQx5SL0mVX252f1UjmeB7BQF1UoGcsm
qoZdkXpzLW9vW1mJsNA1YpgrbDiyR841yU68TN1SlmEfBXX9Wx1276PxT1gOXTODSQGgCOFoUWTh
viy6tlNbyg22scrwFfMUoeMk78dFO5XDYvgoQoiG3lduL3pIiHJYegNXwd3ehcYTLbKygh6SdlAK
jFGD2Cu3jqWm+Ea+G7YyNH1ub+ba5T23ySMzi0rrQDSEvm03PtvkmMifg/3U5/KeoiqXaycdItKt
+rAAmEqLl4aU20pUZ195AVjrjM0NgT8dT8DlsXGUSIJw+1Ahr1o8afpsS1H8quJv4AIriIRAnRYN
asQb/BsjA1KTFfWI5nS2U9JABiq/QtIYDMPbmL8pc++S/CXPApEW6EqkA+g4YgFUreD7+SnKYTan
KNKQPfa52gZU735rkEnxMiuRXVrZlX/7Y66dH7DasJEzVJoR9VxupCxlZU/nuURg1S+1ayZy5RJw
9j4qA/o/g7OvMxO6RkNaQxBZkgWx1ooTRtCKuA44eDCF8/NnJQrbVppIaEI6AIe3sQfdpCzfNNpu
lArmigVjDyvHBpPMiIMwUQK9UR7XoUVzNmhVgz5k/670nZuKlLVWFoTqqsKm9DHcASDY5XamOcAo
A9BmYarpzY7MIFgvjWl+aLU8C51SBWpKUgkYyYklaHGtOFJWqYIQoo1O5NUcwKhNY2s3SxWCKg/1
Kqe7H/p5ly7/RSsXvgZTmMCrAHPGj64ATd8r45yh7b9MXkxMl2jB7SO5lm0AJgG4KlpKrDvNvUYg
06Cl6gCiQQrpYMPJDEvn1ZZvR41LhvIptlqw9liDP9a2G3X5pqMiofq1g6Iiu4MSuALkET+3O5s6
gUQ2wBpRlqCN9tL237cXKTLA5fxDay+YwcrrsC3uJvl9KiORl2ZHjXNgAHwziA/2EUEOl5walRRr
NMKHKvJNAQHaPchtdL9sd+oGY1tK7dqi/snK82chlEI4hQIYkFOcxSKuaZrMpA4pI6uO5aMFtnY9
KDUQ2QoClrXtw9gUG9LCQUHWcXnP6FLJdlW2dVhajRKU7SJ7JE8EPZq19SA2UQAq0JHe84fAlDO1
bCu9DvWq8fpF9WUIVZht6oKg6hEZsSDnWPH8SOEBP9dVC3A3HuUODsvJnoeygQg0ml9kOli9vtXg
od1YsLA1X4G9Q+LEysxXbRgUlWVkNVkTZqldB7pTn8asL3dFIjjkaxvI1MYYaoeNBrE39iy4WyAS
MLW93iC4yzejFIdKtcXsItr81ZOQyHzlSED1CCkMEFYAFijcjTKrJs5SM28hjVe+Lc7kFWktaHqs
mUCUBcgOOJVQK+eCrYyO84geIbBj7QC6EitKg6HPRa2OlXNgI6zBKlBYQuTBuT8ngv/LFQCr1Ma+
G6zUlRZQNJnUH5LtbSe0YgnBKtAyGLf7aXZcfh8J/dZcwwxdCEoUX0++uvJNBj2hkEz0et+ARWNK
IICKoUzFo6NViVaFPgAEbS6yfZoMe/wkNcqbt1dzHcrACtqbwOOgKAe/cLkaOVHTUSEIZYp4uNfH
ogCDCLQlNdI5+ygFA8I02RVUglspsLvZCW5bv95LuFrEpAAow2EAlH1pHUPlVYkXswzbsYKETJ4a
j3pk5X5UTqiRTVYsWO0VfwlkoODbUV4F0gMVTT5QnFSQo8d6VYXaSAAHXqROuW/l1HZzRbLup7ZI
T0uLUMBuKGDKZhuZv8yhgoRTgRmyze3FX190fFx4fPwiHCR8hsvFJyYdYzNCFpco8xsIsu81+QNa
TX1be5YlcssrCTSsgakIBMPoYiBMvrTWtVk8QteGIRzVkvptW9Uf8DDG6OpDrj5OZYnatlTUoOAp
pET/ZaP9pd6PmJ+OvTFrwHCpDVINtbDFqgSv7topYBPLgLXChaP8fPnTWmegVlLLVQjSn5k8dulj
k3jNKIj11rYb4meAnQGfjWyW2+60IUY60AixXtuau5mU0daIEiXIs9TwpSh5BiOVKrC5ujLUQ3GF
Ab23+aRvmOUi1VOEE10Tb2RJokwt8WDVaeXVZvv79nm6DqNZ8RUde8RfCNQ17gsrtDPKQoWxtpxd
1g9xQNAIqdg5ytw+cwJUvAWP75rzQLgO9hRkXnC83IcrET4jBoDTbbNnVf6slCC2DhoBQ2Orf6Wm
yMdfv8BY4Jk57guOfevIYL4C1CXtHiCVtJvMD6CKRJJmawcFpFOMo9fG1ARfy9ZTUtVWgXwHf7wd
c7Jpp/k4DcgP1BywehEHxqo5vPeM6hjTjXxNrZ+k/yHty3ocx5Vmf5EA7curVttVdi12dXf1i9Cr
NkqiRGr99V+oDnBPmRYs9LmYwQwGA3SaVJLMJTIi6+gE77cLJcpSYMlnp/sza/ZPefqVglfkvpes
XoFIt3ALANmCWrkQcC6Eg62uK/TUPhbF385Xw9b2i1+sg6qVp7y93Te39s3Q1F3aLGjqAmB9fbaL
opNYz3QKrCcGqxnQ8SDWcKYtEt+1gwYCNlBq4RXDpxN8P03ixrG6CakHlCUrJlN/MpL3cdbPkm5+
ub+kFVQQhosxsI4RB4zVYLTnek0Ks+JUKlQYQx0Wqli7dKjDUfUw+Jhp3mwgxaOhOn2xnLNc6JAq
Q/A2PMnWccrC+z9lzXdwq2AkexGYvCl2V3ysNdLYzamZAtU8seyBtRcr2RnyhqHV5+OzJcFrCoPE
dZxaDSq/rml5XVC75JeRuRh/3tdgA4d8JvPnLRa1lYYothp0Fqh1Ii+DisL1Vmd8LijCh+Y0QwlW
QdEXjI570g57OTZc4ijohY5vOSVvM92qSqzg/BbucQSTSwMP1Q/humlLcNORfG5OPQB+SC4wsdM2
R96+l5bu1vmRKK+G+kPGgDmPH4oaJK+l9AyFr428Y+UbL9NqiM9Q+EawIPwMNSMNekTY+RIzjEpY
euqAk6r5G6HRykHFJQ4kwcIouGAwrncaOhwzSWOpOXWqdeIADGbqA/RaL/cddvle1/k1LrlPVoTr
YKqbWc0w9nbKCTmYpgfGUBe1l4BXGw67uhyUIbBhaGkj4LlezpDUmWFkTXuy+y6QbQIiDnXPtfH3
/fWsmrFM2cTYPThaxbRD6pJmjGesh0iag1FdFWD2hvAoRW1h4+JeeWyXPOD/mVr85FNeKMnQqQUd
bHtKezhAcTTyxEtz6ZxxkNQ2Tu4WDfiT4q2m3voK0Z20QAWFGpmwkVlvxa1m5O3JQZBKdtmveAtQ
u+oTwBuigwIyUAAfrhdmxDXC7iZdEt7cxYRFUCP61XMnKOqNo7RmCX1caMYhg8eluaz10xZ2DWPT
lLftKQGyIiOmrxUHDEGHDf9z3y3W7i2IFiC/wGAMZErEkNZhkOIek6E9KbXSvRT11IYKneaflaHy
qKU1RGYU/aHPrDmcZfXAs3pLQWHt2ljgmx8AB8CDlr34tNYcHKstZhzbEwjufLOEzvJ4SaQwk/Sw
6f6Hw/bZluCaplTGXcl7HLaoN//YT1b/8/5+rn049LsgvYcsFfOFwvMu1WA+jIu5PVXFW0Kg9PId
2MxYebtvZbl8xMvp45HB2CYCaHEILCEGHZimtCew0tY00rT3+3/+SoCO2VggtlRQzoBZWrjJTYdJ
Ji8QpIBCrnxKsc73UqoPco7/auzMDggnsgv11H+fVUeLEu0R4AswR4e1XftC0jNpNAcMgpEuoM67
kb7YbKMpsXY7fTYhHK22J12VGjLiA4KuRwVuKxnd2Gp61R0eyPIzkQO1ie7v55qLL6U45HIWivhi
8apjqLjj/zUnnKDe6P1e/9447tx3nt4mGxQGqycaPNwIYpHuAA4inCe5TzKlt8321FL1h5TJSthb
duK1utH4mGhSQkUDs0FdJpXPEgDeOjI4P/59vdA8BoADeTIaz8JPcMo+ASESKoOcHWjmPCKBOSdZ
FimJ8sTNjbLd8sHEw4DJS9Q7oRME1xGOXI5mSdtnGYe4L4FAlgE2KxIrG2/a2rn+bES4+hNWATir
pvzEIb4+5NHsPEuDS+f/4d6H8Dxan+guAaEimJEw2ZnGHUXA7ozyUVVKr5ysA8sd3U9rLffvf6a1
RTlAzpqLRg+E7oXbMOYVpj4g43yCGzSgJgFvPVfawSdGs4tNzjfMrXwodD2XvtwH3kWs6su5hV42
idmp5Ry+Z9qNh1ZQAQRdKm2YWssC0KR3MAMNp4Dytpj5aHHhpG3HT1ZKKQYv/lY5gN1Zomv+NM7O
iWOyKbRnSd+RTtZCppbV05BaVZiWqQ0cLO03vuzK4tFoAMHNwp8DVLRw7TSZPTFrzBleOcDOEtvV
+s43tY2LZu3wo0GD6e+lsoJMRCh0OOrYdGmbdiczcppDbAdZ88Athsbavq7rULUynPz9P7sRbIKj
Gnk6Mi+RgZNZVo5BYdKdQDxmo8d8IvWPje+5snuoK8pIYyHqiDRLuFCquBxxzbD+I6TsjFeqaG7e
yd6/L+SzFeE8MJI0Wju3/WmYXTp96bhfK88DOuX3zawtBvHjAi1FVo6vdP3IqWMeE15lw8msfw/p
IVU8jf+6b2LlZH/Q6YJ6H4g9KGJemwAXSi2jtzCcyvmYZ28UsOq4UAMHVM33DX0cJOH2RTkc6BuU
5peETIi62SSPoF9nw6nLAb+fUvrYNl9RGAe/ojaUmI7E0A3K1Jqzq0vltbVAcfHeJ16nQpDo52B+
n82nusrdBh+01VGneCbVk9m/mZnpZQNQYrzYmXnzcv9Xr20PYH9oI0EEEOIZwo/OSjBizLEynKws
9yvHh0SNy4y3zMw2/HbdEJwWzM1LJVcIpKaJUGJa3XBitIzAhtM32muS1c9TQooNU4vX3HwIpMOg
nUQFF0zd1598nOVxLAptOE1Rku8H04hQRc3NwW03571vw0No8uEcGmAnQUNTDGeynoyjnIODwOyB
k8F7wR9yP0t/NcpfKv29/6n0m2WBQALiC8unQudZDHU1KKzP6P0gDzdGd8QdPm6RD9weR+jgAl9l
o7SJMqroDO3cmAkrl2o0aVUfRTR30CFfquj/KnYJX8OEHuj8weQIeIX43OZsNhH85aiPEJO7csoA
P7YjOQMvYlF6M5FPw1NfkI14cGUDURUylqYFZgMRF177RTxahM0TklZFb45gEvyuONXGJbBSqQWc
Y5FH1ZZdvOFyGWVmm0WGkLMDjYxPZsXyaqt8MnlKfKcBgyyUylq/aNGpUlOb+eNcejEoMzaOwNpS
PwC1GIPBE+gIx7qjhNq1jFIKVNCDQqoCPf553xuXP+H6kKFvi5k4FMHh+0ABXm8mGidxnzKUuCil
bplpJfoVPQpdbXykusL9xNb/xiownXKz8TbdHm+E8miMLQtDcUMU2ZF6w0Cdz2pPWUJ2BgorZnpM
FvBakTxq+vn+Mm+vLWDvwNkCzlG0O1FQuV6mqgMRjVHZ/jQB3LinGpQgVDvN/ZTzaW9ptbzx4VYW
h+0ExBEYR4QuhhCtQSqhVsq+hr2a74AZ+0pjkP5IUBZy9ak/6IUe3l/g7Q2GBX4yKHhKW0xlQtWm
P1WOtVMxs5U2vgV01QwPLWI1wjRZdN+isKV47IGBQ0KLhBoUFjdZiqIn2jDarD42uQIeUnOs9sZA
bE9X8vmBcGOrYS3cah/2UAnGfIyC5x9zHdefEDKRthHLNT1amPDT0TzNUOBvrO/3VyWCuT7MgL0T
s5tLyRdYv2szls5sgsYhzOSYTYEMo3EAMy7Y3nNKvdkatF98IsVrP4CbUpkm6yFW9NFXq2E4TFlc
bqSCgh8tvwZgIaAqITaEqEcsDTsU/cpMVdlR0icWKnP2Vln5xTRAvuIkpb6XYlB73d+BlX3GcwtU
ADpi2GexYlGVLIH4o8aOGjwYw8dSCmrcdECYM6cbLiRO+H0sDy8gqsQQEMA7Imy2XpcaWJpVKDWl
SmGF0POJgb3tMMDqFJmEID8zC3Cbsrb9mtZFbweSAnEOt9ak5FcM6dVvHeull6KbWtstu7kFWSwk
rTUwn5O6DVpwf2FKu6rk1MWEMd2ou4jNqI9fD+0sbVGDxXt7E5MOeDesxmbHViF0cIskb3aJNZd+
XVtQI2T9IKE/kVQh68w6KqRR/gHII1fdtGukUGpyUN/JUnfIM8hD6zHoqnsatxufU0ygPn7l0kdZ
WNFQsRG/Z1HM6ZRWFjta4PUA8UXevjApAThsJLOX2KQJJdYRzzBTB20eE1J/EFnc+NAfp+bTM4Mf
sSTJqGd8TNEitbo+VfUUg80TxbDjHBeQbCzV2Eh8dZyXAeHYGpFn1Rn7gvMdd2EKsGEXtsCGcrea
xuTn0McaAGYDbxCZKX3zZJeT4bWGkR9AylIl6JfYE0UOOoIG2E5Ts/qZTWPPvQqE9MgT+kS7gEcX
oZasxfMckLGLGfjCRvnyr0dHAW4IHHwaKpgLPPl6lW02T2YxTPxYq0odVC1TMJaM1KE3nM0y9xJo
izuKdwXxMW5gdD+EHe2aJUmVZdgCC7kfJ0SFogHLoQToxLZfJ3H8Nlo1IJRSOu1arcNBUOd3aDHn
Gw62GBJ/CG4LELgsBOKgobpedFK3GZUM+FdtjQ4kc7JLbJJiVw0ZSj05tGNz9m+P64czoSCNWddF
GhkistcWLaYbbaHP/GjOFEzYFsIuPutg9QcjcgA/GyJA4fj+/rcVAqX/GAXOEcmBCSYIsQ6R9QlU
P3OFH6HM2b6gbZiB1qiqfavppgDRIIs6JdWjdJpSL57N6n8xj3Ab53iZTxWRETIolMquw+c2KVSY
daMc3iG2oEAyQ/9dlKzcm7rEvKJvVQ+12S20idiQXVaPdgpiNbyICxpdSPsMGe1uO5b6oymz7ExM
BkkkXQZfrT2aUQZGxUAbsykYu7rzEkTvIeON5CHMedUA/PF4ozZ+XQ3JV6vnW905IfT5+G3I1IFC
BWRPRX322h3kbsRoljLQY5Kg8mBzTHH0uuUhO1HcBoW7FxuNtGdKHG0jgr19KfFGoiCMsVrMvd0w
16GXRHu0BttjD3G/0W0ThmFPRzI7OYp1HPwNF7gNuDAPBGJJFMJQ1ManuF7nbHXpkGOO5FgDAPFC
dMx86SabPNugmO4oqJF9ve/yyx8onGyMWeBm/JDXAKHotcEsydN8zpz2KKn5HEqL46H2vdUtW13W
UjxCrQV1W3H4GU2bATC0hB27MTZLjyu91hYeylZUes5iMiPSk2JtmDeyyBWzaIaDrn0hngKbjLCb
ZjYDA7gsTp2+KwZgaAB/lxJ4fBK+kWKt+CfCKGPxTsANb0SSLao4LbJJdmwgEseJ4VkmD0yI2HbA
a1Grjli1xQawEsUiKEGFAU0YDKmheHL96ejQVkXfdf0RN5PzNTHI19EkdUBJafipAcE4Z9SI1yNs
dQvomHmoh6ExmukGZCj7eIt6ccWRoIeCIWWk0rivxenJMa9pzEBDfcQ4r/6ajskckp5tVeNXbmiU
BsHNCcVkICTFoW+KBkOTZWp/LPTyqXPisLBkf5LATjTv6xaUYpZ2GfR0I0Jf8SNUjTCpDIQndlu8
mEdlripraPtjm3S9mwKQo/Dyu8zSXaPv7p/HlXAZoxELbxl0ofDWihyIZY0snMVGf5QVnp21WOrM
XSnlvePlPM6fzLyrXovYpo6barinfZky4EZ525S/tUQvwkGuLbfAM/aU0Gx8RvH7vSmYskOMy/Zt
ISnPvQaJ1vu/em2DoNGJkirEeZbxhGtXTIAP60aaDEeOqZjBcHqgTvof2thQj7Ykum9s5ayh0rno
YyAmX8p518aoOWhlWy3v1Nj23tTOlksI+c0T9Xvac59RgDJ1vhX3rVkFRRTGUTFHYiDjv7aad2Zn
dTQbjq1pnFn5ODe/ehIVMeIQHhgQtbi/yBVHx521lNw+Jv7EpNAeciqNvB6OrDd3Y2KBWvRLBV5W
WgSOVkXV7xiKc/dNiu2n5ZFFo+LjvUMTFmW/6yXaEyZ+CpkMR2u2wX1TTva+JyZkT0CWG3Fd7iOQ
0da7JJsKvzTsb4gzeaCg1umWThoZk701B77iVssjiGtu+fsGPa9A+yLJSzYcIf2UP4AflUcTKtOR
iothL5F5a4JnzR4IXQHqwPnDm7j4wCdQx9yNitThmT8q+uzXQMm7OHk/Eq3+hliU//uZAboR0QxK
cgvwTHCokjvchBzieOyS/L1BCceZ/1JjekvMZgMm/UFEJTzyqL0Bk4omFDJ+kYAxxyOUy07WHSdT
nS7g03zrWP4uNz315XyeHxKVOH7aatYFcyq1RwbWPkHUqwgsOcsgH50ZeelOtPpjdubUYGbBoWeG
hYUxKrhumseqm9fFGIE9RQ0HVB02TrzYr4Fn4o1Dk26ZLEAWIsYPrJYsu2XFcMx1KwfjgNSRPVIH
+5wkWlj0fb5LSt6+kMxOdqkFgmZFBep8MCtkullphTTVRtBdmprP0TWJ2iZ3ws4x+K7uqwn6aQqH
Np0ZuzKxX9Myl/zU6ZDnYJLNK3EL+QUlh6zvgT7t+RYPxsrXgQY5ei02oi/gLUQM74h5Lqct+XBs
Cmi6AViUnfOeJZcMPbdgGPq2dFOmvWG0ePL4rA1hZU1joE5t7vfdMAfdBHjoyHp+AIV2fLBxQXkt
GlyRYyRmVE1G7FZyBkE6rZGDvKv1DUe+ffnx+xfi7oVkA3fWEkJ/OjWtrBZdbBjDMZ5pjPFViYKl
CZKi92+n27MJKwgg8ejjWgQL/rUVGzPlclHhLtC5xP2qUObHRK2HkFhy71tjp26s6va+RzkeAJel
RohwRpwPUkymsXlOx6NZ9qpX2NbwCAKr2dVTrQ+sok59zu0aMgfGFg3jmmWwTaGKAhg58GVCXFf0
4EiOKW4hNtI4ytTkLZ9B2Tr0BhigZXV65FyLKBu36tm3Tw4aLtoyIIzajYqB7+sdNsvOlOyhnY89
jxCB+WAIGl8Mkx0UKZqox7ZY0JaiwfWttNgDP8lHIdKwl///yW8sNJWmKs/m40CHSM0yV1Mg2Ze8
NIruzdUWvcfq6tABgYwSQhS8ctfWpm7ZcKObj2B36PzWaYDjcCQNJ91wXGWyThIAlP7ULFUn05w3
vGnFe1FIxyDSkl2jjCisdURtBmBE7O2ghtO4z9Nj3363/ycjyLIw6g2CKRHGx6lG6moCY2ar8O9M
Kf2MfB/MPynUze6fxZUvh9U4oCADQT5wDUKggME1SxlkNh8x7pO2T3J+Mro3uZg8MITdt7SS5Cw4
TywGu7/gc9Xrz5aOsWTKxJmOSYvcRQPeOMhSPy88hiKE7vGvnBO3VQGMNPwN08s5E/xzkf0GJBxe
s8wJXpuO47rnajLPR3Raew9lOj54eIPsEN5iPDhj2riSkaE4Z6SlP1kgSEqbPttIPcQu5fL0gR8J
pTATe4DYWrj3iN61I7PwKyrV177GF1Q+fNNVfdv1gFC+v+S17/rZlhBZJ6xL7UaHrS6bfZ24M6o6
ysEgqYc3ZuPLrtxySJNRJkJtE+dBpHiclVEdx1qXj6i7PKIBYA+I6wz8WwPpH/+m0nYjor6t5KCu
grttgXhjS0VwFWrvY100k3LMDLKXkDVcIDydubSStsCat9sIS5CYgUgr4Br4dNeOY9KUMjbEypGB
ylZ9sZvfvXmQObpZU7Kxi2uLwmWNmiGiOrRyhIhVbbXWckimHqFzyB+q1k4hfiNpYUe59H7fOW6f
eajN/OcpRJvhRpeZN0prJcakHfO+ogG6PZ03zvbWgm4vSuDMUFtHwLccenEqZLSqqpQHWT12vX5W
ob0ht46bQfO+JVsKJ8tnuD7fMIUrBXNayLIAB77+TMgsTHPKLPUIFrVnTfYV+REiK2EyyRGIFqIW
VRtMu2+UpES3R5aMYSLIuQFUuLAbCb6ht6pCDJsrZ30J684AZcoc9GeY2iqyxlfK7h8dRLB3C6TA
fCQ3mHIezT30XFw9rsBMubEo0QtFI8LbCmXULJ6gCnNWByfodDyssxvLb/f97+YpEK0IT4GKJkc+
tLAiv7Afld9Er/HvdvcrBxuOF7/eNya6IWyhTPmBJMczB3+/9o1ycLQuRjR6rtvWeHTiWHmNa0P+
mY6IupPB2YLzrNvDPQhmkWVUQ9hBPddsnjaw11vRZDyMtQJ+8ypEZWt3f2E3rcL/rOy/loRdHBy5
bgdpVs5JHZhk3ziYvKqOua8374w8gSN5GNQNHxQP2odJ1LMgAADq4ltlYZRyMEg3KWdazRgtayl5
7duqChF5mQHv5PkVAzBkcktdHxFz6tp+Y83L7n0+6R8/AJU7xPMA1wLPev011STN+VIgPpdf8t8N
c8eLcRq+lc/yIz9VWyRuK4cBmep/jS2f+lNYK/WEmzWsnVlGH0q5xdhB4U0TDzYWtWVHCCkh7V5T
rYadoTd9I02eusYGlGc+NNqBghmw6HRQtRmSawKcSAdnbxfFQU6LqEBjWJn66P7vWf3In5YtvERl
qilJOhhYdjJfEv2g1GBuLxpvUrSHDFOjrJIDKWcbu7B6bj5ZFa7TvMigCVLD6kC6kJtJGEOUtajU
kPfThqmN/RbL7eABzh1rgBNxJQPYDkz8DEqZ1hYT9U0VTnBWMVFBMWNAkQBLksu/pfUN4maHTrHd
Gd3mrFbdhki7FE+GbM5hLekuZoI9s9gi4N74mh938ScnNljd10kP5wJNhpsNxsEe25Oemw8G732j
6faEtAHXtvZ47Y7H4UF2j2lMpBaiYg6wYbpkQVTpTN9Hjiq727uzd+ij6gWCwYPbv9932pvo+j+b
/V97wmFt8t5sQLKDj5raULFELSjTgrrsvRFIIBxib55R3TQsb9RkjzlbA8Y3PdcP+0tYBY4iFOdE
NhqIohi86W3lXHWDa035cZhyCIX2pxmz3KDlRlV1RvBtPrD5UQcNwAQqlDnbmdK8rXW++s0//RYh
HmpHhY9KDsfTQIwj51AecxXfmoLcHebMHYsNaM3q0QU8FrsLZAOS8ut7Uk6khjAIaZ+n8b3RvGEO
Fd2tun+tff5nh/9rRlgVU2y03qxaPVeEteFcglG0py1PXV3Oe8ntKICLXo72pMsYuBFLY6Qu43QI
FqpoH5RYxUFlYxylnTQGvTq9Z9bYPFgOAwMrGOODWZ0h1lCAEzxjen9KSprv7zupGHgvK0BjfsHE
IxdUxLL8ABVzwAIT9VzEzRNv63PSgYX8vo21y22hiEN2hAE64LGvP0Zm511vKTl2yZymXaYl1t5m
Su1ZcW1vmFq94JCBIcpZBBxR0722VQ+TzpSMqmer0L6DHik0STSoJ1XLXWiWF5nqE/lH2mQeKVhg
jHXiVfUW0FBM0RayEKh4I9VAOIACn5DpWiNo5zOLsYuMbqjcE0/PYj/W/lIz8RP19f7m3sT8GOZC
kQsREGolt0zHEImboIvZs0tf0LPUqC8gWg0TyjuXyvNemin8HjnPxoN8e7csZoEiAPknEEQ3Q7JJ
Iw1zqY3sAiR1aPM+ouSxLV5w0CQ2h3z61pJHKl8SHvRKHw1sPw+Rbmx1bD8KFFfBF34GyiegOEXe
jS67WM4EXmmYbIddAGycnyrNAxKM9EitXHAM6AGA/1JgVY/dXxCZTfQhM8NSCboXSoPUOPBpBxr9
5jEFd4cG2PJjDN7/0of8I2qFnfTEzsWGe6o31+Dye8EbpCw0bgjj1Gv3BAmDxoomZhe6t36Wf8Cu
6TVeGcw7aFU9yM9tAFGaiO3akIfDrntsg/I8PHB/fpJP4DbcCDpu2sFw1KtfI1xfUq0Xkg3s4EWN
uqAJGKghElfyEK/jYYzdX38mP3f/Jv5GmrByPpDjL0gklIOXhv71JgBn2SROJfMLIFCjWWPy5asF
HWSlxo2Ju/P++bi9ETCviyFTJOEozMJpBRdp2DTEnMNT857uwA1zqYp3p6VRkfKIJ8kjkPH+rKC4
aA5/ufSns78OZAuicht6LD8CBJzI9zDuhynQ6yXnMVd74F/YpXB6rzbbvdbkL8mLUfu5rnoTxqqk
BEQAfRA3AzrssvJtYxdWrglUoG0MqaCUA0ZQYc/jrMpku8r4Rc+/xgN3h/pPnqh7razcDu0Uiz7R
It2PX1i7BxCKkmQHJm6Pab6RfMuUwqOqvlEyE1l1oQ0KKJKK3wMFQ8zzi9Sh0qAaXVNq/KIxxW21
x7r1pCQaEY2OuVs7hj92f7MxMvPnBvwzdkmDQlM3igs3zx9+A8iCUIMFBQT+ITxN5lC1VYz36ZLU
jeLmzqShVgjR443dv8kRFzPLWBWqTij2ihX6vk0n9GP67qKnHku8sggK+wsKzlYTkuES1yBa9Lvu
94bV5TK5vhzR/wAzMz47XM8QB4V6J4fqRJ4aZ3vezWU4nabR08feNVBgnlxEBK7pjuMOrb+ti2W5
OK4sQ9QXQDqUKJFLAFcnXiz5CExRo9pnX9qF+59ZUAQIuD3PfNi4Sm4fAMGScLCIanBDaWFpijBn
t6/80f0DDK+PXpqHCr4/eSEwjiHf9V66Q3k/grSjP3pKkPnpoQzlhyScn7eq+x8973vrXyKiTxlO
bWjdQnlsnztv8kY//20fqn312IeNq7jag7IjIfFr74/L3TZg/oC/ZN8MpUgNUah2Jxfgj5BGZGPi
9ub1ETZLSEhmAlAPypX2efAUmLeCyqWu5Fv+huPdXDaCHeGyUVjt1HX+YQcEix5aYG7lXxL319cf
rRu77BHNcHfD20UVIjCBw+cAIQY5yAefkuAJQGcPpVEZ9nkOB+y5tjN28y7zlEN+mtDWaL3ce4K+
jn/Avkb3F7ysR/jci0bIwhiyvDAiDXqlNlwds945p/XFVo+NRNy8fc/okeRbBGcrnxAlXvSrVLyd
S9nr2rMGrTfTFvCdcza50CccZYiCuBArVErUY4DX2viUy6YJK/tsTpzumpV0his30tlSU7fJf5bs
n7cOb+Iy1w/gxULqKHw1oxlB2gGyggso1l3NwAAgDYGX9RBAeErSbVzEtx8KAFi4B9DmAMYgaLze
PV1K2FIAgTX0MmKgJ+t39avOHqZ/ZAZeJKIBesVlj7EbPCxiiEMwo1VXXMsuqg2t1zIoLxT1s2bX
ZBuv6K0/YM/QzYBINGScsYPXK+pQ+zSASckvFkDVppvqgGLEHIymHoH4kKwG49bY3Q2kZFkbuk/I
GzHruohaXJtEpa+mOWZVLjycgu74Uz9M3l/JzZ9Kj7hJVHh98C77PKL4Kw2cDY+8rTEv5p2F33mR
qsOZF8wDfceBPcUQ01vjzX4c0h0LvS3tsI8i/LXnX5sRnjAwruQtyF3yS+mCbNI13Clo3NT7Obtg
hw+SSHfTE1r9fuYTT3Pf36iX+FvvyM3Uy8dWf1qrsNUEAYvFMvwI+i3ZSZCAVb3e7XB1zy6Uzv0x
eEYT0Bt86tLIdnG5YgznSXa30Ptrx+bzlgvPmQl0fIJGOZzMnZQnzfL03E3pQ9Ge79+jt+8G0skl
IkQzHtGY6FlMnzB5UPD8YqAwaIOejnmAuLmW8jLsyVYu9pEbil/4szVhVU3XZfUQs/zCfhQBsMwh
+Gf82LMD1VM9KywDbHVIA8Ud/dn/+cp3c2S6vZdF9SNgHB7zucveTbfby24byRFyKO9v6+Y7yc+9
wnX80ee+tN/CYXxIk9z8bAy0o9WMOXDTEX52mud9W6h6fulDze8f9rOb7Cy3e5lDNVBB7Td58oH7
dN9EeZi8vHbhEJpuvZdDjeDt/VH61WEc3XPmS89b43ir3w+vE26HZazBEo7mOABB1mXLT+ugHmnv
eDcDE6fsTMQZueaW8ut9f7mp8uEqAMEgWDCWxvuNaBFkyB0g7pviUjNzX80EFGp7E1zA0lah77aU
K1gSboO2a5DUjbAkT64WJs3CwxVbD6SJdF9CbeGbXO///9YmHP20dShEMSjW1kFgPX3uxlMPfRy+
UcK8mUEEphqoNzy+i4YCMkMhoMjKolLqQsovquW33UNJLqAvQOUo1QoQsmRupyMenR96aTdExVkB
+dkftnWn337HBacKNR68Y4ijRHETeR5SQ5Gy4mJi0sx6irOHuAHVz8/7O7q6VHCzo0oGjhE8XMJS
gQlB5i0XxWUMnSftvQnKv/Q599U9sKgR36GZ5sqg49soRW+YvSlADCC0S+oJZvljF+kv9QvzuxCU
voculEN6sHzcPE/qxmJvr2wEiDiFHyUeYCcFhyUkGUihjsUllcL4qIPldzfFKDEoGxpoN+jZBZO/
THIDZwMaByA1r59jGSMfGk1kcpkf2cs3y21cBPpZkIezO7qv0fPj49foz/OfP/G34al4kqjb/yMJ
L2KtpfeqoZIFMBdiLuGzlqWTY3y1qS7x9yqUfoDnYPMhvq2ULTaAGIHYg7aMbAs2Jqo0cd+O1WU6
6F+67+lT8h34isjYSa/Tbx4M5/grLtZjIbs19fOtM7p8rOsrH9YxHIkyL3ibIOt0vcdQCuVlk2rV
hfrjI7oCD0n0FYNqboWXnhynrZx6qYjdMydc4wo0Y0hhmDC3L3fly6h4pSfvnVP7YO6JX+w0v3kz
TizkgRPxKDtXb84lDuRd9xXc/fZJeidvW5HQbRVv+QCftkDwZwDMc4k6y2/y5YCGptdEaWgEg6/6
EGo9VRtpyfI9722B4NWUYkYzq63qIkkcFE4vGjka05PeeU77pg0e2eIdWx7te/aER51iBHfEIFt1
keOT2hNfax4y/R+VbJaDAj4qjHVhtAVAd0P4rpmZTJrVyumFtT9l5SvdKnOtLAIiGwjbwDOyjJcI
i+grp+4x+ZpeDOv3yJ+lKsoAHr9/ia/ca4j60c1ceGkWqp3rozAapTPqZp1fnjRfD15Vl20kVLdl
ScTbny0IRx1lyUqKwfJ5UZLXeiSunT8r5ChPUW38ttWwvujJg/5o/ADzvYce7v3lfSC/BUf4ZP3m
sUBHqlTVCdZ1KEZ4w5fijxGCDePn4CdHV9tNeaDvM7qnb5pr5hvGV55h7KrqgMgIWGYM3F/vrV5V
WqdhfOEC+oQByc6ufQErz/0FLgfn8/oQYqAWDyOqBSkbKNRf22DzkDGzTupLMkluYZxsVETvW7i5
q0UTwtmtutjiSQkT1ePwV/qF5Xxpvqg/ykN6zpArGYcidue/5FQ+Dxd54+68KfT/x7iJ1iP0RVR0
xq7X17eQALWnHMYv2gP9mnrp2XwkgfSMwwASiY2XQTxxorXltHyqMxY1huDGxVo9E3/kjyRd2Aq+
3N9QMapfjCDKhvYC8FUOJhaujWA6cG46Xa5x9dpm2LyBmWmc3elh2KjF32T2oiFh7xpo0Ja0meuL
5saTlzzUb+RBOYBcf7f1xG2aEjYOsizUVmesSXoAT9GePCVR8pi+5i75H77Q580T7qsGNCQmcuf6
YoFwXY9/N+Y+LzYeq1WnQ2tHRxcYARBgyNdfSDElrYgVpb4MBz2AC/Q/6VfnLd+RN+sZvMzl1ocS
2xn4UCh2YhIZhUgU7kTuwRYvDV1Ckov2pGJ25JW92E+INB+0v9nT1qW04n1XtoQvxWfwdKcSaS7F
/5F2XctxI0HyixABb14bZixnCHJoxBeESEnwrhv+6y+hi7vjNOYGobvVxsbuSsFCu+rqqqzMQ7xv
SLCtvfatXDm28w/hvNKVEW6VIt0c0HYMI9Eue1S24lk+rm25m+MAOhC9N3hLouh1vUZx0KVyWtX1
Zfrqfyqn6FOhRH4Lft4/q/KNpcEVP7ebzHAAbIprM7KWZqCvKutL9h7Zw+Fp43nDgSBSPAXkzfa3
CWn/fe5gESASeLu5nsu5h9yClFYosvqSP4U1kc/NBttupVHhhp+bcego9WOzzQ1T16OCLF5al4JA
L6L0kGQWlNXtMFxrULhlBBlboKeB3gBTMHfxp0qWS10VsUss7cDTQdJoYwJIcH+Blvcfnktz9h7F
QLyYVG6nabMydVUXwIagrZ9APlGwyzbL3P+fFW4oYisUfSnCiho9C3IJ/vDVft7lbM0DQeMIKN9M
PIi4i1wrzThhAUy00n5Sf4qC5emyjeYmEj5WEDb2GrsrbSvcCwqpUfwqVrbEzYlEuxM2HND1Gl9z
kVI91ZQwZ5ehaywCjYXcbum4RnK8iAaxG4BaAqYe0GLUUnnWFi1qg3EE79CFSo6oEXO0y8kuOltm
BBBJ+V1MP7rpo2VO1DnSv3a+z8aBspkdO8j1ACS83vaTALUKOQA+oxrpVhPfAj1xR/mVoUv1/n65
tZjfDXEhkwQIG+DvBrs0BarTqkS66lFbu6YWVVF+OPNXfItWBE0q9agECEIjBvn02MPwGf4umI3c
3RYoJdQEY6fabI2eDB51fJnsI9ISzZmz7yES7c8t/vP+wG/tIrRhgpIGRCVzK9T1J0UTNJ1yqWou
DILYT+gVsyCEErEVF7komfwdORD9uESgcQ1WzWszxjROkWkKDYoJ5l465E+OJ9qFJx0MZJ6AQc22
+gE1X9mxrd3KZf2X1u76bsMm+mab851t3aGZ2oLtkghvDyhG25VDd/q+OzMPGWGv3P0svdx5FR3T
y9znX/cneFFH4YfOxSZZVylSG4btBRBMz9xUZw0pIqjK74KMIMfuaZtha9i9hyLGk3wcTsV+req9
wAjwn8At8tTnQy8qmIHQtMvm03gb2D4w3pvIM94S1ZbQ/2oyL60JkzaFMG3QPe8qjlj8GpUaQJlj
m0I2pzzGqQA10cSmpa0LTm7h/05Pbbgph9/a2JFetiEpaa2q9/DZmPnr/zKDAMcKkBvftKT1iR7F
LbAjYWXH1ZGFri4chC17Kx6s49plfus84OZD2RLprtn3XG/UqpVEWgtiexHbn52aEqn/R/5f5JiB
xNIge4ScJHBwOhfkx0msgvQ7bS8RS7I9WCiKHS1MaoutZRFA4Gvn/gZcpO7/GgT+Bugv9NosaCbZ
mBqZkOUtni8aeUietYftMyBtf+6bUed9zB8zZND/2wy/yYzMKIQEZsZNcpT32rP2JR0870Fy9Ee6
DY4b7YNsCHnqyNPOcpOfrrDzfZFEH34LvMdzZY/kz8rQ//bk3vumebW/OVyRskmzWnyTPhLI3CcG
oGWzDqmFKgaqicgk+vkLqlrVZdK89r2A0AgKNaQ3nHoLtmqVuc2LkhykP420Y/Kn5cgaocdgdEB8
en/6FpVOfpW4u4HmrCkalrUXOT2w7kGp7C0mJPTAh+XYPekP+K+R4AXtJi7d2PKT42eSd/8j/qIZ
7s0XtzfloRMFOSjbS59vxnQDYHopfgKvFVLb2gqWz7S9lft5f64hHKX0h6zaxeJnpWd2ZhDUS/Lc
VoT3yYSqt0EdCx3f1lMHvHvqqngwq3v0Z+e9LfR/qh0FzU9B0PxO03OZuoNpW6krtaeoOg3BY8JI
XzE7GHWCPwjC8O53mm/ao1m5k+4pu/grCeMD+iPRXh4Oa92zf7PZ3DwYYJzC3yiqzUX2633DLNZF
k96yy/vH+ROgGbBQ7iAM8iiQz5gwlJ7n8jOy+4ILUkA3ceZfpY1/x/8UACo6nfbuXiT7n9n2RXFF
Amkg8hy5EUBXI1LW//mr3xY2zsD9Jbx12qF1BH0DSEZARpEnC2opzfPBGBEWGrtMFL9ivX1Q35Kf
hrDVLa+gzcVsX5OErm2d5elHWUCeGeRAaI330PWMKWWcBcjaNZde6ybCpvoDIkjvYhI+WPG0xqVw
I3uBSAXgSZRW4EqB/eCsJTQuWkjSXGQlO+TjhWnMqUTVgdJwpr8nyhm8q6xey03eiiSuzHLHowbF
B5VnuLB1frVI9ajWJHtO9+GL7vTArSmuZMtE2KHZFWk2YccOxabeRisJlUUlAJ4C5Zw5wTzja7BB
rwffG3GlCh0gm7K4j4llenISOs3L+FxHZFAAUHDxQDyr1UqSZf6x/JlARwFYQoAfAu80N+dgosxV
KiKOETSwc4YE+hgrsejtkX0zwc2vENXISQ1Bc6mlTYWljArSydGmC71U2Fd2WSH87T+7Tdi/3j81
N7IGmNNvlrnkhF4lspVHGBweMR7diS7aGMnvjnx9Ad+A5ZRsiksqdCz8WsNhLOqjfxf0m3Eu5pDV
sJjaKAI49kHdd+jjhE8J9+BhcICHl9/RmzVsam9c45lYAAZ5u9wjuYc4WmgKmG7mglbPiWyoFAIy
mB41oODBY14ALlF6hZ86FoAv8krh9NbL8vuc828CKw/CrlRgXjhUR+FknKyn4c04GQ/Dpv20HqOH
tbTd/7LKM7M/8tNoPOZWmYZyp0OFqL0E4J56TZ+q58ibtpZdfkUYfAT2diL8UC7PzBVDkjvByXTv
77Mbicp5n/3PF3BLDbL8Ls5VLHWluEZmBxuGNPw2FQ95QsDzFJzF2hX7XytW54VcHl1wbM6S9mBq
5EIzUxCDQmEIg6SvWVcckHaifoiuqnhxuEN7t/gojUcTj8tnNbu0DIhY2W7SlfWe/cO9j+DdFtMy
MQLB3sXM2t6NJPjqPlZKu9Ort/vjvempZjU+vBUgJilylqxwgK5vpaG9Yvotlw8iXSMXm1dpMZRv
BjhXaClVaySG2FyGo/CubTU8hA7Ti74yYTdvOQgK/Pc4OHcoTbQwlF5qLukf5Ut4T39bL+ZRfa7P
RWnfn7Hb+/KbKe5kTGNRgbIcpqaWyB8TjsIDeElqwIUP4nF4sHrS/FgxOf9IfhK1OWkK7jQgufhs
oyFOUl7nOP7QQKY/gFv6ke81bd87w2uaEHYAg8hbWBB9TWrn5i3zzTDPAKUyUUBYYaETBI9weoQq
0rt1qB8kPAn+5F78uKbCcsvtzCksXJqIi7ApuXVMCnShQtu6vTT1Ax7VkU43WvJC1RdaT9tmcEtU
lmrI4gC0OpJB3KqqTUHBHqExqNxDy90u0mJbFl7J1pZ9PvjcGlx9GbfsbU8V0HPg0aEmW7k+aOg+
6R4j+UeROup0CgSv/tE8TPss+by/+AuHBHbnGYQ803QgVuUbkUGk0jctwikf/WgWgP66jUvwqR0f
a7C3S32Ajv413PiiYc8EphIcUfMKmJCN4bk64pCpKJxXzI+Eczj6gSU4g3ouGiB26H58i3Rb0Y9l
6yk9QRIsGTdi+/v+qJdZMHwCYAHofAPZMigwuOkuK1Crx1bD/BYixNhujT2KH5ncuFEpepIm2LqB
t9YpHndZvTMip84fZeHPNIJVEJzt1qagv0KBKKbdCisLsvBo85ehAwl6NOgmVPiq9KQ1LUXfKPMV
FjmdeqyFPw279ON7o1tbBdfl/ZlY3AWzOR20fIjgEYX8PTHf3uVNmQtgB+mZr4eprUage4ptnT3e
N7I86JwVGbv/m5VSM/MMqhrM7/M/RtORpjEcq6sdJiKDJD6lqZfIW+iI2XW7LaaXIY5XztftBf82
zvn8ffsCsY00LUT7s9/WdhIVG0No3ARKt4Yw7thUOlIMhu+KTChRpj9+DPVRTT+a5gWUMm4QOUG5
Vw1GrOQRvWdSWGzvz8/NRUAyFhsSGnQiH3+VMngL9WRi/gQIQhtuh4DZWbf7dyNIds36p6qKOgL3
km5NMwZdYcD8zhQ+GdRbtim0mjeoqa9ROyyznFhu0A3huT4fLkCoryebKW3UtJXU+J3YfOhx4IbD
wwRh70bdyCGzwSYxdx4p2yJ3mPLUtU/KsNfabfxYH5IA3VN5c5yy50j2IrQRfMQ26CHRD5sH567e
ld0GxL/9LJBs1/UaYuPmPplDsxkAKkFclQsoyiGF6oZlND4YhA9pr7lC30E4bXyK0dyiglMyNx8F
9ifAQkUMoanxiXc4YfFjD+nJKs9Imnnye4v3SVM5mSo6Anb1/YVchgiYXgvcUQaafFCJ+ZvA+raX
VYgP17nWNz40JCIJKLiyOKKLPHA7Supn4xcgnKNz3+aNa+LKJOcvGykJNZ3CZGR3OTirclsYnpTR
7/BQKX72q/2Ci0zzPMQZiYtaCHoh+VpXDAeJjFPY+u2fBrTDA+S9n/LgaXzsB0oQp25jbaUh7cYZ
BEkDmE7RTjK3YXLvgUEBSrXQ+sFHNmdy8qpHv0gog39PNNak2Oco4+qux5UL744cOlqP0WXARcVi
adFIGqfBB+bKqeSRSFZol/W2DVcEgG6O6ZshbjNLnRzSqhEHv2s2RlZB92ffjmusR4sYnxsNF1OZ
jOGOZRhNn76FyWcVvN7fess8GmeA23tjIOlxEsKAJhHJ2EKXNxo9tEWg7Kk79XTqXruVeH+5QOAx
mD2YCI57tDVw/kuV2yw1gmjwyzIuN5FWpYemF0fHnCDPQVs5XDldyzsf5Q000CBhh95fyIBc+8sp
0BJAMujgh7Gxbc6ZGpIgYG4+ts6UYsOHyVoX+HLRAGAANkOG2ZnEj7PYqaCpQjFu8DPTQto0Rst3
WhhrVv5qDV7vdDDYzw8LULzjRPMXwZhpYFqMNUxkVxs7muWmBxyDbPdilTotzavtIAjpFsJ3jLCx
+NOZECCJB6MjYT6ELlicQoIWE1Bzj0LomumQbZQQykj3d9g82MVXQhxiliJB/4HJ7eC402KrVqLR
t6qeWFZsi0AdQqLLMXsvsdZYAG5N/SxF8V/WuKlnlsU0eUTc29WlEzJtq7JiBTh6a0Bg8QcPNkRe
0PvH7d8Racm2V9PRVwD2Cl5iDdvoQVdeRenp/szJi2cLqC6g1AYKCagFzOKv1zsXgsGxpubt6EdV
6UXZh0g9E8D6pLGHM300QrQ3mG+R2Ts1oNvR+BEnT3m4SawDmA4q9B53X9qPIjaIOXNyDJ/3v27p
/sDD8beaPks7ooxw/XG9YeTWWPejX0OGL4ayCLHqkdRRsUZtfWtJgYY38bBEShZH+NqQXraG3AvN
6E9mc4Ky9lbOo5f7Y7lpAv2Ts/IUaoe8QrEhqC1Te4wlkiI8WQpJw2DENfreG6EFpgxYWFxKcyMs
Dw0bS12qqa6NfhkU4DaEX9iEBqQTqVY2dtSa45sWs25bCBGFItLIXB0w6H1DKbPzBnLl9wd9awHx
PgNvMl7sOJjcsyHL+rKiiTT6GjPOGjZO1uZn0Btt7pu54e7x8oXsH9i4UNnmIV1ZZmBv6OLox330
VIAVI50Kl9Kf4xrb2K1zqYMnFZcL5DUgiX69TyaN6XKtpJPPuuQ3TS2nwD8I6kSOPFmXumFr5Zll
2IY3/TeD3AlowOurmH0Ig22z6aXElqovtbhkIoDbRDa/QPF9fypvbiAd1SdwqgB1v6CfnkDwmOcA
Kvl5spdaxZGlPSS0wGjWkBDP6lD9NbaqN07h2RCTHSvC7f0PuHVO0IwISsU5c4Qg8nqK+0SqFXBZ
Tj4wlCBTVcJqI8hKtDLMZcIefs8A3gyOD/z7UM27NjPSSMjr2EDywoDKZ+V0o0NjIjdOkOskeVaM
DZqWwcK1qQRrU7W1o0zyAcw+DKXZOAVb9TbJ6z1tlOf7w19mKucPQ1/OTF0Lro0FoafMGlpo+LBB
OOuAsUBJLRJcuT5LL9BYirWPfi3He+uQYiIAKAI0G51P3KaWVZTKU1WZcHpCF+pGHjAVuyJbe4Hc
OqRzRy5INKFDavFFL1kurCETp8kfhi5Dc3kC9gqzplBaBYFSH/26P483IjIE3+ByQoYKG1nn0gVN
VKXW0ISiL5WNuCnj9MXMBM0WQ6U55kWSb3IqGZBKG9YaV26cWBgGg+hM/z/LZF5vLMCdTahjRjD8
LO/pBYTxPUji980fqf1xf4g31u3KEheH5GKuSFWCIVp5sas1UH6AWjIajcf7Zm4NCMWOmQht7qfk
Q0A1zyarKcrRNx8yG2ekfn0qNVuJ7HJNOeHWmn23xN0WYwHiG8h6jD5NPUv/DRihTUU/Rf+2aF5Y
5/37uIAawqYH8HzJrBZGldgnFh19Q8xcIwoBxJIcxXRGMyei+FRUKJAGl/s2b40Qj5IZiglKnEXX
lEwnUPLmMkaIjgTVH9HSDea4AgSVXpesgPXWbHEnIAuhppxZuHtFWzyVwPGDpkI+lCtWbjlStAoA
Sy2LoFIAR9D1flcbSFGDi330RwsAxLY8l33haEPiBYm+S7NjIrgUCJT+UYv7TTE1rwIyDsEvSz+J
mh0jPe+P5q92+ro/0TeczdVXcadwEKReEGKEQZD3Qvd4t5MTEOOAHywFcfB9Uzfn+dsEcMcwMHEI
xRaplFAGEz2DIqwsh79QkyMWdm7SY4npiskbYQhKrjpoOKGCgVcnFxWMRZgm2RTDYzeiH4SbKhBd
K4IG0qemu/dHd8vJzESLEJnEzYDe2OvlDaQJMo5KOfkA17XbHrLinqDiKZgoU727b+pGWWFWc7Rg
CK1/cJ/cji1HHX5zqiY/zZ6p/JqnvzPjqzmbiRNPp4a+ZsJbUR2a3AGmEkx2yea+/VtDReABpCKa
Q4HL4O5B0RRYH2UjZlUd0k1esC8znkJ3Ymm2sn63XCqSq7gd5ucqCjfXkyqDus8aJdy4/WDnT8pz
OZ6VwyTHIDjwwmhtg94c1zdr3Aalw1SFQqlPvlaj9tgBJGzGbt2GK2/WJexuzkbgYkdLBV6U6OC4
HlUzIkAPVWHy1c7JJ1tEur3yLetHQSHmzgD0qtxE23YCtfvkF2VOgOxI+hgoJEn3NdvVckKSY5hV
tjydtOESVyZJe+NBL1YeJbcOLLKvQKShdRWJDW6dg6FWB6h3Tz4Q2yJRqPLYgnre7lIq2VYUdw4D
GbZdms3/IUuEHgNkbJAX1dAcyS17PbKKGeDO8433FAT3MnPMEBDxXV4PTv72z5sZURZK3oglgUXn
ewdTdDqNePyJfgQiQVeKcolUTRm7tM2q7X1Tf7MRXPoFZS4NIgUArQHqO0/4t3R2klh9rxu95JtG
eNEzEZrTASLnbJBkexqp6GrgGncGKqCRf9LBUKlNktdSMd+GcGRPNB6KY6pDjX5q9fRgIvr1jK7r
PSWOQ0Izq31IZLVwzEyixyotTYgZtxVEP/RAele6oXWRbVZcYCHyx2wUo6chCk0oZHWlk6Hfa8VL
3bhZZtwxHrTIaqLwxu3yqm3qJGoLxS/bI6S8HvLx0WQoGZjmyja95Q6/W+L9UR7FZT11meJDFwz4
BQBIJ0RC1I2KcivFJyMDM1gX22lESjX0ko8xOLQQCTOGfxXUwIbFh0CJZFbdRVZKvV7fFrU/aln4
EFEqHKYiwb4GiFvitjgTsw/7toUaIZ8Gq0gVP9UOenkyKBoMEEv0rbwxhuPATlDPlJBUzSAqpY+2
DHaixIVoaJA83d/M81i4vYyx4jmEGx2XHt9TJaUsZY1eK74mCkdF6GwjjZ/vm7iRD5/n839scFso
oa0oNU2l+KNdKE6mb3K7zGxjQ/cpdevAyd7vG1wZE7+R5A7tVVmOMcVIvWtAZgGCfd/CjVfrLAIG
XU3cmzNxBzckZaDVZBaC6rNhN+h/mPrWEHX83QZe/lXLruDdt7e80mAOLWMov8xeR+Q8KWvkiUYg
6POxM724OA/5VszYipHltEHLCdouqg4XicIrF/pA+IXpKVg8/T5C6/pYNGDlRlXJuT+UeWauNxyo
B+A851oS/qFzsZzAciMsBV3zG0+vQSM/HQVbiH2qvb9IyRo+8sa8oa0SPSDowEa20+BCgSyFtHEa
h5qv1/mxBnRMcAql+2dUrYSWVCSPUJYAbHqRJaODIfaKwTCkoKIekxoK3YwGLLDimB6LIYpdXZ1M
r057adtXBqjeWiM6GUpTbmo5LLe9liYrazkPjJ9ldN0hoYRLH1cid0XRKQEzUVdpPnNN410QSa1+
9YCbCZv7qzlvvGs76K/DztDBRwwqvb+dHd/8mNxMOijJmeRPkaOJCim/9MHTIK9838xyHVUgxPHm
mvUH0FvDDSea6Y/GXJfwgqyzDejUSiJTxXKRT6Pb+6ZuPPBmW/O5VlAHBNQGQ/42JAtXqKgxTfKl
6S1m1psCsUcZpfVUdHrmdkZstwYjaFlsTEiwC5tYl7epSspyFwsAaF2o6qTA33S/7n/Xgt0ChS+0
8WIjzzONMJrzAbUO2vcYtSu/B4lWAybQtn+s6ndWT59dI9k1cpZZB7LaULSV5JyUMQp/Z1q/lWJ/
qYEU0Qv5lzKZKw/P5XEGHkrFRMEbItPPOw2p63sKokPZl4S9kZekH0uCtkSTRl45vQ4CqcYV734j
TphNwtq86eab5XqBhj4spAS/4+dPY5cDrB84SZklJBRTW2gQN4iJSbpTbRE9Vc5R74paYgedsQtp
u3LMblxtoDUCP/Dc9AVuYn7/m3WZdv0YqX5PA8uVjTT36kAatt1YM79UK5FUpRAALaZ2JDBLfSsA
sY0+1L77s7I9Zu98fRLxJTjukoZQDcBV7jGZUpbroRCrviENRItcQ/jRoAObmQmRwCCcnRpbPNSJ
VxnufcvLHXBteL5Wvp0XsUkNhamYgtSqwCk5luh4yfGStXNrL6SPbE2A+UbGHrzMqHpA3xWdxVAg
vjYYmIIEEBTV/ehYRpd27EEAvhH8BClIoSdFUxCtJ8xSPLFagVzc8A0wDXcHwYe5o5lHQ6dKHghh
1+q+YsQkzhViqR99ABALnIMYxXacgWbSo5WrMBJ+wU2UFLLvWyuotqP6ECe7MMxcyxxWvmvp7efP
grMHc4qJjlxuCWQzbopE7XVf0OQt1MSrEJTYk+QUpeYF/w6ClTQoZWIO5qQFiLm589dFktor2mj4
LVpg6yMFT+qcTUxGL0meofSen2n/UKq7KBkPhrQWTC5vHGj34fQjc4L1X6Rn275AicTqDL9R3B40
l3rw3CXHpH3Oul9Z/WS8DqDLLoZkM819YG9Abo3DSvv8fNtwR+3qE7hASUQfNh3i3vD1ypYET05f
gT1F8vTBbA4JOMLvn6/l3Xc9YO5gQ89wKgRhMnw8f3W7ryDZZFQjsCRmufZgvwF7hC3wEeCvmS+N
7wDri2aKmlw1/CFCU2X1GqH0ph+kCVhutWx2yE4kAF4YThY8pO3j/XHeXNhvtrlZhbZPAnZaxfAt
YxNXj2XwFGbHfiVp8/eEcmsHZAfU4tG3jbuddx6AMGgFy5TkSRVE7JA6C9TYgZx5Bx6EgiW1YyUS
CslNrQDTETfg632omTS8xVVY1SRBJ3SwHUQW/6whWPMmWBZUZVBkKU5JPoDNoStHaBVZ+MOhU4gZ
+jK6OCqCbZMmomlXUzaZEMsAltfpwt74jdbkuLLB1lvmdjxI9MXU+vxdjUbhZznN2QCcgsnYJEqO
213rJ0PfgzBEaD1VrZAmlGJgAm2hUOcf2giZ3adN9rOZGLSJwPgBslIlgExSRgFE0qN0eOvFNuid
ItY7tGkqUm4XiYJunbKpjcJO9bx8T6DYjBeZVgqPOei8wBGGAqlmj9ARNB8HCE2Wv0FRrmAT9AMy
GECAj58071lBhjzQitMEX/fWsjYDiTzaNo6plGW1XdEA4qhl0oNesDWzARRZjXCcRCWEeBQybMzR
MTep02tT/6nrEcttlncovrSyXFobYdLU8GduVfA4YquVtReXKvg1x7zslJeRqdlxDIBQW8n1L9BA
c8bDRHg7UyMi088L4qhtCnGvWNdPQiq7dTHZSiYXG02sUYu25E+ovybEiM2G6F22Q0+S7jRNutGq
30MQ7xS5UuyMZnSvSt24H6n2ef/ALJII8+ehMwcaAXgcQqWAe0qZrRSiEyoyTqEpHXpBP9ImeE71
GgIQr3LcOgCGOjprtwHyNWULFb+jpuyhu+RK3RmU5CtfM/uh7yfrP7/GnGUSTRSYF72FwtBDjjE1
TvLrAFEMMyb6D8ueIhscKlr7GX9JvW09Gmtd9/zdN+N54Kow33jo4FhzL3Fk0GRGk9Q6TR0Cq+i9
zBVbKB+N6QK9qJUhzjfb1RCvbfEgz3rqg7idYEupnfY1+EPPQ+mAvkTe1CYJ7PvW+Fvm78Bw0UEF
FVQtyDdehzmDUqgo3DYwpuguK58bBNNCERKcrLB8V5/uW+O9L29t/v1vUZwidWEFGKF1KvQ/DW4X
XA5EN39MCKXuG+Kvs9kQnspzC4cIfVee81Si+ihkVhScMjTW16D/laMPq11rULw1HNAJABoLAPls
5no4eh8mqLvEwcmQHcBWZt2Q6GCuMfwv0kDzYICgmolToY4H+MK1GYrh9ZkBM2h3r3105AD6mNvJ
NiVQrgpXQp9bM4erCxDvmdVc53lUxaRVIV6QBKcgoXYI7198Kvnn/dWZP5jb4cCHzM3BAOIBXMjF
dvI0aw2gfHLS9BzaGrgGiNLL+e6+lUX/JuYNcBKUUFH5mgW4uOVpkkxN2ygTTsELfZQuKthNNLv9
PUFoavT2+pPWuRIiuDVOoFvrNRPuQlwYOG1wonLD0w2NCoUiCieRHpMo8kZNIyz90HO7w7NBDRy5
clSUDu4Pd+mi8DIz4ahRw0R+aNE7atUozVYKEEQaSNCnX2jjIV37aUjvUClfsbX0GgCwzqlrvAFR
nODL09BNTFKhmKJzX/weYgkd+w9i2joFgxaerDq9ur0/tkX/AYpgSErOxJRIm6AHYR78N8fR0ojR
CXrdZxX+KWc/WzsVz5BbhzhldpqmY6N99SUkwdonZmgktyiJhebQNvIm7khevXfKg1Hl+A0cGNrh
QbUCjb4x+XgSoyCEdk4An1Ruq4E9SA+suI/PZnBMq9CTYw0ya7+r4F1oM2dlMuYb9/r4oCKEo4kd
puP48MnNTmN9H1RKfC6656T4EfQv03gcNbz9deb2Enb0LzRGxhOZ+daLr4Ke5Zqo6huIfkijTajO
QYukScH6Fa5VRZcnGwBb7HsoWyO613k4ktiwZBxzZIakOEUXS4EibzYE1sqlteA5wHbAFsfpxhsR
JQW+NjaNwRRkap2eNfT5j00DycB0l+WxXUnwjcJjU9a7thId4y0YStCwOnKEFlildPIwJ0b2BiSz
LeiolVbumHgNhUAEwsUWiOA8XjuXfOZi/lbkrua6NEQPZR51LOF+MCAulZ5bKEsVz2pJvRpxUq9/
tnK/DXKLrAke39iMgK4D34j0HeoHfCk2KiAyPhlmeqbWPqIXqX2Mw33DjkO9SoggL7ciOPJQmpiz
wAD8cHFRFKJDtkbz9jkqwZEuQqs9HQnFSHtZI1VIz0EKtbAscNLxVQqKh3pY699aDhZzC4QDuMFm
fTDe2bZxalR9UGsnQbDseIReKZrExpBIcrYx//mUz72ZuB2hGolSCb+UoT6mFGkQ3FvomPXiXIjw
7NdkqBJKiROpTAX/tLLWA7sc4GwUiWJEADreCbMv/ub6piyCaqmZCqe4khR7VKPetAsrlNwp60ZP
HBmzGyCXX+87maWHR+YDjWqAHuA4L04YeOA6qZIH4TRRk4JPr4o13UaNyqTw8CVDYngMLFS/YxHN
iqIg5vLKGV8k4ECkhdQLnkN4QoPjhg/hUNMBzV0/4QuCMCrJkMmtK0pddCxkUPR0BQ5ql+UFOslM
ixR5+prnOt0ilJU3WgOUw/35WIZFKE8jnEQKWkQLFv9I66O4KFAeyM6ROEhuIUCBDjZzklTtWvxw
wxQS7H912UwIwvPcMUVvxgONrPTMBkVxUhNKQQOVW1IPo7EyyYtUIxqcocAKwAxEQmdHNW++b5ur
FMZeidskP6PzlzSZ4pg1IwFQ7N1BR6wCvyEPLzjHRzgRgHkLikacDPBd5s16kJQO3pjXn6yo7VX2
DWXhWkCjj9hi1gwDrIOfcUnpwJUMvuGziJx33+OqlzbdCNKLypfTD4m2tqF5ykR0iERC5yP/V01c
TA0iYOCF4dwALOS7neBd1UYGDO8ciHu1UHHmMic3Nve31eJw/xW+NC0sAxq+QdF6Pf+h2s7pZ6FA
XKPuIwhNtsy3hsRutXMxrGEzl4EpZ417ymuq0ALAEpbnCdg9E7glMdhVg/OSPMQZur01iPCuRYrL
IHy2iTB8fiBhEXn5K4RjrLMGWp5Zj2dlJHWlm8iF33bVTwpIr4fLKj4AcdF6dZuPjjKyZA+KxsYN
RKt0qiARfkage185zrfmfSafQpiOZy88DDfvnTI2YzeWZ9QCsYtiI9pNAHGRPk0+oj6r3Ukds5WE
7tKjYSrwHEFaG+BpBOmcUWomOuvBrX6GInVja0yVd6FqVKTu89BjlIVbM0QfcCYIgqOneXDQC+FH
KRn1Doks88/9nbfM68xfgzQKLhfE08jtXE+BaPagE63k8qw9G1vlkFRIK5GODH8g0Qs0/q5sSONJ
a0JVi1oW6E5gdsYzQXhNAyr/2mwlDqli1Gp5HqZyW0s6CX06Vg7rAGyTYpLq+9byMpQ2tZUC+s0l
n99H0FUQoWfHvaKteNRMfQqrs9g2L6wFT39QK4kta5O6SQrRgLrsVHzen+SFK8dgQdY/y1zDXyy0
rjUB5V8BGvJnaFWonqAkgh1VrWBT1ViTCl5E3rMpYIXRDIXYD4+Q63nVp5Eh1pKqsxF8KPKLbr3c
H8oiIOB+Puc7JCGC3kiiVmeoEAWv6GSTDEJru8g22Cj3TS0iZjwqMWfa3JuGG4BfqWwCsCDIIHib
goavevwP0r6rN3Jd6fYXCVAOr1Jnt91y2570IniClahAiYq//i76AOe0KKEF32/mYW+MAZeYisWq
VWulKdRCaeOBkFL/P1ri63dz/XVKZUQEbDkXw7lYNproNyz1+vo6vEjGRmG7++Na2IGTcQknLlZH
s0NXVXnRyYsRbxXjOXoPMzA7rtzqC0ul8tcXuEj/89/pqGgyJqlhD1gq8Buidt19UERMcviiAgaa
9mv8nQs7b2JOONG2Iw0IAmFutN+15LVR/PvTtrQdOAOEhrceAiORx9qRbMgiUywSAUBNql/NAfoQ
HwE9KtQzjdFrw1UqllnsgR2I5zxemEjvgQiE//xmX6RF2LIwxWavBwBsH2PUFkCneEay+W/wCjRg
YR8Tk7M+3h/p0kxynna8MDS0aolmVSQt5drCBrHzhwidvbrGNv83C/wLbgYGJHiZ5jYstKDt32Zp
WLjpgCT+fStLGxBXPWgWUSrmvYNTK4iWZAL0O45VuFVeiX7UapekB1DWNGvYCH5mJrkQrJTJGf84
TwuuM3VqykzIAAGHgl5CcxfZjwp5ViGY3a/R2y+tzK0ZYUO0gVoVdc3NYCOw/BSph/tTtmQAjeDo
t0RpFPAjPqU3C9MDf1niwUMvtl17SvaYr8f6fCqEqcIJgngj8GOgjxChPSQHHg95qupiNScLtTzd
NY/dJkWIr1k7OfYVFYASr9/2B6d+iyN9qwJD7nZe1WwMBYq9TrbG7b2weJMvEj1HDsKOurdQ4JDY
QYY0F/aim0cfrfzlegDyZNBfxfDRcIXyr7DvgdTnrRhWfel3if1GunNZrTjdBec+sSBcJeAVZl1S
woLWQd+x/TDthxjxLBhC3Lx7vr9ZFsIK3mDJqf1ttDVq4maRTULLrGSXRmOSh1wj6HHA1Xwgif5V
yQXOTodNyVGHPPEqplc6s0XkGNXsMoJbRlcflQSJh2F/fzwL+wBwUB6JA/GOQyyMB3YHe7QYu2So
G6cZ20dp+m4Vw4lC6f6+qaUgHNykUGUFgMVBHlXwTeA6gotVG3aJWPSg1PvBwubX0Zr6YqUmmPWT
XaqYXiDph1oy9xEJdvc/YD5WhbNngP4GbX/oWxTiND0z0jw3aH3Bh3h28I+orwGIvrQ12eb5HuG9
hfjDwWu873fqUJomAjzZMOuLgop9kkNholL3UrGWAeRLM3UqgANhQMj+ISmGfOzUDKtCQ83bkV1y
KM52ymuRHM3RGzTHLYbco/rx/uwtmEMGDNpi4JbFH7EO2zNNY12qMQTU5jcgFMJk29ae3LxW3kjl
tVLs/ExDieV/1maV2D7oxwhCIxf6ET7X+pMV7d5aNAjcH9PCs3xqRtiSChuKKlQGdjHzP0PSbgbr
oaI/FeuxDTZxjFAj0MFR8/e+1YV9qHHRDFzSyK+hqj1duK6oe0fKdHbR99rGujbn5O2+gXnYhlHd
GBAOtYFusCZNYEDdD5y41TU32r7YxCvnaWGfT8zwz7i5OIOUVFkVwkwcFp7ePvBcVLDWSbGwEUD8
AMeEtytqG7NcFMnKcoBq9wV84mpcn1iHBGiQA2CCTvdyxbsvrAyI5/A6hocH8lCkzWAt8rx23DWX
Icn/jg14vsLarQC0M7q1N/EMioVLD9ROaEWxQK3HsxPT2WODbHZ6qDaX6Bg+lcf2j4zu6nDPTumZ
fQQ/2hVHv7TVJ/YEryQD2dgnstJc2I4dEXm86kfAGLfGkX39xp+OjM/yzb5QOjkpmSbDkv7mhPT3
6KS/+vDreBRMILrPkCNHggt+VjDTGCYpEMY0ly55DJILBG9eKrCjSSez+jC7EprjKDk6yiEZM8/R
iusqs8MMqMyXELlynGPcn0CrCl8wyqAjKZuiuTg2cS1gowGQj8IHFaKbhj+Om5HkXgV8IqDzxId6
jFs65zWmlwW3PPkGwZkAPhWAuKttcAsgVQsVXY2cbVYf6oq6sjX+HOW1ZNrCsUeDB0RlETJg84ok
NkWj1p2Z45CowyEa/uVlBAz07r4HW9ytt0aEx0WbW0YEdqXmQrqHFmzIleL1xujaMpj59iQ8Vub3
tTYmvlrCfarj1cn3FABhsyC9UJPMzBSYZHrsafSi57s+/x4Ya+WVRTumDHAxz0Yqn47h5niMphNl
xNSaS5w4792ApslI+p0l3wd9TdN00ccAyftfU4KPaUaLdFGtN5dyh7CAoaPBRQNLUeyazo3IBvi+
im36n2uSPguRHg4G8PJooNJxNsQE/tgmCkQEMUQn4dIwj6zJt7SIXZRyNsDTbLsR5XB8g9IGu7Lr
36DGtYID5SObLebNFwj7R6r7yowjfAFpKz9R2ZsRra3j4jm4MSHEX01iO10OSNUlVIttrUSu0551
c2UcMwnpTx9zY0VYwqyhA7R1YEU7xL9q6pZ/f0cKNKRV04PEQAYg0kN7IEgfI4v6g1PvH8p/xe+8
99DiBeLwGjXg3kv+reJQ1iZYuE60AN2cYYOtNaj5plW2FiR+VnwAn8DZGoJ8FGKraMQDEAs/vzko
ygjay0KDiUR1IbfjuH0EcaY/ar9rWjd5T4/q9b7FxZN5Y5D//MZgrDUKoLN8TCdy7KFC1WkrY5pX
/fiVcWNCcNdNF8t9gvAMV4b+SugjIMCN7cWRV7ITUvdHg5inHMyvAz3mQIKltnEOTUiZ9PVRLlHX
R5uJDiZoQ4Pb6FaqJAth4+TbhLCRUMRznY3h023JKNITz+azkr7VYEPrTX+o1JUXxaKb0PGQ5nqw
nOlb2NtRnTa1hn6LS8OuaP9ymRM/BjFHaKmPY3/NkbgfkQPM5HpfGfIBmHVt8/UVR/zggHFQdRAe
CU9Ck5TyYKpjd5G6ytXCfa12aKD/o6cr677kKwDN0dBFiEZ9Q8QR5jUoxVJH6RClIM2C1PrvEcRv
98eyFAl8kuuhewzZLBEioaUplshK+gsd6TaRzxb6Npjf98Gm7LdrmuNLewVwSA1suuhKAP/b9Khk
TiMFqpn1FyltvS5K9kYEyGznUpY/tAl4s9N0D37K+yNcegvcGuUO4+Z8VhLK8CRLe7zW/kXpzrKA
qfphFkc83O4b+qxzCK4HQSXo2DmaENBPYWd2LXWKwoQlqwjBEVR7UOE6NGD1LzmjVvpbz3/mzKVx
fYnrYpfo9t5UfpbxeyG1oBe29yMEnM0q3/YK8Uot2NHur9O8MOgwpnK2FtkvuC1gxJEMABIHjwnx
JaEYUZSiWt5fMsjMFxvzx6fw0dYZiJeR32yb/YmdXfQvt7d98Cei7lp/LJ8McbJu7Qt+2g7tvgbo
DHshUY/Ukl7sfk2DdqF2CRCizh9K8BNIbAuu2apihRiU9pcRl0AQNL9s7ck02GNWXCK0XNRonS+a
D8Dlt9ZorE0w38ziAA1U0pEm4yzHs6pYYzS6FnTDhTRO56n2cJB7gDUMSQtepbj9LWvDUxcytIpS
lW4judqkEIHY9KPSHe5vzIUzbpj8tQHMOPA5ljANrYRXD8sSfIku/6TFP9lpfMswvE7ynOaX7Kw1
SCz4LaAdUaVHbQRpH/H1XduBoXesHVB6RCtU2B/0Eh2ynddDFnCMthlQKoD2DeV7pn+vqHOp3psw
gCYAXeENXiiZg78PqVBscFQlkcGYHn07r20S1uNwYfkl6Z+gieOq2oPVQoV2O7Bda4HUrhsewE1z
7MbUleOdbD4x5V9uhF9PY+JTOG4ENXTIHcmC62vRhh428jBc6uKhKRFblWCOB0/7RXlS2631ONo/
rHClAXDpqkTBGl0qAMWghC7CfgNpHND7k42X0iq3vd67UXOgFM0yI0oFAFfaSDCqbgpyqFKT9wE0
qFdul4UVQAMGIGGoLIHvBe+k6QqYcYHuIEMbLzT5XjTduX7HFKHh1AHreUfdKCg9SfZAaYp2mUo6
hNCKUcK/bQ5Ri/T3/VMwdzgqmjN5hyhfByiETD/F1oZmbFR5vDQ94LQmHY+OHq9VBOdedWpE2HFK
mhuRZYzjhbBTUe6zEhUusL5v7g9lyQqw6pzDAMVOFB+nQ4naztAqVskXIwHjtqW6JHM/SPt638rS
hIH/CesGjDDuayGysyFf2xkSlS/mAGl6Fb2tWmav5M4WnuzolMatifcmOkfRwDkdilQBQpkxJl+i
5hT0B1M5xdIjS54IOlRHRG4aOMUjvVo5jktDA20NKtQA0vF8+NSqCnWu2ApgNTSrwe3GId2CRn8N
rbe0TNBylrHBkRlAsDa1EqWWQeCZ5EuB31+lwR7wvRcworyXIH/4+lrdmhIGNDo5kRkx5Iuij9t2
eEwL6v3fLPApvQmj7CAKNUp1WJAHQAtp4ToaWYnt5xfHf2iO0WaCowovObURJbFqVUYmc0xMGkQ7
mT4Wyio5ME/PTy9mbgWFFg0NAJwGZGolLtqsKS2cnrx1I8/Bm6hxtZO6AT3lY/6r/PK8Ie8FAQDE
IeiHAMvq1JoV1S3oKAz1EurDhlV70tqb+ysznzX8asQZyGgCbYE+1qkFp5akOkH36kUegdUj1bZD
h18GfNZ9M/PdjEgKDy5e8MYNJhYg+gop2oKN+mWAflwqHxm6m0bjFKdrcJgFQ/AF6DcCAzXmTDRk
SZnadqnCpXToLjFjvwzsD61GLwlb4web+wFOG8/laaDehvtJWBy83/JszFPrgpvSjeRfJRzp/Vlb
iEEBYAMmGuVD1H4h1DtdHTboBvgeC/tiAaeXnRkdnutAgdfuHHTRNpDEM6V3sEICcQFZrAyFivsf
MJ9NoFPggdDuwh2EWIGL0QbZj3rsXKL6sWlkj1aPZoUUXryCtV+xI9be+gGkOlEbORcpAq9GnLgt
sL6qw+kY7w9oHs3yAYHjAbOJcroYXfaDrFZDmzqX0nkc1BMSBW6gGNcmf1dC5Ri32vW+vXm/L98e
/AGOJg30iFnCChamkaeVpEsXI2K6m6qHWjnJRedXtuw2WesVkexVzkYPHp3xGfB/t5b+lp2GQKZ2
IfsXxV8P66YfxJfixhU7NlMtAqLGi/pMiQvBOOYeA+aFr/mpfawe12imFiYcaC7F0VCFh5iTOOFa
GID2wVYj3yqkzSi9p412qCS6RfM32rkAwVuFcs/2Ek+p880KY1wtl+cRbgaIdvcwUENqolPsxRky
tpFCpJxbS/rouvCr5+PTFvdpeBphQ6lTW6yCfgOY/c2nxjaGU1zXbzb61AGVrKxdYmhkd3838QBw
cvnAHCCtqPPDZ6NXQ9hMVamhhlsZ1pPcbsrGfirNfVu1L7oZfDNbiO7ctzZLuMCpgf2F10A5nFXU
BwvLUme10tpPjfXDtL63NHwwKpdZkB5OkLrSbU9v1iZ0PkLYRGyFE4r6GtZxOqGkCgqkY1L7qWoh
bFJQ5iO23FdtgMQzGQzPcFaZROdHlI8Th4I3mKG2JPrxLs2VElwH9hOt8hwaNOxQWGa9L0JZOQDb
8aA1QXKOUont0yL/WSDl4MWOUYIRZzRfCof+onbtA40UXAJzJKBpSurt/ZXg6zpdd5T6cJfxddfx
GhWCaauTnBg8lfZTIoFCPhs1L2yy72WWvdy3M6/ecAYcEEBwySrEN+JUZJLS6iEJnSfzEeP9NrL9
CNFbKLWzN7TEuPGL9jEckVPU2VrGY3aZwrKGVko8cNEpDH6G6cLXlaNHbVM6T1JCup1SoXERXX/2
Sow4b1CAGTylER7i3YDpFMIdwwnLoCK6AzLEyvw1hA3uGiXSnR+WOta/KcvgpIcudH6Mio2N3gQx
1Fck+Jpy1w9dYm+aOLLIAbSnLejP7U7+asDHv8/Gs1e1OA+DmPexw1rOGnACPIHmejyH4MZwI3Xo
9ivrvDDbkPfifQkADaPQIUyDWYCHolYDNJlbrHwYEfw7rlKlwNU0AWi9RrPYp9Zgb3Wofz0pGqDS
uVmGHuuyZivZibUtGxWsQ1narYx/5nMA7AR7sMyzixrATIKHq2lfpnKSZpdMVcmzHkfKPgwIA0Oz
UntRjF5HdAYFLrXpgL4sMGPcn5jZQfs0b+LBhXQ24Md83m7vjqiJ5aaM0IYE2ZRN3srxNh2DGElN
+mU4JJRUwS2BuBHFXxVkf1NTA41JAqRV5Dtj3f0lGQL8Nlaqw1ATGe0zUfN+f2jzxzIM8snlbQP8
2So4kdTMjYbEYeyb9R+9f+0U8MmitSt+K9URgAG6C8CaqK/R7M1uY8hDwGVhk6EbAx5W2GlhBMoV
mtqxn2tcEwbkhLtqZPo2NevSjYd8TRV9Fm8I9oQbuSuwUfFsxyitB9pdqXRN0QRiIEfrZepa78JM
+ocL2yOqAegZqTKwG4hei7GI1MhE+50H+vmDsyUbSHZv0Fm3IRvFlbagj/N2HYqiP9U/md8onpF7
3RosmluZXA+IPni8g3AWXbmQiZluJUlJatagQdrPDCTlIM/qJS1oUnTjNw3I7xRUviuRwcKiIqQD
Px0Sw5+7d2pQbXRdog0hvhaflTFw5dEHZU6/Elwt7diJGcEZKLQGI4+UET+Kwj26wqw8fFDCeF+k
2yIMPILqd6PZh1Kxv+qFMKG34xOiEF1TSW+lYJqTIT1r9A8JudD+SVZ81KDcnDyZyVdVcbCRJhaF
jdRJKdNxOIlfDU+SA/3zA7LIUrmrorWa3cLaIaMNQUqk9C08XoVJtaQyadVYzXy9QkK9jfdZ/E3L
uqcRXNpf9ji4ZGSo74BICDGWSFJhV4nDRjUt/KEAdR8zPMxj3IMgfJdkyUFRvBzdREaCprgVw3zD
Tw8ElzJCPxEnHkHcJKxfVxWx2lkjKHtq9ov23jC6NdL2zk6Ntiw7KoS6lbxXYnIwJX1l1PP5ndoW
VtIhrO9HWYHt/iWyIpfkh6wJveH7yhh5dmE+RoNvGwMVQ1GrMU8KZicpLXxJ8WtD84oacsnBGbJi
yBgjJwqmBN+Q/ty3+vkQv2dVeFxBCLm38qIo/BYOLn2rXozf6XNyAZfbxnZjr9gDVX0udlCQ3wSX
4Vw+JVuyH335ql6HPdsZx7WjOvf3fLr/Ow2fPuTmxs546oA1deErTNpI4OUxeuiTVkdFzl02Vl7Q
rWnGzEIUtFrdWhRutCrqIRgzYuLb+jmU4ebHx7ze0XgTd08hYKKNvr8/6bOgBFEasCg4RDxhDxqQ
qbdlWZm3iFgKH9xAXqtIm9BWD1m+Uu9asoLLA39xpyETqE2tODW1HQp6dF8LXERZ0q9V/M48m8XD
TexXcPsinQUI49REEPY5nusR9aUA7EkoQrSbzpFHV9Nqbcso/q3uwXpZ9KTwiNZn39HvA9a20CpX
ngELZxQVTZBYoNf781E1/ZB84Ip9ulH6sQ5Vvjbc5fSEXhK3StYIKxZmFdkB1I8hyoE6uShlVJQo
1CItB+5BKGzncu9XwKElaBy5v0X4zAnHEm8nIIVxHyPlIfaIOHqWGmObUd/OSbujkSx7RjPS3X0r
CzsfDacoyoK3DjlB0UodjTSt4oH6KFvvjKA7gariOXmQ4uGnItnvAxn3NPx53+a8DIkg49Yo/6ib
Ax514dAUdk39QSqOafKNVsiKVadMat286l3LaAAEP/alB0bLt7CK/fv2lxYQTbbYsqgpAOMuHItW
tfooaxXqB8zYNT00Ltpmy6Ri5dZYNMNzLEiNo2gl3ljBiJyWU+rUjyQUdClwdhKzd0Np/r0/nAV3
CeTy/+wIt5MdxUYHvAP1Deuo0grN8K9KXrnNuSAX9OWvwLv4bxO3JdRMgDrlAFdgT6drFzZNlkZG
Vfl9nbNnvUjMb02ROh6qhvW5LVSomSjJGsndkpsBaAIPDt4pOKePsghSrVTPKt9IooPMcLipayh/
kFtNtSvYufC+asZ8L5E1gfWFyYUiFcqqACih8ikiBhRAFOwSrEj+aBTqNrdfW2oXmz5Pnw00tMbM
tjxHQiX0/pLOzz4vDkBNA8NFql4k9UsBQsiIVNf+YFVATCgk+labZvJ838pCMI6sCd7FaKUC2AuY
gOla5jSTpTjTMbhsSA91NJgngzrxRpOMEFQ8cn0taNd/S6QG/dtmI+1SvH8PKx/B79bphsJHID8E
Bn5I+6EyNv0IM7VZShSn9rWKqq5mOci5Vc670uvhcRyAbLRazh8SGFwOoim2JKygLUmTLzdw8hQS
spN4TaM2A8jW9DuKmsk8aVL7DTIRW4BH2GGEmOHKxb+0srdWhEijtSsUrWIkF6GW3G3xggDp2lCz
7f1JnR9SPhZcvFC5QbFJ7JEL0M1dxxnmVGnog8aCBFRO5p9EjfZhGBpeZDYrEJ+5r4NBEGLAJBDb
OC/TyVMpWK7Bclv7hjw4eyVS/qhKUKBlvbJWvOr8nseD2MQbQAVwiaMRppaQ4bTQwlgxv67+tv03
rXmn2VsVrPjUhQmcWOGvkZsbKkfmt9dowXyk7qCzBYZCN6JWAJbDTHVzPUVbSG6tEdaIewPhCIrC
KC3hPoYKgpjBg/gmsPyNUfnAzXReWdIKCfJIX3kIz3ypaEYYm8rKfOypDUC7XYMLCmRI2YZ0/4IW
XBr1sxX9g/7tEZ0ua5p44h4R7QrX7tiVPUGquPId81uX7Nnw1iff7u977itufcmnCT6HiERRahAd
WqijMkzqsPat9JdaZ24FOGmba1u0s7gj6AUt3XBHgNnvW1WWzMJzcLZxIEiQ8p7uFjpmVVkGA9y1
vksu8Zv603yNH9tTcM4/LC88FcgY6a7l1UcSnpJ+xaWIexXyYpwrAhVyJIt4WWdqfcjNJggClFVi
4hp/8i46JjYE5BVjA0GaldBphjwXjQneuiSRGmWhwnyHIAW6k8EUQKHuN6DtrNXRQDBK6XDqe3in
g573lrmV1LyOPNZU4Ag1LCOI94HitLx7vVTJIaC1ZXskjdEdZ8YkTjZlW8vjQTUJcD5aadbEg9rT
+HF/xUQnglEAAIqVAqoRVRGRNQvvytBkZGx9bWiTvYTyzz4dogc0ISWHYKjytTtuYYn4wcZVi2Qe
EAzCkYvLotMyyD776AxUH+OMSW/1kFlHE8rM20Bqa7iXckRiUa5bT0tLaVOWGnh8zaT18LxTvWJU
D0lZItcoSeoxgTGEXtlqx42YgMC8cEJGSDxxsM1MgS+UBr0HdXHnJ00AXQy1eDCcqv5JRkiMgQ1d
c3ukCbfULOIjVz06VXY6riCx5meJo794eZ0LB+AMT3dzDuL+sijUzo87vTsh7fMkgUrhh16VbBtL
fXFp4uDNCrUnpWzXOPQ/S5FT/8FLSPD8yKbjVSuC34k6ENTRtd5PQkgLVySASo2qDSgfRaOHGEXe
pRpaAhtFas/OmBVPZtZGB8C8y20Wlt17QpL8KWWa6iWdBHpOYnRIYMj5RutrC7J9ebYlEYWfLSvr
BKlyCtamNn0C/WHnMUcPXDyIQDJbBIZnysPVjEdn18pteJBa86UqaOuh4XMrIT50u4xprpHnxcqz
c+F6QDUW9L2c1x8xvgjAg4hmRSI57v3I+d0U6iYcpNyLvtlFerBT1e8DoLHUHQLBF3zh/WO5cEwm
poUbAkXiSAfmvfNz1Xgy0uClMpUfvZM+1e0plZByv29uFv/y7Y7SO+97R0VcF0O+ugT3XS+T3leS
xLMLfZOA1BcIWY+o0CiSmKex4iiVgK2E+m7F9vyyn9oW9rmet41VWXnvt9agQJ0GjTmjumnJvpHe
s8DyVCfYDDn4O/Q63XfxzoIwACDTGlmDPi5N+ufrBmy06CwRQzcnkceW9hXWO2lcdKHKiANa9PQN
9QcQFyvBx9KocUXhY5EBQFFaCLKtwam1uh1xwKAQ4bHAUA5G5VRf30egeeQ5Gg3vJ/TKTH2IrUWZ
Yyd275uZ8dxGO3PU0SD4V3dA/fK2so4L04ciHEStkKJBSUwkNi6skKGIZA5+zOghhkppZX+jw1FH
Y87QSa7ijCejdi65hVon6s4Y6+BAmtA61NafHMDvvCL7+580j7MAYgROBlxLEKaCF5mOfuirwChp
PPphoON12vQ1WHMBP46hv/3l5eR4SfRTYPC4vMXXsVMl0LQYs9FPA6NzYwT/26DQ1pRJF4IOXEVw
R+C+AVAeSYDpiIrWyKUwrhQ/DVu2JSRmx1LWC7e09W7fDZL6PKBwD1LoMNyFVLM26Im3NmDXtTdG
O7Z7hQTWOXWKHDKyGX1kBVH2EGOzvKhq8gCcho327IDId+VRtBAXIlEC1wJNTKCWsE2m392WZLBb
O9H8Icw2yFjo22jTOB9645rlzgD92uAlUEFyQYMRb0CwmP8Y+bmr3HItmbjg6qafIoSoqItbkpHh
U8yT6eW7aONX74kb7+haqMNDmekV6qA4rCPfjPIpqv7C7tOcLu0ULdd8XH9utqUnZZPs/min4AHS
IS9f3umwhRcfXCmobsV2hrEp5NBUYIshvs/Lb5Cur5w1+NI8VsSAUOwCPAvbD+Cg6SKCIrWN6iTT
/Cp9A3/fLhnqLemIG0VrU8e3w2zqEM4ZMsdLAVk4tRRrGrWZWWg++WlKB2tL90Oyz6sdcmrSaSy8
7mAobrZGNj13yZDcBGQED3ieNxdJLZMuxiaNR8OvDPM00EH3DCN1tl9eKfhh0PXgpgUXkch4rqld
DPXoyvaZ0lYbC/oz7lBV55HFyUp+csH7Yd8hGQGwMKiIRIy9rrZE7UPV9hNDijeGFbON3ujZxoHU
89e9HzpOZQD2QfWGdjJhq8tazbIosWxforoJKRPV3qG56av62xgLHijw5aCgBIJOtGJJtcbKXrL9
rNaqY4soNMYt0iTfGSRNnr+4TIh7wS4GUzDKWyGmO9CSwpKUMXH8WpWL5zQIC20nqXYPV4XmvFUq
0dlaYdOhDQioIN4aNhPpitH+ZpeWJSHWJ64DuRwn+GVpnRsY+67JXC0d/YHudPRpmxV1wyrY45+2
rYSyZLiCVhY/heOGIU+Img6KWQ7ALdORo9ZdR2qWxFclNJEYibdh+i5Z/d/78yueNViB0gh+P28+
RNAgBH2ZkVEnDZ3kKhnGdylgT3YXmytRreivPm2gXQIsqZ+oIP7zm9RVoEGjBSILybXKEMhFD1l3
sp1+U611Ay3acWSEz1CfwRYVLmV0LbK8TEl6hUzHBsQsOzt+0EHqaMUr1+jipN0YElIOfQ8hx6BM
0qvMfgf521i9/X8syv9+vxgvtXFpgny1SK+Olf52ZMl1zGalEDvDKH4uyo0NYeFLYyiQw8nSK6hQ
H6vWi/BXeUBkClpPKAO7hkf1w+r54g7o9kIRrfK7+nYrUINImoSRmb/A8/0v8PVjem7Owffx5/0p
XDg92AP/3QuiqmRo4n0Kea302tv1TiZQPGXgg+4deQ0/JGYH/jMi1HlBagfBWluYRx71s6Ct0mtC
PNWDaCU67avM1c/5HiJb9wc1I+YRjQnT10JKGUysMFbal+y9e4KmXU03BCBC1zgxr3/M94O7WVOq
Wp7L/w1R8ERhrA9qJ9H0igzZeRjpocxU6qZNcLw/PH4+xc2B8h06HwEHR2Aj+PqAlmZUBpb9DPk5
H5AeNwAzRKMhBmDPLPsZK2sqy0vnGAEhl4FFshRApelujJM4D6A87zxr3Ytin4aOrizYogEMBA7J
QY1F7BZT5bY21bB1nmvnrNuXMVzbEUtTxuscIOTjolFiqaoxWE8qKwieC6Z6gfLZJBTX2a4BHUP/
plN5JRc2g7HzHYhwEDlDvJhRRxZcn4JMvabSSOIamtngmkQHWPlb1X0r2+EINs8ebAnNi1Ps7OGb
HEPwPnMDZ2dQ9BMXK15yvi3BvglFCS6FAiyACMopihYthIhDnlGzAs6j32ag+nSSlWt4hlYHIAbR
L2czw/8Bvi/cKkSiFg3yJLw+/B6uyQ+EpOPe6LdQTf6jB15d4sTdPwZzj4KCH6gZFJTJPnPC011p
6UOuRwaJryaDIjN8CR33uU8+oljZhfkullfszV5iaPrChQmhDeAPuPyP4MIsSe5RPkakUWiGV0fZ
Xne+O38MsHspSCyS02hFjyMEYu8Pc8ksEMIQpAWln4oHuxAWJJYGKoqmja81OC255l+2y6CPug20
qruizpkfLafrXQdS7sc0psqbA57h3f2PmO8hlO1stFkCNGyihicMXWozxIL1GF9LvDk8TbLQL8QK
6VgawRqnNfdeU+8GQQweZnEcNqh/hNjcaoeuVeQkv1ov6Lra9afkWq+8NOY7Z2pCGI3WGAHJW25C
cW1pyxrXqg03t5/HkTwQaAFoyvb+/C1ZhOsElB71QWjlCIcDPNmZHcskv1bqxg7dEbIp2jl0NkXj
tTrYgK2VTbNmj//8Jn7QjFzRUgP2dHuTAdQVlVvV2I7pCXeDTV7V6/3hLVy46Fb93/jEp05AyjFO
Y9iTFM9m72YFRciHaMy3rDxkhdcGSEweGS3gf3QvemYA8a+Bdme5JrA28vcw7igE6CpyN9MxZ4Dq
t6kV5FeTAsh6Bna3ld6D8FFpXjPO1PCnLn87mWt/9Mozuji3eaF4NSpvWh8/pAVUVMPsNFbyyslZ
uAn4Z2Hp4R+BDBFTHU2FGhnuB3xWhua3s2mfs5/Ku+ZFliv/Dl94rXNvPHbHeqeexzXnsbAPYBwJ
JLw/AU0V2wwSRhRqmUlxVRrwv42bBs5/j64ON0jPlDyucXXPXxafOgjI6/Ai0KyTJW+axKw0Kb9G
ev6aXlUbYVD2FpZrnSGLkwqdM1Tk8PTj3CTTta7rig2JSoprx951vcPz86Hb4Fxl258fdOt8xMEj
sV9r42zFBQhcH+jKy+aT5HDipVAHBT892lKwqrzlePoBQ6PJsVnL+hVcWefiiRz1Z/NZPUEA/GQf
x2fnV3TtXo19sNM3lecczRV/Mqv14CaY2Bc2u2H3kBQzFf2am9AarF9iGrsh+hAVC//xrViF9NrF
GXIo1wYrtj/rCvfGLlxIVRnmPTy4flW9/Fju0lO2Zw/5gR2SXf/QH+J9eESy7RBejKP6rPnprtip
B3VP9l+W5/ycBSRxgJIFKw/KntNV6Kg8gqwfs2Aqj3r5rqsnPJpcTT4a0h44CIAEIWK84lpnGEhu
1EEghQwphMFmlRBqlmVPY2pcDVf9KAs332SP4Tk7h37gFpe1msB8pRFoII5E0RtRDhQmhatDHmyz
blTJvP4gl/CXnntN4pqX8hFPtTHZyCth3Oz2Rc0FcSIqIrzkPes5TDlPWUhS56o626Y9EumB6h4E
irQ1ucL5EeaWkFmDWB4P38QTVLe0rpqCONf2AArD7/kLfVR/BrvubB/SS7Kvt5Ab+6evUR8sju/G
qnBu0oEAohTA6hB9BM9S99GH6KLdW1G15vf5b5qcEmF8winJmiqs+xozWVaboPgeSlvjQE23uVby
Gah4Z/gGYdzo/5H2ZbttK023T0SA83DbTVKzPEh2nNwQThxznmc+/Vk0zr8jtfipsXeAIDcGuFTd
1dXVNazSVKjrGiEz9L1yFPXmzYOnNvLAc3My6qdRlXh9OLxCjIxRGbznViMhxgzF1PdXR/3l/tW/
IOYVinyNggRNkfbokXxOifuNE6a9dX0ZEZiHp9nmgiiO+Hh7HDViPJz7R68lGM6NLbsvxu3zZYYC
oT+SH5g2DQ6baznKJMLIvV7xnsUnEbNOflludvK+ixsofhRS75v1OD1yIG9uS2QXwXGLJOM8eATc
FdeQ3ijOQ8gk/wS2pF3Y2cPOspxhm7qndi3+rA7mMf+m2TzmvqVFRbUaophoMJjHcDGSan2pTYEa
BKdUdfFaqSnS80pFa4VUTunWnJtyQQtRDDKTK6rINIK74lrIskIjQ5+FwSnbtysDE3EUUj94KRE5
gbrbxfzy/PDuRCYXhovxePU8zkKUMMV4NMRk+Mi704j27LH517TTSM+iWAuBfTSezUwjzLGqck8v
wY+RnPyEgPbvdyWS4FvwTcBtsA9Bs6d9DJzCjpslZBCZDRtk9Nualp+cpF9ZQbpv00jrfQbm157c
18gb48gAMQqp9kPpiz5EQ+3uQLRnowbJ2vo+xo29YDBYx0kGm7OEK+bUPVoOHNH7X789xsznGXUb
GtUsIwWfD875saaRbRxjfd2+2amtCfAEidTwjNRN8IqBZAx95ykemOkA2Ts/+5dEprqtPTlms/Xo
x5OncAzVjUfPoM17ePGys8RuMqpZQPCFgHXcQ8GXC29vOliPquHeX80lLAyxgJ87D2NEPOsaS5Jb
q5RqGXuFGRbovEeI5dfYUnMt9Gj/5Gzd7TKCvAsgGD42V3IrjJYHAzJEvR/3JxO0Mw9t1Ne2XBqi
fV+kWxWHaUAKB/38wLohKQvERij7IFNPmJHcaY6GR+GuyR8n9ek+zq2aAwfPPdwmc/6ZJRBVNdSj
ofpexWiTvdSEBJPnQvP7fYxb1xDJt0sQZn/SdFJLlPmrp7f4HeoQPgdu8i171X917/G3+1i3D54v
LMxvAf0fdoi14xnKEEBmPqmnxh3iH+oPMG7hYW0pv1IPY+I2WjFgztSuT6mOmLf0JIOKunqtq42l
Eb0l9T5JnPu/aHEn0R/3fz+IOXa9NknRmEjqqXxNRycvIhKp+z5BZSsvz34zAh3Pc3j8MwElIpvQ
mtlAX5w5pZjaWow19bTr6ZtF/PUP1ZlITgM7pAP9Xp/f3z9HcgL3GOdM3Fr+a2DmUkMVVxY3gaKe
zJdYxyi+6N3fcIsX5oN15aheSYfm1WvpRDWbDGOSAXIoTsXmp7eJV9ZW2FiryOGNDLkNFDFgzO2J
DADCs/B6T121FhEYejCeFZ+sCIqc9hhI+dgddc9GAeZ9XVk+Kf/s4M2xT/LJmsQICxm/KmeZqhQz
AJ+Mg3BAQJWjlzeOCCMhc4laRZlIEazCyS6fNt2rwIldflXC39su5gI1MKEgbjzovfyUljSS7eAR
o3nbiaLfxqlxKlNb2eq/ptFRuU/feXcYbFwGqA9GEBz1YyybEyqbe+R0A+1U7QVi7Lw9ZsU+QE9W
9Y43mGppyy6xvtzYi0MXWXla6pqnnsTVsI9s8utRo5WT7weeG75wyK6AGJWsg3BShdCAqT5VZ1fB
7NWd+F19zHa13aKPWqHVS+CAT1V4rHkVSgvuCsJzfxb0K9ZwISTKN5VRTS31VAWOv/MeH8m0En5o
qwmjYDExhQvIk5VRzjKw/DiusKjopnBFByQZq4rEnDv2NmcO+qNLqRgVTYt8Ls8V1FNPo032WB78
knh2hQVVaPcSbNtvvPr3hcvgCpG5CTEdvcq8EopprnKyHxzOmZ5/8JXezxXV6BFBkhrRkZteWzVu
BmWIVB0cAjGRim8+b6bKbVBpRgALLFrYcL3i37URDq0knV+Ixql4Ez9BVxbhMAs1Gd0ErrgT2wHP
U77RBNR5o8EV7zLEKVD/Ov/9QvOqMNfSUJH8c41W5nOFkWGkwuGmWWBErlmh0gFzb9Tnzgp4xvjG
QM7I8PVAnYVAscH23ARK6HdTOvhnI9+YeOmWcF379oNj8edb63rLZhSEhtEOgGcu6056mFxfRBHk
08oAjbVOZaKEuEbhwUqtp41uxHaykhp/dR92aVXRLDI37s2sHux5VlBY06Dt3j+jYIhO+gFZM1pk
EcmDlRT9UpKJc7Hd6D2S5TMpM+KfMMdozr7exUZRgkoZ5eA8bkXH3/obyek5D/jbeMGMAe1HABI1
Bzdj+1JhCK2wU4NzsFG3w37Y6Zt6j3YpZ1zfX7zbq41BYg6Bp5SjEatacK5cYS2so725LQ/VOqaF
462lJ7SubKNtxasNWDh71wIyiwiKq7DtJ8D22+AxXGPe/KP09D06lhvTFTYcGRf08mo1GduYBe0k
CLkenOPj2UePwGmiWMtDueZS5s+rxZyAKyTGJpay6Huo7g7OwtpcGa6/9T7w4NlKjrgOuMySi4p4
oSSsN56idD/JIFZ4fJC+Ze+5y5Pn5jH6pRzzBABYLdgNxhfOFCvRYlEJzhjL4uhbfz2slZX3gDgI
Z4cWzjCqKGdi8fnle6PvCPpj8oNehefcmVyZTuBW0XbdTrfjzUQV1H3Pk/R60q5fOcC3qoFxmwoY
wUAyi4Q/+9xuc0wd9Qo5+lJ//1lDJiX5NFbqLqJ/icTsljpIlZ90QAIV52YiGMLkfFOcepdz7s1b
TwBdOpcizWpzccsEfR560ywSxk/5xx/d4y8Xlf2H0Q2e/e9IjPGcY94SMrdaMUaTUDTAQyvjXqCG
07qtjYiq9O+P8ddI1pkHEsR9YHG4FiwERVwJArDojLAm0uu2dDQfJCcg5Ul9vr9Z8nxOr8/xNRSj
+HmIKV4ouYnOpYNePrekif2jc1OSrkMMDO4LMj7KD+ZDudGouDY24/Pw66MEGTFHaXi/g+25ilLc
t2WD39FjOpKEk9HszSfkv0QK9j/Xd/xVuOnd9i3eJK/R0VoptKEY0rLhKtWtA3G1IGxJemCWJjxM
/JDCbmxwy9dUeG6+/foekepQrULXczwn+tcFXdBk0DnA/sDvMVAEc73hcSqjmaWHZnUuqhuUfUCn
3eRR0xYfyn3zvqXRU3Eov0k8+qxbw3qNy5ygNMnmYBZw/Xd1K+1kCflkkaNit6b1GoNR5gEk9qiz
+jo1ApnIT932TqnLIx9e0mPQ74DMFANF5n7r6xUU5LABX4KKI6Pt6+hx1D68kWe8bzgAkeqaWc3/
AWGu18KTiqodASKu1K23Erf9V04ezIoosGhX3gqjpNbSdnKMle7mdu72a1646PaxgCZMzEYUUfs3
k4YymjJaja+ESZ2cdYyrH5SOxLxpUrc31DUCoxNJG0Vg0aiSc2fGZCyOqZnRbkR3KVG6Z3Q+/vsb
EU1QIPmYNR8zp9mMUYSpUm2NHs9zrTwNLW0ElNo5fv8sKHs1kxyMOiZeKm4wGXJVaW5Ug1xJbe28
ehqKvR6g24s3HnJJlfCCmFtSQOKNjtdrVarktMVRlLHEXtHaiK+CJT9JYifuqvf71vc2DAGFQhp8
fpiBlh/KdQ3VT6aZY5poem4/66O0S+ne35S/pJfoID1yoJYU54thREMDDCbdyNdQRRw1RROW6XlK
plGmY+4Xv9W+DQXaBkL+G1O6c8MOjGbaYxxC/TbKw6jTxPf6gy41mP5iClaEh04tJL9qTW95BCi3
wYqvpQBhwf//fcxShHo0+j5Yec9xvhuycW95AgkmdeOLoS0nHznuBDDkk9EvbeUlGFCIwZu+vrhC
M1kJSoTBJcTWCWtiKPTplKTnwtS21tCdhFrlJfgWMCx4X6jqQQMgHo+zi3HhsoDHufURB07Pplig
aDWSfWrlneX++83G7GdjLiFCXxVokK9h0JeBhpYpzc4VSEonW4I7a250W0WJurVFwnutcyo7lrYP
SQ9VBQMUqjvQMHONmEmpKshSlp1rUiL+6TsWfXTei9XaeOQ5mEtriI5acFqgQAoX5vz3izXUjK4s
Gi9HDRh95MVXl3xKyPHn44wclgfSw7EqsrNXt/2DJVTymzZG1RNG8bY0mHeWSGKnm0QejAI6Wcyz
OWUUxmJqg46YwKoxU4xlq4tkrgUPrDrg7O1trgSs0SiKQLgGtULzCPhr8RvPGP3CNLqzWFAT9SVB
FfYgw3gq/d9N5PYoh7Ke+26DyTUnIbBI2Qb2WJ/9NqBjB4ZlsDg5loI6h3Jf8ShHvtT32pvEb0MU
C9ly1CJabGG6OIllogtVfxbKdelLbuH9bEWY6OjZD3rqTesxq51YQweo4YZCuPHQ2F5IJEtBgpbT
FE39b42wR9lKnri65gTpOgk+25D05oPZqs7cBl8dIpWEHYrMp4IEmEQ6NiRHJyQiWiKSesWboLq1
diiL2ha9X5mYO8Ex/J12qyr+qUdvVk9qlMPfP2+3VyY6/cCkCD8GzEoya1thRJuok7T+nKIagWR6
pztim4iuGoWftVoOTiebH10rxM593K/bnllvBEMVNB4gHIS4HnNXS6Gnh41oohhwwCzhYTOIbu5v
8ux5zJ/F8FExSOi9WsNrKMBfxiRlS3KKB+WnvpGFbboXT5FhR6ZJo+MwUpB+axKmf6CSc6PuVNPV
dFs6jKFhS8OTMTqFEz7KlmtEDSkqMhxyTCQIaam8WL9ly74v2G25LdwB1ITPvDXgrTXZkuZMq3vD
q4T+LMYBCnxbUqkPlrqudWqoq2A6tCW4y0PbeAIjxk7zT7pxKGeKwGhlHtOAgMKfs8XKbDLZpb78
RcxDaajQqDoGXn/uwoxIbl+6cfkIgrvab2hhpatR34++jaxIvtc3evDevXoBRpWB+Qp8uG9CZxs5
9cw1lPEwBs5k2HJ6yFRcq7aEwmVvHYOpNtPp2Ox8uwl4t/9NbgXl9TNL7kxiZqBui7l34j4uhkke
4rNGbG90Rky5tZ0TRr0+Bpy3zGx+rtaJQWISHjHmf6lF1sfnyBO0zYAeeFpNg2n34A7m7MnNy2KG
Ql0V2k8QuMEZuLaEpWd2STlN8TkmtjG6HUWZDMZ08d7IN/fNDIMmb0SWkZtCa+81TG22UYIKbMBY
qKiHh9RiSmPDu9W+YsbswsF0YJvmmbHga76GAWVDkRpynZ/rahDWma/mMi3E0ItXEph1NJqPBnp5
kkatVlPSthVNQCNt0j4e44p0pYjaJ2EKTVBHgN5kpJk3DhHxAgOTV4YirKNV1LadfwwFIQjIgJYd
CWysnnwqC8WCamoocKepDk56UrTTmFExiPu5pdizEJAK9P49sYTIc8GnGCh0yjCLNMyjUqBiNRoC
x7DdXsNYcwVVqYhToX4N4xGuF0NUq6xPLSk5D26zKY+KXa8CN0SKLjq+q+tkIDyO/lsHhkFkdlnv
WlBC+PD6G7fYH0Jlm/Y03MDATW5DBdt75tYXzxvKbDiEVDFAHXqFSl/GI2/HKi4UFEThnXFs3L52
UV3cI/Tn1p3TZK/qrv4I0MoAP/i+cb2NueOORiszuhnAiSZh1uf14kqF6Y1SmKbn2jGIuj0EVN80
znjmGPGb4AIDw6xoYgQYydPCn25p+vL99MkrKOPKwdx+tVUECTrT07O3MnYN2R8VJyL035c0MnIw
AQzR6KaiqGc5nJJEMDMmOQYoyKCcbVnSh8ttYW4YLZy82kqxLSiCcSGS6/pE3ZjEp8Y2IrwGt9u3
5ywW3jpI/KHuRNMZ69lVolmFygxn906zkX/XNuleK6J/+7gv2I13xAAx6hYMUzT2RZie30oy7XwS
OanLUbXbLMuMgUcbjDQC69Dqa5WGj4TkzpgDw33Asm328f70xI3LLu7QBQpzYiOzLNFTBhSEHSTi
Smv0d6K05OWloJ9P/37RUBmEElC8RdBBzSjDIJlgPw397CwE5C0fqLGKfLJe3wdZuEAR3UOLi4iE
KcaUM/LklaWUqtLiJUW8H8pDtumI2KxozRtENnsXrKW7xJnX9eLF1sL1FYQMOG+YIGEdiH8G0ccW
k5w5lm1J0y5xGJXOwSSuWCFwvCeZ1lR/QELF4ajajR8ITbvEYLRZLYO2LfQmO+88jaCv62PIVvd3
ZfFkXkIwdk2oDYQE2hrLlWzklUgFR/ih0BMv9Tqvxr1dYe3a1ChaKEGSaKNv3Wo/NylujOpZzcgp
eOEFT5dug0uhGIWWJFCUjDWEQjfCexwS+snZmHnh74hjMS5ugmChXul4uTcbMLZtOV9f8g8u953t
BioyEMuYCj6vbzE3SXN0cqzo+mOkIDT69ncKwIZEjUr3O3CUZueRwuEk6VagpZ3uJfTKcOOCnLPJ
sp5bg9h1eVfN+wJHwJUjEruhK9gcbeMcTTZoE/X6IGAaEHbHHk4dzFlFQ9vnbRJPB5jDmSeY3DXG
WLjyM3LVzW9rt0FTpubEp3Et72Q8rV7vbxVPLMbH6SNQYhcjAO3w+Xe63655InGODUu9k3uJ6Cki
AN5UKq3VXwnlZRR4CIwZ6ItSaCcRB9M87CZ3IHhs884+555hL7NA9ack1rD5mG9Py1XlbPFEJ5wb
c9EH+GNh0EF3fcuMbSLIRt3NmjzSbl+S8aN3t2uTCpuP+7vOMQY3hD2VP4F0XsGhsQMaWU9750UU
SU/Ub3VAMsrrcll0dC8lY+7pVql9SRRm0+bamona4OId3MzbgvKWcMnBuQRiLmpf9iXPL76MgUY6
26SVO9nautqpaPClNKGcdZzdsv9ts9HFc71lfm2qeaXMxycmP5RdZOv2/iV+4B2i+3c22nqvYRqv
jPpmxPohbKhu6o1I1hxB7ltRjAa4RhB7cZDDCrqHh2pzMh+DHXWoyWu85yrCfJYvHKmsqJteAP3H
WfwkpHYnSgM8DHhW9L5FwHjlaxQwY0vZqMON6inSnCZFBfBDQENwVXfvGHrjGp/tXlhlDu9Bt4w7
1yrOEyRQEX+NG/vV4CM6AevtVPahJmlIXu/v07Ih+oPArF+K+cmimCfZWTrlzwJttgoStTxmNp4Y
zPJJpdZXIjgg4FX/QCjeXSuP96XgATCulKgPoNQ0AZBOBASHxPwVvdxH+B+K9s9CseUYVot2mXEE
xKE3bZ1OR0fJnC0deTXK81rcGoA/OLOBuFBoL+jgV2GMHWIE4mtkmw8vicM5m5w91xnjCV0z1bKB
VvXUIgI63AZnWxw4IP/DZ/8jCGM5wdesjZURwcS45ipF/bNA4lVtR8dkzTue8w++t2aM0Uz6KlXS
Bk/DaL9rHc01FdLR7xhNRde8qNiy4fwjFWM4pbLp+kgLkdXbvoVEP3FEua36+XpM/fk+c+IzkBZK
VYu9keqtQSTZljQiHYUjcjckdSvigE/Tfn6Of4fUGIgM74pjEJYVXUHweOZUQiUvYxFkrdOKoJ2T
iUSmw0YixhrFRmAPo7y7btaAm227QGLMAro926TQkJOVf5c+rRDSCYhl74ZDQdccZ3spfDr3oP0j
FWMhjDRL0rCDVCPaXnza79+pk6y3n68KvBTehJRZCe4IxhLlITbWIxwMsGATnChvEtWisfsjispY
CLO0cg8GIju//pgC8pz+Ot03dYvmAaHQmXJhDr4z21KiKhgMEHB/7cG20/X4EqUEntV9kPkjN0t0
AcLsxzyzo5AG+DnmChfp6gU9H3+H8DXN78KQVgJakAIfLnbwNhEVqtWsxDXHPVzc6D9SsDT4SgHC
1C+v93n1xNHYxV2++DRjpOUxRB1njQWSX/uVtpWJuubsMw9BwRZdLFDRFFaM5laYMtTWNc7Je/5L
ERiz7KHKDTUyAEgeO9rbDvcJvWyrLhaJscZgSOvHwICqgmjn+WdOH3tb3FeUIwdHV9l0V2JVoGJS
gTI+vf203uFhfvzVYWBNbmAJjdTKAAjO0zpeYYZktbqPsHhtXSwUc6bHsUlzDSmkc7LxX0TQWXPu
reXb/gKAOc9mXghlMr+T1NVrZSs7M5htRmjzkoIcQVjTaqj9hMGfOBbl0SfxGVTZ5P5KLWw2yo0w
4g9FG2CcYfNsaenhQdEoOdwWvMxzOrok83katbRcVyjMNV+gpdzCf0htOor7UyKbeDMgVTPy3PuF
M36FM//94oxLeZkN4iwN3v+becFGnu4ubMgX3bKK+kA8Udgq+lhVsgAlbDle4q6M4UGgWuQY8tsm
VvTczIzO/wfBLNY0FmBbEQDh/Wid/vWhcOuXwhFt6ZXGHwHhnPaF6+8KjVkyq8ilqSn0/PzmHVyx
pCoYNDp4P9Xv+4rGw2GOZCWbfZPUMw5qzAeiHKl35D28eBjMqcQdImh6h5Ubqb7ynhBptFE7X5Hy
fF+WhXvwcs3YSHPcGL0RzzhgTyZ5xw0mLERFMPIOD2AUhqKcjp33azW9JAkT1ip87Z2amJtwQxT4
i/zjvxTIuoJilswTevC3YeDsWUMXrIFHixtQzGHtSOCMRPzGC/gs7tAfyb5uuIsDWkdKG0ezZBqx
XIF29Bi7n5zrZdnaXIAwHqOs+kPbDgCJSbTZjc50RJzkheMLcVEYj2XUGssIRKBgKODqEO9K6r9I
ny/jNw4Qb8kYv2XA/CeUSXwtWfsurfWTk/34vK/Pt9VWoJ1B5bWIRk2wnWO+0rXdzHupr3pDnZ/I
3iE+Fptxmx691dmzw0N4QCnE/vvwOu5zG3UQzn3sr28zrvEVNuPU+CgHFgcd2GlAk4/KDu26cDq7
Clap46vrttrlJTr5q37b2SgFrwe7U6jojBScIcP3PJ25QsId2jTUz3SL4QhbxU1yYmJG3sE8yNtY
Jf7vMsa8X5L+rBSijiR66/eZb/veuvVTqhyS1CLSWnz3TAwKRQzXjGkwvKPqMKzOzbTqMidKNo1O
Op+TF124fMFqoaG3Eh0FqPlhAtZdloEAvJLw+pXsYjdp5CW0OZ4KD4I5C52Bpy1mb8wxcZm6+v79
xGu8WPJKr6RgDoIiyPooN2J2zivyVjoyVXySaVjHJ15v75K1uoJizkLbqLmpV5CmdqJNkdA3sCFW
tEzonHcxNinnblyw81dwzLGwAhmc+SngduJvlEJJ3++r/pIJufo+o/qYz500EypGz9MDsvwGKroC
mpH1a76Wn+9DLThGV0iMT1GickHxJSCNK5ke6pX5a/13AIwbocZaFSn6NCeRRPpTf6w4AixYwSsB
GPdhkOo8yyIcFYSGN6pTJeR9/cnZbt5ZmX/DxeVU9qHct5jKdg7Rc+eOrTMqa1686f5GoGrwGqOK
vUrPDWC0n4d8pdrFq8epxL+/UiDnvkaIlakxPRE74b3kpDv3FqG5TTl3LE8M5sx7pd5JZgkxdh0C
9S/9v+UkQ+XLH8N404GTSDWmrIrIpuTkEJLIfracmNeJwROBOdxg0c/8oR4R9xGRlExsTATlVMIu
vBWupGCOtydkei8ls/kIt6gTdmVe2TnHgOhs1mmIw1r2PCAIO3F7mLMmoNIa3Bff5vW+3j8bmGpz
rVUiYvRTbWBHypKYhPqoRCjXXPu+kEW7WjHmlBc5aKDjBnvyhreVjFveoOXeeN1yXKr7dl1niWbQ
goZhZCqEOW8awnuEcFaKdXFx3atWlODjYme7E0l/h4em5AaTOSv1pRkXtipPU7XuA9hDjP5zf8x9
lToJHyPec5djTL5S7hcwGBQXaF4OBdOI64on+pE7HKO7iCCDXBvDDDCi4eato5vgR+gUHBID1VT5
RLQn0n9wvKCl2mr0ZfxBYUx7nSlT6FsyDsraIHadrEtEH9wG7LogzM6Jh+R2txJRVJzDsYiP+mrd
oBW//fbpvIsPW14cddH0/Pk1rIrAFw8VQYTMMcl/lPZ31FdzVnVRCS8QmEsgl/PcLz0gNA2xqPC4
63Fc79/4i9btAoK5AtAMWWRyBohXbJsOlNwj9xF4QjDeXoTkkKA20PGkst2QmPtAJwXlqAZH/74y
KRcanrRBKfc9QDQSdKTGy8N6cNEWk5/vC8PDYS4DtTXrsGywXCP9UU2uhaYI6mgv90F4K8a4edVg
hrWOXTnvqr2L2kS7eq044Sme7jIXQdj1Q5z3gDAe3G4XrXmWjadWs4gX+1HrRm6VmCl2RqPxYDcg
Fz7dXyMeAGMKrGxCXhv2/zyd3rTn1uXWVS+a5j8H4+uxfSGBGg1BnM4U9eDe31jkLT4OBGnNZOu7
9yXhbMVXo+AFUDsoaOgVAJT9yskDTnr4wTnjN5Mq0VNzaTe/uAsvIGqhbfVWwm6XTmNLrkg15JUy
KiDRHKKntKuo8eRU5PTBK4bnaPJXJ/4FsKYG7dwDOS+iZNcR+bbtifZxf/04R5LlCMcMpWIsSmBE
m94xX39h+Odq+v139uUrA34hyGC2VpEZAOmploN2y5bo9+r4lyDMuVe8ckxAu4JzX77CgB3TDZqu
KK88ZymrfKUNzNnHBduM3axw9mCt0A7b0U1zLt9iV/25U9c8uFu2BUb5GFMQ1V7XYwQ6vMFuL+lO
uD+c0YX4GA/oLh62yiulw2BDTil2PtE9+h8jGxcnmTEVUesnGogAZiU8+Gt/q55McjJs87+82P7A
sKlbtRv6LJgv6zdxtRu/ilTQSZj/vK/ty3GaCxjGJ5gCIytKD7s34GpAHdzHu0ezFedMLWUvLnXk
yxO70HcRxmI0AqwZakl7B+OLPNNGGBGJpUA+RKSA9eBxx3AlYxyF0AsNNMdhAe0mI3lE3hFHC901
hp/85RKq15dT0EeYgxpiCfEqTV/C1bf3jBqPvIgax/axOblEFDwjlbSvkt+B+JvOEZ//UhDGYKCd
cki1ARCHdO260UdWuzR5uw+yKAYaGefKGtNAluF6sczQwvjw3ISnAFLn7znI4/R1+F8M3wUGc0KL
ONQFKQEGJh/FYMuVturbuOMFURcvij8oNzd6qWlIWOuz7xZ9V55Qhz8X+xocWZZf8xcwzAHVTbBP
GPDfzvZIg0eLqLQh0rY5ru/vy1dFCxNxR9P4PxvDXuqY3GD6TQ6cuFgZjvHDIzPrGKEOODQ322N9
3kUbwTW3NTHwIipA1IuOas4TfDmUe/EjmDObgytUL8JZWDnf+U8YIKSfcId8C4iwSm3eXbJsIi7g
mJM7BR4aXkcoyu4go1vWlrq5SEZe8cRadP4ucBg3P0zzPs1rY37aITNB3jrb306fn/d3kHOyvkbo
XNjYKu2S0BcBgja08nUn9wQvIzSj3EeZbcA9NWFu+3CwAg/kzSjJAdEQ6TGK5j/5+heLxViIMUuD
sexmRdSJaqO5+ePvJGCsQyg3aG/q8f0BvSDHjFvWIN9fIfbiRhP4OMYaVugrTev+9J1wQ98jh8eG
sNTZcHli2cKroJcRFRMgyFzXINOHiaDqF+PeuPX/HM1ib+9u0L3c8yFRSkD8TFsSPL22aBIWHoLH
YlOJqw5ZYbTtGOf7O8WxsGzvu2D22ZyGnl/h1kl46M7gC3D1wOao9KJ4IOmYa/1QZM6uI/rPKthX
C0anfW128eYltrlWfNECXGDMSnNxOMc+jIW+B8ZOX2V7EXPuBzIq9P2/vTMxyxyTG1GheMN+ANqs
OPTDMMdevSZnEC6/+iQEZwqupvubs/jOvABibJrepW1ditEMZGCeC7oDeWXGywp+AcH4I5jkPEnJ
FM9lSBK809Gp6e+B4i63A8KLMi/q2gUWY9eGZhgxYwvr1sX0CFY/vCBC2+L5DMs3zgUMY9ysyZwK
IwLM22RP+0f9od0/5Zww3/K6YWonuvihzRhXcK1sdTeNGASRzaUOnZu/9+/wS2ltjzlRXdnmqtzs
gdxcCX/gjFn3L3S7jjAuTBCLHI/ZyR1fwVJIHifqvUkO54ZbXr0LJMYXKq3M6iINSCImYj8Etoq5
TCkE4inDom5f4DCnFSNXW0HB6MizjdELAu45gZPjX5TEQIUGBoLMLepskr/t1S7u0wrqBjZJnc5+
xxxu5leyL93Xl0DMkmWeN+ip18zHND6GmJjVVXaz/zmQ0pZ/QSPqfXlu6H/ZqEtUZgFFofHUacQC
KmR6S/GubEAy3yEmxAOaP8Tq3iUQ4zAOUicMY9rmZwNxweS7SmvynJHJqY7FlhMiXDxWl1iMt5hE
op81JfasceHBjY40nyq3tgtYC97QiiVzdInFWFdtbKGEOratm9ly1+jkyG3Q9dv3bbjE04757xdH
16gVC4O9AVMg3zmzDoPX9AGTKqDyHW0cTCHzYQa5tHA8WMbYokZWMhqrng3U5FYbkBza6rvqoHa5
cZLj8EN61fnz7ZcO9eWSMqY3TlC+HIPPECdhykn7OjqGa7jWW/8eUB+JMsOkouakj9xWI67iMPY4
7JTB1CqIW2GV0cBGix0oZMAdW6y4ZBSzEv7vA3EzWUVJE11O1FlxXHlmTt+70l6nqeaQ8cTTniWn
5s+KgmzpWnvwzI6EBm0yUNLkQ3Z88qu32423e+Jo6fydezIx1qTvi77RE+CAhehn6gTu78bJjjKG
SHB9ap5IjD2xprjw+xxQk6si/Y8BQ0hsZ6h65Do385fuCcVYE01QZTEosVGGGRGt71xF+T2qTxaS
j5loV/CrK1vv1n2zstr3suj+NW014qgYmKp+8aiB3JhRysQIwyqox7no0kBOSMFl6hR48Wf0/u4t
H7t/cL5uwgsTA49bE/z2C6f+0buSk63+Q/0oaDPBkAUCdRMNTowogqkKTWIMsx6i93HeM+GgvfOn
GC7pIWa+GsjVizLawhgL4veWUPvgugVbgUjdDNrxqK1eYvfj/oot2otLHEYeTarHoDOAAx79Xxi1
S8LN6ForCcln3+bV+n9tAKuIF2jsBg2hqqaeDDQMFSY/h92v6XXLY0v6yprcA2FMxeT1VRnMZqnH
iLqUKL/wnLP1kYDLyH54nmwXr9dHf6OqzvAZrbfWhjetZTFNcSkmY0SSUJTTTsQvmLqtlu9edk/+
sSUiOfYbuF0mR+uXbrhLNMaOeFMbG8IENA2sAwhktG/N+30tWTpXlwiM/RjUcYCS4lLx31Fb1wXU
2NwHuJ25DAtxicD4IIY8io1WQ4bKlmdSm8nOUAduEG2TkreD/xTShPTuo+rbw4tjv28z+smzkktP
88ufwPgnrWBYk6/NLhf4BmIEcmXyyeN252EwzogRppjlMrta7eumcBrn3bd5YizGNS/lYCxHWWfN
aGpf6mBg+ukZVcSOZ3eoNnkRd9bj/Y3jCcSYjyARpTydzYfy4M4wAx2R+LiPMX/jznlmg9+Nn3v1
2OCeRCBIfldJitFtmK3A8TA4Os7msuVxksMhBEoPtQO58xTQ4+ffCcKYhUwdalMQsFh2CGeXxHSi
MSqmeHWFi/YAfJGmDupCVWOf5FZUSHneifn5h+JOm/hRXd8X43a09XxY/wCwj/BCwDDnsJwgRxY4
rr7V6QASiIjIOalwqx+zinLHpc0m5kYJLjAZox4piR8ZJe5dMMLTnOho1p69W93uqOjS8uFvZWT2
Si7zoopTLCL89/9H2nc1N48kW/6hiwh481rw9BQpidILQhYeBEjC/vo90O4dkSU0K7anv+iZmJhu
JrIqXaU5KZscliKKj5mTmuq+Md8im/P5ccC1cRlSOO0hAa4vitBhSaKFvWlLCWCbAtIObmMlL2cz
4slxP0s6Zv1jKvwEtO1/KFEnyskwRr0ESooIib84Cll2R2twa5E5TsQiRR1mq6nHTojE0UM5iZUu
FzNA6LOrsOPP/JWRX44oRwg431jPJdzZOfWQLsbuZ5nIH4JttoPDkg8WLcolIqAtyiQDS4PTAHE8
iQApJ5nn9TbGiAorRzRZ076+K8o9nlulyIGkiVEfIDBJdr4wTkgEXNzxVYKWwfnRQ7nMjNz7ij5p
eK8khPKIQGXtjnwDqpLuns9PZb3RL67yyGePfO3kPLlPbbL6iHQl9n0BcxnJcepI01LjOT6V8EpZ
+w7a7drlokP32L+p2F6Toc4SK/BKQBvK49vcILVMhHn5qr6z9HjUnr+y+MsMdXbpBdDxQghm0NNX
kegwDoMuAqI9Ad3w/rlN39IvJSqmqLHydzgbePTwdm5/ZWQxPiFZMSbzcsZA4OppdTLKOqzGy7Gy
xbKwgLAPTy/ZLLWa9l2/zNDxRKDJnBqBTLGxnM6q7fNj5fO77q0liXmyakb6evzqO7dE18+4DCsn
jgG0+DAUpFyV6O4smBhTPzb7DxUZO8yBdjqumR7N49XZCRzAR6MKEjdC6QnOIbbMpzo2U0/yIkfc
ozPfbx4yO2AJ4aRkXNGlLDzaH2S1zED3hIrGa/W4qTbb+7I3eX5XFCjDXqKLMVHOoDAPlhg+NGHX
GTfE4oGy6T2W3qNcBgrYupJ74aoLAA+3bs9e2P6b6V2kyH/viTJASnEK+4oHLQzwWcIDTwp3y5o2
HK3LrSwAxBvj1QBAV7Aeg07Gy3J4yY6GXO8tn+Vmx8+799O3133/Yv9Gw7efSV2sMtR9FA5SDUSV
s5MvW8dkFVxZB0FdbAsI6DaUcRDvDxtWXyrrt6mLVLtLrtYafjs3mXvCJt5Xt0dD+4/Q4GqAadd7
yXo4W4DrsRchnO/uc/d0/w4mZgZuKVE+pIQl5JrxiFLiA7W4JXMYjJ1qEcfcPRTu/NWCvtmWjdFD
m9ER+FOIvidMlFcJMFGZnhoIwNJ5bR/jR93OzS+ATy+tZv0QWVj37ptevLPN2tp5q9wKzNAx/M/7
J8C6R8rpYGtswjcnfITzgNwow2/+dTW3p0u5mrrRe77X8eMd+WJp+URa7frH/0zZ6bWinMNQqfdP
qc2tcrd8zwgw3JNHi2NtULuv9vS43X9z4Nh3eeupRCEYToo4HviGcZWsr6TUveLOQRBXkOX/+pdH
ylfetRlqyQhGUwXsaFZj530BVGnYxp7j87jt8dUKIYSRFZ/IU97KCKXeRZpfYmOUEaDfP5wNWzw+
brOHi4OUsrX4XNTADe3nC+npopjaMnqPOpIsEhYU/0+v3T8r+p+5ulYIek0fdQzLrE2JpNi66CzG
vPaZFF7lHB574nr2938pDpRm95pWNByPg+2IyfhpiSVqlGJ3JRo/UxW/jUdZWpF0e3Rn9nrRkwfT
2tZk4b2Zn7t6brrWiO02kxKrYsWxjE+g8tz3dfLvuiX9Rk5+QvMrAY8jAeMcA/iZv9YEFe7EcpaB
fyIisb+wBeA+NWzyuxtGqD+m7YpcKxqD1mYQy4r4lkH8zuLeU/KZomR69jjinxyMFebkWBFZttLV
Eg0yis/ZfuTM/R7pbTEk0vtaWR0uhVmL830HUH9sy83tpUL4kFR2WNre4NXu4eyudd6WPtStgO1u
rowVvq6xkLBPj0Q6ibF8sptVQLYg+lJ4ACoICSO0pWZ+nZHLRv0W0EXpA34B/8BgxfMOmzqx+svN
Fs/fUoISvb46WcLuXFjJpgmwwuOhWJQX+/ikOUfzgs/lPvQ3JfnpiEgK0rqSg92iZ/O4CJBcyl0B
+z6Wm+OIl/a15P2L45bOl0EUTLj6qJiZ/Kyyly2IxqnXWUmNmjZSGso7bw/zbl2RZrfW7chEIhub
yFQzskon0cnBrwgWTMObHc1ujR5eh7sQ31FcSKqRm3iOmoANlsjbwvWABfGgubFtazYy0ktjG87L
AmWMrT7LbUB7tk6J0nn2rmCD3kB6qxNM40ubi758IUqOiu9qE1nHjvhqPPZNqXMk6LYXrNdsA+tT
wXSGTqrWXLzx77k7e67mq8pSntZiYzdkh/VphZUD70nyOWsbzMpHba+UBIirgDTG0iCbQ2jsAnBY
QF1DXTWt1Xu87dezx+N7fjYVN7JMvQZuTOxoK/g++2JqJZC8MNeGFg3ICJYJpAOyd4Fvl96uJRIw
cYvvz9YS197nY/usSIREM0ud9b7+gIGLGbplPXL6UlvizlQI/8CRy9IkBSIPU4bp+sCKpr0mEeeE
1RXJl2YafrJCq8ua2LsTyezKSi0gfTXYcfzcmA32OM1S67sWAAPlnYg/k5bmsF3FDk+Eh9NjBAu4
R+CL+2hWKx//stOSssOhIXPV4Fus0MTpe+rnSkFnkKnjR3ESnHmIrOJ9cB2gsxf4n4I9z4mDXUvP
HIr9n4F9fG8BcZ2hOVcmrRWXtpHZK+/ZzL5kd32cr2oTnAJQQkNJ2I2xH2VfusZGEOYZqa308Qte
rofkL4IFwGPL5ScGRYlckk/eE8nZGzRn5mazI3kwPsOCRN+x1R8C51HbYGV1+Vij5jo7YuTYgqLx
pLORr/eI5M58rrCCEFIZ2bVZLFHwdk3l8y01gR4rPYywP7PaOp9N4mUER/uBTCjnr7IL6dfneWaf
UkI8364AEm9YmJkObXHDId5J1yXxejPA2XzDVgGPlFzmj5+HfP2UO902WiZvVtE5g8dDGepsOVPB
/32DNuVmFQAZyZosyRjypc2nGiUax8VBgx5cyYHqd+Q1Xo0NGZl1yYm+Vp0RBt7wcVWzGH3fDHfE
pE/FVMJwlk6ZbDSAjxRyU5jH+70TA0+/dtA7tDn6JSJnaWPAjBZLxgvihzfKud/wTkVdah4lfKGD
dtWT170BFIPYDAiylN79Q55o7sEEwtUhjw7xymnwfKhhHJxr9gcrtpdAvZFW1QHKomCdr8aucf3N
rt2So95goX7JBvWEOy1L8vwiPCVkLjhQABZbE/Ef2JKwUkUSJRUQdbdsiWUTiU0QtnuDoNpf8A4s
JEbpjxv0uifAw6o2TAS5iQrAyNsvTeoo0yqp81AHTSC7FxHcIHa7xM53y+CNFaLcsnb/+lm/RX1y
Jx3FpCkRoVgPjK/8m/65jX2oi47Cs3DCOrcxADdIaisrBcD9LTkyyIgsOlQsDgiyI3fOQOfgAFCN
kOWaM1+X+9CGqyMeli09zW2e7J48Fr7ihIRd5YPUn1rbleKE6bkS8vH1gmIW6/XCioTpAShN78qW
G58vT/PGcSJrn6CPpCDPewQgzgPxbF9xZ08RMQEV/9mbs9Bitcv8bMCjLNANf1QwHshiVl068Hew
rOXD53rtVeQFoaUzP5LcRhOl40DOj+a8mQcWVk0B/y0k1oDiqPntbjvT3tkzeb6DayCb2Hr4hrP2
Z1/e14qHh3qWyHIZIQTzdPu+RIv3E2DYJXqr+ZzRnAHYgChYcNaBtfSXVotPfXUU74xnA4bVckci
C2wwPK5ZFXyGNv28B65EIhkELKMe0z65abPETf5birtRKHr0Sm2joqvGx4S1D8nSH0/aNe33PVpi
IoIwrbBqy/qM8RbskdMZozXFMhFaqQRPJ0Zu9wfG/45wiLc26H+kUs24VMTHYO+C5R8ensOt7B/c
peVXpr65ENtzTbLDf2NyBm0Fqm3jA03X22HJJmAyPJa0MpSRrkBxkaarzXjpQFRkueKRF5pXA+l/
CctSMTLxx5VEfZhfcizNxYPlJCAMag+6hzFRzjrPWbc8Zc2uaVH2WInQVwZIuwZWM7Yb7yMgu/Eu
76vIVHCBVdW/HFG2uQ/iPO1UBQhP5jJ9eM/N7A3TDEwE+AkIAHjDKzqUbTYy/Xw0FNDR8OBr7Vfp
/YSVIEC7LQBczqElH1tOif34fXLuM8g6RSoFWp8TVHizn1Pk7fBVg+/ZaS1hNcWxyOi3liZKjH6I
S7BnZQGRchJ85BCKDBp4n53JTA8GdbBDVDR+tvzdElIiLT0GnY4YbSlgeAv+4ORxeHFGaA464RWR
W6HTepqffY0ICxVD2acM6jV1SteFUir7uBqp1w8PZ7+wP++zN5lyvSZACX2fnU/CWQIBIXfy3jpq
thiYL6HPn23jqQ8sXB1rcdE/0AQ+pCZqAnadU3fHD0HK9QaUemkAnkidJUiMX+zBNovHf8XdLyXK
j3LY1lpLCbizgqdksM4WHq+pVXs8LoxjZCYnU0DjdO7/Y4t2foAQL05NDLZKSyEtdk4KJPB5TCoB
wl8DKhFhMDfllK7p3Vau/ieVuyHMBTCXvQyesnJNEYXYaBbu7tOZeorBkvzyRT/FgugcyDGeQ0ik
HD3ZkhqHs8s5WinEeY4FXdkyQFyBd/0sQQ1dXVUaYRmVqfD+5hsoPYiw/eUcjRfZI2GU2hdPXwj2
rnr/rw+V0ocg4ThMp+MSe+zQwfwIVuk4j/rqX0zyj+b591ApN5CIYmU0/Q9DI4pdDqCF1sF2LZfJ
0ahNf13oLyXKEcSqLvdZB47GfaEGoLMajKdjem41Ts8FiJUS5CliDFQyKbMElHIFBc+dDEMY9dwB
dOVGtTg3BEVhc19Ap13BL4OUOUnkqOCiEE+/HDMjqZsBc/ktZnYT/YRV986RsiW1pBtYuYQbk7ct
MqrY+WsCQBgFxhKBrWEGTgyoUbeB9ZxlS84P12eP1c/HuEq68SLjzrkYyPCtvXl+rGtgxqhhaamR
3QTf/99nCnxbVRZFBF4AuaWuLm/78nTkwGzjHM4ACTth8mDH8q3T+Y8rKtTNqbUxDCG2ge+fDBKZ
aUc6ILaG5GyJaJLJ7NgJd/07k+poK6iLvOGNukg5zyQ5lyGWjfMTU+KtKtjIRToz5uaNiQu7IvVn
1ucciHFYjbqXEx6zsYotWjtWC67EIkL5AUFVqzAEyCOGK4x58VIgT3bxZLvaGg/DNtPHEWb0u5kl
ApWj933ait4C1rsgs0fkSC0LI6gW0Gss3jOYTfZTUejNAdC+45j3RTHeMM6a183KNNDL8x4sNl/l
/LlEByBRvZ5wfh+ginZfhKd8hiKgGdSQMTyD9e8U7ULhwzRJYBd6E7OAwWLxVjLDw58J9z/CdEWE
ckx5m7ToBwWRys5Xxkpe14/hTPUrV7HjbYqZ3tEnrgrbm3dIhX/XaMj6LrYcUuikx6AFK3kx9by4
YZryX0aqdNVZw/ecnKVo8zJxO7tZXdCgxRovZ54v5cJyTitr9QxSVjDWYVJgID/ujBfWi2nCvN9w
RPkvHv22mRKBzPI9nG10iExLVPu+rEyq0NUtUuZOrCu+knvQKDfB4mTLzhZveEYoz+KDMnapKiQh
f0H2dZlsYvuDc094gv0bn3tzWpRxwxiPmJx4cFLZZ/to1zaasOHec/ZC5akw/poU3dCehUKnwPG2
e8woE20uzUOU3FZH5/JYLll8TSU9bohRRs4Y0Astczg9YS0ceBiSpa+h+ilYDoYNX+VZvwxnmaXC
nlgvtW8Wb4p3NDlzYUsygWkLiFn5s2gpoQ6FIpgdOKuZ17zcl6Kp9NfNR9IWJ2rEMhtPRO8wrPAc
Syh+YdZZa51j40WqW0vkKFnxyQVmfCKs454MihkN5ok3s9wOEhSP0Djfl3YSWckwO5Xbc+XyJSug
Hz/jjs3SKJuV4CTVywVlB94MZspzOO9+Kp+uzc8BEOwlxMQBvX9WAESJnSfGGU2rmqpJGLKQsb2G
ushOVXvlGOEie7N9O6BW2ZILCuaFFc/aZaajvjeY5UDseC+v4blq/L8paeeGVVqMLxkp/TkG7IBV
Eebo4p91mbzISSGHzZIIjJMGiXIBZXBUb78qf9N5MUaZXlB72yVEnmMKzmINNU1b6t/iD09Z6kI6
BUbU4Fkl1Wb6hcWjuQ8l3TG4nLQ6V1QoIx2mpSoUIY6bN0+fnJm+ICvPwsWd9gRXRCgTnQESStQT
EEEk8aRiSCfGa7Dd82R7/8omsiHX9TIazbrmK/4kl6ADzOEHcSfhBejdpzBt1K5Yoaz0cMr1/DKK
J5xas/56ybyjxYitmcdF2WhJwWjvqQCNHpszBK+cN7Pzp5m4rD0Ik6r2y8vPd1ylxMOoQc3sR8Ig
3Z3PPahOgxzV/RObNnqKJskqEmQycrRQsysqsczHRV2mLdKmwBYJnozUlOboFUFYrTuZZ76M7zER
3VkysgTK08n9ZIj4dJB59QWUjMtRFl4GKWr3h64ggBIMZ83cQOfCOFaXEH5eLPUVcCixeblwma+J
SWN6RZyS/d6QZK5LQbyrMaTtFyRY2KSxbYbRnmprRf+zpioyFp8ahkwxGSdRLUXKqYWOyehUaGLc
KcA0zK7ALrZl7MmziiiDdXmuE3LeY4vgvKxgtvgEYJHqc7rDf3olq2ts0rpcfRTFPEo92qBmDeIm
7GzKUlPePwLw//x8X8SmFUYXJAy4CLIk/OyiuRIx7Jop4gwLRPb9bEAl6cV8ZBYaxuP74wx0uAGe
VzFtQK86D7AUoYuCbuSkOKivc3mbrVW/e+hyUmBX7+uW1Ug7lU9QMBIv4TqRB5I16kKPmF9XuCBr
9/F3+jTunR0zy7G5cJ4/VqjihERbCtsBfTe7yC0TwjjS0cfT/AJUFHUIXVQVSaIi3v7IH7uEz1uY
0h7zFad9agOzcsFjeWvn7liTysJoBO6Ro8xqfBTKWE+rFnAz2A1RrZwOEP4Buq9MzlVYcGg/tb4/
1ETsVVA0DepCjwuExamtCh3ycrI6J9lfcjPUTBXUMs82Fy8vA4LB4wuPiehPxrFOiZF4RZmKbi7B
EBzj5tz+X1h8dFQtxswGVuB+io5IKmT4GC5xSgOvCVIhZ9hLwZGrwWoUkKW0yIiSEd65sIz8lJWD
qBqSpo1So1Li0qTDkJ0AII5uNp1IWAdYFeZZ3uYldhjzb53uqJxhYtTONID1dFwF2UvOeb32lkQi
acrZUUB7Y9E0RD16QoRhfp7xgROzfgparH8/kBKws3iMpXLUJqiS5qSzkITLrwCQGS+hyXtZxYb9
nApGrilSXlxNikbSQ5y8BOS7apadYZXP0tiFyAUHVfVXw9JAQSgyG8T4wKNgotpOxa8ibCJvqKqh
qBr1AVHMSVqf4AMU4FUuHgwMFXTmimPmcact1S8hfczzXplfvT31w2WUsScgu2Mo6pAS2TacYicA
u3wmQxKs1Zs4L826IMnM2FyWrBzXVBUO1/sfXulXg9SITcpX+IT5iGfe+O1XtSyfi/ng5v4bpkix
3t6zE9tL3GDFSiRNhVGirKqYrhQ08Q8g7pAFYpaVPZ7U1Zg1Q68fs59lYjgc4ntFg7pLWc/Qg3cE
jeVlU6TmmEuZIXBxH5GXJGih4SxWymNaY35J0uWqQKjKtm+HFoVoZZ7jFTY2y9obALZHS84S/Oqd
WfibdDpXJCnrGARp2QcJnKw1rjU7b7GxG5hjGDWG1LDBYCapKRKWpCqqbMg6dab8kDXYUiLDpftO
zJuFBfgjdd0uLq/JrGckdyZfc8iV/y8x2uUEdQ78lDOIPWnItaA2LGB9kwhgoowVCU5mza9JUaeo
xlkKrFqx3Qfu5RMAUtFK1Pzz0cGfyo5QjuseFXdA2rGtGZWWqRIntuf+ckl5G6POerXNQfriaGSd
iPblQtAnkW0v6MlAVzgrSJqM/K4Jjnd8ZXryospT7CsZc0yJgBQjDBxg1giH1sV/47kVdVzoJ+ma
qFKhbIo3WZ8byhgAAsoE7VTjG6IzP0TLi2x2X8HkQxOBgiziDYa/FUo6pVTlOCDQwKp0EhqB9Zpr
BsKf0mGt5tiBTJr6aFysMtcAQtoEVVyRS3YSTliEqNeqHdTi5VviNOHj/jFII9k/oRNGbvVxS7Ih
/rT8XR04P6TcUWjTbp/hySabQn3oxVkmka5uiREdHR2YMtkrDwBWAZM1+kMyfNQpqaRthhJRdlDe
jAw97Ur1nglbsSBi/4zUnX0+LY/Sdy5WZoa2TPE9LUnKozGcpIWpntz+7AOqQVMZFflJww2AHETZ
wIQyaF6OSsJrrZR0e6wcTNSvZlccAUv6lu6kx/unNn2Zv5TowlylCeFJFEEp8Q3Af2MSI3zvu1mK
XVi4vdc4chNktVqfQXaiwKqgOve/DP6MI15d1hithQAn6zDqKKDHDnU6yZxdmJn+qUhnXJuMVg0D
+1k1KrZKOmngOdSQ9zEWmQ6r84aVC/t5bdBSd02BUgZd4o4pxme6vXZEvyoXELW3e/tUYBwkng2L
ziCNX6xL2VQOYuRnkRuUmGvBcpaY1J0HeLazKUoWL2G1aLvkkU9LIK2D2Ze+HrrcDEsgG3WV6VZd
egbzKTUVG8MmSrwkC+ioUmijKLV8mpdwpCcr/142nKn6Jfat2Gb51SzZYd+UVF+To0ziUMjtiZPb
0QaPL7flvgAkmGY/j3UR3f7eIWnKTHJMScA1TSrH0wdKd0aneou96cgjroEGdsR+F9XPAd6xSK2j
hdjPU1iQPJOB5zVZ6olclHUeDwPIHoFlDTyINSAUYIqI3CK6l60xMuK9Fg2N1fw4P1nJ8mijyslI
L01ZxDHpgh4wVcP6cEo2j0od5PqZH9sL3jNLswfzLXNZ8xaTOawrKnSurkjwiAsrqYUqV+R9zRGU
UEys6ruQyy5dJHOtYo1YTAaA1ySpOOJ4ETNARIGx3pa/hr3lvFrNQrbCTePKXvoR2QxrNRWPXdOj
9KTjCh6dnKC3LLFfKS7Nr2GVYtE3CjLj++yTlf6ceosrQHISBCgmj8Xct7HDhUvLvG8QkslNkFmR
hhdqF18ykxsA33ift2kZ+SVFPY/bPuBFodaR8nalw1khlWZpGNLiAOYrOoPMoDbpbhRAHMoawKN1
tNDcchZe1DiIZHBmIbQ9PxxngQX38qDOE2Z/4PQh/pKibH/d9JzQJgiLemzb7Py+IoGF7gKU0Arb
Ou84H00DLEGZethes0dpHF8NXYwG5/Fhy5v1KrQ/amtA60TBLN/LowzQjueKFP0IOlXtWeIkkMpy
yMXFFOTIylRTQB/WMEtrqywyO/vs8uXxGJt1bV3sdjgk+kBaYJAVM0leGq3VBsgQzuKzr4QhRNk8
1U5Qm8Zrbeyz4zxQ7Sb7uESHc7k0os8BACaF16dOBIyx0D7i5XUKlEUrr/nzKum8IGOsM518W6LT
UhM0Q5EloATdSgsSx7qeAYV5f5i/8qp5REenbW4N67vE+JzFbFL6iTroM72mR11fwEvHcyMFHbC5
e3RBGsAeeUJpz/If/AfN3NjPL1pPTMXMvNnFBT4JVieHa8wifN7XyZ+g6893oPcDbXaipGgy9R3H
FOtuC73t94cDchYDAFSB6zd4aFXoMDZCFsR+S9BN0Li70izdb2wWRy1yvr3/FRM+TEPmAGkzuA9F
xI7S29OXdSE9ZY0gwrBby2WDQdZ3f+8D3Bvzjy8rxTQ9TIqyDMTfwPCWKBUjcJJQYlkqiEb+xUJl
9fQ98+aM8/2rOrc05FvGOl2Vk7Frem+9Pnv3D23CwN3+9miVrgJb4aLFaZDht51l569DPyEz0wts
BpmJPPEtGcpDNJwYnA08z/ZPmLLGLj4M/bofmwUxV97OsxjnNZHDuqVGWW3khk8nbbyUuXUQnNdl
+7D2Hz5cm3PRn9O5nskSg58ldbcacEuR0vxeT9W0Go/RWgpA8R6s18j0fZ+Uno1MVmNL5mNCdt9M
BJKJbMgtYUr1BpnvU/40EgY6+vMAIW89Jnd/3cQ1ERRuboUkUP+Xu3m2yInl7Enn+Vg6vfl47h3T
5F5YhcbpG5ShzOhZF1TsS7ulqJ+7ejipnLg/XCz0tJIR0+XB/RhhmQVMiM621hNrqdi0jF7RpFS5
7ltsCEgCcV/4/OCu+sWLTlb20TqvZ3jo7XZIDjKLYX/DfZzsFU1KteOs7SSjBk0r8pdlYw7YOifM
jp8QFqDmbDHTxND3SXt1RZDS96CtceiDISIXGcpEtCwvMD9Zr5i/ocwtV5S2J6HU4ikNIrLJb4KH
JwYPrEOj1FvDZq5Eh/1HAgnSmA42Zqff+2ThZa73aJ6AUmKySI76+0e/r46N0m+pzbn4IoEkwD0x
6D4cPkyM92j+1puZp9LZMqWRxSOl16lRnyK0tEp7S/30vp+Y2PiMK6JbyrShP6GdAII3XwKHEgOO
R9N9ES1Mr3oWSxwm9qndyINGvX9OacgrzQBtRn+RucSA2Xq93vsPqv+12WCm7+0NZJENtz5Zs0ss
ndYoOxJxEaJOAZTnh85aRqbj+xuy0MdalWl+MqTkJ4a9IyV0u5dwrs8demGlfbSYW6+vZ/TnABdd
3bsXhGHe9jNktlgzGaQMyOkkjVi6KhicI1OwbnbYWwFsCzEhwjfy0nMv3Y09VYnLdAosCaIsyUk/
SpkBy43syBOmXDfLFIsSQ+I/yJa70NyFiecmpuu9T0acx9AMjTIuYZqqxzSHKr4DOjoExsZ968K8
RMq6yPHllBWj61mi08LBgvoHd0Ns257tvpmRynT49WtX6ISfpudxWLSQmPnreYsN4RuExh4rHJp0
3zKiRAOTdWjDo25qiBMhkYRUAkevQJUY1wL4G/hSAASU5tbbbll1vIkmhFHhfylSdyScL53QjxTn
mf/a+ChcIvBqlj0a4lj5nH8IFX5pUfd1iuuwEy6ghS1f1qtgAYwNluXDJWZmP+6220/GcU6kUG+Z
o3xBIKPNr1ITmGbrvX4AWH9eo+AFbJGODMQnoo8HT2e/xYeZtwsj8g2olu349PCGTQp8EpdRT5l2
Tb/8U57CaEtZSM/g30q9vgX6eL6zWJtK/0FO/0OEfr1fqiLImwt4PqZe+aycHOI9zrwn5sg1g5kf
c3f1HNHFWrsMRzCjvKd79OzXGO++r98TlbWb6/uRpysSpXwK8zCPpP2TtVYTu7VmY2es1zCRVaZj
818t+HmwXlHKsyIaygKHJhEFfw6tjTeW0FoWw+8wb4dyAk1RXJKoBKE5t4t2QW0HeOjvtjFP5gxS
/+DKfwWBsiVll4lpnIzCv0Rz+NjSBLaA3srbr/ljNg/32xLBsmlmqxdzl7Bs88jIXwf7S52yK22t
5wF/jkfVOwDswAcswPiSJMTGsxVIcC3+sORl2s/90qTsS6OFZyydBc3afFJnZ9lazRCucJv5p8cM
V6aj819alGk59nWVpCVkc44110sHYBOO7zbEtfGAnOGhfF8VWMpGWY62aqs+MUDNQkuTsL08ed8s
jliiSdfr0ONRiyE/coRJ3dmyxWzWvpxnJ1LIzMLyGMzdkQ66SKcc+aEDjjs0e+mo5ikxYX8dbs96
Q/1DzPWfW/ppIL3S6/4SqKX6c0uH3lTd5es72ZPN88tLa73hAc64JeYRUu9SY9wCq6aj0I+bH3W8
DYE5ngEr8L40TLQX3xhGur24NqKs4H8cyQF1g9d3YOklcGw+EGRdtBgjhQfUsdLsCUIGhg+bjOkU
NARoQB3WNZ5iUZFgjyX5KOGBcLaHrTVn/P4oyX8k4+r3R7tydWOq1En5uc8QmBt4gSikuBD+s/dZ
NzWpvldkKOMowwYHysjGE4Jhbbmyx8f1/VuaqCXhlq5oUCaw0ePgnBpgJcdOBBiJJZDom7keW+k+
WaJ/1eo2/yVFygB2aRiERV6MlyO6l3ENpJGSzsSLxmO5l+nA8Yo7ygDG9QVLW41cwlDdCYg2CukW
p8x63Hnbb1ZWdaK75/YkKfOnY6a/lWWcZA06mG6y1IUN9d2ymGIIH11wFLFsd5BV8JSU1nm/+0ZJ
9Z1xRQzB+4lEruRbKQutLXOQeFrKZvXYkKw3K91hWvNRT+7o0Y+puqIjoq9YT0LQ6d35QXVf8xkH
wKaV51WsQ5sOnn4l4SeMuyJl6Kf8GCi4neUyQQMLlmTAt1dwucy8H+vwKOOQBVyV1zooVfbBWjtA
P3wo5h8ZIFtmnjl/YmJ5TT7HrjijrMRwDgahKXGIEkAWD0hv+g9jteZCNosXVNh1gAQwxGPSMV5R
pGxGijLfJchAMX5SORegVZ63Nfb5c8qcipz2jVekKGNxzMIwOUs4zHSMeNE0gYyL+wDESIvY5gwW
g+G1fiBM7okkZTGqYxBj8TcI8i6GCZZrB+3u6Jz5ML3v7fZfnKQujP2jBurBaHWi30FNYATKSb4g
nMlTD/3PRN5GldWIs0tu6c+Ma/trOG6JjYJ0pQLtqZEbIa2g1fMD0ldI7Piua2xRM8FfDA85Ubu8
JTbK0BUxg2sq7OAdiY37i4bFCRAZ2AFgr871WBJikRtF7vbabslRHh8NnKdmaEHufFpcLJS8MVRz
BDyntlzEprhXOrxhTIZ/ZtGkFD2Uiz5N4pO0N4RFXthHYMO2/K5itVAzj5JS8KiI86wTwJuFcuhr
a5ixfe6dWWHvPA+osKyj/Gu/bo+S0m4h4QyhrcHW/LDkVVK88Qso2n1ZZIkipdYj3E7YFjVsZGs5
h8iUN+j9upjmfSoT7v+WFUqZ+1N3xPwOWGnNOW+muKMQBeR+LddmLSDgYB3dKGX3pJAKAdDRd1G5
M+hZ0nqJyRyODEvkw5hWiiF59CuoHxSFP4k/V5R/nR4Zcj1hA2+OjX74lAgxBrXC7aQ9OUAIoMCI
nD6wmVm28+iBhRMwXvadU6PfPxxQbIdyPLXlU/wWOe2mYBl1xr38YEFcGaMGsJNCWYOhfnuYJ3u5
tVTOyZ6AY2zOGZI9EVDfHh5lFTCXrOWDDlpPSwvNYECSarBc1Ny1hJUy/4n07h0cZRi0SLyoeoCD
4wySXEgNSENzx8oGTeQnbxmi7EGUH7FcFJD5YOhQP732gCIaSsAjn9Tx4YiVGCp5yQhZcS/z5Zxb
L+cW9tOhbozKz3/rL3++9eoi1fjYanE3Cn6MxZ/uV+pLCKw8dh8GS2Ioy5HymV4PPRxzCxx2q018
4GtrZqESy7QY6sawhT+N3Vc81UCXOF/CBjlKMrfKhuiL/iPdsUwTQ8nk0epfURnOmM9s21EssfjO
0l2DvL6u98R1ExVoFk8MwztK3h3JlKlQozgFUcrzuKdDF9oKOS0AFBACvdBWtk20ZNc9RqW6R4+K
NjBEdhKjI85waa2jarZANVUzLQEw0zUrgTdRILjRB3kUnauT5CvxzGfjScKpBK8IuY/EWfv/h7Qv
220dWbb8IgKch9dMkpolS5Zs2S+Evb3NeZ759b1o4PaW0mzx3NOFqkINgIKZGREZGcNaKOu4gH/f
ojdo9racu8dkxqdotVO5eYvlmXDHhx0BUPuKzoa+cyrCuBO3zHWnGiClpu067gmSXlVMCIehFHhK
FBrm3PJMpPHT43ezk2XfG1EjQUuGw4t+zFGqqmdTQRMPv/vjYkKNwksrp0WzIAL6qzkg49UBIGAX
zjXJzm0e4zCGRHSr1hi9ZEyGTWLNGNTcVjGRRZx5Bd80WEX8kqpEX6MJt9RXsk9S23gz5u6wGWks
g1tSlr2hFD971pj8i2GLX6DJFJfl/PzcjOUqjKcI9EgzJAmizB2CW6DC8LvSzgHgQeeSghNwiHea
wLb7133hK7oCUSp6Bq5qgTl8gxxQ5SrJyl3zz0VidYsc5vs9+xyacxoK4zTyRC2lPsN9IqHMsbNF
MGWsfLyI4p1mGYu6IeilvtAR62sWFX/mflEY5yEmYR3G41UWVZY80DNHMU+hDHOvoTknpTDuQ3AQ
ktYF5PSjoYGJg+aRjZwlQqy562Um/lWYkEQohz6WukxCx87LzgB64EnZD+9Ito2NoLMJt4kS373i
MC5EbDq8ZscHGJoidtmnTsZgbjNb5Z5bFeNCdE2OY16BmJa+XLWDbYpWW1soRg2WtQQr0oxLGX/u
wZ3JzrEVYtqH6vhkflEExPebISP8oqWgVbHCYknRYLtcavPAcqNBPxCrMoGIG8lx04vjZoIqNHMo
5Ql4SVx7LjqedsgKnIeoow7ANhmGQEko2rBHcFzTCEwlR7mkc0HV9Fr+yWCcV2MI4A2s2tF5bbpX
CykO8j1XR5kYMBm1758QJrbJ9bjogA6GWGrsAi3pKqZoOtqj4wioKMv/8v3yTxzjqbSwlfiyRxSw
2V138Q4j4vQZacSZrZsOEP9JYZySqiaSOuRY1EvGEzCxzHmI3ynK+01jnFFTiXooFPj9kLzsJFPY
A6obvUMzYsRpk/23jPH/30Qwedp0Ttf9KED5YdjDZmfjDzSZVl8GTfa5T9otgLlwm+k2/Q4uMyY8
fU//E884pl6LHbmoId4+2KhbW7U5m12eOyjGKflJrnqyMq7wigsajciH8xlNb+7CQhM82krX35hH
mFGOaYerijoP6AAJE72Mj+BCua0qbcCTyAMJXLiP3vi/AGgEinaYEuc5WM72L07spCyMlCeGKmk8
piXvD7JTYgNYWwN/7p1ysJDbdt/csMogPuNR4xt8cZvqRr/0DRGIYqog7hEjFTMslBN7LQPBDeOa
CgIRhe1SRp+YoHCcyJ+z8hhEI/CGpaevj3VmIt4aW0g0TeUNXgaa2/1CNd/pgcici+cuPKuCSvxa
nrlYpKll6KqO4V3+B6CNcVi6ggkDMS9EhPUhuUaA+9u9uwU9RKgxuvvDSticOLpIlttXFZRQGcFK
Rbveltu9dcFMx4wyTS5YA/SQzgOzTvnpQLkx0TAVfQUwV2ge9pAykMBoU8rk8Z5OlP7AcizzvACK
WxUIT4z2RDG4b93KRXRXUcyrBB4BWirghcOWIFG7Rg99F5jqfg4zdGKjMeotY7QXMECaxN7gri66
cl2IECsDnadZNqBzq+e6baeMUQF7L1r9RPD3YiLnXmOqroncPDXgAQ75e/PqbLn1emScU57MmW0c
f4kJDe4kMZdCqLTukHmQVNgbjQRnwwoFoL4vNzXwCeaQyaeeA+MAP8iOBMz4Ycbqfl1plMsIEODZ
QnAc7PLEaoAv6SIxAtqs1amhMiYtymHP7ToVo0YXlLjMGdWcyuyjY4XXdUUdKTLYA+zdritkh0PI
vBb3n92y8om/RICu8UBHAQtSQs3hMMeENNEAokOqDPwqeJoRxeB+4YHCV0PPx/JZKlaBsaxblfLb
sKTBCbDC6rbuaa0R8b9AvcHAI/SHh64avPAT59wYIt+GAJ51BOM8QlY1oO3LVx4RX49zvnyC3AiC
BKxRQNiHwIm5FWMuUEH6IkGQ2QNBOP/gx/6C4iUiAAZz0VTJkfijwT9JO8Gjr4GPOpG05gnaSXWA
HD/N3aFT+fS7D2LcQyAYSRVxonEuLXe/iwDzXNJ3F+SSoAqMSLMPLMAbHOc6E8dfZazpTiqj307r
OYrLYxswa2+cQkx7YzbqscVOxNg3In7R/gq13PGRrBjnvjETz/SjTbeRV74yE2ZN+dc7OYzG6rVR
loILOZtgVVu9QZvWBmQz4PKoFSUmlXJQGKQz99jEu/lOKHONBZUcu7UgG4CGqAfLqIGXZabOR9Wh
j1Q5P97IGRVR2Y6lxA0VOc/UUWfFdfshmW1JAjumCngV1xK11OuInjKzr481ROUZf+u1ERcMMbbV
LMBoCoSWBHymjxc2YYwGD3AvVQBOnoSBXWYXubLkorR1DNCHA8J3kWzjzhwWA3Uv3KFaNa/KorwE
eHkqRFN2bkjVxA5D6qJAtxpO2XtEioqE0dlVFs7fx5/2e/UGL/E8oiG4CSyeUSq+6tw49TznPOSm
Wm4rLV6lMsBkQQRQR5GtqTNb8VufIE+SdVmVMdWuq8xboUt4sUrz0DlfeesMEmRULq5zl7U6Htm9
0d8LYXyfipZPIysg5OV6+GvbG52Cj/NqC6bQkHiZLna2udlhDOGwwkyru/QOT2/rteXtP/b7vbSO
n/AaPwINiKzXvk3X62f6MZe8mcDDvP/E8Vxu7gHXH1zVUfCJJjrsPz/BJHNoTMz5trucnBf7NZqm
hvVaAJQxuJXWLp0Dp5i4//ABiq4Df0VBiyB76448Z2JROA6qgYMNaDsF9LztW9YTQMYeuLe5/s7J
I/knjn3MxLohh0NhOGdZB4y9elXymWfDhHu8W5DKaDLQJ6q0bSChsJOVX5L3HKQF+RqY/dTbu28Z
6V5A+TLj+yfevgZvIOxE4CnjMaEzlu3nmd4laSKPU7EpsC9kevBHmr0F+o62UKcLOmbmlGdimgYx
BGJRDJ+gtxPxPKM8ZeQEpd/KQL/cCSYaStGek5vOYf8BlkSApmuI5Z4/HjuKn05VxqjuhDKWqyae
I8gVhBYmrAZcgsBJBkThyt5dN1+G+fWVLs22WeYpzGadUHpUY2Jk5DjjrqfO+e47GOPWOaHhqhzf
ISMRZKeATfeP7tF5WpH+mljqq/zJnR8vfcJH3klkbFXkdaUP8lo+Jz55B2Skuipcey4KHhXl0fYy
gYobiGUEsBb5bBqHd/XvaYiAZIoi2vHxWn4HK3eqw/ZaeWWidYXYyGdQXB9OT9Ka+3osYE452WmT
3s80hzcgYTjw7xUSQZKJiQLME8jmtlu3V/BCX+bIHCYmKLAsVRI1UTdEHrCp9xYR9nHKDVGP3cOo
OGYYXOtc7s6gYsaw4Oa00CiYjekzDyh0PyHfxzlowIk273v5jEVycid6sdKNxhGjAXGs4tg5PSN4
2a1C+vQ6zljvL88e4BeRNZ8504nk6L10xjQRoSV+EGL1zdX/UNewzG6Jhks4devpdZuu9gBq8Oba
EKZc392eM4aItz7+97jn4wCqaR+U5XmlcpgdOWkWCGno+rv/HHfcNc3ZKtaktdycN2OSUl+qSGdA
NtoxXJQCX6LnFRmOlhU/fcjbACloUMLMJdMnkgD3+8zYKNBJGm3QcMqlZSfmGc5vIaMF802b0+eJ
NzEkIQUH/A9kVEDJdq/PquEHiasLOFGYz6ewWYEXagsggpG3HOzes3CwEzgf9wKZ/Ebqu1olDBC4
MXfvKAVCh066eVLNBVpMAQQJ4HUkIGarPZOu9WadjN2maFdAcz/Eor9kl9mCvIr24vZLO2+O0fs4
9DR3hlOB193OMpaqDXGqGaCQQH1/Y9rhMl80y+4VyL+nv+geWlSoNH1cLsUuxC4bq6Ny0FY6UDDl
/YzDnzafm6UzRitWniJ4MT4kRMfLDqCwnYPJ29XC32630hp0dKmJziL+P6jDTl+hN6IZy80DNRaU
EKJz6wX9bJirSBdFj4AXDFKz81cTEf/dhjOmKjtS0zUlP64zeGqSc51SBYjdvBWqBzWcea5Om+jN
0hgTBSkGl2bZKG2gTQI/yD+/rUu0OR7Hqqj5+K6b20gWWljxFM51nAFWs8PzQicNKmyY6BnneYAY
MuPmJ9rA72xUF+6dgl7oxSAVcHr6Ll8D5YWQBaaJMMyGsWOagCFgFvf8d0HgXiLjhlIvDP2wgkQF
BaR3exGuljM7OBmP/DsvnfE75VDFetRCQmYCAtIlwt6y9ms8dxD5zCU7p+/JG2GMt/ElpZCUBMfV
mPq6BIbvyIeM+OBJNxfcIlrGNgcW1lmmlhknpzMuxzPiQBRCiI3JZrfDMAniIXulm4T8IdvWxFNv
vXTtr+XcMM6ci9EZFxNJmh71KQS/XDcISWxbgIdJL5xFFn+2Fl6VayAzJ3SEh53T1fHcfoWzN1vN
uJigispWbiEaYKJPQCQjmFjAZbJFm6T1YYEUAFGQ/l88AW9djc64mrjXA+SyIZQfR6pwtmDTPq0W
jr3Yi+iqmlHduSUyribwwsiQa7iazUZtaYEC8ViJ/m/GI+6MkMVmrpRCDz1dlM/em/csfqmooXJv
I9TXnKL+tD8+ODSDcTCdIXAqH0rQF2+rHMI9Zqt39UuxFcxPkHODZul0wv243YsYxd+rBOH81tIW
bw4p/BH5I/z8/9thNm0G8jthqEd7FS2B4DiBoLwAJRb1LPn0WNREa9L9JjN+qErAXtLV2GRYKEf4
D3vVEQIiIKjrpVtgRvP4PWciM87VYLxRg36viE8UvFkyOzoo1Z5foZ9hCXZrw2w3z8DdcU3jjduW
c0WIn07JR+fMOCSwCipFVGGxYUFMDSiFFWeebCQn60XuEPT3om95rAehSxZ2tDE3z8tn+vb2itBk
oG97tBg93v2JdvH73WcclSfnhZfxuAXUXW59cni5rMBFalFkT2ry9VjYXATIVkZ0Piu9vsS+h98p
qS0k3GxgYa38hQBY9z9v47iitkUyw1zSD+SD4Sgff8C4u492n/FSqhfWSR/IuFQ//4QJefzjE52e
91vJeKVSSqXWbXG2AcyWAJ/N2n9Yj2XMPBYEtquoGyq/4wd4PsXd2KBOHEj05FGMlXAoG3IAbl/g
EVadAmLlxpInyWXGdMYd+rWDBo/qPQrsOkqX94EQ79SuH4Bk6LxJtsqn/AeoUTMSJsOSGwlM4FP0
UoWeAEgIvaMYb5va7DmqcOTl8U5OB5A3chi3wzWO5kkDdJGnqD9ai6fXVwEMvMtvxKpzD/Zp1bgR
xjicuEpTcXxunSuDFNlB/27iizAgSE6s8txvajTU8jPqOBruo5NiPI2h901SCthH//taRi8pt671
maOafivfLItxHoUXlI4Q66jkkusIgzXiV5wulxEkaea45vSOCWr4rnLVsscGbvzEHDayOeimORul
zuke4x8SMQwiT9DGcPGKWaOOJ9FnZwEewze/W7DcuubLLFHBtEwNGRVVQjGIxZrnAwNXkewpmNky
owMcIS6i73aDR8zya7bgPxrPb6X4v8LYwa1Cabi0DQMFrwpzZ46kicDCpsCumJU0ecUa/yQxjiLX
e0F0XV/B6wKDSAZJr7M4jtMvzhsZjKvoC0MGcqrzk8J4b0DmsjAWIlkDnChazOjfVNFGQLnhf46J
HeFKh0rQeweyjOXOlNCXZYurzorf9vXcqLg0bbn/RDHOAi0hSQ6OSXhAHNJYmno/7GorWwGF1j6f
TqeFQTNru9i+1ds9UCzW399ACJydM5mY7sJ1drNixoF0huO5TgHFBGHPOEXurOx6JW7mmggnsEbv
5TBOJPTlug4cFwawacwcFxlyyEDpSDbIB6F2tKbPCT0ezTmgrenI52Z9jEsR2iZypB7re7nurppd
74bj/jKqD519HU15r7HNR9VR5xVFFoqkqZtcctpIOZdrlENTkBQgPcK9+Cv5ikALwebXxnx8vY06
whq6qGGs2xCRG5V/1Pm2yMnnWVHEknKW1ZSIig96g+VjCVPJJclQ0SWI+hvA7Rn1UMANmmr8uCaS
CaQg9EP4O3eHTYY7t0IY3WhqLwKXfKpgPp2Y7+VHuOfpdQOyhKuPPimkesx++x/A3065yVuxjGrI
cqo62TCK3VWm54+D/yWmnp1zBYr5BcCgrIquoZRfj7d0MktyK5e5f+S0Hri2j0enqWG9P2BJwJTc
Whfg2s0FJVNKeSuMCVf5VK+qIs6U81BTPd/Hznr48CIQu88hUkxa2j9Jv4LWqlQaRxTH7byiF1p6
Dbfr5gL0wbkVTabpbgUxl04Th4pXj4JCVIKAIGwjnw5038UTphhEW5nHMhp/kDWzW4HMDRTIeiXX
44GFBEiE6PKm31/zKBSzG8jEqoWRNVGJByvEFOZVX4ycFhrauLKNd3IDYppzOznB5mOANfN/rFtg
W3OGwK0VSYRE5OqvOwWp6iu35HMyGKb6h5rLlxGrtl/jr8URk7aXyxr0Fq8gvMQbFfA2c98zedXf
fg/jbSQp75pewveg6mTHVrroTo21lNrZZ8HUicoYMFfGChAaDJgTLYAHV3dxC0FcQnbGVQScrO2i
PvA8Z+xTgd+tJOZQ5YbTjaCGpOEZ4TMXUY0YdgNPgzZQuNMxkU2gTDMuZsrqb6WOF8fNxWCIfax1
eaecA4P0oRkv+Aqps+EJ9Z4RDUtE9vdrrt4ydRnJKlo+0VUOXHe206mpMT9a9IoCPH0BcEsgRMiJ
QDxbATf3Mi9Mh1gKMrFHUMHEDvBC+8XMouc+gDnURnYQJoqyckY/pvMRZ7Z4bpa8R934Q+Yp+mtT
TBL0+ULyZyRPXmC3S2cOOSg6jusiLD0pzfwFFVr+zaDbbY3UM0INoi1eKY++SO84zLILTYWRt6KZ
k0ZC1lUjD6KzP6LVFWdZXKloda8d9MG1pvimvxkG5Z0NeHeNaJ1ipmxm16cUXBu7inHoAkgkmLXz
RoKFD56GRDRAvQ67l/TkHr2IXC7tq4e65tdjeZOdALfymAXHMeY5ag3yNkGG+NwTqAo6PQeDgNkr
2pmR/+7tLXCZja0C5NLU8sAhgaZU6b+YbANlmCTKMghyjTEKu7cxF7ROI3ifdo4wt8TLxNOOra2A
Xwu1lX7Zfh6P8kDQuDNnZxO2fSeXCR/iQvMcTLdpeI4DlxqgGdccI63nzwG2dpJX8vlPAuTf9fC+
rnZLbvWtzc6KzX0BE1PklQh4PxFf4C6VV4whf2Km9fhyldfXTbn+cu1+OXPoU2mccTJAU9CNhbQU
O17RZ8DViNEmdgavin8WTRR0+k1sj2mcY7nxFsrbYy37eegxV/6dQGaJfZT4LkhRoGXo7RZi6tFD
Z/pLvrG4CyhF18/O/nltEe/lp76EpgG0DFQArAZTH535lPHSYz5lpJfCzBBmM0ETwnxKmWp6Z7Ql
d9ZdOwTftKyd9c+CWxT+k4I5JSFbt9JbOmhEab/j1A7rY9CavtERn89IJn7k2U4JChLABUZAAl2G
wRaEZ3FyaHTagPY9qqmonwtu7w1WDtjfv/Fcv+jUs/p2CT91kZvrqM/SvsrUgjsLz+W3VK1EwwPk
b23sHMHKjtwqd2hTnx/v21SYeCeUCRP7QRVaPc65M8ebBWInO/jiBEvZDAhnbEr0AxV2/PnCo5fl
ONeNOfWsvhPO3EWRF2teZGDFSY1m4+cw4kGcpUqnPjPTvCAZdxKTmbT3RHc3TOSforCQEbmk53Kn
Z9xZEWle2o5OBZEY9d9m8wnIYOlvXqxqsHH+0RQyyPCJOSgzH+/5VAh79wmMcx4iDpNvIvZcEmkg
0r+nw1iazKyOszBGCj6K5WOBv8tKsArMJekCJoYwfcW22+m1znN80TlnV6f2Lt1nz7IV2JpGItQL
9xZtLHT00PgwY5Q/GntnlIxcRrmKTA8UT4TcUlhVr8UGfNIAkS+ptEQixTzveBTUIpssSntxTkx7
4S4ChM+Bt3qOLENF82ayiKj09Hg3fiegf74K0zbYCIAzsW5SAWm7qjqic85fDJ/oZUiaTxSfPvPY
LIxnjq+Jms3EPr81nZHJuCe9qZzEkyU0Wmt/pI1xVOj6Mgd59bukdC/kV0YzBXYoJu+cM5Jk8RKX
nkaum8xsPEt9ChcYttGfNMdSesIDFsjGDYwi3zdgJMThf63h45egtV5UBUUS8C/3t76R900kJiqW
Kzko+B8+DyOgdFCaiYMJm7XXzWja7+w7I5DZXz5XCi9uFOfcFcuqQrN181XvtN1gFft9fIbLtn1k
B8XljNzfcda9XJZrI2myBFRd6F/fhN+ba7hPSWx5CQnfHfs19MdmOXQZjK8X4+n4HB2fjzO6PHrI
Xxb2b6M1xsL0KI0EqdSdcwqat5JUPCgzuWP8hKgGDvuxsN/zI+NiMa8Khk5jZDBlMlC1WxsVL3vc
eSMvnGPwlGwdCzyZFnqaqLwGTDj6TEGK4S4GzAO9xc1Yn8cs1/P34+/4Hecw38HElAIm6tJU4BzA
CSzCnKSaJW5paPqmb38HVpWT780c0ffvQVpGJqPRuscJgqi73NmMUiDKdls7+nO2/ZCcVzvSvssS
+VDtpbhZ96/H5TKytI+P3vy4IMqdi2xHVWaPXFNktBdLwvieYG4Pw83d0ukR6WB25MVFEnA4Nwfv
Gu9lGq71RbtrBbKOrBJPSXlprEei7oKuc4HMk4P/KmxgU24/hclE9FJXcE6NTymjpVK9djxVpE37
7AoETMTtllvNHPy4NGbpYFPG9LAyrh2DDvduJdPbCvRDsHLEKfUeftTqQHSBmpSHAtHXY2G/XmwG
aIZwW2qaCtZjkQ0oY16LU0OFkikV7YFPl2w4HbNQe+P8WM7vROePIExIgtpOwqkyi6r8oC5yLUBA
Qsz4VL83IdKr6kH5/hDNyGouS6T8tVkwgd9ZpHuxbNNgE2opUp4hh/yqGWIv5YBsc1u1EbTPUSxN
OQ5DVEALJeFvIgKQ+3MLu9ZIgxSymrG349gsbWnZXsL38+gvCJp5QP1lPcuv6QH1KrTVfMJs2k1N
NXNmr0d3+EuBbj5Euv+QVM+1Ok3wIblK5H1grFXHAiOnfqy1PxWNa5K1M7wGv7OH4z7fiBx1+iaq
D7Oe74YQIl82u87Mvmz7/X232WyWGdDsykMCK1bpof97LnNSX6z4LIxZgfwN13Myn6Qdpf3aAJTT
ZEWSUGr6cXM3XyMIaYgCjMKdI9eqM+BXbXj3kFXEM+zaWOgRVbu9/2Z0tG0WpWHPbP+vJ/G4F7hC
kC5F0wTmj+/3AnyKslfXLZyoRpxdghkln7qB2doiMH2/0pETZA7ifHLBEAsCW6AgSAKz/aAEDsO0
1rhzKhwabC2fJnMxwIQXNBQDSQ44QwOgA4wXFDLH7fq69i6ivkeTAY2DlRQeM+6qygC/TWyOxpYK
OADHfUmkN30jDRQb3GdrRdwogTUYzky0OWlvmCfXJEyWA5Lgx+XcnLJoCEXqo6fjMnBHr1p1+VFu
L133WiK7l1E9pWL+IvYVkcprI5rBoFnNQIaXoP3QNNpgRllzU1MaSBb95VrqGz4dUrtVd5pkNugx
9Ku5ePFXfm48IdB+g2NY1kSAN9wrhqtljhz5jXuRbM0BF0J0lTUEjFVChprIKdUlKykWuUt7PNHi
p8idCSl+AlLWLgCooKiyIgIggu051Ko2LqNc8S5xghrekw4EfhNxXLJqPyrZbD8GIE+b5cuQ7YT8
rcoAlKECWV77TFOK1pUgD0zFjoFSYOsVrUd2bV62Uu5jOOWX2KCCS3j1JIOv2Wp6i1esWLN5iQoL
Z2vo1LC7cKW+ZgMd9v6qdggm0AXDTNeeajuYUP9ykIg4VzuHgnIoiInEkdo3vY8W3F/O12MTnXRX
hmTIOlqaRq1mYiuvrB2Fd1TvwgXUO+QkuIpUX3s0Mm0gwlMYkGmhHzEhTwfZjJahaWWndWh/aB9L
baWYlW0sW3c2vTNxSWqolQHFZHyzAcuEcdyx6Mma28uwsWEnZMQHU/NTrfFEKdxlnu+anQ/q4Yik
z3pqJtxScZ6LjjSnSqW1PGddv10KvgVuzEAYjCw+Gwb3qHIlQx/4lwqTydmqF8zoAyec/1UCuw87
koXnwqWiYHLKeoyDWlIGDelRUnB9S4xs0D0rNAktoXltubno8LczQoIZf8CWELegGn1vSXEW5GHa
xv7FW3FXz06dpzJY8t8lnt57JycZhqpTEnJ/hr9x+B7wOyPAsAC/FP/XTdAGvgO0wQAR0UFLJjHx
ctp1alG1hX+J+ifjGeajbOMLygx1f+RqHyg+dvFXRQZ+MHl9kT9rzcy9O/EyA9AMKizCeM2BGY3Z
CJ+Lh0LwuOCSo8GgoeVAU42mf0vnNbW4ftPmQBTZNqQANbZAuOLUpXbuWq1O0k/3ECo7h0PYZ5fB
IThVBVVmkhC/g/j7r2OupaLzykEav67CuK5HAx8XE1zwsDPSk8OTpjIf2/XEA1nDjYAKhDQyY2CQ
9F4v8mKo+2rw4ksgbjPwYXzwjlUHZs5v0p3j2HAx/pkvloJEvEsa0CEn7lwHw+8EpwGwEQm98QqP
CpjAhoFOUgR8I4XJpV4kYLt5ct7Q4gXvarav9Sq68O7MtTJhqHfyGBWI1azqnADyEv7bwHWHzsnH
u/o7nhkXJCN2RySlKuzYSBcnguYaSXIBeqULQuDv9vM/mE4bo6L7u+leCqMrgoOpStUtkkujr+pj
t5HsamOskax2i2VqyhuunrGdX7l0nJNk6BpIENDRIrJJBfR7VJwkeenFKb4rz+6qlybdPt65iYTY
vYxx0TchSuqP3Lg5ZGSrayUSPtioZ27Bb4oeVanHsqZOScbjCu5akxWN7XB3jNgVq6ZKL4gl6t5C
tisB7nhpCS/c7CTh1FndymLMLGvyIFKGMr1of9oCfofwG8/bhsELVx3Ua1nTsrGj1Hq8wIk8KwJP
xLcqJv9xK/0gUdxsZlDnUmL4WnbxGtoMCCC0a5isGs4G7bAnbZvSjEOLf5K+82ggyGdX4dmtl9zR
Nbac8u4LAREFkrtLHe1YLVECU4xplCw17VpxL3W5GkpLL1eNj2zLukdkghG9HnFiQNP62ZnLlf7W
PuQocXmNZoVwmn0PZ4nUeH7b5hfPNxXlPU12cj3zEPntfSECOQRkEFQRL+4xHL3ZrygpHc4xhvwC
tG/Sdc8F2gz8E98qy36VHNXT4+P5XXIwdAC8SSrQpRA3IHNxLw7dcFLP82V+QTK0qYkm0GblFQuv
3qur0ixOwknBYLYRhog3v9R8wc0Z2+jo7j0IPgDWbCB7h3iFhb0IgriNBb/Dejs02wESzUX6H53D
LWl2TkmNp3qZyTM3zm9Mr3HVN0KZmF7rWh7dmxC6687i5dP+DJ6jwYw2AhBn1hUGO2yLaguAnDwr
Kxo0y8ebPnXExviagN2Dd4w1+qxsHEloq/yiDGbmkLbTF2GHrmLDMJMPv6JKydPHEn+QmH/tsipi
0UA0EYAbeH/MkSFVTl734Ggypc5OUVdMEoEIoqV/5y81oIpyYlgJRx3ejBJL8O06Ja1MhxP6bIi/
6VWaoPL2kQfI4Yq9icgswqhRAdIgjxYRHVxaPnV/k4x2aBmpVxnQb31aD7vOWxbxUv0US9pwyzyz
MrxNZpGzfnMP4CE5gs5hYRpA2lglEjrR14dGKS6eRPgqolHxGsTUze0i7KnUvvvpgndeDM8O33rl
1Mmm3D5Lf1FkUhSA9tPEAIKbLemWES8DlHdKNFwXqwZtVKLJ4ymKUpi2NDrT0za1YKaGjf+oIJ/9
+JB+hu+YQ7pbBaOVQh5lKq+oxQUj7b5hamg40nYSULmGbfk9fKJbAiUgZ5H8BRe4+zboqyCwBW3h
9FTTl2VAw2Et8ove7FUzqJZtsjCGp4jfypyVZnbhUO+kSIf0SXv3T1Jm+dKr24JREoXl3nIP8p/K
sbR0C45E57XjNsVCUteqcdTwqPubB4siNjn/JTQWZXgIBXvglk5oiwot9ine3Nm+DzIrbHIqe2RY
YFDCw694a04hgUoliN+WucUXttDQvn3yPmvPzA0RqRz8+dSi99VTZrbz92wnoxTjfXjjSf2qlNRC
l4uLuA5WO+56qBdxTiLk0ha8CfBOj6gIbcnwNwNlL16vVrIoFr49V/5Xfif2dEHF0ACiSwChCD+v
gZvvyBvOAzCZXlykQ/ut/Un3+b5aebYAEAj3HG/tBFwzh54Odrh3ibZTFsEeDKpIz18i8kqBdglK
Ih4cZJg15OkLuHwvS2Uh2v4hmHk9TlQf77+UeRj1RSqFJacVF14raVJ+j+Pa6nNyUhY41dD25uT9
jn7u5THp5TzrJKlwsTPCobBL1GtGxtoBsCC66dnOyrGFvXyIwF1cz3jgiTLNnWS2HCklvBrDZ0A3
juGLu2mU0/Am71qdliVR67ehXyHuSM0gXKcKVEN8fmzq4sStd6sTEmPqbag6UH/stLEUqe/SDkln
dANdXVgC8W3U5ExplW4Sqrw5tFynVrqRVmNzyuPv+H/opgowWQyDAZiPOQEFldA2jsfv2OQf6rGk
3SYxi8EWVbw+NzAXfuR7jFZZQupv/jV76nIzR6JlX33xATX+aMs4jomyzhdpYwUhcQhXEiOnHJCN
anvUmvDQnjlh0Q5bh1ZmbDZ7VyT1Z3Bs4ETWoeloM2uaCN9xtpqEngJ0U4jaTyn6xt6Eto+MWPPL
S9+aXofg8VtNDaon0bIWtzyf0yDn9oX2v341QypiKOQUdAPJF+ZEdb6JFV9xoMuy5USkfuk6j2jv
3sZtntU5RNef1DB7VSClizS1jkez9uP7btaYyyJacrigvHjI7pR/vUq01WpXpK9oDJKz5RD8URqf
VNLCB2NBTZNInIkoJk335gOYXNz/4ey6dlxHkuUXEaA3rywaUa6d2Oa8EKeN6L3n199g78WOVCJE
7Ozs7Az2AEqWy8rKjIyIgjbo2TyuXTF2EoBEEXY7Teyo9W5Y8RILab95Zv8ZK+WV5CmrAkHFWNnt
gXmITpPF/n0AdZBM0k0zt7Ih49fMbfvkrQWVT+rgraYnJCON+bfQS+ucOBsoJ+CqIr619qpaeBFc
fRx1gNAxKIypOH9c7HDFJo1EXR6e75/SXwwMvdoK0ot4EKA35eaUypmMtGfj/+7oqP4opVMibaSH
NAb/quLK465sbaawFDAJMUBMHMoGeVqzGT4G8CKONhs+3P+ghYwNgkjA+EAprCLh+fvou9x+qp+M
nYzVV3CFt8FxsHrEfYiaGmiAMvsJEj4SS1QNIB6d8R4TIn0n22wNwLm0B/G0BCujjHMHZuXrCx5o
ZbkopQZ7EJz9bWl5weuUf3k1AAbesPJOWbKFPlpFUWa5YJHOXZZFHPe9HDQu8NjNFwIZBhluJAtR
f0Dme2V6eXw4vd7qjEwFSEVBUEu9AQOl7oZ8KhtX6Hcq966eGXAOKwrIf/TYtwWpJqpvlnW85eOV
9MrSe5C7NE2da04u0iLMisatvrjPWBCIMBqiRPJGBXlUSGq9FY38RZbs4ViLIcmAMsirnbr20F4o
AQMRdjEF1KHPsz6HqHHduFAWdk7RiwQ396HYLyqSxQ+Kwa8csUWHemmPOsedWPgFy8Gex24hNhjz
hxIas0WEistT0ztqS7hYZzmidBvlpHUr3nQx8kInx4y7/71AqBXXhMnLmaZt3DZFQaXYFaIplsQb
DkUjmZUWkZpDG0Cpe/JpZa/Nv0zvtUvL1IKPWStzNVqM3Kju9TZDUKykJJ1Mn0Ul8Ceujan5m5Vf
6fhStztec/zxLW3I8HH/M27p6eZSICJkAT6FZYXfgOnCo8RcMEiJggkYEQQ/ggVdNPiMlIcx0jW3
+HNWj08SajihxRFXctKdakZmq9cbyeHXjsA84psZQZlNRCZ4Zq2cT+fFpwRx2AplDpfexX/GQ1ea
SDOqc2Zk7CGmOf1l8l0sOkpAwnfuQe2NvNjcn4zf6O/mC8A6igSBittdodaEn2XX+TqtXe49N6XH
HgnBhk90kTXZcId3CiBOtQ28cD1Y4w7cIraXoCQf/TR4bW2rCnWw8B2Cu4fAJ9JAlNAGfLDrn+5/
5ZJHRE7vvx9JndDCK3ktkjBNVa6PJQlxu6a7skCZ1ieIGu8bu8WlzvsDBXo0p7DYrnTeV+JS6JvW
Fa5AAoIsWXcm9AvgoWmM7/FpdAITqb+VetXiybgwSe2DVslisFfVtdvEyCbi4Rp4xywyImXlMbBQ
QLwe2/xYuNhwVRvl0B7/HZsGqpFi36ItTjCQtTfRF+GAuXQvgOgsMTNQSt+f18VFnBG9vy3tIIa8
Np1kSacUbVe76pZ76P2EVBOsRO1DoqxcoPNlfLOnLyxR8TE39YWWBLDUZCCS7zNGsvy6fLs/nIUy
zjyV/4yHWjNfiLhOBJmai5Say3zK56jcZMBwCHs509ncCQ61t5JMXIgAwVUvcpzMaRIPXY7rKWz7
0BeVTgI9dROYEXxjXHxIwsoe+X2QUtN3ZYVyCa03qCFIsmq3345ENNufcubCLox2U5qNkTz6O+Fz
QFKOI6zVkRD/K5De6UzWGdAHOxzjlzWE/MLWwa4Boe9cLVPRg3c9bq2SkLmNmNpN+rdQgdR299Sh
LTW0BLyh+274N9N8YY7aP30YJOXEeLVbZj9tDnEV9bOIw5XjsLiWIhqC5uWUVZoeCxF4NDWQ5nVb
jcTeORXQTRGvAYKXjHCqipuF5ZDgl6ilLLihZcYoal3fM30RirkNyM7X2soWNwxgP2jnQvmFV+k7
hKlkkUGk2LqVkTiDwRniTwAO0gltqRXaJE3VCUnqqA+xgydj8AyWcdAbEuEB0ApT3PBGpZ/vn80F
5A8g/sjzs0g1oMpL58G03lO1Ms9bl8v00i5d7pNtDd/USG01yHEpBElpNByLLGg8DGm/Q+OVYolk
16ExbNDLXbJ20S/t4MsPom4wJZ60NhOz1lW451AmebJj+m0Yh4Ya6b7o64CjIZ1hparOC/12eudt
GWIbr/K44hqXLgAIGGnajFsGAo1+yAzcUKldV7XuLkWhHdxhTvcwbZTn8WFENzSS64mZ6t3eKLbc
oVq5xhf88pXtebdeXD6eUKpdzGJVBhTVJ+7QDPnK3T3vZ9p1QTJphlFBvURRKJ88TmJdpFPbukIK
oNlwaIqd126S+lH0rJUtNjuBS1PajMNBDyNqHEDx4V+uBxN2nKq0ot+7fm8074AzAZJlA1iRgfzx
gEbOce+DjUYlvbFBYfG+8Zu8E+oPIvo2gEya5YwUGrU6Dbk4FUnZnfLIeZ9wxJpP7wFk3/0+X7kN
6I37a0lGlRCiLMiLiPRjJWm9PIn49tQmOt+n26JnD0EEJbGgeYpGB8jZlYmlN8l/DIKscIbNoHmP
cllyyPJRU6ntieGRD0bfYCfWK/590cSMG0d5H5gcGpQDKfEki7WwOyUpKr18gOaX/9G5/w4CzYeA
H0kaCuHUrMlawGRpWHUnbpItRnsshVj3/XJlHDdlh9kMICRYmrnPkdWE6z3Yyi3XTbOZypDtaq/a
6lbd9q/q1t9wRmYwpmKG0LQpHY5odu4Ux9YJNrzew9+tbEj6opm/BGg5kRVRFgPrNzVgblLrCcFS
d0KhJdzgRaWCjkBPGcgl7QJ2w+753Gk/812N6sf/blrVkJeBiAUSM/gOahLYJFIrLR5OMioJoTke
cqjDR8f2ORZfpPoktk7HH2T+UcrM6AimvRX7tMvByGcRIaRHBVzi0C6izGtFUEZ5OZzCMCAlA9yj
6qIaVYtOray8XIV5Pa99zmxLQGMHcBzAh1LrrfYi0/t+C1sKq+Nq1aInsTuIKNYx6GmGP0f1S+lS
I8ILTlbsVAxI13x7tSkLlT5Wb0G9jYvXvt4l6HUXdjFn55npRXrREJnbAob7wjVbOTe5GGjHUly7
e25d5vXnUyslVV7PVAqmqlEcHj2wnI6Kn/8ca+ck1jVBTzSS/Pk3u4MDqFYEmAIblNqYYSB6cRB0
wylWjabe1KbQ7opdt+VFs3jLuZcRPEma08VH6aMFOvDfWIfKDB7XiEQ0OnBFr3+jsFMznNrqWRxa
UqH/ePR0HGfdA+xR4HS+2GRqhTyMw0Qml5O8f+XUYeU75om93jcaeqFxJcJLINoUqT0qAzGDh+XA
ntgiZkjBiylizTFbcQLz6+PKChAcAFqD8Z9FnwiqkNcnocx5ZhzQkn1K1FgXksM4Wj37yEXm/Um9
6dXFaYMd1OB/7cCLX9vBNvLiEH98Gh60l7zS6+3g1ATl4JO3Vxm98vVum+73H70z7oJtyK349psb
8de8gosXQKo5ZXptvlM6KOvlMC/t/eEQ9mYRfnQcyoncDMidVkZ7Uz78Ha2IKBb+VRKB4Lw2N7by
gNcIzHHFqeQ2SrmpMzMVoMMU6WGtkGYqNgFElOu0OERt+zcs67/QvyLRaJdrbn5xhYGblGVsJDzk
qZkXpjjLuflbhgrkxUNiT9GhYh5jYXXU8yTSewnwSEHm0WcH905N8iSVIgqnIXeSalMcn7KTmBGV
eU6f+bm+H+ANU42G3z4MDKcDxGTEcboSsi8tMxqRgJ3hkasAncD1vMuqVyh9kXCnpD9Pmt0kT3wL
kyzY55OTVLIrYc9NVnJeZ8yriqYQ6AzIN9dYPmbx4CksiAbBh6K/7qBg8+fhwTk5Haip92+tAbC3
/hKgiXLz9Hr/SC2t66VtarZToeY1P5hP7nBs69dqVwL030z2fSs3+LzfIUKWUhAQ3M01puspbaM0
7Bsl404HjA3skKKNdw7k7XQrJzbI/m07BkO0c+L02Jx0sNm5gon//p277kf9vEohdPNw/c8HIYYC
qw+WmkZHdYoXJaXssSejA6VyTk5/Dn/e3w8xmUhr9XZpJMfK3m1eXo7HJ7Btvd2fj5vCw2wePgyq
pJoK6cObrtkeYOQhrrmTUpu1m4KuIZErIiD/HmUl5A4FnUcE+dRNH6mSbbWVKvJNnvM/5n8jN5C1
3XBwpWPnI7SsuJOAlGYCeHe1qYIEeKUnrfsz9Ckald2Bl8xGglhhbAj9qUxnJbT7szD7DPqkz9yx
PLybIAIYcL0pFLQlxYE4cCdetvLELHtUtf8Wr3xsdb0bIpi5b+63JE/bAxQfTgwtlKjmUT6saiW1
LmKOO8n5MeaggmpPg4bb+Ah9+KZHB8AkbYTEGDxL84y6cKNXEYp3cmwP8klIddnfyxIZID4UTSbb
EejDpdUnsF2Jkw+Hqc70MTWLNeG/m5rRvFYILrFY8Eh4v/PXszQODZg9KhwdxArB+7QLURQTNxwY
tl7OYEK8P0cLzldBJRDYZ+TAuRsCFeDe4oSBJu1JeAcyHRzUP/d/f2HJr36fWoJJ9stMCBtwqH8j
/SGhV9fpdqpkb+6buYnM5xrqP8Og4xENpZWoGzGMP3iDGKPRrpzflWmigTWpMvplyeD3OcMztAP3
cf/zbwp1WPOr76fWvJHGjpU7/P7MD6ng7/4objtHD0KSr9hauACuTFEPC03oC6XQYMo7fIamdIie
7o9lbarmAPUi81OEniSM8+/z58BCrX61z2bNwPznFwbCMW5bad5SsY5+NH3aq2g3Mto9+u7PM+/A
Oivcyib+pWy9sDh5QdYDuyZCfqiGypumP3A6XmAAh3wBS2eO1nDcnNdAVAtBydU6zVv+wihaFIUq
TTFMiFfIhPm7UZ+/76/U0qUEH4P0EtKDeDHRb8yYket4mMWzDuwhe+FIvu309jGCiNyuX6l6LRzQ
K1PUrojCcFDEbISU20e8U0wx1PndGtHqmg1qY2gdshWBABtsSWqiB8d2bcLmC4q6UFS8rvAgQOcL
3uTU2QkShW2YhJu3HhB1BKABGxS1o75m5+b1PLeQXdihZgtKELzI4Bo9+Shbi38d3xHs+BEQ2uMa
y8P8S/dGRM0ZExdelYUYEdj4vZWn6OJ6XIyCigHxQJLyOMJvp7UObGy/X80Hrc0TdUbEXKqKetZT
OkHX9RnQcdES0FeQPa8dxgUPcLUg82G9OIwyYO3VFMDQzn+2PmMimL2xEhwtnPcrE/MnXJjwJXQr
RAy4/eXtwd95Rmf2DrtyTS74/ksbNMAqAjuqHIEK8RQ+t3byqhlrspyLBhBig2oIMbZCh7lK5PMe
gFUIJ3TO8AF8vu+x1n6eeiBDs6jIxRQ/X5+jx9yeRkij37ewFH0Be/bPCKibWPU4vvHgAOaG/VzH
rnoe9J+tZr9skpUFXxsM5UyUMc+6AZnOkyEhe9KS/LQylMXTAYFZVB7RD3KTpEniNOhaDnz24HDN
9VD/qQ1+Vddt4Taek9//NUItSZONZZf0MBIYhan9z2nE2RFe/Dq1GqxSSuXY4tdzvJR5YoFuR4JI
1VoUfFPgR/x1ZYdaCz8Ku7jOwO9uQBX46TVzJIvbcP0qGfKiH7kYD+XY+0no4bQwnjl2SaEIfyps
Y2XZF93uhQ3KpWM92DyMMJbXV6TlgfxAvAIt78bX+f3T09MaVPUG20fP3bzPLxyXJoeNN+B2P4Ub
56A8E/cFGkm796Oxd8/3h7boIi9GRrn7fCqqPow1hJZPiSU6+wkcbmvDWZs9ytOLQZxHaoPRRE6t
h/vt+en+GJZC/autRvn5EW3JkNHF8hx2/jFzTqfnBnwP+oqZ5Y2mgfwM1JA8cPjXizLFalY1kjQr
k2bojvxBY4ybr7HsLRnhJJTVcMmDVY5G13VgGYnUPACxLlHt0eTwMgILgF6txBFLjvLSDH1oCnSY
jS0UEVQ73OCtbvsrwOOlfXVpgDoxXu0rTDPBAFAw59Ll37+i7bh2LJe88aUR6ph4ed+MAwsjbAI9
xloXnnJHfuC2vlFv8n9xz1/aog5KVILrSB5gi7e5vbfJnbVwfnlJUANUUAsD8oLy+uA9AqvzAH2P
SUMfqS460YSYaOWkLG0vEF9IyCAig6P9tuddOJZG7qK48gQBL6B3wajesh2yMaQgyInCi+0gi/r6
bywi56ICe470O53vn1h/bHLIKpxCPT/o/jYf7GHbHckGyMMnyfhmrJYMD2urdaOBMXtQMPX81yy1
NcbcizwmUgVoURgSq0cvGVrfwG5nnJ/A73Y+o/MQf9UbFdhUCZxma9HtbzaWfgVcfgC1X1hoonZK
jg/ATE8WrsDX18aID4qpPz4+P3PHl3NgBuZ5831/vvn5+r6xO0NU0DU7d2JQJzvrvD5li2i+DmEZ
vZWpK4MztwA18/ZITA7L7Z0i1OuAIdZXR730mvsFqfy/derYSx0fRg0P66+vsL6zuJh4juz49scW
bXIv4LwNjcxeA7gtxhqXZqnVhqoF18g1zHqgBVO/sy0ES2cFl/tzu3h4LqaWWtIhLETWr2CFlY2H
mYV00PGM5IKVIHYxh3A5Guq+VOqmZZIOduotOBFz/dA/twcpMYCtevpe8aHi0uV8aYy61eImbhgp
gTHxMCfK+kQXNt6j9vwJhrE/vRm9eQbC9bnje8CIu10qP+bczMFckLCAiFOjM4/ZDyhAfePlvHX/
uig1rFy80hwq3uxp1F9RBkaBR5Ip19h4vSzFav+fEO/9PXEUJKkUXbVnPtBhMy/FyXHEx5EDBJ0l
cWrqX18xyMohA1xtCrMB3LI2IlPF9t9uvs9zQsu3MnIu7PP5e9XnLTsfJP8BaZCA6KBBOALvJ/mY
IglUm/xTsR8ghnPK7cAK3irHqu1a9x3vK7MFsg0fwK9o5AZatp37m3WpPoGes38+gtpF0ZDm8ZTg
I4SHZC+gmTV5SQ+xqx1KWPOtYFc+rlErzr7lZp0AUkDNEd1ueCJdR0hlr1RCUU5I6RZdQWZiKIJA
qlg5hovhnsAJLGIwyFGBDvDaTNGrOZr4SihHvaP51ZmcXgQ8wwC4ylzZeYuB+KUpyrHwPSPIqZKL
J0DUJkd6y5yAcKWt/TkrEUCYvA6anbNq+Ya8Qn20FD9dGqZ8TaeCkFWYCvFU7UMTp4/IaBhYc2i3
QDjoUeGS4gFO01hgoag3WlVHIbBHynQq6lKXxreoeRkjuxQl+21IAE3mKl3M1kpWC0NDuxDq3wDg
4Z80dDcbxDHqmo497TTJrG3vC7RB+cMaQ/fCTXRlhfJridgUHY932ymSzv5fpiUdVF4mKxm+x+8G
dBVKsFplur16cdrnXhSwFksSr1AnLk67RBHwHD0VkBvxEsHSptc6QK0d7XZ+RoquegHYuhaJJ7kB
b62c99sBX1unBlw0ZTuUHdef2M6Y0P1QNoLl5aFeiE7RiERWNlXM70DJtGL39gKBXVUClZkANkZW
pAKOPhlbdVRzwJJGK+m2jFLrUz4BtVmYYnwMxnOlWZEP+rBhJ0nQ7NCUZ0B57SYnXvfdtCv32UIo
gM8BCeDcUQwc6+9dchHhir7PK7FWDSflqxafpuqpnDY586c7yx1oF15wh7abNXrIBTdxbZSag1BE
3MuJgGYxbGOqXG1Wrd4N+1KBOGW0Gcd3pgFNkKPm/WdujNFDz4GWkAn1Kfs7iocmc1fWZL4Qrx3x
9fdQHpItuz7E7h9OU2mM2U6JcTHmppyh2fPJ5x5HnY9yYxUn9Rtb3poFSQ3oE5Biolsvp6TPS67r
hxO75X2iiM9KPdg+L9l18SdSPwTFKuX0GCXg5H/R0I845IeiduLJEbqDkJC0fBy4Xm+CkzDasvig
huVKaDWP+94HUuvUBWhpq1kgAKNeeC80JrDDNtgxGT+tnMabRmAgY7EN/5kKagWUeAwY0HkOJ796
jb0XBXzPyIKiDz8uLEY+KWgeHA0BsCdMQbqtSsJ7B6Z+jrinKnnheIv1P1b2xJJ3UgDjQ8MEiuFo
WLu+NaVwKlTB54aTloTqYGZpERNfjMW/2qhOViaVPw2w4Q+VVHomyw07JgJKEmXsv32ipitJyJsr
ABUyGS5y7hJBB75EeUqen6pIy/jMtTIjdjmWeA9k8jb3R3y7BrOVGbI3P3Tlm36fnk0KLi7EzH21
cj16CIz6EA56k+oEfM/AxMzSMRCD7nVulc315gBSpqnrW2MU38dlkLk7w2p/AmMCaWdmgTu/c7JN
NhFyTg75Z18gEItrsuYDZ1d/tc0p69T0ym3fx1mDgVdfNfB1eiClensiwitrbLXWrKwnaLnEEF/d
rFmeD9CNZQXXAaJ1zLo8b8IL7xsKTACUUpi6CSLOSB+E3JDx6IuQ0AifVRXXoV2A9UcKnB5JLfSc
t9FK4ukWCYbBK6gjAgzDowJ7g4gRk37M2Cp1wZsWqXY96k198E3eHCGJTUYwVlpjZLCxPYmOZseH
6gGnL7NFS1adbM/9TKnJb+pmF4WbTHq8vyXncJGeHug2AfMMEDIgrdS26CO/4/uYTV2NawKDyVXe
KscMpqOCdHHDOffN3bi7eSpmqlMIr/EowVDR61jhTgK2NwU4atxMaZKBLKl6QpuYfd/ODavTjF2H
KRxp2EKjFGVIGONc7GTcY3JBlM+u0HPmMfV1DT1ur9wHKKvYn7oYSN3rRbGNnSqwmMqaQtJ8DYPN
QpsxMhLPnFIjEbd+uOH4bfzG78Xnkn9sQtsbCH/2U3OKjWCtN/b2sU19OrUkXi/ETRu0mavKRj+k
pOwJBD6T/sBWpIUTdIAlyzf9w1rP6m2CaDY8bwYFLhluirqLwnhUPF+BD/Rkouw1Tj/FnhF2xmNO
RLAC5yMgfUGtl9+hXbtAmY+dyYPMinwlNThHQ9FppZVlvM0dUZ9EXRHAOM5Yb3xSYxmjKZrjj+XI
j3YGcqGv4ixuZrZxC3BCGzJGzytbaMlzXE4HtYWQwFGCEgrebuTIT/Hfd/H8ED4rO9lJ9yGB6Etk
N+aZ1JCjSl9CS3KOHPEfiEDw/1u8scqbseTA4b9wg6t4xyL5eu3IWAYySmOZ5q4YoJvfiZSW6Ujj
Cel713HsaxPWIwjawrGsiMeH2Us7pezr2Kjpey5oib8Styz5DcDJZkAtGhfU34W7cKtjgD+r1Sl3
2yYAqUoN+vFYTL/qhpVeuopdA7zPe55yU2gFASMPIIX4mwb5aYMStVKtgH9SUERHDRGPFGzJGQoD
zmG0oQFpWSVrjMi3QbQIcCs0u9EKObdlqfOSXAySH7mYK1owbPKJIUsInE0cySrfCM9Vo3s2Nz6L
Rnmo5J0AHHehx5UlbtYowG74UuDJUGaX8XpABHvLWgr54pGXijZ3mY3MHfhKR26h3JexJY06Zr01
WKcWzUw1+daaoPn1paz47NvsBr4AhIeQi0AZCBh56goVAzxgAqnM3c/P2CxJ+ic/NRDaCT/vH7hb
ZPyvnZnMUZQFsNVQB67IeGFiA4zUq9Cbhj6A6VQGpd5gN5VoYBFLPZX1hpNI7IMqHFzUAOdLoJVr
SSmtdfPeJqvmj4HID96PAp5KN4OWlS7xxQxrX1lNvnW3L4yxFYFuQZDy/boCnFry+Xieg0UTLxVQ
MtFP1grUoIMvjbkbz5UWhAC7CtBUUHgdSw9ZcSWzCkZfC41u3ufzEOFOICIAGAeota+3N3o3Ga5l
2dzt2QJV8HIEJVDLiZtC8kadyTN09HSCD7I79dRrvmdPHXi77q/5L+qeOtg4XFhshB7g1aTLPx1X
gqrl9xs8j30bQp/5zgZBE4yM94RIB+F/oOkIoPqT1vchGqNytVaOXixpgV16XRwbcTBlrQ4FTn8i
qCC20V4Twjo22DHm37JCEN+UAUh8wgZ1X+uiEnK4M5Sc2/t9woLgmO+DV6/gpdcqqzt07CqM6Apd
VqjmylDnY0INFcoFc9EJLJOIBqkYOEHms/K0onBzEGPLJrpLlA5MFLHeFHgGl5/8Bz6H2fKCnj/2
6P1sIW752b9DvMQjKkf6SNJldq3bjVu45aDxgO8BYSzCQLqfih+mtEKxwnc1sbAVCJfFPKjz0Gw2
BKTZ+g5YrBVPTwZzElYSivKtUwcCB00hCM4ViC/9er4L91q2vqjGQF67xvuf0cycw2Q0DqP/QZ8E
JkJ/mHuAZhR/YKjomfjSdfKCYtkT2XoQBd/v4QaNDsz9HwTFQvwHFYAX6Mi/FL8SIwXZbqErv/ae
uL33cGDmWhYY4n7L4ddnpm2KtBQ0CGNx5UcGRYC6ceLgMVgjLluamkszVBo08HJJbUeo9LRQVfCT
Y11FOkgBQK6zE9K10vttdQAMDJfWqMDPz0tcPDGsofV5JAWKGZ1Rn4v94XBAmYA4P1+jpg/bgUD4
6xw/SiuZ0YUo79o+5Yi4rqmgpwr76HptQv1gfdYz7FJHAeXxjbUKXUZAxUM3BkTXKw5o/unrQ3lt
mrpzVD5WFajYeCfFs8TizIGgVJJXbNwesWsb82Jf7HPfL3zwJMJGkLhlW+phs3KSFm5OWAAFvgBO
CLA2SNQCMv3gAXWUM6cUlbKfuZy9PYIH8vuACrpkjPp9TzY7qps5A9vUbI6dO5Wvx8OWst8JVcug
Nxh8A41TQmNpZI5K+dnIb7208nxeXKFf7jQQUqDlkoo+PL4SJ2bsYE2q9aS2U+VVGNd4BhZiHLQM
4V2KLnJE2Ahrr8c0Tj2y5xkDPR0zNlNb3av6FgVEkBSvTN6SA5nFviSFB/UiHlrXhuSyV5GD9JjT
4KfWUGyjWtDrGrR7/3vIjBFdGKLmTaiBQQsLGNKyHm83Qe9EVhcGBcqwXwn40u/viYUw9doc5bHq
uhVrr9Igoifp8XOPMiODE4z39RdHzMwkW3n3dN/k0rFCSPrLvCaCv5mayUoohWQSMcBE60yZCXQJ
7/b7Jhb2HgJAEBcga6cgKKVMFAkK33yY+i76uN6qsNqXjNiiXyM179tZOFFIgaLkheEg2v8tIVx4
CFWJ+qibat/N6hyJau7Bk+J3LQs/Bah8lGlnQUFm5VgtZKWASLmwSS3YIA4BqDFz3z1YgA5EoIzC
PwCD/XF029Fx2aIw7R0TvGlfVqLd275B8do05a64SpLrpofp93ewEsvma09GO99AKM6yHM3EJ3ye
Zv+PfEPl69lONGS9NUhjI0tYbyD9CXnP+wuwcN9eTca8ES4WQGEE8JE1pe+GobaRJ8/sJHZfDpyR
Vg14ffmVyV80Byczv6rQkUHDByKuUD0+9X03rnSFN8NWIrK6iZtdka+xny1drrNwDhqsVXTM87+X
/8XQeGBem0FUfbfdluAo9jGhUIdXQRQTPTSPmSGBJNjTmwQXLBiE8dwQobqJfoS+rPT8w6vXHMXs
d6jb4+p7qNujqSYOXVa87xqtyb0fIpFElnAYzqBL9Im3cjPe5p21K2PU1Tv4lRR3tea79WSXz92e
5XZ/JSSSpAN0yu5voYUXI2yh6MhJ4CGc0UbXe4gZGjYt4yQAE49+mHSOM8fv790rGKjJd7+ButV9
e0tR25U96j0ReYHUsSHs9ZHTNTtOceNd0FkKOhlBg+RtkB8IJ71tEyMJBEMQd134wLHvqebwza43
WRZFr62SmYrEGEO2jz1lJe75fUDeLPXFjFApqzFIJo/tosA1RAKRAAtFDyjWAyfTfftbcuT+8JHR
QBXg5/TwYD3vGTs5kpcn4/2AFl3xM3wAMotsPPNbMWZ8zKZ8W5nBxa34z/f9Kh9cHI1MUIoJWGCo
b0m7iNebtzoyNACCZXD2byPJybcjiuV85UCx8mmUDyUEn/Xhb/PMZGRUnopgJRm/kHC62kI0ETRU
4MOwr7GkknpoICM0S5ZrG8ErjL7RXCm3ctCjCcg9sZVRxdu6MARD0X4q9aB2vp54q3wXC3csBzQG
K+GNju5aWtmQHeWhzNg0AIZJ3YrARkxv/CNgGO896Lg9D4BFduXELl2Flxapa2nMeC1tgjxwlWoj
l2SsrcTIxj9IzYOR8v76L083ChGQLpnTWzTuo0WGt5NGTHeJlqKU8KkhvlRHtGOmmtkfEz0zlOCh
ZlEMsCczB2YLCoenlW9Y3IMAkIEGEFQwN2zc7ShXqZa3WPLGnuTKZFhhG/kQwSMlj/xuFjmpGts8
qM4TtibSWklyKfDlkNWToI036wz8PtIvzoDUyV2WZLA/2hLozsGfFOk5SsOExNbKvb/oIWftWTCn
gPQGlK3XHrKbAh/baYQaIZOCwfE1nszUC4yOfeLBTSqLuO1JiAo0/1EWoKM2WIVIyuvKhC/FdJcf
MS/IxYCnQmODIZ0Ct1VeWqgUqgCG7IE8gMLe+BQHT+NYG1weGiKqcg6PJ75c8Wuuex4o7RiBM0JL
Jq4LoEKob4iLiUsmyJa5KIVaaWJwjf4hkOyYHV3XRU++kVuBDlDg5unfDH7OJAMNh3YhujdsqCW1
8VnIIPIQ71SsyIBsy8buTPOvRL7zzzXI3+IdhSDnv/aoFQefCTAoEuy1W2PYV6fsMTabvbLJDzKU
HquNcJy2jH1Elz2ENCB43H76RkLWlnzpjCmobalINKKRgZZtr/yq5dOkDl2me0lAcPukVKDm0Xl/
q2jHNN7738xWWAMFLka5l1ap2y8MpGioOlgNBGK9/zkEX61dkxq68bgH3/Eyzxyor+ijKYfmIxgJ
9DFEMe3oHtVNhfYK92V8A/r9/gZY8q7Q0kJPCILOGe92vfm1Im6gb+AFbljYQXOCTkPGfyjCLgBz
39qsz56a3uSzU0FuD0zrcDHXtuLML6ZEYJHe680QOPvxEOqQESVH8JFLhPs3dyccC2CIKI8hZUzF
lVqVlpUQM6Gbt74piV++ogu8WQzQlIAIsPzI5iSsTSY/N+VPuU8jAzKFRIasbWUn2trjezZGjR2z
C+gdCqrok6TFvlAGK8vQ5yNXa2w52XDsU+/Z0RqJ/cIzAsSuyMTAAKjSaC3vQYgEIRmFyO2aLSOQ
RjBicwwe1en7/q5ZiKJnpQgw10NDCLcFNbW82KpqIzGJG7egVB/QChLpoGELD5WwCXlfF8TIuG9x
Yf4EFBVFqFyq6A1hab/BdXIQD1oCP/XQbEdrfP4/0r5ruXUtyfJXbtx3VMObia6OmA1HT5EUREkv
CMrBe4+/mW+ZH5sFdXVfEsQQUzUR5U7pHiW2y507c+Vaj3//RMEFGdwrAyMPDJxpZ8cVDCS7HrIl
7He6BvYD8R7UU5Tn5mOOBXF6QMh0I5ICFGR88LIYIUDJwx6PdtbiLEi7uF/58eXxsCbKKRgW2vzh
29Gde0eAw0RRzhaZH1kvhQ4mrVKTiP9cbuoNJBY2eFP35FiDGvopJskyjvXyBfDz1VzH2ETQePMR
o4PvAuDk1CAHsviK0/m+JYnz8XicE7OJGiGan8D2jtkcE9Q2bCUxTZEBqNXi4u6XnheSJjs4M7tw
YiC4NMDPAkPYi2OXksd2mHYJBpLX0QtYAWSDyfNUfzyWqQjsxsro3ViDTd7lywGhpOzresVtbC9U
/eg1ZLZd8sr1ZgE1mGIuFrsv/qGwfDW20euxyvnc7VMIp6I7QToJ/U/RH/xsFzvPTIH30NJvlo/H
OeFEEOGiTRlpj4EGbJRhhXK3Useg9bIagVRlQPzg2LVveWm0LPTp3cPce/xuj8AhwhD0PpE0xstl
+PlVnFdLbJglYhJbXuerTBumKBubPAdtuTBgZzbKnSMe2RotIS/nUcsMiqxMIWl+rRCXNqKiNj27
1Sr68/FE3u3KX8ItUNRiOtGjrozu8CSWukLygA+q4ayc+qPOi6/HFu6LgoOJAfjAghIdYeJoc6RM
6NcMUwOnCGAFqHbU+vWVsVUfvOtP7Ho9p+58/zAAwgHHCxALGQoOKAnerhVaNHwvCPkU5W84rGWt
UQTZIPItEgmqipBimiWUHvz7zQU9sjhaMdThxTaguNRap+36wyGeOTCff/tGTfpOVw8V+Vqowac2
p2k6NbVD0m+QbwS0F4jA26FCv94LfMfLLLxutHdlbVPENojDapfSVHzta67ecHfsMFCAKaDnjYtU
wGPj1p7jJWC+a5vM4k2017MQpBBctQ9I+t3OJDXvYsuRpdHL3Y8UpBklWKq8r1DUThUkMLu5Dtu5
4QyH4+pUCz7FgkMYRsA2BzkHfiEqxJJtbeahNGdmfIWJVMDmNpNZme6A0tRHIlrRA+jXvwnghTVm
jttdpDzMnDzQxoPEG7oYo82IOFEIcDwybH/xXX43onelALXvpTZPDQnruQtnyhyPej/oGEFBCZ3n
2zkUS7coU+AuIfSO98fau2SJUfDaGTIHJ/QNgSdOnRng1NaAJfgTdqAsHcvc0zafFp7T5Baqax16
DEgaGrRI3L2ErBXxDf4ZyvGJJtlQ3z2V1DH87uciyvs2DEzy9TeMdk7tRT2egGVubXH/ONuq0lLo
07mqmgIo0Ara4yEPczj2L9fWRnOcSlINlb42t3LDWYTrcG4Nh6999PtHHpMuXJlLxCK3Mm850GZo
WwMMzXTxBmK/BfckPedzm3QIuR9ZHG1SoQgCNnGq3IqVrSCa9SvFYvf40SGzV0oB2CyU/R7P4X1+
brRko2vIl1IhKDlsGy7ZMpTWR4CfnsHzGxn+Z8oSvt4nEfROWKClAQwkDAXOnjdAZYTZI3MXLeFL
ACZGZwCSNoisR3du2QRAIFKDqo5zBAtRKMdgO171kCVsFn5z6PW5Gvsdr7+CWxCCbcB5KsPV+Htl
Xjk6xPBd5QXQrGjz1wBwOCs8C0hJRgNM3d9BU2gbr5uG9CvZ4JAoejzzw1qO1lqkJfgjAcEnuGFH
Z4Wma86HpHBhpdWrj0Y1TaxPUUpkfsbOhF8AYeMAJQB5O8r7owUG2C+SmSSCgJR/7LmFZDn5Fhup
IW47U535pW8bDwmvSdRlFFRn5PG9i5xIVlHInVu0XiEH8wGckWQ4K8963vo5kcllxSL7ovpQdY3B
PRGrqn485d/r14ygFb+ZGfh9VQ7LC80XPKiBp4THH53fPusUAU3EpRVWqhsZlBFlerzx1lL7g5Vd
QATS7JV1UC6FfsGCIxb5dkrjd/JP+JoHM87knoB59DGjo+30nl83uVziUq2/gvVHo9eAuUJNFdrG
BBUPQgLg0lxdAtO8o63nUjcTvgzs59gDCDQlMK6NQhSmSMWaSrvKykXoptkQNFOjlJ8d5cS1JwLp
iFfxgDREgIdNf3Wi8ibibKinwAyaIZkFxb6E+dIzlZoUke5Dnm3h1lDKI06v8+CKBZi6QDOUT+qL
3Jxdee3z6woETu7b47P2m/W+3ZnoHMatP2j2Df89uirwmPcrKWJbK2eIeLQpvTPrXOc+A01ahBTp
HdNFN3GqNtkGmtIN2NzRP+2TiF5IsdYEa4DBK7NjtLT4sjWG0nmF+Ilu918B289c5Hfas9AmvfnW
0RxGYZAEjEO3VkG2A3Nxqb2jajAgB3poaHr6c7xOd4J6ClVEEl+PJ+o3R/JookbbFFlGT06yvsWT
9T1Ut52OnCVa9rSPIXn6vFXI+9kjbxfBhM6bujtfZuzfQ1wweJB4IKuHQjqeX6OkFKXwbSxnQosw
DaQEoDReRIAfBrkWo3ff0QTSQGPLVmfMDlM6HvW11dHpiDilBLmj0lplu+sExGdhARnxRQRNwcfz
y92fw9vxDQfo6oCwQs/zXoHxGREx9tp7p7ZGpfdoFSsBv9DVDbLUHywy2JGpqDkZdH5Ueq3CW5O5
PPV9L8porodvvfoWJY5aMWPs1ope4g135omt9YtjCFMu/FGmlgMz5xe05LUDygaans046PtG9NEH
jE5lD60RlgH9jeVkX0y5hrhhyW+CiicsyC0hpw7gZ+jM3fqT54uBwBPoClCRQxrvdtiU5yQszVAY
NmE+Dff09L6kPsulb4gkvVw4CWhYe2/vIK1g0g6hgE97vAfuUUHDsFlkk3Ebo+dhvMcFx1PYXnY6
C+a7kGz3HrqAVg45fvNf5nEZnkz0Cgoq+8HvvhY/kMWdK8rfd24NXwB8EI1XK5z1mDedokD9YUdR
Z4Exfb/11h+cke32KFV55JiuTdPc6Scwx6wuxXJnrQb1dYB+D4uXxxMxLO/dqbv6itHyM2HJJjYb
Yh5Ytc7PUgEyUEi2PjYydeCwnGBPx5uIAS78drUBPUilvEg7y+t1u5D0kFH0xxbuA6yhlv6XhdGR
zgs7Ed0866wialSoZBKOw8ENTIeRNCHAc7NrZsYk3MeOtyZHJ5fp/Bbq5EkH9dWX7RbFgoSsuwNY
2N9ddf+cbZ9xxWsxox7BVdOTpb0EVQq3XkaqSYiuW6BysdwVbjuiPC1OPlnp8Q7NsdZPrM4xzUx5
Vo5DjwdaMtEeOs4Q8tRQoI1w2BpwlzbCwe/foZ3qQbPr8SJM2gHEGm8HwGU5enRv+Xbf+9FwplLk
wofUp4zgCiLyml3+PLY0tWuHwjpaaAD0Au/J7YZKbS6tOyXoLPxDDQEXvFqJbENqZED/vwyNdVCK
BnMXDodUid5sdl3SFse8PjYxOWt/jWXMPoYcT5FWvN9ZUlAT14HOXUuY4OyAL+GxoZlJGwOM60pw
FNymnVXx0LyOYpzDGNo7WeAuHxuaOu5XqzNWdxLKpKM69OFbdoM3lYI6f1L+C+sCsQmEuHCdQ0fR
7QaowL6V0GHeQX+20pgQ4FFnJ/gztYNfMPTYOV5bGQVCjdQ2bBbDClJFm2h4nLxu97S+N57SRU2O
7fp4rNW3Wn+78Cy50ERDf8bjqZyMBa8/YeQ6gZ2obT7HBky11zXY1BW4ma1h7I+4qsx+98QdYrK5
6Il2WgBHEaraY/tTS4n0u4I2HuhXQiHndp47Fq1Vv/u/agEST2IiB++PLUztymsLg2e/CoCK1Bcd
MCbBcwfALLia6LykzBxC7/+ykn+NY+wwhIiVihBWPH8BRjgwyAKdsF8eIZntWcfm6ZMnDWIP0BRr
O0R7w1yiB+NfOIBXQ/0Nxa6GKjU+tPlkfEQ5+EflW7BCx/jnZxNFPLz9WImBSNzoXDB1m1WS0+Fc
oHu7iAXDzuRlpszhxSde0igWAtMDzh2kNdBTc7tqYeDzXMXWPfAupTagHdslms+1ZbAl+obVHDVf
SReQG841l01kN28Mj6trrsLFolDCMEdy1xQvXrAu3umnDCLAaJTjF8pT8vF4SqdCCwSJ4HnG9Yma
3miDgonJL7mk6C2IvpMu1nmAAvzqiHfye+DPZG+GaRs7HNhBLz9aUGk8km+nFfTDcVY0bG/JXUyq
8FQxqZZyhH6l/IPCpasom+vZmXzsXZscraRfxkkSgfAKj711p1Z4a4IKfvHOac+GY5GoUmPgHuYw
Q5OvDmTdGBEZCvQ0jHMBDRsHvlzLvdUHhhIaWUtDqSXRIu7sUaShN1Wlo1t1+Xgl78EQCLmvrQ5X
8dUBdCqljZXM7q26UjuRxLUOELHEq3X1A6HB6Ml7gpAZH73ac0zik+t6NdyRG83DOqPZFIZZ5clb
MSxUzN7o5M3lzHwVxTNuZiowvR7laBMlki1ISjwYcw4N5RDhO03MsD3MYUt+BQLudiuQfTS8APSf
xtWOAI21TsQJvbXdFuraQBZpUT9nFqWb6GKECiytWYz62Rn65TAQHFagwvyBIv16jvB6csBg2+DR
w4yDOu6tZTKb8xpF6S1k6jnZKBecq8bqbGVlchGvzIzntUgqXulgJk639b7LSANHEBNFlZWXkp07
IpNPZNBoQeAINU0BbAC3m7WoGA/IMpe2GLJcUvrR0Z/3H+/CIK71sVwelyBXMRxqFpd8f+NLALOh
ZIYcHcqo8ugllVVVXFUlVVt0z1qUkKoCN+flfmkCbzfOYANtpWBVQKA4lupIcsfNoOjeWIhocBOL
qvLBrHETk3i//I4Xn+eYgKhntypKclpYNnEXl9UCxDmS5pwfu4SJ/Mvtp4xmGQiDVAqdoLFeOMLt
Qf5BGAMPOECIIhNI6SW9NM9v6JHbFfvTIZvDqd7jmHAUr2diiI6uPJJMSVHcBTAvW6/dD3r/Vaix
GINxxHfi5vPM70XyttuVakfc9x9U6x+Pf3q1/1qJkUfsA74QgxIrkXbnqNxn0kytfGIX3w5w5PnK
pgklcF3BgJZrtfEKsep+6L4qHfKkxyjzbFbqYvEl68ri8cgmnP2t5dFxlSsapJhJ2CCwLEA9ReNF
qimOFimBGoLIRSoWSmi6DGi3nsJ4HaWz3cbDSXm0y0c3a1/KdN8EmFuOvAa7dxRjXO2ZWyyX4B01
ddpYpasTPOJclDkRm90MfBwDSm7fBsxgd10jNAPPV2g8fx/9M/TDoTagL6inBZplH8/2RHL/1ujo
qRRRkh+xCYw2qlARrdXetx/16Tk4PCer5dIU9DOUXUlMaOMNwSGpmKEE3xBtLjKduJRuP2T0YOqE
Jk68X9+S6cNxbvT39/JZIfWQoNmK6rOvHc14TQahzUTQd/DhBOgDvJ3Mr5ktOHe6f7fo1ekGrzi0
3GNsfmrx8gq+C2jjqaJqLG2thLDX8VvSN7qELn+WMNbqoGiHmdM9+wHD8b/6gKqtuyhysSrstoQY
xBDd4f7AJHhk2RIzXTxRknrW9RVmINweXHPmBX1/M98uxsi9dZ0sRDUF+y7aC+1mLacWA2oTO1b9
bOYdec85d+tKf3vHr8bqy0rVKoMrzfQIJb0tr++XOrt80hmwb7O4SMA1/njTz07vyLlxRZpWVQqT
QCVAY0NbuieH1ENcgHflEXCnzSbS4LihQVWdvw7cl3ic6+ufSCPfTvHIzUmBTXkeO5x2kBqsB6AC
0Ar0Kt9goYM1fO06UCX16QwdThkUEjrXET1Eyw+x9ykBRB1Lv1jMLPs9HeVoLUauL4ijzMnr4aO2
jb5HrhF3O9KfR/OTwPF5T/D5DnY7t5xZkPtkws1k/O6Rqz3QQ748Cga7ARlItbVyszUk9NqCSfvY
HjeEOmArAGWHd+nMUZvZ6b9O+cqyDWYdO6BhmcuyJfJVRpcma690VD/ojaRm9ccjnYBN3I505Oby
vEjcKIW9XHvNLltug3iQmI2BEt0ThnhyDG1mUSfebLcmR5FhorgsFYQwmWr21jYFw1vZC35vr7s5
vzm3jCO3FUb/dYMNvVrbbb3pE7Lfx1qkOsTemE9IucUi2XH6Cdto/U+Lptxu3vHbtFTaIlGGEyVG
ZgmWZHTcR7ka9kvoi815kOF0PogRxqn5AGK9aa7AVmdqvkcgLwvpMgPlJwx0eXyS1E/59JbAj2nW
zwH0BuuZbctNfoAEQiIFKr7Q6hktqtyFhe/HiJL47fq1QmozU41jsD3Kz16jmi4yOoela5Rr7oiq
RYKj4xlqfBguq4XcD5i9WSDnBGQE++zqk0arnzmenJc+Pqk78AGIULZw5WQp9cCP2sYn2SFFd1Lx
FpiZiskTfGV2dFehNTDKIg5LAXoqTVRT+S3yUtXOzGhOiPsXRXW36lemRlF3AlWgsFZwbwikO9Sf
w+OYRvDPqh8xukCx9Pg3s37OsQuWONW7Hauh+JugAoguXSN/2Zw5wHhpkAXV5DsvyZFdnivjDdoS
Kx0kQdoBbQLsltqI3dwkDXP/6MtHNx4bumzL81FjVTa7qwLaohhurj4//SbDVhwA7fRQI72NWjI7
zjxFHsImZKQG4bIhG2Xj9Et6vwMiDV0dOnpYFjGKZ2vnY5HNto/d7wUZRMqKKEFzAn1W4/pSn7FF
LZUoWFZ0qPlluaxsKldpO9qxskRiWgq1GX8+jOl2Ym8sjgtNWQz+cN+NO0ujWBJ8+77q6/z6QGnY
jDOm7r3rranR9HbgqQp6F4NrVNoU9uu1rK634MJCzOJq2cypGrby3bhQl4WHGfJfY4QdUydlXrcY
l+2qXkbQ7zonNTiBnsR44LwGGKoCGsNRztsr0O3X9SjEgl5jaLp/f3cWoCXoybnbyxXZqYc+Nh7P
4YSPAnIeJGIQWkN/Idotb7eogppd65dOjzms9AaAsY/9sV+IWmEA55ssiWr5ekN+fHUu3pu4hYGm
B5k0AzY7tC2M+5jtAC8KqhI6y69WXaOnkghqol1RAtIF3lep/ARhA4nTuaTi/T1xa3b4+VV8U7Os
y3oZzCJzquO3UwgyN76jzglZ3HMpCLeGRqGjn+VS7aJb3XpBki3W9siHBOtn8OSh509ZF+pHYe49
vVAZZBtD8ErvlxudXa88zQLdsGklhriozdWqNneZcSpV/GuVGCea0FBiT5FFebwRprY3KI6QLhu6
jEE+cjstYun3YSq4vcV0p3idZZbiGUEzp0sz8dDApFyZGdzy1ewzfJEpeYPtxq6qQ8aji+MzJKau
Q6kXu+wU6uqiNBanxSXQQvPxCKdcIfKBcMW8jHKPPNrpbJZGacTFveXYjloqe5sDHs1fU5AUh+Oc
MTbxcICkJwtlDBkaJcjwj8JaxfZRhUxQF4g31DoFSR62AIXHw1FSP1CjO8tYRZtQW2RPcnMOCzVs
rbGvujY+WkzWLvK8CpHgdcKF+JKKCHYkZHnZnwJuK88QgJSzxBNTfv/a5mhla8VVaifCgJlNixbe
dCFJqkeB/zjnSIdq6DmTDo8XdMqDoAEJGmQDqRmeIqNAh2nisOZCprakM1w+KI0TI+M1XtnWlh0t
cac/tjcxqzfmRsFOlUdU5rR0bfErX0NPHDg3mUiliifHNe1yBko/sVtvjA0/vzoofNgLZVhgbLwq
UUYXa1n+mu1LZ6ZONzmHiAwGJC9KtmhMvrWj1KUIscCysVo6DJ+gkbSVocBAXLsT9CrLqWXjRwwU
XEDlWrmKKfAdNXeNDztjtFtxUMDjD361AVE7usaBUBV5FGZry2s12jeFdGCypFbRmT0mH9kH15Do
4/FKihORw43J0agjT4S8kA2TPG2m+Vv1QTEfvKem3pqOCZNpEJbwmKXbvtFY5lYT0m0WH1Lw2MZm
q2xD+yXq9iXglAI4b78DpQTf60pu1bbbJvaRx99WQl1EVILFEw7dO6gLxNZwey1K1CJTPdkMoWCW
kubUrzhUJcsvH6y5q5hWs/Lshp+i8Bk3R7FSuWYpFIUa2Rsx1Vtp6a0yvwbHSamC2FXsZiQV7lkJ
BVANsHBWaGpCb99Y+KRuK9RIcpRM+HTdnwpGhbIevw+6oaUqcVdVCyJnnZPBzf4UowX73M5h0SYu
55sPGDkRJB66kIs9pD0aje9I9NO5PyhRR7VZiTM7f6K/AIPl0YmP5hAEXb975OqEcXRasiUuI4vN
DIGkm1pLN5xm+PvayI3YDJdr2VVdo19Hlm30IdKKnGobEZ6wJ+m9VfOQgAeDmrk3pmLAm68aOZkw
bama6fBVoLd8FWyyBWx2gM9S+isFor7CW1euqabWjC+dcDfg1IEcMejKoer4m6W5moxITEXQCYet
FfcitiitxhWCI6SUM7Tt+a+Pj9/EgecYCd2wKMoNZAGjEAwFWDlMmqy1JAjYvNR4nRJebO2Z3TxR
PpA5RgZHHwgvwSIy7lURlMRlbRkw/UE5BToGRmhrSutqoGpKa5JLVo/yKqr0NiLcSPM4gCIaFaLJ
Kt+dxHxVFOCuy6lF6uoMNxN2T5009NUpACPhrKHDZeSAfNlhuqCXWstHF1Rr5NGGF1JyyNxvFlwY
KFaCURhv6UKzKTXLTIcmj5dg4mkq33zAKESoI9+DQwZ0PHoBw5cBmb5XzfkIyOFngcrKAryuGURj
32qaRN0a/89cDm7ipIMFYABMA4sFJqfR/cZmNUTFcjyncmDXkS2yG20bLIx9T+i9uG823lOx9FeL
mVFPXOE3Vkc7r2x68DmxAC6tSyMEYoIEu4xwxt54Pkbmd0k2jbH5lFTAWpvlqt1a6swHMBNR0s0H
jB4FmAuEp/zwOsY9wBig9Km19sI6gGidZu7VqRlG4ZsHaQDa6UGKeXuzdwlNiU5HIwJF/5mAQkX7
EvfPfbTolKUkzx22iRuVQ68dsMuDXggAjbfWRIQKcdEyveVGKvdaXQLAKJB8eyKi9nk+72od7bGg
Tvw+5QFGOjetc9aHn1+5L8mlMrmRYL3MtuDghN/k0PhDFLsnHadmCGVA7BIsJFdln91s5+qP99VE
iRbMTIBtQ7JGAkXsGOIQBoEYpGUHaBX0qbYuQ2TnB0CAtYuXbGhvHGHf1wunJB09Y3likW8Mjwee
NxL4mlq8p/wFC9VikbDyRuJrkrDqrDrdxBsRnTTQGgEoVRDwbr+dZSVLK0rO8awouU39wSs/kEhT
pJkRTcDR8TIa0gJQrwZlyPidluGFyJQKbgeOvHRqowuv/pf4024YA2z3qmBk5L03ao1W+41sNhfG
2D6bgDb0anrBLZ1tan3zhjaHlW5uNvqlWzI6D9mm5blXN28rCIfPeLKpFeAlkPGzIHeAKxs5Uimu
6cZP2M4K0wPoKpVMUwJ02pQQnEHQ/Hif/WbsR6Eyf21sdMpyNLXSkgdj6+1evIQa6NYtIh3Lxadp
6uiKBoEkBc519tzMOuwJ13ljerTTaoWrAMFkOos1M4RFHvkw1l8v2wJdZOGLYq4u1FKY8WBT3vLG
5mjDNUUa26UAmxHJXiRIES+3zC598Wfcx9RjnQcCWxJBPYIUwXhjQ+ixoPoa05ogARZriSrizQFK
aXqJB2yB+Ms2oMn3GmnZnlpKT1/CM2gvnufkfCZKYRCKufqM0Z1YQ2+6cxt8BgjjGfD47kpMLrvq
X3V+T1n1B3otWzTvgfN1eWLQTyjMbK9h94x3lwBdesTC0A3FO+D2fPN2kWAWcPK65Lvwd4V8fLx9
f8G09wbwuGDRnX2PQO39HsXUtmgtwDne6yWn9Rv+RV4Buy8CThBqKBeYuR4ss1yTTOuE0oii/Qwi
ASBXo55qNDCWUA/qkDqZO8XTQ//ry0b3Mp7AGR21ZWt5El2sA0eQd4Icnh6Pf5i/B8P/xXZf3VJl
o5Qck+YwYrNvLOtUL1mM6BJdS/H2saXJ4aDdDVB3aeidHu0kp0PjQpVhol3fPWUyeu25uQt/zsTg
F68GwwmFUPt21VovVadGEIDAku5T4xcTtImWaD8UOfVtdUKN+vHYJk8rVF//e3DjtWJbqmd+Lb+y
q63Boc8sMY+eicBdyzT9jcX+WPwoyxBVlbnM2uQS/mV7nC4XY06us6purVoUFg39QisftNjrj0c4
dc9eDVAaRW50SbXgJ8JmdJLv0tak9sx4hu9G2r9gBi0nSMJjMu+U5NoCBD4117ZWmjqqXH44nFGn
pwJP78d2ph47iBf+MjTaKlEfgEeF7VprkDWNYnRrC3ZOsIMSEqNx2wVwOPCQTPPZH86X1BTMe3WN
8pQt8EYmtUuH5V+U9p8WkBTkm68abSNOABheobGUPYqYz2whB4Yb5gBKlsCfuG4WHLqa/8gpmZuB
Ek68tWEYVQ/0EKJvUxhO1tXJiSANYgsUuqKLtDw0rKdn2aHrX4SYXdPKXMZ9AhaP6g5aDVi8gNEe
Ok5EtzGFV3+GvKxdACzjaWJOYgWIcVJARK//4ku09q3CcwkmF9B1tD9ipPYcmA9n8pmTd/lAjDHU
z3DHjk+OINQKhGuAAs5+IufVZngt5PSk3vrcReINv4WIDlR1euV1ZvMNaf2x0x1IzIaimsyjfnc7
267L1rRdOzTAHrSaIE28pXYpiZ7sszuTQ5nKpYLGEnkzERIHwCCMwpW4a2snZqPe0pgzA1KTD7NC
sTsmxbma8YETwRhuUAjxoEgIbfgxvyMXiH1ux6hl+MuyUiEIDQRc25HwOPeyAXH0/fwBPY2OVwEs
DDwS7bfzVwUFXwYpgn4FiiVbpe1tUS9KJIMN0BszMgmzknXVrLf51ghZifrIWt5+7ZK2pkxajluR
OMPDkAQujoSacK4AGtlapJLvlnPL4LmKIWyIHgmZdwjtAPyuJjwbxEdJdAqAjvIMeQgvTNJwI5eS
J+piykOHOImQvf0KwsCmDajJUTISrHLiqTjydKflfE3H+9aNhEFyDB3L+tBSGhtxBSQrYbkSpAsK
RCE44gRd52lt4/jisukb5cBBgZvbJ1LShmu+S1hnm7teTmmiS9kciRg2pc0+QR1lDWIF1t9HcSnk
r1Ii1clT7Xu5smxLoCXNvAi5FFe76AEj2jchbyhtyDHrJO26fMVGoj3UEFhb3LIMnaE5pbE5xojD
wnmGD3TbU9R5YbF1BcGV1Bwk5FCzEzIQzia55+OVp/AgPVdE3iufgqhJfaMHYqwyo0SRc43v0w6t
GV0E9TvPpgIw8bAhXemCzXLugsnl1gOtU0YHVsKHdfwpCBGQ7MTtkSX7iNiUhZZZYCeUu0N9gE8P
YtQo/EJqQcx/kLLKRU9Zl3MUYUs2S/SwkMIOU5+3Xq/KTZRE7zEYq0TdQ8Kg+Cxl1sk/+aKKHLBX
9QUVL6qEV5qVQ1GC/wJGG9fXXXTBhs9J4LNBRvICnXRQNIh8cVfXkuBZkF9w0MaGGhCa6JWgTVHv
yWsFSXnHqSRPrQsxZo5O0lS9FuJ/ZyXJhAr/mSpxbAUKNHz1JnVqZ13kSIz8hA7jhc2qqEPB3VFV
JQpv+DUp4BGR1NTvJVeWJeTrYuU57MOuIy3EDFk9q6Iw0ewMhMw6i5nGFym+1O7KnHJdvep8VjSd
JPT8TcUqLnTCWN4OhA0SNJS3tnObjrdUiISYCQci45eiw3zN9XxFkaiuk1bvvCR2dDqxiyxSizwR
AlXO0A8M+qsi7vJnB+qGnA/lFKWJT2maSv0mljIIjoRsG1IqT6E9asHFAcvpooRJYkiKZEWj4VtK
Z1lCXzUGW3ccM3pF5Vy0zhI6xuS5TSlALRVRDYPWtzKQW4JmSYUiddFE2TKKGiZ7AgNBKAHe22Vd
t7A9qqBPgtwCMtMrYi6/O40k+R99kqeC6XSUWKDwIXq1Xtuh0qks69WuwYhOwGGpuJbf9SJYknA2
qmzFuJ0I0oqUrWgzLPIwBmNLxiifVBxBEIF2KkfQeui9fStI8bgGVCwdd+/mqUvtmDxmAj2MnKzU
KdlrE4PxWDrNSU1TYa85aEaRf5o4pnTQtfTnFtQ+DlSPmvZ75pKZuNJBl4yKL7jS0Asy5n7i+zrA
LZz0lld6KCor69q3aHopeRZqlEQRtm38XsvPWfABPA7JXO+nbVNNsb+9CDyvys/M50zcef/JfMWB
wQ0F79FFlEd9DKDJUOp2DKokEK1jTKSTZcIImpyZj61NRKuoqiP5h5oRRj9uko4VxqbAu0pbsShH
BkfJL4LsGTFd+ZpPd5Hx2NrEswNXHmSsELWA0WMsuMDlQwBeo4mx84VMi0vP0YGbeXtshJm0gm5Q
iCgArgCG3ttLjysr2addtC+GFBrM8Ryv0h1TYfpKJOeFZ6FHI0ZJ8PAq9dABpYaSa4ksa+J/9af+
22f7P5zv5Ok/A5XiP/4df/6E6889xy1Hf/wP8zsp0kvpXcI/wCl5+UP/8sp/H37Df/+N27//H/+z
Ksr8EnqX+A+oan5fqj+Snz9OJX5FUXqfxfjv3vwqGP/Hxw22bv6gYzbL7lB9593xu6jC8tcshjH8
k/+vP/zj+/e3PHfp99///EyquBx+G0gt4z//8aPl19//HDIH/3b96//xs90lwl9TL/Hl63//r/Ff
+L4U5d//pAT2bxBHlGnwioOwE5SoWLzm+/dHvwxAcZKX7t//lLm/DSgQhIQDXxtiKfbPP9D4NvyI
Z/4GCjWOA8eEOPxA+PO/PuVmwf5awD/iKnpKvLgs8JdvDyOwJpDrHIrraIKFrDV0WW/3kpz2UAKW
GucEIbO+7z4K141dXquLuM5A4CULlQi4U9Y2AUXCBI2y8ZPvuEpWaqHvpEVj1LQgoIu2ZGvfRy24
j4qGX/IO5Ui0WYo951/CMkgKz+y9pkyTvVLzucMuUOBklGLZ5J7gR1vOsQM5VuVeokL2IIIyxjvR
HcS9S9CKUF3an8CuzReGnVdszuz8RpE5iK6DCQ5/cmq3DTz1H59VdIWSgQLSZ3IOUjUUpeT5Se4o
lg1UdG1nCeQR4gJnn+SxUvAMEPqMLfuS7vdyz/CE8qCtbs9kPH4VmP6K8+HIwfosgZcFcT6eVpA/
vJ3m/0PZee3GjXRd+4oIMIfTjoq2JduacEJYE8hikSzmKvLqv6fU/eIfy4CNf06EseVussIOa629
d8Pd6lqmJv2Gm2l1tuu2cYndI7qRNGHUcdsXBWKvWec9OFq0mXAvSoAXc5LUPsBCilgrn6YiImVJ
psbL2+YwT37eqmPB5lTr7eJMRUaj/2CLmpDG+HOaDXuEzwGLHTdyZAfoHtsnNc0yGx10+6JIFKNw
62ImiD1Wpa55rgLZEM9VONpHTzEWVRBDVPRN7i93jck7qY50CneTp0A3RZrs5eotyd8DXbwYJM06
8nSkdPYD40G5fLUpi6Wpd2s81fw6oVwx+TfOyHSgz04gk3E8JH0+MUdpC5i7mpyps1BhdKKPcNQ1
j0XbVd3fA+rVWZ82ZnwZ+iGHc456p8+ZUePf0BffWRYGbtQtiyCnKef/wkpVfFsfhS2v3XeeyyMQ
q5uQmUBGeE6/j2fXPr+YZ2pad2XlR/3rf2799ar992p9nwXZLafjIf4N1JR5MMH7ib+DnKIYGf/w
sgWDKZJbxizmm76jeAF05tCXisapR7/Y5Kpv1aw2DrkzST1VN16TR7H8RVJmncJ3JzBi7DADeukn
AILKQKnvT6CIysnPjMm/jiDMHA1TuQV0sxfr1WmOXWzsUi2aaofyyfFreug9GLpCF7+chPx9NMK6
EInYlgbk2QGr877Qf0u1qOZuTL4mSqqo+UC/6XapzsMgRRw+ZWxITlZGGG+nCvpy62k87/SLx9ES
axrq9ZRvs/2x6DXT5aGZu2jyPibVsgbOx8bUS/qq8JGFfDQqD5AMNdKLf5FNfx9W8BLg8NRAc52h
70n/3uWd0E/Ypghxr/H7qmSS7rIFLGM4a5Wt5zIY+2C5yyAdFZMwfn6uaPHzfisT6Cd6nnO0GLpB
DPX9VjbkQXO5BQWVE/G8MtR1aWTSn6Yx7tnDPKjtlydisXcgVENT+XvXGUlIHtstGtvgQ+dvhhtR
isLeVOa9lxtJ06g8ey4Khyqyw1B6SZV9VHNDD4VzPLfWnOilVHxmTAcoom3f2xKssFq2Jfsjb2Rl
uueuzeg+eA5LIuWG0HJ2wuwU4AG4ZPQgyeP+tPoqshd3JAdd7lazJnwyXRdm7M66EHMXx2ZM7a2k
4srapNwxMZtPbBfym0D0chr3IknLATSun+3dhi5Y+bv08ilLH9uPdqdK8F4mHK1hMTSn5w/Tti3s
65nWvnNFEti/GjJmvjxUjL0r/6Jd/qzXexKBXKMlilsXlVfhk8uc2nHDUh832uX6VOfUdOE6eJ1w
SxzgkDUVCcfkpUknbtdCE709VZ2QbEnbJcWSP3USOMH5pi4GkoLdns0z/VSb7o/Fm2o+OmBglR/9
5sp0qryHuvKVlDdVTsmnGXabw23AwG4LowXJGGv71GmYd7xXVhWL8zlcJmvVmstz9o7Qzue2G60f
VVFSlNXeX0mfPXqxafCRnZjjOgJvc/N5dI+486B/javJYZuuH1XYqCv+GF0sqpkKZZ6bxh31sS/k
uBTnSNRm8r/MqrebK2gEV4HXLTpN5U4m2qvyO1m29pzpac7i+d531xEb0+Z+wZL+/G68K/ngXtJl
jruHC8LVcjneXY0yzt1x29LphSYCYpN7emWRh++vNs/pB8OSxYvcODS6rTx+qLbXPN31VwIhxr4/
BFUzOU+Zn1pnHSh/YBcnCp3154VMuRkPcz1IThXFWvaWdQN46jlqqmLs6bARDFH4ufJMJAqxc7Ox
U9HnSUX+tD27phqLZ22qyMQPfbKtLgr6yO/6ZL4PLg7UD0aEjspNAA/Ol/+hi6Y93+py2r1ltXFP
lVbWZkfh4tB2LRLNwjkY1qgfnU+dp2q3oxJ4pDKg/O3q7Tzjr7yxU3TVnO17J3M12q1uhed5wj0S
ViE8EkU+7YuwKlz31FYlsMZDMafD+JcbOZqL65GP42MDb5s75+DUUz/Gd5EMizw7No23tebcRF4b
xCcJD8JyR52z+dUvreD3RpCCgAyniqyBLNLmQe92umvCAJsUyc9JvNGk6tTky0oU6LccTp/RAm+h
YU4RTSX2E6Nf+mqXelXpRffBGmis8gapJsL9zw/gO0CbSJp4nbieihqkgj8Geptg9LtYxcD8NV/z
8tui7I967PMxe5y6JeqeMb4weqdpckej/8rqLOnWs/FTXTp/re7kEhBnnpmD+OxrtTBlkwR2wbs0
pp0q5HZDXoXJo5My4ux2AItCdvfzt3jnolMPkhVdGrJWOxKCdh/fOxgTaWfu/N7/jNavp/mFWMxW
iGoniW2Jrduc7Da49R096e48rHYu6ZefP8G7aIUn4B57qO/o32svs/37/7AQ2zB4kd56/bmgsDuJ
ftOuMdF6cjKv4cjLJJALBb/xMLHXXhra3U2SJljNL8iuH58DNjiynbNpgGYbn3z/HLL3wybu++7z
xTb6sEIYZG4+bv805a5hW3TtZ/ZCcOsJR6aysXHvz5fjXbhBsmjn+TExEfqb2YLvD3sl52ko42Bk
Q0ZHkfHjqp1g3hlSWD/9l/qIZpR0FDZJUvwidflhBfhiIh3mynIUWIV3ceO2qgEsees+l46Iyf4w
FgnuBH2yw4+r8QnaGeTyNiiXZX3Jcy+q1S9WgND53YUH4kcDipweOpBI9v0a6DpVo2yy7rMqZ4P5
Cy4XrKxadu+mnpht6J1TqQau2zWIoaNgq5eHUuWVdneyjUhHT54srcmWTEaUj2IWuLxyiqxDCLvo
7Z0uHxwQSJZkqPWaA/Xr0kRDuiv7zpnMF+E4ambebd5Myjm6iURUcJsyd0fG9wyUsIGGzsO4f42c
1AYOQ7IqZzjUfliI4bnIUnuKO5fmLOsdGVJN14TOyQk6IVJdZsvtxCUdQwEMuL1zYq2tp7qY/2rh
9L2OA9PQlrsx0301PiyRCUR+ZuyDdRqeL4ogBgGCo8lOPoCU+tqabcDHgLuF+PiLB1TusE5Jt4t6
OfF3sq0bHjZUEanW/bbZNPHkAqDl3m9OFNXyQ5uryTOPeU2txbCfqoJ3PEUBnU2Wh6FrtkHspjXP
XXHK0zxfsp0OZbf0hxCqpVp2aT3H60TLoNjpvrIuCk+7CbvZJ/JJySNsllHoT+oSs+ih8SPqUrYp
Kdc9Bp9CkdPmTxZO0Cq0/qpbNpdHEfMW8mB1Gm2kgXE6lHxYZBCsZDv/kqo63C5+8/oPPK41B6XF
55JMErPZBabopuCjif4FMWJTeoRUUAwWSHCrJTTNDY7eRoCtJlwgFu1Mxg//cqLGNraB1mTiGn9K
vZKNNTzIZP4BAYH11Z5xHL6OWdn+MJw2wVqVjApt1yKSu7YJZb38bhJfrgW9wZWAPfPrKsn7o5gV
8Yg7ZRGdvMalnfS/fQ66TvTuTStr5FSKtiC7tIJzCvZFS+VE+OQULWc8DkSVAnlfrsYGKIN9mjYZ
dJNLO7dmSZ2HBu2LiOWuGNfeXQ7CqdLy34Z8wF9gcxj8MT6FNf30krshy2zcVrXhlhQ3TdrWagRs
XAS248UJ3W3p75wKt+Tt6tatCLIHMwbufMrHptjuY1VI0X1o8tVk62duzKa2/tDkYZ6VZ7eOhQ1f
/bDfxMHJSWWbW+9yn9xkmljPpuiaaGEoUqB4T8I05g4dVhFIvigpBpsoXLOb6357cGOERxST2psR
Ron9lKtXdmbHWu4sWR2W5BJC/9xw/2A9U+b20TAXb8r8PupIvvcffd17OmxV+XzxHyAGhHYBb2Se
Ig1jRSuiWNtMJHRkSR4JU8fd/vkz/OA8oGBxG5ktLWOr3o+l7UWiqoW6iSfXn+lPVroqlo9rSzLx
4rQBuc6pzUpEor+w2O+UMHgNvowChog4jUEJgO/fv3sFLxeJbBqeS5FnaXH2mkxkFZCHTxnBUYdG
l+Oj15dj5u49r+wTuswn9DON7jOZTxucbukMc3Gju43dPjZ9naTdySs0gevNSMNr9rrcKo+oD6uW
T9Xe8ep+eS7WaAC07MHIK332GU0jvVNRJt1M+kOq59VngenqAjj+PGC01s+X+23ezX+QFnYcBAV8
gNlTQANw+9+/txf3WhdxPT9nlCt4w7fKhANxnhjGmf0OlMeX7rxUzxiEVqy+xS5VuHnDQXDf0i+T
oZOT2IPi2EzVc0c2qiPn4hdUZ3RSHdwVmk+SA88WdKguHxw6ZVUNd9PsmVAfM2cAYN3F0uV+3TPv
MW7EsZwK4pfbOM9WwpdmGXsWe2oZRIJpChwpwn/6xIlNdO9tgicpus6Uw2EUQCz6znR6lfXRdeQQ
QtZovFC+70rfM0y+6XM3m8WT6aBiuhsy/GxxTgne1/N3/ZjNXkqHPPzNLNudWVe7y92Ub2/vPgnP
PXF3GyYG/Xwv3geyJIA0YkZk7tnmhz/ArtVoRJavM8R5KJal+52MXpqnrQwK7pqNWbDeZbVErIbx
Q4si//z73189kFAkyUBdUG9g7O/DR9Vja1fZpE8AzDUimstdX4M64Qj4Zb3wjQTw2IT/7++1mpoM
uWaGpuA92Bd1OhY63MInN4RqfGFcksVxta+sfRxNAJSe1NSR/xKbegdNpZRFAE7ZN4aWAuaz9vA/
cXtditYMetueFuazDLzjRLMHsb+Gqxio0ld3qkmShLkUZONd9KmvydnEbqjKtRlJccMqGW5VaXpv
3fkjcdDvQAyp1vMvQvt3NBrhNNoFwGyXXIMic8z098+aGbeZRRiUTyZPZ7LEFBEIByEc4jH9kxig
KrKDXzX58LVaRjAbWnSupvqL/G8m1r2mInmns63bl2Kqq/YQBJ3T68NAuTgL/fM9fYcn87jkQfTy
Y3UpygHJ/f5xKXuqUgPr/ClaV4MhiUVpT5EJg5X/694ch9A9Q98in/nE69mFz8OzQLjn5CU/f5gf
DjZTpiluJUu0/yXvwW0bJkwKrP2pjWcmE+/cGaJy2KOaS/iuMd1wcGOrxfby8+99p0K2m0b9AtlQ
kkRcrR/S/qwwBclhiKVJeme6bWl/ZK9ya/pc7v0JWQX4nFLzktrYE5nD0zXmKsbAOowpG3PCAZ2u
NrCOPLHx2FdErun6eJ2BCYwFQv1lLWbxwStKRmsjc2wUgUOotIzEvz9/qTdN3XceI6A0xXYHpAml
naL8bmuzcC039KrL0xWRzTqVxR9nr1/T8iiSLe5ohA2YubWHVsa9LG5E6zN0bR+7taXiilH3vM00
ILNDGEHeUivOMXDV89aFCVVaoLJxQBfLaSR1paKcnvry1MeU1Tq7pCkjOd8mUxjL4BxS9TZMXxe0
aq5zvAQLvqaXD0F2WFrmYADUeftBMjz+UW4U0YFNJmNVmGOyul0dnGNHhBEl5G3sLu2xliXlCXdz
v0zO501NKNpfr9uxrbROq3fbvNqNG8dWBaQvoacKXq6ovXo4LRdcGoSt4TRfseTalLjAwwxJpFJy
pw6f8lAzwowH66nrWvWZPC9tNkQ2iB9a57Zo3E4xlUcaouF9snii/FUrwh+8DXQs06IBdmks/OPZ
jKOy2MJETk9LG9gbihKLXKsuGUEEWdkJu4aJV+fT7Shk9Evj++PX20vBgE07C5Jin3dxB7GWqID5
u6crlBn6rYt/kXMa8/3ijeIKIxnwFHVRsem/cLbv2idwN+mHbRv/WuorY/7Euwcop7CqvK1fPhVx
YbOqqiZ+AyMNipmpX5HON5MdeJyN3KwHcmAD/S3kjBydrFckFdfczPG1xQ1nDDJ/mHeOhfHbCydw
DedXlXGW8jEa3GQ3vc0H3jnR27deT1YT1pbjGIp5aqKbNVnaZtll7jRX8WHy1sTpduSoWA2xq0Vb
Mg7r55f6B3Ntey7Tzx2+FJqegoXvzbWpY+nbxnWfriaKdCRky69kNcIqr3+Va4kNi9Ftc1rWuGzN
k2bi8q8SgO9FkggIaRvMeYAyovbN1nR+/yg502qjgvLZL8gBnYLeLYYZd69azsxiHbOU8/jzV38n
NeULmdEeh7ZACpYsA8L7/gu1E8WFyufiSxnmIgj2ngs7RynpCnpFyKhoxvBNh0mT76ZxyntIaGxd
bfbSBaMYdmUHYfOry/mD0gFygCWw8SDcwI8uazT1tNKDu/xSZIW1JGsgA9y9hEMj/L0EaBqSyDx1
zsyaNIaKOmDiNz+DWwvlY1Su2npeMAqWMd4isutROHb3LoayKYJme0mq0a+684bi2X/udQ79vKcr
vqVbLwFoT+zMLRzjlWj0ymuJYLTHPG4ajgSTW4g8GE+4rNDvTQxRt+sSN08e+qyd3HVfOAwzPIwM
hONq94zvJX9tZ9GQxS26f8M5hszGs17YeDxeOjs22TQX8O7n2/0+FuDSQypDyDNoiDb17rvjNU8e
xbrwBJ+vmWUzJNNyUsJd8hOp6VrRp7Hjev8qIAIP5hz9P79JEQJmjgibpgxYHvQw7wyOq1XNaV/8
00RvGFS2SVW0IaRPlnk9PMxE6tMDlQpEgPtNZyanejlLS/XRvxAhcUCu5d+IZPCcV28GaQBZLVJQ
nyuvc6UskT92etk1yYRG/AD7x7XdlyWCwsehSPTq7pukLMMK/+paJrbV9ZyglwGuqT/UGlkPHBtJ
09pYFYKFreoisNRmuHSMqttlpRx8OtFbovP1Cmypumt7Z6/bbPOWcwcmNCKGrEa6PSgP6URzdjJ/
9L/BkNdKHdeoCZIXueVMaaHXujOP8pgvG2qb+97PtxJd8Ewu9EG7UEDFYavLrkNxH0mhqnO90sj8
kQqHiE0ao8zRw0HmS5etH9ZhhFUlbBIb5wc4cyvkzbrA2K+37sgdMYdAo7iUR6aPWLSHjhCpcX5b
V/Av+kkEA9IC2jPUyvkSatdlZhAU+bDWTCuB2k7OgskXGHu9ptNGQLZNa41obhlH53OqUfC+NtVs
XVbuOlnyF3hRWZ2LOtd9sitlyyU+DP2kTbrbLkyyiIES+ZLIOBURobMSwh4o60pQak/BWhYtDSuG
sgqQjrbrjG4V/KUK7lwKOzfxtKmqEj1wn0rcEb0KfUe/zaXR7mvWO356O3eD5xV7afJ6Lvedn1pH
d6WfpzcjIdJyZkMGmc+rfFjSzuJ/F9j1yslnF0LbYUuxPBN91fvXhc5aPDZidotkLTOOijY1jo7m
ZgewNCx/X5jAomo5nmUSa5xovALbDwcdqAUepkqd6lfhNuni93cMT47QgZEkyNXIJEk8vrflXG0k
8F4X3S6qFMGyq7usUNUX+nAmELtNW+b00rH6yxJ9WFtnQ0d+7+fJja7h8g/GM8yOoIVLzkRB8L0H
rWn4tg9nr/hS1zOSsSxsCv3oJw2tREoTxncuazBzmQk3CnmX9kbVimbS2TS6h3ng78pz40tHfawk
krM7hzFF63kG0BGHUonlWz7KtToFkdDNsfa9gbnwo1DHHriz3g9bSmDaKeYY3cada+qTCnKEkX1e
JNNeTIY22gdvksa7z7K2++AkhA47Nyo4b3NT6oNOi2jbtWXaUYYTqeyuiJYxRW/WJg8kF2121MAm
KS8rk891O3uPM4J/WqZtgf+nF2firjbRGEO9J9WHocnmwwD+8WIaU+wkwsmY4p4Xx/Plhzp0qEzY
JlT0484vaItHP86ghFl/6HFXfnowUbiJbF8FQzO6D2Bwzt+0OQrOEHQ0xM3L7dh1HNYkGtMb3tUD
uyHJ3jFlQ32JAV92YxbOIM3Z9jBRIoF4vU7Wr24dbqepD0O1X7x6/LiIvvvEKKjhsZDFdpLrFD1P
qROc88yl1qHqLBUXRfTlyulA44blevC2rrYQVPKIKq+46WDkv7hdFP2x+mlJrc80PK3OQOk5+Pkt
suqJBpT9GB6UUB7And6OsalCXN9WmVs3mOZ7VQnzUfmjd9z0UB0ZjEIjR7l0xQ4Z1vp3l2r5uUcW
9KkJ3ekOlL38oBO3kTtnqHpE2MN2T/eW7DOwcX3nFXn0KfW3NdxVyBF2sqjTeyTB4dc6YiJxBi9z
Rrfh7JdoyG+iYe7wJi21R57TOOEObV14Ey4xMveJNth7cGcIjHVxvhW+UA+Z6sSernLTZ0/GTNjs
huCsE+U/+kHhHPS2bP/IIVevRSzA8NbcOahF0qpny71XDwrghmln8iYQ0fpx853pkVKT7uxBrd2W
msnhQb6t93Un0movBhV+QmqTmiNCnZZv8fKjAz5w33U0qKnSdEhOKWUo/6bSvGSxml893Nu5Wats
J0kId+NE74VGSPdLiAE+OkamH6MiSW6CTSjw9ZEXKJo4+pKSd1Y7R1MVgJhYtd/mporEjghKPXA0
KXLIOs098Vs6goCq79xUeg8FQNQ3I0LnrveHdJ+TP95GmJMnpehSiM9sX8CimPW5LdW3spWCqki/
NZ962ovv8y73CH7gMhgJtQQU1+q6fcWgUhnj86Pa4XjkHgWLTxMv3+l/X51kPkVbV93KuZuxGeUm
n+DYKGTD2ew2lEDnGQnojtqA9nOsRe/v8kZ5Uu4dagDmgmrqziynumjGP7xkaj+U8INHRzdLcsiX
xKW9stTFEXjjRVcQWmZWv5UQUrdIMv+iduAlrhuDeE2akzMnkoIx2vfIOOmcW2/qZfaQMYvwhher
gz10TfeBiKLMTjW50XLoex+XXDrVVO5oWIt5bUNEn75Xud8GxzF7nUVIicPO+cNBRVnuukGEDI52
Rf13vLXRTVU64b3a1v7PrFHOnaymhcsVmsciDPTdLEbmTDLWh24yVdr/QW8G995bo/grPEv/1OS9
Gx7aUk4npvjFL743NsMhpyHnXTJFCXJTgsB/nLIpV5DTbgIH8BHZHstoFI+9CWbAr3xkjo6MEqZ1
JFlepr/TwjTd+1S1wG6xwnco1fyDq/R0W27x+KxgIY6zX5XitDC/4rmQSEt2bdrkvJDClqACeCZs
d548SIx/VLBifjIRPKCHoI0vC+/eabTCxzSYmy8A/dGObhPptzxQxVdZuD31/4heaaDLqn32siqi
lM9DVijyoaYYJhV/hkT/N4mzlq/hGIy3YT4lICe0FpxjqpJ2Jm8pBh1r3ZxgqPo74YuWQe80zuhD
mdNLuBN/p13Z72uTpk+DpzKk0yEj2tPN7OtlnI7gtMV9sy3dfS/WDzz4X9UYN3/1m9eCcEBzKRlg
u/tgOg7pJvhXUZfdyXDKPojEhJTdRANFZLpodpEW3aGKHIp2OirXks79EwwuvDfSJPukDqazptwB
fQ939yCGrv59C/0S8VqkGLIqp+ymC5fhSwxWCeMipfjgFMxywQmr53Ywy02cOdutizU763Wl6TTf
XR2SJXSey3RZYKfazKlPppKiPcsiLat/HELw7aUf8xgiYhMpGaXcPIstiK23QFssYxKnbiNQE3uB
RI4o0s8KUcwf+1IieblmoF2/kBBf4YlrLjTqduqC5zkdLccjMSgoYy4pWjrJklynbDwY/uMEfVVn
e1MXehMvSc1Zng4VImZ+Jbpg3wRXNlVK3nD4DVxpZkhCNzeSyt4JDvLF0EW8/y2PssYsuwtbl23t
klJWl6R9dZu1URv+xd20eKNxJrjs/dggyzis87Jsj+hEiuFmyB2nA8UuupW2UYGO2w9VM0/LvCuy
aGIqD0L38uiMQzAcHKe1FFzeruk/LpqB/A7Npdfc+6EkxHMQ6OpTn4Rd+xTqPq9+n6JCTR0wx6jE
M2x0ThVn18nad+8BaE0Un8Gkil7sZjQRqHU0CtD1OC25kwKN9ZLRQAL6tDzlusJx7UjSoxF4zUA/
1Jdkt8rqtjzMHpHOAbUaf529MSb9Rs1etiMFaaZ/UMzIedpNpTtGf/+PrPK7VD7qKOqKu9WNuWJp
orpzLvOgqfdTKLf4GwFZIuh1o2fn3PeebD9dZaXNxjwp+kl1Rbu9XDLkrNv6lBykZBmTcvHGf8ma
rObfXbVNF0zUWFBNdkIhBbmExsJ1LG57VQU1Uoc5htRagacr1XTVUWV5WMfxMQ9wfsMHYimOsCbR
Iqf36tqi6Qxd25pqv6XOuBZnmICO7xRLQLrubFCNt/WbbkQWgExPF2ygrQOrRl57hAXViXNus3kY
JvCApp9r/gdVsP0zGFerWrqql5X2raiudKmw5O1qXMfTJY/oaOfLpbI6D/M/RLEXLYjALVlQFye3
7gWWTcrGnkmqFnxW8fI0MqAS7dReoP+RlI4Pv6TnEw3c+NihaPK2tsYnNfQSTJZocW5txb0AJUtY
GnUm+14H/2O+qEH9O9HFeajuyYv7BYhZw1R0d1uBhnzZ+y7OvznOCCm5pxfRdYvWcERaUpr0TaWq
ko7LCGhoHzUH/GOn1txz0LOhMVC+h2RPeminmzCyy6P6lNN27ktdzLeFQFvyMo+h5WdiN2VB5KUI
ZfKbElil8MkOaIIioHr/QYFYKGDtPG2jhNMTV9sL0lNglT4rpjK9JVmHK98pJO8j8ny9AdCcPTXM
K0rRy1r1oW+MexwSZ/Ghz0Db2bGLTpoevVsZ/uMoWYblrg2Iidxj1U8rG5Pp4u34tIOFjlrVxW87
QgPJchddtunKARahTmHem1xtVAMsZWY3NCdgqaOHSoZdPe0aAXPFLMqgYQmqmO6e5YHMwnKGsSk9
U50bjQqJ2CeXAyNZBfQxjxL6Uc0ae2268q/16KBwplLCHr1+BZ14XS9M57wlU6L2Lqe2YHas7vrw
K5Sh5ZcnyByX7nMVmcOjKSJDf+c+L+07zetkX9urQkv7xP2ykKOYMCvdjkLPKTIvBv5gfFWrSyHL
vcoE5r+OG1vzMPpJIngKDe887vOI1gYov8WarTiBeTV/VpgF94uLBIXWx2BKVXOaKTBZ/iRro57M
ymQ0RdcUzD67ZT2jmTGU3FktVF+FL+VWVPWDoHY5Og3kY/HTxZZM8WB5ZvXmYaaiccQ3J1o23mKZ
XCBXZ3GBGS6Xrl+EXfO5Dy23ttRop/x9swi7on49YSiu5K2c0KET9b4l71RycSTbbrYSDgQyIHA7
EJoY8C4VkS8fB25t9CeDTqkcVSWh9KuMJpvoDz6qbBonviEHF0naBQUaczfC28V9XVqMoAv96blZ
Vd5863yojJn66dmsdFsOUQSJ/cUeXSHL6s04ocGxj1M7oOpniq2pdM2TNqSbxgX/7TINO3FZokHK
jlrPKE/XnLNA+mh+T0TL0nqjKlip8CJu3N7o5AtGefHYMksiVqqlrB5vT9t26+cDABX+UOeuJSB1
W2DULjb66ubXpAJmZbJw8M8YqVA3exe1vnnKyNf59+0Fp17CgmX118QqYmsUHL45FMyair5cTBnK
moo7cUVB69SFbhwvAIqlUZ3po14Ha2iaabS/OPcawJbW3tyI2e/sRQL3so/omdXe1G6BhZo/5hQf
8PhDA9lB7z9DEMBI+o4oFinxBQiWwv6G6jv78hctDZJd6342TbqO/Wp9o9Rttfg07jlcDXHsOiv3
YGMoJb/pUQBn0cclFzxclq12uy7nZQopHRHnSmiNSQyoHtte4mVFjHlr1pZKmX1B2XjYEM9TlR4z
YjhqVsxJb6o0Sm6XuLaWAGjQxjxF7WL71i5zeZsW70MHXa9WAkvfxLE94Be+9n96jDW3nOjCQDWs
rU7FW33Q2+VJStce+utmx8h7thdlxcQ0fRoKa25inVv3LJrRipoSldgIzyoizROFEW9aI8hABz3l
hoKU4HfG7D8Obz4u3OQyD5Rvt2MwH0uKHur6Dvgz7YezN1Ku1X5qs9gYmO244fCfQfmli/43Ac1Z
7mRDmX50vyBBQH43h+g0s3Qng1rE1Q01clZMs9HyhKcMwsHecoru7GmNXRWU3b5u6276a6w9BZQd
DGETikPkLmuiT563WqrAhUJmZYIGnd+rWjIrNKdEwzLesDkBP+Ka8PEpfnM5Tj2++e83kL8gAeXh
moRw5HW8yAOuBASspV1A07c2AuhigbvK5RKxnVdW/eK8+PPYtuMFwSW6vZJ7i9rapNw5kLWquwHk
h3S6UyiAeLStztmfcHI3J4ioE67D+rA4pJQHrXuKiD4g6iY1PRRBaRJ5uAp7oexsiWWWJpnjf62m
dKuz03K5yddjfLnQbblMQf5YCMdstNiAHlT9n6NndH9UVDMs66GnYoe3uEY6wWX/BTPMgukVyf7b
8XojXIpCKY62zJaI0CRORsFaueFgrW6JMJbAzMThwlXoYnCgJ3GJwt0+t4rr6wLKobJizEjX1jOp
ebA3tMpLVB07YSDRo0N3UQuM9KRkCQenQggHYz1WOXnKUHJcyjcxDgModZ48DUVrjQMFsdZRDbhS
PrGpSVVRB7Sh/QyxxIYPvhJDzog+oTxcNRHk+vYSdC5lkeCRoUvq8vR/nJ3Xbh3HFqafqIHO4XYn
iqRIJZvy0U1D8vHpnHM//XyrqzSwKEAazJVBWty7Q4VVf1pF0XWD89xQ9OHurHNDPtNiC+bvkqba
8/Fc5CVpFJcVUS0fTT5Mgs53rDhDNfe1vyU9CvyR6ghWZ7VRIp/3oiSx5NrX+1LhkzrKaE3S1z1C
uvB+NpwsGC7fmS/cXLwXS/mjOooWLqw5ymC1I87RLJu34YH/eJcxRMxDDOtQCbtOwyWvRWu+uYXd
fy0KT8QwutwFhOl5gXBb6XTf9NvAQNJjpm9tIXoXRMv8cox75J93YRTDMdxl8InFUzo7NeUYVZlM
m9WOmQdhacok088ViaDMlAgDBxeyxqPMXnNhOfFO0RD4k3lZe4S81VntbUDpIqTbACPpHeGYe91c
ct/J0U/oMaNPHqhVjwPIAFt8r5f9TNHmntJlIow2uSp9TNqQ+wzWpS6zHv5DnUiTBnkfO3Wejjwz
tcnrOY2hUd07Z+L81ilibrMC/BOnGfvWXNwaM+OR6QXbKBcRqXLzGbpqbX+jC1XKOJhyMIbtLlBa
pXBzZNXVlJ+74UuBVlRbm6KYa7rEcz16yc7V2j6Z6cQv83k5aoc8b/hJ8c9ZGrvt3bTszmLdt0f1
HebuzpcYrYP15zHNLFa+69Qhp8lv6kGrIRdRGfKM1K/suZD6JuARsAGYleyd39/mZMvmlvSDvHzT
XcGbTkjJ2evJX5HV1Jko76mkarbqDRRvMvzTtkuvmpPppH7dnhKYLWB8ICciV/RYV+/BGUN56SYJ
cN23Pkzk0oODVNUlt97I6bct5zXiWmQv1j8BH8gr0pIDDoSyQVuDl4ZohskA8pAqqEnRDa3c/3cp
YTrK3l+sswzXel2likmtXpaPHtWlVMxgLXyfto7oSx7bFQigrxvZhZ20T/eXNEbWJ0oqSD5KqKME
QqYrQ13tA74CNMAoD1PavmMAuA1OJ8/e3NaiE4e+K94AjnYyaE11JBWFLs87sRs5iWkX5mwFgqNE
29Ky5O49hmVkGMAbSI3maZWXsSnjJKFD4nnRosUqDEThog+9u1fKyUxrcqeplfk5oZTnM+W4Jtdy
1DC6WpyjBSXkRcQ/jUefwgUB00nPLc5fVOM4ImTxH4+KTYE2iROCYJ490MEgOQVsN7wbDqMHNqRG
cmUwbDkkHfz9strCR6piV2/dmMupMl3JAuIckmKAogxTSlyllOxANRgw/gGN2If0FppAijxVRQ3u
wrJUqUo/cVtR1uVqpSjyaW7BRilvYuPBUj40uxo4/0wJlj1ZvJVWzvEOtEyNdf3sjNRZ+WIFt+gZ
p2rNNTvE7ZsSrWrjqjNucBGg/lI+xTG+0G910XHkD1jI5PUquMvM2gMmU3uo1gubbTHXFHgFsaID
woR0Kp6DqaSL6rkz18ii6pHjTJP3onJQpTacwsDg8dSTc/aw3W7oqc2eTpfxJDthsCxSxlp2KUSx
xucI7D/mRWyJhvm4WDbyTfRfCaaiFyfKZfHWEgjsXLK+q6NAqFZ5/aiRWx0QBigWbz3wB9HSBGuc
2utTCJzou2dfWbAtm1reu4DZrexxrjqJ77bZMBb1AoQkWuoShX+pA5CxIhx4wqRBIt4NwnlpQr2J
VAMNeQq4reP4+4Mo286qY9KZcEMmBesoj2hwCjcoa/g9soXqK3JDOQ5oRFMf6TmLSa2vfzLRevJP
9JslZEpeINOUU6IaDhrCxI+89f0LcmLku1WP3/qDhlzaJB8D+7baq3lLfUMeKSzcIVU5BrISneFE
HHl4tVqrwCupYqkTPYR9jjEMd2qm9Gu4DE8Vy3dDstZMK4myQwEantzVYZQhvhSPFDL6gEmhd0dl
aNBC6gEPKItB1nFMsa5+Ouz9/GC1FbXKDYl2P2PpMJKBe9TrXrA0sh+sYSW7XueaUvb0fisVTnvU
aAnzlfVP4ykNhzopK/tZpqo+Kjn+ImUD3RPFyaAXq6COxaDXx6UcTunHIpVbQ044v0wr8J7m3kYS
yU8Yy5xwYCPF1tZSZR5pCIXdiZXP8sKUwGTPjwswJn21A14GDpj+aogjEmZZbijxt9Xs79AAh9Z2
AaMT/V1pBQ7zEmUcP/hy+OfxMUlkkB7geNigFv7m7IbFXTGJRZu/HMChggW0qLY4JlGQA/1zKO1c
KTN605fiWHTOMgWrGnrnMi5Gy3+6jqWMjXpYpEjGdSM6IPDSndv19l6Ggi5MZgWw76qS0sJwKsfj
M02kQ6CQqqypq0DWVAPrewAjNuZom84OrA1Awu6DMr1ZvDGgdNRnSQdamEtR9YF1HPGnyaroIkCI
Fsl9n0CXpTBHmyVDgO5M8kqtDWIEMBQXfEhXcjCrDjnAIVpLS8Pv+IfjoWl0kZly3+rM3LjugZAV
2CibU4bChpetlVZ6UgRJBckQgeky+1zMnTwYNKpS+w0ElfN++jrdAmZm4Qzg5RqAUBuANurQtjKZ
rlU49tkA73SUohpypkeNjFkfjSavMFVVX7gGNSQGRgg5DNR7JufQtakEU1gmJ3HJfVzqYZtfjBTZ
KCfKsLas9WG3sH9QM/lVOe1PLa6X1XseoyQaIsFKyRwr03/W3qSGugVFbecfxwJ1jX+X2v7shViq
rGQigidAekXt3u/TdM79cev+wX/TzOvFwPRYPHPUtsqL35KRMX0ecFC44QXDXJqDBu27E1zbGHDo
bp+D1r8IGmU9DXlQd49zhygqvYtKTuLvt3SenPt6q5vypWYY/c8zoHVfSn+K5pufD0SfA+ZtPnA8
0qmHZummv8y265vnwHLi6i6euT5UVM6w5c1dYYcGDX6G3XbvwPzS6f3aM7ZulR1vdMRpzGV/tHda
zRRNbqMMauyAuiBh+UVu4kYNHcrIQ5su5rKi/3KGdHnovdmnsePG+c56W+91vVxaxF3+bYTWm06R
vS/NY5iVu9nf3CEaRzDAEANfdnPLxcAFmjXG9GSgHi436lh7ixliUICrcfLqeCE5jgjD2iED3jIa
H/Zw75cNFVKYDzOuOoRl7npuMhxB+Skjc8nnqMn64F9MpoFz6ci29N7GVPg2hXZazEH0YPVZNvon
Z7bMdb/McFbLu7Lxq/5r49WoWqI59ZZHywqm5ra5m11jpSzNN1lOa2LGXj+/a8mCaO87EE/3KSqH
hhYtzTy1f4csyu3fren7ORin4Y7bl2pH71RccdbOxPMPE+ZAkGFaMn3zS1IwDISKn1PeRBJ/x7Fb
J4EkYogIteGxcacjWKNP++1lCpzmi7dTXgGiTSt1uDbXKOAwsJLEeIsyxvbfI5LhyZx6N9oaBx17
QTmDJJgzQ7ZVnvsmgXqpabUzmaCojVqWDUQsTNVWbRS6UFYlvn0sRVlDNtDnEKSdw4EqkZokFiQt
P0y/trJgKf1mZEdgwKuDIP4JJpASSn1IrvhLVj+pzdWnWNaReIL3CjpCcxk4EJeQGcY8iLcLgbZS
0KsNR0GeiiKNHbs71mYHtdkZCbVM/KkBys7OQZUbGErsfff+jOeuN8N3q7vXRngtRotyM8sCOSLt
Fkq/fwbcZE0NpSaF6P89s0lxtFodq9sQNk3zx9iGcf0tGws//u9CxNF0T2sws/owlqPb/E/Rm+pu
N407DZL9sRgRJ+BsWzIQZq80RxsyaChfcDfRZ6kBXZzCG37RZHUuThrLRl0o3is7qpKEm7TRcBCu
ktVvvSlvw7ttHZFmxqaNZfRdZ01Jud0RWDPimiG2Mi0H8jWsZaCkmOrine/U8f7XROFBXpePkHI+
F0UBXnB1xoJErK92aeeWcdcMZZY088dg4OOD7g1SHyuaH1PQK382zmz4KfnJpG9nCa7rc9fOdXJa
K9Nrr1Pf9d0J0ZRN9xpOnM1zu0Yd4qeNoFVKAPp23jLKops3Lml5F40b8iRE3kF0I+rF/lSYRmc+
D6z1F5xjK5RRWf6nGDPvZQxbag87nP5m8xnbS7Cb2zWOvHi8oDzkS0uaYz0CIqKM7ed2+WfOwODe
cK5rPqagmM8VMumHMJ/n60Sm6XwawZfd/7bEb9SXAWd1f5fO5fp37yIpO4W7vWTnZZjab13S2v3b
DQ3QJQBM+dR7Yf+4mLn7FsOKU592mp5uN9urumffW/NvG87rd6xuJW85d+mXUFXOn2lLP6EgZp33
3Gab39iltfT4FhzH/ILni1WtbJvxM2VI8jDw8sv+FDeTE1wStJ73Nuj3f8GgV3qGJSmqjz6iWxkU
BA+vaAf7GxRE4T3ZHPNqtMxLbp1TCG3yVPsMhNzyZ+JJAyq9Uwat5d973k6nMgDkhExRuMRvO93O
81Ni+455kjaK6CjKdDlvduae7NzsnpBYwxbXQWkXl5wDErxd19wHVeZccstZ3uZxYv0Vmk3wZVqs
7O8sLaYHlI/Ou2W1GGWRH9+i1qbLWVe6D/YyFOF5hEBdT7YZ9w+WZTf/YW9jZ5j3ofiPYbn1LU2Y
dxz1/pwqP/0r5jxEnMqSv6/NqLqNNPC68zxzvTnOan6xKzt9iTPPP3tRkd0WY48/pjnanWCxS5jY
yV7PRu13z7XrsKRmRjpfUNhV3Z1TBdl/18awPg3hkK7XYjb7v9G+EoaGshEA0E2NuT21RcLKErfW
eu76JT7h0dpgqmmn/RyOaz9czcmuqssc1Q5CUzOb7wI/WL7mEWexS50M5tl24xlhyOo+Sgb4k8ce
/7gnE7rBdPM+WXVX3qY8JvmoWqN7r64SNJHjssT3aDen5Mq61HwKpy1523TYNa4tFdyHJcmW/9rt
KAm+cwgj7+Tt0F+4EeeTI7b99+aKfQkmOg/Nc5us8RNfW56GJN5vOIaqv0vD2bw/8nAmsoa/uIXC
D/wvY8/8StZcHb8xjdmf/ow2xEweDQLXIEivHL/3yP/DC3lDa0H+1YyI/q50UwS9JD1AoBrN2ZhS
ewLFaGLLue4bUDCO8rFa3+1FUoxP9oIM/x55Tmvdg6MV1rdto215fg6jJfRekhlFx3QKLGYba4sN
ZExlR/5L9c407apg42dCmmt1KcicjXbnxJdWQ/4uK/YCJdEoRNeePSBXZn8v+225VHU8BU+rmZsw
0Q3Ou7fLlkDt1jMhKXf2lu3vafS70BS28Ib3WR65TXkmJCwl+W+tkaSdchOC/c2GV605tyVc0QVP
xLjdse525j3DoHTe51Pp7b+1Pf+oE5bQJddD/YfXBJkJgpMfdcJ2u2VooZv1/WaY0dr+A7E2dOUL
UUVV8fXXhgPST378Mhsdss3gJAEVx6mks/z4Ze6622GDwe192sD9dKeCHBKWhdSjzXsNGu/Oa/Om
IgAaO1zhmQg2kqS1cg/SeZL/tGXc8A810eeY/Yrk/0jQmi2H7NZzfPzgxUQremfoOlIk8Vy4vv/F
tyeH3+V4fjgXEQ4irM00uujdHl2soUjJx4X5bl8mCAv+JUa1ncsIQTeMTxbDWjCnfJrmF1ahfF+v
c45iEXWj4fZOfMrUhRogtNxYsNryx3FCL+zntMRIb99XS+/x8e2+m3J7HCtWE92bM0R8p4rhqokZ
6uOb1xNZXtJi63gQC7v4un1m7tJo5mxb42Q678hRm7PtoUKU5k83Rrfndo/+OhAh9iEhfIQbqF0o
C/fq90XKM8uGSg7aacTWLd0oZzRrbzYzl9PWjJvWr95469C66dWDrCE5RVL3SxozeoCj9oWmd91U
vE26peOF7dhsM/M+xZS3x+9L18+s/NbMbhnvZ5gnyVFJy4WIjg8x9Yn/JS5DuRRioj3SlAhYF7eF
fgdMqkE+siUZO/6oIaXIpLsDhoxiGdL2Cma9O84z4vqwXc8R51AiSJ3C2ikNjT6R69vJzCAV04qQ
/MX3cgjmlRur3DIhGgvHosEkcsS5pEMhAG2IG5A7b7yGqDU1hAx8i7wYu7aiybjGI8V5dWmIqurT
a9u4HQ/RtdqBEUqMrVMZb4oYUqe+6DghznSWGT9kpukE6xti9chXuiSTEQzJkznb5Ned+jhB9HpX
bNk8Bc+t2a1r+geEKc0bXmy/8Pj2ltAUnkYbTBCJ92R6MTLvsxZKDp1+yJnDPM3OFrnnkWBx6+2g
QiHJ38PA+LSOeee9MfJoTa60txj87F2OWo9rnDKv5U9/M58PQ9i/jDzY5DEQMasdF6+BT1jOj/OZ
byc0ci0JqceX5/Yw5LZjODDw6O7rU1c3K0ZOZ/SBus8qsw8sQTDcUMV4bulkeRXJIY0t8YO236LX
fzEIMQyTv5aYoQOq4Eg0+UXnlxQQOHQRRBNexZJgXw/NBb+xUQcnNgkKo/u1HUye7kw8FIwViY7y
fTomFXUM1OHqxYCGKAEkY3VXwa4eH8G/S/EE+O7Jgtq3umvqot+tTq09E5iXLEZBphaQLAUnAuzW
wUoTxpucoypjlnCVchwkZUbnvHV5XZLJRrY+Cn+SV+C34+BKltnSjo+lZTlV9P0PN7vsDHTWIyO2
opCZg627YKxx+Q+V5BhWnCKCpf6sGY7Eaeeqva2OV824dAxGPXmLynCZ2qj9kUYcgUE6nxG7i2Qw
Ah/F/bu9Lcg0RapctOQY1nnUAYGieznilZohzZrqkTp1bdLz5m9i5dSOzmFPYiMbz7QEEDCEtbNq
kne+j7uK0dmS6k+Uj3Zz6uzA3BvcvXsPE+VZ3RuMM5JlZHebYJFYjp0+vngz+RJoJoiW4c91BGJs
H1bSrkYoZD3rnCft6rJbzIvQZdDIQQv7EpPhSl3U+fl/BkvOnVd78Dhy3dcFdkIUtskRLxMx5DaH
BF+DeLvftH390cJLYoNJJDpd+mi9gm3BPrrC/is+oRefZpFE+3OCpwtAsT1c/UoVqEkBnVqhpRi/
nog/elb5ehuAh+EK6BJ5IHivpuEM69tUbrg+a3Zby6C0dVVx70lWCUaHK0gmlQYE/1+s/rZ8278X
BSYkIXCe5bgOpnjnta+QYJRAaMCc1+ZOGwqgkUFKpZixGpi0PqsGJ1+uc9s0zJVoEa9YmkH1kpel
NAx6tBLIFAf5+5RyovJPKX/HdI3gTJh3ChDAwyeesQniJvs6NWFSzR+LopYtTQdxZWzAfnVNWLip
qX/91IkjeXWnbEYklLCeE25GeMxrv6wLZYz9dUze1QndBdor5UhY0y6AupfdbiAQgnkBBCE7DWpQ
H1OhWsJpIttWNGsf2MGqezvsCi9HcDBN09uRCr6+xb6X87dMl5WAa2dO65OiGTVKrziZqUTH4F2g
F+QblOI0cAkHJSszquR3WstgxbngvxwDoT7Og4GRd7sCKcmTCqdePsSfWnICTsWQWtAL9ghSUrlV
Icg+mweAa62ow5zoAeLkCBy2mMOIg4Th7JZcKEdjMUW1oQWXSHZAhXKTJf4dy6PtDaeaqILtrY1E
Baw5NIyeDbycyyP+dk2cDWk2B4lsOsHI4nK+abWXIoXNJSVv4YODLKn4hK8TcZRy4q4ViD/MhYRX
ytAunH6/TShlm+oaqdjyYjxkf9tkDAtFF6+hfVTWYQ1HYTsUQiCsej9rHuaF/a65wHmAMTVGEabL
ejJ3IiWmx2SvRFYx5JGwEkon75rtoaIqUdQij1Akv1Yc9h2cTPFmsMoEqajWg46rLRSvotlz+qVE
b+oIBnl7yBX7rC846CwRoYx9KBHdw0Y/iB7NXSGMVWkPceCeqrqkwRT0ULPF7tnjdGzYpybnND+9
88yaHO+7EEihtG92l7qwaUvhCpGCSyHhujb18KYacCP4UGTFmkxnNBlbZtzsDLCEsKMmEJHsiMaZ
GZgnYBzJh2xe2qS/t9EgpPcpqeUUdi1gNV+gxTWm4eb8NTt+Rz24RTAA3+aWucwRJzMTA05Ms0W6
igmduYay24K45sKshk3VfqMfpm2Qi9Nfw8lq9/HGkk6zZzpNGVIC6j+3zYn2JieH/0nXdRwCSfMu
Dnpi/yIlT3QCXwgWTViNq8T8nNcRLdXHLatWUF0lRdD0E5skQ0z/oJkfEgfkrY/uipxJy9J1llVh
GYjW39Bgbh9X9LZWi2QfCWJofmrJMymooT27Jy089m1JN2wMTtvOo5dYMHtnrYvWk9HM6mAOTm2X
WEZ70ZrcRL0wiFgZZIpXiVqiuWDkphKMYDsNaqxNqGTvly0fqhBXghA8G+f05KhGdJVQKuZdYYlz
abIg3cjaybzuPGCyjT9hhrQW86Gza/D/K8zUsoA24INh6HhL39YjLqqVZOTnpqmFOMSPX4wgrv40
1d/KYxlZmJasB+z97Yo5LNsD+Go0yMkeh1jhqFrWuyBNSPk/ZWaVFg+tbbhdeykbM5mj55FDKGNy
5LzOMpSHfofeaVEZHcaGhIDp7TEWSUZQrLGCbM1xx8CXnnVc1jybh9RJJctqVQAbl7BkFgsKSV91
1MlKvS2TsHta91b0kyhNjYI2C/Dj3CMXoZ/ePhoDt5y0nTnd7+0QvielkbZQs3YjKJX1ctSZVdzK
XyKQmSwKTDgY27w2VomAiOzueEYbWBl9VuPqdO0wbz/hZN35g4I6AyK6mKYkmB4g8kW4IQEtXHcM
0cKMLOJe5B86H0pT3U5dWhvIoL9GX1386cUTna8QhZ5Gf+uS+ZQPAx7gD9aazv6cn/U0W4wlFrlh
tvQ7rjZ6E/WZVb4HlEpJBUAFc8zlOUSUWT1lTSEj2PEHUa1myipAtLZJIHZvc3Qzv8cyBzv5enYB
Jp2KsrWdI5FGNbnJTnQLMhIHkuikRFS0VkJjieFRdD0FfgyWgoS7ZQlR/EOfYVcoHn3qcLQycYQS
NfjQWS2qZ8Tukfw/XY67SmpjgH7P1bmZ7bwMX7YgCPGvKUmFvh4th1GCkTU23Nb5qN/XpDTkFu5S
zsXAAIYs2CmhcNJSISfKfrzBtxHN8aSDZGEuO1kmVbrs3KYyQJcaqs/52ES4Kz3IdYKt/0lECvot
ziQ/DPUcIuv1SA9JlfIblaesMYNSYbI8Hw+ZpR+aOcwBz5e3VQVRlb9pV8655nUOfFwUZ29ABbTc
+cqv0CpFfCLdOL6V4AEYCKK9CcVndpi/9A1qlaCjpF4g9UJ3KzGPXmKU4EpLPvR2GSupm0fHMJ6+
XrGraRGBjHnEFWLxkQKkU8YH9I6mcP8+4dP1+1kJwGfFpkKYyYGlVISEts9MaoPUUgOMz1K/aKFS
1uO8Jz2JdASmhEYMuqIVYMerZ9EMJB7d2JAV+KjJmObo4rkrbUiDXxJKt1Ar4H7Et/SH2ldrdXYX
UzOjLgg20tu7CeonvNlGKMy9p1xAuprP7URk/iCvyIft5QiGrJSKTDtLSgIb2PYDvxSRszbJKAV2
tsZD7N0PrJrm+mCTAEqmpb5vPYj0w/guYkEDLC9HyZA1Qa1vXy/CUcA0dE4jhZifX5KFKCXKGItA
8+Cc2oTM3tsz6sf4tqjir57oOhQ9bZ6dV83jOrZGUL71ekxYkKteFy//EIjDYnkpY/QwLierLvC/
uPySWlZhaN0cO85wLXrYnuBE4zpBtxIqf/4KrFmgtDC0BL9gXIT8WTzJq7GTEGBocEIIthM9HNEi
nOYwWPgSRnUPWOE2cT1GT7h9c8Gv0NLxib1Xyn9oVEfALTE0brx+dWZIgC8LsdPcmBbPge1yiYSF
cbmjM3HARjdMpWmffLrBtX9ivBCczulDwemGfZWRq2AjCoiBHzRQlCgYsO1bmZRTBsNkIF6JRaH/
6/PE69MEag/iUIj84dDEae44bfzrEEmb0B4DReM8LxnbTMOECNYcBurgRl017gZ72WlICImeO/mj
Gne/voqfzpISAEpmHc1TJQPodTZLYKaG7xqD/RQe/iU9dYqU0YBs9DjX5ussFYgWEVbKrJaqyujX
F/MqKMa2iMwj+Qe9i0WvDjJhfsSX8rgZu8GL56fUW8Wutc5UWawwh0hUOzbQBOD5v/v1F//0LjxY
dMuhygcWt8C4fvxie6QzYBq505OnNtwA0zRJ3TpQbXI70gV1LTBnU4SvLFF1+68v4/X9AyzI6h5Y
PAQO0q+zA+G75iHBPv9EkwqFWqaivgfCFm0bx36xaeiz/K+/+VVnVYLQJF7RtF2C0WAFgtdnWwxV
CdHPsfE2VZ6QMog591zDvGt7TKSHf0qLk1Z1/pzCTtZjrZFxUXvGf1gtsobfRUK9HqK2FfAsPICK
yCLC6DXc4SMwIVAtNt/qE7ZWs42HV1ANUWV1+K7eU24ZT7lgfvOcXqMdNsFtkUvPAIvotIhr+nGk
9D72es+FxYU3cncinJVgCz3bbH7ckrFzJ4y5Y2B+LQtf4GjLob/g124iID85Rx39EoChkyDC7eLN
JUqS3+RlvgqCoZuG63hO4CBfCixC+V+FLXV+t1keVv03jkX07jetAByRMPwur+xVEwUP9Au5Bd2A
HR+tM2zEq2dhxibHg2533y5VGO7pZ8frx5bG63HhkgrEzsHSGdBhrPrL5l2A/qxzHlFOjcmKguF5
DcgdWK41ME4wfU9cWkpsX3Qtk5SwL1SFmP21G4g7j43x9uv3+Xrik+/heqHt2+SweO5P4aKszzMp
+FHwpGWd+jjeknrCgq/MFuHhDaTzE3pOa688XuqvL8L7MY6VB2k7DKswYOEjzfWnOFb20Fmw7+0p
xzbHpjZ3QxP2T9EclfFLsq4GqT2jsSHk+rCzkzCCCtUxLFMpSgXpZe7zGHhbW9xhyTbRjsRjUnxN
DYsWIc7JH6yZmMhworbN7twNAptDSSIRWotlJ2BxAMHwXkhiZdvTZW9XgePR7MYMJMldY8tNss6o
1dj5UdZ/i3w6/tJbFgxK/k7hegyJho+cFtofoUIMMUnRhDQkXahBQtXZyAEKUwIfmD30MF2+Q9k+
ZknjUxJGXkZmkzMH/XwFkXeGsEbql6eA0HOxIc2/M+fOaBPuIJ2m6q5Q1qwkHEQDVNppmprXwKMI
pF0zPoBxfOhpl7m4V+CD1Hz59duzfhpD9N9ghTI91Gq4+V7vWkHIfoAuP3vSmHqrbp+aiZPkA4Ak
ziKaKy1lBOeplNmeyjfX4GWn+jyhTBeAztwLicPfoYP5SYmT9G1XkHjNn+ZKytCCcDT0499Rtq8Z
Wx+6log4YXgsAk5fh+069HEDLjf7t5yiWq/+G+9d6tQ3pULWjY10NhrKpyMi7fDKqQ0inVHHmL+b
Ha9Q14CESp8+I37kWwFQ86sFbUYm3geQem+D3YBUB0WNKye5GOvh9/z/qkMCmoOyiB6dO4nVOgLt
/lWawc4ggMq96q2mLnXZ2KmikMZ2GRUqKy3Rbr8BmV8zCywBmPyjkLUZkP+norCYOwlsXNq3WZoH
LDQVJz7/y/fvLwMCot8H0SAcX2yRd/e7/h0/fb8DYIUWT+B8l43k1ZJel1s6bqGVPuqs/oUFQQ5y
P7QRqSxPfBKdMkX/ejb9dAG8ZkTBPhm7HDRYnn/cX30wS58ee8MDCbrH6uEeJzu9zSaoYWVd9oAL
sjsPbW/w+dffLzf4bzYjRIlJBSR5oBxmf9oQinVx6Y2UbI85i8v+RxhOpIalgx+DLHDRvTHcfJvu
Vb8Z5Lb10/dCnQQRCaTUoIy5V/ddeM7s7FXTP9LqIu2m58Btm+0lqvp8v9e0fV1YjfN5tHrhz+GF
5Iylt/cstnMBXbt84rQ0BAT07md6N4Az3Xq7krVZ6wJgUmSFhwWtGEM4kMRsNDtsLWjIEAM3f8Lf
ivbi14/1dQ1HIDQD22UzACOQve7H1xqjd1pJj8gfx2gmauSEqDsrghN96vqiI5KimD38XKoZibeB
zX+b6OoyE+2ARG7yf/OSvdcPm2fNaw7lqiDRXh96lhKBNsqz/FHJUbPD1KZqSIU9/frmf/46Vi4o
I8R3gcn2/Ord5hl5K9G8ew+J5Hp+++5FLmdK5VEJ2n/zhT+VZmy6HKNYxOgladI89tVXDkO8SopG
96DNTCprYE2wpxLQsQjBI43d5vIx3ZBEWijqfcKXnu0JwWd5o2tXbPaPJGoU4HcaItMdPrzEFDuN
co+uh3lZmY+IPUC8SytDWo289/ZpLPHr8qmwJ54kWtCqJd6EN2mVRZddPmAI69SJNIYwoCvIIXBV
VjJtNfOmWRwDQVYJZT+mSQ8wE05K8FsvAjvlJAWDBzYxuV4fMnU0w2hFXtAwV9JXpJoxPL0EViZl
3fdqpZ+z3USD2sErnenrgf4oU2zPXBvi7tuDWo5hdLQQr05Psxa+RB8/mqT2wMLmdpJbYv7wzeo5
DLkvIDXqTIFvdH4GWmcxXGnJsTq7lHLY/LYR3Dbcwt5wk/G09Ea/+XdDRSeO6D7vdjqgKUTANBfS
XDDGLpg+b15Cz7f36mHpY5FejnOSwzkzarRGI9QNQWr7i2arAdMOu/8BNChAEkRHwMkje9qsPXPL
72La1WzWWUXl6jNnaEfyMINuFsONJuDIhZCmk9mBbKonoP5Il9Ru7WbuhxJX6EzOCbCaS1UDdtb+
j+oyzE+kfuTrVyWURk1QZuMp4XHTUKQiBTQHkMuO4VpbYr8ylCsVJUJf31qmVeQ/VHa7RI8kNQ7T
HzlNC+lNA6jt7dFFlSWRRDfXN5IZhwoSjn51iUM+ieuCTpGfWH1FYpUF5xGU3++us9mK60uH2agc
FVxlRkKIPoHM88m3iBt1rk1Z0IrjxK+AzcYiN7077USvAS8ipJEWLTr+2hWUjvV7dN4lhb+U20Uj
v1oqgIVa0E6NfcYTccTfSAHAZH+iM0fhPvcmiT149/ep2P9UliOnw4b0T4Wpj/6Nab6n3ouyYkPo
TtPfwCaW+wITO0/v6NdatfaNwCtjewncHdfoO8KNxJ7sYbyGeiu8ZR+IMc53aygvgyIfNSxNuzvx
S5OKK3Z9HTMRAJIyWDmV+xYntzZvoBACyK79phloVkMR8u9VhMPhQxAWowHhoWBdbYrs1SqgC7ho
893sM+p0K/+ghvXkr0zZ4pi4MxlWHXG4c2gPzRX3uwxDxZDHBiD7m9awCVU4z0pDpECBgi5FDEzl
HMxtO/dMMphptLhfWiIJAKZ1FpMOx/JzQgP7Kz5cbwI3LDFSoDPt4/k5KJxkQVKmc5zrNWWz1Xeq
hli4+RgKtLNIWfB0gJSa6kUYhcZncipn5xqppUsTTtp7pSbOeMSWmAeirh/TdydyTpguvmRlGVZQ
PfiipCUpy6PKVdFGKpfUcNYe+qsm5ss6Ul1gfETZyATC1dGNn9rKRn3bON5cgRsrZF3RIn64ymjE
Wo4x8k4H7ewr/RWgxHkyUXJR1I02a7oKXtfhWRGoOcuhCBK7b7rzrDa69SiqWOAJncURoVJrzNQS
ZL+zUi998rLG3/HcqYUyq+OQRbRaG49xVzSpWaCvjQx6QZ4iw8WB3anYh0V93hFy0jvbFv5J02re
7inGRY9tmR5eFnpvjd6pV/N9bB+r3sBTYJHXzj+1UtoHdmKFvQif2GRlF9CZcooz/u57PLyy2r2a
kIC7v8yTL/9a7xKa4FVZJHp5UHCmTgjQ9jZtUOzRzjAua5L6yjIhNi7L9peoM0jMRl7HAXg610Yv
uS+WMu4rEwzBeC5VOq335PiVqnPw955Lh1nm/w42vIrpZdmQxhNBjnGff++oQ7/mgmogf65f+aj1
CzKVddYmjnrPPua4vxCo6G3ODUZqmiXchYfRuEnRHBnTg4pn2pT5CJcerMOTQ5kBQ6L9s6NaV1pc
U2xak9CexhX1o2c2UOujEGzU6bBIf7XKv4yjcZMyQf1kqXiPVX27qt0QscjBQQugCjoVMo4KFlTZ
jKeawUcvKlGxBKorByfOynrKjXAz33ZYruB3Wnw5X3q6qqSfExhNIr+BGIx/yhw/mGr9VSqTqmbC
WgRvbIgaPFdhACpNp85JK6Vhtz0zYh3VdiWCFjJo/0IDHiDBOInqwrkZPmrDBovA4Qce3CNYyG0X
ocpAp90yPNOCI07qiw/UOA3XyTTpDnsdVWC9GraRczTG05WA3u7p4MsKcJ919oTmkMblex2dkw4T
QHrGGu0Y+63EEsBAUD5KvSDrwlEPdOU4sopNagtNChJwhLdZnxB1spGWb0QGXfbIOFOJbLrGnVRR
pYVFtu2IxoVUEzFj0mtIVh2Vj+XVtkehRVN5WWeR+k8MmH3w0/XTCOk5kpqpmnX0Sg4b25zmmlNu
EUlHv8bD8aYFDzrD29WfSH3IJ5KMJihspRzWWpCkIq/wDIrVy2Qr4KoGiFHmgtqPlAPNOFLIUrU6
qeKpV+Whzi7SdGOiyF2VzqjoRj08lbVURSb4qiBVIM+gKlsUzj7t3OcUAy66TmQwPEkWeTCj+5xY
GyZ6ZoTSplaNZp1akKs5l4uUWiLCZgcVaT8gWAruw7HumgxbVOy73yr1spsjwWjMadNHa70UYdsH
xzeFX3bmJBnmP/4Pdee1HLeWZdtfOXHecRredPSpByCRjl4UKfOCoEQK3rsNfP0dEFlVzBQvs9UP
HfdGVKhKJYlAIje2WWvOMYNwKIySLILFKpfZ1qJB4giwdLmfZSRS8tOrbDz3QanQ5BnqNQgbKqQ3
nd2099L4nVoDEOw6Dsh9wXP5zAekk75sqpNnpZbC9oLvv24hVJTX8hhrClKnZ7Ke+Uzxen5IL+8Y
Av256Ve2Hc+ZuXspVkjh2KWKF+J8i0y3ToafxWZWyRQj3sBkhA1JpntIa/hZSadlxiJg4zrAG1xr
CjN4fi83/U+fv5CWsaiwJDNyXh7yS/QQK3RZ696icYrEZfusW4FaD/bH5xAiymqlY3Buky/vH++O
axSOrVokMtAfM2wCVo+LdLNhijIOi2yfZxUy8BdA6wuVZnrumb2wZn7rwhqiR8wj9OjocdAmOy7F
ZanW1XY5R/ski2r728RJwcJOUBEJSjRiLYm88AsoC0zz71/4Z9nnVVmG8jgHWlunQ0d/hRCJo6gS
SbK1hp8ebYtxqmx9R1GyM8O9Q+gpYnH66r1lbzAiNwrijbmP2qzw9HjSiFc1WVMb9Tz9Sdvr5NzG
vgi0oB+r6/dv8lgJi/wVIpXC8QH2ifxrBu+ExMKyqkHbvCjUnjVw4iW/vEmWcqlsiyqT1hiqqshK
oNbZln0ruqGqqk2ZCRR0rgryQLptylgqQw+lFqpmN2cYaLmvPwfH11GeZdij4kwq0MMaDVhjN2Kn
qkV+DrCaov3z22L8rKj//Jj/8V38Z/hUXj8/9fYf/8Xvv5cVvJcw6o5++4+PZc5//mv5N//6O4f/
4h8X8fembCGOvvu3Nk/l5UP+1B7/pYOfzNVf7m710D0c/MYvlmD7m/6pmT484cPoft4Fn2P5m//d
P/zj6edP+ThVT3//+Z0s5m75aWFcFn++/NHu8e8/LV7D/3j941/+bLn/v//c9A/TQ/Hwxxr52Pen
lrr78w/95798emi7v/+UDOUvU9EXbqqOnsSiyPrnH8DAf/6R/peJDI3vm7Ir6m6DGlpRNl3095/G
X0tklMY5FSA3ccA6VdO2JI/k7z/VvzBkoCGQeR8pq9Ei/fOf93jwVf77q/2j6PPrMi66ln/9s8D7
6kVbClWKQakKW7RF0/U4D6nuiDSoi9GAuhcM6a4nE77zJh2Mu0fZedAhuDckbqiZITAQx/X4RWsi
vd8w85YrOxhwBJUCY/Kqm+sSo2ApL6R11Kkbw0abhMfSwrabdF3uAzYYtyV6cLTTzWQ7bpya0uhV
fWg+RJMSpS7Y5vCqwfobo/OAmeyGVSf1XqBWkeySbD8rq36apV05Nu0PhwXofqjymJ1AUHXGdrYC
3PxDk5c1ifd9INP4asGGNEk/p14bRIG47YVi7kf6RsLj4TdfGG2oMxXEhzeAE7QbM0RStoXomTym
0lR/SGUn/eIo4cAGc4jqz6FKIrPb0tiULjmsi+0oazWV1KiennK1pBhbwA353pdq9LnrZ/uDoWF/
XeWlNavnOmBdzYtnUlG9sjX0uzpzOMTqKbG+IIak/JGWp5nfy2Fn2vdtNiv1CtGaGfm2MmgficoS
hhdaEDQRKxuQsoN8yBSvMwWS6h4zY+OiMTDjazkPQ+y9TprTPsm1nm8xGoRGDHEv1ReUDPKcZ53O
zaYvmtgh6Cas9zS66kdVNmS2Q5OW/EzHtilYJhlOZaSI6gRDbC4vkYEhw1XQGfZ7EgFFB4Mzm/N9
rACMIn0JnKfb5aZkEERhpFdFNbR8nSpFiVWdU8Xy5qjoHiNH0FQHKCYFOzXXms+Aae2HQh31RxRb
VCfoXGEVhkP0KZPHhE9jYzT2iY01eyKECNtzMdj0FoemsW0rr0LscKFbNUqNoi7yqxRDmrKOYtjT
WKpykdx1LUcRYqALI/OkXJsxEPc8W9D7cXqhwIYEDuRQLFq3WdWbH5jZm8qVERnuKHKHYOUEeh12
40A5aFfXYfSxKRNM4W6sTMjH64r3zBsoFX1uCjnXXXaE4ptaRrBSpkHELbbGqfmc10JZiRrZMjYq
074hvaWU1towZ/mN0iG5dnGdj9JOz/TxR9MB49xnUF6iB+awzuYlwA5zRqxIg6x0UrpgxerUJu6c
FfikC4BqOLcJm0u9fGZhhgCRJT1Y0ahz3AGtc+fV2D8rYIZhmGzmsIw/y4UZPdUFrD+vQCutuAhH
jNJtNAJ7+K60ciuoPt50M0QI2pp1xWhKGe+rmOISJzMAL3iKRWHj6oeNiE1gcPQfmKmqilHSSebK
SSjjnJu4HB4spa0XfJrW3KajpkvQtxu18uDX2rNX9I5eX/RR2QlfzYmZWEmhHOXuUKr9flz2V24O
zn2tIEWNt0Iq8o1IcFSuIoT5RATVweeKPbXkNVlnX+ZyGzQrZr7uY9ag5Fw5qpZ+DEMnTd1BFdYn
eL3Oh6rL1GuZ1JOLBBMiCXxmX664najHsu+U9arJ89H0asKDel7a2vzKDBl/crpWPATGZNs724Gd
ABDGqXNXE3EDzzcNiqvRlobIN0eVd5Oy5ng9ZZUCtV7pkfHD3SNwV0Z1BA9UMpyAITrayspW014A
eC6sbTjjpXCjSWrFHk2dGFZU5gJG/WB3mY9Y1prc31/o/3ur+NXwROmhefrj4qFq/1j3xeNDx+r5
/8GijuTtvVX9mvW3Dx+y16v5z3/yspybf5EEatoszCbtJDQLrNkvy7mm/KXSWyLLm0V0WfH/tZrr
rNlso3kRFRrsdIToBb6s5pr8F+5FTpIAynQC2wkB/43V/KjpZmrKklNKk8uhpYzn+2jTDK8rm3U5
sTyALdYl5d34ZmiDem0PYbzPixj7fqXrAZWlNL6QezO6ffWsXnYXB7uJIzXBoiKwbQ4NJucAbkNZ
dC+v+ug4RjBQ0GX3uFPpTmo7pJS9qnPVQuxYmEnLKwGHuzrn9ksD4iyhVJiEYDiiPHdLSZrPhGFW
91gSvgRx1VZuLbTxoxomsLKlKjOGdVNYHDnMdvP+rR9lIy4CCJudPHsqdkQGYoijRjgJsyUnsHJi
WzCJHOd0rJjrNq50VtBJtT5PlFOytSMkhc8UMAXsSg2c5NkEAyM40Tw9EpjQDV8Mfzj2YTRzDjKP
7kVKnRYlqxCewDKcM3v0irk1y8wEflem5C+lBaU1KrsxZ6E0kqvyxA0ctxOXp6Gie6NTSmqEigbv
8IuswQrmCEFGr6RBPuOyQlvt6lOfymuhRMm3xO6MNbLGxF4FQHfKddEOQ7BtnLyTN4I9WbTHej3A
NpGMAFSohEHJz8awdjZ63MbtGe0CLIMnvsNFGfJ6L4uKgB6+TcuV142ndzT8hjlJTei58BKNKKC/
MdDY9/DViwU3PUiUVEsnQaET6IN0nevYrDN36EtBa6MvzeADIJux9TsdXpKvKXSwXCmp4+7+92+T
B2yiwMRdjSnpSOBiOzHm+mDuMXo5qVgSVPtbiI3puqLGxwlQZVPuNSp7yG0yS2p0Wc2CdD3Bghq4
qjzXAgZXo2grSJ5258atNqpn79/jMcmBIYjZ1bA4e3PG5Vke9e8Z5urUlGrpOWTGN7AGtYqua4Ss
kI3maM4ro5rKdc5KH/sWCJnaM+1sWOsSpQwSLyG2u+GY2PuZjtU3SF/1WoepOp7VRvYtqeEquaZI
mw+lQYEBnQUpFytiFSUdFTd4en9qnFD3ewoLw1WDz4ZWG6394E7Qy76j2p8t0dZW22JrzO3w1Dha
muUH4wgppYW2y6IkiVDwOB7emok+n3or84Yw4RzEuxL2bi7LQeqObK0T2Jqko3vjqCf+OKnyJ2J4
tHNU7WGwGkqzCLxahT9+4rYsbXnrXt+XtQhQNZnBY6Cq4B09eiudbuxtndAmUFOZtVPgte3GbmJX
6oyYzb4lVBLoy0Fq78+ynBTuuC8TPxnBV7B3vHYKAsFcBbPuzqqIdaW0t26Tprnv5X78OGnOZ6cw
tB0d/jF2jbxXIg+8tcVhrRHnTlcAvykEATJqcRUrOjmIsFKKfQMfkoQbwt/s0pY/lkPxWBRB4dFl
uMvYxBBV2cRQA6cp8aUALoohs68M6tGfZIsEep3mlKWN6yabfqCGqjlNFF+FDNV/peZldTZKTRv4
OTXordpE2Uq1GvzrdsOdSLK8LuqOwx3DJXpMG0JgXLSUzTJULRuTkoiAsMe1ceFMWbsG1B96qtX3
+0mIDzN0g00INGU7V4IYKjO8bWe2v1hZ5S2VGbKDBMIwjPRFus7DGv6kMO0HqebIlYRadBFQR1yp
TWB+ZSrdt1qjr5D5OlBe5HBLTbvYi5qEJ7yxHFZEh+6MEKlw4PQQqsan2gxJ1rVI3k5qh+ZKVxAv
S6qNQslqncdWs6onsowsQD4fqlK9c4I6vVLRk7hK3CguFvvJa/JmI0H0msid/dzkQvraUNMHhi4n
8BnkpJvlvTFiR9k7Zto/ib6uH/Mu91CFwkhs002bieyaFr3wazvIMTJ2X2PVEWu5L56AHtat79Qi
JNEwbTGPTbI530hKk3yTG3yaHvSHAWjLGCQ/2q61HmsEZteOjnynEYH9VDVz0XmySUSr2UXSpZ6Y
VOvbC/Ydqp73O9Oaiy2kGDh1cnFGl8zZVQptFM/ie/CXAthqlqmSrAiJoCJGkfxm7LpxRyU42Gll
npebMSmby2Hg+IyUsNFd8NMbcxjLHRpScyVNVbFRBzO616ZgQ4qRdpYAnPNJAtH3YRrBP8Nfrm96
Tia7bgiz7TxB/SbKaSjv6A98H9Kw6fnSiuYBBV/zTR0XN0s/EsRox2pxa3QOqSzURkx3ZGdDsFxZ
Rg8OcrJNH0mEe3fkPdlt1X2S0AsR05rHMjO4wrpjqxI+2cHkYMABQqYGoWg22oes4uib6n3Cm5QW
7ToVBPzsolbEZGnqOuii+HMI7PoW0iWhgsNUf2NiTbejrtZfI5xf1/Uwjp4NGwtgJzBGHjrZU3ls
eikT7Mc6CVWSQC0TqqCtk5o7q0njSmqq3hl4fqkqhszlVBQi10kVEFILFmZK6/kibBSIOoZMemsU
X2SGhIUo0jE2G6Z8hni38GIh65t67L9V8tzfUcuoYSy2qtiPsUlgvA0mOif/m+PMeJ2Pw5eu14e1
kO1m50x2ZBCIaRr+rCrjlxKX2g2O5cBzxlS5sUc9+kCPQsLeNBYg0adi02CA37Zj1HwUtSG3q9xK
9S2bmmt+F99Dakq2qTUY5NYNkkVUkUawqWWJb4NkJp9Jsw0ATLV5QoxYVV5OgzJvFeB3WwyRDfHk
wdQ8KiXGE/rESfGlSwGvTRLJczykaQsmv6FaldFecbWiye7SmW5KluRXSLenb84ccs6eum80/p5w
Bo6pW2lSdKY1cnabN3V62avJ8EPEtczeVyOqES2QswkSKdqS+WFu1Vnj69PS0R5XsI7IXGSdu4Od
8Qh8sv+MCqD8kCsUd+CJ2/tYaoQXzctDEDzH73kyzvDV8mhRXdvOyioUwP3ELXqhQQgrq4cOb1yJ
IJmQIU3bVYqFOw8xCRFt3RX3amprVynRza5h5eJcK1tzq8jYd9WgeqDkMNwUnUj2RluJTUsvYI3u
P71sBK2kCrWKR02pvQ+goZxnY6PuJjuZ7kUwdNc1NN6rtuNqHObN0CfVikbtgEBrEJNv0QLfhPjo
sV9n46c4LbrLtMkHY0NqeWOsg6w15zWIyfrKpvPuxs3YNS4omvAJnjYm1oq2f5Lm8aUJQftsNDvH
l9hD8d/OWswZAWnmcEE7oCAHxWyu+wSJZzTYtteaELrCerrH9Yxkm/A+dJbC/Kxr/EtApKB90jpo
3T4IRrKTgSrBd5oMhYPVAI0JC64xRNEHZVSbXVISZOMqcL5p7jpDvAO7K9/XHMzOg1IyQbCx6kUA
smPscLa6yeK8R/QYWxjihfS9sYan2CnVXRCr9p4d/yRcc+AXK2BGcwPQfyuHFLltO3EOaOqq9NO2
a9aisdWPlVAkMnB7/VFqNefcjvKeiKCuH67iXl1PceUmUtXftXmhbIxBNj+SGUFIt6gwOael+tWC
jtfCJuWx4LF+QsTI8Idgek0GbbNhEyq+iL6aL6nM9JcxTBTysuOWvN6xmql/pTLg+UqcafE8XVGu
qrcD9hhiNxSV0DtTO4vzIbwbRPWJAGxnLxG7WrmjNZXnVaADtgQRbRG0k57F1L4I2I0Fpdux2OuF
NmyJ/5OIEM/Khm2H+lSZ+ngrDWO21pe5xUbW4mEStz8idDZDrxkg7o5CVdYojEoCX7vsbKbo1npN
Qw8em3Ps6oE2ubU0k+VYGtJ9Z0zyJc5n64sA7LcN60CBjhUEDnloQlfcIeUgVCuD/VEGUoYaRdY+
S6NglrfgnTwpHEyvzWJG4NbCz/F10dHN4W1+UAf9NoeR74Hj2Qirc26DVDRf+yELbwfsNj+w/KVP
oYPZI46DdG1SMtvaCEKgc7aodFMstsh4sALsTLOr4NRGj505RztCPsBvBjLo2pio5LKJ0otu+c5U
PZQmdyhYq1KSMLcJrQl3iR11tUmub0nzbTlZ6OwuBAiTTSJmxdMIDKsoLsXhjao2JTFnZJA/YolS
z1QV7JFbFZLxnbobgANt6HSf6Ojpfhwq6Saq2OCvpDkfFRfsMRK4BU+WQ564HTSj/kQreiJLK7cf
I9WQ7RXkO2YAPWop5BbydG2UVctRO6+0PUwN+0qKUz57V0Qi9HixsiWDCTIjQOPoHAB6+aGXUllZ
OfL02MPcjeGHEoi3NuLa+oK3JQbDp5T8yvbPvtNBDMhujL05WDFYexfTUtKtHQkf757g3sS+N8qi
WCtZD6yP2oDB2z7qWMKYtJtcH9ccx52aDeu0EL6ASjg3Q1xNoIZm5KHRFs89y3lQq5W5DXC0XDM6
0vCc/LRwXCc1XYbVKE+DAW3DZMIJIeRt+7Zz7hSQN4+q1lVb2pX9jxAtCusrUTEXop/DazJQUtce
+p6CbjIv6BTZ6QMvsswycfuiuIggDBdeBN6zAJyG8V8b2PLAqfrCyhudV7jFtjIswtBLiPodNr1M
FthKbjvWDRULxgaqTsUqplXReYJbjLJp0ute2rG/WbHylF/yOoRPo1A2vjMbu+3Xsj2Dhy3UrBwX
8jEJRxYiXnUdOkP22I2afQfrRboUY8MPhnlnDvzMUnoIWLYyjy1mmZJ+bIUfcbYGD/IMcsadNCnf
IJMllR6KnH03xulIHHCbWV8KTMetJySt6zawU5xmFbMtxzGDkPjBSbpmlWcf2RGaX81YgrSZWx3x
eHLZppcgJAEvTJJRGISgqZG9NulafBBsttmTYE3OKe1HcrFCksr4qGI1Os/KQboc0J9lmJEkfqWt
NY57irn2HTlSwtjMqWMoZxJJGpKH4M5JvhZaH53zKhfSXpalvtuwPejnTTIZpepzys57r4uaJjvD
k94lgHRGG0VEE8j3NiBTxcUPbqtMoxLjVS1oFbJ3r1FhKLIhNa5eVDQoNPYt8RkOfuseyEWXYIXh
G/XtqjfGtVXbbI4LtLMLcbtz2JXLmXWjV0p8OY1jBikIteYqy2SypQkBnlyc2MWF1Av7SwTQSKyQ
lGp+QRTOh3IW+5AGx3UtB+q+UhPpQUWV0iJan3lgSZa0kjdWpuSW0RhtBvLjbo2gYWnITSV0FXDR
nxZykWuXZo07H+PoGXgL7UEweV+WWTXQtBtCnddIKrdqpHdMeVGjt25CkZ2A1EYdq01qdj0tSORs
kjvbAGfW3LpmroWOVI7MIamQVlVk5KcsGUsZ9vB4jY2SQwWtV7pkVHKX8uqr6mWdQocbAqVF71w5
xDdFnH4WLDxTp1NtsOjSdM9mydFYYhPzAT6kJnvdCCGUJZqkS7J+u7C7KgMkwD46/ZB+gDIbnT/C
U2ZBi7v+S6/irQc6MuZn8hRWiJCjYSQOmeGvu6YEEdIb5Drbj1mmSxumFmfipNZnoStHs9O5dYf+
dNkvpIYX53SGnnsAB73+1yVc5biGZiH3WFjEJuPOwIa1PKTXD6Eg0Rm3HaKKMgm/4xbJC1S2bfk0
jVZ4w62MnqxVyg1OPDb8LOh05sxZ6bzOSBUSJafkSskW0pQW6+Ly/arUL0Vabg7drEI1HRO7oR/f
nFzbY1fV7PpamMN3YUDf1m0AytLJyut8OB9DOwEmK+TY7+bEKDdWVg+tB3SGs9n797LUYA9qMTZ+
dax+8OAUqt5LW+H1cworVSVYY8g5ZE00NofmjG6k8ENT69YI3I0TfqEjSwkVOKgBOFZxjtI/wM1y
eDm9cNoxBqLjBpP+AEawuu/wSXtlZzoP73+wN6/kIGjB5Gv/CozNw1LCCjXl1E0Qb5ECCiQox8GJ
kUff/bzU/5qy5P9F0Qg1u/+7aGQdF9lD8RjzlbxSi/BPnttLtJDAVlDlwzgEM1K1/9VdUuW/KPlR
+8PGJPMKLDKSF62IRQuJb8uhHkKFYHFz/qu7ZDh/4blGQEIVF4Dh0nj6je7S4cCAEEBHYqlWL+ZX
Tj76UVdC05I4okBITxO5QQPyxx73aLKiO6fUTrH3Djsgy7V41alx8qYz5H+p5CfYQtKui2OfPpP+
Dc9va7oZyTirMVcsUDhSUXrzbJFqYBRZekJ89ubF6fBR/NYVCq7LFPlqCiSsu0sKzsc+2V3xGXJI
JCROra30IQC2knPpjmLZ3hwJSX41Gq6fp4+D2few8vzyuamgsg7ZOndw1HfRKHHUUomqq9LiyUsk
jiBTM0mbpKxGtlX4HKib68VZG9YR4bEc78LUUndEE5mAF8epPnVDy7zy72nu5YYcmb0izQqdOzt8
FhT75FQhUt5PimA4z/Qy2jOxdluG5LwOkPz8yB21sV0bONuqjNMUmn3q3OBVU85PPJvDlennrSBV
MlRmQoafetyhmwOlodNUMrVPUnKRkKnjgIGsnZ1JbN5CiYyQQQUdEhmn46fA4JJUaOhhStEM4DJ7
VXlqzs2IM80qcZCTnHpWh93P5xtkQaB8Z9IG1Y/br8LRlJbSVEItdYw/EIMh/Dmf6Sg2tkEKZNRu
iB5tzrQMJ1NbS/GqJpzw1BL5xheGnRRaBaoLe5ktDr8wlLD0vgI7WeC24qqmgbnSyI+7jPtW2rEc
WqvJCB1y+8ImPU+hCXJ8MovhAYKRvXr/G/t1wqCLohmqDvqfoXO8n3IcuXeKNkz9ok3UxwZB/lok
VrfpwibYvH+pw9X4+dG/upRx9KkrtF1hzabIV+W6HdzJkvp9LQXBV/J3p+uerKf1+xd847MtT3fp
yFiI9H4yAl7NEV3jaJ2adomvdux97DLrN6HZltj6MP2/f6nlnT96BXldln0p6lU+5FHXpzBySsWd
zLAaq2DVLREwJJJM1P6gQzq28UDh81SvSXnz8wF8pv/LRMSG43AYJdJEURBCjE/OEWnf0Bavk5Yp
Mc+k7qte99HaQPKz5i1wvKbuNJUya6C5I0je6xTcM22MxAxRWDnG3TyItjzxsv16f0wDtOkAxQDF
lY9J88xWWU13K/NbBIWbAgwZYVXxuNFq9A3vP/9fxxZCj6VXS1sZ7eVxN75kuuPoSKtPi4yBHIk4
pgxnyR/DOhtWIA/Dq/ev99ZHw5CuowsBnkfB4fDR44CaWwSjiZ9yPqK/ZSKk62WKPxXV4t+/FJpP
ttMayy3bh8NL9WnDXFqGmW8PjuXrTZWttCTK1mIU1on98s/p+XAYQ8xA0U0ywAJasI+WtlRvLWJa
al7RFJq9R0TftId1J8iIzQLbS8Zq6uGGh9qlUjbTOeHLyrpsHNIY8nKCQkj4L4jJafyctWrll8RI
mz5dJO23UM/LTMLLJiscffifKB+OFjxCPxAMktwIClIp1yP0UHfJxlkzv2kr2ezkdYdI8cTDeesr
N1GQEzFj0PS3jk6ec0oqWFlMqR+3ZRvSDFQHytmTFV2mmiZ9+/0v/dXF7KNXu7bVGelQT//H6fSz
2B5usigzt9LM8fZ/cCVOkQwsRFRQLg6Hlw10Twn4xQ8FYuFMD0MaVohCCC6oTlzqjQlrmST/fa2j
RzgaFV1R4AJ+Sm9+H9XoIFEhx1sllBVO0AklhdpCwjdhJP9UoSiY3ViInJwQPUUSEqX1DWGTwaqE
nHdujJN1/f6zeGsWMXWVBZEzrPHLAW6wYnsa4MT6tBnTrdaD8K9Iy7sFQ1Z+GjE1bt+/3tFB/mUg
0zBDdgaEFsze4cMv5YoicaGk/mzU1rcOvPXTNFgV9QXREXYzts74uaPxeY34277Bpd2LXaTEOkV9
J50rN4J68TAOoEpdM9aN9sSq9tbzAK+tLu+NTbnxaGyM0NSFHQ0QHftuvJ3mUSKyrayleyZZrGDI
sXbvP5Bfl1FU8xwrOLUTWoBG6PB5wNfTrBEfrZ+EeIq8XGHdiFUr/dRZ/K+OUAW6R0Ph3Lx/2WXc
HU17Cvh4UHcKH5NCweFl00hRxomeu58y6JAsTIFfC7Vcy41dXhlKbLs0PDNP0ULhgglTTgyDN2YW
Ls9J4ueUhsT/8PKg+Ou8XUDZqk14Gw5HaqYV6uBMm8TvT2LAtWRGnMImhRXl8FJGyaY4oxzmt1Yp
rVqyk88SVAFuXpFveuJ1f+vL1Ci9gM1TdRvQyOG1rD4wy95MM9+hFeuSzGiv00w3VjPnhhUeO7Hp
+/EU0+SNZ2lw7rVQ38gIzI4vOmjtHAxVTEhm00cfgHMHq3icpzNUcc36/VGzfC1HowaqAM8Swbm9
4PYPP19K8ZBuIvNlQHDNjvREmFmZ2hOhs8T5tTY5fKLLd3OU/vj9CxvLBdnvwINaPCmvz74M1zFg
PpdWKvKUz5kStZ9JTo42Gpsf8gd7FU6znd5lVYtc/v1LvzEjsEMgcoSoBVnXj1VXmU5fuoyhfEm6
E6E4C3/MbWyuya0q3KTUxhN7n7cux9UoaTAbsI8/esQcsjmgBIq0CjMnuggBinxK6W7c11GRfVCC
QD3xZN+8ngNgCOAQy8DxEaU2pVqDck7tWnTtOfnHttvq7CrDYY58Oe9OHAR/HUFoink9IAIuEK3j
03KCZWGIELb4M5qr5ejb7bu0zfw5k/uNFDXX6EZvYXrWJx6r+uuEx4WROlsLKhC9xVFhNM7TQvQ4
qX3COtRhZWY5SApRmaDAE+HcoJqlAS9C3mrXtqW49Mi7ntIzoLdiZyHnmbzWkCMEooDqCWmXm8es
DJpyNWqJc28lmnMVlTnqJjMAo+KWpTKjkq8LGec/kVLX0+jg7dEVOjKrGHXXVxw1tJkDqW/WFS5S
2VUqtIUnxu4b2w/0gqasMdFCYkJ9ffjeNHpvqNBqYr8mc5hAPlHRN9NBnQvUeTR6Am9ALOUXZC6t
hinR+P9Q9kokA6yhjyl0BPLpLJIgcAK2aE7MzEewz2UvwL0x0mlrUKnWF2fb67dajcckHp0o9qs5
UqnUz+qHUiHYNYV7sJXxvrjQQhMELQQPqePYb6ZeSB5ELudEae3XKRR9NVQoIHhoJ6hlH95IrikT
KT5G6JvKiEwdh6fXlXO4g4Kgn1j53vpKODVTEeUjw/I/Lpm3DqGayqCEPiG+UkudXmv2g1ZZqzgF
gES2bJfcGS04cremh/ud+FINHo8Y7ZVpzvYeOFHt4WuS1wNevXVC3ER8YtT8uopR5KWiSraSTufO
OnpVBshL0ZLA52cJX0tZE5A4RHFzXhmV7asSQr40b07tCN686PJU2CxDC9WOLhq29iDrYxD6veAN
pWxGDxuXG6GOyPXSzxBfKK2irTrxzS8r8uGKthS0/33ZoxUbvPqilUiZ6pIx2WXYe6nKFdP6/TXk
rQ+nEVZFf4h1k6Pa4fgKdfxWVcvkE5caWZVzCtIZDpFPwKFBK7owfCHkk2ePZdQefzbNQXtO65DS
3/HLr87RnCkl0WpD7pQ3Kn29bZBo6PgMaSYPOOb0uGzw00JnLoDh51LPsE4N9+V7+/UmKNHDgmV7
Kx+941lclY3aUTqGblF/1XURbsu8aHZdviTfzsXwyWrAUyLVynddHOa7MjPK8zGlc42sXr2wsjz+
8f638cZSwMqDsZRdt4G/9WiJVUzOmo1F1YjdeOW3oinOJMca1yQKEH6RVN05OIJ808WjjdY7Ulbv
X/7IRP487eHpWBDprISUrw9HQ6+IcJACrt+adbseOGGvc8cxzp2GfhbKenFW4tyTvVDJkm/Iq7SL
Ym4R3s5BpFNhqLQTa/Jbs5/OysgN0TSkqH54P4rT1UPdEDfXhfG0VYZ+XCOuvYd7c2pmefPJIxb/
WZukY3g0GDjm5Uh9BO8BIqHt1Oj6FyCP1Zo1rKWdL6WBh+Yb7V+hRJfBINQv7z/6N3YfNIpo1eLH
WFxPx59UixEuZOw+Mp3S31QHT1pR9B9FM/Zbq4qSHS7VxBubJnx4/8JvTTPYmWmf4FlQOPccPuJ8
joQ1zjziTK7GTVE42RnRufqJkbU8vuN3jXYcYISlUYfT6fAqZknHylbayEerLvuxXIxe1Boo80q0
LfCf8xN2jLemNUxJ7IoXjxdL+eH1pLlV4iHnenOsTntjbmQ0CEGN8quqHekuSOxsLecJyb/vP823
BqzJUwQEAo/bPn6aTk+wOQcepP1WZ6wiaZKvzDH+oZMdfeLVeGvAsDggN6NGyPWOJu5IssA/sd/3
9XkeV+B9TDaok9WvBhpBn5zItDxVUuybliSBUy/Lm59y2S1TCKXHfrwME7VZpBbZv8DPi3zV5ySe
l4jptuSC6Sc+5lsDx3x1qaNVsCgykQ9IuH3JzkmKNhvDG2BheB10lHWLhv3EQH1r4JicY8hdZqMB
5vZw4FBhoYuv1LEfZIntNbNtX1SBqnm9qDsvTuUAE3E2bn5/1HApuiLsOBk6R9NujbWV3lMR+9hl
p1VIBMS6LS3ks8OQ+e9f6q3XnemUuRS5DpKao+eZ9knqsFuiJ0h9ba2GNCWnivH6/lWOiM/PCwl+
MorCC46BIsDhY0y7tCYSIkt8UqubPUSEYE3TmtYZ3pJqm9nh+SAnzRfFsqsPBIspa6euuh8dAL8N
iRr1lr3fuNIGIIKppNCZUoN4pWv56FuAj05MvW995XQAadJbOMxAmR3eqzXn5LJndYKpEie/VBfG
qmoMzW/kGKRUVc4bPTe12xNP6I0tEKoACPEm8hzeo6ONPZnX8O4x+vi56hTnqtp/0jpQZlMgzR5Y
ScdT+jrb4iAADD53u8FUxxP94Tc+N11q9AK6htqBFujh58ZsmoVd8X84O88du42mW18RAebwl5s7
zGgUbEu2pT+EpFdmzmymqz9PzwccDDnEJkYGbBgQoNodWF1h1VrEPzrjT2dTnZbAhA/35hlMlUHR
kVzVpZoONnsvs6JCA2yVpi9gKV3+qhd9wA4m8ihuSTKExZSHGkbkUoMTOydqr6hO50N2WTSzeK/1
/fBB0WCz8ZcmgRuJJq3xdm/Nb4GhipIqvmyb8AhTL6YiMiPAfJF6MbVq/ugMkREYxjwc9Kjkhd88
gDSmTJsqGL1BfVvZF3nhdYpRAeGnqQPbRtjHX+G8K7RzQ3PlWkZx9gsEZfpYx2WiEAjrAFjvX7m9
86YAyMkR28FdvXVtZh31k6jgxqD2+q4UlfEw2iJ5yCPtP7SYDH+IB3G5b3PHfVMTY90k+JLgeHPa
GopoShpn9Gm0JLsaiFE/KIlwH2D5zm+izuK/79vbeRU9nn1GuuXTyGDr+nY5oGTr0iqxB3ThDFlD
CTpcU05x0P0UtTk9ZQsQ1vs25b5tjpbHgi+IopgN0GKzRs+S6FKo3s68xvOpMUfriiQPDB6Tlf1x
39Sr7SRRUXnx6WtbDlPrG1MwZlQL2Xt2ThVTyMysu6oV7rI0FSVQQvVwQFj6gNXauKu8TAi+UL01
MLneT03N9aKBxjWAwYa5BW20zhEk/oCS4Q5D/12bH3qofBgcLMtbVbfxP3HqFeemKPKDD2hn6bSv
ddQIaArRatx4q260mkHtqVFVKohqU+3Kc5NfRlpVVVtc7m/zq0dSrlpHxovXmBKQu/lS0ga3FanY
KtRwoP5lM15/musaprvfMQTQQxoy3G2ZqeiJZ/JRKIGL33kItcHzpVjdwYe/GU7nNSah4YJyNaFP
dygxrk+xUrVezPRoA1O0NaTwbh1Ys6k/xUMUfms6OrZKZosHr5yjv0GK9R/NeDK/FmptXZgh0y9O
6U1Mf8TV2fCKzoVsVKl+DUMrDq73q69X/k5iINredH7QHVn/Ti+aci+sEwXil6l81GEJ/dFlUfiP
G6peeqqttv1azWV9dttCOdijVx+xNI2ikCsdNPnQ5qJbBUOA8C7SzoRZ+9ZOnv2FAVQTeqes+/zm
QwdbSBAGiQUDS6686S9ewGnx4Dg2Fdk5naNHkafTiap68vfbrdC9eu7dScKsTUy5MHjFGFDK1Qr1
6sFbGvFO1PVRH37nS6GpRMNFlxQM0Gis17IAXl8UZw4DRTT2bSb/8QVIk4c3r0WSTcAIAzCKx3qz
lsSLXM5mDAMI290bY+/o0g5le5Bq7FwBsilSYUZVaDpvVUoUoQiqVRAEMc1dPMD5ZlwGy0UmrRba
wXf/yhSFb9CKsqthgV7YkgXYteMWlH+sIEKB4DyZRvJPFi8lBbci+nl/7159UzblJL4nBDsY5NK2
92A0a7XLoxFTbao9tpoJGJ5RRWJwWEe6uIs/zqH1uRh7/a3PokyBXXIaMns5HLB5q6CNAe0FCDIY
Mzf5mJdhFJi1cFFv1t2D+7GznRDDMUnCtlJU3GLL6kiNXOYgvcBigOmU9gO8khbJ8DuBFux8fvOG
0s+j0QdOz7XwGusrP9h2E1nx6AXuBE3eqUnd6V0bgtXxla5zvouyq/+xIriYhZlDc3Tf+N5KpeqG
S1BIp2gbRmahUdaFloVB27vfEviuH4sItjQ3BJRy39LOvaEYxDeHq9LsV9EiQ7bmiIOSs+Q6BGJd
P80B9bj4T5NZKxeSkNh8NAuv/CcK6yP6zr1VkoQD+qDuR34i//yFh0wgt0i9gTmwvCDmL1rHOTNB
ZwUIfxzh9l45MFsly6fbQyefPvx2KgEqUogy89ALutHTHiZ1GR6FYndf72/mq+BFNpPAmBoUFaRm
jLFekAs5+FgA7mAwrygfmXmLTtNslB9AZum3aOrst18TRlJYmoa0BQR2myfGAkHQUtx2g4LZR9+J
u/RMd1y5eVVtHbwze0sDXw8ajq7wa0RcNjIIxhyXGyiUlR/7Ki1uKc3Z3K8k8VJgjv2Q3O7v5jMt
zSoqZTs94gOOjSeU/19vpyiph0kwYODAEUH6OFfF4udzrp2rORoY9IbAgeGreQnmxoCRLywU91Hx
GNqE1to8e3ZlnO1OTb7c/10715af5QFVIg2grbl5pgalNTrW7/Kwx+U3NEDCIYiiYb7O7rR8erMt
ev5y3ykbQ22yCemsitHEqYw8enNQuMPQ7gRFWYSwwxX65b6pHU/wjPBjMgL0KEJs691uYyeMij50
A2jyikucImiAD9cqKBPK7BQb7fC3K5Y/Oq+oft23vLOhWObVgoH42deuLcPnk9buzCIXSJN9dFWb
Ww2417dQgTq6U3LDNnfKRWCOzj/2iAM2q8xSSVcb2XyiBWDKxuy0h9YsxmuG3NGD7TbFZTaG8NrA
6eTrTjozwmmWb3/HXBJliXnAK0Euul4v6hIx7U3NDeYZmNOwQLqRl5qGauxg/nt/a/cOFbgMpTky
OwRFN8tF0G7s56RxA5jZlI9DMrsnQZ/5EpppFKgp41hLp5e+mWYM5983vXeqFsiyZyZggEEb50TP
DWCZ10KEVdS/isUZ4ZTBMj2V5aDCtWuJyAdYMDADqp7r/WxMr5kj0bsEHqiNLMhS3ZiG/mGPo3dw
cq+9IP1+KJiJdWhz2O4mKBgB4k30xNwgRUnkxCw1rAgj9Cou/YCnfh6OIuLXK8OeCa8OroaAZ4tS
E3aVzXWrOEE/dr/a0M1vg0g+To05Xd96WOS6NBhMdpEizjN45cVTDEmSY/W1ZQcoUDQ3NcKnlmAy
gsY5ekj2loT7pPnFx67SXFgfVjl7xjTmmg0ARtN97qIFpUAxnRAMV35jUbxZJPmwxiHMubn8KSKs
s5a3dhAP+fxAeyEDzsioedJ7R0W3vVURkMoHgfeYss16VYxgyVJobQdGmCJO0pkx49lKB2xBt89v
PiqGB8jGoBsli9lmSbXSUGmG7D1AmLhVfCFC7VbrZfWRieDxx31bO/ddltno3ctlAUFbL0uoocU0
dmkH9eD8C1R2+jhEmggWZSjpXRvWgXd+HaWBBgXbx7pkl/KZk/nFLcydMmpKbYQY1YHaKlUH75w6
efLWEhOOn6P6PyQWX9ZmUahOGDNVZ5vyA/3JogsluqTtHkIEFW7A/2hf3N9FmQKt35y1wc2VN82y
4xy5h8hGxL4GF9yZIkfjK/1ifkhGIzl3Xlkf7KUMjrZGATvArc358UVvIodlCsOp9dhLURb2ew+C
Rgj85vzmTnFyySmfIqM0wf/ThuZDUc7j3/fXvHdzGMuk7kEowYjuxieTBoomTUyIFyZInUcty0+V
2UPgxanewPhqBzAaeWivlou8Gy0OqiEg3tc3dawGvjxj5gNUW+trGsIV4isNBF9u4VZH9bxdY7Di
ANaSPfVt4bAhQc0M9NyCCWLRkzJG00PuVPMN2GT61g43l5VvwqFtBr0q46zrdZUIChTx0tjBqCY9
U0YMFBEwdIGau+2fPODppxzyxrc/c3LMRj48vDsUSNdG+whJOQic7aCZu+xGewh5kinq+E+rnYY+
Vd+cx7BIzFj0ECnLbKNcEzaPQk9YZA2v3mWwnQaso6k8eJD+/3H/Xr5uTMkNlQNSlHypzmx9TGk0
kC8lXBTU3j24/jSRm9DiLOGjSUf/g+M0ypepJTBSQWjcJq3t4RS2zetMhnGw7D13x+Xh50ghCYKK
9TaTr2bhMBgsu55TmrTWSFkyNg6ioz3vY/FNSIQjactWAVFpuhhgxGDBzQ1hHRkVxASxAddsOQ8X
O7SGoEtK5+DpfR13SjQjDWGaMwSfW9iC2bgtsH5k+ox6Kq5mqoNIHyf7sqR0afq5HgP45IcHL0Y4
7v4B7zkemUk4YOrAH27bvHPB29g2hhVY0Dx9zNKyMckcE+o2NJaH3keSEP7S+zb3DpIUlT4vuZrN
BVsfZIWOdNEZsxUALoous14pkvJCPZjA2vM6L61s3q0QJHbSJgslvlIVZ/ivB78f4DVJYMMI7i9o
zxTlebADBBo6Hb31gkajgdEm0axA7Q1gX5CynuIIgH9ZW8n5vqkNd4V8nWhV8tZzYsxUotS+trVM
CHy5vWoFrR0LNZimTHd9CNncfzMjKdOHOTXz//TeKv+c6YDADpY541dXjjje/yF7h0jni+F6yQpA
hLD+HQmMNZWmUUG1DCYkhr533seFu/xz38resywjRLql4KGJTNdWYl5qyOciOxhGxgp9fLv1nom6
Ee535OHikwmh+o+pbJBtSZewexwUMzvCFEkb27eSsEBO8DNP/1pDphnzOlsyO8g9pQzgrFsutjNA
oAbEqr52upb8ZyEUWRx8JXtfppT7eOYvAHi82WAD3pE+giWcI0ZttKWvdNJiD9Z7ZzCmS42o/RFt
wJ5FQGgAiFEGwSlsHGxZ6ROEZsIOykq1P3WqovojQrunCOXqcy9lZQ6WuHeHJH6YoTFUqMh+16er
KEMo2qTndCd4qGczqj6M3hR+u3+H9r5OtH9sEEQAlTnDtZUmj0xnNngugS/CzG9G7nnIi4Jp68z7
fN/U3g5SsPRApzMhRBi7NmXoVWEMUm7VjkMGby2YA+xagbuzBqqPENFhD1PfuZsvDco/f5ECIA+i
zQybWSiWZsM7zW28AJkOJKeFC1FW03iQB47ZRdU69z3Met/csbXPthdGJ7sXyfX+6l8DZemkAKGQ
E6gmxUh787XaiNCWnk2utTRl8y0BD9uelLZGnCVRrOJXNRpLjp5klDFhlWmFwi1Oiic4KhTqEKVS
T7d5QV7j4JbtnL8FngdXIUNQzdzuUWcIzUVaNZiZZDyjmfRn0bf20zxVztt94srS5gNqUpMpkRZL
yKj+U7dZeZ0WSPju7/L+cohQZDeYBW0eG20OF9XIJ/IxuuQ3EzmPgMlnxKyi5Cji2jUFzFBnnpgk
Wt98OYtVVhDHqZxnmUJfRZPlsc6azwuy3wdR186Hg4Ons+LITJ0sYX2Px9SrGJCnIOC0Zn/JR925
qADdbq5bmmfDStMDezs+HfwNHQ78HJ11c3NSAtnG2gBoEIwO0zXIwRunWSvVW5y6TXzKqyz74qgx
EPv7Z7e7TAbFXCoszBZsgTja6PXOVBJNW9XiPoFnmT9RnSC3zJbwg9lay8EXufN80m2kcy8LOgzi
bQ4wbea2NCHPDiYNOnvY0paz1QpYd/giypOL4hPaw7P7fkzM7hR7sE/cX+/uNr+wLy/YC/eUDqKv
FxxiMJrmctMRPj53OYSkfQt83wA1frLmtDvY5J1gmq4u4xNEJ3QdtjGDq0ZTCeW2E6RVV99iyZic
VSpwgsaDFzfs8gdDy+oTel76wfe/t1xiIsJ4XA0PgPzzF8ud0xpNR9xKwCx4fOUlCn0D+TjYr6CX
XjLR3AQjZ8H9Pd77SAlPqJfR/uSwN+4N/EbGI81HmrrUBckViqDPy/QJR/pmthL8OxUSCcqhVEE2
v14f9Ji5McyUPRc7YuB4sODXg6znMqiuerCVe1/KS1MbLzcPtjZYuWMHyAbGV7dJtVuuhfCV16bh
WwRCl/u7+HrMS6IA2Cyoip+LoBsP5ESx0lG6I7sMQ+VXM9rmo5ehKeI0IcWYcImL+qS2nSNO6TwM
7ypDYcArm5MoGNKxPSPJ3v6TRZZ1MgB//GWMMKnf/4XyW92EoVwrFdVgWa9BXGS9+a4xIxYAWWYQ
FaF4aovwJzoYzUEpY+cy8azwhD8XoSjZr42YaiNqZxROEI4M8oXozV6nrIZEAiL5ox3fXdALW5uy
STL3E0ykMAnZc+ugENEuDkpNdjn/1GOv+5U0QI0gcdWc4gyqPvtqj52JTFfUZLBmxjas6w7dBedc
TAKa1xrZsje/tJJziF4QZWoewK0jcVCNFiGgmMBOlf4RAYHplLeJdkaGwj1IVl/vBdkFLxLDTRR1
iPnX+66gLKe6aW4Fg2LpH8bUXh4QSevf7BkpMhM1yGRfBiqb8FSxmetalJQ8lSDtgqJk9UA0Rlkn
yyHO7qC5/9yNoxHoNBzeCiMifSKDI/yiM0sncfN5tT0TKTTyrCCEBPTWaXoNBVEzXeY+z4L7H8rr
O4wpemW4f7I2kov1XoZNmBtp3liB45X5+yxO1dsSiuJEBvP3b1gio5DDSa40urYkEdgIslWcmqf0
wKWF5FXqCGsnzTjdN/X6aeHvJz4iZiBieTU6oFYVwPE8RBoihJEebeiv+LP+gpRcSsSfIYHcZEfz
CtLHrj3Oyqa5ObNmVqDw6LA5WsoQqK5UF7b1Bn7+Or5Ar1scrHHvI3ixxu31XCaESWjlYA/yuvPi
6M0F8SDv4KveXRWvtCy0k3duqeiW1lmMMrQA8w9jdho9hGNglLX9CvL9m2K70fX+ye3ao1TDFBtx
LbN060sCd649wL5kBjHiRX9qc+deXB26oqaggBlZ3VHdQLroV6dGV5KaDDEm8Ou1PdEXiBQPBjcl
c4uLaqE9EMbz9JFhcoS7deGeFMXOr3prpAePx95K5aAmMRcNsFeZid126dilnhlYWR/d2nQiD1X6
Etyo2j5os/L1/sbulMIYUqVjzpONRyEZWq+0aQe9AVNuBXqM+iNom+oxtPoFFPYIAZWVi3MIwaHP
2638cI3yX41S0oGv2VsymFU5ImNLkrON3+Z1m1sNav6gR1H53FipE/mJq1gPHXwTD7OSHaF89pwb
pW/iMBrqJAibNYvaG2Ma2lYgOr78xWW4u7fr+dyG1ff727u7NDaYapBkG9qmSE2e2KKpqWXAH1af
1SEpmUiBz0vYU/6u0vTo4PbstBqwRp4ONy+uG3qL9XEaejuNFawp+G2JzIoG9YJMY0opVei+7iX1
Q65E9gmVTPMjvGbdtfBi9WTYmXdwqNLQ9gvipaJhzPQT+Czpp16E8ahCdj3NRouI2glJQSP+08MU
PzQS39Mwvn1jXkfpD8zu32dZ23Vlxx908tpunok8i3TB2bY9JOVL2+l/jgi/PvSUSX4aQlH+Z80Q
KuROYn7SnVBcp1EZjopyuzcMcIMchoNaYTtza6MDNi1RTd3Ry8StqLL4a5iLvyJkZC/3b9iuJVle
gCnNZXxhc+DMolINCAlHit41/gxn4T0JU+keFgocB3u7Zwpkg/xCKTfSLF9vbaPa0Yx4HK5iNudb
Am/AyRFpi5hFfvRS75qS3heMKIH6doA+qhUTjmW8UkoWBs9+rf+7ZFkahPaQ/Ly/gfIibi+qxJ8Q
e4B7gdd3vSpU5912sTQziDyv/a6LhPfFjI+GP3ccASw6gF1Bg8LutwVFtbBya4KWfJCiknO2Ret8
dad2eFJs/U9UMOeDRe3sH+xPEsjLCBoV281RoZ03DZpimkE+14yAZbbDHEiIYFYl4Ha/v4G7tpj/
AM+LyVf8T2bXjSaCllwLRkDOWqU7j71l/jC8Jfty39LOq8x7TPpGgi6BiZuj6kvahw7C0kEuasO8
CMuI/oDsPgOhKZbWgJDYTUAtesoj07zjwe3f8ywm6GxZleUY6eWuL0pnZXrdzcQEo+qklzE12/dd
0puB4iqo2mY55AlOCgl8hF96LNOhPjOCnv1zfwv2Nlt+FNwiaJJor65/xFSFs4vwBW+lYvYq2nZJ
/Zi6zJgAQkC5476xvUsreVX/r7pHnXRtjL60PqphQaqTIW4ZpfQW/NEa+0vL+HAWWEuDtMl9k7vr
e2FSXoEXz8YUz0jqzp0VeObQP3RaMZ17LXY/IgBzxIK5e5sY6YPG1SE33cIyjalS47whXZyqsk5Q
FlSbKzrG/dnKXEdBpc/OvoST0/6t2KN2EHbt2YazwJUNIvlgb5ZJhwORQBxGUKFb94QG2nCOdK04
eXaL/sNsj2cRFd+TqM4PjnRvf7k8PE20WamueZv9XfploD6LElDrqFcniVHdzA3zij7Ecn77UTJP
zlTY8xDyViCgNKE3WWzK0XbV/690MutTYefdlbkX62BRe/fU1CiuE6p78MNuciyF2jaEd5UdFDjX
YOgG89MwtYwtzqqk1nF+3F/YXpAFQIY+P5PdtG63BZ4J5HCaS4CM24Tx9xy39xA3qfVuCvXyh0ex
9vPMWF6gVMybJcpo/VHM0QTbTNIdwMpeE0syW0ywRzebkIfFb9xB4g26sFviS5dswVdaZX6qK9Dr
S6t9reulpjRvJ+8as40eyhBMp6cWKpfMrqlxZhCCRegOaZZxBE2UjmHzpuIiGUZgBgls3XYOLaws
S4Qjz3emwKsCRsQJUFM1/C4iZkBfLHqEcfKIbnvnIV8Z3XirGskYeAAxyqjOcKocvbuGAM8PnoG9
uyZBPIYGugX4kPwVLxxUEXpIcqKgFSS1/rdwEoRoek8KaaZPWqiWf9y/avJz3G4k9QpZCccg5Z21
NVTuRibkNDtA50rz1QS9QJTqxw+JNhS3SK0RuUhH1Tdian8jGpif7pvf8xaWxQUAMsSoxxYLbHnp
4ACfAZSFlnQQIhbsi1ZHCSqJy+vvmAIGAWKcuGWbLyxQenWmxOjWVTzdIE4vz2T8zcdUM4+C890j
ZKiEipP3PJa53lQrzOoCilF62WgKnRh10D82YtQCePnywEbV+TfeNGRs/r+9zcWErbHuRtjoA69W
8ssideZJ4VByVhByvr+Lu0ujcy4Jlug4brMf152TqaOgF0TdGL6jTpFPftrUSNbkZTO8t8zkzUyj
eCCKaQzi4YaYmJFX6MX3YBcU7OKekj/D3M6pEInuN6G9+Gh8vXl2emNKLv6FqabzkM4TLkiHZbT9
RBMi6JpyOKgi731yFJjovkvNFeiq1la6bkBUlQ8qMBSvg2fcc4WfhZr3mOuRerViAsC89sJ3VbLU
39Fn7ZaDM9z9ARILKeu8EI9uXrMuDOcuhmY9gDrEHf00A3BhDIP3q6hMBe0HvnfbQC5YUaI80NDo
O/A5ex89ehs0w3hKYeHZvCmVCQ0yAZ4dkJcoKK4rnYDWNXaNv6YlSY/01XdXKweN2G34K7bYSCZH
89IKsaZ32oSy4ig+LjBpBjH6yjc7SQo4GZXoyak1+/1iTUe9mr1AjE4BpW76VhSENneKdqBWCgt3
rnkxAqTqWH4Vaqr8pVlhf9FHDjcb6h5x3+6NKvfPEGlTsvpT+SJ5An6+vmiT0wm1nUAKeZpYfg6I
FF4oxFc3txq8WwNf2pOjoLAoSx1AU5n4oJpSH3Uz9h5NqWXASXPm9nYuyFA65uIREQ+oYX1s8lBK
3IfH2iV7fomWJxSvksWC6dL1WvMUcpBUBY5uqd1/Zt5pl7iuU3/Kzf5MpeJo5H53Vc8PCehIejXb
K1zmbhL2gCM7s01Py0TnyV7mo9LL3tWVEQC1Nua6CQbXi1KiDsl4QeLb6NFknJS+nd+3OYSWlxna
s8TvOj1COxmgmIWKYaFFATrmiMXdd/m7eSllGcid4AqhLrNZLBzASJygbRaE2hL9q/LS+MOIVKdS
OXlQRZODqIioL6pbGb5Z5NXNqEV4AIXfO9+Xv2HrNNG4TrIO8GYy02lWlrh90rpCv2UC4UQVPPzt
/qL3DhgPJSW8GVN6Naxsi8m0nYiSsYlk9a2yev2GyOP4130re56QUgPUvUzZYGfzhY4xVUsajlYw
LnXyM+wbs/DdIh8SHznk4QjXsueKEPmiFs+QDTxGmz3UhNPP5UL8qhhpy5Cp5aH7l4x5fHJjA82l
XkuYKijtPo38Hr7oo4rt7mqJG+AhxRnAVri+zmY7DrnStZQWrNG91EU33xYwS0wzTONB3iI3bhvW
ci3lNBG0GCDK1qaycUadld5NgFBygVhh1nsnR5nLoAfLeU6gYA2yuTgaodi1+twZ1umvvLo0TQlL
USE7t5mdVw+VnX1GW225qnAyvFNGiALLiC/17VeIIhyFYIn6wP+tV1qZJKPPxbG4msT7NlKXL9qQ
9DcGTg8FovY+ChnQUnY3NOpw2wPUmXKLHDjGcoQ+L1WtZu9HrYoOPr29ayozNrBQkkV2u6Ihb00B
czAUhJVu/GeVXTkGLVzz1zkpzYCxwuSxh20NuFA+Hgym7N1QXC0Ye/7lw9s81qaI9Nhi7i2YRDw8
dHGu+yG78Ri10RH7yL4pJhiIgGDV2rJLeVoDbg8CsQD2uOI8O/33DtnsM7wI/enNN4R8EokoqPp5
ibdOph0n9KMy8J6OSMwTVDHh4zC6Vu6btjCuv2GL51dSElA83LqYLtKGyahSQrs5SoLe1BToWN35
fZyRXd43tfMiwOgOxokrQp9tO4prm8xDGSk1kqgSyq8UcQffQKbxm2gbB1BtcQRQ3XmMaXdJ/wm7
LWGVvLYvkgNHG7NEtXEpWuWWysexUNTPdejlSGiMXT0+pkmdu5fJbU2GFhcn95VpnP+9v+adD/BZ
AYlKOOgQMrD1b3DzyKjrgsqPMO30y+CJ5dwxpfnrvpWdq2lR2Ge6k8IKLYXNe98uZK+wHhLcaCGS
eP2Y/GyEUknZ4+ggF9ozxZgQdQdyZXzYZlPzyutQGpzMwPXi9ma4jf2pjIhsbPWQzm3XFC+CC08u
XaxtJWtWqS5PzIcFzlAv58gL0dQWTHILJ0oOgpWdY5J9Cg9ueD4EkFrrY7LtVjBNioQQmvfTJU5y
55o4VDXuH9POhSQYw/XTwZKkP5s0zhQukBL52pAiIztbV+55HqV4/JShPTKMxU9P6X6YYWY9CCt8
O8oQiAvyBlQ4mC4hnFivsXWdPKyotMJz0tUfUUmCgNcT41nXxqO4ZW87ISCRnS2UsrQtKom3qLe0
hV5T0urazW0GcW4Q+jvYzn0rJnO6HiEK6el6QWGT9TUdXZPAoCpvRCj6k8sc3e3+oe3cQglul4R7
IBjJCtdWMq9HY62hvRKhrXZRkmEh2R/U94OTfn+7JeZg8Pm81pDib9ZTqui6w0FDIb4zzQ9qOes3
NNWTU2bT8Lxvau8mQugHSwGM6MQgG1NFWdLa6QgsSy3XfCOqDV8LlfimxM6/hpLHpo+ainprxZRc
B6sjvL1vf29TYRdk3BLXLDvV600l5GIMqyRYZypYvTLQ+aUyKyqZsbHMf983tXdLsIH8KnNDFBM3
9VI1LLOigEAgMJu2kyTzM0QTjafnB0va29KXdvT1krJaHxvG4vi45058dXojeVhmt2HeMc0vjbP0
16GorXOsVKE/jd2RsMfujsrUB8AyZeitb+nT2h77jidgGcv8SUe/4i9HRXvDCrXP9zd0zxLqmTKq
ZBTlFXndtCw0URKdfpzIshsyuN6fcUfSDmuufbCnO+E564E0hNBSIgHl2b54wSdvQrqxo/UH/0T+
P0+Y6qPVq9n3CHzDI1xnxQdrMobf+ODpUdDO9ehX8K6ujXagJvIUOs1gTjPDj3t6JEMZ9jcP4EFw
fyuly90kPfK5kYUWiB+5omtTk6HV7WIwN9n0E7lNFgoU6qsqfxcbTnhpe6v+BFW88p+nZkdVnp1g
zOaxo08ExopB5I3pVtfrQYljWp2Zrl8LiMRPpbNkPm+EcYZgsz2IM/eWStRHaUPOpDFrvF6qktj9
bBOrg+HXrYcBnh9fn8I2KI2ok61G3a/6sj0ncS/O9zd5zwEw60hTRLK2QcC7tjwwntAsfHoB9pqT
N01x4ate2Rx47z0zhLaydEf97RW3V1OYaVLUsg2fFeb3CmGFaw275kGgsvdFEEFITlaaB6xovZg2
Zq4kCmEnW8zmU1Vk1rXuCuXq1EoJeNuqT2moVAcfxO7KeI64p1D3vBLW6muj082EldEkzINRZxZ9
WLz/3T+lvYXxGMH+Bsk75bntKVVK7NFYgmNGV+nAVGPvQ9nZnQjXOz/Ji9oXVSIO/MvOyuTjJ8G/
jOG/IvCF+Vqt1FlhGsISYvCdVK3ftVMyHYC0981IdDEZAADDzdqSOFIaJad872qd8querfyLVjtH
zfVdKzSRgYHjToAwrK9GXBj0KDLm+J3aVm52pMyp3whhHtxA+WM3Pgsib6nVR5ENdNlmMWYxVGoq
6MpZTmp+KDXlRwiXL7z1xmMOQOtj3w7f1AlhB31wj8o1O08PDI+0liRvPcSEmyVqNRiJIowkFVvk
vSu7Bm5ZM7Mnv9Um0zm4HLvGoOOVY168QdtGawNbdWsmsutTzN4nNeyds24VdI9VUVfT+f713zXG
bnJ6DO4SAa4Pb+iiaAZy6QRVU//COTZ/oTqK2sGSHKUBe9dEY1YA4RVYAuE7W1syO6WEKCGkvVE0
7QWGknHx56Wej1qcO7x5Bp4QHg1ZC5f8C2tD+ahSyms4LLWFv7Ke9fhpqMvunMzOcMsrxvmCfFyM
oLETFBanIdI/DTD0XxJK9dGpHfOG2UgbFu/g/lbvXmCgxdRV0HihwrD+XRqU/8oiGPjReVq/ZW0s
HsmYa+E3kwgv7IfrQVQDM53fGGqWnOysqJuD+HvvuKk4ArqRhV2m39e/oUobpt+zFvQFicB7Jv3F
U9ra06Ud9cNYe8ezAsuHRQWYJmWybaytJVYoDOobFHFj96HqK+U6W6I92Vy5f+AOnE56lHS/cZ9J
2SUmjUj+FfOGmtqdoxRgDLPOnv/WR8RrPS0X3woSmt/4TilPU5Bz0WwDObXeyxbMcw6PNE5Bh53b
D/XQ+S/T86K8iqZVzcv927P3+UDXy3yrVM4Bm7C2NpjRnEYRtycGq519yt0a3mqzcebfmNog4YSa
ATwRF2TrEQRkMAoZFCNjS/3RaTX3ZwPZz3/3VyN/7daZQ4Ugx52fy9Gb1US97bVhiI9TKQ2/g8pe
+xQyHXiKE12U/jglR1nS3sU3KTPK+gOlmy3rFcrNkQeGEC4Er7UvRgGqLs16cRFlmP3GN0YTmVOH
XkfWB9YnVYty0JDSANNh1/pDWSxlMERReKnc+AjctOdSXprafM5GazpV23hQvBmMK/Q2bQt76r/2
aGnC7zx5/rhoyzk2294vUqc+aJ3sXUmwezCjAQ/E4W6S6apPLd2i+xWYnWn9kTGAcinGoj+IAvdO
jlyMUIlKJkco3czLXCwnhx5ToBbZHLW3OZwRWwex+AS5+Hi5fyv3MGxA6ShT0WKTKe3m6NKoAkLf
RHbQqXCsnvRmDD96NG+nG70h8Z/S0yY/DU2Ej54iKsof7CVCPgV9jarx7dnWvgLyn6562Yz/G3tT
qQ5+4N6OM+YOPoBRJ7KozXl3zDXlmiFbAWZRf5krYB/gfn8DR4OKB2U00E8yRzTWOx7FdehmGsP0
otXCs2N23yu1UW6RtvyOC5VTkgSPgJKomK8tEZVP1qiDloSRGDkLu2jhPMhVDWnSzNa9A5KA3ZtE
uU7ToNoiM9s4bH0op1rLJBGd1cTfPEqFtzRX9c9ZmNsH1eq9t08yoFA9gJMAstX1wlRGLeK+kMAZ
hkvPOllvgPJM98fUup9GZ5weFTtWvty/vfLv3PpUyfsEkyWfC5CDtU1tLmOT0Ro+x7aPnyardny8
a136jdepQd0NRzi5XYMEJOROz6CRzX6GqC24RTVBcoeaOpQgmvejcRj1GToDhYzKOGoZ7W7qMxUy
F0PaXS8QyhzFm1V6blHe9x9yo7e+aEohLsNi5LCgNIl66mHBOwoodz+6F2Y3TsFi1rVHtwknO6r6
qU3ymtZYfTTmt7+ZPE8AYGhzbDsBhWEreiypHUpyDZJOS5spokE6fWLYJRlOpIcQot+/MXsfhKTP
1p7TNhzKekOzNusGcD80MWPT/tDNhXGORtN5n7lucvAo7m0i6FAGBYiV6NZuTEUqGiMTDanAEkkW
+4UKssuHPeEwVdu7JJS2EF4ihGU8aGNopv9UagUT791QIflR2f1yCbWxqc+TXtLtyD337Imm//f+
Vu69xA6oWAe4Avoj29knAconykivgpjhlmvq9v33pU1BZ8SJ8c4yFPtig6Q4QTLfMglregf+Zjfp
cQilJFUpJZNtEg6pm12Sm4Nw10dhkdVo1ScrXqQU4NhrbWAbwv4MekhZfFOMQDFHwPKjXwvXLE/2
YCWtj1iKALit6sXBC753JDyreCYZ8qE6t75msGhzzrmMvarceALsHV1IoLPA69Uy9Ren0QIog6qD
Ldm1CrCDf3CGIFDXVhnBH0bRE2Kmhirri5XxK82m9B3kjsuHKqEYx+zlEe3oHh4f96tJGjxVTj1u
fBR9KTSm4NsLYuBgFxjculNXtvEnqGGcUwyw+KsHgO+p5NlDI0K1iRrC/8fZefXIbWxb+BcRYA6v
DN3TM9JIo2TZL4Rl2cw589ffr3RwgWk20cTINnQebJzdVazatcNaayd/2B3aXPcP5N6FE9wkDgV4
LNB918tXrdgcZWRA/XKMwzOZA/J1snaUT+5bgZePvjDF1S0NSppzcL0DSb05relFU6f8nZka0oGf
Eh52+7IJtRvOEN10AB/Xa5lTSdNakS04U95RgzHNczpn83lK1fXSD1blViGy+GZay+f7u7gjgSX6
5zCsyFTA722TWGtQUKmtMxur2fBRtSXZC/Ni+YZW/DQEElTw4Zxlmlq7o2FP7xhwmiHwJj54MRsf
9UZJjzC5e+eaxImkmgiGqt4mtKjCBs2HzrKIYsLlhzbLagISzGZ6i1oje/tYmavF5GhV/Y37REJI
jZRyNj3/zYFiVLCiRasYgRAWQ/os1V3up1EnPWdd2v2DyMpgfZTjSP+d9YocQ5Wp54jpkdcfnygr
MbqJ9U5h6Bjvc72wzmOqmt0nHVW2j+bcMUfSaLSD5GbnPQb9j8MCkSvYu+Lkv0o7QE1adR2Vts+E
wuopLMPOV9ai+Nm10h9wl9UDczvvB5MOSE6ZnaEI1eBrc0tWZQ3lKM7ZoJkf86UN/RnW6V9mWGqL
t4yO/oScjfLFKcWk+FU60p7eWy6Fml8sBI75VsNzydtIUnPdFo3ZsHalEU0DN6Oc+tfaDo6Iruz1
58HdEgHp5lqTiwMOENpnxs3daosFNZa2t/y5q+NvXTOqZ2vKoo9Qc8yfSTYU7mL2deUmhvRDW7Te
R7ZfPXCTO66F3wBSB6FfoN/b3ndnpkxemBfqn1a5nsnYER6ArPYQrhaDuk14eVDVreKUtUV64NV2
oi8SOTr8QtgBVu/mYA+FYYKixvRSJMunpq/tb9Ba7YuyOvZ/B1stTuvNVgOspr8hujdb9EyhUQCJ
UT7xR6dOn4kInH8ttYCB4cQqE2fDVFErAoOsfbamSKrdRS5l9ZRE/D63lNOuCpgjbqC22BUxrq5V
66MPsf8LOQkUEng4t31kUxriYsgSJHpDa8kZh9MX76glawexyJ4ZimcCH8I/zDG4vmeNURVylXDm
lDCOK39JKqB0Tb7mn+/v+N59YreBf4E1IOHcRB/GUKW9oyFaBhYsizxlSJsvcqeGbk/eguhL9Om+
vd11wXtB3oGBRvjL63UpWlYutk18ndhL+R3sgfzTMocj5MvuqgQqCiQya9oqY3d1qcuLhcRTsa7T
s16ldECQ5/Ybyepf0LI4uiI7bx3CBTr3koIHIIrNFalsOoBpOlt+zfjA3NNzysYnIzfT2IvXoYjO
lQKyPdDlJP7j/n7uWqZqTWpriT82r51Z28bidKQRtpSlXxY9jL7wVnAw1drk3S8U6oeVtPj3re55
I7o+QleGruBN6bCZq1xPcH9Qv8xmPkf2vCQnKgW8PakmNack0eJ/4zZxYq8M0Ts4cIZ7HonyFzUu
kOTg3jbbba5Kif43xXO9Uxq6TnIZ/emUmbO4+twcsW32zhK1LLBAIGiZrbC5IZ1jDMRvRFZ9Hmcn
Bm9mbmguzbsyCn+spPUHW7v3QVH9ouJM1EQbavPA2to0qXR3bbiv2rs11NqHcpA/GEvZnJ0FMHs7
NEc40H2TZLzIBJAKbAktYS6ZBVVCRgohOwbQaWpgyff2gnrj6vxVmWnxxOAk4wCZvGdVqAWBrWBb
uabXnkDNbabBxTJtJo0iRSHFUiAZUX+J1tT5YTLkxGNc1KHYy97XfGV1GyebSA0jckZ7Qlo6+aOD
MtiptUcbgVpOgEfUM6nuMKhUM8zEfJbUQT816Dn6Sj+tJoJNoB/NWNa+so3d5yitlmdmC/Qf71+v
PSeJ5pYYgMSUQJ77663RpCXqKsDxfjxH67lyyvAZQll9vm9l7xYh5y3usc0rs82J2iWUM4NmkM9g
BJDNRal7cmbKPuFbf3q7KVgalBnps1EgF1/lVZCqyAxvcnpmcSnOyFhpKdXdlDrYGVGq5OD+7O0d
WAUBeUTo9GagRmESn5WZDdQ3zbMTU6qkU65a48Hh3ds7Qcz6heAESiB+xasFzWnGaGxN1NqK5V+Q
edGD2q5/URA+wpbsGSKTJKBSxazh7fC9WlaGOm+ArUktHbQw0yZPL9F5yiLy9Dd/JGYXwVKgd0fa
tG2olWuW5qPAPFaQRZ8Qys8CFTy6B4XxNxw44R2RDVtI0rLVOdDVTIfbDqh+TZIQufohO1XU13+s
yMq//a2gvGYDjqMTQa9g86WiETWBCYIvAY5Vn6nux4GVoHbQpcpR3XevuEXqJ/g5AsSCQM71qSAF
ipUsrS0/T+XqrKiN5CVMnQyWMRrckkqzN2dWE3T2uLjhEkGzK5TmHK9z6cbysFy60sgPoDU7/o7O
F8NNhTQ4XeDNc7LYZd6qJcuXh6Txeypo/lQphMaqmXjGNBxJ0e7aQxsE7o4JaXobt/JkMzetAacR
T5JUukLnKchQ0Pi2aKH2EMatehDA7lwQaDWUGRhrDnt7Ozdj6DTkEEcCIGmqp3/TtIouE5FAMBVO
c4Ds+dXm2WQn1I90URpWRBK82cxsykPQezxZklKNplf1bO2zpLQd6lw02V/STDL/S9SuHXwJdxq6
K0E1KjBoWTXwCNN5dBeDXNFnjAqU5Kmz6k+EwYoVxGtbyG5nOOvHegLs6NWrOn5NYUeU7hrlMN/h
8cStmxPGx16hS+VzmgslElkeetWNIqaH/KyUWTbcKEff4hQTz0cQcZuRcl7TtC/5Wg//qnObS25f
m8ibLUspN57c9tXiaXGTvUxrNdRnJPY0OUjrTpV8sy3az2mqGv+sTWV+iovI+dTGYbv6HTJkR50F
cTuud1c08hTSVIAR/CkChlc+VR8QJTGUEZyCrdbfu2ZhkE5i9OfGMMqzY6HXWTsEtn0aKjyH8pf7
3u/24ArrvE6EQEKAZfNEDUxCCutM3N0ujN7PTt13Lpmo8d40xk73pli1f/6GRSBGzAZD1ZgX+Hq9
2cK5USzIzDYO+dkEDuItplZ9VKy4Drq6tw884W3ARYmVHEXndv6C9F3bqxwjVpeRXl/P2De0TeL+
pKl271XMDCB5VpZTCp/qYFtvrydG6ROhPA7tF7zGtVEnS6NCw+v5Zmfm3/o1USlDjsZzCIT44E0W
nnx7fsSAbWqO1JGBgF6bitJBmpaQ1DLmMnpFIoUfolQ2DsqLe+fktRXxK16d0mTR5qQ0KZzXjNp+
zJtyeIekU+4x1xnlYg1dpN/5bHSiwPVBwOHZvDYY2kouTXh4kte+Dyp1zT0Q5vM5T1uAn7BfLykD
Kt8cC/DZBBpToOBEp+jaKKxOzYDqQ3eqj7tPpp6E7hCOxcepOWSp7J0QJMIgWyBVSiFik8xVzdB3
ksG1H/QSFRN9bDw0Jk0X1ZgjteO9G8AAZSGYgsIST/X1qsgshCAGSK+oZ5RyORqOR+wQfkW6vX5v
rpPhmnZxRHnfOzCIwdBlAe1H4WPz/ZK10dpVZSsTUITTeVaS9mXMbTVAQ6DpvUYr0Sm471l21ynU
RXgVUeqyN55URuej72yQhU2TqBcGw44+HMbmXbHA/tEYzHFGr6A6/45RUnJB3KVMurl+em8naCOB
f+lyuYLU3/81OMTdsST1nrRkk5eVytFCt3sLG1owZAjtYIDjtjdnB/EZmItZtgYUYUu/yyKmmodl
7NVFPftq4awHVbntE/XLHkErnADqwcSu1wcozDpHXsZkDaasb19Eu+mcZtPwVxYuzSMgQvtcp5H8
4jRV6KlKg/bP/T3eWy9L5nUUyjg33tSqh7hUzZn1WvFfVtrOLwl0c9fUp0uhxdO/963trZb6DmMy
8d+gije7W5OarjF9pSAKVZ2Jzk38mNalXJ7qbmk+y1LdB4qytH+Gw5y/62db/eu+/d3V0imGdwtH
jgj+ereZCCiNbTeuAQUKG0kKI/P1uM/fm4OiuNIyHFE3b2QhxOdFKBCdMmp4NOc3V3Vi+uIY6nAp
s75UHtZptX6KpOzcDb0S6Esx+VItqcGwNPKTrmTx5xjw2kFUsHWH/AbujgUsAPlb8KibB3OmodHx
kddAz53FnwBTeKmR5l4KWSm4v7+7pjhJ5AfAtCjZX+/vOkWFWtEvCdBMGZ71OJdPfSnXX8e5PCI8
7pjiunBJyS9pNm9hjWufGHbXMQYEfKP5ydQKOGZTlj4VmXSwf1vfx/5RMUE5ircEdNF2muwYpRIg
jkgO1NyMfUle0QWcF+lHRFj/nCJBqbmlXnQHUcHe+kySdEJT/uLZvN5KrYYkVDKGLLA62fJC1Gnc
kAbopUkPxxHunVJwRdwLMBSQE7crDHuWaCjSGoyOoH3M1rxQGEjNh4Kex5+LluX/rPZiIdJrqCdl
rW0ZkRyUGg980c5GC51UQdcFKXND2mAiyGC3vSQHfTZ9kyJdejRKZtqkU7mc4nWkNwP79KjJurPP
xK+iiIRAIsQU8e9fRV9rYeSqnEdKQHqinJUokk6xMSefZjLfg/dsx/uRTNFCAC1A7XfLrStKiu6K
mSlBqDR2YPPH2VYQo04KdQkarR7eOTbSiQzoKP1qmLODxP12pUJwA/ogg86FH9hcTk2qZlkySiVo
mXniz0UUf4+cvPWXaF0v9/3ArZ8VtGeSLjFtgrrFxu0lRZu2zBZRggJQkmcV+fA4yOr6WNdO7Wpt
13+9b+92ZxWZwQUqBU4O8o7iWgutEAH1YIYQ5rbyND50Vv+PNtTZR0Op6iepc5RHmS/trnWZ+/et
72yskL0k2oSjT7l786qpYR5GlT5OAYrx5ZOUxP8VRhN9tLpMPt23tLNOohNUqnQSKtFCuD6sizks
9mLjiuZWnYOKkYKfEOVfLpFRUvBe+u6pihh4Kalp5evp5ByUK34RNV4nRPS+8LWItnBSAa5u4ShD
Q1O+K8clMDM11s6aGWayS8anImZuRvH7jmKE4zG+S/3HrpVuOoluYOolcp++5KROxYeWIZ2pG6uR
U3u9kTDnR9BOlqeeWL1+Gsyip4aFiFVyybs0bN2msal0ZdYQnvNiKuuDT3frcmhO0Bymg8Xa6FZc
byiN8UaJ+orbH9rVWW/tOVBqWWwedZM8qhO8YViZ/97/jPtWuYGqkFm8GXRUtDla1zJWk2JQz9Dt
pnO/DPOzs5T9f+1M2l6MZfz3faM7pxTAsS20QFHYpjBxvVRzkkpnYcpCYORh7zJoQ7tYRjkHc2eb
B8d015RFK81GjlCmcnltCpSf1pq9JQdJV+vnGhi0hw+WPPQli4MPuO0bihNJ9ExOgh2wORtTCDAX
ZRVnclCYduZpSbqczdBOXFmyzQ9O6EiBmbRP1O/b4O3bSTxHdAfE7pYWOjFdbamB/AUleqceE53y
sxJbDHtTjOjg2u28z9w2HmjxRNG/2c5mqPHo4GZSIhDYNReQdX8uq9OeipJeRybPzUPf9u3jrAGN
d8s2bTxQl/3BendcOjee7B1gPHnRFmaZWJEJn7Ll+MiMvk6HYnhMxjT+pwUN9q5qEH05iAZ2DAp1
FSHwCzYIpPz1IdLsKFK1plmCQZ+rL1GVUuGOovKSMCEukEhBD+zdXkpBcaShRORCr3Q7gyMzqcfR
dJcD20yiJ6m0B5BsWoguQ2x2pyqfxy9LZ6lf7h+j2/NLsCOG6FnEPXQuhcd/FX7oQ6/ZccW2DmCN
PFHYYjC9VH6Ly7Z8gl3yo6wE8MyQDhqCt1cUX0CXic3lc5J+XtvVMoK6peXFVI3Oecn6jAZtluSP
SZbHB1d0Z2OvTG2uaDQPeppVeAPHTguwbKhX5pFhf5BbbTqtYV17irb2BxHI7vpAGMnQtoXQ2AYV
AolFa+Kar6lUevod/HXx0zJ4T6a4cA5uxq0p8kmcnNCLg9S8jZ6n2oyMvlvaYCDu8xYKRe9XNf6k
15b0Zr9K0YfjAr6bawhm+fqjoaSRmF27trxWbe4VKHaeqs7WXSuRpE/3z+VtpCFQGPga7rzQt9i8
FnWCVCIENkxZ6nCpp7F3JastTsoMAqXmPLpLydA8FHRgwS9vH8CKBpGso2VL5QcEDLS866VOQ7FW
iJ52gbwmzaUvZ/NbPFqaS7FIea7UvvQIkrqHMq+HFx7R9dTDqPRH4Aa5F810PA68w95HBuGuiLhW
ILo33shG8LkNUU4PinqdUG4p5K80R+h6KfbRsLbb+2IrvJuktDgFSqabo2uOZlhoa1gGkaGVHgKX
Pyezdh7Tse+CatTWT/HSHymt3bohYZPIUsSvIr683m45t8ImJ7gLMimMxHho1TWlcXm/ZPngJ2JC
YLMs6snp4qNJs7duHkEM5Pf52nDcaOBeW16BN0ZFqVZBlccGkauiXOrUns/SwIzElUDp5f7B3ttd
0kt8PSGDgLhe28vTMqx6Ra8Co5jsIJGtzEMiLAnstdMf0jb7g2rmUct9b40UFWGZC6lMHO+1zYyg
nZBProKwmlUvtZoYnFHMZZLn1Isq23yz8+PmvLK38ROTYXVOlShVMOt14qpNbb2vlr48y3ZtHsQm
u0ujyMXsBh5OcoPrpVVS1tVhN1WB3uijixgoRYSylj5kqGa4Tu28vYLH0kh/EOslEIE0dG1vqbo8
JkdhK+cserCz6t8xq5hO3CJZ2Q6Gc7CTe/fiF6qAERHEzVuP26lmq2X2UAYIoBnfIjr+nmMliV8x
E8zvGsV6b3Rt5mWpVhy8KmIh16kWTTq0+1kMwm+0Fq4XqkN4znOIO0Ecxt0HSOrLO7MYs4Mq0w3A
AD/7ygyIkGszUV1ri7IYZUBbP0HluY98TW+7d3YYvYSMLH6MrSIOYvDRXhvBzopTdlufhukd8+V6
wvpZP+Aq7p0o+kOEfnCJkNzffOHWrsm1ewvl+XWZgibtm2DtGHIuN+t0suP+qGa5a88hRIAhLUql
mxPcDSYjTuHjBK1qZz8LebS+16o6yd64dEXmxkk1/nPfBe1bJGnhBReFxY0LMtOuJ03n085Np7st
tb1gSMLmpOhLBArdPuK177xdqA0ZoqyGfghp7vU37hcd6K+pl4FS2KrPcGTbs1envNR10x+cpz3v
KsqkPCY0i1BCvjZlD9WMIonNx7Nj570+LZPflJX1OeyK6R06YPi8ZQD8dn9Dd6wiwEVbCsVVoeq0
2dCRYqQ1j1oVoJ7bXap5lB6KsY+8ioDfGypT8VK6VQdGxQXcXFAhaIF+4a8O1VYBMgWYm65O3gS9
Yo1UNPTwfVbqP41RG3zGq0yPsaFGvwbYPHWTkh/ckp0lo+hEwYnXhIx+q3LZIUu0ThqaZsoUDl7Z
QBmYnAihdHXMvlhmq3iJrh4NgLzhePFKI0dEyq0JbdubjS5LKmumVts+GOHaDOikQPHvm9H4QWys
X6JeC5egYKTch2IGMvy0pH343amipPZnU5IO3p7tHohfI7wjOlNAAAH+XB+2RafdWWSqLWZPLpe0
G4ZgbZs0MPq2o5+GumlYFUeMrK1fxiixN5NSqdwACdjqiKASKxlxloe+FcflN3a7/GNpD+nh28P1
ywoAJBC7lFBvQHpK6FADG4sQJZxCe6dKkv5n4TidH2rRcGFkWX7qtNpw+ySpnsrRPnBQW4chrFPR
FDViXQgQiI1/lZRqw2AwMl53/Gio13dxqT1qkTw+1hPF6vs3d88SERF1G4AIggtzbWluK21CncL2
a7KeyTVKSlKubTfNn3K5lgdwjl1jYHEEhfoXv2ljrHGMaV1VkO3GmnWeHpqtN9EZTT1NXZcv91e2
d04ECff/jW3e785Zh0UaQJS3fV0DebbbswVM5vwbVkQ2SHOEsGjbUijNRVPCUSBuIdWc1KQzHmK7
tz7dt7K7cQBC6FDzTnD+rzfOmmrmroKb99E7LF7CKfoKHm44LUzqPVjPTalLHD2hkgm2hwT0phWF
5IWlprUGdxWUKgVRLf+r0UvH4xEZnuo2VrwmRE0bedrurLWj/ZFA6a3o9V+/4ReeA2wTNdNNRDDV
TZHYHfh8hCOTx1nNFFdWGvOC4PXiK5G0Pkq9Ph28nNugAKNEX3A9ALALbMfmzvVmqsdykuLMzHrw
C7ntJi8t8aRhqLZniZT24KPuGSSEFs1FCqdINVx/VBgtYZIh/0QHOoTq1MAqZbtV315N6VFJD2eR
7hwirAGjQhGUUGsr0jBGeZ0OuoOYcK9UD1ZdjI+xvpgni6j9YC93TfFCUf3BtTCR83ppZTjmTjnZ
th+qU+krWi27DeXoU6ND8Hvz1aAeKoS8BcUMqOa1qW42yQLykVWlzXSJ6+hHDRngRelIhO5b2nkS
APygroOsFCNStkFOn0qjwkwYdATa3HxZRrX9g35wAo/NKL+QxppPZbhGnhxNITXvKTowv+PPmDTN
raRdghrdFlSljlGSlApIp2YJ0y9atnRPk50dRXJ7VuixU/vgdaXeuvE0MfOKrHnGnzkFtOZGl5w/
1cypDx6CvaMPDI37Bp1XIIuuP1ptlqbRosni9+1UfO7bIr4kUTp6ejfYDwptO+/tnw4EqOhQQKdG
v+Pa3sDQUWs1aLrm3TicC9usfzZGrX5EBV6NXUDP2ckc7fJ9aA7NH6XVRUejWG7SPOFdhEimoLly
+W7KzMnkmBR5HR/mvRydJqMNvbAZ8h/AyuWvbVyXp1SJps7va1OfGXLT9QEDEJ3PtHIL5LKdxPqW
ONF4cKj2LqpFWs0wAZEL3egjhDT3+nJ1EH5dtRPcmcW1tdC4NHQDDy6q8J+vw/VfOwDQillSFBRv
gE56JNspuhSOvzZIDuDlaudliQdbcY3IGJ7rtNOCoTHmH/c//e7OA3UC4yza/qA5rr89PlazO7jW
fl7Fyde0UeMHlKvqD9DUo8e2k7PF1WZVzE+v5ciNZKP8mvRMcAfxP66UduWh+iEbRXiEn9nZDy4a
BU2wQbw828pGHun5MISN49utUrk9+/awdhiMF4qctdJXidsy6fV0fzt2Pjh+makjorgpKjjXu2HU
TRZldPJ9yJQrmYKGKLthjAwXnlf/vqkdf0nhBGSHyewYvr74Ka+C2MkAqa4UvG9TIrUBo7fBPJhd
Dac6672eFOFi5uVXvSnyoFgRtLxvfceRccxgT+LHSEq33asq6vrUdGLHB6yoPbTMdSdPnOIDx7K3
nQz2ROND6MuQE1yvUR/NVQsz3lQY83+XRhl9jTiDT4xOPSJB7bhMwFYCIiiEcAnSri01SRPNZcEe
jqDWvKpBw6ZCYtWz1k7M927Sh/v7t2cPfjyPN2kmLNTNuyonTdHKWueAU+kLKOrZl66LmrPUVKVX
5/lRG/lXd2/jHhgBK7p/aPVTdNqsrxujjI/UOv5QQrRN4mREl9nqvEZV68elk9aHuLFHt2XEpCtG
/7oJyrnvc41j60yd+TAY5k9U9lRvNimgM49vOtiQvU+N+7C4O3wBejLXH0AdwKU6Tu5AqUw0jnNk
vrSFnruAFsPg/t4fmdrsRc6r2RUlpqZcLi6pYhU07LTko6HCHr9vaueaEOcT7kIZpNe79UJxFA/p
hOCH3+hZdNbXknbvKlUH12TnMJEfIR+J6gB6XVshjQi4b18zNBSpV4nvWq525FpRpwS1PsFZ6m3z
v/vL2paNhbsB+/Cr2CYDg9gkf3Rd19A0Ua0Kmb77VbGpRVlh/l6qk+X7QunvGY2F3i3XJD9Y6c6n
I0KjxPcLnQOlaHNKKrNQnclgpWKMgY3EgevQSH/Wo6Y4qEDtrlEoLmFQDA0Um/7Kv8bLQtlUjUJ/
RGvnX8gX6K3Fklw2SEk36ffFiNRnq5XCS9v07en+/u4ukyHDghYHwmRLdBEDbzQLaRAC/FT91ixg
jBbbCHPXqcYjEtGeLfyeAF4ggAyO93qdVWppizmbeAa7UF2mo9qPaZY92ivUpreviqKLyALpJxOq
XVtiOsNMnlmHCKEljRRQ6gGWOIxFNXhxNibLwRO1l2sDeBDDQhD6EcJN1/ZkI2E4sR2H/jRWlCqd
wuj/NNV0YAqYLbvSmkHnCc1va9/kDGgpdK8su/rgwO44AH6DgFtATxdF+OvfEIeRDgmsZM3M0fkD
+efma9O1R93bnWCHyj6tYQp3v3h911Z4OKXKrCyKdmMhp4FdxBWsOkOodSu+jqaQcZKUTnnrrFTc
AAUTzijlDCLOreyirFZZluhy6K9Ka/xpyJP5JZ2iL28+NVdGNl/RSeNyrRWMzFoXQjfhsqlVHJ2K
Zpr+u2/qRhPqfwsS/Frk25E+3LiXrCvCzNIG4dei4p/B6vOvqpqtfyuSmTwu0pydm0lLv0VqOnsA
6+r4sbPbqnB7GQj8OC7V0fERi9s824QI1Ewo/4IE37Y2pCnWBn1VQn+IlfRM4XY+MTJPjGEKGzdv
jjRU9s6RkBQjOxX9+W2+Yi/KaDBhAHNqFIeZ20I0GlyKY+t4oU9mf5xHalTPACe6owhlxw0B2yNk
56ZQr7npIZf67MDPkHw71IEjoXz/OWnyhhFa2aK/Pdb41R1HQVygTbb1Pkmy8mnSema350rldVkj
UwROmmBSiuRy/0jtfUDRiP9/U5v7r0Cpt6tukvy4LDQ/n53hhDLpeHKkofdK0rMDe3vbyAxAgS5B
EgPU4bUnUJwmnBpjkXxFHma/QeMDssu6PBfKYH67v7S91E9Uu2gSiLlyN9Dy0YqjXlH5ZItTLX+v
GuKgria3fw8N0sSzaqqfRcaOpm8eu+hlWBekTnS3kQHFdhSQKD/qjX//N+1tt8C5UoLTYKduZ4lr
YS/lliRLfmc5MLcgHI4fGoa1uSWyDhfYusNbR7ULl2EJKA+JJqn+Ft+x5HUjyUslUQfPeoJoi3Fb
w1gHTMN6Xh2j+A1vSKED3SFqtxSSNt83GUL6CErKnttl8ZAWA/NkbGgviRiHfX8v946SBbmHSwl4
+KbXSTSeZVOKM4QrHn7N0+o7uBXnpFjR7xxaoJdwImi+EWpt3K7ipGuRmLPkr7NqfV/G+KXV28lP
EvWIsyz+n7b+FFAFGHrAQEBOxZpfBXWLFWf14nA+slnt/DrTOzeU5qOd2zuFVIBhJLFx9o1+PNnl
SoGHS6ibS3u2u2n6A1Rg6Ep5n52iDJ70/S+1uypKwTAvwApb22Rckq1hmYQ445BVsj9bafMyLCk4
9Ptmbg8EOQwgApBMcLhuSiryij5hKaVRYMRm9Ufeghv26nKpXrJ4rbuDwGnHGAET/CdeI/5neybm
Xp2ZwllFwaoUq6f1jnOWmWDnjZY6HUT6Iu68PhSIkjF9AUyGkHbfYkRqVAYgXujcqUmzfkBai85l
PcmdyxjJ4RID331QGmMw3NXQndkNtWU6uNW3H5BfIDgzUFd+kdmujyUjT9R4ahy89jzlT3NfKI9p
iWj+/e93eyyFFcGsFZR2ml3XVrSxX7q0zSMgN1HhKVJS/ImQaJ4GcVNLXySlTFT/vsXdj0hIivax
gIJsa1ThUjOWKesjKlCtc0nXJEQCotGDmNbGm990FvfK1GZxwxJNlaO3UdBWWe73Rtm/q0MyJjUy
w0/3V7X7tUwk6zk0KoHEpn7AiAHVTuMhCrrZZg610nWf5cg50tbd2zsaSsLXi3rIls40NLpTmjHi
rlXSOufYqP+Jimg8JRbzoe+vZ9cSngPwPUHmDdaiDbVV0+YwgqaZRBdTCeVPZZ0UlSsn1fQbtgD4
CyYuryZv2PUZVOwkledekvzGlAc/Bkv30C3dHJgA+t7cJUNQReSbfCNUALYCkHqh1fEi9bGoghQP
a6RFD63SMG7KmI+wMnsnggcZLO+v2sR2AIxsTpFSDWocwETtg76bFaFf15zuf6ddK1S0RYkfnPSW
fVrZfWJbcRsHoWP2jJGbmvdZa68HVsRF2XhDARylsExlWXBDr7/QODvxRE8/CWjwR+96BuqcNGmy
gqYo8jM4JPPjm1cF9YP6FW0/2BdbaG4ajqUZxmbMEcjMB7VMh8/xUB55otvMRrCRmGYBeU5Atzbl
RV2SokZrnSSolFDzhlYbPROYMBT7VPqoplESJITOBw/LzlZeGd04iigrmmiMrSQw26oCTlCOH8uu
Gy5dojWRa9dzf0CB3DkhqClDteApowO9ndsxTGpH2wWPXnSd5vEpnQtSjkfjjnYKK0JoT4ztQIiO
I785ImkllCZQ3A4kxJmQDcvQmbfaMKjwJJ6ZSuplLMvojFxV8tQ6OsQWNZuC+8dmx2nB9ybvsFBZ
FbNNr4+p87/ReFEGgrKaPNT+zJPdS+EZ3Wbn+9tNkVrjh3mbQTBsPmPe0XWDEpAGoVy0l3qWEndV
6tXrWts+eKJFsW1z+cS4LkqcEEtpGIp//yo+hcenFlWcMzBjtJdHi2fzhQEk2bnnJf3QyKLuMFZ5
wnYXCCbcX+bOacU2eCD+ZujR9qsilWspkVFkgRRJZqCtc+WiJ694WsMDrtbTkQTo3hd8bU9c2Vdr
baKwWAwde3CEO89Op8qzI719UgctP8iKd24/RR2BPAHNSCinXpuyp6KXc81JA3WN5b/ngr7+rOfp
S5PoVunmFAD/IrMrzvc3dHeBJId0A/E6N7zZgUtvpKhtBI0BXJL/Ln8AI6I8Os0QHyxwzxT+U8gU
0WgmhbpeoNyJRKRx+HZTMvlhlCbfVKltzi1iywem9vaSuAeiNTVxoFnCB736bFVb5G1HkzFgwgNy
ZXZTnSKZUSjxMuof1imrzib8hIOQa+9svjYq1v/KqNUbmsQoEO6FJdePZh8pXp3k1WM1DMmjPfZv
1b3hpgsIj8il4MzD1r+2p8eo+GRhnAdw894XxcR7PsRnQi/zHEJL9irHPooh9vaV94kuungzyOSu
TY7qIpuNMyUM8E6YnQEcUmWIqxH6UK+N2K1wQeektd/eYkWWGdoP+Akxq2d7681MjiRHXZKgL7sh
GFtGOEiO1b/rB+Pn268DuEtBBxQKzdsJ0VJaAUUM5SSAKW88pMhWe8msDV5dSd1v3DwE7cF+gQi5
hV2qQ9iOVtMlQd4m0QcjKvML8PHlYRm1o47/7ZNL7giSlHhMwJbMzWcbUptW+GqlARi08iNo1+qd
3jdHY31vzz+7plHSAz+nC5jF9eFAUmIMB8GZ0ph3C/9/OJn2ABO9kn80S6L597+UCMKvXyH6xOim
k35Qd0a1+9pap6wlQviAr60yLs7NmtunOpI+GEPWuFY8Tg+d0+fI5vXhWdPno77N7UUABEbtHWFA
wavcFuHjYSoGZYYMloWhgX7fuDwyeaL6rDtDj5Bw0wGWdNqX+0u+daDIUKqUu4AkI3a17Y/bWWrp
pe10AenP6GVZ150ZkSx5TJJ76/h32mzwP0iAsAekf6upNYdOPErOWATwIBkRmw4R4uFRVzqVq5pW
egAiv40osPaL/iFEAPDXm2/p4MjMNkNSM9Saxwm0mb8i5+CpFlihwi4/FaGmXcCnPNzf0D274J3F
DAB4b8zlurZbttA3exXwiZYW1vtRztMPk8kQpGiSPseF2p/LFGF6deEo3ze88yUBXAm6C7pa9HA2
hhO5/T/Ozqs5biRN139lou8xB96c2JkLoFAsekmUv0HIUEgACZsJ++vPU+qeXbHIUJ3em+5QkKws
JNJ85jXbxMTKNB+G+dKaqu3SDsaxBHYtzXNeLC8+ZUhRBe4k6uynqm/aWXp/VItMFVQJWhWjpeJA
1ea+Gtf7qp/7t01Ur0k1+ecgby89Jm2SP31TuKhO3qu7TDald6NKO88kHqwn56LPtuWyGcz6zBJ6
cSi4GHBBOL/YIk9fJWaAnKKFOs5o6NAGgy7mGUN+7/Zdc2YbvjSfYIrg/oKOBF5wevL0ZSRLo5Vp
FUKPhDmoLjpjaiEE29b7yensi9X2xh0skHMe7aSbzw8eLv0jB5YqGbHUqUSxmmaVV9mCUQFOQpMT
k3tYeTx3uMjFSlg1+myZmYkkc5aVQ4jV0O/GvG/dnbGU9i7HBGuJHb0tftyXRv9g0YvIkG12+jae
59m9rAHM9+i797KLA8g7PwaD+zdtVjf/ugbQipIgWqI6Vm3U97BUcSSJOzfQWJDiZjkna7Fys9i1
KBinEMt8gL/QdMSX2vk8yaqvL5cpC+edrUdHJ2PHbzJQhaysqAEnx/PQVQfTq2qV1F1ufyxInoad
1mK9Q0YiLy/GfDQ+e6sXHRo/r1RsLUURXuQ8dWqPBSQ53S6jnVCJEip1j2fLLsJtc9cZpYIPqQYL
pBBTeGmqNq9jxE3QQZwjZFJihVDYrSqE+6NEaHVIGuSgH4N5LavLqm71febms7tz3dV5G9RlaV4a
QGeAd0xkevHaUq68yNZQPky5heDhEpjF9RYWlrt3bUN9A05VHWt/Wl6NpQ7c664PCxHPtj/NSeYa
02XVOb11F66+eVP55uxci2XL35MA2K+nrZi/NHUhPyFMPXwBNNMBoynkgEmL5d1iC+nZ1PJb+1Or
jPoGs2r3VdMI9d0yQBEkZiGb61VmXBzmQH6hLHO955oZuotx7MWrsq+MPHZUHX3tAGOaO1cXvkwm
e6r73dQjTh2bqCCIeKsH41tvUAKJp0wN63WEhEGXGKNpv9IOOKLDtmVyTrQcnSBdnKCh5I+DJo4F
7gLET6ERFMYo5uj3llDZnbVWutgNnas/lsJYjjjXKsiTcJnkbU9y8miXhH5x0cEGOExAOb+a4yyq
pG8Xx7m1x7zEXSuXCHR6YdWMO6to6w/TEGVtskbbBLwz190O7YH2cnIa38ViLIOQ221j805OOQJa
qs8WnWS6513ksseXDJCE++gSkYEPgjM8xP6YLx/8rK+yq5rBvsGXceoECwhARSTIhACgbNavMzJO
11XT+9+R0eLqqqJs69K6Rk0wrVBHqlInGNtXKnKMIFZmNJhx7muxV9S1g7jMvPGHTZnzuzCj+Wr2
skpemMZmv9VBnduJ0Ta+Yk4yk3AU47Q9KxcVmdLNizUJOhnlaNwbhdrnYlqG3VzXVrFfzalpkRa2
qzpByqxdX29FufmpnHO/Rtar9W8GOY9hTPXJ/JLPZkNHHSjt5ezYFXdfV1Xfph5Dznita+NaOFP+
FUWX9cHTNoUUt1xWK5HU8m+UoumfwNQt3G9mUETBq7VC5a+j6D7t3KDXUPbdbumTLducstktVduJ
/Qr6WvA2yLOTJp+Au4yjjzk0oJjok9sZlvs6sxcHpw+lQQTGOphneTnZVodOn6F6oWNYKd6XetQI
v3SBL9sfwIOA8Q4IWphpR0B/P1rlaDYYeIjMTfgSWXuVI/BcxUWgxXyXV9Y2xSBg5ptgqAwXKeUW
OOFsDEP50TNcIBWL1TRzMgRGcIl+zjDFo2UqlQRsKPV2WlxnvWiHfKzi2di8R8w981uU93zhIOJs
ra/yirgn6WfFHgu7ecmJUWVdfYkgjw0xutFjea8xvAiHuO0DYb2pQvL/ZPPL4l03WkYUB24xVfj5
WRNYBxSE0C3qjBkwpFp0uxO5dJw4XMVaXETONH7wvDzz46DKQ/uwbAZhGxd9IPb1WizWfttQ0div
6NrbNyt6PfXjtFl59uAMolFv2qx1Hzag6Bg4RK5u7zxw0sWtDtHE/C6NzGquETKIxF1gLtL+iHCd
Hd6GU1dZO8pqxpuuE53kQMhdHxCncmTi+IvtJO5alcWFAmn/GMlgvPHmataH3uKM2QcdWrGHKGh7
YvliFD2SVH27JY1f+rzEwlA4WPizvnBENpd7r+pQmqizYHwUVmE6t7Nf1z+WovU2qDS+7pMqa0b7
tqw3+a4zFp1d+Tmc5l3nF+GbYDStOqV5Vg97XAfbH/4YND5gK7G+w2R3kslIBFjcCF0s/j7i+zi7
bYywmHNXq8uvTD+bwniRvVEcpOEiqz+GKPMgraTUteMWXv5l1VNb7obG27adK2XXxaZWlf1G9UUj
XrEA+yrxtSONPqlNlttdQPiFuHwRQCmRq7SjC7+r/D4uB9fR8JPzIHgDkMEw+8RXY42fsy6MZTeh
+IrYmKqGVe0lD9PfdioH/WoWY6XrBL2K2YmLYfSvqZFO9SGatiDaF2a9cmway0jpLMNEz03DvC/0
98LZ8k/a8UqV5E0fBmk7es47GZjzcFPmdlgA78Oj6QE4t1/uGtfHEga54tGBqxDaYtwWZIkitRGS
hIIr9HYKutqAVoDJdpQjuieW6IflSGHeS2mZ0wcLFJNIS7nBvV7oL3rO3se0OtwPyp/lEYjqDykS
rIhhKJ2DptjPtbX2H80cIU8jFoCPqr2hjAnprsbFX/5Cl2XVxS7Y+vKRSBGNUy7nbf7a45nXX9B9
nvVb3zCHNVFdLzgVkQa1dnPQtCDixVZx0TnrGLHlrdbZl+EY9MDyhqGLW7BXcxxsQWd+joqwbOOj
LpWDivjSRRQHoZMnnF7NHOehs3TJgu+BShYspYLEtCtOAG1iu3Wsm+j1BsoLUjzrlIn7cfLrNRVj
topbe+na68GQstwVQy9vrKgy6kONhreZWLPMv04l7xA5t7CS4OiBQCVl0dvURqQeoxiwp7fuxFhH
y5V2OeTizc7nLVnkoj6uSJfcT80agY4egiVLxqYYzTiDr3S55MfQRlWF5nCbbP1hnEQ0Yhvi505c
Lnq9bybtGWScpp0nK0fq+2gesGDCP0feo27OkVuDiBI7i6Ogir3RtYtXhanJZyy3quu4ynUR7aBD
jF7PGaZtNxlce6v3Gr/raqeNubH3aybJoCu0wuTOcdb1Xi3N4CQWNbQiboW/uIiaazklFJp9m8W4
TfldDi1GfFd1qReZtFNWgU+nFNckngyJgq0SDc2YDRGWe9ku3nrThZ5yL5UrHPsgm6VYDp6ydHeR
G5nmu4MlqVcsMoY68t/23er3FXHPqLIIQHof5LFbek1027ut1LddKdyR79ZBY43tYFvdMF7dwOg/
EqP23Yeg79rsPqujnDPQJHifsTn1qrG7nmZ7o35tL1ofrMyv73KwGvku6CuhL90sVPmw4z9G8TiI
vPYodzdq2k1IRzapb1QD76UMCck4HGo3zgeLjjniH6qI1wjD8HiZxrA9UI3pjB0a+878BsNk953F
p20XG2CMPF4MexjSmn3Q7W1zDb/g39hlsaVBah56leNFQP5YqNSJCB2vZzdSb4ON2mbqBnMAY6bJ
cTgoPaWH+05Lw4wXP/iJzNd4zgQcECIupac4iQzUuW+XQhhID3K1TDtryIpv3hKEK/ul9D7bc+b1
yRxE+WtFTGLvgF24B8M3UR1bZSSdhJxGaNxFrMzGycxVN6y/zKCHU3ZOHNGVuFdO1C4XjeJnTSjc
aleBj/6BBwo2lR3N0TeFOy+f9FyXd710qA0XFRz5m6qTLvFHn+UeRcx57A/CVDnEkRYGqp2JbNr5
VuWIFPUxV6ZRN1nvvEoEQ6zdtUfzYJLNPZYc8EUN6Q5RAlnBftUvsBliWFWRviDv6r9vm66vozEM
u8NSy/kjaoDRbblGGOeME3h1ogeLv/CnaFWHogr2qnKM+8ZtRo5g4YSXI5aj3ytMW5vX4Tza9yxM
ZyB1yI0HAA4Bvly1rK7AOGTv3NqoVVyRT7zJqiwnoC+G9i2P5YrrQDQ5wxSheb8Ya2QljWHp28hf
TJuAV23Ztd8u7gdlEsXyKNmqD+Xqt85OOR6iHKRs2wecMdjxTjSu7gVpwJBd9mEvg3ipeT+7sM2G
+3LthyCuxjJHHaGdmG2Tu+7anG3zW+PmFfcsuotf8d6yvxttjvjjqqPydtE9N1s4TmYRy4njJ2Ur
uB9L2esm7SHBY3mvPU8mRdQi7r4W5XjBptNbbOWFdRkO9rF0NIc5wmaOVEm0mJOdOK4eg7RyJuum
LVijyGt7WR2XSm51QiU2aw7R7LoNmgIoZKeeXRpX5BNGvvfbwf8mRgNgzzYNdUESvcmKG6bjDtmc
JlJ3RGJjE+eN8qy94gaAS0/n4VGv7YKZ4ITg0UXlVdlXvY0lucJYOl4KNt/349YGm+SQ3OaweoQ9
xNFq+OuDo0KLeBNRjevOVnw2MDdTonHcNH5Sbau82MZsXuKmqJ3yzThZ5jd8F/0xyfugava1t7D/
B/Lnkv1b+Ip7wbe+VUEk813rWQT5VeY3Flm8B3yipVi5JNqXNqaqbhhVsQVRbo7F0kxuIluQxVSM
Jiqr/jwDRjcaF8pNr/wvkxiHJeXazhUXs+yt2IrM3r1oS8+u0mbpyykdvQCdk6LVUWI0U7bygqmt
HETpt2VsDcMYJr6bi+FuyWR3V6ODpWM0caLwNiPdPUyydj6AwsrGuJ1Vq3BOiZyHUoBnpsRTbDsh
j3eDM9pYlZrmQFhvlxTDkmUMxje+q6B3jr5wy6ump6sYQ/J232K8qNaD6srow0b8eFMOufUZs4dG
3mwFKmPcqVvfJXMjndd2gzv6q7Lxuy+la8hmvxHVPi4bl3Ei+Yo/WsgznCTrFtzONW2mmChRF4fV
bkdJZrvVOukGgNekap5HAOEN262XBxurtHAJW5rN/9w1y5RfSdVg1+jPoTslEOs82mSuVweIOC2K
tYrPN/eYr2R0NzbzGlDIodByj1ZrNcZwC9RrO6+zbT+bS/tYV8s6JaG3RIRUS+ZRDbJc8fWYlnDD
cWzPe3Le6Tu3gVWgbtgU6MnJkVnxw6XYe/2Cifiyztuuzlsjuna1sO/BPFsPTReZIjGndbyklylI
nYKgfN243jrFnY1mWewjEu3GoSfVOytzi6+2M7iPetERXemsay8WjeBYQt5GPu6SAnvsw6i/qsJt
UrFuQuQzi7aTGYe6tT5yAYRtUg3j/NlpTUPyAsacdq+uwvv6KCQJgErU31p31vOFW0eq3zGn2J/4
uW+/ybbWtuJl2Zw6NlpE3i8cSUAQM8fDl84smzEuJ39cYhAZ7dsgbPWNB0OgjRuWw/3QlvJDge7a
YyG87EA4a8zI0dYlAYjyL6t56z/OE8yQuOsjKgWN09dUynE8pWcbaKMmaqysK13IorhwajunqjZQ
3I4xcVzQzIpyzrpyHubi0selvEvoCPUibbVJOmDWrX2n62DF3UeM08CDu9aByWhyvHoct0v5jOkB
6zqab2Xt9NUuX+eWpR+JYSEW0N1Xqi6BSUCSL29KIvgGDyGkiOJy9s3vHk3tPBZdKUMoSlJ9raGA
+XE3DCSuy7CEd8MwtAjH1qX14Bim9TmSYraSRQ/2Ny2j9nXJqt8Sr7enq3DNuyAxNGHIpT8iP0xV
0muvMKSLwsQotbsXK8kt5q5mMMeVFS5+GnTZbBClzfXKCdUVH5HrkR/6yKo+qtKk/qDMNff2Ouvm
r2oS7ZuobKlcqshX9s7rPP9TJhbJpFFx2mgpO+bXwq2cmxnw25yYwsATawum/Hs4twSFIwkUh4Ht
mZ98R3QUs/IpJ36ae3Xjo9VmkK1X240NL1YkU7SBxrKj1n9rqdK9tKup+th4KHClQnn+IzHXym40
ev9BBcgQ7oS5Vh8o3pZfLemtI/SvdvpiQWu1qS1sBEI+vvMCHsYItgvH8vbraoHLjrWOlvfANjkm
EGLxWaWYBtlp3rUWIVRWk8B1apku6gzPXCT6PPfQB0VuxrJqVwoj4WiIXZUNx2Mbz9z7XlpLTsHM
C78tolePE1QwFTdhiMmLoymTJwGyRG9grQYyWVXffzMVR2/KsvIeV87m94DD2/eFp2xKEIVHGJEZ
LaeolH03JEFRGXO6ORZWUW1Q8q2rQZkhlQj6dIgHRpOxWyK/P96HYXfZTTNHwTw6xX1k5AhX+oGe
d9WETGQyuQU30UxW9GhpIilonI13WY81/r7kOu57XQLZufMqssOEW1sHbA9dI5euhVxQakWO8tIs
isV+1bgBa2ibcJdMxDx79zQ8EZ5yRlGEh4E6Lyle67viyqHSKFMtSnnVOcs07WvT0FFs1aa3JKM/
dVYSYoJBz2Jx/Sm2lR98AXYxUAtZJou4k++EZDzF5YuotGYnyelooJpTiepa4oZm3Dolqf5uciKj
i0PtULyJcs8F51A5FqH5FLZUw1XZP8yTWRW7sXUXHes6GsU9Vfv8s7aR5oY4U+lXuvYsDTei8e/r
ppP5peSqf9O2YoKjIMgAUrjs7RgraGsK+vpCzNpYrTskeAVYF1qNpUz7daofBh2Qr45LQESfEXoM
YHT86LZF7hrxUK3nOxh8FIsiCMZbbI8+l5snPaBTleFsVVyrue9ii5Ljg93MhjhEqiw/ERSRDBpZ
F6AeHlGZgdJZqwffyAr3MAivfV92ZXuZN077qQjd7N24LrN/rCSjB6/pTYTJXJLgJJtS3lXQVN2U
1HlPYyxCKLuNF+K1+mKpvXC5bCncfcIeyX2dG0FVJD2XfxTnnAJyZ86WNeIgnY23ubMEiF5Ri7Fi
pEYouDWhZ3xayDbuxebpt/20Vq/aqiPWasI2fMsG43V1YVZdt3NGss9NHdpvzMgwisvKzh3wubpr
jmmGP/E7xnStcnouqyVRaVDaJUV0ySnKiaBu9Ugyd1k4AdvDF7grE3pF3oWbTzbeTk3ltlyWfvua
c6R51TZyKbkfYFDthsyzUsfrG4ey1mTdEs1NbCoYVV54M3SUTG8GUjikAFHyOnjzMr32Zmv9PDaj
Lq4irTgQ81HZB1X7Ikjmo+NJ0mZe+Gj0nnWfc+iwmbtcV6kMlugd+joWZdmiCT6tWQ/ScI50yFLL
xuChUkNTYj7hQ85r6qEL4iJCpiYOMVITF8Vsj9beDCkPcM/1OajLRtYZ5T0vr2JnCEZ1jGrDC9lS
zdstZW+9HV1XvvPy0b3DhXbFUGtAMTtp82W9AJvg0otymrJDBNSIENSKhPg46DFTB/CwOWY4kfy2
FpAi4n4DW0oFPzDrfThk0kz9JvLuGz2yTcRS0sjxc3ehzknoae4mX3SvA1pjP1y7n0qEhwmJOOMp
u8ZhXgNOkFvufZWuLr/iXwfecUMf55Bj3VjdtM1I4mlzGZDJ+MFyRSUOge0hD1TxunGODDevGdoz
SNPnIArAwEcQBb1FAK6nzt2Z2Q89St60pEeXICwS5r4zlYWnpPDelrla3v2+E/0CTpIBXXwbwqO6
JpJjTxunSmr0BnDfwD+zWe+cTC1JpThEc4WZVmZVVNfIMS5rqeadMKZoP9blOU3ln2S2EzAHrkow
CAGsH/XWTgAqLHYNtV/UoLuz4Zr2pOMfi0nOnRLlPO3QUyeoFDnq2PG0Ca4ipbkIdqRd9j1qKlRs
fz8rzwEzdFlBVeFfRoUQbu7TSdG21daix+MTbnVzQ0rfvu2dujgDvX2hZw13GwXKI4kEPenTqV9d
RZ9kq1MzR0KO1uXMCeB713mziYu/+0DAf2D4uyB0CIhPl5WgQ9rLPGrSSE5RPIpuvqbrYZ5pwj9v
TuMvG4VoE4DIwXLxuLh/QcC1NS8uXGoeSA0cAnUgH9utH956mQ8XdcPPbjD65eH3j/bSLNLw8CyQ
vkcPguPPfxmU+vQMeCqs0030c9KGi3NwozbbK9E2Z2CFL24WMHdHEjrwjWcsBAMjtA0IfZO6In/f
je104UyTSujsNTcYcGQHG6HEPWKX6n3rbEMipd2eUxJ9vjZZlL98h5O1mdtG7sw64nkXhIOIrGRz
Iwxp/32Uw9GDHZVm0AYIqJyiNQOskFdqIylj+TEJwZjHXkaNXG+T+5XuDKFBWU3iE8iac9rJLx2C
zPBRug/HZxRon75SaJEbJ1LZpI10x5si6EFSrmIAW4CMnzboKP9+Cb04Hho8PuhptFXsI+LjlyVU
dBDzDTkgP2vKNaV0D1jbqPz95NGdG496vL8f7wVWKu/QA3wBXCXg8D2+418GhKOZm6snmzSrZScu
q5WRktb2spt19su7YXH0G6Xo1zWY2mDYPNNGdipj82PbncI0b2vvqh4r+8Pvv9eLSwtZM/Q8USH3
f4JPfvlaY+M5RYbAZIqzcvXZGGGVG2g8x78f5cXZxl0bDDfwGfLzpw8vxkWTDdpgyzbqAUVktPeV
NdOqJuO7xbb9HHr0hVMJixdOWhSeqBifQuOF3/feRHqQ4oYaXdrjqPf0OT3KaCC/zEx7r7dgaKe/
+5RHwwNk/RDrQUDZPtUo3frKcolbm1Q1XfYYeGX1HlrUetdZy3a5ulByz9xZzw+nnyNCq8YGCXjg
KW9U1Es0FKto08DTJQq8nvvWlRG1tHALkgKkd9JIlve6aup4VgCmogYV8/t3+wwbdfwOSKX6YGhB
R54Cr/UwuWW5GixsM/DRsdrCq8o9ct0mCvCNzO19aHZhUvZy/Lt6cowMM4cpR+SBL3CyquirOTor
FaLk2G0fRt3nKcgUFXfrjCnU5J7TBn+2io/jQdnCj55z6lncxBW65utWt5je2OWXUPid3AWkVF83
hFb7xN6Gc3Yaz9YxIx7Jx0dvFFBdpzoLSx3RFQTrDbVqwogu8NX9JECrFPjvXIN1CO4AVARnjoRn
t+txUMDwAaJMoG1PjbiLcWpClODadOzCJo6iDXYkrUzQgvJcjPLS8x3vb0Y5Ahieq60btkvbpEmL
wJR97Bl1Xx/QDLPC2NlMfUHqUH1umNyL36/ZnxvjSfTJM6IlDJCejYpm0MnSaSeQJeCDutSAOfZG
k9JSH4uwApfl7KCQhlDte+p+Zdp3efgBVHJDGWDK8hsBPIseRU4OJAB4PAhhZWEsbTqg/4vTBMLU
MUikL/GM/kvw6UzCz9o07NrmYFBYS0EfdxdhRB1IbOt0//s5eWl1U1sFcU88d7yGn57RedTr2iXj
T7u5X2EuSbFfDOFeI1hXIXxVnmPGPlc14R1wGx55b9Aa+N/TATu/pjVa6y7NZpcStJltrwgu8uU6
w7nqPlj9TafDKpxP2rCDu9Js6le+PQ1ZXA+b+7pTQN///pQjscnxzU0F++D0Mpx010+qyboU+9s6
jVTbHajBiBRVLmsfAH84c36/sNMsFDgiBDEwoXdOVROoVzhNbs5MeekUh3HQX73Vz9MQuZz971/u
s2ueeA5mPIkWqm4QAk5Cu83NhJvbtE9KomUV+2bhPCKTd07d8PldcFw/SHDxSt1jWvD0leYzhi2Y
fvVp1XTmHsgPqtKOY1yFm5xjxwOw0WeBc0nKcE6a6nk+eSSLANHlJIEkhubn06GxPo/aYHb61KE1
SQJdAdIIArHTiFlNaTe6/qVu5zG1BXGOq6PuXvSj+kiKdM5t9/lbxRXRAdZueRY76VRcu5rJI00A
GkgEhNnBWOblRwRv59WsvX48s2JfHIu4kjSe4j/yjk+fmmw4BAXNWGFv6lguDmq7VrnFy7pW6e+X
0EtDQa0k3UOH9ihK+HSoZvS6dgu9PjVX5e5YYvLSzup3ldWXZ07n54v1uAvRPUBEGLXK05OItokD
9DXiVS7VpmIqxGBEhcq7/MzsPSOUsGYQk7eYPmzAuA+ePhKcsX52xxILqWF9r7T/1oADsdumUqWe
j/H05lCACo5ghN7oqzNb8qX55BEpfhxleLhwnw6uWtNZxcZTzoaM9gPdmkvQScWhGrbuzFDPr9mf
doBYlrP/iSVOnhPugdUBlxnSoPT0Xnam/2olckrNIOsA2pAjebTdouFMsePFPRnQQ/vPuCdkANvv
hVnhrQqkjDNh7qf8sq5Da283ndo32FDuUDkcLusyirhh9PCwuUP4pcGs+tzJ/sKSItGj10pMSDXk
lEezuTlqw1Uz4P0x+gm4dPOqLrvgzDy/OAqRYYBWs89bPZnnGkMEQW4+pCu91R2VJn3dUtv+/Lc3
4lF64cgcZSBqLk8XDtqjFldjP6T4dDUX3bSKFLc6O14aazlzQfl81NMwCXYxyQyJGxQyTtenQ7Uo
5uVhb7NBejmkocSXM1dO87iwn+JwQR7nzI58cUBsn02ewYZxfFzJv6SjIlwssCHBQLMJGccZOvVO
Vt53kAXQD7xKnnlhL+zB47mJphjaMUCcT65FHJgFvi+tQiAhd5Ki8UwKHtJMVib1zGZ4aW14WLdC
NeRiQPv36ZMBnQ4WGeGQMTDbr60Z169d5CMzcOaVvTQOATUpA5ItfnjKFsETrhNVlSO9q8MwjTJ9
BxPknFfaS/P20xmTHRXAMDx+iV9e00gua+TZPKSziJCJpVOwz4Nx23kNW/z3q/2Fswv7rqNPBVEF
D3ZyhijL09OwdDjAuc7R6heJvaxQ4F2mYrlFb95PxmL625KQLHuIRdQWj9XX4NStDHst0U3lrFKr
JmmPhnk4HMkV3aqsM3fdCzPJOWCGR/tkQqdTvQALWmEzR41KwxKrj7nC1q6EN5zMIb2338/kCyuD
aUQWKDiKE8AofPrS1JHzTeikUomByytaUEHsam86s85f2MHcaBYxCRXTyDv18/QbFL+WzWWdy2pN
S9GKQ0PjDX8Fen6Ukf8XERCMUErBqMlyGJ5SUO1MOZZcR522Asr3aC5B3DdEgGUtlj/rDf/n2/J/
88f21Z8Hn/r3f/Hvb2230hYX+uSf/77vHpsHPTw+6tsv3X8d//S/f/XpH/77tvg2tKr9oU9/68kf
8fl/jb/7or88+Ufa6EKvr8fHYX3zqKg5/hyAb3r8zf/fH/7j8eenvF27x3/98a0dG338NJoLzR9/
/ejy+7/+gFL7y1o6fv5fP7z7UvN3D+Pjt+LLsz94/KI0f+v+8+hNxH2Eyr6NIBArYn48/sQy/0n8
y06iu/NT+Y4V2bSDFv/6w4/+Sc7HFqMPhUIfKckf/1DtePyR5/2T243EF31bLK+hEv7xnwd/8or+
55X9oxnrV23RaPWvP55mJAiB8wUCxBtRcnFgX1ondd7xiPiM5gi5v25ZU92NwWtZBQq0omquK8Mv
v5f9kY5jemV2Zr893dp/Dk1B+9hngzf/LOawufkjVXVeEgzI3de2290Wkyp2WHQ3f0tT6D9DUYKj
NIXe1GkdkANaWPZGgTOc0S4EBgZavO/6nTEBXfrlzf81wb9O6NNT5M+h4Iyj/HmsR9H0eXqKWLkE
g6B4KgvO3NU8Aj13e4qcvx/lpddGO4nLEp48kflJHADNKi9BjXlJt/nRQTtrtp9WJBbGsekvMzuc
AAoosBA0bBfrzBM+vXH+ekKIs9A8KWki2Pj0Ccfe9mVZ9l7SG1o18egOzSUQxXY/1Zhpt3MRJNkc
jmfu7ZdWC+aKHo4mjMvB+XTUSM7dPPiMWmi5JvQKaJ+NRXPohkqduVKfpj0/H5DYgM4r3Q+256kC
VaitYrVqVPJ6exU1Gpi+uCi3qn8NIXvZgeGfdiKUGcbBw3KbdTg0/P7lvrCEWDhMLKVyHBpOyyxN
IUorlLxcOGvltd1G2k94mdo7M87Tq+jP50TgnNQOwQUq1CeLaAIAEeVl6SUOhqaXHUF/jD25uuka
MeyGVoSH3z/XC6+QdiuBPxKLR4b3yQUbIsSbjeVRvQlFroOfw9VaV3995+nt72ke/vVoCIG4CNNj
s3AauEqsJfCDq71kmftvErzGRR5K/Vp4lX1mN7y0WIhM3J+KZR4v7Om6zOCeqMErmMQ17NLAKa0i
QTXVuqWgq97Wi7kQrHideG9WmXXTT+Y5Bd4XtqONABe5jo8EAlIDT79AYPw/zs6rV26bW8O/SIB6
uR1Js7u743IjOE6i3hulX38e+gQf9miEERwgARIYCYcUubi41lsqDY5ZYvn4SiufvGhMfeo6y0O3
QsaC9mAUge5UR94xOwGILYror4eQHvfQJgjUYmlErLPAGLqCVYnrxC9RhTjHYgYk3ijj3dh51rkB
9fjP7+8iSoHEAE2KAG+7SIuZtaM+uKZvj/mXAubMHdBzC1FQ90h4cXeOHogHqWsMQ2CzX7Ue18gO
sK4/IHMXDG07PUzDsvzT9JP9UqK6924qFCCGaWOaR9fIzlmRvVcKEuSiyHZutlWamlmsNhbi5sDy
7ns9zYIe3lMIJDM5OJabMsSvwyJFwX4l8irsrM08IYg4AB8YC6GABBB7MZ6Uah3PXKXrSYULUkSp
fjf3rf3RKGu8yzPnL0VN6oOwu+nW/fs7WGca3EQHZA0vdzL12QkoC78jMQTbOUo+T07lhSmuEqCQ
AC9liVX6ppd9h2HenuFX/317a+0ERFI0fogOlIHYLz/Kq2fbMFZrrCam6ffV0AYCStITMPLkbJui
OkMrOWrD7n1knmyy4UtqwovqcrwGi6HJtGY2WC3aM9g4I1AtNO1iFWfr21PbCVNUtjmuSN7IhG8z
tXVSOnRYEcsvImCMtTO5mAZoy/zRnsfuIaJXCIJ2av52mrl4202gum6PvzNVmvq87uk5U4be6l7Y
wOoSjV6dD+kUaWLy5JO12t0jcK4jgbKdqYIT+yVdSpmENHqzqs0wVSqdGR9ZDPXtYhopkGHaT9mc
QAiNTd0H7RyHuTm4pyZP2vD2THdu79fDb33Sm25VYjziDa5suWVjNT+3IOMOvuflVv2VqeNVhOYF
dRH+zdpsHdVeZmQyDQSrCxC0hl7aXxwnNoLaU6MQnGJ+0Eu+/H7/jgcIjxuGiiVl4ctFNRQNHy6N
G84d8+5Ohyt/n2O+4BdOdnS1XH6/X0MBJ8L7Af8t9LK3yDe4lJGaObxY1aaHSKfnsJZW/UfemCCY
JlV7QtYPtPg4xkFCjn0QDS+v039H52JDQ0kq2suH3+sYoEgWewr8MQR9OhCJFgPzWrt/HFWrC9Ni
1sLO6o13t/fM3qDygciuBR9B/eFyUG2MlUXXKLSjEV4+FBU0X1hpUpxqzf9x3Cx/76zjfPBJL6+3
XzMFIwY2gUsUS6it5nyUFZmb5w110tbCoRem+H0KsVM6WsOfHpxagNLWx3O8NkeGBTu7F20j7AqQ
E8Pka4suGiMe9qWYoFlSYfTRlUWxtPE8CDSOFurtqj7cXt+9qWrUL8kFmTDi1Jfr6yQwoDHP7kJN
HSEhp7Hz6Fhz6zfCtp+LumgzH1R696HJB/3g3bI7VVxxeauRi4J1uxy6SJTSiRI+7eLM2ZNTtdYp
GQbxx8iPCLMFaN7tqV61jXnDS88tqflD3wsl3csBIfbZqHiaXdg0hneuStsKGztZNXDha/O5dqBc
+A0qv/COTC/5O0E+610WcZuD1F9CbZqdI+WsTYLx/zuNEgoVBuRiITxvLp9cEUW6rj39lXL+zPly
zx6Q4SCm2+IPnp5DrNFtyPSGEbpqJ4jUs3F2zWQ8CJo7QQwRXh0hLxQ2ZOJ6uTQ6GiNrV1p9iAjQ
8i6toCqIKfsBRsY5AAtcXgL/P2MLzDUAOulYvIV9Kl6lJvOUDSH+CdJwXK/vpqgZvt7+1nt7i26K
YcgKkXyBXM5H45JLIKEOoddpZaCnXnEu1EX7rI72GAi1yn4vK/13WlLmlDBF6Xyr8zRECTQbtR1C
0UH6G1dVPNJunlFGyY6gL3tzs8mLKNTLHvF2G7dGXC3UlKnGFm0bNqpT3a/VsMCNGzGABrB1vr2W
e3tDojoRsaJC5LkyhLzK/WiKlzPaTn3YdtN8HgGM3Te21/iRHuUHIWEvGpHw2WAaUO6mgnI5lCmg
1/SJVJyubR3W2lp9qns3f1sAQYCejHxCphWQsAaBl8vtWf6q573uWMnogCYYCCadvxAgvBwbDRnH
XmzY625puw/YQZuhSPXRX5xpOGPoPX5Klz6CW5D090mxeur9EKcA3ofaSU5JVERvh0RFhkrEjvsE
Oxa5cVNJogdTGzrfLpzFPbildrIB3l8WIBB2AydqE7ojvY9a3RtxTq9y7cVzxTNNfO2dh5DTWxGL
8a2aKsaPtF+qs1EJ7/ejKeoN1LrwnKCCzl68XK/Cgmjp6RGhK8kVhB3GyA6nFp2AIMW7SfOTtYeZ
pES996OBUBz0YCl7iJSZe+fR6fycWavxx8E3lO+xy2/I5cmTW2bzpAu/wu2rrWo2wHAGJwcY5EbD
2cEt9JRkzvCoRlGK2TbqY6jJlrGf64X7vuz65f3SpPa327/iehPLG5xWJPwESti/HnOvfsRkNjDz
6p6SB4wo32pz5D7AwN9BzVYeUaly79cCJqW2dNXBSd28E2UUQimXGK5KlCGlKxk6Xg29UklxzFFh
aMAY943Vr3dcWypKek3c/OOACX7okXZ/El4EOMmYbP0tijjz59sLcB0wUNukVa7CEUEXf0uISJxI
W2tsNEJDaRwUbWDUDkLLAGbVy0H6sj8UkRTmBWu43YQc5roeIobKV3P4s1M6K0RnrEdd1knsg/O2
911BsJB8S3F3Z6vrPue5ZWQGTjhwJ/r1tCilMvi2ghVsV3vGTzftqu8RzPfS11sPYvntRd39tlyb
RGIAwvT99MtvKzJ8snIvacIuT/SnyE5cdF1i1Uegfw3xCG6evA4KWbz0lV+tnfVoVtpvdujk9gLB
KjuAv27WTZaA5ljrDHoBFmx0qzcxbE1SpcTWn1ZLre+1Iv/9FNEjAZesFw28Jbbdl3Oelmkw8DEp
w8zu4ns89ia/6IWl+QP2s09prCHpfXuZr98bjIiiNtLBNiXDLdg+MhpnTiMIE6i9NcHI7f2yoPdJ
ua6PnlAOUU8TLkL/4dxKbD+lZsblfbe5e6a6gU455aCxBylBW1j5C+Zw8VlY6MIq1ug8tt5UwEqN
pz7I6iF/gxLc/Nftqe+cJa49xLYp2dJO2NZ4eldHnSIeECgxJw26MWRKkAflWbe67vPtoWQc2sRp
Lms6QfTYKCFukd+rqlF0Qc47nPIx/rvXveqxQrkNiQK1C6w+W4/8BPdOj0w4eePIWo9hb3ZSD7cm
xmEKVe9Gn3DqaoeoxJkt/xRZSJac1MKcvrdE1CZMqQXdwdmOhsCIYT2Ht6e+s8pIgiAHLOvDoEU3
Z4g/mZTCAndHBEdHA2AHvTBhaoERQWo7SOt31xkoNjcNpTQupMvzs7rG1NbjBKpyGayXsSyNd6s9
Wwh7KX/muvAObr7r3J5GrqRVgbiglLZV/BbOGqVTzdzqSlvu5wmt7wLX9ve3V3AnDlPZYQz5OqfK
vZlUVk9Kai1WE44eYk/LYOSPUZ5CWIWujLHSzJ+hQTUWzd3qJtl/2LmkwQQHGlASV3K5oqh7wFQW
Dnk37Mfnskknf0qmSKAMJrQ7O6mh3dye7s43JI2QzUyJwSDpvxwxGybsxw2gxa5TjrAksqKDXLt2
p6mwnfdTPVV3twfc2aGcSCBbYOsp7W/xRsWkrii+Uf1rnFQ8lLhVvxnmtfrQYKH79fZQe3OTL19u
FLYn63o5N6PptQbLDXJIo8p9vMa1UxWhHKmlbona5SEnT57yTdwx0Y4GuAndhEr65vDxnRxEsPBL
17Ok8TMcdd7xIF1gvBiJHaBjNT93WldzvwyRCNdlcQ7KWfs/AL8GOtRyD20mjG5hwv3FD5Da598h
JY/PestbxgWo8Nx4ZnqyBF7HY+VgTtcdUbb2lhu0GvUPeqhkKZvRkYTJ1Hns+5DsYj0NkdtCjm3o
Sk+TLh6J80eGEdclF9nWhJcncQz8wxb665QU2VBfwrR+zR1UqmSCIoQWqIr4VGWV8YAmkPCXVVFQ
FyuzPxY0Sf1MeE3QKu4RT+EqPPFjJFqXIi34Ioi0l7tNzed2RKPSC9J2Hl46kVnBgjnn+fae3huF
pyIhEEIkr+bNHou8vFry2UZ02SnWczaAqW4xDbu/PcrVpwSuLlnfcF94fYGmvJxLzRz1Ndb1oB5Q
dnJV8bND4fIO21oUmhK0SG4PdxUTgOWjYI2dA40KVm8T9prYIbThGxB0Xlx9mzkdnxHLQzqgTY96
iztDkejBJZGpNtDKTZ7r4R9P5W3BKyKK1+XUKCkaf0YWVwM+1eaShbdndr2QfCbonCQikGUA1F0u
pNW5Lm9C0wi6xf5TQU4htOalOSPyRQ+knJWDhbwKAIxEA02+2imlEIUuh9PyJTZWR+g0XpIkSCu7
fZNl1fBWna3pRa37/hHsT5kEUZ+s91PXKeZBdL8uOcq58hmBlIJppnt7+Qucpm6s1Bz1YCLIotyJ
mCCKwBESbsnkIuFWmp3xxcwAPvt12U45eKBsIR8WGrqIRt6J7uCCcxnwIijLH8SbCqQ5KLArfOvc
tGuuoduFfKFifncbPTt1Q9y+Q93nw6L060eAJMPfidCsg2rTzqcnCwVw6MHcoVgov9Wr13LZ271C
71oNijpdHufCsINWjYcnBM6Vc7b29kHpc+fbU5ugQEH3BIbLNgeFqGyMYrTXgGoadZPWGMhU5t4r
UAlHqu0FxzizfXbiRivuvDSivzKpOoW92xt+53zxK8B/GPSroIdtjvKijXpZEZgDfVlgfrZO4zfq
4oUc7OFgqOusW4JouN35shTer2yKdL3Sulh1l8CgJxdmbjKFaCtNT8uEIjUil8lpUqYqXNcZw9dp
QEdkQSj59nx3vjIJKSxBAKxUuLerPuFw70yVsQSjo7UPdaSB+kBmLETPtQkhxMcHAWXnK1NEpFFv
4PYhM+/LXdU0ztCvNaLoJQ8O9NuS9kVTWgVj7Ur5W+RVibx36VUfQYcIlNyj2HUOln1nxkAVZJZD
MZrK3KaKmqGnI/A2VQOqYfmjrg4g/KN+/VwJff0bU8k6PVjivSnzwKAsQQ0G9v/mIOHPlnkZUY8e
felmH/LYQDqpVHLLV2yrRQWK9K89VXWJJEe/ato7jHDHA27Dzm/gxcHFIWlxTFtGmVeHOclQscZm
SA0Ud83OarEi8bh0hX3X2GNjIWPkdB+LRo/uWh1F3GJJ/sMVSW5hsuiuDqBguwgoCHdgErs1mBHb
PGWjlp9qLRahayRzcHtL76RVIKWpAYEWI5MEaX45WRHjjeA1rhmIseriIG9WI5zZ/89QZhCUy3Ln
W18ZCMIminufI4dqkl5p1pulc9B6t4bkQMvjOoRzkyHhAf5Q+gb9igOvFn+hvKdNNPACC6HLlzi1
xT3JLHII01o8VlXf+GPSTXeUpo+W4jrbohZFsZcrhB6aua015gbptPCEFYjeTO+dwpoeFY7lAUr2
+kSR+UjAsdxdlmrpl+udLjS2m9S0Ao6W/hH1a/0uaxMzyIzWDPKcIHJwhK+DNMORrUJsputyRfFS
kh6csxHbwbTmZVBFYg0NA61evvQRxWt3KPpklPYcG1bZJl7NxegqblHZAXcwcmajy7npUYVyhXMU
GneXkaSDoOTBpdqSP9a4S9GsjaygRnZPIPV6To3CCCcXLkuTZulBJN7blaR0gIDplcliweVXU3Vl
Xm2Nh52+tM0noMDFmaPb+IPeZx+aFXW/UjOiu9pGwOr2Ad2dqCNVkmg/8mjfrOlqIvFrTDNrmmqI
pzVGDtwyUV8Aohf3tEuOmjG749GOQU3BoEK7baVrKOguMZWvwKOzee/Yc/kJGTmedEVUPdhp0/11
e37XwZZSmjzs4Hl0ukCbYJuVcVpoOePNNguI7FlKYcLqnue1NM8xtqcnZWxs30Vm8GHQrKMn1t50
6XtS2CLeUxrZHMdBNKWRFyyvjvf5PaZaxh1gptjHVNt8XFGzPYi38nNdZqgmHTZ4UXiIcUq2lX9U
IXJE2Tob4cSsk9Qh9aPS2wYp4xAFqNk759iOj9Li3UF5xdkUAmnIb8tcxgo+1XJrOwBraT56sVH7
SUYC1bhLdL8oU3s3N4N+/v0PKwlFPNd58OH4fnlkNJEZXouuYtC7Ud35o5Z25x5EinnSksn+B2+9
Ek8YLcWXEXMC9WR2TvLp9k/Y+7hA/yiOcotyl2+SCdSN5xX1WCuQaiuPGLdM0KGVCEeedQjGcTh6
EO2NRwmKxxjXCOXvTZTwhFsUJRXFQNGN5aeKeukZnGf9TQNTb2CWUOd/3p7gTsCl4gVMQJYHbHBj
l2ucF2pTl6NhBDMsfi7GBek20t4QHtzP2yPtTI0qATIQnBODi0Renq+u5WzIy0KrVydoAFhnffWj
Xi18gfHwQFTFPmre74wG2hqsNVkJQJutZScu5QoKF6oTqKNBCcugEuGMhha0OQYz0Ning6Tjejwi
EOQYEPqyXLCVKevaKCmhhsUhrjLF2eGCRh9SUXy8lmZfRNN0kAT8QoJehgEbrA6dXfJ7njPqJq9u
isldDZUHQ1ct+k9hpu5Pd+3L9yXanG/U1TC/I9A0vUuSLH5ImxGX28jxkrNapvMzbwGV1gK+sIUb
uV9IYHnm3v7a8mtufx4vHGjhOsk4X+Lya+MTREe8SqLA1gv7npPZ+PpSzA+3R9lbdel2SeznIifn
vxylrydk+bMlClL8gO6avk4fnNL5VDpe/zAow8EOvg6CNOG4YOAEOhqQIflrXu1gFNkFmWMfBbno
J18HVO5j1mSc1LgS58RCpwmW1hGC9PqAUgkib+Arc8Fxei4HNY2szxJ7xbZAhdGroaboZ3lsnkkz
jho0O/ODcKuTooCDk/W1y6FqdIOBjvbS1CTBgyN2YFbaeASsRYPq+qy2TyvWkAcbZWd+Fu9Dwg+0
COpQm32ciUTQZ7NTQHaQ+nW1RAl+dsaP5TAMBx3j60RBqiTgQkkkB7ZqbYby3Cm2xhgf+ckeUr+Y
RuvcKnP5TSsjHKho4BrnZUZZPHTWoX/pLPWIurp3aDG+4yZxeR3yD5tTwWvQnue5SkOnQue8safu
7TyvI25lFgYl/BjrrI4mIEDh6t1Pdazw5kNIrUIBeAG3MHD9IPU/fl7iOXlpgdwcJKm/stDNsYUK
TV9fnlzkFjc/sC4QAo7RywnFtBQ1flpG+pjqjfI2Sy0VR4UZb71UlPq7ddabN/AulpeoypKggdX2
pTXq5a2X4ZZjKKBUhdpF/SmruvEt4tXVN91SDP1EJkFHE5+Eg310pUxHciL7YBaZglTScjanszEB
+pTRkIQYZn2sG7V40LAjkaQpzCUcUEFJ2Q93+YhC8+zkw53CRQtVYXTfFJUeh+BHmoPVvIpOxD+Y
hbQFpSKntoXPSthYNSer6WezkyAlnPfTaTYpJuZeb3yw1OhIHmdvQI4QlwJ9LFnwuTzA0VDVyigU
06cib97rSW88Npi0BE5R1chZJ/nd7fB7dXZhvjGMVBxAFI0YfDme064jVhSQqsx0ns8t5BVACqAS
1tkVwe2hdqZGds0okBMMQHGbJJ9EWMkmqzL9aW6t7tRTPfrHW+vio1cqc4ALRH8w4M7cPNwJibtS
O4zM6HJuCs+yHta86QtldEOoWrj60LP2TXMcP9ye21VcYgROHUVBTKJRMJdx+fW9MmQdhSlIF2rZ
AatYeVVrS1WEOK9grOLOfVCUS/0h0ZUpQPz3CGB+XYRnfERsOTiwBmgWbbZNoiCjPGAu4aNYQtUE
Z8Inbx26s2EN/YdGUQwRcnai/pxqs/bJ6+flJXea9l46Avm3l0IOdRF/5E8BzgOpkgIHXe3LpWjA
P2gIccNx0r3SbxvNCaoeWYHbo+xtJjqALv7AkqK2ZW2pbTLpkVPjqDfG03n0sGBUwC5icDdhfVgb
R0/E3VnxZsOTmIYL7+LLWS1QRBwhRkTsaSg8zFVcPY/tofTv1fUt147HgwS5EQW3Kag203Mr5t5E
AdSI/sKGT8cFZKio09A0kV7LuvluAWx0wHHeW0zJ40HoyIWmbm6eSHiS0OFZHHRH8F762utVKU7I
Dqnn1UTDKRyM7qhItD8iZ4UiH5XtLc6uQxEbmUGoO+200mDMIUMs2Kmhqr8CVM+i4bc3pcFdyKOM
ijKY/W17s9SdHHE/xtNHXbmzMnd4oN1onW9vyuvPxyj0GEGqIBLibPk0phfFCbVq+FBrnL/VOzcL
jc5b3szNWIDcXBQPxXW1tw6AhNeLSfZl8EziKBB/thqjPIc41Cj5Q9hrUZ+MuuzeVGc3TN1IfbLc
QhxM86oORhRHvMOlZOhwW281Sei8l16Dj6ifDSZqxI6oHkYUrUMPM9yQzh/1OMuVEszmEbdtJ84x
NNwSV35KoHqb4LLEpjKDpzZ8dHiiIB5m7EYGSw+73sHODmzyKdawKilHMQdWqYuzYivGBwx9jxKD
67vFQA+TsgatKA7rNuAOE4hXOyPKKRhoh1Hb4kmjDc6jbS1H6fXe52VfUZ8npUPDYRN6+hQ/SD1C
OCIeBytwGkP4nbYo92gWTSetx3bm9i7eHQ9Xeej/UoB8y8vqC0ObwYyyndhYYayULCCWDM8jXxWS
bL8cvIP3lhLwCCfTApNE3nMZWkd7tnk3oOOQu+p40tSsCJbExbpJ04+a89dRHIFHGcSpuuN9vk3n
0h5hZaNiqM6Jx9AjmwuMyv1thBXnA+wClUTyWMrEcsKvkoEYJ94kajvLn6H5niI8j06JuUR+F2V/
OpOjHcS2vagDCAmMFZ0iFlF+z1fDYeuWZMrM9+pFpt0VeaX4OEz2j7VTxeGkxV4ocLv8D4NyUamc
AigjVwrdWrPQCXYG00/NBavPVjfHFx2e258EDetFmezKwkBDFV9v78290ANjmMyCaxLatlyLV3Nt
MNHoxQBvuEvxQC/HNr3DoNb7xEsXkWos7QLFbub3DWoAB4+TvVNBqZa8hksSP7vNRzVEX9X2rJm+
i3ryuTfRMU7TGsfbeBhOY29Mwe2Z/mLXX+ZRwHDwLqbTgH4b0JXLqVaFpWLDHXMMe29OcJmqbKiS
8ej+hUsbThXALdoEWBPejYFtxAiGLWVavVHFVH/VeNGJk1k2jXkyUGOLw1o0Du+ndOhxkEI7fsLO
t5hn3wWT96VPbe2fgprzgA2hXvYYUiI766tthSUKPkHrcHIwYv8g3cQxh4kqkBtWhon1qVmn5ndR
DeQhUIOAsxEOSLc223mok7WeVj5xK6AHJTk+dYZXDKHUSPJRyqz8BYMfH2PE8lQMqG4drLt8H2/W
HTQfFRtUejhT29PrGb3XWJFrIPiipt8WA+uxU2l36s+50PrYR6Rx/DhoYFFPJsr7GCinhv6p1RYb
c7ghNb/ijo3hYZN0rXWXYyTyzkrHNjrplLcBJHdFu/pYmTRYOVstfiD0X+AfJSV1g9sT2Qmr9IfB
O/3SNuBVcLl/MvShraQjqXMwkQ40PDg/zgJHGl7gS/j7Q0Ha4c7gfAD0Ni6HMoqxabTcNNg9wC75
fvRrtH7lxsCi9PZQO8FO8oP+N9TmMsQvFyXClFlZ1qg9TXpTfF3lq+jEA1D6hVatuBdWvR4s5u6w
lqw78VhGCXmzmKYZo6aSMsOCLlxx6hqrWyBPjnV6Upux+ep5qRJGaEYejLvzEWmhooUsfTqoQGzG
TVzMlRJ+j692Rnmfg4U+NYPbPke6+vP2wspjtdn23FQUAKS0HSnNJtw0bV0JPJBQSMDj/O+iEc7Z
M1uM1Kq0aJ9SD67T7QF37uKLATd1KoEpZxWPJMtJX6gfJ/RwvjeyQ317lN0FRCOKSgpZo7WlXptq
7c4426HuocUYWovW+zDWevWIB+MRW2pvKGRc6XLBRIB5sdmamRApR5r6xqjFw9u47ObQTLFyb4rq
r9uT2tmN5BV0ROjl8U7cAk+n0hGznkS8ZpYOBBRyFmfFnSnwNlN8l+N59GHBturb7UH3vpcU02Nz
0N3iEXx5yFN3xCF94nsVS8l+TCc3gIL8H/JqSkM8oSTXi2+2CSXUTEd7aZla33X6t7ir/m4q3fmA
1+zBft/7WkyFJAX9Kcpam69lOBMA1UkYPn5m6Utt4ULMHRs3wbpGysPtpdsdC6KTfKQB4N0W9Rop
GlF4cKC90WsDNOqWE4WN4kEUkRHcHmrvK5FMo+yCYiSPrs20kkWbrXYmPmIbKM5rjVOcM0S/jXSk
gCe5uzCuWSX2/OVeMPS5drFaYELZ8HURYxtSqljPpkPu2ZVuF/6HScmCKHm7fHZuJmUr3mI27kh9
gvroczX2vLaiwonUg8XbO1cQ+f83jvyOr7JLeevAXGccY4aipWlWc9LNdgQG5K1nLMDcx74rxz9u
T24v8ML/A8YCbBihhs2gsFpiu6hWBu3hm56iqE+/TOkynNvEcV6KAce+/xB5eZ9Q7UHsnhRe/qJX
08y0vM9Gla2fZKUVFBiJ+Yi/6wfPur2dKAvZIJzQ+bG3EO/FncpZt3tKPOU0PHptBl5fz490gfc+
mSSXqRTOKFxdNby0rCrTAXNzIE3pM+ozhT8UaRdUS5JCFnafZi/65/YHu54YpRad6g5oSBtJoW21
TBv0RpvZ/AVPhcCzGvuDNhnup9ujXL90ZEEHqWjYmbLGsgmEfTnpSQLVFiqJU9wlDW7kU9p37/EJ
b/wY0OuJPqYNCDIbD07b9ZIyMkGIgjLRCtbY5fYwR3Qzp475VaUzvRiKkX4B1Tw+1Sg9P0Rx0Z+V
FV/A29OVu/wy/aCSJEuPElELE0su+qs9SXmzLxJOH/yruULv0HJxtdS1+7JIx/v/MhSgTihCv4pm
l0NZS63R5gIqgb3HHBRO2/oYbuhYWpVHKg7XZxvZWVQpoOfZVB23slODldEXXTnb+TS22CHrdmAn
eSK9wvPP+VgqB4Xcva0pw4jkQpKAbKlWqYZG0BzzduF1hdOqZc33auKaB99qb4OAyKAi9atis619
ZR1CeNAOwZp4ffqGt+98p8xZ5qvrPPhYALgBnLkquP3VdqYmEwOEWiE5gpXY7kqq5QNUbDaIEs9P
mIUnoTcRXW6PsrMNeXK6tOvpQtL32yQ5ZuvY5VAwylguQG2dCpNdE68bxL7y337JkODI2gn/LWXU
bedtpgI1YTxCEpepUUCHJju5iYu1+drUvmZWoy8sjKB/e342jXrZpWKLXLX7dKMFDgUJ2l/1YvqD
Rlb1BQxEGaRFXxx8MPlBLk+05MeCs6AvRTdzi+F1rJL27LqgAeYu8zszm0UIydjxC5NXNGa+sw/h
vXwUuGd/cBP9SKzx+ktCiSBhwFaB1h9LfXnKi2QqVG9xAOeX8fzdtTG3xJh7xLmuXuLflX4GUALT
mUPFx7ShW2/eMuW8CnVcKxjALZpdbbqYz9262Hc8T49kuq85EMjPmO4vyjw1U8QZLidWKY5e1ONS
BslcTDB+JhGqHIfQy8blKR5E/mwJ9I9EYkEEVsSzObndu9u76PosMi49KnkzIRyzhRiAoVFsY0UI
Bw1egQeyhk9Nuibn/zCKvF/JMsn5TPmFX10JPMNzpETdMpj1cbhPSW3BUBjmwYm/DtEyOYFAI2t7
zEq/HMUYOqHkFTU0o6fGbaTr9KAPU/yY2vNSnrR66O9+f1rELwrRsISusd+x2SOQDHAgWFuj+zBo
uf0yNW5/cMntTcsB/QFSRZe6lpvFKzPeF/WaVKDlcvM+EVD+i7UW6JyJ8jRo8dF413cCK/hqPPl7
Xn2spaaTDDelCvCLfylAQ32hBLvcp1adwdV0vw94/BzEsqspwiWm4SXhcxTrAO1dDqlG1diUMSqv
Qu/M05ThqDubTndvSty5ltZHoP2riMJ4EAIoP+HSJZ/5l+M5SbX2GC2zU5QkPSddQ7fHAMjArzxy
svvV07kInnIsaYQoNwmk6U32JwiPNQK+ZdB30+L55izir+wl8dZZxwnZurSs6LQtWKhjJIw1mGf8
UNNML09drmbPAza1n1fdQE90yZDCzYuSApKYABebVfkDqQ9+P6ZjX3jJ9/ea3S3vKWBPyLUZrTgp
dXfQoNxdOWIWXRduV1qklytXNcg7C45TkJbCfp5VZwytiReO2/dHVaWrfSgXjmEAYUh10S36YBSO
IWbe20FhL9+t2a1+zFG53FXZkICZx/l88s0iPVK92xtVYsHgP/L3FfOv8pKltg2BAYWiLaG3igb2
g6WcInRyzuWgqID0dS28HUj2VpUKCcxjlBuB+m0i15pnY9RiHcoLDhGyLtOXoEd4kwJhdQTj3h2K
Lg+oMnQEedNdfsB57RcnBhaA/6pnnKzEav08naMgoe79u/GYD4iaHsLuAANktelyqMSNZ3N2TVwb
59K9c2ilBRPGGyFGGMnZ8Mroj9ureH2fygEBLWLbKBU+t5gLRcheHoCVQBNx1p00s/bOwJyLx7FT
6uc5XvsnReDDpGV5/Rd1UD3Eh+nIeXtnAzEKgA+Ya7QdtoItXglOsK7cPOin1Am61KiDVZjNyZrT
5Y0XeZhmlmZ1cI3vfFVCJ/kg9XQuvi2mpS8H6Iquif98Y6RhlEXzp1VzehovwCNur/LuUBSlQGzC
7iAvu/yqbQVReZkZKu7U+K7vi/g8ufr4pre64veDDTgdqSgqyU5XnfkUs0LTqBSGmlrvVEere1ba
Vvh11R2VOK5SXLIfKWQHqBdRZ55vl7OKy0yCk6Ic4ZfSC/AQtO4aNMp9a/K8n7bVCtqvyKZ2EqaA
lNTRk2hvUYFlS4EunhEUIy6HJ5Xn8cmDPOgQ/D1No4Jqa6PqvtZE40ExZ+euBVAK2kG2BggCmwi+
OlnSltZYYEQ2qfDHuuZjEa0Oy9tV91ppFHe398veeaBaSvZng2eh3HI5NWOkMGLnogjyWG8eSwez
t7rRqzM6P7TPtBKPzCQ7MrGVk9hcutJg7H+Dbi7ddCnXqUNBMxCRgerWWBbLR5jc9l1d5c5DbhjJ
2csdDcMHU8+/3Z7w7tiUsABcgFAAIHk5YVcTyzDpK88VMRhPa6UOJzJDy1d7I/G7avyRe5X2OAr7
CK63t4koF0spXNRaAZlcDuwtVeUqaVoE6rDG9wvv3s9Qb2OfcHUEAN0dimzt1zUpZZouh6KaVWDG
WBUQCrT3a6k6H+vJmf11VKODCsXeSJjAQxyBfITuw2ZSLJow4erlAYi61F/7VQlnARwzE86R3ePe
h4MyCvGdZA8c4uZkVNQCM1sl3KAPWj0sZda1J68oP7Rtp9wZDZxlLknFT/ROfL69ZfZuLuqPNFkY
3oE3t0mA7ZSXvDNbRLpV0QLdy4xz26n9g7vYiT92YklOTup+mdqk7k745tqw4y334Jm/d1JplcOv
Iixwa2/mv0RpLmsmeTCYmfeAPz0KfWaV+G1R/dBcdLLp3xzJuF29P4m7El5Ci4i8n5lfbqQm1csp
bhbGTCF/CrMf3yP44x4U0/a+LJQUNItkHQPG5+UoA3x7kfReTngdxdvK5Hu6i4jO3JbfnchqVr8d
nObNYqNhcbCoexcLHD0YXdIR/soOcq4m9Iu6sgjMSe8a3xzSGVv0PL63rLz7kg2N+wPzXZGcOrdc
/H511d91pZcwKV6PSJhKTQ+yks3ksUlMUB7NA5tLzuf5DDQkGbNgVqneZJV5RPnfO7HyBiV7B0RN
Nf9yvLSwaZoqjGdlVuG7i7cGWmtn58Trjqz29u4yyD/SFx1VVhLoy6GyTjh9WhukPV6qn7zatSHy
R/19YVdLOPerebCPrqdGfJXSnbTKqCxue/i22WlrFMd5MIn5Q9z14+OgkmgWkd3+dkIH9oKSjIxF
9EO2+Ughlb08s88DHCXHu1nlsAOPn85lN5kHO/RaMkDiPPiLFrS8Mbdxz+srk0JwScaqpOKb3udT
ezLHFMWprp/XjwudvL9mUQi/98b0nNrWiLZYZZ90Whfncp7rg2h4HYf4MVIdlZAI93KLIixUxTGH
NScOK2nxqa6sOfcLqzfv7Zly1Skqm/5zPDZVfPBe2R2XCgsywy74gm1vd8SvuxumLA9QP/0pFCUN
gRs4z6NFGZzX9hKUo2V8vB3593YUvA3MCKTo3xXE3qPfZZZtnQfmrBUwBef87GSz+rIY+Gj8h6G4
1RDIIwrwTro8LOs8xvxP+cwdkMaz9X+cndeu3EazhZ+IAHO45XBmdlDWliX5hrAcmDOb6enP17r4
j8ghhtgCbMOAYPc0u7q6wqq13GThxjQ2Aibtke7U7b3UwWdgwLzYEtK/cTkdxKOWMFlqNPXKHzIm
3Xti3KCJIvUBtJn++PqtyVcLaA1YUPCa6621iS30Mm+4LaX1Pnbb6sRbXl7cPl4OVtrbGYkC1iER
mjfv1VwmhsuUWkZRIpGERAwrLE0R+VOSdJ/7fCwPIHS376PEhRA1M4ZBVrk9NFOfI8WpnDSwtaa5
DI7SvW/cVv/4+u8H1EVS/ctJ9m1XXtMravxFnQZQmQ4+lQ/7bGW0uQQ+53x/qb0N/bqUvBC/VBfL
xOzLuGcpt8q09xmKwVfYu48ES/euMnkUzUdA/Myrb2LwiadQixC9gSksm569snffhi1UotYwhT+c
kgHnuj9sxu/YhpQXkdwr+C2u83prUVcWKs99EtBB+ycMKd0Ui+Ggf8Gk2RyqR83dnS/5k2AbRClJ
P+Qy6+VCqKgQHDQTWACa7tLF9vSBuajX6Z3BGw2K7GchjGifZsXWAFtPL8y4YRVR1EPrK2lYnRrY
hP+cYmV6B7r0qCOx4xEZRqCuQCTKTdvWwqDec1nRkLY4tSfGvqyTHceOP6eHpCN7S/HgUVignsnr
t3FT9dRmUdZzYHlYtAGCD91lLnlswIwc9bD2HllZx2SOiliFaHeTMRlxxqw3TjfIx1D1kS3R/tZC
xSz9MJHcKrlUiUGZIIgnT71GY6Gf4D/Jr6Uoy9NY2OKv+9dwb+sSiqBipqRW29aTyaT5aCltAiO7
krzXljx8i9ODoUiNjoCPO3fRoT1Kp5I2JcOgm2vRIXplF0udMJYK3tJwmhYAjgBqHSftAEGRFp6r
zFseXrtBXh9AAWCM4B2A02x9O2KdNp6rZkxatYl31ifR+tmEQ7DSJD1IUW/vvcEQMZgwJt/pAm8F
HsDxO7WaJUlQTGPuJ10znEGpodNSMdPvafURV87txQeyJyurFPvY5DZPYyYYaFgPm/6ytPFXar3F
mVlB5frqD0iViFyJy0F7eQvjENlk50y1x8HUj0ZQNGkDU1aHvA7CL/79pfY2xNQqiRmMVbdU7WMJ
3VypKVFAxK6AdGMmeaTMH9xfRd7mdU2IFagKM3SOFWLNa4uAbJS24BBPQQkh1Ue19dKLbcE61ZIb
XjP+M9+JlPJj18xHiJgdA+ERp7pINCRbTps0hRlzZ/JQjA14gZFx6T1x6Yxu/rdcUqQiymw+sP3d
9Sib/hyv4ApsIj0El8LO6lkvbIsZ2FSVnwpVRI+e3sxXO2d69+AAb684yQORHv1X6Bpv1OPzuodd
qCBC7tImvNYM6sJuuuinMIFsnmaV+WQkIj0IWvYWZTIVH0ZmD8XYJpIYMoPIfJqmgBn58qxnwjk7
HfpWmi2UN7YeVR8TNM0OcoRbvykBwf+/qPz0v4Qvqt6CkQAAQSfUDk9Vs7jPNKHGU9vn0af79rq7
P8J0mP25GTeDyH2Wt+NQY6+I4s4/NG1EM8NNlPKS6LMSdAWmVFbOq0fGyAOZPuTKU4uG13VTrjWh
FKqmOJ+CzGJIha7bHExwkDOClHrU9yz39W6G9QjREA+QifzmFGuxeAhmlVOQOnNzItTpzyYclKfR
SZ3L/Q+64wBI7X7SANL34i1an10YKt1QiXoKOno3zwvMCuc2NBg0StNU0x5gwlGuoaaWbytjDA/W
3nFxtPdkN4wyDEWRjd3AqJ6KxltG3rvxc9d78/upMdOX+xvcMU70k5k3hp2JWGNbDiFq0kq0W8dA
xIYkWBTJlee9DrJkbg7ykh3jZMKPnqV0bBAObMIZL8myufLwnm5Jd77NhoWKpFo+FRb9vrxOuz+U
YsgPFt3ZH/QGlPCkH9V4cNcHOKvKQmkmGQPbmzw/LnM1gGC9e0idsTvwaPI81o8F89sMhzOWTvkF
ToX1UrbVhZo3MuKPRSZ/KoDgTiYDUp+o4hVBSuH/oLK0ux5ITZA4gI+ofqzXm0Fc1GNLPGTOlvtU
5FPyNs6jmiHjKSp+NJ4oDha8NUg2SG9WsrSRNG87Tp0bN+OkLUOgtSijRM3QPyfM4x28RDurwDsn
AUaSEAgM8Xpbcbxkht4oIsBgmWcGBvGEOFF54JR3Ph5FG+YXgeJglduC0TIYndB4VYMhNkaDiHoc
ruEYZV+VViTPi9aGB1WAnW3J+SjJDkF9ind2va3KGquEpq4IvMpUr7UzKOf4eLL+9o4RttKIgB5H
rrNFJy+unjWevYigt7rkQ9T24ZPSzgmeedQoJwvnAyQm7cGJ7X1LWCcIU6BykqnlemtJogjiFUuA
aSrcHzD/5qeIeZiHeIZrOx2mI5Kb2ztNBkbdUVJ0MhOwhWl2XsOwV10MiEAV01mPk+apNTEYqrdH
pI87p0Z/BWQT9TYmMbeon1mk3tL1JSZfDs1TkxraNYtJSV7rhGVjFTgYl5ga4vZBW6xUaV2NDU1h
nn/Q07Y/p2aFsmB8RK16++nAi4CxZooemIy59Rk0q2KnTytiEVdt35udar14RbHofjI2XnywrZ+z
4muPyGo/TwmqZFzw5vWEbGtIUMybApHE1QABeClh+UviOj5kFqRXC12WBxEV83C1iGng+ZkTC/6o
MlVJYWvVyv0QReK/+0WxulPm9dWXcZznvxW3S17m2Bz+Jm71AOo18KA9zJSYDT8fdWMJ7h/Q7bVi
+I8CA/wYkihjixIZGGbIjCjpgySiXuPHU1F9yWgbRX4BRYkPszqTV954cK9u+Q4oUFIdYpAAelZM
fvN4eXjcrojrPhiY6vo6hYsC7/FgLdq5FmLur4kY7YsptXUv7cjEuT2Hxn+K09a2v2Sx6R24sNt7
DvE2uaOEcECsvtXpnmLQ/yMdBhjHu+S5I1M+z1Gen4wh65+zxIkO3pu99ehJgxqhNY7Nysv5S+Bs
IvGeaWlP8FVY+qmAGffsNUzexmAnfYFq1sGbcHvZKXOjQ05WgoO5eVC7gbZKziBkkDhJA9ah5QaW
2VG0vLeKdJV0bOm546rXu0L8E4g2YMxgKFPvWiF/e6El1R5Y7O1Fl1REktKQB5t4ZBMcDEurVRHS
skGku8mZulv70QybzFe5g69Gh8iliFHh76IRvMUQpDNA9txrCP/RFENtuhj/LByEWAnJpwc7rKI/
7l/Gva3BTQHlEmyXkht9/QFrtTAYXyIurs3JPbXQkqe+XlYwlRl2/vfr15KBCOZH8Z6SzXqtTqkF
BgNB1dyZ8TOvX3im+JS9HZS5PFKV2nEyGASxqtRqIlDY7KudphJPEJG8qUJ9UCbP8UM9rvwaENJj
M1vTSSdNP9/f4A6MAAoTgmPYqHkYQJavdxhqzeT1qvTRUyNAKybx5yIbxSkuuV/ubImHGYawRx11
uFPXqMulmwft2/0fIddYvxMSeUf9FswWFK1bKMPkRd6y5JyoaAScfaOkHuEpGN0f99fZsxwCZai6
5EQaDHnrvbq544hkZB2YN9OgoKXo57VboxtbTwffdc93QTTEOjyzpKmbpeglzKMyhzCbcQ/9FCq5
S53CY5C67bOdjcP3+zuTdrj5gkSV8MTIwM8ASrje2TJlCZqxMk8tLQ29UMCaIvHqxh+WRXuYexgJ
41h4/mAsRzxrO2YrYzAyEDwAO95EfwA1NL1oM0KKaMlQEDdy+CISYAOG3ivf6BaW/uTU0/X+hneO
crXq5vsaeTQvy0jNwYD85yFz8/lZi6LpVHviiNBlf4OyEi25QzGb9bdl00qjzvi3SY2Sy2TaM6iW
ivKG4DlGOn18djPtSOxC/k+3ByohqcCK6a5bW8ikE1YTlBwa1H+ZClN01EbvwnF5PTSb15WmpAyu
SBa23KT5NKowySa8eF70rc9T51O+OOGlNYR+NHb6M/3d7ohSH3VvYim0EOVn/uU1h7wgXPoKsIzd
ucV7K87F4xCFJijipHqnTZPyTz+3faB3TvcEMXT1yRizfjnhHLJPybDEH/XQ/ieKzfBEuNH9R8OV
EmxuzYHnRuKo5bh35ozSkafR/Ubia1MODaMRasKa51OPF0ktBTt43oKwTPUkfBCF6Z1pORkv9236
dlFKzPhBFW9M52NraKPdW33mOHBXqXUy+42b1R/VUm1Gn4J98kFbZld7FIz7RAcv+O1lohwjJ5go
iaIDsUUxDIMBZGSm+NvPtn1Z+sZ7JrvP/WUIw1f7RZaSM3xQOtNF2tJV270a2tOEo0pnpWRu1xnq
QGlH+72lVE3nZ51hX+9/1d3NyTwRcAjgmC0Juao0LYQtgme1t8YgSTz7UiCi4Sd6qx0E7LdemM3R
V4W4B0g5drMx8VDoqVliNUXvmJdeX7J/M6V03yPT253rgUE/q2cIVFWzI4j+7XPDyrgnmnMUT6id
rFc2IqNpbI+LPNfLdPKyKXxTFTxvcTjCbFBmdfv5/lfdXRCFJVrXVLyArK4XJHRtZi+RsbLrNM8O
I3x+XqXVqWgn/RIngIPvrycfsLX3cGENpYOFLIvMYDefNjI1YYY1TrhAA/0paY3xydPg35mRewqg
Z8o/V4A5rtVQL765tH+9enXTkfV0gx8ADHqTyEZ63gh6guR/tklfOUoo2vpG4eK4vLY/Zcx3XBgx
K9+miejPmt4codZ2jHj1A7aP7NgoWjE6fdA3NPFoj4Ah6YvhTWdNR4NOty8PkQStK34vgFa6z+uT
nbTM8VAUEgFa110AByS0pm5/hETY2xDejgtJJRFW2K3BjqNl10MjgsamZR/OOJo5FMjAo/1zun94
O6YqO5+0JohRJNX6ekMJf1hrphCBmiGRGmpm5pcj5IT1XKinWDnkkNrbGqOERAvsjEBvE4sNZTvV
Vq2KwMqi8sFVcKRxXy1va5CaB1u75aOmwELWASEHfUBkqbZ2YcguaKsLMH+MK5/iya6yU2g2S+nT
0/IWH/Ff64LM8lxeZ11FRjyGcOe9K2KroNUm4BYCLqGJMyXm6nM2h/Yb3cya7MAx7n4SqdoI6Z5B
eVz++S9vPy03CkF5LwI96dsHMUBJNbXxSxLl3uf7h71TMyEuRCcMPgHggFSp10tNgxt5jcYXUau6
u7RdhSidQjW3btP63LTx55RRqSt6ORPXVnVPLky5T0xrtQdHs2N1/A5CB0ptJADbZ6eZmcAVOVZQ
idyLcBmL5ec6xkZWazCqGDmvTm544mw+MNE/oep2lDXWk6Eu0mgMpjgRj447UKocBuptVqgc7G3H
GTMzAPQcT0HGuO10qEUFHm8eh6C0DSQIGA97XNIiDdAY6QOmChPGCdThoVniJTCK5Ah0uWNNlLgp
xLG2zOI2Ri9spmiTyqXRkkTqk5sbPwpUd/4Y2sP7teMLSd/AP3LBKAJvOaQbKFlKNQlhbS5r4yz6
rH5ZwiY54ALY3Q8Yc+rLCCfRDF6brNXkZkwuOgTtVCxP6TKO5zhPNOqlSn1wcjsRCmUa2C8YdQHf
vQ2/GscrC5ovQ2DZcfFFLF35lIee8UnTM90fajSpykSb/KI3X1+QAt9NFYWSlAbKztu4AEfBogCb
D0GRN1rAtA1hblOl5znujYNYYdcHMP4hWWFA8uD01x8UMmPR9RZNv7b3mouqFdG1KNPqPGXx576y
sg+Dpfdv8EVFMNhL5gvPra6CXOjga+/5ACJqZssZUwYmufFFmnDdxq3yMahmGPH8fOloNalaPn2N
SxOsdDzDF3bf/+3kEAChGR1mgJK2rrG5G+as2/mS0s/1mj6h2T8YKFLZzrM7o68zIT12UkL4oe4v
undN5MHSA4delUR5/b1npgiFbkGn0pI1+bk9KZ+MuUo/3F9l75oQVEsDIgpjiHy9ipMaiWW2yN8Z
fWSdw3Co/GXOmneTXh0Nl+9+ReyGZ4RCEZiG9VJeNKcCSa8hQNUY0kQtZLo2EUN1hgTy334qhi+5
ah6l/Hv7470CRIHFuLxd60XNQrOEXVVjoCjjhFGKrgpUYevvRG4diS3sbZAat4p1ygbDtmWXt0uo
j/GMy9GG2H20rT5JPjUwRltfjEm+UlEFO66lj/lRU2jvTgA8pQyAS+P12ISX4zKbZg/HQlCrENJH
xO9BPXTiIhJtPAMnPCLnOFpvE7qHWjgZNbLnQVL3aaA2Q3zOm7a6qLPnXqLBOGIR2ztFBlkAEfIP
eZzrU5wVROvFXA2BAnztK1p7qGKL0BRnlMCTgwbJ0VobMzUmJv8zHQQA6BP9PM6W91TO1L+qOT6C
5+8uRZmYrjKcVHQP19uKeqOBFZLev1EX1pdeoL8SD4V6nhT79eN7NHcBa9Bxk+n0thqRDZ4yVjq2
WSmtd4XNzr3qLQAAj+txue9S9hwXNDgoIxJDk/VsjIMHyC0tfRgCZqhM7VzyPQc5gHDklfeMkEQA
a4eVCdz1xnXFWUKR3XQJSk07+WgquU1DwUqfaseMOviDl6P7vXdcUrWVMUjSVmad1sflIgwPV00E
VpYI7aLawrw0JUJs4ST018f25HCSPgUsxe2MCE3dqNSXkEBXnctzhlroC4YhKAdY6cFSe8cFMJfu
CEVRksbNZ2xDV0cAOBkCLxy6x5K07rOiHKoT7H47YOQ2zygN3y1OSVK6E1jGeKhonB9Su0D5yh4E
r82kH/Xj9/wwALP/rbU5p96oDDd1wC5ANJBfmWJynx1lcv/qc2Y6FTV2gpSpst+welp1ECyALKfK
KYPEX7KxPK37RqS4KKoa1b+F1jK8FfVueBAV7Br9zwlcOdMM0ma9zGBG3O4Yw0AkHOChlkfmkxuZ
XOIOBfiAV+mIHWn35JjDklgNiUHevC0tEK8qmmsSg6EzQ9+orfhp7luFfE/D1fv3ncfuagACIKWE
owgh7vX+zCESFmKfoDaqwX5re9GjaCYp2CP+ef1CfD9dZpHwum3NPtRSR1MYsQvsSKUC5M7OAzIg
X+KhUg5g6XvpAfkHaSSZOjz2mxDEXprWLhM+YI2m1VdlgljAqfRM0l4n56HvVb+clPy0TPnX+1vU
9oxFhslINUJ5w81bf8zI9pSsGMm0INFenu0Rle/KmqtrKgZI3oViXfPCnD409ZB8gz4pfG71NFlO
UHVn5yquuqudRsafaigK+01ux+W/whjm/+7/yL0Dl6rQMmqhX7k1aMjH61TzeAM9dbQ+p/EIuDZX
on+8IT1SLNn7HPRlAFmAl5RdiPXnsErmUhuHh6kMPUhp8REXu5uh9teBPiDfdTRTvbc1iWwh2gWY
AOJ0vV5fagnPycTzns2QiZV2+tWUBOhV7/5OIshAIW0zmX/Ccrleipsb055ka3aTIsOA8lP7FSrt
wT4lNRIip9efmXwuXNiAmO7apmBRxaRHO2tD0NSm/gQHQf/QWdZ3GcscrLR3ZGDgZOoFZgW06Xpf
tqIqdp6FPTC0qAN2gX41uMMaRIQHD10bRdqrZZ0JXShsUjkArUXSsHF3g9n0rpGkAvIyU3mMch0S
6HKIFy5pHx4kX3tPL8xzkBxQPJDpyXp3JPRONZusVQ3m8CnL7F4JSAkH5+Ar7qwju6xMjjHBSEtq
8zY5ejeXBQS1gTUa8aNVzM05D5vi+32r2F0FHAAoHHKtm+4qAz3FgOqwCBQRhcu5iNzwxQZqXb8+
YKER9P/rbGydKg7AxJzdgMya/NmdapBbcXLQvrsVi6DrDwvaTxunibvNOSzTSwYNFdig1o14frLz
atL8qs5xS0OTZ9/UPqn+GueqFQ9GlWskJCJm2N4EVPIXYla6cVZnq3vU1EiJ4ehx9MxvdXfofUa0
+j/dwos+RJFo3vVJmeuBKCHZwiflZfRuaLNSesHZGPwhLI3lJJiizag0pOaj25FNnNsqW17aOW/D
g4+7c+HksB8cMeQkFM42VZ7RHgGOmcj4Rq4LaUCRzJ8NuxoezCotYeefj6ab9oyGiJDj/Akm3/YR
srA0vRo2iKCzQu/jbLTmI7gL4yh0390WwxTMjBC3c7Lrm8b8cTLGOQ99WJvuBY+WvhCvqYHiusNz
lCRxcP8u7Lh+OU1B45nqI8ndxvUvdBQXo+czFgqcZW1aNg9GM6BUWk7mwYntfUHJX0nDByYEQtD1
1kROSQXt6x47zSyqX0X21aAffBDE7K0i6/+Sj1NO8W0+YK3og65EJc26RlW+gSgdU3+kNH7w3XaQ
UxySRYsHH0wQvX3ILK/PzE53e9imE6EGtjtFH9ClMiCNFSjVvGvaLhrfjm3Zf0atff6R2rainU0t
Q9jk/hHu7ZiQjXIOqkaMHmxugja11RLGtOxCM539JdL0h07o6kG1Yc8woX8DoCVHKRiJW59eM6qT
Gi7IobtUwb5HVlE9TFNT4tf6fPLdTBw4aenqNy1fCHy410Sk8l8255hNUZZ3htIFQNmpijWDMcfX
nkQUAG5ilNOJNleSffJSxc19WP+mH/e/6t7FoICKg6GfwjOxCUnnLm87DXHbwElGJUNPR3GeDCez
3jGNPh+c4O5avHkO6H2S6S2nTWwprqkoA0jfHOerOIoDlTIU/rWt1wd2u3uMRJVyaJ8y3JZoIUfl
2sxGqw+q3uwfMzNrGbyzFzR1a/FoSc7j3/iMgHdhfwMtQI9jbTYt5WDCWfyL2Q3hc1wpBqI5nvZk
xNpRd2NvazSVpRw61SMgNOulBviJ+gG2AMaGO+sqhjk9xbWTXJwu7P9QWP8gWNlrNDDFS5FA1gqY
5d2Y6DA4I8ymTD4UdHdOxSBcz++n6bmeyiXyx6KbvpSLOf9dF6aooWyP7Csoh+ijbWRl+Rvf+dff
srmeRLSdGVGFDwa+DTT4TGxCFGxBgxJH19cfKf4OiMtPvoQt+COOjaGxB4ZnYGoTaICVGpjNtLs0
7WSe7y+159rgAJb3Twp+bR95TR1TyNHIfeNZyU6Zro9vKLyq3+6vstdHByctSRgop0go1MZyXLPt
JmXCg7aVYyOZlseXKVerALg/M8a2O76xjLR6E5eg8brGmnGzoZj6S5sJhxEGCi1XoN7VSxla1mNP
vnwQf9+qIxMJAI4FIAzZJza+eaZ1SBNL2MUEk2Rt/2+1pM5bU53n6Vpyj6913SGGXGRON1x1PWtf
gON732LTyC6I7qZ/JbWhFdDiTq5xcEB7noueJZmjxvmQP66/XFnDEKRR8gZ52jrJqRlD9wFIpvVn
x2Dtb5i4pAQgN+ClAxa5XqtNBUwP00xyEKXic+TM/yJp5T02SWJ+vG8QO7tikgmYMNwDzLxtL3YV
K3FH8wRiVTyaSbA7Gh2iZ4RsDAfAf3+wsZ2nDlJoJrlxJLRlt2OmJlSu4+AyZpSGrunbAt700hwd
f2zq8i0wXv2SZOp3fRq7g9Rhd5+SvY06Oy/7FobjdBWjoTmTR5QhR0AkVnFuYK28qoN7xK6wFy9R
ZZeYaBIiuMs3p1cylDQbWsNVLo3koZkF6lJOLXwvRblY6V3npIXd+DFScCLKmKAoYMyvVmliZVqU
DPTC60Z2sHXYIeCmuKe1JYSnQS9m/0WbrTx3kFv8zpGSjIHHkDoTW1XdKhTU2idKaSU6fIPPYJf7
5I3IoKhxm/kwzOqPHvLQl75Si4NnSV65TeBEyPS/pbfgVZeBDNr/0MPXetd+m1Q6zTa6IZ/hLyif
xinxPnZpcQTx2XHUBJ50nLkspC7bu9mFXqwUBZiQoRtGHwYN/Tlkeukgg9h54eWkAn0oqgNSh2Xt
AYxKVE0jkSdiTJWvUZxW6akxe+fdMs40owSTogfnuLsvzk+qMLKzbfiiqkknwk7lY5rxvPiF16qV
r8ee+e/rPQ6Dyv9bZxO7MAIYo4pMcZG2Rn0ZpyI8T5XunozaTQ5YvXa3pAPdQZiEpG8bbOZatESq
Jeh6wXIYpEginJihPiop7lkhfKqwxWCKCIZsKka2ARtlncqjMonhIz2Uca05ncXcNkFMxvJQzPbR
cNWePyOkpQzHXDQ0D5tFXbuCfVP8LNFW5ZM6Q1DdW+iJIYoQH9yyXVOUpQBwzJBRbvNmbQEL0fc0
o+wKbvMSSWTNX1ycGgN0eRCVXff5NyxEUg4ZBAKg9vW17Y8uvNDRRChkNEYBU+xgntJi6j8ZiGE+
/s5ShF0kI0CKtyNW2ry4yiwbbVqXZczxzlXQuKl7dirjaBB778RQoYI5nb+pPcun8ZdmlNnCDK8p
0lk1VfOHaJboTyQ6rDdjqYUv93e1Z/cySpcz3xCObF9Z8vPeEaNsD6mp+8JIdP6HAhfBgV3sbojC
FikrZG8k5esN9arCvEjPM0dZTrmg1tH4Y9bWD2OpHr0xeybIiAioZLgb4GPcWESE6sikubzedS6i
C9zpykPeptnLYoj2Au1WeOA49q40vX82JTlp+IzrrbWMlkeoDxCDpnN99pwseRdH0+QLelY+4rLC
V+wl/HH/1Pa+J+dFeRNoEWHKJvC1U6WuJzRPgqjI3BfG9kdUvkX9HI4wpN9fai8M+2WpbbJBXgz0
taaOqrpxMV2SOFHe5ZWj1L49xt7J6a3iLTKZYB5xd15wf/G9w+TdhJqUkIEa+MZuljpNzFqhiCN1
gN6SSb7PrVYNVH1e3iZ6fCSmvncZQGoxNSBLOeDV12epI3kIy+sIzNtUmfgxLdTSO/WIpmn38Mja
5IAYnnIb8zXINTVFRs3ISpbojKxZeR7juqH0HHYH927PODFKyTdHnQGQ2HpDcQgxEzKYJKWLmEHf
zPMZRerS71tLvxiZgVRHDN/0/UPb/YpA0uh/AGgCDrteNNMLPY06aoCA8rJr3aMtwZzHUctsbxX8
MLZPvRE8x8Y0Qlg9DDvJgU9PRQ1AANGYuQ+L8/297J0VoSpEJEDKSYOlgf7iiaeFwVprwPpTiDe/
JimVPSZ15sh3MvsIlbW7IykiJttl9M431kcx2smFTbHCqV3rklpVwbiMezTFtXelCEhxjwazyUQh
6x1JffY0FipTP0rfQ59uymjAKq51kRWPjlNFwf0vuFcPIhSgBCkRCKy5ecxo0qlAKpiFRAQZ9GWy
eNdcSew3prLE5zFEltxYauvSLKni95ldnkj3wuuiz69WhZe8MExjUuWD943G0Hrns+pFtlPMtGnQ
M3tjmHl6KgCxIGeGtkSUlMq3PIusg+B8z4BgKpMaIYgWA/dfL6rOdRgW9jAGZl4pbwdVMIrQuMkn
NwX5f/9L79kPTU+JioAb4VYePQln1xuZWIun1rtEXpd9GdFEvd5fZW9D0EsRb0EJSEi52ZBGFcjQ
Joac6lBX/FJLo2BWXOJYxfuNKTWGbphSw3wkrcnGkVQtbhHFbubi7D70Uyus/EYLh5d8HueD/siO
o6RTQEscVA4Endu6epd11L88SRIWW/bFSLvSn/N6vMB/1jKt4LgnOq5HBIQ7T6sU6iTBgY9fCg6s
bWMIRZK7Wo9BGkr6p566xkPVDuJkdG32H720hcHP5KMXCuP14HpadgAJaVyT+W+b5DXIhhEu7DEY
lIQhLSi0TlVa1yeSur/uW8uNTVIsknONchAHtuRtdGQPCKHTnqshS86709wxxF/RUP10f5UbnyZX
4Y3j5EAd0fRZf8g4a0qK9DmrDGJ8skHNvCtRAbkQJ36KB+XV9OVyObgWmCnHYMjk1stFuTG2Q53U
QRW77lVRRRsog5mitaoZr71tzMkQJcAvhQfhZdi8CfpMkzKs+jpovEk8mV6xBN2cFs8QaR3F6PJ/
taqQSPo/vggTU6Sn8Iyud6X2UeEUEXGIYY9SJqK2fKe1M6hcFe8hBMHrQ8zSPNaUt/3Rm15N0yeX
Jz2E35Q5MQqM6+ULmLuqpAPYU8BldKZS1nyqCzk2SlQWtGVTncx2PgpVbpyZXJR+qMTn8yBs91yr
LYphRdQEUsro1DFhfqkUJDuNJIwu9210dynSb8BqFL0xn/X+7IWHt7OMOnAWZ7l2qY5zsYnb69aZ
Dx6CG2fGrgghoJGkLC71dtZLSWkqO9HHOuDFU1sfPZ7uu04rdPKj2lQ+VkZvfWTsIv5yf4c7dx1A
kQQDyIQS5Ot62Yaf0o6RVgeTVkE/MPPoJVHV/8Z3lNsi7+ERBw69XmW0pogsGDsph768GpaiB27i
an4/Rt75NzYkYQC4MEqkW63aaHYUzwzZkK469Sej4JJSWLNhErq/zp5pUHoCnslrByX6dks9pe44
N2u4u5Li7Dbpf5Pw4qAYvKPO0d5KcvgOPj42RC1//fGgEPYUKiZVYGuL++CCSPGb1FPfDKlVv/aN
wQjpUHFGQBskHnS9VISRKKNDkcSqk9GvhlG9usvEY9qZ+eP977fj/umAMMuOUTADs52kxASSAX7y
MogqWzR+N+dq+lZ3xvERsIE7SD6KrDg4s7016Q4A56JaeNuIR/zNSNgh+qbdmJwTNJT8tJsWX0ML
+1q67lEzfO9O/7reJlaY8pDTHJD+tITGa133yimd9PnRFaEBDUMcX+smO2IxkuawfRIoa2D9Gk/e
jQRJyXttdWpTBrpSlmfq4+opp7ryPE2uLRm2C3/MVYdQ041OxmTrB/fvds9Mi0p9EFJJxtydzZ6d
xGrtusWPlXCJPebRYgRjz2THEOX9ZzUbm0dH58LcN6bbKyJHVKk5kC4zLbdlt/P00aQfAwMD/zT8
ZSmVp4mcwtehgHi1K8Nm+Yv6BixKLLe+IqIiQMOiG8b/JuuPbphmf7LC4nPROvXBFbltlTJhoTFB
QvcORAUDx+u1UsvOlYWdBVCE9wlaEp2b+qVSZd/zqayY+0MJ+NR0RdSfxKR1b8GT8+RmDJjpvFhR
8t0OM1gTXBPw68FVun03SLCllMbPARd3e32boaIcYtp8BsVIP6dU604qWipf7p/r7YWl4wQQAlYl
ygWQRq0/AIKQfR67hDepqqt+liiWHzmD9yKy+ps+9u5BE3FvUyxIzk7VAGC0NLNfCgfLbLdmQ8kz
cO3evLQMejfvER63j4Yl9rYlx2SZ6ISl5KbcScG7XDCchhHjBmaxPs5B5dh25JdeF73rhHJU4v8Z
cq6dArUxkiQ5BgjQY4sehqxJpQaH1bppHD1O0VS980gKX3qF8RpEGWvzxZlDJgTDwenehsIT3zPb
64Iw86qvaenaz10fuc/qUJLPGV4zPtZNbKKSm0af8lpLAq1oDgE30rxvfjTCuLJIC33DdrzDCUmY
DTNpGbLtS8dXvEz92KD4/WQgqvnOc3r1TWnNxrdZU7yD1HLvhEAoSAgakR/0rWtLmCHTmtzBIK7u
zf/EFHnvvKUpz4lr/tEC7D2qLu4tB6yI2Vo6jxKZvF7OKBMvVNukC2YUiP4pFWt6EKhbwPFguD4s
PUf1nR1/+ZOhzMFZEsFsS/tJaZtlPygtBBz68C7uW82nimo+1u541HbceQ9YSqZ4hP8S5r3emmrG
vZohggPYtB2Wi9uI+lyqJAhPUcMFzo3ODTrQoAcV/tsKFiReCGjwEkFdRu1o4zvbCknZNgP0v6CY
CtFV2iGxpoVj66d5FH6JlXr+VKmiCtIxDBt0Lb1ueraM2a391ozyI+7021eZnwNdtOz1ygdiU/ks
uzB3u0pvA3UU4lsqTGjT3WJ602pjfElpun2PnanKL5U+Jp/mMhOX+5505y7xVuFBVWqvdN2kBf7i
2rxuCZmz7jrw+3P2rUZZw3fiJH5sHCU6uUm6vMy1GB/qyjnqRezYmtRXJzvlLHiiNxkG84KW1k+i
C2pXcYLGHqMPuhrFzyAY8o/3N7m7FNUZ2tuybLmF8PQMQtNRqSB7KdEqLpbI9AWgvVORgOe+v9TO
jaX2I5llXFkn3TZNK6Exkg/ZRiBUhGeui9KOPU+z5WS+1s/FudPjo7z3/pJgp9ZH6KYGukuQeaKR
7NA3td0wITm0bOWULMr8Zuis6QAou/c9/3+T4BTWKzaOPaeKErYA05cliOyWflE/L2+sDBDRb3xP
eVnpB//kuFovNSqdloRm9n+UXUdz3Di3/UWsYg5bsIPUylnyBmVbNkAQJBEIkMSvf6dn9WxPjevb
TZU1ajWJcO+5J9hdg5bwZpzS7jZ4FSGEeuugFpJNef/fH/hvGwIRIkC40ZPibPrtuyleqjh0sCvl
qesIncbpsvHdjy7tzD0Uz9upskVzC9ODvwl5/qXIAHIBthUcPyA/zn4rkGFpYG3WGbOjri+PaHJM
Cxut/71phAANgMyZHHQesv927G56cFmJrnvHYvV1GmW4yZKEQp25zfv/fpD/skiQ04chKgAvuHH8
Dohaq6bAPJqqkiJLEtZ7ercsSIWAwe3fmKH/coiiDMLXwpQPCuTfp/n5lqQWNMphZ7LM2XZNhL4y
Dko/OABF9lTDM+uV+2U8jfnYXwsHgt1/f9c/qV/nuRU+H3gXGmRs/l+XaagrX41n1gJ++Yrw3uXT
e4B6Opryo8mA2yS8rPcMFREZ57I5omzP//I3/MsxgCk0GliUJfgb/jAQE/G2zh1C2vNhkYdS5Mvd
ohuQktd9NzTy4r+/8b+s1n9ATGjLsVXAjfz1C8P43K60xxeGVwW/klPJX7yz3V8+5V82Iz7lHwwq
LtB2/3ZHSJfwCkUIvhPCgj983JekyQZ901RKXfWIOHhEFaNQB4a/nTv/tqRQ5EFejsMAJle/F3pr
vfHFxIAEWFJccKPq3SgwX2KdWC5sZyMM2pJ0t4ZsOlT1Kl//+/H+28uEshgTrvOQDXjmr483Fb08
q2OwnpIs4Mip3jVK5IN09c844ulfDtl/26oY/+C8A3cRhe1vLxMcn5yPHQ6FgGWzksmO9pSOID8E
DAH+skz/fKWYx+NTMIFJUYj9roOd6sYIr2G81ix0e+BlQdsBoRkEfL7iCJN2hekdhdqJ4g/572f6
JwcaZTRoTIA/4A0EGupv71RTZh1nyu6qgiHSr+dFt09dZHDQIvFbknhL84sqLMVe1qau91tl5cGi
tekP/cRzEs/aCCJcX6Vkzbjd+XyZv/7ljzw/61+bG/B+gVQg8hwAIsqjX998XTIxdQt8Qs3Ktqs0
nG8i10/EzesIv6t6vg7lI+b8u4blCyfxWhYXXWb+Z3IbnhUYPnA0OqvNMRn59c+Ak0SpIImD29WU
lZdz5D8YRO37zefykMDldC9o+Bt0+ueihyr7rBE521FBg3P+9/9Xi7KQTh2jFromZM+IfRRWnxAJ
x8z4uCQbvB+b2Wzi+N8P/M+1j9o3x9gOhB9M0X7v6EA3qzLp0HM7ZI20GEaydvUlvbNCFn+BEf6h
Mfz6biu0q+grzt7eGIz89m7dhi3RDHCeotGcjweaZb4hPWZdWP6KL6e5g//4EUmQGs30ApZM68dy
/RZM5LN9kwl4ucShqG9qZ8zQRpXzH0tqkEER1Vv9CrNbtR0QM8xmYsfY3k1e1n/rEP98R3g3BR4Y
fCPOk87fqpSQRBOVAovSCfRC+VJWLfhS0U82cQlppB+e/+fXg+4EJQTQLgAwv7dryEjGr696s6tE
zko4X6rmIcDc8NkUS/PXc/DPwwl0NjSHGOng4MV//LoCVS9EsZkKeeaQRuibPs1o8bH0C5Lqay6H
+hZUmGIhEZJ3510kI2RMFoMT9FBhji4Ocjn7UG9GqrcU40RLpqlMOanjid+woQNg7jynQFCicJs5
cIUIb1TzolXaZQSAGuIW6FJX9yKM/Dm4oFISV7CaP1BR8LuK1u56qaOY7aYJ9RDRkmOs3MsMxojg
Ftppn9SqQE4xBeuvXSJXFMgpR8DfhYfUa2tXtWzdIfBRKMKglWWnoZcuI/0Eb/K2kWssyQb7t+YK
SS5MIBa7E/4wR7p2Vx4VHn83YIIioyCdWQqrwQYutxmL6X229om6gCkZ0i/GRJoK6FhZfwkKnkf/
c38FUgTAF/CwAVthHPHrGwL1NOVpCRSbVV1DGBLY28KzAR7JTbOXG6/2/+v6g+QInsH/ECTOCoZf
Pw/RKGViQfw+80z4u8212s/wWbofF1jI//dH/bm10JuiR4VtEhoAdMS/fhQc/5mGrFPv0kUPR1on
/KraEjCvqn67guzkbw34PyOvX48jzPWwqnDwnW+a39GebN4yEKLA7d1ogdzSLTXhLRWuc8ce/8P1
mGX0m4XnLtuhgqXsXm5TPrQToJrQViVt6MtUr8sLrupuIj2GwfQqNyb5nJQ2muBy0W9uzsV9t05A
T3jHQn0Lc2c0+tqz5XKIBNzi0G2la2v6UsdkTruGw8SuKV4rm7H3AonazzoxIyVFORQKOna5MhKg
knk1fHBTC5KM+j4im/QpFmP0MXvQ5mAfsdSv3MLYhpiO2UsMcmXYdaMzD0xE8Q+w0OHSrRoqAqm2
EQX7+W28pS53r/B5K0/S9umPzSOcZFfmofuG+s6ofbIizYUoiZDeu8DrAWMSoasH7qV9hYIzAFCP
qB1aZSEjvxr6pH4JkNWx29HyuCAD1ql6Co4v/L6iWT7Dy8CKIHcpi8fing6wCW8blF3YeLAGOMm6
WV+zmRdzG0Gv/B6ZobMQZZluAxpUalhuwi0I4BVCKfudA8NsAKpB+wfZnwOm84S62wW2TDGBnn2b
SOKBmh4mYBPPLhJoX0ckhMxtSfNNEOcNuwqumZZ7t4ZozxhmYn9Z37/ftGdfdFSyGJpj70K+8dv6
XrDNwBMGE2wtjTolcyOvIRcRVWs2/MNfPuz3/uT8YRWuWhQvUMKAL/nrZppnhtAdVySIOo1lu0pX
HWrq/kb6+QNNPI96zgl9uJnOAF6R/foxmMbnGvI9iMnFyKP9WLP1CkgT3RcM5y4xabM+UVa4q9Jr
C5tcWecLkXUcCcjPE/03ziu8Pc5f7P9vavxF5+d8Zmaf3cB/J2zCMDDt1q1CvMSIsu65cjLyGOoV
jYEjedkVbwtDmm1u8xozmkTDMYEtxRguYJoi4Gg66nUGsyCNkOyuZqNeV4S8Z+BPLRycCjYufJc2
pq+IVc6IC4pUBiBbao7TFvySmT6oQvTZfrLpwAldO5rs+6GsDtZCirFP4JZ0b7xl+GnJz0dOIy2p
l3piB7AXg28RHLmNxBW++rnEnR6PTeY7uRdRkzzgpKjGvZzX5o7NdPliVJIHojtadEc9sfldxtCi
tj6PsL05tXjgCyvt2vJyyr9q5cHy7LR1t1RCP0+YG5fyUoyio3uaquijn1h5W8FADFnE0L02O1Bk
sM0EylDsQQYgfJ/rdLoSnK/+Oo9d/T4ZnW/InDHDpeXBsrYPXMeH2NTrByZ/8+VmVgFeSE+TZ5fX
c0EiCHxu155Nd5giTWK3soAAOF3XPSXO1VPWsrQSN9B8Y1VhmrY990pUJ+QCoKyDgzSmKQO0VzVB
LBLw6xkSF3dESwWjzV5u4YrJYQSJHIknbQVbnS/YB/gLU3ACTi52BYNwdkDwiZLRtBw0yzfo0+pV
PMF6qUh2vi80ilGOYEZiKtOrHfUDv2cjqpVHV2vzhYsYfs8MmYMvGPGNNVlpunyMcJSMdmO6jp9x
bEN5McGhOLR9NNTva8dMhErHsr4FC6J4B0i7PXk517e8RtJru0Vz8z3gj39ajUIuA3w2yo95SsTQ
xlHevMQrxP97W3KqdtsYkgrsIZrCjbfL1LgDTYXO7VZRdueSkaftOms0c8gmZgLUnGztyFBujX2d
htp++kjG2x4ceXULmhnGD1mXFNdD0Gm/a5weMmI0VL4gKMLuZtfYSRzMEMESysD1ITtguFh9jrPc
fqB5r/Crdeqy+VLWBaTYQSbuJ5qJ0ex5vYaXAjqW7aXKGEJKEbce2bYbzRJdL5spdFvxWoid76ry
wdqpe3IQRRZXRY+nR9A3Q0MXjO3gNjqW3XDE/mGPJvM1EsNGE2aBu3D217BgHppTwfJpaX23lus+
hK3iZJmFHPejxrADQTebzy5Hu47vCLy1K9FVFR25mJERACsa/q1bR3o7LbWWCDdS8XsxpnNFhixj
D24JwcD6IM0hSY3QDkZLYe/zqJBpW/It++GNrGaSO2h3yApDltuU1wZLtPfyiUFznB7hJSWvek/r
4rpKKAiSbMtVfIkAjLxohei7QhA2VmPaFgiRvT4PEb8M0Zpir669eBzpGVZb+7A+U2SkUTB8WanI
QPvFt80K+tWapUqj/khy5N5MUJndlmiE2AX1nbqDBr/8qsalMmQOSGlpz3lU5gC7GudJZrCoTrnI
+nsW5QzleOZU9db0oj74+Bwj39utbHPax/4O0jvZPaSI8NWtFWaScKDFDJegJUrqXTT79bHKUlPv
YDJTz3BuVetThYHD2M4Zp+DmsFpOGKmW+OBkFZ08RGbkkDjVlIcrmy9GnoaQi+8RRbt6KQWbtj1y
fHh80DVsStuEiarZUTyyQOp1ZciD2qLlEQmnbNrPedffwoIcfJKUIy/tBOVpqbqjoGriZGKhGW48
K9lPTCiqag9W/5YdotzBRqCSW/x1XTDgJfAuWYqdSfrsE502aqBpE9kxOMCN7dmv8B7eIwNttaIz
qDnVUoHvnQoJhDEv5vgURVPDsBVDtrQiQLhzk2LZKfxr3TwqnlZ3vkryL6xrlu4iKLWU91AFO3nQ
U8OHwyh1/LD1RdjOFpXjXbVwvBOE/nBkoHQyYFmnUl2KtBi+xoPwqkUGqXvI/VDzI/Jqx/W0+XWE
SGcaktcwmBlHc7ryk4eTZ4E5RTq9A6vLPfyjxuW13+BhTpZQzTNi3hAFvZgM22WCKkUfhryvH7xJ
EL21JnNV7EAoDvU+spQbko1Lh9GgHeufZnWFAflAj6/YlrEniHOJ5OWS0vi7yINWp+CG5AG5GZnb
CzuVpx4eeuqopLQ1HtJkHmlZomqMTVqGh8UIdhWhNEVFQfFamIVl9mXFlHyOuii2uAjt8LVb/ZQS
pVX8DWLbLiWUbvONoVjmu2WFh9cJvlV2ggwgL7pDwZvmolx9WPYd8mgNseD50ANfZt+0yqA0diPE
JDvQ40x+1XAzwzleqFWD6KX7MyzWbF+0P/PCm2Se3/Jpm+8kT7aYlMbAxrF3NFanKVFw80aWWPeB
6jJHtHzSTFNbeZCWT0vnedfmSPxWqAqS6ITytICwCqs+yCNC9qYeEt7O5UgP3SYYyRdC5Qh5nrNX
YzTOwi647hP0XZaSSOeSXWrXbSmZMi/He6rxWi6n4FN9I2q4tbwElNzd9YRJCieYqoQG0ZajOLNf
eHLXh2RoSJkN1O03bGvfMp/IDB3BXEPZK8NmSOk3DH3ckk57MNKCBcph7XZx9p/hO1lNw2sshaCk
15O6s1FffXX5gB8TJSvg/LOa7U4JSCVaxnBSHVTXiIaAUSDeukioB4UZ5Lz3fVKtB9imLilCafpZ
tLicKLztKwXlyFQuqWjRgpuDVGwD+MBSHhNfr1gdxhbLjUp08KDxrMlynSQrOsSzFiVvC6XpI2K5
AZcnTNHHKErc2DJQar6uTDTZzuuYwu5dxXhNW2zMbaKnuDounenMSRVQUrx1XYcKrhKueLMijuYW
6ZXVex2AeuzSQoqBVKmjsGLrJLuBpTutCcBjt9wUPHcVCfitYApOwC2aOY0kgdY3A+DBuijfdm6q
MXCvVSzQtCOfE/eowTdv2ZCud5XbBNK8aFzeo6GqL23qlqgd8WmfyCdlcDdmsOKwmczkIRfpqkB1
ovN2VKGpkLgsiuJrDNi8IVQZ+h2MAmiAB9XH/Knqlc32qszUm0gqORCR++S6KX3AuxmS7JUDXYDd
T9RHF7AhiuqdS32eHXGg6+sqhLwhekviH0ALCsRQrg71wFLTnV4laqc4o5xerPXSxa3QBTetKpZC
7OBZkXxCrhCdXwlLsH6TrN/BR6l2B9i4jI/ZVDBEhW7ppsCh6XQgKYTsXyCUxeXR2xxM6UQi6QBX
xTjxdmKiXq4ynFLiqvZinbChLagnsMqrTmEAK5tsizb0gH1pdDuUc7jJR5vSXe2Y3EgHqhwu1yo3
QDVAM1ta6Z3iRwf1soMoQ2NQDlYE4oKZq/1Fl0ZJdUimMX0rRmDAR3j8YCfoNY4f0Bt1/b5Kxrq5
5j2iF0lM5XIjs6LvL2WCG4uorIPTLMXI5Cm2Jpn33IX4K/LUTHygLDXmKOSi36p4xRwJDQS7LxZ0
Ua3mMHwjRQPLOhQtG+YFc4w8JVaO9QnldQaNOnDS4QjUKip3GuPSGMbsGTbwiGS/9YBhTcRJeXZl
Q44PorHRyU0lIhQ1FPQ5Gg5AVcg+AO2jgCKlRYyGfaZNgedj4Sr0bhlMfbBC+Va3seM1qsqx+NLb
dNatRBgQTiSsbdznwE6uzaoVzpnYgqqVYlIVAaKo9Eb6dLY34yp7TzSsEMDUK61UbW2weNsyyCI7
5AzwAaFFA/Y43j2kXPhkBprrotw3K7pyxPkzNK+idDX8FRuT044gHqcUR1ouoP1hrKNq1GKI3SQ9
KM4vqJ5zVGt56WuiF5Z9VyPswkiKmCh7qCOtxHM9rg3GGTBAq0hR+NVD06eA6w8wcty7KuvtfgLD
sCAgpUNJMkDTgzOtaRA1YkI02KOEIckpZKvA14CrS3Icin7I2wzCk0BCNvahhVZxTdpsdP6+CHwB
uxRkix+asVKiLeiqazNppKSkYz1WuAdjLu8pzvIPV8y4RgTWZSB9KMM1jgfU1tlkUJ8gyDf9Mfac
Pphh1O82DNFwnfV+i/ZwmlshvcxgWXNWr9BWQL77Evtt062nS1pipFQ3V4JtxQPeSJK1Br3AAfqL
tNp3o19fmdhAculBYEva3NNMtGvBqqt07UASh/5G3RTLhhvedPXYQd2GseiOLmUuUXGpaCdM5La2
sab8WRahaK4KNfNXjpARvH3n13cHRw4k3c2R+ZzyBphW4vPqMplyn7a1zbL7NUu2EXCfltdrH1tQ
OnuunvOJodb0TOA1LzMyktpSI2qemCwd5nZcFb1KNXzn2qUXc7brVj7I1jPNnzzsgjVYrwZ8l66B
Z9uV4m6hyKgpl4kA1JyfzLQWcMayPJ9O8JEvfvCqy/tdNyv04mWyMDjxQhU27WxXzgsxfRO9hDE1
U1sALZyO6aAcdFVuqEkxllDX4icAiQ0x2gHrh8mRUPkVQ7OsUd0OyzP/hvuPfuWRqBgxq3JICceh
PiDTnc6fhZ5delMNQdp91szlj1XTAQGhQUm006hOie1FJ3ZLIwC39cj/Ubi7B/xIyJA+9plEIf3u
NMMyjoU4+xVAD2AxHum2Hxvt+InBCUzdFSMsYVoPQOzNRDlIlgh9H7DR4jHCwWhd/hJnvP5ZJVuB
DItkrvlO+NVW18uQzw+jK/kHrNlKuevQJfQEqK0Np4A0vR/w/Z8va5RdTStlLL8ncR8vuIQ7YArO
1O4pVUvHLuYYJMuLmmYLNmC8jj+HJV3Evkd11gMFHbP3dZT+q6vEFLWIM4kVEJihAQIjF7NenIVv
ihQq5JoUPve6dbWrHiJTYEQCY+gcdFgKEzuwNm3lcPLVyQ3ELGB0jpplFYH3UPdTIjmAn69L2G+P
4KB/zsgv+uaE5T3aKEyldiBLuX63JRlkgZj6TN9miti+HU2kOPKVe71DZSYFMEVYZy4VzfEyEHcH
PKjyKUYJeOLLIda+eI+Vx4CgbAQsN7NuqiZMUats3Js1Ln7qskRP4bvzuBNODOi9RQduM5ZXv5Bh
tMsrNCisaxmKqKdoVdGM4mCNLjSGMzWB/s3gbvZOkKiHlQXJ6ILkWosy/1UPOkNA++rdZzQyfSt1
x74P/UTf1q3rvjhUzMCpYfb8ohO4Mrd0ZOFlQ1J5SngeQdoq83ojGdxEWJtKZHhX6M86knQsvTEb
+pwd5BJVvN/WhB09kpUfzTbNj1vdAXKxyooeDbXGrWgAPsOLleOCaOHfrZ7ralsikrNpfcBxDRxB
rNHyVUX59FOrZVJQLnWVaX3I+5EE+PQ9wL0re4LnTn+JjsD9LMKcPXJsoB+rmkDak4BPJrT9MWDb
hmcllEI6LhdCYZVbkxh9KNLr861+0egOPeGAHL4miZ34DoyWSuy1QrAWga2xxVSlCOYeWM4mUV/P
wrcYyIzmoUAb2p2yJkAgINIh+zC8HO9dmvqvTa96f603WS8YSy5VQWJdMnXdGV6Pe7TgsL1em2Xa
dVY302WPscFnB5j/qkHi43iCj2T1AGOys6UcRo6qzbeQxHsIAdV1PUfzc79E4Tt8JcdnKHCr/jCO
IxBjh9ntTWXDxJDOVMIWGIyt3hLrxuJtGOCVswu6VuqMb9lHJIHRlCR5NJoLHL/qMOcDj0iZUhzg
K+4wzMTiKYrbAef0Q0hwVUPfPAOMBN+vgKdTnExARgUbH5PSuO0EWCN/CiiTMebz6Jj3YJHqjjBg
7gEwo1wv/QCQtJVdbLFmTATcfhiQbkeE2cak5XXUyP02Z+vQGifhcZaCVXcnTaa3C9Y0fX2bY2b4
UyLh9mWCI5trl+1cQvOtry8ZHRaBMi3WywO2AFAhxOG4W8vEaOAzXS5DKxt44LZ9b7KXIp8wrpiR
BXEeuERjcq15Np84EAxKFgO97nEzLOg97cZKopdOVkw5l6C+L9vavYCXO+kdHPeY2FFeICnAGpej
GMDg/CddlvV60z58yh7n6E08JQu2JRTg8xHlrz8VYUrtxaZldFFuMXOYBJWOHgYgrOPRomb52qwr
mthMhfSgaKaH3ZBr8YBc2Ogur1T+ZDE87YjTZfUAyfLwoeFX2e3HvioUsVGKX7luiBxvy8KP6AmX
nAIDWDdcFwYNY9FmOLz7HZ/pmW5s53Ng5LjNX1DIijfualyGFY0Uw6avMbjqjHAXAEWCg8Y1w67o
e4E2q9piBbfFeIRXRq9RHDRF951mvrBk9mBkwVdsZRIjmNQOBMr1aSXQaKQvKEnKx1yulW2drNcT
m1TSEFUV0aX025xfLSVo894NrruQW8pfhgAE6ZrDzlEfWDWrDvW9R1uSZ6r4CGhW+B6pAxZXgrA9
7pKqpk27Ydb/AmegQhygPpuKnZOb5gdMbdkDKFISuSkJUCk1Jc0R9Hn3Uei1ujFr1GOq1qfxJQj+
YsJIyWAj9EPTXycYYM0k9X13H6UJ7nPjvBX7cR7pVwbCnyLaG5yGSGaGJqyWIR9IjBLqiSI/G6Wj
HPt5X3pq34IcQXo1CkcFgamieYFwMfousAC+z6Ay8BZDCvqe96m4szOqhjYsOsNAHP4uRxcMwD3e
qdHtfcksAg39IE9ydBE7JLGNTjVOu3IPs5R83Flf0fGitzIMbYlchIGorsRtY22RXOf57Ko9PApQ
b6H9hYQ5rTp+aEzKppYbnVwGIPQYKEzaHQVGYQVxyBtEiTv4pQa6rucRwFmZ43LGEYsKg4HO1+D4
2TAdbsRNZaYGJVER0s8BJIxvUw6D17ZPZII6YIavRQNjAiIdXOFbzNtsRZqJmrtlCF2yw84YKnh5
bIjyyxu35ccykTFD48DD25wVS9z2WzlluzkC2IMKInGiraY1f5skSNxXHPFKKTFgltxs0dYkrW6G
5M6Hc2uJw6fgVyCXTs801PzMIkmTxwLFMzz/8gJz3EH2J0w5at4OYo6eKg07EXhmifROosMZH2g6
hM8BLIf6cspH91J3HbsvdX3omIrtxRolgMWG0qQABPKtz8EvaJqbudmWd8wqanUBddRwhSZIf0aS
4WRAiir+j36I0vuwBNugnvQzyKFoAe4U7h8kUdUBoC1F5QA0p8ol2sw+4/tzk+13TPX1Dgcra4Da
LE5fTGB3ATZSEgOgDWnv8trIjOOwzBdxu+V0/dC4qx8zvJyOyGhOf041R6V7dsu7nrNmWo/4jtNd
LoRC6SpWCog8w7/FHcKxzpbDcHUOspFoQSssc4IYixy62MGDBIgX+5AtFKA+MP3iS7lWKBtSQ7vv
IEPA+WmGt6cgFYw6mhtMdIH21WMOZAr5NUW827BCCxzfMoKUCcQSc8dHNsRkKmEfhiT3cmb7adTz
c94gE+zKYaJh95uEcA4tcAl1riqDQhgIkq6/gj7Sq8MWoa/ew1kUl01qOAvHBmj7C+TR2RkvLtCt
bB6zposNcJUjs+2hIuMmYSAVsWrICQDwGuBPhLsD10PJxn0eRpgKotJL5KELPbiP+7h2TaxJppet
OPhsHqLbAaAzMmtVL2f1Q3Fj+O3K6oVeLLbrUeUgpzLbcIp2aZ/upVwjME48A4fT3LoO8+itLW2m
3Yt2WocjqhbFIiJoBjJTs4KtCY+6lEdP6bzmNZzm0x6cKMKGEufgvtLJKB4zVmpPSQwrUQm70E1n
zzlydcdbPUZrDPAFl05+YeMSgirEZqaorMc4it5iPizDpVgXjSwDuKd00xWHYYV7KhMfUF9Fdain
H9XUpahnMO/DZ8yqgXSBuCkqFrT2YYmTi2Lt0+VG50DPMSpQfvyZRd6HqcX8GM3XwaiS0Z+0CRWi
oeEoK6/siOTbt55JNn/WCe7O27ieaNmucJVfXzFnMfHz4Mvei5Y25ZB8TJEq4vIgJYaDFzTxHlNk
m4U6fEbrdGbwoIbjX0dwZfsjPsZgjMjOSdsbrkQED7xneRRjcycVbPHBPgN0lkSkNrmF69MERgJQ
F4xS4PLQ4+lALWFdVVz4IrjoaSjSCZWGW1RRvVnqzQZO8xxrbKkCRIv6W6mzsvrmyrqv5mOHASnj
JF9LoSxQpy4f3lWNW+azQbsK9796zbqrtevkfFdsOjlzarmEtTcUL7S6Wg00Gscu8364jtGV58ca
6RnLXgIzDw+lwt8/kbjGjAD+/Ejo+2QdW+VzyeNo/UK3FdcGhiRbc2GwvvHVyqRvjsDDnb9MZo8r
k8cpZiiA1BZz2iIH7+bSVr2/sMOCnJB5lN2Cq9JZcQsGFNeHaancdDIhDmLviyHrv8Dag2r0trY2
e8CdeXxhwC0JRIyoX3dZtA0VhhgAWNqtyMf6vceOeYQ9oFiv7VaghQkx7tf9vM6wRYCt8/bh2Mp/
mDUk5rLEIdDv1rynHxEzU0xY5JeXYgQKfFjjBpnx05A5AvW8RIgSrr98D0OzfvrCbE8rNFhZs14w
hR9qcW9s9JJhu3y6QgvkdoDcvB3BxExeoDgCrlQArG+Ia4C9EahoonuMUJnc9bUIXzZdTY+QQyfP
W83iCl2S7fZW827E9AA1IuEaQluC2Qm/GdFv39dgNIK5nNuhILSk/MuMwJCk9YWZPYFZ6PY+pGFb
UMj6ON4lLtXfN1nE74vr11MEP2sJHsxUXjoLT3t0ZuU+yrAvEGLZX2ZCaJAE5nCN+Y+X+4n5/GrC
7llISB3mNmqjCODNu6W/lhVCMJd8xuSBZUoNxPNUzZjPDSBhKAA/34aQrM9qUhUg00r6cacl+Oy7
wDHyfRQ4EZ/jyFiA0YMCQ84VFd8w0MjAOpBJCZYHx9N97jTkJLt+8uYdRKP6kfZD0h/YSKvq/zg7
r+24kS1Nv0qvusdpeDOr61xkJhI0IkWK8jdYkkqC9x5PPx/UZ6qUwUxihEuJJAIIu2Pv37wpMPX+
UGFYCUJHH42/nKJPJhIwRsM9ejKyfG8MY+LWgTMu2g6JhRZzkJBWG0Zcbl81rTIg15FW2XUvD+HV
AHq5uDPgLkXcow2Ob6fOyV+gLEehBt1J8j2DKoev4Kwb6b7s/Dgg39zgz8vBn1PxrHxL31WGVX+u
As4md5wyABwx93VO48TB2bab/emKVFagHxq7ycJb4FNShnNhlKVu5M/duxl8QONyd5y+ZqYSfosl
7K92BJjNjRaUunKcqir6XLcD+GQ7DOOHttQjapaqXQBUnOaW8kqr1rfcl7izIrnv3C18hmCvZGbY
7oH2UIChqkqZt+1zzA3KDF/VHYaiDYdVn+rSrvLn9ikMuQ7v5KRAHt8i0qkP+jiND22s9SVdMhry
LmQHmndBbaXseIoDwiroG7Zzx0FB3VNIY36gog/koU8QoN4zLUlWx3NU3gYjIZbbw9Xp2dwW00Fj
jqpPSaXpb2Vn9NMd2z7zRm2mVn0llXUd7WRKQB+DoDFT7ngNGO6iqSklsxnZ4RGz1PDYyaXU7S2q
VsoxVZzm0WiCeQH7GepdEdTmA9I6KL5mBZv4TpoTe3LDaJoeIrC4T1pUVdlt7ZhF6Pp6Hwf7CrRB
6/qGH9gUeQgyjnZNOXzJG5DK740uKMlfKkZ1VNQszo5dqTskfrgAknhtx37fTUr3Oefs1fepgg7O
BzgV+XyoZMBu5NpCK3Dl0InQQbe05pbqyVR8VOLZjtxZl+wvVtHY2r7CI6F3WdyIJ8QZcsAYyTWO
fl3JRXvXjzhY7ZFCIrNuZ1l+oxYSaetQ4SZ3JEBQ31dGX39nD6WqlUTykiEimy1z/RwVe1/HmD2/
i+N6vorBUKTkXSVqsuCBknd1WBtvlRFp4luF8+5xzhSTeOBlVOYzIBnwcHSVbFSPZGI6UfQoT9up
I6gi91rG9TEbQ+O6j1dbEdmw6P0id4TkN/p0DppHAvSdS0plZnNu78uSvLOVMvpGoQB2SgBzjJMW
7CPkx1c+7Rkgb2n0J/4TCiZZxOXnv+Dtu0DhJPKRpdZxEb5FMrl4KnAS8DJq97/fFK7IoHNRj+JU
ERlaKPAo6ZSU1r5UABRodtR6gZl0XqhU+YpWiQijXaSTFxf2n94P6NEJkLxwKHOWXW/v/RhcfeJj
ipBYWeSxFhIQm/nX354fC0AYy2nkzUACCiOXTOXsAx1xwA1M6nU69+O1zT660n/nPgoEMxxWFSHU
Z/MDOntmJWPs7IHs4Sc7gPjWfCU5pL1BuTeujRX45JmpoWDTrhLHw46gQn86NVQQ4U0DyX/vmNXX
SJeTQzCAKY+6Yk0X5Mz6wrdMRqyKfZ3JKKBCocRVZSVFzp4ESP0EEMC6S4l6V/rvp/zGCSySWeHA
y2NCmAgriLzc0qgNLocMk9SSt/fzzrhTB58MtIrzHKYC7JmV3e+V2rD2lS9zk6vAvGRJqHngafSl
wNi5KniZp9+fPo4B7lvnGIVVI+DZue1ZUDXo6KYGPr+PHGArILY0THZebug5VBWG1zJP0U3UcXzW
hJbUOITOjcnpHkSOfGiViAyhFEJs4Mg5It2rMrqqEe40gMR7QyqUQw36aTcP5Zra5/PJpaEdSeEL
cC4bqyOsUClUGuor3PmlMBm/UmShAjqho/ARKl60Zjr9fGelsYWiqC1K9Xz+6UyO40bxqYWQIbMU
+6608i9laUoUrthTYV/ohyTohxWiz9k2FyEPVusCeBbaNEe7loj+WT1GbxxLjLv2Vadbx8wpy4MU
mNNeVjLl+PIALw89neF8KPbFzCagyNBzTj8UyMmoVwmFp5bMB0x3gPAgAafjYt65a/WkclWlAm+a
d2vmv2fHc/EVWdi3Fvyg05ZzvUKMMxsdZm/TvRubcXw/aSl512Ecstcvf+Xz7QKC7+IUwmHJ4SXq
y0RaE5d95ThLrcb25GGqPGWm0vByK+e+yOD6C/GI3UIRtQm4w/vkXC2229Go4RMXVLa6PLudQM+v
HFfn5oqhwguDamot1aLTzpsTp6ks1Jr2Dpiu+7Gd/HsdhNAnBbUG2Z1z3R92RAyx4b78iec6ErE8
hGixVoRku3TBL4e/FMskSzuuwfOgZp9TFburQ+q02nB4uR2RSKuw7UC7tKB7GhQaNeEkaSQFz4TJ
dCAaQCRENZYVF7fKgfJFAqo1JmQcOuOvGqjk/aDZ4cpnPj84QdbABEAqRkdFVfSB73qV+i3V572P
uPZeR+R9F+P5d2iHGCFEuV2T6zs3cxB4XJRbNZL8ohpniERHPEFy3dud3B9xiHn08RA65JFpr2zo
ay0JHYve6BxNFR0bmAWM1UzBKCJO/EOGEej1y2N4tqnFrFVF1AJpMmGBk/vyg9rXnb0uRfpXZCxw
otCi8n0ZhWuG5efGCzrF300JpxThiNlRlXL2feigb60mAX6NJIsw/DaAbWIy+fKnibumCmZwoXjD
8V5EoQ2hPW5CCL91SecO0qB4cJNGsFuTc0wWzwFNG/ujFZDv0aa0WdnJxE792TJCQjAOl+NYZDbG
agfjUVU7124S+0dWFM51Qn0YQX2lWFmD55pCXlFmb0aa0NCFPcZEsD+dWrmDUtvbPwDe63tIE2/b
vpbW7hTi+C1fBZlsURNGVZhT93RbSdOuVqMArKukjXeUZ5T3dTbUOyoZ5pvUTtc4c+LuSXMLdRcd
GZCNqGMKX6a0XZDFttO7oxSBpDRtz/hJrYBpQYW1KHgPSn0rIyduaUujbCdEbPpyK3SEkDUy+qq1
CvCbNhXRV6pkJFc9QiXvapjER6INwyUjVNyEXWV/CadxePrtKUs4wyhyl9L4ZmHh9wEVt3rKWjeb
6tZrk2NRvNGyoHvIQttwqcsWYEqKtY8+M4fg7bNEFhNWC07V6cD2HaE/jbRuUscUdUxVmvfEruaP
oI5AG7z8ieeGdeHq6/ailstkOm2s6oCOEJu1roEy497JzOG+qMPmwVem8NhWoNGkspBXhlU5M3cV
+tViQsmYgoji5mlkBXKQlC149Vq9V8nxUqKxzfZr2hbOVdUPw1srnJObuG3UR+6D6QcyyJpbweet
8M2hruY7WUQaC1KH6xe+tlNwGV+Lns++JRC2RWcQEKo45Udu9NhLx0CXZeh7VWvPO2aJcVWnUnNV
m0b67eWx+Bns/BpYLtPdghEDXx2kg/wsvGuANNbT2LkhJDKoi6P1rnW6/mkoOu0+UkkTq4EfvXUa
8r9pNea32K1GB2hP/m0Spc1VbxWDc1x5qWWSP3spLqY6mpLoy4jqMjVJUjVEgd1NSjO7JW2XHS28
0a+sIEoOZTPN+6JpjbtGnkvXSAvw3wy6W3VItuPIWqzEi+fmK641NqE36hK6qN0D8j/wC5US9TyE
2S2A8/ZYtnb/mvvV16QMLGpUY7UyXc+1iUYE4TAisxxgwsmFWKc8S0PQulCKYhAzar+UslrrMZ7s
PtlR/CMdkfm6tXKYnG0Xy4FF4xJYg+ioplBFn0PSdBibayb1hzZfhGc7nEqpxoTwbCUZ5bKk0leG
/Gy7yCIuGx/Mb3HEizYco87IW1dWU+3KihPTBIrcxrc+NPFDX0wKRRVYaCtb0dKN4kRjtXGqIaiN
9KOg2TAACe5UDYoIUpv9uygam4Pamca7l+fzmSMFjyB45qxplCZF4QHwp6nROnPjmnURuw4yRdfw
CQBhNMEPeM79vlFHdU+0oCHV2mkr8d2ZrlUZSHw+dQW4nxiKEDpMdaKETKU0Nm9jE7i9jb2TR9Da
uG2uAv+rmjWFnTP7GI2SjiFQWGjvwvzlcEOo1uEY6zpq0NaUcGBPJOUTy4/2ljH0v79G0UZSl3Mb
Y2ZZPDbtZhFsNu3W1dNJum3Mpn4MQQMXRxlSZbSX0zY4To41Pbw8suf6lvQOUR4dq+LWfHqUtVAt
DBD4rSt1c+tNhZJdtUYpu9By7QcVjDvMwnp63NCoTrZjcTJawunTRsusieTU4LA2k7C4HXXy5rVt
SN+Cshw9OVfv8d+dkpWVciZCIDJgCqv0o4qC/2mjkx9bZqr7rVv4WUOSXOue2smGhKs5NdzVl7/w
TNyOMwZkZ2bt4ickhiOtqvZdPxCDTZCRNXhnN8Ywa08SddBdC917r6HxfWyTuf74csvPUomchxRS
8ZhdlLYWZ9zT75TzmVN/csAjkTygvjFV9xVFzB+QNqZjWGoYqGplbXyzS7+E7A6uGTCIpMo3Kd7g
76jmDLelOuThAVQUHIOX3+7cquKkZmGR5eReIQyC0Q+yxM7NuWgDdrPbAuQ/mIg7Kuvyzg/635UC
/NkZJL9J4RKmYbZx2hlTaCtWVXGLCQFY7owWuQOVTKYXqa36+wfAoiwM2BTTNhkDmtOmqDVpTQiR
zPXBpXtEwe9zVrnHBsN1xqmN146aJe7vdyeWuQjlIcGPi4+wkODCFSbA787FDJz0gZJ3r4con1zH
B5iiYxv35uX2zu0WiPLZjkZ8Z2ModfqNdi7PRT/lvdvrvnw1hp0C6b5p30GbVKDlKz5jqAwrEd65
OYMSKj4wSGQuKounjfZRiLgiNASXrLi2N50KYFoaSQdwhdIiYaCtDOSZjUIDVaxrDCdeImJ7pc0G
TNV6cI0pSO5KI6o/1Ko+eWTYkk8v9+eZTyOrjnQc30cC2Fx+/kuWy5jJfs5zPFDFBL1p2ZUF/diE
uCh1AMZRmp9XorIzDeqwsznDKRUuWoCnDeaFDmkFfoWbVIF/zM3he6ZH6hWma6CaAXavzM8zXYn8
JsrAFIjRoBAvStThO8rG8uA27FkuwMDEAxahg0g311THf6rACZHQEgbhpYYsGPllYd8zQ5BnZjSO
bhuH05WhoXZQRVL3iGmxcjCHtuFCKucPUdfIN00JJcdonPm1PHTB5wgJ7a+wwXWUEbT6ql/8XCzN
8J8Cv+7uba6BN8yH+CqH93IVBEm7Jmf2U1bu2csv11bSkMZzp6xZ0TDjBD7nGnVTgDDy4W4Z6mjc
YnaXfygAghDETmPw0eE4vi6qCJ0SkEbS91YrIngkCAk0h5fn5pkjjPoAZTaFUMeiAHY6VWSpQEi1
ZqooZiuBVcrsRa2pR8UFQBjSFsnVLDkNpMxCW1nw51omW09qm+oEykbiLmN0uMaHwejGsvUXfhU6
8frc3sNEN1ylVdMPZtNHu6FxupVA88x0pShCCYobG9NVVU8/OYAwlrelMrqoqYeg08xkh9ug5hoV
vnkv9+6ZnRSd7qUdsuPooQjfqLVpoHEajmg9+Au2Xx8yD6DPuCu7EWzkNNdXVqX2Kx94ZvkvOw0O
FsQFsipm1SfF6OqkgBBfTiiiyABqgXoj83E1D2PODoAkSLl/+UOf9SmzmfjSWKoVJPjECwrIgUIZ
7W5i9UXNfaOEuacW+uCBxFyrIZ5rigmLsgVBjP3M1K6M096MLfQzFszmDXS9aJf0NjAlctwrccy5
plCm0hhB2zQILE5nSq6UU2yb0uRCISZnn9V6tzfAvISgnIZ0Za4sp/jJ5oDoIKlKdNZJuYLbFVai
DbUGIC1yCxFo63sA3LEJba5AuOXloXq27miHa9biMyKj6S5aUkJoGCC9qMg6TDj4ItQc3ERGiRkS
hDHYM3gHh11n3jgjOOeXW362GhZZRZNAmQ2ci8hPacxfzkEzcVAyWDLqEF+rq7ZrSreBn3loO2k6
khufPshKOhxfbvTMGBrk77RFjZZ7gWitFSKxB91VAcIEGA75DTV6k08k9awWqO2WpjSsDJaPI3I6
nS4mzDkFDOSClmqxvzUa6vnI1wGwd6z/Ldj997fx/wTfi4f/nRfNv/+Hf38rygmFsLAV/vnv1+X3
/Kmtv39v776U/7P86d+/evqH/76LvtVFU/xoxd86+SOe/5/2D1/aLyf/gFABy+ix+15Pb7438IB+
NsCbLr/5//vD//r+8ylotX//849vRZe3y9OCqMj/+M+Prv/684+fdc7//vX5//nh/ZeMv7vO/4q+
PPv971+a9s8/HOtfS7+TrF0wIwRcbLfD9+Unpv0v/r3IRVIZsNkb+Ule1G345x+a8S9DXhRnKUlg
5PDzj5qiW35k/otCE/9pU9AG2rY4bP2/9zoZoX9G7L+QIHooorxt/vzjdH3DTiGnywZpCJchR40W
wvVoua0RpiFLepo+hKq5dge68Hhd2KNi8PET27rlQh6p6zeDCXHnbTDOxY+XJ/fpofL364swAvzh
AAwnvongotHMjyX8bBCNWmwoIA2xSoARVLX+yqK99DHCCmpM9L+GIDfdsdFsDc1KDeJIMSHj+PLH
nO5E/3zM8pG/7ECWU2GW7kym2ymlfqcog549DXIsm68mRKBGT7JmygjZVJUrV6pLH7TsTr80WNqQ
Tq2lwT51rPGmACza7XUUgKOVvXUZ5n9Oj3++aGn4lwbsCMR/22mGOyRI4dyYEwTDfYlEQIgQfhir
dwp1xWRfNVU+WTs5xbDnKOdhX1+93KOC+Pg/LyAcW6WVNfBFJmo+QQAHGHytR1nuR5lAyYCVHAxL
LDlZ0qsCJ7fE7dSisGEyBLaareTWLvWxEM+lAfyXFJELdyBDs9fq4geJuzUR8EsPFyK4gpU6IOZi
uGQFrY9UtAr4zF28cmG79HRhb0httBUarTbcRIui7zJ7+KtcipK1AuWFx2vC3oDxICIsoUFhvrX6
98pQ6QilzdaKEcOlpy+Bxi9Tr06HuCzVynDJ78yzK49SXx/MsiisleDyUgPCbqCOAVYHJIPdsdDh
mU2mOQIbh531e6bgf89dEfeWOT3c0C6wvCxtEKuxYMZ277VqduSbVgod63EKFuHpl1fKpa8R9h60
riQwoaXk5cVkmQ9okYTt+6xtpR/bni9sNY0td/IwGrY3k951Qc5TVh+hItcro3EaUP3dWWKpxykS
nSLE5HtAp+fsOMDR7N10mPBXqqIQXMbLn3GpGWE/0fTCt4dSsrwWFYb2KjeLfEEgKct1JmqHcWXf
ujQawqZRoSrlQ3q2Pfhb81sUQcPXuWU6b7d9hLBrDMloKwOxiKdKY+SmwCq1V6gcFtWHxLCTcaWr
Ln2DsHtAK4CAaJW2V0M4vJag7L52gFOnKxeGC48X/VMLP+L6SCLJQ0ZGHaHVjvonc17NHl16vLB9
dFRkqVdQP+tTRoCbcubqqP+sCQxferyweXSRlk8p1zdPb2APo8rMBQt1nAkOyMtjfKkBYT0jQmJg
oUvvO4u92HWpGPng4n4zDw/bGhAWtIVVb6NIo+k5TRi9t+ymeUDFEkWfbY8XFhr0Fu69XNi8UtPb
6KpFScfZhUk2yNuWmJhnGRdgGAwby0saCDnXTaYiBhR3er12Ni8z5Uzs8zNX+MsBNKGDIIPgs73K
n8AHx6iKWA8Z8CLzBmlW0vBjoE75RyTTtc9dHgz5yk5+Keb5KbH/S8PIP/tWgdqYV4AmKm9CBPlg
SICiJKyzAfXpuC210PX3QNPK7JiMc2Ah4jxoxVMvt2a3rYNFK+fJNyXLTiS4EhbCGlo0WJ5tpWuo
fwGz/feGrwgL1OjbMarUyvE0eaFCzxilg4Xx5zm9KoGRTq+DJit+IBcyZFc6xC7jftQ0Nb9bKkLx
R+Q6jTVl4QtLTUxoaWWPjFEyzV7rq/p+0CCmNJnye95Hf3+nmCGwc3W2ewuqL4TscJ9oSGOaCQS1
TctMEfYhO0f0thgi3Sstv6GwMTvfyxGG77Yz4Cec6NepWGumMo2x5dVSOXhBq+jo4mp28Ne2txf2
IIzETARiA90LsBz8ZHAy3zcyRLxtT1/G+5eXr7Qgx8LLcjwj5Ra27xDrnHcduLJmZYVc2CFECHUT
VRP59dr22mnw1WsbZXj561gq7BYhMoYFwoEdlEx1xmfkW4l04lrK/8KMFQ1mtCFPWQC16ZFfyzqy
r4sex9Tp0sbTR6zRzfqcVJ1ZW25XGYprTj2EUbOQDtsGRogskNWHu16NuIp3QevNuRWjslnGK/vn
hc4R06rYTIbSSJjtxZjt7tVWQdBl+k1Ozz/LWdi2uLEVthIVs6dy593JofIhD/S1IPjSqwurGTYo
Qkn4BnuBhdhpN+UyoQVabfG25SwLQQWS120JW569yM+ca7UfkwMSjbq3aVjF4lkMj1iGVDB78Jkx
FXLyAD60Ph9ffvqFyF1WT1dz7hvhPGPR7Q2S8Z1rZ9If8Rcoc68drDWXnkv9LwTWWm/1OfjywdOY
/G+cFpySomOF8PIXXHq6MO3bnFBomM3BQxXavLYd9E9jtL43nQTP2F9Km6W+PcedFzSpfhulmXVX
jummV6cyetr5HNQ+RqZaiwZ97Cv72lAbxL3HJDxs6Rogn6fPh9yLSNJMmqfMo/EmaYP2VQcnfNPE
VH+ahPxyEJAflXqkZNojfjBD86QNsp2+NmrMjTf2vXCOJUrUV0GvjoSEiyI8GkboCecrE//8tHkG
dDJiKQEdSVkXLxxlpzWduoMctFaMuvR0IU7XylhX/dju6XnpUw3sECPm0d84rMKaTUpsnaTG/M+r
62qlouUHoHLbpBFXq4HbhR0qvesMJI3V5enN9o4RVity6KWfNjwdSmqI+GCCyKCprrkfX+h2W8id
hfC/CmqrPF1Xv1cRjmNIe2zLbKmioU8yZqkdBTzcQZjbSy2n5uZljpvO12d1qLHVLB+iMzADDCqQ
leyRnEMsfdMRRWH0dCfIwlIFdAvoOUeTZjeE0fdunap9qdeFddrMdYtU/NAhB4bXHUZkn6S+WePh
Xnr48v+/7DKyb9TaFErU/ioZma4x+tJ08xqi9NLDhWWKvMW4uIShr246IPaR1t/BQrG2rSTRIM7S
YgnRaodXdzrlrqE88uBbQbpCGb307sI6HTuE7rGc7zwkXwrsfbBUNzATkOxm45wRlqpajU7WlUHv
TXqGgoCEiJxXDmr7bdM+YwlrFXNexGARpPQw7ktvHNi2ByRap023FG6vp9MGgc5SQ7C387Bw/owa
2WOja4/bXlw4VccG5d8J5xEvCqV7tsdPk2ptS99Buj59bQfpdDSxrdaLMfE7dKHxtkj8YtuAWsI6
zZMGT3K76zwpaqPFV/eVpVbytsluCeuU8u1QNqONk1E6/gUG6gPq6SsO7BdmughVs6MhkDivJ4/H
NvhjqE1o7hBYDLZtvSK+uw9ANSU6jCi8/eSPess+sMOVa41mfen1hYXaVakqp37ReRnyU4ditL4i
Suhv7HZhkfp2VFl9VHeeMeHTl2WL5mOyVnm98OYi6sTJTT0qEXv2qMo7d3YTKHep5JcfNq0jkTQF
zLet2xrPOClETljLBiw2om1DagprdNYLJ8ZfCn8jo4dMhadSWtkP295bWKP6oI8okvNsKW7e6t10
Z+jNCrX7UocLK7QYfD9oNZg5si/hUR77ryKEvrZtiSJtQlHK0polVXKhx7/OJuuTXU/ptq1FRLZL
IXF6XdAnaZg/Ijt+9LM1INKlPlFPt0S9RLt2JKfu4tJxVQ/qrb7mrnrpycLCLCcD7FbJ3c7Mglc2
Oo557W8qs6oiowFhOhDYHS9dZu9QmN7H1vtNk0/E7KVOXJdzwiDqYfK1Hp1HVB6P2x4tHplVn4zT
YEI1aWLlLbbuqhd3q9jVC51tCCtSy/0RvzSn9RosRneYFV45vvNx25sLKzJJowbpIBnccER0K8nm
l8UQdtsOawhrkoldVdjetB7iw+POaHTMvRyr37ZwRBa5jZRCqxu95FYmkvoHm0zwtj7RTpdNGISV
XoVT6+HEgYWC1pQ7pTLfbnu4sCYH6u/TlPsNtnzl1ZBS26+0uD1se7iwLOuukxMp5eF2ajxoXfkN
TfQ1mvClWSgcl0DJJhmNgMatM+3B4Nlj1298tgjqUoYIYalRIfUKiPMVCpYx1NHR3NYrIqQrbHR0
0AxMDypjBmMqx+9SM9wWYIlMs9FByjFxWPmjNmElJOu+WSA1OCvRtq1FFxZoifuBT70D6S69/CIN
/QcS+O82zZZn7HL0GWpTo18gAxqHqkvQN4QCui2OEE2D6xBZ6MwZefFxfOgK+Wbs8brb9ubCCo0z
SAfoIjeenWh3KYBDpCqsNerThYkuOtZ3QQ02sutbTy7TRx1zsrgOtwUpurg+DSmfAg0vF4xT1P2Q
KQgk6vGPbZ0iLNCJrHxjZ20DwMD8FDTjTWQZT5seLQKrxrr1E1uVam8CsLxDLqw6woZf49Vc6HBN
OD0LY8idHviORxlmPuRzcY/u4bayP9bLp5t5V6ooKipD7RXAX9Jd09XSrdTL05ttPSMsz0HS2BX1
jhHtp78aIrgRRd5tjxZOz5aDJ8QgAnKuGbwZy/JazrJt81DENuELmZhxqtfe3Feh2w+BepDS/Nu2
9xYWZzTrPgZ6SeM5YblP9Ok+s9fCzuXTnyMgVFHXaEA7Ou1Lq/bCDJ3NXW2Z8V1lliPEexUfoG3v
LyxSI8GoMCmMGsMl7XMa6h+kMnm77dHCEh1BPKam5des/x6NBqy5Fj+ibeUuSDinUx2jOlh9msqL
68qHrJfynS6V7ze9uUgfDDHbwjwsbDxDjfTBnTXE8ne5neJbs60BYZ3qKErbnZ0yJUfpMcpUFH43
3sVFtcg0wuFIbXm0PzmPrRy99jVzWxlKZESn9oSFeD/VnuZnqgcJuH1UMCPZhPRVRbymavWy0UfM
RF+ep0Vp2IOpuw0wpopMuAyx/XZswtrL+1Leyb11xLhsY3ZYxEK1MIc63aHL2R5v+0m9TY1x2xoS
UVCwZjFzqILaw3w431nzdOvU0ca6mYh0cpgl8qgmtacU/YOmVK9qud323iJ6qY6oTiDyUHmNaX+I
lBrL+GrbJU5ELvkjqhUBSrmeSc/sHEDo0CphNm5amSKip9XiSooLp6JuE1b7Wk0eO8nZFoKKcB5Z
5p6VG3LlBZGWxbuBRIXb4S24sWOEIxQ3MlBpMXKFmjPh/9CZ6GFF8rxxRPXT/RYXL9MHa1d5M3Ym
e6XR7zlJN1bPRShPJ+V2YYwF06VwkIJlr52SBmlvp0+2VUFE/IKVZCqAxbr0LL19wkngcUjap01T
RhaO0MCfBi1Ng8qzcuczWv+IucNM3xb8i1gjYMWyE4w5cyYIMebLSfp5vq9XG+sfItRoSnCErzO/
9GypSfAxHMrsR+dYCKpt6pyfKMtfynJKhvjv4EilV4c4bGaBGWMIERrHTU8XwUaWNY623Mul16Um
ZFgUV/Yat/Zt7y4y7dsU9F2j5aXX6BbyIsqsJl+SacyDjc8XooAxqs16GOmbIsQYKWqzd2OqbDur
RaxRqhZDJlkd/Z7jjTPhHHoc0iK82tbvwlbTaz0mK+lQYv5tzB/kwg+uUATGl2/b44W9RmN/h8PK
sOJhWTVHq0MBd2f4hVltbECI2ikiJkWOIyn3pGa4rmv7XVilG2sKshD3VqTMbanLSk9Dmv8zmsDj
VZdk/aauxzPjdB9u8R6ZZs0oPGY8lrNAX3bI8lvulp6HU3n69HqSqNGnPN3op25nKOUNNo0rU/Kn
ftzzC40iwowqTMWNEo9cD7OZwN9RLY5ZtFY0JtgyO0FyhbXG8NRlTXqtNZpkem0YVsZbKG5W9YC2
UlM/OVZmXmHu2hZXcYLD0c5KI5LxwVjZMv4celzV74ZKxQFBnqo8+VKEoVQtrm2RelAMcu2uBTu/
O6QKWbI99tfteN1V2AV4qjWG+rUPJXvaKzLZhI8S6NjpiDdlYx00a+SZQxq18zGonLCBbafO3TFT
1XE+4Cim5Z9HZP/8h1Y3pfhrgyNC5dmz6vRePfK9h7KdDdQQesPe5yiJJ3tzsoLuKsB40nll2jm8
MLma1ScI1sMO39D6uoyaGouiwrGn45ClPRJktR4Ybm8NOinsNOz1fYAPCgYXveNMyGxHmrXLiqhW
bofcj53rVFNa3Zvp7WFvYGJ7PeOte5+k3K1xpihiPFz82p+fUiUurE1RCIJfwgzKgr5HIKTwEjvo
3td2NZNDzfF52zRBRXBNhWEi6HxM0BxyeehrxK/CGUXVbQ8XNmSZnkNFvSwQ0Sr97FDgb+WNlRxt
Cy6RlTrtGyWPlFnS4tIzgwwvYbXJuxkPLCOpDts+QNiX26wafClsC4/6wI+h1G8MqdkGRldsYVMu
u6Huq8kqvFB2gO+0jTWme82J1R/b3l3Yk3ujwmG3U0svrTAA3VlFpVHatFV1WwkcVvhp72ej3mEI
oRWeia02+Uh0qwL8qTa9vahSpelYnyVVWnqhmX339eTJt6JtK0pUiOqpEY6pynsbne81TnrjG8qm
tPUznXxsUbRJIbfpAWgddz6WJ+gyKcXGPlFPOxxnTM1MKCd7gRrHuDhWP8y4frutv4WgO4Z43eeW
XHjd1JX3UAejK5xks42HrHCEhybOYrlqNl6AJfQrnZsVvI6u/bTp3UW8F/YhqYIZPQGCrOi7zsKX
GZPXjQGCKL1TWoMfzwFHODWaeg+izNyX0iB7295d6JlBhiptRHkB0TVNb0ytN9qdWdXmNoy8IqK9
mjgPADIVTPa8s26wqZA/c6edNqWCEcY+nZHWmFVz1hD3kcoar31cXD0LQdNtu68lHB8qVkkOtrxE
xRFeuM1QBbuuzbJtq0mEfCm1MnYj92RPmnLtewja/PucdRi0bxpYEfSFV0Eeh3FSeoZp9dJ14mAg
LOO8a6zUDi/w6hQR+AXd1PfN1M69OVW0+m2ZRH2x961cLQ9DU0hvIZzdSxgWxweiOOxKAodL3TGU
DKPYNvqiG9FgoVaSZ3XuRbjSfs3iQftWSyy+bR0onF+wgE25i4lucYwI7b2UxchbZGFeppsuu5gQ
nU5eU9ZmkhjLAYyhon+LDjTMsKlCdn3jFBD21Fnu8Gjs1dxDmzLCsn5A72YXJ3q/8ZAUhaXNBuuZ
XKWBqVMBRc/dB7gB3zZ1v4hBS9tsQjN6zr2yzpv9GGg/5tbY+OIiBC2oZqVp8Hjyelk/pmpyo6pr
Yv1L+HTmUiQi0LABlDE+aiHS6H2zTySdQsYwv9nWKULIgyRnjZhjn3t+V9tuF6rBLjOijRGhCBRr
Yh0xwlzJvDoL7rHHu02rYEXL5VKvCIspGKkzIlSMezcuvjd43No7tIaGbYeY6D01JGaEgLWWeVqC
WtUOK9rqJrS6PNy2kExhIenOWGgmluaeZeR4Zjj2VaIr07ZzQISM1SX+nL4T5Z6jh8Orps70PRrV
/ePLM2a5KZyZjiJuzBmSqR8UznfctisCq8UA2U1xpi9ck9g53xbsi55JNkqJyNsFhSd3Wou/p9HG
y+SXnTVjigsTSISRZVLUVL0TMTcN9alr5TeB4m/b6A1hUSEu0dpyzbuTpTIOUU0qf+6UNZndSy8u
XOFyJqOUgAp0Fav23/STVD7lobGNzcRt9vQMSaNc6WQ005Zd0n4sM83w2siwDy9PnkvvLqzakuyC
7Gd5SjGcrERR2Y+SHkTb5r0hHH/d1OZTN0UpCAEknPaQD6tP2GUX/cbnC4sWQRrfL3G28uba+kru
6A4z8g/b+kUImvVeploNQxDiZ+GjAtp0/fdBq7YVNxURUBaRR8hDf+n20vZJODb2dWYa3bbpLgLK
CjXuxrnm5f0gJO2kqDifJuPGM0SElDnmbE1GQ/5NGVplwsUIPMI+zvN4TTfzwpwUIWV2P+DNHYep
p4TmdMBeWH7AS9Z/s2lkRVTZZEbkEYZKOuDePhY3saz8X87ObUlOXOvWT0QECBBwC2RmZZ3tKpcP
N0Tb3UYgCYSQENLT71F/7B2xnKv9e0fednTgLNBhHsYcX/xIiMr/ZGua/uY8vhSWwUmS7JRaLB1q
c/m0JDCIvhn4tugjEjFLjvCbpGu75GKf7yOPrOBeFeMiv8KpPjtaSsK5yCKf11XoLBwKfMT5k5xy
eP3LZfFDE3rWhe9z5wd7nBTuXECIx/1HKrPsblOjufUD245pZwEJC/DAYHUshyy8ArEHAjl/96l4
nYZSrS0SNmCLQS53AF9D+fk4KhaFFv/3OjykpJu360K9SzNN6BoX8j6QfOi7ZHzcKl7dE1BCrrxg
LyVxc8TzOYs3fiJ7/A8ly4cq6Z+vWy4XZwxyTS8jWHSe0gCdrSDZmczrn4w03u+ff7m6LxlM1kay
D+vOT4uCV8dZr0G4tvJQPbQOMXx/phUV7LoaxqVILllAZsq2nJ8iFdFDxp04BgC9P131ni5Fcsx3
FjliCqvpOWNt1IXPZiR/ek+/2VKXIrkk7gfLteUnKuzwAlV19lTCqvivfUyiP9SPfvdPXIQIcVcV
PVELP6x7ymnLzKKXod40iu3nwWGi7Q9J9W8++f+cGv/RXYU8obcbFf2hHwznR5vvCdRhESjaMpSk
gaL7yqrSpYiuZ6iddFrgpU0kgtCNfsZBdOUFdklAjmDagULAxE8JOugABB5NmvzhgP7dl7iIGooU
Ws6AGVxAOJfCnCux5kfA89A/p/0m4qvUBcm7A+l/Dp/meDYdhiKC1QWMBDHrDpfvpbhutDVJL8KH
1VfLMHg9nooiN0dorsu6Y8mVycqlkG4bUIpMbcJOA2A8R7V52ZbVcF0ed6mki6kChLsQXQti1W0M
XlU20+ve+SWtx6exWGeDR4eQHbpqOcqBXJcfXmroPIzQhrUC6ZAP5K7Iozugs6+LMi81dJAVgqFH
h65Vo1tux3U1pyhPX646Ni8ldF1esM2nERZ70q8HpXQG6q34EybpN5HUpYYurrju8jgaTsWwqjuo
Xj8vvb/OHBYQxl93UE+LPtqIHU5gXIujrcx0Ey/iOikquGa/Pj3yINRnUg+nYRyXVrHyPir0erju
rV9sz32MF7uCD9MagBj2IyHuk9KcX1n2u5TSsbkyi8imqp22Bb3b+TTq+bpL/FJK59m+97JHICWM
HerJTnETRP6Hk/c3y+VSSbdBnR8w4YdNtG5zDdVYA47alUfipZQuwDBs3YwCc72Uvpl6NS91p6fq
OkFaculmXoEzkRVAHWPQag6kLkWn72ZQEa+bgwRO+dcFaenUTcWSVoDUBnTGPkAF8IcD5gIi9P8s
kv6LLJzRAGjB1LNT4qN0u4sHmWPAqIeX5yvchubTkFchrYtlk/mBorrmQPjj+QaHTEX9cbFVvByC
Snrylyxysp26Mh3+r8P5Lwbnf7bLTi5VeCFnbjF2Ww/TREUDL1x4TGTddT4KIL7/+lLf2cIhLfP1
MBS7PuadgWNxxK9sH1/KelJH0iA4GCSpkwwaDvOKgc0/wWL/fbOANPrrT7dugQlP4dcDGOKh5jHX
TcGvO/3iS1FPzi2N0gVvPUgYQDjjf8Ygsv9hvf37L08uBYp7tCSwUjHvGbA2/XkAhhaoppWvU3vV
8XqpUJyGwYAUwYp214zizvGjnRoGNPqfmCW/+wsuzm9tuA1bp+zBzkwdZJm5VlXZH0RPv3n4pUIR
UXieqlTaQ/Juh+byBcP3WXGVZB58rF9XjSq2bO0MHr5Z2HGLNVvqWZDr5I9JfNHOzJiFwYEFcpKM
iWpSDn4Nikzfr/qql/rEmQMsFqdAuQGfLesyijCTt2fx8bqnv2cD/5EX9ZAPxxmQG4cZYql65rp/
FEVq3q57+vu3/o+nZ04pwNsWAPcqtJqAY+oPg8+vfDEXNdRBu2RGb90cYDtKnie58+80DsVVkS3w
9r/+9CgouXQC8OQe0zNt5RhrsHmva94Dovnr0wPGILphQ2BVKPJ9lemLZOS68er/wsAxiZLyrDJ7
GGId17si3aHrIKP73z/pv6eJ/0VhEwlfCJ/T8kg7kW/PzMpBHj0lQh8zrXAL/u//zL+fBgC+/fqC
ui3tsmTEHwHASNRuJO+babfX6W1iEC1+WZeKdYUxFE/v+2loS4htmmr2f1/30y8uVz7i8oaeUR/U
rnwzyGVsV9lddUrG1cURDBBzbGSe68PG7XYEZZrUMDAOVx2T8aUk0cuU0qCdPhgWgM9e+SewuPLr
PumlIDEwmYUZtZ6DKlnRSLGPDSSp18nnAUD89ZNOhS9MUXbqEMlIN2NQU50qf51zExg6vz69yzKh
k5Gqw2AW1oRciqaEc3171YopLw5hm3iUnHVfHsdxCq8hVvvbGE9/spL/zVa6lCN2qXOJhVgZuLUE
8yjvt5MiyZ9qhL97+sVGzZIE5WpfVccsQul8i37MYnq97rVc7FKO7LQDP6M4wuerE/UWIJMFeXj9
ct3jL/ZpIuZ0DrGujrmSE2SO407ZPU3EVF63Vy/5n2otLUI+VR2rNanHitwCE33VtR1fir9gxLUY
T/BomSFYfVcsTNcpY+NL5Rf4DEPHiqU6hnfrI+5A9MxY6eqrXvql8muMBTPBz1kLF66bSatn0FP/
cDP9ZiVeyr4A20JSI2XWUsgfxim6z6bhw3W/+mKD5rARYjqdspZQK5NTpgTmrpmT9tN1z3//k/4j
TppUsozCzsUxAz8OFurZmt2+j+olf3jr74fgfzc8/gtNOURcZaXr6FEqgOlNt23ycS3ivj9gTrXo
zr0ELP3BhO7/I7n+H7LTv/2jF9u38KSbtnERyHF2N+1NIgZB1IFz7DpxZN3ORb3MEriaekoX3O37
6PVUnGehKBDySKxHLmsR+ObPrPNR91eaOsjuphjaal6now/O1Qhy1HLPaVKqh23tXELPe5QVC691
EH001CAEDmlfa1MoBEIzxaer82qZ+7+UZtImdcaLQZ7TwGGZ3Hok9EXf+mVzuuE+HfcXWMg5IBhz
DsQPrLI9sONTnVQ2olldeVjD85tEcQrre4mapZE15gqExQ9ci3n6pIhE1DsWY/lTKon/rO2SvQPn
MliYWrwh3mybI8MpeLuDusRjQDD/mlG0LWy9a+Turs5L2rOv05Dx6ofsLUA/GOQMs5Y13L5G/+Vd
RnejgvR7PcE0am2cG9aEtwUGJ7tDQMuGHCLS7WvTlVhpVbNR53PZki3k8V1SbrQ6DrkNoDKyZfY3
oARMTUHVRh/G2A5lGw+pSxtW0AVRWCnLtpQwwK33pafLBP3mOLO+BTN964oGFZK9n/HLlkkXdUlo
gbmRbTh1WYGwEWcJlfYWX2tmA0DYiOzqKomEbK2cyLfFSNo6H/bihwWoND0qPef8MWgYcL6xhRTF
Y2q6NL0PHStt34qAGZXsWDmbwBEh0MKKB0xolPheahgUflwfh6q3xxiuxojGZDwHfuNpurvvSymH
uW/mDcXgc4EJpOo12QuYETZiykAS68vo3QZSWDG5CFMsAaItOOgUdrMHj285z2eSo5BGzpRPJas5
yH5HQL6nBpxiJzVSbx+t23tkua13sV35wWmcUY907u34uu+kn0osh5nY45jm697MPcsIXGKZFy2q
EKz8Wpp0mu+qPaBMw/IYuMzaKYNifl2VeUEQQRmTpmkDClw6fkh4qekRBit8v5uIS1DVjg281QLa
zAacyJrFfqUGWksKk7VY2O9ERJiZ0VuRqZcil0nZsm7Nx+/IfUqBTSOzeWvXMZ/XR27jnr5CnrXI
4+gLjAlVczzntyGPCL9PmOPh72ESs83aTEdz9rhg07LDpJgnZyWTcfnMIlnGBMcb72leFzKr1GNs
DE++Z2PXlR5A5Ur2J+e2Lb+N9ZDNX0ZHfd7ANz7GNHrv0qSCtXNOxY/OuJ73NV94+T1P6aI+Y7o8
sAbdJdxdUNPP/gE61hUgVzJH2Y951Fs4S6K8f+UBHNhGMeykH2OGZX7TcxIeTRX3x5gs5fhUalvQ
Q1wOin1cONvDs4OMnkToRMM3oGzfnYjpeXVmmn5ydG7Y3UiX1J/meRTdaSFVou/sUhWkGYHRJl/B
Tc+qvxPHu0eMkEe3aCOFHxggkPXo8r7tYRAUtfsQSncLhsQWbmAelH4R1ZBVrRKYGPxQeCamx6Tv
huTs5gGM0Whh435TeR3TU0FB6/0c0453H9lS9apR3kTwRBzjasWoggRF9nYLa64f1jiY+JwqqsQn
gDu6+cnmVcGOMeNz0Zp93HB2urzU7Aj9dKIflmqjPwQ8AaamQ33JPbE91jhK2Ly7A81no/s2Rrdq
u+MjDI6PXW8VhhiiYutfWblW2VkqpWhtukjT74xVo2r6aeVmrMsp6WKwh7J0P69CrqY1jsRRa9aJ
JPUkglNfU1PhF7R53CewM9zxK4aoX3U97tE6HaZ3S54ahnaBPy4Og2mHXGn3jcTeUeDVerAYG+AU
AF33pP+nwxYumlEwIhsqXT5/9kua5zA4khKWZ3XKQxjOzmDa9NWDT6e7mi2m2HHeB+XmuR6Bs59d
jYr3tv7giTH9x42F6g4sC41bgcOypvoo8Kj3r6mM1Ye8omh3HiZHZF5jkHLKT6JKKn7Ytj4Vvu4T
U4Y7t689Co078FLVTdx5BIoYZ2PsvAK1FtVBD0P0QnOuScsyaqN2jbekagsPoPabjkM63mwmuOpk
5Rx17eJI5+9TELye42QdhxcUe4nn9SCEqY6wju/NbcWRxjx6FFHKY8YHXHqm6/IFcuyM7feyj0fe
zEEnpsmULiIML+i1GxxG6MKafDQxl5jImDJjnocd7PebGX3j8XGG3d2w1JvPQNGBuXi9OF0l5ySt
VvOUr0s0/UWGvRT3VKQrFtrEpGB/p6IMWA5Ar6L2OvflsB3xl+0jUO88Wz9RvrHudu2HMT1jIpWK
B6sJwFsHnEmCtuAlpd0/AX7JMDZf2ZjfrPPQ95AgY9gFC6WEmdItG41XN2qUKaS9BFLf+LAqoA/r
zfiJvExRVd5uUlRvJeGoDsImPe9es4SJ6Cek9i/votcbWKkQfzReFy+Qf+4/53WJXZtEuACbbZz4
T4UprzeJMYz8huJ4TuqtWri/Sdz0metsbGGHPHxEVgOPpBBHABIKHWTRVDvB0pcxoAePm9q3Rq0I
1p45Qdvw2JuItG4cWgJXzw+0mDb3IALxWTsM45q/yGopoyObI9WwfSY1iAwxloF0ooltHtZveiRI
y8oRRiqNQS74MBrMfT6zDG6KLWRO3Z3Df3gIvejbAbETaguEp3s7Ztp/4Vr3ppEYIPL3sARM/2Ja
73U20gcmeXze1jVKT5izVel5gQLrpirK7CUkEmYwrMKuf40T7MW6ItGG9SDyhhDc+3E1DlOLU2dd
HkNky8NWVlNj4+5ejZH8BM/e7amwOOLbXMi0HZb5R4jZUnvZDd/AJxnvM+fhdu5W1M9vONU+Q8Rh
9tm3sc5T83lJeoyPItAKOewLDRwH4dXHsQ7q2UXZKwFvhbSDU8n0o9xSnPcRJqTu1LhCVD5CNNzf
VanZt5/Q1xiQa9FlDW0ckS2/KwsT9r+LSbpjvxlIl2sGg/6ncjGUNcseMfWBCRyG39JZdrVeI5Wy
RnJv4ajS9ZmYa64L1d8GkhjdQnNk7MmtVD44iWDw52SK59QEmbTTmPQSr4phNF1U0dI9E6W6/Qhh
5DR9hGbNjC8wIaD3LB667SQX7/1jARcE1eodjflzBqucrZaWOFKn+7KwL3bSffxtYOn2NKZkeVZa
B1Y7WLCvGyrWYac/5mRYkhcDIGP0JUUrLPqcUZyksG0yJscUbSZo7pti0BtpegUC7S0bgm6WxRbo
TlFru6YI+XYsjR3HE5KToB4cNDHPFS7bQtebk5Ba9fkjqeTU+ALERN1Blofz29bRaDvIj5ltiA7F
YafVcPZyaDo3fZUgitXFPrizg45unKfPUOP5xqdz1hCWcQpzEwdcgp4rgesLA13l2MUwabO+7UWm
ENmvCijArUruQa6NfMs0i29yB/2t79AUzSZqDgnmfhsh9FIPaQ4DBk2nT4h6v1GeP9kEYIbEYItm
/l2JLcmO+JN+6YfqYUurZl4S7IwkiU+Mi21qwjii1RDF2Usi3XIGY4zrOhlFeuKZqhqLQcLnNRbl
bTQWk27ifn5EnmG2ExFFTjd8s1guj4otDOPrCaxgj6oaxfyQSuUi3BVwKriraJ+247yY/ZgnQ7Y9
JVOsYeiMxn31mpWTY8dNAF/0vBCWfilXoHfaNetQWyqHyNBHP6muOMZ6dOQJDc10+rgaGp7yTIjk
pMQ8R3u9vpcvpgwnLmYioIEsT1uikJuEqa/uOhyZam/KLOufPZRVUbNT7N6Pa3ALBu4xV01cA5vM
jjdFlQzqia+oYeLl9WI5pB5z2+KIWdzkUHbpNLU67ohqkoGJ5CGz6p0UTNf34LqEdJf1TVVuOWml
XeLE4iGYGZ+kKQ5jKWDNVQeJAcRXhVHe9K1f6XyvJ4uwvmH9GDXJCOtBLN1y3+rCURwSxMKj4qan
TiGoLPYYuWBv0MmFT4B24BSlWWTOA35M/MHO2JgNyenScs/sdOI77pOveazddiQFFwl4XBrmekk2
pGXrC8F+VFve12uahKMt7f5lmjpGkPLk3bg+Wqj1cOJphPTDbTooh95/55/AIkcKGHRI79ay5PGh
BH1oR/iGULfVAez5Nye2qD9zOuXm1You2T5O2iYNGjkL+eZF57Ym34eoVZx9qnZr601F/3iOOasZ
fdla7yO7YUbBICXDXD+CvbQJwVSqLpCQL5D9csC2Y3JDOHGnfbbVwckiveNpVX0WCKia3Y/fexhZ
PyUoaT2zhNAemALzkrvtdp5xM9yWrvd/J2pM3pYpL9kNGRjGC8K4huphiYh+jh38h2F/nz/AOdTW
JfVwI7FxOCFsWd56lJz08xYpCMzNXjQ2guSii/K3spzW2s/lA3pW8BgAczfV9Rr3dzjitrPXJfmE
070/cDJSXku5G2hvADshuYua3oEA0XJsHbwf63BmdMPNYIv+gIUB6Bbt/W2g5d9l2ZsPGcmyWxpz
LLhU6GaI6QeRa/kpCWJ/KqkaP/SxWiGksoLzpd7joXJr3SN/80cPHqK/oRvp32iyq1sz+rJqx2mh
jQw27MdJj/mthyA3++SisnjphUsBGiBmKqKbThabE3WHvVLC+MGz+O/BdN58ynNKfb0Nci8hTk42
59vh3eHiLPweYARU6sQrsKKXZcUq24d0Htuebkl0uyUZprgxse/iW82Srnpco301xw3OFfFboILQ
pvLZZu5spvL+G3IxuQCaQSJyowY1ZPfjvgngi/tpw9GaKF2+pVao+GlJbaoO8AryE0w2VsrOc7RV
4muEnQmQWe6HfGjjdWSmtvmA5KoythgaLRB1u7pLozQVtc+9HX7sZZ4u99s+b+E7UGUOAT4zZY7b
W2Aj56oeMaQ2HuAL1ZGTLsUwftgTVLMO85Sl8mgKHHwtcvS+OC/vgtLDUkiSPmGQa8zvoAhPkzap
9rw6v6Pp958DblH5ZFdTqrjxVb+x23VZ05jWsJopEf+FkQj/AcWegqCuAxFyuFtXseIkYlOBGEpJ
bP0XjvKL+8pzXp0zkN5R8pGu+JqsKY++SfSXUfjZ5xxYT7RVWIPVgci/7uzGQYDRdm832evyM4VL
hXkrHYvLL+u6VGRs82KJEKx0Ux5tL9SFce/riJAiRZTTadlUXSrI4xrK3f/MYGAh/tYDJigP5Qg2
5kcv2F7BQiOf9TOo5TnfD9MGv+JTNURkfqbYnziD41S/BwjAIxUof7MJjhE3Yxozd5NyxmPZZkHv
eq4FpbQH2GBGRo30ZVwajyAVgTXiHuM+jAYhojtVvOf6TazRvB3nMTLVeV0rm+OLhcrpdiFi377x
Ksc8KWW8Wr8Zx5ftqPpYRk3FbXI3LH1HmwU6AHPvxzHr8UmKAeOtK/pGjVbbggxroTAaerMhq0p4
Tyzd/dyT5eS6vfy4pMSbtTZ5COrJCyFqDQBtjUHE3qagzpXjfPSuRPjSg9lrzyFdUXJglS3q1TjE
z7Wxxq0fisQV7OcGWE95CDyOWUsd7Lzmul9BTbkJVObfPdCPw1inc1R1twCMZzRrVhHGCMmVj6PT
HrCCTwXJk+LW4GYZ/6rCwFo/wfjkaSarPgzREiw0PVEXnZGspaaJURnHqViapWtgGJZ+SjcDReXm
WK/OFXu/nvC2TAK/4nkeGtyBSr7laErFx5GxybQqygd32HaM5qCMEWGmMxQsGR7L0cUoAQ2eP2Ky
wZ5FN9AJO7Kzt3OM0t1DRXpDzoi3xbdyZLN7nLhbb81STIK1pfd7k+c4OFBc7LtvMHJBMtJLnKbD
qPmDMXGF4Qg467izKErWqOBB2sE8U3wzFDoVD4tJV/GgO7veWaXm8S+i95If5pLrV5RR0oOMUkRh
+D20PPtQZLoRe+bectjr/KNhBR/XDIYyAxYxAp1auEIeU3DUbbMgV52bEq36DcDEcke/AufminBU
742wqIE0sF+q9gYzXL6vE4bFu3hORKMg/YLoHI455GGuJoOCoYlCJW8Lt+Xsy+62JdyHDJfdJxjX
zORe0sEOa2PSTQ13cwlhGEwB972N6ThbwNCzJwKwZbvNxT7CkqMDD3pCUFF8SFiKcky3Is+vKYCI
t2Hsoh2C2UWElqOJjiihMxiL+9FNgM2cCUcJse5ge1L+MxuU1XCVIXEBsHGPoXgKBsfbQ1RWs3lB
u43oewcjA8S9DhDUx8zCp6kpS63ck0Q39HsWkNl+m/rcsM9s7jEtx41SAkJAmb1KUiG7ARIYSQAH
JAU1IAAVcfZt6jMbUPVAjXk98tX6pMYZsXdDHVCLzlteUMbEnXcFCic1BsySb3pVU9rMKK1sT171
wX2I1RIVX1y3TPbJbkM13JasQkpzkLbjw3nr2Z4wnLck/8kdYtpv3PdObodQKdhk83kJn9A5kJBK
bSgxyb3eccXrm31cHXY2Wd5IytIjmjzJHdwVcJGUOTzO68lRW3zCfnDiUDHDkLSUybTfu9JO/KuT
qMbUyGFt9pBEhE7/qLGqeMvnTpPXiAS5Pfq4HLfHbgbi7UOJkir5n0KSfVRrmk4/82mtips96UXc
ZBmcsu9xkfW4rPs9J67taLGXqgEkC7rfJiTQqr1ssDWKbyksmuI7LKyC31qaZgrMvnifHiqFAmtN
VepgdK6Y/ifO04E9ktBNkP91MZ9u4DgfkWcMPBZ0boBvCg6Nm8mrIyCwTh+hZ1KyQTskt98nJ9cI
ZMNgynMkUAL5Egu5IIGgiBzbRFdqRO6CeFY+WhT+eIPBCLPaGm4+CbmLKckRtecmmm4GCCS27474
asVfRTtzcv1QulbnSvGDSNNyaQlQMobXi5aeHRFICWQEGfzHoJoU71wvYM7mdmRDtd92Br3GBgMe
fZW3sFCIVxiidxKNaPQw5/6WbnsacDQbld3gnJzRZl9whdUooCa8xqRnGNtFTlYcs90myz/FkHMR
IURKMpMC9gobnJ+KS4FBLI7WllmbTeI6zJpI6OpEiSJ+P/OkTMs3q4FguX9fc7vCHz5kY9aMyZ7O
T3kxiP1zhL+mimqGZG+2x3cbasT3Wxm27NG+pyZ3XTTzHXcMhK6hHn3X909eJitiMm1TGm/oKaHO
VDRokuTO1PEqq+nH4HFkQ8HlCxn/o80WLUebFDniQmxz5P7AzMz6dq1mWz7lbNx63IjlGP7mDG2E
b+PoZn7M+myKkAcvKp0AUaZ6+JAhqsHVAFZhlh8VjvblH6ay3JW1SSrYLLsis+VrgpraAG4LCvfm
ewUfVv6mIjtHz3OPTs2HrRqXFWYAvhSkKbYFhsSYd1NanJlEwwqLJFPpUReI7+gBAES73GF0r89d
E9D8mSXs1XQxFG2cU1PeOYUW0D2CiJLec5tl68skRq5viz518zmygJx/S+MY6TmddoppnFlGthYF
cdH9HMO850NkVzt8iQKAgk2FAGA6eCtL/TisBhMqMo+L7TUICNeaMl7RnRlSMcEbRveR+VHSVXWv
KWpDDZkAJhi3cBsFcLd1m8LYT5yd6lNfI8wYQ5MUu7E3fp6q9EajPO5OgtMQvyXM5PntwNHCa1Qs
0bk/YBA41sjtJlToUbdf9zw6LpoQ26RUjlGNPfdA1fpeippyOE8cY1hDzctxiBI0auiE3oyvBdho
Ze2XXeWtZkWe3ZjdVuFGZXsUT/BiI85WNU97QM6QfCXjfZ7odX3LV9ih/1P0mZX3MYraxVHkzFYv
zqGn0ooe5T2MFUJJ9jxMk6B3XS8m/uJKvJg7T0q+3sYWLBwUKiAtB4rch/x5tIXsb/dRV/wT4llU
kVAxpH5YUFEoJUrNGczVhrix2MwqamCrQb1q0cAryurIobp99x4uvsItNF6TpqrgACkPEj2c1Z4L
6TRerClGpZ93jZeGZidWAmjkpKj8S4rXjqmoKmc8fELbA4WtDTv5WIVQ3CNXoNEdiTpUEGsaw3aO
vPffSnKKR0rViY/Fkt8HMWNkOiF+Nl/dYCuU7riFK8fRgNLsWZ041GDRnCRQS8XLWm5wt9Ny/Sa3
rCTPM/wSVnJ892hNkLrtOajspQ7VNjaVdI63Xup3FJxZ6WOuu2w6ZxjBdTfLpGza9ptX0z1ZYTBT
7x2Pk3MWVJ7eR2uSREe0Fc3QirKvEFerZVWojKVySP/aC4Df77rQj/tHFJQzg0o563T4O53ytP+u
+ByLc5xiOvEcD84vDxj01+ZVwEWafZqnPNvvkyxa/U+/5KO6HzYri0OweYnaR4X2dI0enUU7ZFhX
6PMWkz3YWK6uMR6sz7PGTxhbGwjhDeTsFG3uLHuXT27lsYJy9VFsAIt/ih3v1wdtwv9h7syWIzeu
df0qO3QPbUwJJCK2fQHUXBybbLLVNwiyycY8J5AAnv581fY+lmhLPtbVCSsUokkWa8hhrX9aVn3y
mVRHRQDiHWNPCNTCMPfBd/NXQBMD5ElIox1ABynBoqFmnVdbeKQCoIEj9NLH6EslEhj95ESLYVg9
20R2PQ6HVlzeu6ClTU9CQNvgdvCn0iAhIPOzt/FyM775Izgb9m+RHLsmoAgxOenKB6fvbTVGbgJy
34dj6ZLBoB1GO/lAoebGsYWBIMZJuvjGTn2ld5yfpBdOZZ1N7yqf2/mqWf1KPFMFeO4c5l0+nhaw
yPlZ+lU73XJdJ85hoE4JKwJkupDxPcm8qR2weS5bKMc7quLAPw0p3oAbWI0KizoDC1Za966gKxeM
mnSFehlHo5MhViBbA2e2BYBF36WfEDZYyWaaGOn+KUeLyIXIVAzSFoNJxsGT35oBQuLahIEC4Yr7
rlFhhkPPDRsJ8+9EsNX9+E6jnACH0ZCa6oVubM2M0FNoH/JQcLyqNUzKBn9GSKx8q5PdjKGTcT71
7HrpL3iiAaXDUTN2pttX9BpZHumOxG99ohGehbXpnRTxxebPaVw+yK28xa2rph7KrRl8yd1Hb/qT
UqgPikhROtM80JtvneyTpOfJxJ+znpgfg3IasuSCOPP9HbeUSasaTOb1wGH578ay/07Qk/kxLIeG
21Youai7DTZBlzaZOlfaaEhoG1C1AIdNOXH6ftDZd/MAQBQxBtcwI1BZeo4//lguCsZ/odL5mKqT
zGBsmdH7u4YpoOUmwzlwjeiuiyiXYOxg2+Txj//S74iQvA8ayr4blsF1HG+Hkb7zH9TSxOOmTSgz
cV3TiYGAp0ZJUTgv9b9xF/+OJOxjjlWOrorD3BY7TzLLQhHXsu1AtP7NC/q9R/+g2mqZhDf4aSBQ
XFSvRW89adnGf07M5n2QVVIld1WbxGIHzUW93i/HbCydP/ngH5RZyrJU3Yye2IF0bRE8Aq9a4Bt/
/DH/3rvyYZ/HMxyGCDJvl5jGwJU6xfTdXL5/7tE/7Ha7aB1UNbwvdGpk2qqA6Yxr8/DHD/47K/Rj
pI/XQ9S0c85ySf3AfhvqrNKR6S0283ikXbVhO6JiPuAkEe2fGmtnfoz3SWWifbJOxI4xouLZ7frh
JrdAZ/74Bf1w4f2L3f0x3MfPF8eblsTdVTJIwbmCetFAuPzvfbGU9+RS+PL/1K5Ve/uszR/zNXu0
WGniEA/ZmNIqJOmWqYZv8+SkrR0qn4rob8/uv39jchv++j98/a1plz5LUvXhy78+NhX//M/ld/7v
z/z2N/66f29uXqr34eMP/eZ3eNy//93Ni3r5zRdbymK13I/v/fLpfRhL9ePxk/fm8pP/r9/8r/cf
j/K4tO9/+ekbmK66PBqJWvVPf//W8e0vP1mXEU7//evH//s3Ly/gLz9dZWp8qbOXf/qV95dB/eUn
2/tZOoJJwwThOba0LtZn/f7jO+bPgWDpBR72MdMzL6PzakaFpn/5SXg/u27gWj4WSVv4/NZP/zU0
449vOT/L4FKUC/qiHw/3v8/s7m9r5G8fBu/E37/+tSHxhwP4H0vJN61AEMrv2ZYH8ObRw/xWq+rG
ggj/VrQb349b1Em1RcNj1q79YkCdFJummpbnsk2nR+Cxr6U5xJFJTVfs1ow8w+2CQW3YFIT8nKch
rxBCDBXDS5zGYNKtPSWq3o4ZgVR3dZIvw3meLajafvDmp1+94//idTg/YhR//UJcl5cQ2KRn+aAa
/zR9XA7SYXpnjxZTr2lwWJMuHfcZQNB6KjwEBCG0XvaW2X1wpmPv3rM2kF6UdHpIIi6RBHzZz4hb
b8XapVhU2uSzwjl958VuBanWjOV5Jlsm36g5UZ9AJDKqQpqI7DiLRRa7zqGqJ7cXod3BQMDVHbji
ly7UpmkQtaaZY0Cj2JRfSJQxTyBjfRZKpCZMdr3wtXcBaNmTixzVDwN4ZPSGK+EZsFCq/IbFAiRN
JyQPb9JyiUGUzcZLwx5+uUM6ZUsnXBkxIBAmSeZfZctUIFMwmG0SgshaPmYt41Ls90l7lzpgaVHQ
FlTbFOmy3Q1JrLuw4EO+mn0l7z0ImSRMfEdP29yCDIumhpIsRM1pDQcvSAwNCar7q3rsFnmC1mGO
gjXYGIY9v2zfZOZ3p24NxDnvZRUV+CD6I/ai/heEs6gYszxxeJMMcN1QpiCV8HI0zV0/Jr+IVau7
KVXOuCtnO5s2lZTTjVx9QBGyaXWKcGYlecUqQYXCtornlRz4ZExCDw7utsomB5IgqNe3GCbjIo7U
zveu6AMApKbUj1Y5TmgCnNR+h2rI0yiF9dmqxchvAAly+7aZa/uq07A4YVU27ADNM66cpDehKHMQ
H2Hq9ZGW3tGffC+hKs+GCmnr3InhloiggIEJGqQ+bJzJdjZOl4krOQgUimncSCZYkl2a7BBziqe6
seW3TMeLF3lGmmZRPtSFFQHmmV1k9fXEs0uCtgzRPxI8lTFKItkGdT/frnWq1caoTVz94LvSvTLA
kIP9XOZTf+76fP3O1cdqDpAIu5FZBA1zEEzTLCHgRlKmXXiIF2ZepP4W6Cb4ZfGUx/fcdQXumNg1
W1gVnaBUEu6DfVExeCb3mFEstr3xZ63HEBOHB4BtpkuzM5e4MyLCOsoj62/BbNsXYm+4TKrEFWQ0
KFvXWD+jK+j1tq/keBd01tBExqTUc5xbEgUMJMujYw/5F1QRPsydnPVXt5vKOUwNg+lfLcy4HQkc
1OlxMWZzCIOmbb8b3Wh9Gwn/bqM1rRey9Im52ierLL/XYlGkmRXNo2dPEcB3PLEdAtpZoqWTsxn3
+rVKE+8kUBqs+0Q2kCJS/qJ8KYfDCjn5uKiODzs1WH26adU3eNI2OKJ+GVb2tzENJ7vNPRMBXxv3
W9+vrddlzCdrT/64/BKMyBkPKfQdqqO2rYiSCiYni4Zk9rdqKCaTIPq08SNLxDqBGo99Z1tMlrPA
f+O1JDGtmzmkLMP/zhVo5ceJ93sjU6/JdqPhwx7R90kU3X3fLKHB2Y1FmMDZNhyabvCBEZIh3vZu
ObzaohieBVJwJ3RKMz4lU90V+8r0jS4ckR81m6lMkiHiRrIflVGwmRdPjyOj+hLYzlSniEds7S+v
RWw39Taeyy2SATe5bxysZVuLv1cg4WK+BGeoWsrt5PbuEqLNKpbNKnv1XHC0BlHBbDEVpjGhvpEh
UKFvVTZp52z6VbUdsjk4JXyNVBOVyXO2aGPZeXM5gczM3UV0Cd74KQ1IfoysMZuTiNi3uj4H5tJ2
lzxFcubcjkYP0hwBZNQ4zoipzkNJGHqelVl3hGe5yS6tsq4OEQ5XDfLiNmck4Ti5/g75cpXtAqGS
m6xfO3UwehfIgLBqX15VAUkIYdCX+sW2+/RROoNbRTUY45sNYjVvzamcpiuPA71687IUmo497oVy
jRWYFyqvJCx7OwDBNDLEMEPuYXBp7Xo5J9qW1UZLc34pZGFdZ7Nqx4iD2f0mXBsNAKtaIW0KOLKa
zBvMEBWbjZvBU2fdlcvndGEYD4t8YL700MhbPy3s+4tL4HsvG/uVMFRE50XhCCdk9xYKDmvwGZUY
FOiRUsNh+6sYqey25OAeubDS5Dav4KKiRgvwPo/VhT47Tqwr2arhZcnWwt/WYzA0oXSWDBSjbRUO
SeWrz5nr5wGaplWw2CdfLAfmda+0uiB73U4uk/raXbLSgKLyJg/ttMjmbaxF8S0VQoDNTHIkL7AZ
4nwjSQF5zGLs72FZqUme1Lg4SQSCbd2Bw81mKBIDhUinF7lEBlgS/EErpjRMWGKbeE7sIbITHa/h
JFxRXOGpCO7AM9XjXMHSbuCW4juwT5x0hZOCmFt4HeT2R4HyH1XF19k3LAbNd/Wx5v1NmXzbvteI
ct7f1fVL+/En/z+sji8OxN8vjnf9C1zIb2rjyy/8rTQOfhZuEFAkuSIIPGzBVJ9/K40N8bPl+BKa
Q6Kkk4Qa0DL/b21s/WxikheBKSxhOd4lEPrvtbFr/ewIaDPpUtU4rg8q8R8Ux78FUSjZXVf6wOC2
55p89dHiWpBN0ROiaIZwfXMBSZivT24hglMN8HxVIFf+dwnU//QXhetQRAq0H57JW/PB9op4gq3V
IN8s6x54KBU+CTKIfNk5c9+3O+Yyrve/+jj+ReX8IS+F18WipwgQfBSXf3ze6F+71ZpOZA20JBJA
j5jqMCcIKw6HOc6pKe3VJ1K69bee78X5FstX8mV0MWCEdKHfZ6cvXzUu8SZKmOz8TA6Jlrs/fnq/
bd4vzy6wIO9N+9Km+M7HVH8YO6jKBKC1aJB8hlM9kGYZr4N3K6wGPxhZf3JTi2YZN3/8h3/MXvtH
Q8FfxsTBGrr0XwGBAR9TnrPR8/MU60u4TMJoosaUzj4pnbUPMTuN5jFrMAGFmWf3tyPcmnXuYC26
qHQHw4r6pONIWroxKz8Jq1DGfwYB/Hh2gv4QJQqbhN3BHvj1p+bOLl47Dw9DGzczlDbBDHe9O8xh
0xc5usQOZpy7i1nyG+H1i8ecn7T53kiXtVRUMJCjUNl9BYluXKdDlhibxTPQDf6bN5F9zBP5x9vo
09c6tmmbvsfAJwHS/AHiqWTmodTizchFLI5ZQpnEq8nPBEWZB9/s35oyX+HOg/4pTbRLAu0lP94t
fXXby7pEO5SIXzyIf8ihehrujdl3opyhI3bIBLfOO3ZTIr44CHDSTZulZKkOk7Bexj5ALpLriVan
QDC5h6hG/jJLQ+H+IR1svneDzHrFJOm5B1IVRjzJ7djXxR1iMUadGQGlw30eVKu9dXrlZDUjhmRu
h+gfmZMYqoT5RrvSstb8LvV0Nu8TovwQeSWFO2wUh1sicCN4vnrw4dhR+6BqevUNPA6bPuuM4TiW
BrI9nHtkoJM4WkSxMvyLf85vGVuUs+aMVTX9sR/bwb5dpjpejnji/Dg0GwUYV/YC0/1lakEPHqLn
l8THjReuYEDjxkvRrl4h2Vt1iBq72HLg8Ihru5gKEdXktmHcVvZ9Pyz47ghCqqLcJ6/UvQh2ruts
aMzQNmf+bQCcJ5HBfGIdJU0BT2hSUKYbhRux23fBrJKQrKiG0P8py+f9Ypjma+IJSrDAXvnBRFQj
Kuy2Z7CWTrpTSw3h7hQ9TPk4DWo40wY7BpqVNF9uR/Oi1LaarnxilMIgUZcH8q1ER4RxEgYjqqxx
nqMqWP1Xc+npSv0WvXCIlH2+81zFOb3GJiLBSc3YTY0UR6IpSWxg10rzGz4o8iLRiMTXMiH2DwoU
JRGzmxx3a4habhjEuEbrqNW0nWkrIQKNhDVoj2ak1VyvYZyP6f2K7uCNXHa46iXz8KYOtRcOlWXd
i8BW/SnOC4QChC0E8+PoTvhwe6dJ8XenEnFvUHd3guGGfdjBAjwbnCzTIXZS7wEgppmPqAQvlHSV
aAQrboZOdE4Khgj3QUaH30/NsUO0sUdEYZ3w2rxUlYGexkPF8LIq17C/tV7c7wazyN+WXKAAoTzi
qGLmzWxtBd5yYjLr8Yw6GW5frW/0xGbYoRvZO5k9fRNEH18jIjcffWVWK7OOKFDx68/qoHTv3KhY
VMfEG2kn0EdscHBS1WYWc6Nml0ZhUM1OqInXv8w27kuI0y1au64Ki4uaMChSgsMv5GdODaesHZqg
mFJY5pzjerC+rQkDvUJFWOizRbwzKEtRY1dtprw/9EKMyLO4J3aW6b97KskfjdwNvndGhxIQvZ8V
REAVoJOtSf/kSD87Wf1sREsh/Y0L57fFRNM+5GQDQ+6pOn+GpS1IM5dTstVYUjlm+LjtsF2KxNya
yFvCahg4v1aMrDCoo3hw11y8XniN236258jrOuRCI17njvlsV03jeUbYItdEVGFzqjQdgiZUIUWu
dl5eCxQ+SHN3S2cZ70RyYsnz53U7Wi3K+7qJ05NGKIz2txkLPEkrarzYKfJoSVHj4kkzChj4RNLs
+43YDHQpn8yizVDES/cM15tHaKqM9BrH4BgwmsAoIoa+WUjqFL3kYJtEmUApBxCS3Fymud4WAamA
YauU/tIivEHAhg/h2h5SfzeMXXKHry/b5wXpXKEREwQ2oSa+L5IVk9MwOAd/kIQKjI146oIWKWO2
oA4LsTCtO+j4yQoz2252Y5fLQ54mNImjdrMTopNlT9Qh8tAGR8fRwQi+R65IzHZNXx3hjxwfuPnL
V+llznVu9QSkMM84vlcW9vaNE0BGhEyO6z5VphP0B4MYnnsA8tSMED94ZzEFsjhj6mH2OaLqO6NG
ygd4k62hNEvOMuxKEat4/eogSRlDZjpAZhFgy+2TNK68Ly5ClntGd44t4bWEQB+4kI34OLEVaNWG
Od11rFj2duHiv4eGD4CNtpONiyz3UiOyi3zcGIMYTnMp7iapj64jH5tY2lcQsQy3M9QeYT5uBetb
Va6f4InfB6v9ZDXB1ivs1wUhUr/qnbtmd/g73KPoh+7WdXqEdoiXgWDGhDM1tR7w2F8rpvfthmwK
xVzqExN/+K/CqSJ0n8SPYqXfWuzmz7EO5l2H94HU6wCf4TJYm0DaWPGq1d8YuPLe49ZKt66RMMiv
Gf1t4Wn1OrndfJ4uAwK5fRpv20veRxch7RNW3NjcMJ/xkOL0HrCfSHpJbFt1dupRgy8oxIP2PObW
hF3eLNuoxyNdIqoaX/Ju3VlzbWbXXlWMF/Ndau78TPflEPKGxsmLgbx/jGQsjQdA2mTH+ZyStpZ7
DqWWU5UwG3FiymstCyG3CFCGxwZ3+LMNW8g7XFRbvXb4kOrOWTdu4sQ6ZBG2EZR8nJyqekC7PStx
NXXxuvNVNg97Sg0dBf0s0sjJ9HxT6JzRhDIYQTzRn87bbDLXNvIcM582Ab6YYWta7nSwZC9uOq+j
fMdsgicDJRUusmX2F0Zvq3VFHMB7zjEoHAvnfCV+wWeVBlu7Io5q7cyVXJEysaedTx31mT3bXSE/
XnRUYyyYw36qvU2+VO0dNlGByRxD73YakvINpB7pVCz97UIojNwQlSNc2ucsf0S7agahQkbo4q6q
PHsvsczd+8SCRGUeYHK0EuNzN7bZuAUgr48DM9qTLaZuAhN8f0CvVdifZ8+RX1LbxeuPdKMlqV5h
5z6qzIm5OaZFMxyv6Q5uPdWbeUrI7My6/rapqjo9cJuUOPKC+ZcR0u2Tm4v+tFSmvJ/49rUjrOdJ
5sPJL1y0u06ZPNkLdh2k/sr6iu5B4IrygkMSl9b3fHD8z8lI0FYP2/yNd1b8gqLDPPPBsWJ4eXG/
QepkqCjD4fHsdQ1iQ29ene2CTg2xV/862828XenlosIZW0C8ol/Avqt5w96nCrjI0PRhTErra1ug
p5V9EZzgU2E15MTzLDTOph3DgRT7HrhtbdKZz3ueTx4TtvZjh9hIt80EnNFmz7lP5be2njyZVdJZ
kd+SSQB04yyXhB08crNV6Csw+jNTjaYTUdNeGK8e/zK1/7ogNUcPzXYb4/EYO3myd+W6iC1nl75p
LOesUS1+Gku0KtGSONNRk2y67YxW3mmhLJBLUZ8RvXQ3i98ud0tbAb2tZY3gS18wPMujvzTnI+RA
8ZXWNI2GQM/3AbfGXprSiLfY+tfb1KmRPZLcG3bCoSOiZ+zeatuNr9CNW+e+N4bPDr36IV/c7lQF
Kr22dZPcdWZxTvLh1kf8etUuTODY0ACcEt841ojNv3hxo18QijefwcTR6pXevVlke4q4BackERCu
YXahREl01Y9iuEj3BnScnr2zOmu8ZuyGvxGrnXOhlXrXlJXYoQ5VeCUMGkYod3SD9OiNdMr9gsA2
smWKRjkrrL1e2iu4CmsbJGq8CQq/jrRXpWfbh3pRnZQhiPRw6xRFfESCDEuDtOa8DK06tZM2Him5
UNSI+oeiH9tlwMfN5w70vulSQhuX3rWflqQr99JpcYTXtQZhFK9pm2LFgDjZ6gBOp2Ia2L6InffO
BZXajcVabTPms507Y83DNB0CPNWLfYuGtXm00qG+rmrUPNxQGY7K1KGaBgtnDkuhd9JP1XlpfS+a
jWU5FAzYxEQwLufKrYfHdC2+B1oOb5VGIJ1MmNND5iIxcBI1U5ghJ9y3SV7uS1MZlPspwbte3VwR
P/eGoTLeUXvXZ0JWEQPbaISV0zlfCyfGftG2CefOMNz4aCgJYiRlYzW9LEqdvA+9msojXunUJy/n
I86K/UBy4P0olf3ou2l+mLup3pW6SylB6i64HnGWkcnbr9GQd6wD6LGdybn7LaAyfPf7cg3HyeKe
iWP7WA2xce1Kr9ijRpGfAzemd1Kq1GejJNkynconuSacuUJUYYw2IpoCu3+2GtgToOKTYsrshCjN
o7WyJq7+ElEvjYtOruASxaUqNrcZtr2ruPWsnVbJA58JlISTOZuYdI3dGOgnGQvcr8tcHufFvBtc
a906Bpc0iYbLrqz8fbpkNYomVbVR17JEJu/ibbYtjpdqmXa1RqxVFLQxFnfLI0MRnYNBKXXE8smb
WdfOt9IzKwxq+hNjg8TCXRCkz2Zm3JVowHaGLd+hl+0TnzbeS66WIzE3jEUhV6Lv1M1SzvrMWUDr
hsD0gXqNSApXlVFq29ylc3Zlj2JZwrpy4esI8R+3AZjyfjKaEpUe13vC9j4AfcU7imPcuzrdB17g
PFe5jwtwmaismtQLRc1sYF+PnCNF8DoE8sGeWrI5YiL52tYaI4ucrp1nLwdy3SrE/a5zNRcyf6vL
Uj9ruD6csMk8H2EXQ2dZ67syLyvyQ/3Cf4iXtt1Nyq/G0KtMihpkuQfsQV8yka47xEjAyeTeEMKQ
JNW2m/BFrI70xqOcvRkObxwVdm2SUx7Sbk2b0PXpmtyOFiFkZK/Gb1a/xqp5LudZvjFeLj/zi9Wt
P4ypd4y7UVy7SZvXyHd690uC5xORezPdGKVYXgrEkHeY6TBCxnrpDnD9L25reirycG9cT57nvpSu
2d55uUkqsWu4171dO3fuwBgruFwyOqzMvKehFKdYFkxzY8rAybFwAoSJkVrHui/Hk1FLfa2Y4neP
8Lm/6aBmr1WlmxBhovOgqtkA2nD1196drNdKqwqXO6kVe1HrwkfXSXhBUNSFA+pvBkfh+QP/ohMY
nE5vO8q6z62/mm+x4a7bYJTLm8MK32sh54tYXFvhkFrlGWf7EAkDI/tc0gRtg7hAbgSYain8M36Q
cqvNpEb06Jc/+7ajR4KaBEUnxtTnBtVAFsHAi/fJGEYVjXHX3Q9tmT/hgyCLJcfMdR/7xnKaex8g
tCj6b3E3B4eCyOcvTaObU1KLN/iT+uRiZogMFAGPlO0P5SSyqy6no0Wfu97j8jKfU49SNmWG6QHy
M30tXFm8E1/C+WZ7lFm92jdoGoiKWIMr1dfUSNhfsDExwsn0+3qbs2gOQW6aMKHk08wttFM9Knvf
LInxydb1/by06cYVI6Zi2/pWDjBS2J/0dTHpXywzIBYqtUxlhs1stK+ByUwkxmMnfdQUyIo3dEmC
yTLZHB+q0Wi/zL3oNlgDjDN0fqEub3h7kQFf40fwN15p1HjZc1y5Tj1rKLGqAsihinV3JPyw3pGf
X1yurjyQa7HEn9pyKYoDfnZl7PD/zaSzLN47hul121k6v26T5qFy4rn5lqrZxXYzEYJk3Sf4VhdQ
naG+nYpSxFsCfLUVzb1pnawR7V/oIzyW256DxYUqLub0qQN90hhTWvPVCi6R2nGpx68BhVexm/ou
2GOLMliF/mqfCZ5x76eiB16SRAIAGrmuEdjwNrbrIdVY8iI7OL2fpDsQPKrjaik9eRbdFOP17YtF
HoI6DtSxXgFcrlobp8COqJQJq1onUCr3CLc3uULXu7N0mey5+RY4NB2MdxynDEjvFONI8Gh4+P4u
i1Z80Smt0A0S2dL7DgJXEC/gQ1ShU85yxeEZGqU7xjunouQmHapvrVvXK2O00SPSl11O1fIGdVs9
2jQEgQjK8VPAVR2ffVeXT2hJyie6pw43sFm5X9e+8NCn1FKsN+bUkBiWiTbdCqFxpbDLaM9zW6Sb
bsZtvV3oWq+TZpmHYwWWSA6Lioe7nsmiiLrtEeF5U9vZhiGK1VWNun8hUCq9lJtNOdd7HPcZpeaU
3KcihvPjSEBTPKTZjCqZOZ3fgxHMdUMavCc+M75elXtCzzjTU8suyy0ONZBDlE2q2w5aQ80qw3Wa
GwtRd8nn2XvA8ACTxcHpPBiE3rb5+ZrsnXl/scqY4QqNfTetE9vbSxif8ylFKmvfIvTlx33Kzjoq
gPIe45blubMmc1nDVg8klxarIrIGiak7RT5WWWjhqaeYqBcDOs+wPHPXJBd0JLeN+dpjZP3FdOSP
zxAe+oAKhlh/D1tnWMbC6CJHxDjyaRLpmUXtyGuq8vQ6SSAgImecq3TTZFBP0cCCMEkmMjvyhZJC
E3cwIhEILVmkJpbFHBR9IvIiDlerWMdNOauM0WxUYMRoZdq/Xx0o0DqUGHiODlYdQA0cYXcJVCXv
TN0hTPHWoo68HLcFxwpkRMjdMj/mqetTJa8eVLE3LVwgE8MVvONa61htYrvizJib9i11kTdGIw33
L7qP07uLme1N+eX45Nk6AANvh1t3MDFD2I1fkne3zsRHEaus96MTY1QR6GWGY1p6szw2fQ9Om/Yu
YUiTFsPV0JXEi1FW3dm2Q2LXONUlLnHTfl7seb0JGj+oorbDNsuF2ojPwlzMMuqDmZQ7imX/Ze10
sDNAyrmlGd4LBd76U/WcKdTp1DyDn2HJnYDs0Y+NxWHQLiU/+HNd7YBhhuAq4b7dB6JHLot1fpl3
PHPnZZpg5kPHiCUrfhHZdpwZKkLQk61P/bxmX2w8jo8ycdSN1RfJHpyBJUMArC8vgXZJciD3ZC3O
K5kDOmqQK8tN4yQVSmm3YivnK0avPZwyhRX+BvtOYDx3zktZl32oPGGXR8PO6hHhSudzccfJHG98
0PglSq0qOM/1AFQvF4ODTRW4rspFidOYKac6EeclUMNRLazMKqLe3zCrjvwWcSk7M7PSD65i7nOU
NiO7wqRxZ8+NlXFk4gNHvSZG5MVl7BjAYJYGrBaVedsh9QbK1XjuqwPD6oqbQarAviWM3rQBJCxK
q3bxyLc1fDJvw55diXGmNWgD7R/r3ZRJ+j4Xuc0wK9q8G5sX6WzaCZZTDkxniOaxb75iV3IGGHaP
GenxoMoH8Fz5kjFA4etid+m8z1unfLIpOlHhJIXztJpgAQRKwc5XiV8VoIvzdCvZfjktgT8/W0sx
6A3qA51fzDE1jfWAtY8YObvwtilB4HgFkzivQttJzBu3r8VrPAE8V6pjg47o70i3s2Yz3ftaoJHK
Jspu/mJQGRum0tcg3YvT7hh0SvWa4+m4gsPE8BS4rnvjBiRGRiM+sL1WvQG/GaMpI2mT/JWsa42U
FW/F6mja9qD3tdU4894Ua8mNgQhr3Ez15JbbRiN1iqqp1c225OWQprUwc2k7Mq74lugwzjwu4XED
zjHHOxqcqr4ac62vsMBL+kQf+e0Xz62abwsTjhgkN7j2chb0R/M9+WwXkyxydwz6w7pg1JRN91kr
v20wSmNVPKBZk9OnHywWdsWqOiLMdJ2whgR7bQYd3EzYSpYdziiJ0oU7EtY2aJOHIp9s+3A5PLce
m80PjXQMngoXMyH9qFSfggzc5Ch7XTfbLEjeh8DOIgd7Fpsuc4NjOgEXYV2W6kmIeJ2xSWJiJW6+
EuDcHVddWHeuvoo7O2h37VAHezw8gPwKlL8+TERazPuU8V2Y8Ov6KraYancuJLF2b6M/pMtdHqCY
v+k9xeYVFZ6GK3OeEAsqgBL7PBR+vh6aieiES//slEcRqHjddP3FvcRg2P573xjkXCEUxBfpdOZC
Ilthx7/Yq4cCKbTnuDw6g9WrFxxGxfpkx5fqQJIUILeimAJ/K8EougeyGHCepVaxbS2GLP8f9s5s
OW4ky7a/0h/QkAEOOIbXAGJiBOdReoGRFAnAMc/D1/eCMvuWpFtV2fnYZp2WlnpI0RgWEQD87LP3
2j4NVLEVoACRBrdbdJ8hrHlmsERJ4qPHu8R4OVaruSYnvh0T1wanRM/J2OT9Daq8am/zOhGPgENK
ZwsbwpwAw7WR9N1a9jCJNEhAeREBMR/0U0oC6w5MR7oDCWc8O1m6vEeJHl7KpTQYf6U8Yc5eni1Z
Jpyw2/bOiZbyUJGcxhJjs83pbBp4OS5d1wLqvagMaFJFSCSPwxy/SVR6H7CVde5xCHfvae5EfH28
xNnrcVzfsMfOPuCDDJ/tEk0JV9VM6VQ21HeJImZ9GslwnuyqtptAS8cxwXvjebAOwvnZ0afk0MJF
69ZMepDGi/Ntsrzwa6s73qPG0Tegu7c4OGlMPFGL5AfceRe7oumIy2FW3dEZCv06BpHjHGK8C+IC
m6SBQ7GsmiApVXfgZgCWzbaaaoNUUr5VcWVzA+9HbdrNulnwHKrjV3Ox1EHLJhQAd/RIllvTxRob
hLmieRczuDrCgqlzBd1MbO2561x/ypcwDcjhWhqLkNDYg7Rb7uNEs3X2WAX5qwgL96ULTuBAL0ry
KjqyqYbjpddcQZUWODE8E0Acbf8+ml6GbsgqiqX3oM4dGUyxtsgtNWvppPA2EZPuDq4cCMHSyeNr
HHvMGQk4mj1BuZlSbOgWIO7qML9fZBZ/ssvmZmcMTGxxrsNlQVKuMF9ROeDHGGfHzWyl1pZzbXEx
dpVJR2ZKeWUN6ZCPleIANSThcfbGbO1/7r9Sm5MFfd03Z7Es0dEoM5ZjRvhMCrHg2SNDTeEJLEu5
XdTYPM+j8blGrK+qfnh0pIHjaijT7YyidWZ/Ol9PVZxOPty55K7sRhk4jbvCgOEo+E3YyotuwiRh
m1r/EM+W+zpnY3k2sFjcIKbyxQc0Vex02ejBJGu+G16UYN8L8b34vDQv4nwlQsgUumX64YARGbCt
XQYeltn4LTdb7YLFGwWATdX4mkqafbyMbYc/QusDyx2VvcHPixl0kvc67NszTpJyw8badTbcT62D
4D1jW82gf2P1M2GKSo7l5YI3/siAnD2xccgDmlMEIhsmXF+GhHJ9a/S8kyr68tuUDDzFxjkuH8fK
da6SRc1fvaoGBOuyZIKJbDwXhjai6MLR2CRlg2BhpnoS7/oRIQtIa3aSGk9yOIZ2ROyGoPOo4XN1
xHCQRdVlwWoR8v8zHo2Zjxq/46KRFt30Vie2vO1Qsei44MwWhRSzJohSrVCRn7lj8Yen7Zegx8/h
gV+9OVg7AMLZzAM4EoQk3LC6mX7iXIMgcnSAsNxzVc2d2jVNeQJ9P7yPUrBv03PnGmc7J8t/byr5
1ST149eSfLCxfhFXsIGn/fprC1yfcpnJrTSF5ri4tGcrDDI0b26puctwAFTR/YvfaeiY1H71sXgu
kT5BSR2GaMfyfjPckFnwaDJm+9wN1qpmqlJnD6Vz89rgIOoA+k5j/zCFHUtcgzM1ZghXHVj6M/EN
hNC7bTzb+tuctd7AAJXoDK9OO1XPUsCFOdoaivlqx1SlfGPdzBm6kpb6zNNsViy/XVwqUi84H8zK
6N4dr2QF1EvbM3gye0V+kFlZ3CpkDc0HRQLWDqrbo8uUO/oUkuXmbdnYBjYgva+wJPc52ONOjfO8
TcfQqQOjk6znFINR/QY+anWQaEQENjYXHVKZpxsPXtKzQa0VVBOYpqnGVmmkkNqxIfFKs7DvJlNl
XFrMCm/jBHonj6e1E4mj1c7UOFz6dWSZVqAirKAb9D/wHriwdJvovG7Io5voA1CdtpiPdqYzs01S
on5g8qkuDDIc7E2Yr59J9NRFUMlS+8gLF3BRMU2Os2djlXy1s0JIyu4Gt9taoTG/Z1BkdF8jGkzA
gWSpDj9gWo3V8WIHsCkAPnB6m7gFoI5pvq7Mvj5iM61SppkU4dhzmubkLSmPGRc4QoaDiLonwhHl
nAZV5TXMYxql9FHeYpgrbdPMt8ru+gGxIc6QBYzU4/aNbUZu5qxvLiwj071dDWTzWHmzPu1/XBx/
y2dK9Ip/f7eO/mIy/Z9ZUf8XZbRW39m/dqHu+9fuI3/NfvGhrj/yhw9Vc90vAosZxBXdxY76owfn
TyOqJ74ItuG66/JfglweN4Y/jaiG88VFYVgditgT+QvYV9s/QlqG+QUTyo+Q1mqpw+D6d4yocrW0
/nT3kYaNAVEAV+e1WRbhJpJiP99qIeqkg7kU6d6qJ8hJlcFRXBJOyYvuRk/cfNsZOLhSFX26yige
0C61HUyS2yl0DoqHTiDiqt1ZE8a2ohfzMZRpBJsIVzshJGcbYpAbWZFH+DrH3Gez+CYWzNOzBbKh
n8dvpUpScIqUGRSyP3MAQFHArOZbpn6busNLkWPqYQf2SmoEsnc6RJ+Ac4YtGFO4HWP9KYHtbSNs
EWyObH9xKjqOq+weSJ7cWZZn4gDq5wlbAXbyPu5FsWkxFqG4ZHF1KNo+2nWj/hAZClNP4phBFrvu
c+fVegcuA2rQPmuwPZqOkb7PXQVyzCCTw/+2L8UwzbdgcqJlY7YqO4QJZyIX3rHtj2HJyJgkV2xp
rybey0t3bIudlVQXzPfJHiaOCFTYEM+p42hjjhXMK6nhgSgg6+9js5HfaiBcQYPCu1pUrsAkPuoE
kTZ5mtp7aE3RpyfZJG0qz7sCKMjQCayNUwxbFDfN2sAoW2zneYrMAQvmAEWt2qTR+AJZ6dKCp7mz
wCg/zvn8KA1PHOoRLbjg9n2Eoyley6YA88uuAnwwfoVv2dihvBmYYrDTEU7BCvJVH+35u3Tq9pyA
ez22hj2/lPgP30RZv+rLyvJIKwuonwOaAdMftsZ9ChNm4t30aGkE8YoINjXJcZSad42L0mQNXNYX
KBQACvKifgAumPiV3UJuAYPZViJ7WawwPxJkYFZWZbNa/OzvEUfBTdHY6fek6Tkid/XQi9vYLkzt
sht5sEBPEfAuunTKz+HYaRCjIYpcIBwq6Q9TODRI0FkWIM6Ffj9FNcMkqm/1jPidqkM/i+IujrKM
RMHEQZgV+uKX0unOSwTNoy/6O0NCkJQDyaqiYLsAMNf1MawA7cuuPJdFvmZSK1BlzwKGXJDP1VMb
Akwym/leqy3rPs3M9OSUMSEXCMS5HvQtnd3A3px5fsZyZtUvgwbVVdYmEnwzdFsJx+V50sZkB3vU
eXcnpSrYG9pyb7dpeJFjqQ6iyJ6f9XBsd9OYd/cKEP05zyFW62Xu7ZXmsHDBj+KeRCO5PBj7d5CG
xB2EoQwVNclfzJlLliO+fnb0RZnbpJ9VeY2TYlViczNhxehqz/hRppueIutqg2zTce0rcmB8hppi
16czO8r2FprWpx4OgBTHEgW588CduJgnFsMwgiUx+wskUvxdcX6dheFLqk+BNjj6QRuvcUn0nNut
9GgjCh/gSH3004hDDhTtrh70XY5XjwE360FGaeDCTex6VmFNxPLYPoYK4bUR24KAHIq0dhcm0ZVQ
7fdQN7uPLsYA3yceEO+NxblXG06WEcfaYwrUIE7O0IKyrL3imZ7IeRuNLSfvLXQTmVAgIEPhlUHL
cP7EqZZTqm2+m02afu9Isb3IsrBvwja2Lura2HRNh8NGW0/QQN68jnW7Rpf2oa6tnF6ORmQbuAfO
rUrke9cRdlOTZ/uErvZFPHgYSNChwigento4NK8K7Q5LEBE/UGLgdrg/XvY1Bw4IR+qMQy3+itoR
Xpv1MlyGSR5d9n0BTFeYRbjDfm5f5X27Cu+auZPlcp7G5NyFzslFliMRVbyJGeuWztJtaAswgAwv
qCvJMQyb+wkTCxKbfov4eyLI4KxKBX5OWafs1qdpp9G3cFHWX1ky+BCSB/YvWXcq5tq9acAKbvsY
fIqnkO+03ASF7uj9psp0uK16WMebysBosem6Ru70FKNNqa/mltBx8r3BxIgoAR0a/O17Jq3bqVpN
lDqZ0mOVV2BOAFd/Do7calkP278f5tv1nulz3r9cLIdZZzGwp/amT/SwPCbg2zZMhLg/p5hAX1rj
E7ONa5eV2AGZcfpOwC3bjVg1idLOxgWK/H1reSCCG6wTJv12fomtFw+J1HFnOOO2AoF8yOHvbvn+
rphiYeibotPvM1z/d0M7EUKc6hddc7NTVytn60TRd+5TRD1LDtnEud5IZTDp917OUM9S+R5G15OM
SmdXFPGO00EaLEP2HFUJZYwWzRDILLM/4Vu+icAQBu00dX4mlk3ThGCSovkbJ3XEnwhbBvFKfQei
aJ87WYG1ttuHbLKY+b3xukP6b0T6aGVDtK8LaIdNXU8710rdXcuz8sHposfQqhs+ZizUJcvzYVxe
lmFM79lV1UFojcOZfWl+sAbEi3LqGT/1sAg4gzA+WuwwqV03kqK8iqb+CgEw3xq1cE+ewsDGQmI+
dmtqLXaFccgwxvmhxXNMD2mWKqlvQEVyAHghqrUOai0vUd/geb919Z6CV0A/PoCf6zQ0rlKH40cJ
6AlLlWKGdMivCjvE4Q3G0G4W7lRdGj7007JTvfWyLDmmPGBr9V089e1KyGmFVNaFObAiwqUTS6w7
YjbYpcVOqDtPWhale82kmiYQcJO71xa04fXsldfIazvBESPNiidu3XJj2eic3UCqEoZKse2aWO2s
UBw61N5no2OygEJ2mDzvUjj1bVkoWNjDfAmzHOBxBCrTti9pfNjZyRzAZg8UaWGGg2PUYPVmsVT4
oAt3aiw2UYLZYWSdAVJWTAOx0NTezHwtCL36zYzUGXX2Fqs+UFjCnLCmT7Y3H4s42U4lTvOhee+r
dXM1eNO9NsY3HEXvksGId7Fj2AcENj0QbWpxiOJpZ7OfGnry7Wg+phum73XJ/qvq0p2Tree0mGid
GEPWOCO7bBnWMNahld2PIue9HL0PkHTFZW8QoRwm651YH1uayWlutaYfeIiEXXVdpepsM0J3PUIE
DUgswuY5Uew7OHhvq96VLG5KWoKWSwCzog86dyohXLK3kpdpj0Ef/ip5BueoecyVm5jEn3bECK2G
59QbE+99nls6qP4IqPzfuPRXSIu1ePZfz0uHsvjeN6/tL0iL9Uf+e14yiedZngHhhD9+mZdcjwge
Zgrb4JJhY7ziLv4xL1mENiyd3BJDjGMY/5iXxBfPNXlOMe57fORMWX8juGf8KhERERUGQg1R7vX1
2bycX8clfMl9Fqe2vZvmcQZMDxdSFvLU6erW1FoLCPIU9KFNdNRll1w/wz+wL5YoF8dhIk2DNThY
ODbtciO5++l9/Cdxu3Um/HmSk5KErcU6h6y7bTvm7xG/xAFh11nct5fRCL9mIUhQH7mPiq7KNNM9
a+9o2rINyo/O2qx2riavwMMq2TDooTbfL8lcbWuzbx+0eGglQe+WiibN4PAGd+BGdJ0BQzaKkxtV
Lh1BcGh3Ay7VXLwlmI+6oC/D8EMYntdsybeh29EyZJw1ovl/AVL60XT/j+gXn4IpbUJ0Hrxz3RDW
70NrS8ke8XpWX7Gu2Q8TvplxF/L49sPacA4rgfc+MbTlSFm5tm/gwn/F3ECzSDvTBsYx0UkutU6o
6ySUxh6SGjh3PniOZdVfCJm/AXV+vFK0ajgvfDD8YfLF/Hm8jpnzBrjH8V6Ny3RD7Dl/dKW3bWK+
FtI2x+uhmd3HKSZCvTSDhUpfuUe1OCWk2Q5ycdiL6diFZXKyWdXt/v1X5jegGK+OF2RR36o7aA0C
y/Ovr84uJxsdC72vqtruvuzqKbBx5/qjkeWHPEmHJ31Or62splWHne9ZtqPxFxWyrvj/LinLJOhj
6TQD6A7axm+XVIHx3rKbyNw5ra1ll8UUReZFlLvVVlnpS6TWTg4akPw2U00Qs8SE5UmvnxOx7WpY
ATWFcUqJa3AkH/Uz3mfCH+PomwOO0jYayjsm70puSm0+oDmmUNqkuDEBru4nC8dYpb5RL0GwEsb1
UykJ7/AYT59a+EQs2waQgcLyG218iO24uqzRS2DJimXY2FACHmITfMHGxltf7GE6vyoZGXFAhjDb
hZpgYWAPONftsI8fWSRke73Rz4lIAWWMg0WMZSUq4UeMBqwSHspnRCsPtA7pPvchZ5BZIebzMiSy
SDZUVITSRwTt88Fx0ing6E53UEprGQ5jmNx0Lh+SmngcEGmbI2GEx7mhI49ruc7G7ZhJNJAqHvMP
1oGGXxupxM7O+8uqOlzjbqv87NXJk05pBZOGPR4IpNTfPLuxrjTk8FNUufO+E324hUqRHGM5lQfN
qtvXEJq2ypPi7LpLt8O3mV+AzKYIC2UEQSlrMNSWV1OR5pxNgXJC0lZ7ShZtBmeVYwvQqu1sDzGG
VqM4O5aIP7wuS7fCrYejoVX3pmQ/kTcIQsJscCSH417v5+XFYXG3zUvbu85qjw0e1ShoSa3nfSN8
/9V1x5tl1ofaH3ppPpQgK6FeDw+kLyqIN+7sPSjKFT6jrFLxadI8+wqddfKpMgFlTVpzO2hLXmzg
Ynq7GYbEVSRi3BdaI/J7lv4Dzn+0b9mUyZ4j9z0ZihLkKbEto43qjbStrNtEHiupWHn0yxhz78/u
AJyc/q2tl/AhEhsg7mNMxpExPfkwWlwxnl6sJgD3K+2NitXk+DUDNPyhYc7n+NrGN9JkIQTghsUx
bzL0+XFrKzvcI3i9a3O3rcPJO5LWaa7phHjjgM1WyavYBjumhuYv/FJFw1ZqsdxmNkPgooo2SPgi
5Sz1T8Oi3ca1usXa1N4A7QysBrMrW2LysVYV7nCrdd9x791II6SMo46vYNCNO7aT7oe2OO9EJNd9
dUQdWuiSJ0lyollewifGttgXJeEHHM7YmCGrnqYhjD+RQdor7jUkSjQCGl9H8OUbIhb2bq0NPkCE
SrofLWNBbEXzsRkbxrvK++BRzZJIspLnOzleV3O67Egpdw8zdn0QR7V1Q3HbtpgX/PjsEIKqkSDk
EzS8s6ybFOhOkehbnhrTN7wU3puZ19ZRDbH9gvvT+garfPU2EHgN81Y3MXaksFaSyIsPsl3uSogb
V5Ph5vuMNRblTsU7sc/nqG1Xe7knzy0hmINwZLjDdW09YWZo72M6ypYwWy7KPA9v08lZzlhtySF6
9sFYBmA9cHuARhlCHVJPoWZI5Sb4cgiHf6Zco7TW2ZqL6VwglERTRHpMh/NL0aFvzuo44x4JjGhR
+47Kb4wlkEyf+4JONJWPXG6ZddFnc/+J7YSoh9XQPbdg39mWIQuhTWSn6sZrW431i3hR1XxuwtE5
xi23MdfEYwVVob4gDrxGDJCs5lZLoShF9jN9h2QdKNcrTiTRLIbG5CtbJwx4WnzHEq2+sqIoOzC3
EnrIx+LCcGorcNieP4y4LVPuu8YdaKsS//rKpbVjjlD6FHpAyae4CmSUXEdxb+5KJ3nGXgI53yDP
VwVsnJZbheGZ6DT8cxqajGavltrelw6RWd1saRdZhyS+E7kPNo0gohZl9trSd1snbY5hJo+POZWn
LxjwkkdQ6vrnyqan8QBi4+IlJ2gC1ZHyRfkwKXRCKo3EEZvrp2fX931Gioui15flx4mKEFgBBSav
L6NZFce0wAhTmpVDGtNYVcohvIbOcpsv3ZOySuZxw77nMRVfQDowtiN9H8eMnmxdlNUFBYNnZbfX
zizNLePvVYVMtdHaUvopnehHp8rRxazaOKTJ4pysaLlAYLuFft7jbhuBzRKxI+DVdNrtIFN3k9pz
6JtTQiFBw2Y4VOFbMYdOENPZ5+e1nR0iwoGYlKrnpo7KV6Ouq8eEoNU2IYiJjWJogrS3WIWxNSbw
Y6lTYVuTb+LxOlBsGnGB0k06eUN8tOLaubU6FwPgUlPflBH2FUCqNpnbWNd9rurMx7BOds9Lh4MG
HepUcuJ7nL3iXsW5830SGnzh5JGEH7XAc3hTD0O1bdJMfcIb7i8Liz40uLjJwZ3ISTgdrCMGyUR+
FG2SfTp4769I0VGJVNEaWKy9twP9LxhmYOlvU03Ly0DUOvq9o1UMiO1AtxHmsI7bl2G6gsqhaBrc
88DQ2uy0vmhdjDFDQU2jGwGtqinGsbYpbgFj39FJw1Tet1Nm3lMH0yDrJ+RCwv1CpRqL9qQQG9nT
UAA23/CyfV+Z+XvBw4nii0GNzsnOzRpEjFssRGlMgNhBIldHms4XqDwUXtVY+4pMc3qP4JafjTDr
uT95CMaDLbvuqnPM0j5EdYtJNwcLGB11fartnaBxarztEd8wtED/4cjjtCiVLJ8uDWuMPvtmppmD
FsnxXpScr674mpP+JF6wJ4panKXXTldOPvF+CLIo0Cf6kF4eh1zZGcKKyINFzO0z+0fjsW/Yv1jD
kF1VhctNd5bYVpLce9XTzjzg9Te3hXIdwlbDAkYKBHecbtn8gFkbQN/B0iPfY/b0c/bLnAm0Rzpo
/MZ0JlSqHFuxprNmDRpRLiV77xaHI44nNktd16lHon6ZdpNbvUVwyY5u+jjBIk7qb8tdRj8tMAAu
sRsYZ7wh4Vfa6RhVOuGkVTA4QzlvY+zMJK4a1V5GU2XhqO6q8ELLoVqlKDN6YFttcawKe7w3ya1e
iL5v5EbAQkZWMMShsfr5jXeAc1oPuo4zqLLvyroMab8bOJst+cjpaTJ24VIMb8AXkot+IeCBgSVJ
cMSG5vMaL//GWdvc8leWNw324DZ0Igw9pVY6H+TlYodevda6dzB2NusOgZKGp7xuyiD0kueE9436
ZlL7Ql0RCH1u103EYpkcWNfthL7uKUTa3g31YJ6JEbHDWLcZwBTHDT2F+LeFXRd3IXdZdVBicVmC
UP5ZHKpwCCEYRRm+qoyFSQGIQfqYdNVFHhN52lpOP+TnKls6OlrCuDsY1PUAASHZLW6TxYtXaHeT
fh89/Co4XO3vKOv1SXcHWGCGyI/Nut+JWfSU68ZnWuiASqRdPWgluXfWGWTSCFmx2te9a21Q7I26
hg3SXLFMUj8WSyTyhz0JXtZN6sfqafmxhhKieMVf3r65Xju/xOu2iupv3MhpM3/PlPo6rTut8sd6
Ky7xQSa4Mb/ZCf3zFn56emuXTryqMMuPrDeiy87mw4aD/xjVjXw0123a2EeXbTFVLwYBKnRjTguB
XfXlq9bBG2OOzvTHwuW25tN/hVqcNDa2b5BzOB9MkanveZXf6IDNad2a88tqEoq2MV4+LEJ0jUAz
EMphMUrONjYd4RT/BgRxLoaKTkcS9Bc6jlW19ZrJvISr3mxjWXfXNe7NLe+EzAILsYIAPmW5Mfws
t/qesBqGc2gFZWuWmxyy5uplK8ZvXsb6SXe7WzOM+JGCNWygqyJ8Ti0L4B5ZoW7PKgay59Tn13PJ
GhWlOcwcHqmxg8S4lhuTaQWHSOdhfnaRiyfP1QLWwIYPbII2DsrmsqGfqPlTR5673OXCovtMJmPq
Nhi6Xe/Q21bnBI3W2bk/FV156Kw2ghSUjThTnDmt95FBEdKxsqr2kvf8k7A38q9Hp6pZtrrP7m/b
aDBH4QZCjzPjo4ab89bT89uRUG9AKu45quvFt9qaw6TZvEZtNNItyfUlB5oh4NDdpgpi2pQ7xaMr
FkATUL5mihy5KjcZkcBNDzd6Z2fZ9MYdZdkPbRqw1NY3zIv8vgw4u6pGyCuEFU9t78bHiBsw8T7O
X4EZuQhHVqr48qMRR2A2kGtjNCROO36iHPWUjVTOyZojJ4fvAQBEHh840qUni4JOohrT+GBL60hI
4NwYdXY/26DURJbPW0KFDHOqWZvll3LC2u8MAwH1VtrAGNdM15SuUjHJaai+OsbaqRHNKcafgyWQ
uzkYfXk1KYv6zmwyty1m6a88cVBfMfnum2oiFkOkMKDQ2XlFfH+qMtu5snGNveVp3sIn98Yt+6CY
I2t7jDJ1b2lu+jWMh1ru9UxFR68x1XvHWfkZN8+4S6gbe+Jgq51K6P3nKh/G135pm+tlrttAN9cu
Kl5ZGh8xxRKnbguT48NSind9pJcNuEbl7vIGao2v8zA4AvoxzliuoEp6RnlKlFAfP+ST/5N4/0Li
XR1q/1rh3QNOLtqP+WeFd/2JPwVe8cWQHgccJF7XEKbj4JX50xAjvtg28g//oJQh5q4/9afAa3m4
XgwbcJq3AsXAE/8/gZf/hYQFCEqHOGzil/lb+u6qx/2kLPILHHRkB1ERY45t/E5mE47R8dyJJpg4
sXeytTB9ggOqrmi0iU+9Sclwl9AWwo2xu/T0tgVEgeuulBSt/PSm/RM593eN88crIaz2QxGDPvw7
h6ujuEm5oqB2wkvLJBiSb6yWk7NXL8Zn0mtcDa6Iv7mzjK+tNObo1JuO3DeAkL52rSaxH5MQubWW
1jp0w5AnVOKhOWvVvFz/+1f6q1kTYBgAO4ncbK/2IQcZ/lcRcbBb2BcmbxmmC7XTFEXPDR6OMPLH
PK79tV7s9O9/4++q6o9fadu6LkzIbaSZ+Q79rKpqde6uFSSsBOm3y5cY3FcZ32sGS2Mw7OUO1wNP
zLB/SYBLBaXAfW52E+lUF7OR5aLa9yM4gDGVzR92zr91T/jfxllcFyn/+nrelPDrX/9j/o/DR7N8
ROWQFL+Y3daf/uPaNrwvmHYZjPgSrCbatSPij0vbkF8c1jJ8SUwAinjr+Zn/vrLlF/QPKXRTcG4D
iviP1Y0lviCBC1DkYGIssV6Mf2N1Y1rcPn66th02NyatcyZZAV1ih/+doT/1yMCU+kCHGhpIAMnE
PE+BXuZeGjqT7IZRqv265lxBMskI1ZSen5421jrCVdHh+8F0icEP2kvbj68RNRGPkIwGFYTkyQHC
5k2jthOn6WjbDdKItpML2GtDtqt2j5VNaDXAMuYh+bX5QHjDDtvmSpJ1DAOOpfqnbmTs4YmihNO2
H7K10zjVsidNtsQBpS2ihTO3cqxNyGbkwhGdLknRCO/J06zkGQB/eqaKCH3AyFxJ41PMqRk7XgMx
Ghn3GMItoA9OErHf0IZpHEACEGitC0+/cGfSApedl7vLPhcttiqSYdpmcDN7Gzl9c8Lh5d3ruWdc
JnOYBbbN/XFjFhC0xz5UVwkKfe3DJyZVvpgDZX92v9T7LtWR5YswfaH6rDmtoifFPlRzpn6SjpIA
3TInK/XDYIrVTFXfcXDqPoko5eEps3jfyRhono4LH/JTYI4Z+NR6aCnhWqyWGvi0AXPhz7i2cBHo
ZFtJYTJ4O5WXfBtRxSAwUAR2TT8NzB2SufS+QG6ILjX6Sr5pTY6roMfU/V6mOrKlVTE7DUVan2im
gIiOxO3Ah1Gux3Z7vZcNWRg/OpopMeI7xeQEg56mV7mbs04XLXcfgbab+U4c8i3DEjBy5MLieYYD
HH4TTR/OG+wm4kk0mn5MVcVawkCpPOSY0RvulAuxdcKbvb0xcisB1KMyCuldt3pUVHC9FeSgM/qx
SszpdZ4vzzltvitkrsq1rTNbP361juifkcUfNgYLnxsERXgi5ZoDJVqUOdMusoj3nmy7x260lGVD
Jim0jZOiF55Zo0nAz1dKxaST7bi7HxaLl1Y7PeXws6eOGaYXdawAUL5l6IlXDmnTt2TCUDDZrFc2
+RAZTJQZoDNM5OF9RzOEvdI1W2MzMCFylG3IMl8IrR8JxgAHJ4Ndq/yyKzT9se2cjvKihZbHNhKr
n3NiuMLJlc+Gv7gtN3ko26u1cgZwrgbt2eXpzt29V9OtoE3zpp90q/MtJXB8e4KLjn1PPmOgWqf8
3FGDEXCCpkxUh0O6XEyRbTyRxbQ7XNxt9+CKdakJXnomfDYXDjglGEoNJHiHomR88qQ/olqLyhtw
NhNlVXTnfec4W8Lownp3k6Ze8Uw0Qrx7Yd58wJerDQawnDduTm/bYhxfcmmML5ku0jt2RyYsjFYv
Jh+lpRr35ZC6OCWRze9CLOmUADsGW2VDTlG+mQwClzsT9czzVaF3MAyMsLgdqUwixRktOgoYMQ/g
Q88UWS3vMdxsh4w/MzevU6ddrKwKjVa8YdjH4coO7PAEX3QwEgQw5ML6Plap9bXzEGW2guZpRgF3
/OHFbbxgIvBqoRJ182OjjDneKixmS0B4Y0brnfuqYB9lFG8ZkcE3kppzuomZSaEdWj3Yji4s3JZu
vLEgbU9t9VPT1xAkoa4mbANgOzzlpk0xK2zuSAZQYuyzU/YTF5qoAYmrJR3feU5oUEfLusJKpIvq
pHmkcn0uApQCYass3mquMT23pSggolMPhxV07rHiVuOUlGc6bNflymRO0tcm3I++WvQuv6JduXh3
vZXBOY9jf0uQKE/8lATP3ar6fLRTalLiuSyGYj9q8jRYutUJSyHfIgOId016scbyJihMIRXycVJi
ZS3I1gniyaqcKUXwJPd0ZrxD61Bbja7Bt2sDEUs8cVbOALk4giBGwVB4r2W0ChDjrjK50zgvX/HF
yj3fbjpVoVeTdA2cFjyfb0SR8TkXAz21dZRLdb9US5ZdNPOiaY+2p/HXYx5Ynk/kEO+RIxxKFyNP
RitQyPC0bc9D+5s3OuSFjDEhYg2Yq3NQOjVxpdspC46SzzTwyHHSak/3xFtPa+CzDam3P5QlbsEQ
1a8jGUokrYsT1tnM6/VJFihWrBKvY70vBsZwWiZoM6D6OWATGn/76TzyT47Kvxof1ue69V/Uncl2
48q5pV/lvgC8gEA/LJJgK5Ii1WuCpUyl0DeBNoCnrw++vi7bg6rrGlXNvI4zj44IIuJv9v62Z3nM
7fQFMuyKf6kGrXLEeOcl1Rp2e/tYaFF84N4GOYdYLRBwETf54JfYWxjT/fUn/1vV3n/P8PD/XU24
GAX+d0Vh+ZU09Mt//hpzs2TZiOVv/K3Jc7y/0Ix5LgUdrd7Slf1XJajxf1mCB0Wm5eLxcpfa/b9U
POIv/EkD3R5hK95iB/97k2eIv+jUh65v4gpjQOv9Wyqehf79D5WgjXgEHa3voTpAGcQP+xdVRjWJ
VJ887sUahNkbhuFqrToLxM6cNjMbK+VJQBszrL5cvvrC1Z8aArkPbbKgQnzm6JY+v0PQ79cNIX+o
tI02/M3QiZVmH8+Mm8fcKFajbcbbFivhekjmnnmu3v22ROa8MO3GVz42yv9AIuidyVh2/mhw2hg4
E3t4UAz/0OASi3oeJ7RGbIwnhu4F0bmetSjwK1bbbmvMT//wDP+PL9J/fiwezi4GIri+8Kv8c1vV
5NFMXoRA2gu0MMAMUW3yko2LDcZno6KyOiAaxBqt2cX/hbnov/kiDX8aMCJ//gOGffsf2778/upI
VfpXT9LyCv89IOr/lbCnf3gaS5bUP2U9/Q/E1s0/4+wXoPrfOiv3L9iB4FxjiKSBWgIA/7OxgnOP
pA1xm82X8K+k+7+/TcxFdIM2jHEKrwztAT3X3zxElvMXKNE6khuD43Jpuv6dxgqz0EJy/19TE5c+
HKolNT+KIgN9nv0vI4A0SrrYmzHi6v6AVKgv1n4+BWp0qfthvZpsjP2m3enmzqxJe1ekiVrqkwVD
v+byctY5PN5nf0F6riwtzl7ICg5Q4kIeVKsxfp6IccAWYO9Ck0OeyBwk1baDzxlYQC7UNkme2wn/
n2F1h8HgvqEecir6AGPBLKKt6X3kptl719rVg+n/ahpyPIWH1yZkHKAaTNmsiCtuJ7gG2Lbro3Ig
FgkhzmVJMkzr3aTPRNl608CedEi/cw0mb8FRkUO5jdksQI43dyKEqTBShU+uFmjNeWSi3sxUXFl6
1PPpQxljx0w220mj3krsz03JSLkN34dJ24sME5RK+yCxw00TfZKBSZz90ag/u47lf+K9O1lg1WS3
mh+8FXVt4E98G7RebEiqB5brF5sB6OSqdZhK9fqLzItd2Y4vfWb9nmP0zpmfvVTzUUzeJvHZUXlZ
95C3+spMS4jgpjohQNpjj19bBsBAK4uOo6D4Jhhkb413U4XHMS7VqyvNdes901Yx6+f3tD1mMCCc
KnVt0tjEJVT0u6xEhZO68U2mzhYX5p6R+U4KQonVZzyk/i2Hzf9aoQp4NrSkP+th9doRZaI13Wfh
V4E+em8GIsNclx/Cqo9dRpvYsBYGiwFUnkUInRBrpwjuz7Kna6p9XonA9X/NnnbO2vnUIU3e1KoO
2nk82ogINxmGBsQmdLVInJq+RatAE7VK4RazmLmzi30arVT+Aus6/lnWXqyqbTV9wTTaRKH32Kc5
ZKRxncsbY0iIxbQFOb27qSJIHGyNitpdVPvFjOMdGVljPTPPbF8ZPLyAlYfGU2CnTaop3UqArVTf
pCb1lbFTUFuXHQ+d6NouX4itCEYa7Tm/Cac+QRAZ1sVcQQGy1siILiFugrCINkRf74vUvtV++FpV
fKQTVtTsaLE2bWHgs3XYjRV9PwY6JzrXoOacFIQYyNjY2iut2kSkaSNkYreh1rb7nUYY9KpT5hbX
toirlVlv2FDYot9Ow4B2fllPtM8i9p+SHJj2CXnDC0U4f/TsmFlPKpu1cYbPufjltzfHSo9mjDih
2vV+vQBVMO+dfPRqCjMRQZKgMzSkSSHYXyUV1NpbKPjnJnxy2YTrpmWzSxFJJu+6lMmLhH/I3fw2
Rd5Fn63tTPdqOAhemHfEZFh57jFfqP4+9GDp18/SiW61ezBxqbvQu+h6jD0SNDKPuNxXIuUSJ0UO
14mp9lqr/ajETU62lz4aWXM2Zf8zJsln0fRxME/pexXNlOgxSqHBvPgiZdqqkX9dpvb025hl9D7X
tXcbcUrvEN5Cq+PcCDAhPeMdGI6z8torILh+29BlrRBl8mo1yFVTDUZk6TePorWfALnfYUmcMx/1
Sp6WP3jl7NfcHUdj1YNYkSJ8tk28TezPeGB10t6zKNnabXyM9HY/xNq5z3RoLrg+3PZzHjy6LroI
BlC/DIYMedidmkl7CjsP8EL6YRFamUZlx5hqiLYl8V2EzEF5jHpvZF8JcV3CV5dfoepRUpGlhm7s
Wpo/o4RRnTqKvI5TNc9rxkrDm2dSaw9OFH+P4agQ3BsIcWaEBdMe5irNNvpAE+4dTLlZ/yQmyH1g
ghQSY+SBgmm7LnARf+1QapK74C2dSItyACg126MJY7dFJhtxHRgx5XshvOfYaPRd6mst98Ss/war
Z679KrfW7SynwLHdQMo3mrf31M3tFW6ypjhqje/dZfJdtznvc+6uM5linb6hsxp4OUgCA4OsuddE
P1rIz3p/15m/6S+7iFcD5YEp4TVVB5j+n04KnSX0wn2OVjVr9W3G17AmqWA2vxK4BXG0UDmnNaZg
wOpMkqYlaMU65yPxUeR6r1wj3unTe8t5JlztA2vdxpVFBOrfynZgWNwgdyvIER6KrdALAGQ8CG9m
K5beY9t5Mg0imtd6XuWnuvBwmSafWH4wN/SKTLh8MzSwAZqnRDy09oagE5hsR6HPpGXdPCv6KJJk
E43lOgR11LcP2A8l56sUOhlf0aeVtjhahpXWZbuoUmsQFFcfvJJH/dc8tNF72MlPDeFVLI8Dm1Cb
IdVClhoMN/AhXsUuGiEtQnrT7dibnBevaOKqgyNfirx592qAoJyCJ+a+VMGROQWl7hLYF6J1ZEy6
JYOLTSJK8zVwpgXLJum3jXHVYi3Sxuwm+NlLjjownCia97WaUcheSji/MK/XpIpecstbVQNPefK/
ranZRrhtPa/xiArpIgDwqG+G5KRSeegFaU41ZYbJVseuhuHgl1D4kjydNhj+PhBdPIdj+cvK6xPY
SGiaRbgpUrEu+AZrs7Otump46ktjG2fet1CZswGH9N05/huWLVLJo+5o8eavIlIMVzP7ye0kDO0E
CZNIOHhxTJ0xirpkDeYfytE48BaoNJ7/FXC/dyOa1EFJnFR4pNTKW9i9Bb+MPjxLlR4q3+/WIB+2
QGKC1G3ebSiBmhHeDLZEW9nV21iG/mpI5LRmNJBg8o7e427ekoyzzSp/3c3mqXbUNlS73oQG0bOw
dvrXzhkO8Jn58GvZI9qY1UoXVCZobjLPOFVVee3Tg4VCESus0OHM8+mA1HXK7Ij7FXqNy5B6PIEv
oDqoehPboIbqNGvDbcqwg3HGhmHPtWqYEuran8EE0eu7OHuSm1HIJ6RRN/COV+GouxZXgTLD4sO0
shWOvqdMdh+6/lMU5q6vflByHsf2ZERfkd1DBi4Po96DUBn3EBF3WYdTjddGp6wrz+i3B+8zFEd9
eDV4o0OwnDAQx/poT28oqQKATnvsvlAZViXi2ikeNpr/yihr7Y1fbQHDqVFbkV0S/uIAj5PHybOz
Nkq3n9PcJmRB7Ucj5rooPiGDpesOsMZbk9sb8dfEOG/ljR7KKjWBg/GgNzjuCfv62sVop2s9/lzP
CUhjXFVh+qN7vEo9nGuAVwkBjyu3GS5pfGBneFI5RjBYtRel5Cbprd9M0xhsoUbz0mpvwOTUzYhT
t97XOXoaUScbaZcGr/AN/j/lm/pV1nI/zn25atBpEFt8FIlzyCNSJfRZbW2negGeHnSevBvtmdn1
ao7FrU9+XEItYBNy2urk2osj8IBH34ARORdevGq6jHO+f5WRQf3RBWESGiuzCdF4jVvEi6/sXg4J
pRN026RGDBMaEH05OC1b0/nuh1kQDQUGSWeSa51Jm+JZpF7lbTssokV7xNTV/zWaLTd/nHB+qUZ+
BSxFpC707t1PzXDvTCMtRSoeK6m81VDc7Lr5ha+h2/iKZ+KoRQ2g3YGVfyq00rOhXUVjXLspO4zV
N+PFTUiEEdWlVR1zfaQPYDzLdK2fX0rgiT4BWqJqD2bmI2wk89GtwD3m7dFomtcOAHLiT292PL5m
IKeILzlxT6xxvK0Au5ykqW8SEZ9FVe2FJtgzz/1JtQj/asxtnNlYgh232MJA36IZX6yFog4WcbqE
ElVbPXg0B0onhoWi6p8hWu99LQOykjxPfOTaiL4eZI+fzuXDUELsh6lHzOfQvXjgzqBY6XEwEkmJ
jhuJMpNWaH9fbUIXMPb6b0rX5sMpOf8zZeiXqHAsDg+sDUlrEnPaG1ZJkINwNo6RoVqDHEQ2JBIu
En6TfSSmnawNcw+Vyj6g8NgkXfhElGf0mCutXA9tU780uJwBnxEx5V41tIRXNado1Yxa31pDWWDA
r0F+6ha1NIK/xWThgPYEK+/2OaW/5MOIS+1Nkaj5qAlavcEUKxRnoLlC8zA3Zr13e0S6mnbxPIhs
fHP4RpJ9421ZLRmMjZ1hJUoob+D3NxWsGtCa2hu2IPwLpRt+ao7/iPm4WS2xlitDZNcpdWdElFmL
Ah7bdp0x6/csN6ir6pj54d1tTCC8VX1h7LtgT8tHJL4Ze6TvhNzcvOkEssHaJFEeDkxalF+Gk6aP
RNW234Y9t3sv9/K10I31mFC6SdOcoVKnYPIrrX3oXAuRf5tTGcCAW4LAHpyOiwzl3MpTuna0B+tZ
aKCQTMer1jmdFkGmKLPE1yBatNLgs/aJJbTNKEcfYwQ5Tu7QmGwD3V1tNBx+NQkweg0Ww589HtKW
OFRj5czXTmYHdKy3FrUdlimm2rgasuHbnZlAWTM8TpyooTR+SPV9KGfn6vY4HpaXRSzTYtamsEMg
9OCNYI8zlvGVlKN2V1n0uF3HY0ME6axZybbbqTFRvtoTCm69/awb8T42xt2sxX5q3YdKyqAzS3gE
6Iqy5Eda3kej9/vRd3/KJN2w7PrTgFRP2vDLc/29KBjmv0aj8Woa7VOTW882ANZjOMW/yU/+spv2
syraDxKz7onJb69Z4lrETR40s/NVI6wa9SSY/JiSWXUwruqNWQFHTr4LmvjTEpG68UL2bsNgAiZf
FFVTj0cd5eRMTJqZ9vNbo9vRlhQ5qvYJvaRXXzRiKomgv4laoeHKP2sDyWukD5gR7O5audIJCMxm
s9q35zlv44ubLiDyyWMtWG3nCLG1rr+2ZBC3hBC1S0uY9L9ixaLDLeeagwbnodelOwAVxyqK3vIy
fqrK/IKH41KLbIMHp1zV8/eQEO/CxbuOGyNcIdDaANt02UZTtE1jMHlo/3Is2lpyz+uB2FKL7ZE7
fZmuc3SbcJH8Rj8JZY4RpYQADY+lPnzDMpAbnixNv4vAeS7fvdnd6jim1mgCKNpL4qW89yaFPAlC
lI0BETEr4UZrmLRRanxCQn5M/kpdd1bmcpEgQg1yD905ch2aVaLExHzMLX/XtCzmlXFENHfSR4Sk
ef9ii0JboRjfhcrdDp6xyYxxQxoDEQTmGgUphzYnFdr3fYMa3gUWxRRFvM0pgr/EYrxhtLTZ9aoZ
u0PcO5RS7peVVPvCa2GschN29aE3GWmoELqh32cSU0j+QPL2ehpYOpq1eekA3Hem9sqwElalVktu
3JRlHp6dYR+1dc8+a4opRdVhgO5J15oSUUxF1KPpEb8t7rpOmzfGSOnnxYQt6cTPXRAvK/gwNfYg
doXJZXSX4kQj0mtczbWnbu4YwfkYbWe8pS0yOKYZT6asU/6HOb13NXxDkFOj8g0bwBg8ZFIQfknH
Dnz1nSqYk0X3HONrAiX8pyqht3rVKC+RWWv12raa6SUKHYJHmgip4EZy86LMJjoGfXjeRFs3ldU+
1Vr9LsPyxH82yXh6+1ROPMGZlyTooCauWLhdh6oL2AIjreQTNJ36mvPkwcutx0qeYwKGssKBI9gR
K4jYy9lY3fKZz/nGGyUy0jaI8/g1tCtCCBjL9KNtP9gMcy64/PS1QYtsptN7nXuIiNlHlog6N3Y9
QtJvq3vTZ8kDEKApcJNyO6JL2xWdOs4mlzL+G/APZZo9ywYCJKEJOruwONsAKfPUhlHQKinU76Jq
A5hh3WPaT1t3mVKUrkUnskdfsAmHYWsUegQ6M8rIQFv0m6QBOBcO+ezNEwz2cBws5/VHP3Vw90f8
wehaUWthVuvzbroQQqKA8STTF0Lh6CcrGXb2F1loGPqi36bokl1UmwhOswVCyEJ6YChyJPoO+59z
JIyC0MqAuE1CM6CteWSJ9S5i707tM9dxdoN5aJX1YybMPrJJCwo7uamq3JrpvB3CiIYMXdk5XjbH
pn4otOY+8hKv4CjfW30ghCy0f8Ck7JYaxSSKKtQf4vSE4GpDyOHastud0eTPHuiTjvTkvA6QeN/9
cpg2hTTPbP2/QTVxi8rqMDTZKXGLfC/m8J5a8iyFsdMVoylMg/l+6Pjq58vngp3s3hQ6OdvkSunR
YK00aSZvOazPVD0IaLLFXTrlvpoboCROdGUw5bDbBLuwq1Nlr1xXGp9zC0m3TQEkD3q6qWUOGUCd
k/BXbT5NvWWsB5s8ZvMd73NjvwvGcoz0FDAIMnkuCfluM7cSGm6NUPQwwOoIIaef35l5HFl/7Ulp
nNdIF2EWcfvlBr2AIZ8G2JbALOwPUIVYfjL4JEBD10zpV14GTwHdR9o5n5OyO+5tP3Aa+BBGR+jM
mMpTaj+3EfkznGUdVyyg1gCA5SmvjKPnMOxJGAC1erqPdBiZFHuiGJkiCOsQ0fVMvgCLxb6om7w3
slaBkoeYTTULYgSXDS5ouSq7j1a7tgylUXx4C5+Ui2eygeWD8nbadGO5M8fRHGLn0SM1vuNSBRMZ
/SxvlTOQcVXKndbo78Sh9HwT53tNPqVl5sex3DTlgTnosXXtA4lpK42g5nTYDf5bxndHhfqtL6rP
zNLhLg1hIOr8QLorLzT+4+Wo0J7xcm6q2V6PfPCp6s7DYO2kvhzO/q5Uv5WRf7Z+vJnDd4ehRD9s
x8n7k9LhaAw/s77YIAhcO5O+c9z+mKFTjougJINKPMXqj4Dl5r1POdEx8TdH9slvhsAAuulkH23y
wkRDL5JdzahdR+jFTOHSsoVvW1oGw4DurG2zAfCqXaJwjn7qilvFKM5NqJBUkb/Qo9iYpmYV42wr
bZOCzV4jhCURM/W2WvzmOtmWJpcP0IqOyDdjYR5KXAXa8IhYvFqD7t83hbVPcEVJ23m0yyfP/MoJ
nhYoLqD534uchr6xtF0vCIqymuzaJtkppGcDwm4GhgNI0GzIVmdCLbX+BujlV2FF35XBLaja+jH3
II/J6GYP3nHmxJNlcsgx7RILGZfHBhJ7zRrTkW9yuJRsQcLx1QDzVEc/il0CgJ9GvJXjdQSj7Rev
JAfw4bZrwLPF40wGKRmD5UFT92xgFaFaZ+eoDoa1d7SS4UHHpKJA9A7mezJ3h6Qen3PxmY+EuQ8u
YBxrl6KKcBT09vAU2R9W4u3LmrwAWFEvvQ1Envr5AQ7TLpH5qequod+TXpTEzJu0PSQdgnFAW7f+
xg2fkjQ8LRKiUmk7U0zb1CZ9LBvXGdKkxPLWXfko0frPWsgleB+t57InwE+I4uwkQdR99uKI4Y4o
CByp9N7dGqL4etCP7HiM5oE+yjJORX1GQYJljK/TMfPYEM8HLToSVsP1HmQUijD1ytd8vuZId2z9
U+MKTx/qCuER/Dzqh1g9W0N6HpMg1ycuEHIIWJbV5irBduIBqs35yixtoaVVGIi+Q1MhwVe3vCpW
Ur15FjlJgvjivD0zX67QVJXmfIHZB5jL3Opl9Ch8EeSGuUtNgMfJpZFnTAzrvAKmm1qUSUzWEhwe
li0OrrSvkmIpfOP4R5VTBvoi5jjZ+dmh+NT2VceoaGsmBlKiP6p8Nds3waaYZDmjdu+y4I8aFbQp
xiEi3+eDs9XmDLen9toYaYBun/N2kSJjEURpONXmvhrrtYdbsWouGBB443bSHz/M9Da3eKvR86J3
tNL6oSx3XtJDwjl0JgdLwhkltpaPGFMZv4zZe4pdEIRN8QgqRrCoYP3hoa7z3ZMmNLmJioU4YxVn
NHVoAH33DQSvGVRzv89ovyifgqyaD8JwVmwKNi2gvZiHmMsKtG6ho5EzAR5OLDTSeg5XA3wiDrye
fU3M5UOmgdS9AqpMS3sGWsNgZJv3Dy0xu/tSq69dHH4RqvxpAkibu/7Ntjz5lg4kzaDfpCg0svo8
+c1Hpt5nfYaC1ba/qzx5aJaU1D5j1tOvk74O8FJ2OjYHDcQRGS6MyIHh7BpX4zh2SBa9hvoiKfzU
83vSTmsLV31PWt8LansY0tbDBO15SxKhEhCUJra2y9D3mZAVnBStHRQpoHYSFIuaPzl9wfUt/NfJ
eJXpxYSQQ5EOEljiFA4JpoNwIB4Kc3g0WnDUGrHVzUF4X2C57ylzWJE8hnrHXqYJ3HnaYVwKKBXG
rCIa4jAt9NZ3MZ5K+4k596UBsHxyQIgJW0RkaTKGamX3NOdpvNY688O3x03uf3hD/QCMe4MXEl4s
oANXehwoxSHN57M+md9l9MtifLwBgx74QslVjDt0S1DlhYmByTSKJFQS9h4Gnf/IVk/WaIf2hd1m
1zJsMpDVobPNJvHIG0bYG5uSYI53HjMJX/ug0+alAggLf/sjm8t1jNnczE0ybciSIJfsT9hKujNx
9gd8uIkC9JRFe9maDaO5ch95Wr1JF/2uNJhPMxDdoCrcD65GJIuVseNttF+YsC7lzCZX061Lnvne
yUu64RkV5pej856XvrobzIeU3/z0nTwAiIASkUUdiy9m/uRaqHVDkipBSTefeKEvEMDOvp1774gy
9uLO3VraXxOr9hWZoyAkyNlbRYMDFMafzm1vysBwIweYe4TllqiXm2aH97mn/+jt+MVHSr9mFlmv
47Am/qBoo31aGOatwNMIa5MC+zrGku+WBmqpSMwvPyZndoojWNQsQK7kmhJA200j6Y0Wi/SIRNU3
WkOfr5A/n1Ij6nZ4NbVjIXvDBpwewZJi+L6ximZfE+8QKZ6GHC0VWM3bOHp7GAZfvmlvM8dilU02
XqTPNGFi2+bjKhPz1RnkgR3xNvLktmmxDwn9ofP1ixsjoEw1Z1UJMhZRApLS7cekhoEIz2dN3/l8
kx5dZzqRVjF4cPWi6FBmdr7VaxcLwYAR/E30tZUGgjnJrm0t4FS6SEEVStI+NE6V6DnJ+lqsCB9g
fJnF/FyCNtPd6ORBW5vdES0x8RB5ZZ56i98JxsnElBYwWYiJM7Gh2tTVDoHo3TZFea8MVqQ+fu1r
HQm5M8u0I0Q1ES9uW5+zscCnNQ5kcbtjszJqupuhBqJYVAwr5ljvniRzF0KrpPE45jrIUEUMzN6c
c7bVZHbMqCZEMt2wTLMlBz5rbGtBd6wTLos/0HjKwvp37/VGdilDYfrAzCvzYyxc+QP53VihKR/X
9cisKc9k8zOTgLDyo7n/wzuI3j00+ytyTTcws4b5SpGyDq41eS74e2gZpoHGCjMs+bl1ZKFeNvyF
2srAooaEmMe5eGwc95XsXeJh65DE3zDbxn1pfrB0ZzVd1f21F7MWWOjoVyhtjY1e6/nWnhP/Pcpi
Sl0QCZ/Adv/EhEh0e1y89oNsCX9pItbeEYqHP9SxRIROkuJehzsYj9reDzsAIP4smbU5cU/1MZf7
kRSSB0dj7FSFe55Fx9mo7GMpmz/dYNRX24/pHVlIcusqd11zQTHt0QaL6m7UDzFoGM74sb8Y+WS/
DyWpIWujbf0fArswY1q6NuxE3mwZfIyI/FNC/WJ6ml0da0x+w1i2LoB/r6ETzqf8T2O52VPfhfV9
wHnKCmWuIKHMn4huiy3ZvPkf6N8ENbSMiljGDjVUXGAt6Q2kHykdMwWcwQqJhwzJwBy8jPIA8qAv
R/FhgPW9Sj0UWCMMeagzuyCDE3E/yFBxKWghqHNq6qqKC0ZsTATv6y6TFmFIJCuwowylw3ttIL9N
fQaEY+zt6oU1bHklpEkfKug2zGpnV+rnjIAbdonK8r5reygCdto6aTboW656Vfq/4CcakB2IVRkA
eZxD19a3OlXCkRk1pRT36RW9nXpzBzWtRSOcx9aYQEnkQ8m4sradU9OY/sXLTKT7ECuPCJvqlekv
6RhKjpKmwhmwckZ2s0s00LNYfnXc502pH5vW4/4UkXE3OsTYlGhuFYQA5EBYsqKuEq1iNpeBqYvM
rj0jCrFwwpLm9tgzAg5oNYfHzFH8fp2nsZc23BGXOHkPAIz5bphZwoAqoZvLRLfLTAKd1lqtv3lh
ODdb9Mhqb2FV+RwyIBdrPStmifsgISouQ/jjutq3Hi5kw3QKv4vGEgsM1d4gzTSCBDlVyZAi9C9+
xNykyX0oeanr8VgS+2C09qMKJflPrDFBa9bERJTuEshTV67xZpFE9siIx29QFtW5gccz67VVGoaY
PJj3rzNkJIGmgYfmnRXVA9MNJuCpPWxApG48URGbM6Xeza2jaafCMT3pTTqAt0E0FLmOu/eqpruH
uUpuBH7+kJReXFLKSWQfY/iT1M00IouMvDO5lY9QbKZdTL6VUTb6tnfJX+3DmTlxDeImGeronUBC
65iO9hs5tPJqdaV6FILkviEVZsCvRRacGYZ7xkjdSQIoe1+Owq2Nhvsq6nJ6GfWBh8B34k4+sb2b
mpq/qxK+RVajH3BAT89OT9YXKGESMQmt3SRMKG56I/obsypiOkB6JSPZHAMW7XhMG3eVapZdb/Ku
eInZJcCyJDQyL8ZTmE3dETK05I2INAjwhvfHSvCFp7aHv7Zm78s7xFpF0vNgBLGm75Q0uTMjuV8E
aPNEvHrnzwO7ZILkGMequcSq6NNEpWQy8h4W1iFuMn3vKMFXeDR3wGy2M/mZB9etmPl7rlxXujxK
uu1bXVr9mbWltTXAyJ/NqZ0CrYMWqqdNSZa379xVWAK+9sb+SrKG2heVzF69KmXmVKO27REqQPU0
2ZPIVUiiDPXOkD2qTiXbeJnHdiK+T0VjXieeLYkHtmYGLJTcfR6r1yT18hvy1P4Bo0j4BrBLZ+aW
vRuMGtaFRpz4rOBNNVUBBssatwZZHJuQqvHFt/t3+GZeUI/LeLSCh//qjWaM40FGDs5EhxwdRtNd
vW8k4n+b0J5zmlrs/qNK31L+sEnKJ3YuFqvKmRXpdcG57bgTMZ9r40llo3lpCaRZN9n8yayHEU01
ql9huBgDcoX6YnR6hugCxGfdQAfr2KUThDKFIqgVYTBSgyxdNAUWmQH+XAAys9xQMHRcGhQiZdbW
26kfDgXzPIL0DJqYGc9QlAG51AcH2ZBfEwkWVX72ZZQ8ulAgLTALiNWrLFkUGFLBe3EiVCcdoRl/
ysjwHiYGfxJ1zWbGDR9JUgZ0ItbWuj7i+dKHbO8L0qCLzEecyVoSKEtj8oMadwcmwGHPYwjtoouY
37vK9uQsklbQRKTG6ePAGkiZEQ30BGWYbxvdeQJnDLVTmNw7pI2UmN5Q4X4Ryb6j/ljxY723PG/a
PWzzYlp5yQLrijzDHTbEm8VgccGMXEXWE2upoWO7uHpuPOIZUYdUhCmSz77HDeS26VtNj4Dqi9Cj
TW1E6mck/whS3ewAjwBJauPGWBJTfXVE/8pOJ+bfR56ZPQ8GjLJaPhJLFf5qlctHVzk97VGuye+p
q+afLM+roz+DowLMSyAhN+Kyg1XRJxoM+6pxkm8FY6ijGAZcByPZ8DcS08tghkhAeBGD8jHujP2s
BvyE0QyG27epps28vvu9TM5MsqqAAC6q6Fh95PQPvIlY4xZwOdqmPlTzD9jx4uyH4UD69OwTVibw
87e2S0IZ0YIbPP1NME0MLkBVoo7N42neNLNEx1qMXnNVkb9XaUaWHlfSwfFK4yiQ1yNGUuVZQrjb
JBi+rqpC0NMk7j1kQ7lVrpl+xF4mHTSvc3fqtb7aaMpZDBwzPHpVP7edj0ArrVi6uqp71aGcpSuS
MBrGdB0MG4+9UjreYM8xNGyRI+hTc8llau66UvRXBYu82CQZWU2N09d7CHDjboC8FGigem+mtlwM
asi5hVzi1gay7VGzefgf23nyLqAz4w3vjPYQAzb81UR8mLEpIu7PSLJoB64UeCyHYNfN421O05Zn
5+gzEh8nLdfK5YjI7NTAH2X86tkrHlgMgx1mwBCQkDttYUGn5xDC+WLxTnkXRiBZXxBy/ZsXnfOQ
5Ud88u3HkPTqY9T47bdU+DFl+CCzecdEe4WTjBKgCeetayy3+aydZMS00urJs1Une0B32JB5bliI
aosTAQPdpmt88EVxOCtees+MyCPTmDZQoNi//yd5Z9bjtrJl6b9S6OfmRZDBIfjQL5JSUko5Oien
XwiPnKdgcPz1/TF9C23nue2DqgIKDfSLcWAfm0mKioi991rfYirhvrJzRAfUikXKuCTwvoatFT33
ZZUcQdKHzM8Z0sOU04KY3iLzd0GDwX5XFFW9ES70DdLJD6Wtj3GePguagP0WNk98p+RJBda5jyr6
e3pkfFzrhQgkTKhpTC8mZezpzM1r7wHMykmqVv2zVfMnMuFqDr18b8Yjgo3kP+So+f8xZcS20fT/
3/02l+Zz8c4csP6Ff7oDsNTg2XBB4wKAXaX+/24P8DFkE7YcBq7A88zhBkf2v/uug3/gwnEE9qnV
j+36mD3+aQ+Q3j+wU62uAvGfQOb+jgegTPIpYV0PJ6GALRS47702XtkuBoM3hCQznrNA8HVCiFEY
NOsLDP5t4tnJ9S8P518YWQhoXv/Z3ywJLGeeCyzCkY5jO2+03F8ipGj15dq12Uca8EPLUzMSEMhg
SzWozKKMA/AAr9y/qtfs75sMhVFwu4wRQ1IgNxUzmMry9ElGaxEG80zRO+oCKGQDUYgLIDgSZBue
7Teb4pVTTh5rKPA6CetV3zaLV1XUQh5J8WmbkyBHoeYonjXVRdAOE+iZPEJ3ByYFREvjNC9x3M/f
IBrJdrvQldrFaGE5QAXd8HHIs4QRh5suzHXCZNR3GWqNByQkebQbxmbxTzZCK5TqHQf1S/YK9yMR
2kt8sBgWIZ3Np7EnQQXFCt0B/FWkSGWwqpj8+wNycIS6FIPhvDa3UeoCGLcXNoRzMgy+JhEsKHTO
iqXdEQxtOZUfujCNHMwSQ8iS0vckQ9n2LUswamNBC+a1LMWtBfe/21mI9K+RKUPD0/6ApEtiCEEC
j6HVgy1c3wEW5CzHbjtZD52Us2RcDF/5SiwRxx/lZxM6BJLlXke78l9QuyAjczRdRA/Q/6tq2OcE
weVf+s5lqfXg20W7CA4efd0xDQHvB7NTfhF1V45M7jxuupCIqpBROjb9f6vEBC9yi9/XMgl3vVUy
mEtbgRwC7hI4RboczPLywNvLqpAIBv3YXMQN9pWlHwvZsiqGbX+XzgjkH7pScc3IL9tXkuIYQRFR
A46+W3WLMZRHItNMfZN3neWeVF2mj4Fb2+keHRB91rmLsq+CCFLFbtqSP4vz3/FxBhgMx+2yuNSp
c1nl+rDgmGHAtahFRhgurGH8pqSebHkKwzaraI7gBG5Os2DOtjfuasbhzLEaI0XdvIqBTfEOZCyf
PQQzt9vDQnIwVAxBWte3XHpus70m/jm/sIIw0vA/bZnfwYVGDRzNINhQv01VAl3SSN4vJg2iu59w
gjB5rWf0RuNudBw53okW6ORT2ThJAWtzmHgLfZoHokNhSKOREfjP32QrSgfg906W77Cr8i+zEcK3
3elcwRZBXx4rTgE2HPlhwblSxf2ll0eB/8mNrXjezcjUUC0FPjou3SY8tSUZeJtlujSvbIx4vS2c
Hhpvb89dV7LjD+MGvX7VkBXBBLFru1fGn4jbIphfTBZk7e1GFRg4DHOMfhJMP3/fopAXhzqY7Bxr
vuarIpqJDDXAiITMB8zH87sRqVf5iGOt7C50mbJuGGoseZGFRNjuMnKkH1O3Bd3fzqQnEbAjVfDV
8cOMDPap78ShCtrqu+ms9Ac++fCDgQLpvaKSX7V7tW32lCWnHPHd3ooX9SxBJIf70evcR85CwU3d
2+IaydExoUXREqYyCeripNUZ6InZ3dB1QMsXXBYOiLwKtAFpM36PvAiK2QyE0Yv5rEgl2Mi2iNEw
9AGZF3Vx13rCwuVDkBrKsHQ6y9yOnoeFrBDmqsQW3ftO9VjJ8gesOzxONZlBB1EYmsYLzS38wT2P
P5U3CasxZuXQHR8qm5WwSJ36m1PSPMwn4a9DrWM+pXofxN4LLiEQ6hW5qP1iPzeq/l7yQV8HrWmB
TNpHiyS4A1DD6DKo+i+VKW8lVPkL8nXowkbWg5UhMRq7YN4h5crvQtwxxlLtCVPCrrWmpzE1h8ZQ
+3dJmmxVOgbXQ8dUpcce38NDtuYUaGxn40nv65ugqlhZAeBgE+jj9AZX1LOi4ZpiC6cR6mBgqFW0
AT4LAi625TbPnyt3Pqt1BCkwfPSLOviC4Z5BaaX93CUqs90X5HMscHU4g7IZyH45x3UHK9ND6N3D
89uLFuBiK81ZMmy/cPvsA1sYmb0139nYhaPQsI5mi2IYI72XJZgfJYH2G3qW4ph0tIAjB30EVsDL
2BRrLCTHuGj41Czk9+iKgx29BSKbYTcg7hsVFAONVrpHW536myVUaN/6HSiGb44KL8ltPcKvkJum
K+fXKCeulGYkn1IyCgHAsdo3tnXlZPGjDLN97eGu0iFQ2WXSK1BaAdfdkd2QIEhakn4vBomzToSW
B56nvXZj/xTnVXjTR969aIZxm0C42zDjfRmG4F5kkLZJ5qB57x0HhT0uzOMbJ41YuSeERLGboZGZ
M/rL5JDNc3Hn4Tvf2R36Bt+V8QmhrEcDsmOnsnKm3gCEv2SksYwb1xBqChZmLRXEWjXw5RrviW2i
pcXic+GNxb2tFwsfmFmZ2qZD5jKpGargW4VivVUrzVq4pIsXUffTQ79YkS8HgKPecaz87Gl+q336
KUbKbWvsRRuXKimc6f7N6dL1GwugOKYKp89PCAqax8oE9ucQV8in0Goaf+sHgFIv4JzRSaV202sV
Vxee+his5Z0LOORzAlLG3pdrMQhfNTcXc8Mzm1CRxIGXH4H70rXTGapH5oKUmpQCVJ1UbEywosW1
mB9QmkZrkZrEOQSafi1fxVrITmtJq8mj+tT4DjNAxpP3Oa419okc/ZPPLOG2twF9em1xod7q5jaF
t36w7bj2v3h5aOyr0PDXkCfFVOSIi3lpAmZ66C0o2UcDbCderOS2XQt6OOQOmax1ToNqtlJiY5uF
2f3aBYB1yXCc+RCy5TwigphIRunTQ/CjBOUgKs1xy8eoXkRWmJsyjcd+WzkJg1P4loJ5HeC8nSUq
bpp0EgsBYmfdoBqh4RGtvQ9C6WFFDTq5LTF8HqK1RxKu3ZLlrW+S5wGqxlhe6LWzUsRJVmz9qaTj
PGUTlsW1G9MKv+WIEXq0PeH3oBBd4EF25CJd26SZI9QdAhoPa9fH03n70LbzciTRdJi2+GBsksun
tbHREd8Gj3f4aitvPsBStz+uEmtydQE9gANypwQ5D1i+Y1xn7seu94eLvOyNs4eEHHZ4RVLxHCCc
aUMvQ8jWEm/sagK9SwF3UlusOXWHNcGLR/faztrgFDtl/aCm4CWlnKQrMzBMoSN6ZIxV3SCbEOgm
/EPHunjwYnrVOy0t+1F39LnYY+E/RxVJ7fSiDvBl5T14+fTosoAeaW1kl6msGRtzcmc5XDkz7Ifn
oLX0oeplyGmnGC6NRtAvAXfdDxy273uNAq+KmSEYz/tBHFNx2RTrItyCAGNAT1rVBbEKNYGadWxf
ZzkSFL/rl5vESYsShWEG3zuOyvJrq7oOGCYg60sVDtXNMuFyrXV0CIgQyLeM+xnfaokY9oOxyG/b
xn4WoYNdzI4Op7UGrCYfhe40FUuIbCmAzxLhl7VhoyA8ZEQMaHLRfn3uglJsp2ZMvrOnovRUxuBN
GidNLjRVhSJfZCvHtQk8e+M9Sw+qfjYh75CIZubgm+j+uNhDQXQag1taOIxuDERgTHHpdIqK3NoD
ZjVPRkp0wCDB5yPD7Oxs4szsS2dkXk6lU393a5JItg5mpP48+IuBthmOzw29B3fflD5NbFCQzbCZ
g8g8KDx011IHEG/6YvhASSlomVoB1PZooEpTE6nqXdGzWM/uQgOyEN30OAobrqQCbfkDOwqvdFbO
zqc4sL1tp/0434o5RAZFmPa47wFirlx4fH5NFRPE4U9K7YYWOnwrh/kLo8Mm24c5YdNb7TvTrQ+a
H3tdTBbr0Tce89wpi+vg3C3efUFH0YORENb6oAcdnBKoQo/SDfHIFvhE+lxOp6oksa+rFdjQIPva
tMZmxGPs4cqrmflgIF/n2yS5nNAHRoyiZMEo11SbXDDU2BRIyPdwphDzy4FFvbZahiJMSLN520dD
7F4MHHfQHfLxx5ux8dUWr0BIdbP61UnsQ0mGFN7ZRbyZR+h8n7uhnj+kKETy/TiS8gA7JgBWZJri
eowIxTas1FeEVCZb/GnPETKXM6u6fVblghQ4RZevWTUPIaki+6H3omuXVfzWG6vgwlGpxRkgTp88
gq63QbskF3AukmsYX92uy6T7VfVL80IgaXc16WK4tyKRH6paPWWyaC9RT+RXnldWTxq/2X5pmNAZ
EXcHy63qY+Q4qH1Zg0gYxFGAQkT4zaZRDnZVgyU6mUNRX9Rpykl/4W3ug5HFqZ0+LMNEPEKFHJ6j
R5sQ4FFEXY+pGOx8wpx1J13bJqKSLR9RClkPohqkQV0VYWGi3XFSlY+Bg68M+q5yrPfM4vDBSS7P
RYGCMXdgLoRIpvaefUZ0mLoovLOYb23vGYdNfOnWspJpLrO8HEcYja9ogqpRug7+nLYKnmMAbj8w
kzJQMQJDfyn0LRVkFxJ4HHUXYTG4qLELlBJ5a+WgQqw+PINOJ/3bN5h6lKqQa2fK5dNq0q1O9UID
PPN29Dz9kAQRK7+D4T0QbuDGOf+raVjAYi+ES4h2NIHHP+Kz1MG0XDikVTL0KdJvbc2stuxd5gJJ
6ur9WFqJ2VetL9GXe876QlJnnsdgDCz4AKa+skwVXM4kXjHwIC+5IabnFhiL+8WfEQTP44yCnhg7
wvL6Dg0TvjGGwXOGHi6mwiB5UeMEvsCmlO8meK8vEjXzq1fEyPW1Kz/Ysm8vvDmOkPkE6alq4Ets
9GpH6MeOvEW/mlCjLfgKf2CzzB6FCL6X2K331RBzCE6cbkCN79DsxMwSOauVW6dYsRv5lZjTYCfN
GhYyGsKNMUdDkxhM3pyxWOX4TtNhb+kEBG9eqBhzr2A8mmbM2eLO1HuunEDEt8udYyJyszXRqUDM
uxc2NxJNRy1v+mUyR221SDYF7wyBGGNVPIQotK8LWaSPJWPmG3dGM7ROhnn66hzwsZyQ0Ob7Vs6w
+SM/7zsKIM1BQUPK/lZ0RbcnzyCVX+de5p8Lsqf5YOfgS2rm6dR4TXPIKrgpQoepB51AMyTt8jzF
AFvG4z2xKwE4/ISpx2U/2N4Dyg3C2BvHVC9m4EPHO5nLqzEXNP8pp/G2swD653wGdrdfilVOgrY9
PzgtopstgXbpfeZQE5G76/ifCjsu+i1Nm7VrvjTgkwmUMcUxIIDGJjCiC76MDTPLq9wbl2Cr5mWS
JD0k1WdQ/US4WuXyNImeidqELglU+rgKXcUqQrhG5jnH2yFnwnjOMY6QwKkSUDoNhx/2ULEcNSdO
prlpx4saJMSUWKmVXoPJi2Efe3zFJlnaKN4InmUQOMZnzBrRS1sGj+zfgp1j7OpvYx+IZAvmvvV4
s+buc06A+sqhoB6P3hpcXjHw3yUOpq/sC8QOjJYV3CtpD82O1VI/ocDJaGElEi1ZS8/luBCoiKs7
bYaTpZb2IrHF+JgaVAVpCdnPgXWSvPSNKk4ZGB+SgSIv/myams6CZ0U2lRLEf5oNzNtkgS9EVS+D
75TePlls2muWCWgN5HMyxWipus6Q9CkxaE2p4teWRZ0+ReLSxjKkgH2aGLAjqu3rVfIewkHfqDJZ
TVQav8Ep6kLTbEn81l/52xz6vYGjhp0XzSua9OhcdU2EBtvK8ia/oHbjH2k8tihseq0Y9kUTuJzs
5664cLGWPym7Q1DotvxvfCclL284QGGLZZmV647F72dvjSdvbZ44aSkvlYpPcVwh4Aoz3ykuycwS
zDPzUbNbg2sre9GsXkR7ORYdBuh0S2+wqW9LbD3chY2wakZLiT74XITDGDjIFEf6TjJoLIYkZZ1b
m3oq4+7OX0L6M3M4Na8VxPJk18iQf2LER8L0LCsd1Nr0uesnpFCdoyh/ZfGkbebJVGSNMkeT9OxC
VgaCDj3H2Mr8uiP3qv2CfY0eTInkjv7PWy+HBhYPyTEZvSCGnmmBn8FKvV3VBhHSwVKO2VGMliBi
1lvZgggkmlfLA+iPRDHjMf1s7ki0P+XZQoPW7cdO8Bn4iJfQChCxQVe1Htv8gngaIoJmb8H7uRl1
yIPqc80tmU7y7xs+J1qvTVPVtxgq+PzptNnludUtJrUiQFPB+Cpa6ifh9MV0z3IZZwdMeW5+bYFy
9A8J5Xp+TbqFS5jxrLI+v7FZesqroc/7Fw7+nXmu/CnST3YnlmbPCKleN7Q4ModeAMLfaoXX/brs
Fn5Q5kAekcVvt6pU2PuX9AGtlrBfEkbZ0rvqJtPwQXZwCxloKUJTQxpbkr4d8FUQgaPVILdP/Zpb
nMisdZhd9jAhxkbHhxQVN3uGW15Z/mw2iH/c53RSDlWqylBi2vu8Cpby0Y2G0d/8T+EkFf02l/gu
A7l0U4mZXM2GdmZz646VXV+quvNe/zw9+D2QDCCSQqoAUY4vOsw9331PMxpjJxSp5K11ZHtbTavc
2ZQDOgICzHS6l3Zfmu2fr+n85aL83dCBSguSibHMinj6FWnMYZr8dw5PG58sklfad+QkR7wNwLYJ
NXb6xTuhLm7bjRoshM5FX1kWKAGU54Zo7/tiLDO8dgNI2MxB7ERwbbmfZet9akc4pDvEWJTG7YJM
htxTWVUULkY9ub41PAQt8Z6h3donUxNGsYP1gLDsz/e3/vi/jGN4lIIYRqBiSglEVe+f6WI5jc32
ASKA1ibvNlrhOMnbXSe9iQG/O17LACBFVsft45+v/NcHa0sppFS0E2AEeuuf/zIIavmqgTSe3wRA
HCxzsh9oGyffE6+hgAgZQWV/81na73BY3CyHVhWiPuOIagsX8tavl9QVOMShpI2kcWvcLBibaTtZ
4WnKllW8St7gVZm3GKCZBp8qBeyRBn4Xb0WvOmtvmRo7W8Jcu/+bH2y97u8fArkhaiV+MS5UTvDu
UaBOdPKWDR2LkzPdqbIkkTBZgxq1yDgb/Pm5r9+S9xeDsEt/E88E36Z33yJUqj70SBiiQ1hSXCVF
I3t00LF7+efrvL8pG/JZAJedJqlwANe9g9bNA2N+vlMoCUVHu13QK8LJWycDedUlTOa/ua33LzKX
c3iPHMmIlEHA+5TNaia7mPUIcdzbxkMiNsMHyLnr8hflLPpFN69NKDYGOssLZ6zdn+8XLfi7J8uw
UzDVdVyPmar/889/eaPT0UkBkgLH4nzf9i/k0aF6zVzXoH1hDHPLmcMdLqwORv0ewgihC0tBrrQX
txhZUI3BgekFQqKNYap408VJTVRnFRC4aBx46RupsjTbRka69dadyJPa5Ib1AxwQEeEW5NPlOMls
RFxlJXNNA7gKis0sakcghW0sgn57w9r/cy7jDYaNlkHCegZ1JTMmh960ZiTg6gxV19R9UvHspueK
g6xzwyTCb3ZW4c94dQsjzF0xTnyIYTfZ9RO1BRsqoxvGgy2CW6ZXg+AfVmR/JJsOIQPKeJGuW+8Y
8Ws9WHWOsSPyzi3k0PsY7xWroBd4HnYyOBUblxXPPozCW3fiDLXe1kGOMvEgcVwaafgoWdeAi0AS
i/ZpZqtTqTsawa4J+isQuEh2JUCzLc8YjeAYMWY49caPULWHUcHJJEmS50Wb5T4gmI/N1HH5Ebxi
RRA79N+Lq1Q3bOgFDJDiCmnotBwTb5777wS1cYquw6S3Hia4FoZkt4Htvus9DIB8nTK4zotKiUyW
in9HpnSSLpylJWbLDTlSbWeNaXaXS8WDok+THoDe8iwjpjnLMepiy1yacmKDLgm7ZKD3dh4hsyNM
T1PtWoD1JEr9LbE2kzhC4BHleSJryd+YtKV93Ydz015A61jPLKnLRXoGNBl5MmOLoTxO0/DIcO/t
IQTcdMAcHEksCpLiauGMnxEQMCTdnUHU+dotGW4L3PERneYx3KceHh1Hat6aTDDnwFDQ3kTGVOWq
UI0Y61vqc5RP111WMVsAWjHf2L5LAVl02Wydfp7SpjFDD2+yN/PoUO5cOps/7Dp37jEW2C7as1Wj
StTCUpwom8Dx/fnL+k784Ng+SwVHqJBl1wOQ6Py+E4RoZRtpk/yVdiln+pih4koAYJ1SwOcxLpOd
mKGod/7muu8XX9tHay1FwPWh6zvvTxOYbdFdq5GBdxGyvscWrWX8+fN09+f7WxfXXxd5pAU0tJDi
e0D/BZKL3++Pvqo7mGzFt0greE5Cu/yO71y3Rzh1HqK1KqBwLSAXqHO02PVHw5fix59/hL884pB4
WJ/NDJYrm9rbZvzLariEs2NVpc/gZlTTHXA9rpjWwT2kWVQR0pu/lfHMM/jzVd+fKrhj5DGKX4kl
CdT7G2cGl8CFpQNUuSo7S5v6hlVrnXcXlX4dYiLT/2bd/8s+x30ioAiFi2wHfcI7HQ0++mwqc+bA
S5KGt9Mcjc0unuT3cNYsJX++u/evjyMQhgtbYa6zfRsJ0e8fa4VqJTTgsYgupRTZUNXn1n1tmqX6
8ucL/asPz+NJqpUHTGzEepL65cNL8Da7mBcIQ1jq/ItHoli7cZOC3wiHusF1qaZvPxUdf74u3/x3
b64jHBc9lAeGmLOpK9+/uUld+cCHRs4+prgVGO5Os4s/FXt8UTUXjlv731JCdn94aW1/8ywzAGnJ
VPe5S2Rq4IzP7TenzrRzgVjFO+dMECGGRWFxH5SDfHqL6IM07oLRR2vxHDKM/lymDhAiwjEVZTbd
PbbaYaaRmWKEBRs2DIjA1KrZScPp5PHyEU84hqA3vKFrt1ZmtRk6Q0gCRevXX0YTWe0Bxvh0iTij
UneTHbBdzamO0491SCiB2SZuq0JsPVYALSt4q697DgbWtmGQVjLYKYPo0tAT67+HjmEZ6iK1NCey
rNyAcVo1WGR7aVbtxM1WWSPUQ9wpb32CUDf8fvXWXLJAtTjXJbW+unOHmX+BQN20uhGmjj7kQbxy
T5fRCEKBfeIULjqAGsiH+rKk5nU6ElndKqkdNs5wuYs7uaArUS5qlaVh3yiYL5KRCON7ny4uC1k1
ZtjX0Qc8EE+4/nCxXjYFM9tvmanWDlsaitvOKw03gk6HnvPMISHM1HTw8sJtt5IQ4Qe7Gn4UhfQw
HOdDzMYP+gRUQMD3HmoebmFExK7ZNbrp3SPk/JkOJ2a4lzSpqmA/lz0K2yWWH7smHZ89xclipyzf
a05WLb1zpWM3xvhGdOtFFaruoLN1ZTLI8Y6Mq5W/hdbAFjhnriHRehoHfe7yBXUagWHnn3uCR3dQ
s65FVn71symUuWnVvTYJuuwNIn7OBE2cch77+f8zCVLxWRBQpK5SKEHuVUDL8uPk1bBFlT81RzMv
mBLyorNeLeYzjyC3c7pHroiWT+hi8nNlWxiLB3xZdM055h68OfRw2Iej2RfhFJVbsfR9dJ1VNKD3
ujRde4EKpCyv07Gbh20x+a6981D4WFt0h7zMP/Uvi575kauKwMeDX6I63RDb4GOMkw3CcM13pGQC
t364mU4hIDW+rsMz7vLp8PbN/28TmK4X+n8MLE02zi+r31/I0h++p1X9b09V+q3+jde+/q1/Ckj/
EUBD99ZMLqK3KKLYe37ypS31D7YcCloQ0uz1aDzYdv6pIPXFPxQnmoDwJ4nB0nNZQv+pIIU9Ta8H
NbXLlyWkofEf4kv/Xk57LqJx3kPqVqQygq7Mu4D4pYxql2Nuud1nDyQjbm62x/P9efcj3B3Hv9nW
yVb4bV9YL0bHx0auGrLxrTf3+460QGFe7N5OtmzvcwsIAcei4gtQdJg0Giu0DnNehGfqrK4mez6x
nwEWpnu8veTwCZyON8sYqx9RXts/6JXVJyv148u5mIP9VAbpo4rH5mLq6kI/oG2fDkHVNncCrebZ
nx33YzW2+lCHtOMgxDS4QEmkF5/W1NZPvp0RczE2lv+CFojQIOVW2EExrzJGa8mMAAuHkV8eGJu6
D2Oe9eEtaSTElpDTQdx0LMmKvAxRy6EQyTP10enXOI3aOIO+wEa49Hu6ueH3hqnxeDQY0FCCwKmU
F+Es7OmAjSgLtnNHub/V9iparIa2aSEalZNHk9Ad1AcUqkgKotSeJkSyZRDgyerKHA+GVfDg+rjd
4VKdDhUmhfApcr202/lFGx9N6M9cIpzK16ReituRSRpwxrpDe1kp0G+IpOZo1yDdhMzXzMN16amI
CmKJC9yKZTEFh1K60UXkUHFh644D4j7aAFslp4BiSxnrO3ss3EQPhQU+KrMI8oeKxp+9QzPUgb7D
rmhTY2WCdplbMavZpNZcPNRj6N86HNrTi6mq82tnthiCeElBjKvThhaMutStXgfppc1Jr6v3diYp
BGbILL9wBPXVPfnQQEhNkvEDewwELtwFWR5KYTFCgc6T5jZY3Kp/xNRRM68Jm4r4gaAMu0uDQO2L
sPuZIXxSpfDAMgzYlc6C8awzrV6JQw9ybIrAT+EGzPFx7YU9LbZOW1hztblHIgwOpK/99BGsKhPk
gOPy17Hxxm+knLcf63kU125QpMeWzCssH3lJLzYeAlg04aA4/Al/uQyLxnrEJYTdZBrafjfOKfM6
IpHObh/Tg0yhOT00Ran3yHHm5cLMxMICbI3z59rW7Z2uUaWh5BrB3WWDEhtmUSORzMsQffbwNn6t
W6tDfKa6BahnLaINsOBy2GVTCAesz4KW2U1pR1uF0eYz4PX86GeWfG7tPiTeA8nMd6Y0nbttsgDA
X1JDGd7qMfgcJ57DxIMU+ftUe81BKw/xkp0EwW0bVkDBEAQhtRuI1a43dEXI7kI0gPS3l1H2WVm2
0x806CjIR8qs8dl9NaK3XFNbNZ2ga8WAYWQv63pOOCJugN7QPr+2kFILCByNxezVxlCZl9iC/6ad
9+4I6yK2CSVpZjSjhI/u/93hubRzI2j62Bg/drXA46fj4y8bxd3PQu7fqr68q9PKdP/rf/zLKwAO
xDZPr0mG65//cjzvOnzcfc4VWhoZS3AUcfZfvMK75TZs+lGWDVco223KPQSm+89cwaU25StFz9N7
d9DHXNvxqngwtEmE8VwoMfpvruCsG9D/qYKpOT1XMAqhhmEbhFDxboOKG2SdMot4D0ztTitGSzws
yMFf0ti17LOgnKLfbmKzdQjYJbY8XcFHQXFte7HX7hRjb3/fEqb7MrXQXbcdZKflI31rUR7bCRzj
ISLLaLoSlsgQNBY50+s/f9C/l7PcAW8PLBRS7DlX07l+V1y2wGBan3x6+uH2lTDfVAhHvhbo6N2/
udL6gf72rLgS4xOPGUDA8UC8+8Axz4FCKCx748zNY6R0dh6C5b5KymX351v61xeSIdrO1QPCGeS3
d3cp4OOmVQKmpScpmbQkOdbPaTh+/PNl/vrkAocKdi1e+ez/8iWcyI4Bmo5qS0BekoPARFWp16ny
j6Cq/+Za66v6+7MLJGZIsf7CAE6++8JTjhpXpGgTezVdVmuKAHxcVJFOdyZl48/3Zf9uoFlfCYI9
bcGIlZBWmgHvegC5X3V0yxJ3M5Vo8P1n8qzZH0JCilv1ORg+6PikyiuJtvFvLhy+DYPe3afiBmnp
II8R3vu3cXSZFEIhlZvW8frHwCZFfTNrUrK2NdLR2wpXJxSSuQi+OYVVnGIDgUwCvkBrP6EwdjUk
1iObfHqb1a4PdtpvVjxAvapDGedaH5uxRFznNaKEm2ZV+OD75glyGm8L017zGCH9pmvehZ/QGGSI
81AuoxX1QM7sIGxBerPKFcuWSn+cd24MuWWbhUJeAQcyl7XiTIcEZwQl0CD9Rc3ujE9+Q+9xq1vb
vyjQIH/werBtH2ITAHiNW3eZTsTMC3mOm1F8QSCU3hV5REylJaO2346+tZxEE+CdkaiePsg+/s7+
wFR+ElUfYjAJGybiMz2ancKF/DASrOace+hu/ompCwrTZdT15dR4eo8ouPuWzrGBL5YAtGfIeiyD
GI0AigSYOdmc1LuuGRx9GHpfXkt37Ab237ABEB8o4hvw9Vruzvgg8PYTaLEvWQrPebOgMMt2gJRx
8TaYUWmIOG15Xep5+Ix5sMYK2Uqw8a24D2Wn7mzt1Ls6cP0rtUSosgeOUtu47LNsVYgwKgjrodzj
LBX9QzwVAXaptu0cCvaupvNLJ2M8xz7IBxJhom7yt4y68/6Albj3NhDa0f7LrB4f6MaA2upSAqjD
JTwBrcyPXj1F+0Rpec+hMHyAT9vKgx1H+6KECiZAHPDayeDZ8u3oiuiAFtx81MdXTZpX44kPE8JM
GxDmqaLh1Nf0GDcCazTioyarHhlarLYTgA/7ymH5uOrDHPye4ySBd2UILzksyreeG2fBEIqrubsY
/Kx3eat9ndxxeAi2bZe1au9nPjILDCX6ujfDctFhE8ZHL3V66TRRUn/oDX6w/RTNiDxLHuVtmBAh
xSCCzaOqEH095rw78gBXlEyMTWKX2KvpINFfemQAVBACFy9njaqXXNJmnI9eV/Mub3BmqH0810js
OB2O+86IoIATMDDpwrlDwiM2D7pst2Med9nXgaEZCqkpMtZx9sJifPCFl33G1hzWZ7Jj8JxUS4Ww
DCiKv53xrT/6eaVR88uqY3iXzqWHOEZnn7ALZo3ZuX0X4nBjVz+4VGLreMYUcDdtaFeXwB/8fldz
tnyp8lC7+9Tpxp2MJAI5dw4fEux/e292QTmATTKfncJN9i6Rk0drHvXdhPeRo7Pb/ABZ4x4zUTrM
dix1zLTuP6tWEF0Oc5Qv11SARrMJP9XwZN9goCg/j92srCccWwzTqxHZK6qsPvlWEzP0AXNFam2t
sVpetCSwlCzSYoGClDn11otwSATj4J06p0H2P7Hq7lfPyUfkE+rzPJODugkmzBfoCs0dccr8HAAU
Fwx4bXlKfW1bn0EJSZtgn5T4vtgKYYO5JNXvGmeKrQtm4AzqEha54ZAvRXflLvNLXTXJZ9AD1ZVd
ZcvXLPUjdRjLNWaHAphoACIuxXiYLAeFlP7fpJ3XjtxItGV/aAgw6PlKMl1llsuy0gtRcvQu6Pn1
s6iLwZWyhCo0pqFWO7WYSRM8cc7ea9dh8rT2EHU4egizTVQzMmDibSRwitTi14hHLWCqMbrAZipp
7VTE0OaRoL9Ju43tpBUboderAspk6nUyjWQd1mHUguFgkqy4V5BHYiMKy+me3eXYXIOGg9dQ9CYa
2IDBBe1FUrZrgxSVlYXfs0RvwzRmQocofnrkc6/kBIj8ajoN6KDYKaHhMVg6QPrEFjNBBkBHPbVL
Yx8rFGPM4UFQlo0Yd1o4imZn22n1w6qMfPbsVJPApoCD+/2sLBs7d6E2D/SvzrFK6OpWdcvkaQkL
86nsJ3Mzp2UNn0/E5EpjYwgaYFbPTq1by0m0iXqtIKLrYcmqYPaTBBh4p6Txrtd1tHa9QGRJGk6s
bQlXBAlOarWjP+VOB4hsiuojSF1pA9kzHHFoaE7jrqrWjp2XLHONZYoeIhJOBpzV1mYOa9zZGPyK
1y5sxmZrJFqf3OPpLTZQR9Wrnv2f+Io3QIDUTczGuEPPRANZoP1l97UYewHfJ9xrI/70aNCiG/Du
1rmse83wFwsluu8IqDH4BjqFl10zT1b0Zkmu641t9DBGaBqg7oR3LaI9cqtZeyamCcmjtMbpaMsh
2ldt7UbX8yDI7GILLg8Ma6qHoh5oYpcj1kMojz2kGEet3Dv01pq7mbS5wL4IMyPyGazhHoK3s5oY
Q4lPD2wain4/mskJSdtclTzfzpIdFXPJCQqgd3EeXJ6W/ZBZmrXn3SD3Ju2W4ka6VbtLQN6/AJyK
QYvScBi3MOa7/TKK4gV46vJK/p+0ScgFE9zS4k8DVtvh0OSW4CmxiNrxMi0Wu0iV/V23JIN9Kup4
QjI/QN/fZu1EVkmF4v1sdFCitBEbRN3y9EVdIgk3msPkQScuhi1BqG8smBYYSR1IGDNVxc4u0hnK
C65XVBPStNjux3T+PZvJ2S5e8N0xSrP1g1QHIU6Za40dhPoqLM9GZdj1JusH9aGITaXEn8F191pk
p/aNqc/RGXcmaw92YeNpiWMwLh1ZprE6QIeH69Cnr1kWueNNoeRkA7VlcwPIxqCLHMEeCyqZy/5Y
aeyithrRN4rX4fWb2fDKmZep6gBNrMk9BZwwXRGJjBV6obSasi4vvipTjg1KG1bozUyLOQdQmYBG
EdlkbHRErd03IgQEPIxFtYJIr9U94r8+OxWggsw9Fso13wDh7EjlGeGE8hS3mWnXYP8BDBS+sYv/
Td4d0+exE5DJUbe7zo0llrQ4ysnBv4kqSauBz5bRIQ1Vfgs5LObr4qr0IJyoq3BpqVrGWiszAau7
hIoEtywrr9DqplA4xy7e6AX5pYTxLD1GIxpBwEeWAmA0aqyta1oLFVQ9Pzpt2Q4Pqgn2lXH8lRM1
cBToywTk3Owb1YxvYoxaO8AkUB87CCboSaNtxNOPXxMxHld4mvYTAyvo56ZcMFpbzikT6MN+NQoB
phqjoGCEK7trc0UpeddmUBntsC2G+6FY9YakXWXuvjft7gY9KYbsZkKXmMGj2SjLMB+LtoZZ4XSu
kfv0cKd5O1qtkb+O9E4QRwD+avFMzALEciupeunNn1TAKNq1mxkaHozezb+lvFwpDBR3ReJZoO+r
bLSOE6K9uzQEBTuRl+y8jQxWomdXLetAaxc35ZVm2V/CKJTbWK+XTV6NI8WEon5RJqRjcCpcvMTI
OzOvKFrrqBXCoelApgnaVvTvfpPGjrZ1QkVH/R8v06EeKBe3pC9MJQ44JfxWaBnFYKGVyhe2USst
JqkJvbLL2EE+uODE9zj381uXAl/6odll2HwTcjVi9xBHetj3iSwewMewhHQNSN5eujG1Fs3boCL8
pgjo87kbTWdm5rUD5MxJa/XHHp7d2phU56uZBiFOyYQ5yjrkd068MRiMxC4SK9toml/AHqmg6Wpi
Z8kOc5Yd+x6e+FzqBqMiC+f8vEjlgMgb9iExhntmh+EtkJX8sUbxQinf0hnyEnfgAVCxiBe3i9nR
nxYZbkKPOnJZAn2JQrYbTJTuRy1tIJksrXPj4BAH3q2bNz2GD78yiv5Xnpj5E4+cs7NBnh9btPHE
DhOJBtuAEBaW5vmAZyccr0zAc+pxmZA9Y4wuo++WUfc73Om18oQEVZ+Yajqh5lepKJFM6hC6xJKQ
pD2L1Byea5QE7MKYw+H27RBpmQpyDbZZ+GG7LDuBzoTPwiSghCDXVNoulGRlHZKFSekhV4DXwsgr
1F0xls3gjzkm74NioSg+SIDG5Ymw+orIBG7a10TaZe4jl63HTbf0VXnK+mU8Vig65wPLItDWpg9z
P0fykmxEOs7feRvgAc2WQsc1HavaVdSs+66kLThq2cUrRW5F9naQ7tTaavc1+N7x7EwGthHsSund
TFr7t8ZuB7SMDvx2O3Ox/rj95GmAxqoTw9PxVR26QXp2CZVBC0h671g2o26yNyOw0+ZU0UG3ryD5
pbjIcX1T+nM9STPT6+xVZ1Oc+dQiwxmrqY51KWy/Oq1Qp008WViHYTweB3RDb1OhRQSVG4VaXi/j
CIgRX5OMzxZgBYvXJOEGmI2V+agMEaEPjaFON5ndlXuUY3Jc9yYZPgZiAjxU8vI7Pvn+VlFk2R7o
OmbfjMhoOm8Ig84s3Xq7zCLMrs0mXr5gT5c2umqpp2xUGXguM7CmlNHy4Ou8dnMfW2UMDmtY8Ehh
MOf3CVvNDRRLQvqriJGI9NauTwjMRuuQutTxHbGdD4XbwyjPM/7RdYdtkg3ddp7S/FwLdPaq2tgb
lPh66Y2l6uzcIY6+MsI1H+u5Hni4Qmfymw7LaiVb9VniOfpWLmp2a9KL2jC0bCFEMZD9osnapkEn
mqOjJfImXioOO9URlgojHocX16px5lf5SE0+udPONeL5xhpm9uX4umkTC96JQWkl3e1cGdouMy3R
PlWGOV9hrCAkiaSlZcsjB94vNwzLL0bru9VqZFbSVyfcK1JLLByy+oIfxMCvzZcnMq+lADL0MELY
O0ck9wydyU6TUZB20E3D3FnD1J4wguQEeuoiGIni2PLRm3tdq8TjaOQPYUmZYNLd8FI9UV3ujVy0
BFc18K7Yd1yl7ggZDsvZeJip3/HALWX50sq+jnf8bsZNFutZHRTSbj12svp3xCPZZpQQ/fGOQO0s
6xbZairZi4TEXn5x1vCCaiL+3EPkh6VNB3yBGEiH7kCoR1yDHuiqFkpm6jwrgDTWjJ3o1Yo7ozpo
rQKHGhBVeZVotRO4eYhKlkiF7F5JnOmLIqPibOET9k0lmo45g5oT5hQC5HRhi5vKsYr9gKPtLMPO
BmLtkM1l59VthzRgb2UueVsOm3evZb9XBFZnjV/73izAnWittScXw6StIxqzJ4QJHMimVhV3h8ZY
KB5J8txLSVOGTw0GxlWAoQSWDAUzP+LLLGyuxzghlyliSHCQk9uHXuXqHaqFob0qZmN6dBnj3INN
YboymlNI5FdS1HhYTPI/BvrwD/jBoFgM7QSzyhoKXLXJnEHMDelYVOgXwKe1cGt7AQRvVHjx2HMF
DZl/PWRBEWP6gVU42yD0XTLtqzbl+5a5mO4VSFBskxt5MvoBX2vN0DDER7czR9Y1E285tDNt/Z9a
tyiec8xhWOZYP2ZPYATb6jXwhJET4fi2pQ2nUriSYKhOmj8jYrw2vOnLr2RZ4K5x0nMIOmS4rpfe
DNbi+cmZM/uh6CvIcKKy++z7AjHlZZbQSOCEO2p+x+ng8ZnqYQblPoEZ7non5+cF4jUaK4uB39ob
pA6YHHVnaJU975O0U+cTuDvzrUoMwWJMXzSQOhsLkoEVOcIWz7UNODfVDZC52ynRN7Bjwe7xOuqa
4fsQWj2JFdadIdKo8RF0aHxCZRxO/cCjYyuqhm21Mu7a0nR+Wkhdb+fVZut3Wry8umVovIbtPJ5p
grGXdDGTHh2eLkG7su2JGW4yttBxj5oRDlhnbcZkSR5Cd8HnpidkJooyBMDFNBqUWs5NsJHMk8Ak
2zGuJyURNlEnDFB9OC/RvSXn3PBq5u9Uv9x5HhuxaXiAEurVz8qJIV5a7FRRq4e2YrS/zTI2au1J
RZCDr0X50c0AMz3Jfvxn2FuK2CghHqeSzJOtGcrlOMoVDNkhDovhFsj2zTYKY6falRE0mJTm/dwJ
Dj22+syTrQ6SFJRa3E45F87NVIIW3GIM1CKBjFqILrwxqgSYEZgJ4iXVEo/WygR6BNf7ZjtyuF4c
bT4bg5ucFnzFrLKg1+UVXuj7jNtvPwMM6XwJ1Kbf2RLO45Jg5rlSEa6y2lYN2bNscCgPKzZNkxbF
B6RzJBdKs7Ge2RuOV6NTjhsN8B0xPGSt/KgpKjvPRCAV4FMCmo2wtUdCvJTgX4WBaAo90HNHHfwt
hwyo83Jn67jJwN0gJXIql3KbwEZxTXRp6e6lTElUiuupHzzKTsJsRofVl5LN0P10mcsntwBiFCS0
+m+neHDxv/Q6C0djdFVEMEwz2De6nldbB4Je61ctewukBub4DdtMkuzy1u4PQHRadxdS679hZ8Pz
Uw/Zm4JIvQ6wDIqrkBg1dcvmYR53SePe8ljeZzGdgxhLtGfCYwkPruwNc+u2SV56JXUyoWrUQ9c1
Dl5YImGNjaeO5GudYHeVwIixhyMefYFl14Nz7x08PBWX7NmiCWszKUpb/axXDIrDITUOqHp4JeOZ
IiBTIpQrME1rgHFJdRoJzc4NGoP6aMlr4macHzQ0f1ZacR/GGRyAFgfQ7bwq7bYLY/h8E9lh/qB3
Rr9LpJb80vMM4HbYhhSejlKArrErps3ePLvFaU6zlIhXJY5IT2vNkjmFVc0oth1c+Gx7pmeDJAPQ
Dk6WHoVeEpLU9wQiHLBEqv2uJ7ViIN+xlcXGKCySvHoDB9YGLKNMtykS92wjRcF8soPKHD5OeSu7
wE6iZdgyXA5n7N5qeO1ELumgLSTklvDrXD8pCYQzIjKi2d3HBf39m1gAEvQiaeIxbdGLfRc0x/Hv
K0VySoGOIUQ28I7u9RkRK9gMzXpD3oBEsaZysgIXM+eursolu49E4zzWGO4Hv+fOPvV2z+cAsKtm
B3fMsLZLkyZLRIYhiIU7zbUVO6BnT5IzC3gBHbttxrcibkcN633TvA206RbyUFJYPwN176FkDZz2
JWIBYgYQ992vEI8sCHGjPyprtbuPDF20e7fSQx9VdrkxFKW4laHVPvQiM+mbN6r4uSR6vJ1KMSmg
N4E3+u2kQx8kGCw95Zz37aRLiw60ULfUJsk1auJw2SHlk/dtpPV7vGjIFHHIEEcXqskdZd14A8EJ
QoAtYG3MrWrzqzC3/SjnXiWSMDUz3WdWG+G+IZ552qlkDRpHZH5KEFtt+FzqJJwVoCKdE2IZ3MBo
EbXl3Gs82KSBOsNzsZSUjNESK5QGIirICp/JMM6aPicNelDGFYtC/9TrlSh9hs3Qstegmw8Sgeyg
BRH6KepCFmY7ayreuw4ToGp642BZuEHq0zwoiyKfcmhjTNZ4Y/00ijS9y3HQBiVrRbcbLMfZ5BbO
d48Isrg4VrQLHxDvGaSPV5munRKzd38BWEKwqoZ4LwPIL+2409VlTrbASYw1v6J2YPt3br6fwMtm
fjXZ8aEsMkPh1AzVLlvt3YU5A9Lulfqgut34oOpqyts1X4Nffrp1rdwD3pXb1EUM6yEFlFDVrZzO
wUQBCvakVCuFcYxQf7ZidBt/mLABo/MLU/2YxUX8koZxLTdJD+Ke+Qj3MzNl94mu4O0Q548A97Iq
0K04hDUbtTVXsUI90k09G406JVt87vZtZdlIVNq5P84ljZCTGhputCU+oJFXdTd2BIXhsmZkwKW+
MbqmHMikGcAou2E2aJ7UFgVZJAIlqKvl0p2MMKTBxxWHGsc0PUP/W6JJAf7eVMQtQZbnQ8ZQRVFZ
g6mIK1nvVWaG52Z96Uadw51nuXUmfawr7lcGfSLFJaHhZudONUhwFRMFJhk8j22RlreDXVIJZvQd
OVXs3rYTvdFsRzQ174WycdiejYmc0yshBvtVZFpyJMizxe1bdb3wzEknH7SMxVXkpuMKeK0aDehv
0nzLBPE9WymXfHypa2YWHukpcbKTNVxiFY5ftRmUcGRUR9fmvgbae4zddMpAny0N38zpovxOdKZz
nySYzq+IHwDXjV1WeVraWr1VCVhuPLWgbWRmTaGS1LxAFVs0S6PQca3puqgX+0VX11Y4fhJL20DK
s07cS+GWOkol7ajry6upA9dKxckZMk1Ryz2zrqcKTAvznFzvbI9oRxuAauE4XZBGUao9NpRiwtcA
mGMxQpzG8Xpl8hkcRRZTAsvB9OEoLNe5NSjPVTg1e7I1usorknz+xoUT1wmg4Oxrxtf2NLTXygND
0ZzhyoAgjsadrT+MGG7WpmNI4qloaQiYqRwx9/QtIJrCjUD+RHUtd1FrLo+pmZApjR9peupmPQnq
OdIhws/FPVP09GvZNXJP+l8hD3bR1dk+liUKsMnUNigG6VEW4UwYioE/BfjZDOmPZL4KL9Yyug+F
SjlwnXfKmJ8RTROMWDjEmuI0d8S8RcJQ57DCWgK5xjLKVaoR2/qlIHrJD91YdwxrCtZHX3fz9hD3
1BDfaoY485NilSI+t2GRjdyykZ7782zQ0jcdOT4NQ1okQTgl5VM7AuDbqK1DF53puqJg0KJtvl0G
V4nvu7CroTsnWftFj6LiUKtLvDfiao0qIHrlmXhYA7XjlD3gqqSvBB8zVLh2Vk+3rddAZqVNMsmV
iVMTvjFGIrnJoHOp5zieucNT7i37SHabcygKHHZXKVNm9qQxZ58MdK1/Q7fZ3QAoaxBzta51T+QQ
E5ux6Yo7J7LbB51tv4HOfaiTq7Cz6vsoElN/gkRYbvOsir5YFELEJBFA9kVJcfeywWnntybDyeH3
UZsMfiR5ufga7+3pCLqSsCFhRFMbVFOf3OlRroPGNcOmemmWdLwhbxMjZQkk66VUUSB4qmi7x860
5ONs2TpjYKtWaPYn1RWMAWxMi6tAY3NJ8wGgs7CHIM02A51CIVycaOjl93x2RQSGITrjezb38jiU
prwTFoWJZjTLc93M8TXkj5XJJmo4nflwBcQH86ZnMjkgi1Qqc7SbLbMBOKXnDoGfTZ7a0zlNOyaf
tiq1e2BD2g9okiSoxYk+bNGCO9qXhBqQ3ueMLsJj9GjvW56XgzTT/sTMzf4q6t456o5h0laXahO4
ZRNmu1GqScFGMNG3mpGq9+STDTstsVY+TDIbT2GLJ84behYku8N8uO/ZEzO1LFqx13qDTVZSul2z
QTHrbkyGE794ZYmgW2rpkMGc5m9tL+U1ssL4rpoAN3vcVjCNLfp/VVAqqCC9Eplsf260Rrtrkz7Z
JsUw3eD40F6FBDhmTaTINDW/FUz0PvSx5prFJmkYIebaCFqlrWbuEgPnF2Ai6Fn6oKTOFaOf6YVO
UbmlcgYKV8x1dwQSGl3bZm0/q72VMmbQ+pt6xAaQwFWeV5Zhy34Fdtm0ZzBWUpMy+P/BsxRuhrp1
71LZ06nKQz5QZOnbqBDqrZ70yCfrvHOInoz0l16luFe5NTfoGUl878JYK36FEbXfKYGEUF1FjtbG
QZizHu8p0lG/4lpUD/kYFg+paMeveplEJWSakRz7KAJqdEdybw3ByxLlVdoZFqxN6lw8iFPFHa0q
xXlG38A4M23Sn6oWLl+01mQyojJpk3valfNTs6ideh0zAeRcGAXMRUCtqG1Hl9hQncdwF6pGCBi6
S4Fbl0qWnyHC0nVAyCLOIz1MKim6bsBPtAEeLFwntkVdrhHtqTtPxRJWhP3gEm02LeZTdmZF0QdF
Srj4gRRCPKVFb9cKUX5UE5gMtHlf5tGSP0LOm7xBKcaTRl3nEoXEKrcFlGke0f31Ao59Ud7hzjCv
5xBzNJ1XgdOaS0tukrVeuG3YUlTf0ud0oq9A7TUeFGmuwy2mCCQcDdF1n7QIpfW57IZnC3fjzo1m
kn7DRjHhtmgLiHjToZHGI96wiVQWEdgsk4oPbAfuMSNdUC0DYUb1jvUiAz9kZwlcqy47x33JWJ5L
cTRNe3li2h61N4kqwpT+oR7tmX9Gj7WS8FyB8b2JyI6mG2SLCEUJdXq6tUuFLSybep6LhRPW+wrV
MwmWSjORpw43RA7ZWPhW1Q1fcbWwaIVNXNy1Vef+JhEDr6PxveaqZsQM9Rz1bMxlcQxZxm7YwkD1
6yZ5LxLAjbBRSiYWA5HNbqiwXyGpaPCXvnbXmj43tmnVkowda2ax73GnWL5jq+qZwRmN34bfq4J6
ZISHmZfNcNVZVn87YuzhKjVSj7bSdIo1NFBHS5PgXNFQXvTVHZBT7XoqlVg/oq2rsDtZCS0uR6rV
HcijjOHOwKPCpD9hr9HI20gaJs/GWO5S6pujCOPljXiv8UECkWACv5jjSbo9YKi6iELXN20KrG3t
IvL0RA2Djs619mxReb8gN5/p0Js6YwejEW99hdGXd0ceVndTPWUbw8zIhjKn2bgas0S6L/mkylNp
LmA7Yy6LvpVG0RSEcil149l9ytRLzbPbdOAEbSkTIBEPY9ni3abrXt4zhYjnB5QEuXyl7JGwKIsm
3psyzn61+CiVXeHqQ3zHVt6BU0o9E+gt4YLwPICEe9KonGKzjnGJf7SciS49Mpwzy0CGckmteH/M
NcGzS0dolOgnpoVjteGMq1+Q9tWsgibvPw12fEjBz5t7ZBO7mLQjmJnmLMvFkIbMhwjX2rkV4xod
GhZERszivzIafac00YwTToEGczfCuCcIKcazgVU1yGwt/uFofJS9NKYaNH8PmY3doqAzxSee4uPs
tNMLCR6JtU1cS6obVly8zgMvw+jFdaTzI5pXHFSJQc28Rp0oyw0F/JT5Zl2JNUGP0kY4I8HHpZF+
S6ZSf4MT2CqIwUrna4yyqfP1BuMa0/zI+REzvsBqTD6JTQt1hISioKlm6VIkY6I4LW7TbsYGIdBl
jJ5L6teyxznh3tPCRAaiQaZ7gD6k1jdZqBJ41s0pgIfZGOvhtjDiBSjdMH1Xea/+1KGfzfCSNNad
ytXW+xw/2qsGqf9hbgCrMmVPknC/lmc200JaS1v62dbsjVop0hNaNGzEYeGQuZtobvcKAzM8plOc
yUPVDqEd9CzUa5Amw2RMFtq6UkcD3YOii8BE1UYDjQ8HvpltliWk9w3irn3W+8n4holumH0YRYCI
Yl6t3VUSdpV1YHY+3XcZKRC7/9MRLdOTr7C66zKdWIjBGH45fat3RGukyTnrS2cHSzg9zVM0vmkp
lF6pq+qXj9Wh71W9NoxddB/CoopS39HkRzG0cT+Th9qe5wTPIQ+uay+Hj4/yD6Ets0jVYRDq4BA1
LgTdak2q3tylTOM1qObKOXFXmM8Ns9zauPv4UH9L7H/LbF1DA8ehM31RtUtbL/qsOm8LOroEpPiq
Gj5CK7j/+BD/OGeurVp0eXS+j3ppaTL1Wpl6fI/EiN/X9mO5EG7/idj6vQraUQFCAniBlOAY2oUy
OYsrtDCE3jKUHoErr+mlOxWZ7BLrn8iDnXcaaEeF68/b3LUdYa5WtT8tCfCZoG4mFVqSOiTxlrYB
TOrZ2VtkdDtX0ME/OZ54J+63OGWa5qIRQUVurQa4Pw9Y1Usm0dkasC8XIotjCv2rkngw9zpNrqNo
gzdVtz4RX7+/YqvsGQ2bZjrCUi+161rEUNNFGwfA4qxV/X4ou63ebz6+LX7Lxf+WWbsqHXCLy4UP
jpnc399sspUKIQk1dB0AediQEh5MgeIpHp7lTeVTZAZYXvmTpDG/20DiCsie8ygMvdpXAsYPG1Kq
g88oNe+fCD6WoA2A+tuGGHRxheGu9Ym0+FjCvZ365845ffK9tXe3EAfgzK4ueryOl1dUySO61A62
nWazfu8hGAKyFXx6Qd7i/e/3xrvmMyH10ccE//Ot0Vr6URD69FL9+pMnSPxtPGQhWMX2eHpsSwXI
8dtN+ed9JsYaYgPoEc+ZDwlDiShg4kk8hvXQbsVNuFeKo+X1XIGn2Hv48dlJv+BPvT/8+tz9YfUh
HJ0oQ4htnhJ7+Nu0e4cAtsPXW+gZ4OF8p/SSQ7it99+Rsnilhwtz9n6Rx+z/R3rS+kmgFGGk0SHb
4Gu6vDwtbXd7kpblGW3vN0L1h+olNS1fgsEkwheZOExrfXjT2ueWfgot6UOS2p8kiLxbZjCn4OTh
HQM8g/iQS9dQVeAGcBd6nrp5W8U1xJzuPKdW64+KuAPSGTCBuvn4xvxtqfjrgVwP6qg4ElXT4cG/
eCCt3EWyGwtmK6lLTvNLPVJEtsZ43yrVaS4JERytG+a4tLZNiTzW6O5Aifgt5NayWfZtFF3X0XT+
5FOta/f7T6XDW1E5GdhO/r4zZDsz7MT95YXdt6o2jiqlu5kacDKra4dcYgifnlL2ZMPmEK3W0ZL+
TTPEJ96Xf14QV6XP4/JaBjD696ewNYa80YTUGgqs36/Bx27ujQ1Z4o7YZ3TuEI19//ibv6sC1svx
xyEvHglNzug+Sg4pufFNGmUAkUdmtL0kvTb+ZMl/t+pdHOzi2k9mhDB+5GADoirqPObfNrvQj7/R
u/cKB+HJsk34dvoKm/v7JKKjnVMSU21Pnc0Ns6ZdnaHNZgvx8WHeVQPwbgAqQrzhfUkq4MUrM7KV
riO1Ge6M6dzNpfoL/gcttaJ9Wha7ev74YO9OnGPguwPEgkccfaC6rvZ/LFyaKQdoDcQnl9UX3TiS
fvXff38qJ25/ThsrwsXtX7s5bcAKzdq8VN+AsgKysD/5Cu/OF1/hz0OsX/GPrwDYY0DPwiFUJFVs
RT3gWj4pwh1CiY+/zPsbwCX+VnWoniwDfPLFDVAXeqN0pk24RaISrUP+sj4888h/UtS+f1g5DOx/
UH+6hTNu/cJ/fKGqizSi21zS0MRzl24L9ChrlDwOgP4VHr7/8Zd6/5xSrAuMaqstDofcxZcalSHu
XPIzvZKjekbSH4YQDP5U3GfushnK5ZPjvbtcNscDuqCxTvPXy6UoSRza6YI8dKP6NljiJp+6cznn
MEyi48ff7N2ReBvyAPGlXE4imJy/z6OyToLL1LK9uLXv+ZXVPhpAnRCn5wRxp35yp7+rQKiINN1e
i3iIDthA/z6aKifZo3Zlvev91ngQ5q8Rr1WpMmG3N8XwWg7j5uPv9+52XI9o2NwiLhWPebke9U1R
ZJHKEQkv8M0EDIH5M5yz/3rTw49gX8L9zrqHH/Tie9HKnTW3tBByTDewZU0ZksD1Sb3wjyvFMRyu
lcFOQTUuVgmGxbWDFZ+Nj3JyaJQZ8srOX+b++eMT9hsY9tfLmC2BQYXItNLVHMu82JkOnT47ItfY
y7WKOOH174LGbqZDDpHvCOX7V6jD2mki+rn1UO6hEDP/ZEK60dJw+uTufPfcOWxXLeYR66pLsX6x
bI2EfboTpH8v1QzyDZDa75zC0B91Y8gPC8lFEHr78pPqneeL2/DiFOBgXK3cqNO5Ty9OdYMactAb
LKFBEByD4Do4XvN32/XHduttDwfP4y/X2+2Wv/MO3q7zDrudd97x0//7A3h9+c07ezv+84G/nvl1
/NrN+t/5yV9/+PwRrD/5vhf49/fBnh/HPccK1p/40+fH+kvWX7r+Q/Dj+Hz/fPxxrIOafzoe+fHj
uP4vfM7jJ0/r+ztON1QQKybYWHoil+5/g5iAkrEqCp+OWE/5XVNJFs5OofX48S33/irrhm7x7GAI
RrZ8adiOZqC0skM1XHHXDaRFdIl5LBB3Qbqv3V8fH+xfX4qHdAWd2QbHvbi2hT6MiXDpPAK4vsMo
fsBfjch4PA2asv/4UO9vI53QQ+h8fDGLCmL93n+8o7JIT4clKm2SmDOYXM9tQ6xUy1ROazdl9x0F
wsfHe7/WwZ7lalkmTFheVetX/+N4xNjpNQhyouUGQx4J684DJArV1aQQPvzxod4v5BzKJfkXUpxl
UsL+faiktSJojKTYgdrIDoJhg5cMcxEQ0VNBHlMTcpbseTgiw3m2UeF8st7+PnV/P6Fo+dYyg0Vd
X99gfx9/MOOSnJaCtrhXeV//Z1et3yKa8uYNH2U3bPGhBoX/c9ziLyBa8QFX2248jl7vPdeB6v36
4fjR1g7mK+WTp2Zdky4/Gmg7nZbH+sxo61X64yosKDRTuyWpvddb5hRQAfTPaqz3h9ABbP1GQqyM
1ssHZhqIq0eTY7NHdZlIYwturj6+vu97UoAm/jzExb1UC6e3hRy4dxNR7qGczoE5V/1BIrD1mxmd
C9DJH5kyND4hB7d6rzb/tQZaPwG86rU3RhH0u53wx3mEaxzGBqlcnmAk5wM3OVUWtNhyfs3t5pNr
9o9FYYXdAX+iH8tW/GI7gSNjZmzC1ijv4kAoV6p7XRRUW+3/53EudhJSGfCEC46DwiAYxTWxanA7
HUJAPikW/nWHuEIzAVaqvD7Vi+ejIcEn6gWql6YS900dfU/tz+7zf6w2GJspdwQtlPVW//s+H+MM
TXFOK0Ei/PVaIkNMjUDs2Gw+edjFevb/fqK4MH8c6eJenEAIOHHFWesNHI7J3cKNF//sFAPFeOEr
kp5w/9ai87eUzw79jyWcQ0PwtxkE8DcXXzLt4R0gYWRZEY9JdIvUwlD3TXs3ars1osBITtVwpU7E
i207eY7lCWFV727NzFuqt08eyX+f8P/9LBenATxiAvaK08Bnmatd1N1U6tcQJoxunjB8W+YumR7y
kNgYUhmICciARn9SGv3jtqIytDQUvbQ39cuKQAyWXlmS01FLVTBdq3lfo1f7+Iv+42EEOc0LE/Qb
LbrLxliPIB/2BPMyvIa/tMrc4pX4iUl5Q7DFfz/UCpDTWWY09j4rr+7PtRrcdGPUmW55DORfhmS+
r1tAm2X+Pczqzxbt95ePHQKgOYY9vBXAnv59LGXUmgaGEnexruyaxvmuZ+AoK/fLfz17/5ez89qR
HEm27RcRoBavZMjUOrPqhShJrTW//i7WwTkVyeANohrdPcBMY8rCnebm5mbb9sYMD2I4gYlj0pwP
eGgBZQ4aZoy6vfF7CIlVpj+yYUvtYaWauHQLTy992hdAgniyTu5yEqItVaiKvPUpzlFOMB9zOqxH
hByF7j2uc0RelZB+9ZZOpPmuKrC9Aq4Yua2EIOoGh45HcGQoXn+LIcEwbt0y737Bb2eNN4x5MXtk
AIRINlmi8dipR5q3O5AL8e+JlhasB+JubzJD6Q9iGVtXuEwPkWbbtS+5XzIy2Ct6Sn03T+O9qkBr
yy0SlK+GPnovVVCHX2gc18cw7ZtfrhHWR+bD+vCfg/3U9vibCMzOaz22Xccgocn8rxBvkqj3EB8Q
u8MIfcS2ysT+5fKX/9OY+hwn6XLLEokZdSqkAWZBP0sBbjcmYqjAJm1dya/yKLIp+cF6AqIJmihw
VS+QbDypIRqAPrNJWXqdMZpvMPUiyeHj5d9zntbrNBwhEjAY1EKqYObwVjmGcWAIri2l6pOqekwp
l/ARVIdw9D9g7V7Jfs9jE+tmyIemFu82XPKzM3pRrgtyIwqAEgL3JqyM391Yjysuf3aI6etMDxUo
bWGLRErjs5Gir9MmVODD40m0kZqrscZPzeFfPWdmZRaWBiiyxjbESjswa0Q/ooGbZKBrZogrAXC+
Hqrk07PLoiUCj9VZUEJCokTqLY/RNHtgpBeZj2bNxFnb6Y8N+OOmZwn953k/FVyekLdiBZT7aw9d
kl2Qne+o7R+8vWHR/xq3224DrMBJNmsxd9n2RLgpKSrsnvPCjMnApBSYCAJH4IHt/jndWY7vdFvU
BmuHYe+N9WvUnfHW2/WjXV2v9bzOjuSftf+1b8zeSSJavYrKJLLTOO6jcUQPESbezehk+257HB10
hCXn+fKxk+bnbm5z5qNB34aNr7Lffmajh2lHV8YHnFrf0UD8wTB5t/G3gHLe89vVvtrkl6cBiBIN
MCWqpNRMoMHTZw/enEZybkJ772TBu+E6IhrU7aH39prp2ZnAaH60KcDu6cg9VPvLq54nDXPTs9iX
171UB6jJObLRHxFS6yDB6tsnNPou25kpr1BNnK1xehmf3Hl1IEtuOmKIAeKf5W78SK7Uo3KL0gT9
jl3AJNzhskV58pELuzr3obCuQECLWBRhCPmaHfoNyL1b76k9AIK9RbfKYfT0UdwFrxITOlf5ys4u
+NOnrzp/HEF3De57Etr0j8K99ey9xcfiDcrXG/Nl8LbjgaEkAIMvKGuspd/n0emz5VkclOK6o/6E
lvMIk4EevftpvquFlfXNSxmzDzoniC/dAJ1MaEQdxmzttIGZQs6fKotJtFp886TaTsrOrjpr5Xl7
1oqd253usxNH6llX5E4eK+5hvwgPlg0/5a/BslGjhfJq01/J1+bO2igvl/1pcVMlisgk2OAN50Ca
vKvgI1XZVBdJUTncl9kbypiXbSyeRtBA9BWAmVjzsCsXXgt6CxuFpbeHTrN+IQd4XwsDUy6GtLts
bHFBf43Nz0drKRGJN8Z85ZcmbkdIbD11ZUFn9ZA/X+vEyCyoGr6mkRhgRBVuXHXT6jehwQxQAvhS
voKQasx/yMLH5YWt7KIxc38/RHkCZCl0woGcbso4vNVaUEII0grbTJHbldC2to/zyqgIX5aRhTik
8ui7DxBgNNlKWWnNxMznGQzyR8ML+FTmd5MOwwgZ2Rqj7PLBmnqQkEoy1jfvQGojqkYd/VpHs24F
yRmLW7BcSAv0ysGNj1rwYkDm54k2cOBCu1djpOVsuV5JFM+KFn8c5uRXTB/35HhbKYPsRsev6Muj
CJiQdFsut0b0ze/vISJjzmCj+1vk1FYyukWnObFrfLbrlzyrc4aSoP1/lnXoYA8oHGzgZr7sm4sH
AjN01cg3IHedPvXJ+qqxCVE0xo6gosarsg7GSA6ui6CEO/S2PyQO45kboVKu/PLhsvHJTeY3IlzB
PHEmjlJDnB1GmHADXREz3Mgb7hShYPrJXQnP0zadmaDbxht6guX9IXE/WV6BBiVyAiwvKswrleJZ
LCKa2ytf9cw4emt3/KK3TM29/zEHzvHzbvaQ5CGlHMEz7leO8SvvpY1H97d6yk1m1VNm+7NdknZH
EsbLW7nkLqeGZ1upB2I1yB6GUzScCwXluqDcGTIcZ95aseWsszgdCdraABwkmNHO0sO4qXoEZrHF
6LZH4WhE1XtkvAbWFRi1tbzfTv97WSl3sFEdcL7NaK7URZc3+uQ3zPJE+BXrNO74DYIRui+lIXTX
ic7gLn2S1knFHGYTVD72II6GKwaUy/ukL/e1aXYrlbT/z2ZMTRRJ4R05bxNISIhLmsIPEXl8u/Wm
bRgu/CHUu0iDHc7OdCDWbFIJinstQi5+c02cEGAGnFfzl7I8WPAn6AV7EHw1Id9Qflow1KxhJpZi
PQ13S5mwrVOb5rNLhwIzflkOmxCDRIiyZAcfZphu+H7Zf6WlWKBPIAlKXoSCeSwwIJ2QTCSWHbkl
xPau+cZoaTJJG6Bu2cTyq6sou7BOXAe1qu99nn1UIB0KlaEMKVFe3Vpdg6YshkZ9QsEoIj8KoNLn
lbexwMVUojkfVUiJKe5TYIyHegT639WbyA0e1SbZan2y9eKVjGExV5/KIEArLAArZ582SrpWEZjY
ivKHUu/hNlC/x8AdkvpplOqNhCqlGfEstF7bDt1EqC1DbqGulI+VFpGoMT68VpCcTtQ8kvJdzKnQ
yt9zsOVg0PaErD+CWjO8itpHei37WFPg1evvsrSlo/yvnaMpzpxanOVNeWvFA1Aqnmgho8UIxm4q
Mf4SaDVUPtlK/Fzy8lNbMy+XECvs5Q5bEdm0Rc/ayN/y7nDZyZcuo1Mj0xk4uYxgMfMrycLIQHwM
Ec0KvD1iny4P+X9t7M73bnatZ3Hd+IBRI6eqwSunKNPbRvDVjbyNzDtvgB4qb1Zi8tIDjPaKIoPn
Ihopsxd12MF33OqsTnQLLIVQysnHAX7gRrfuYHuwteQ+Esb7y3uqLD2rgfMpU6mU3H1eloonaho5
Jj6p++BddQabZ+xNdqvYsXMtbAcHNpObfoOE9gZFmM1ouy8fhaMe+6vgxf0ofqor33gpjqEESDql
A0ihRfD5GwsJE4G+RFCmXmQjenoXeKs526KzArKl3UF7mirxZxsMjo+aFsPT4D6qT9KOSc9ta4E/
R7Zk7+2iDRPYTvwfEqnpoyJ5Y9LdmIvnZTm1gwzObJhzGW56SIa2SzYRUVPbBHCXO9DdaU9VhTzK
SiK8tFhgWYyjTHLAoNs+LxbtMO56sY2cZLiPlF2dAq1dyxKXblLGarhHaX7QKJy5rlj3HUyeXeQ0
zTdhvPP818B61c3dZVddXAnMcnwytBP4j88rGY1+iLlOOSAMgzVN+xbCWWx24/aymcWUBJyoATER
HsLr6bOd2nJdD7JOklDrVvNpIF536W4o9zDRIvqcSVsaZbJ+I7Uvlw0vru/E7ixew27boB09TjGU
+mwUHpXiKUuElV1cuodOVzc7YKEXjF4C3B1+eTV3SsX4NRk9wMWcOjL07bsgb6RNkaZfL69u2a42
CVgSZQCRft5VDSpJpapZHcygE/vLdWvo0G8K9wya24ih7XT992WLS6GECPK/FuezZW6dBK2SioSS
zHPM8M5q1kakFlOcUxMzV+GFp0L1jgnTdB1apZ279b0HD4oQ3Unlg5xW5LQrB3rpnrBI8AxJpbp8
dk+4Wq4h4arhJqBPTO1Ll2YQAMPJ3tZ3Qdlf1Ui+i91wvLyZK1bnmwnLco84IFbN/n7M78PmQfbf
SuGhUg8lNHnqircsnYWTRc67xJZiNZHABCUT089ZfA2lhN2sDQIseeSpjdl5y/oy0z0ZG2rE7K9q
aypq0pC/Qa821FuEpS7v4NqSZgdvSEzoH0XMGf439EsRdNyWa9C3pbI88nHc47g9XcA5hl5h1L2A
DYZIPMRxsIMM1PuCdID+IxhhIYO6LX3uMzO6M/q6HJEt9oT7JAWd5sAI2d34RRxfw1FDW/qf1851
PjXjeWaJNEY+H36asUEO9xmHvzi63lXFUKzZrinFLp1G4BhgNXWa+GTYsxBTxiPqVy2Fwq4rtBvo
n+QHL9GuYxhg0Ruw9kMrM2AWebe0hgbEN7I1vPrCJwYobE6sjBPUcV6CLQ2jygE5kliYz6b6kJkH
6Dov76S04LWfbMxCjtKiDWtRM4f4MXSiCB4/mHhg9N4YbrmtAUXLwJ38FiZ7qXAixXIQxLJFWIKj
sD/A6rTpFdmuxa8GNcHLP03nI85eOJ9+2ew8mZBwucx9R07pbS3lrWs4Q1feWodrIarj3MxSMjHG
vNi84Ka3cUUZgVelXP6Oyhe/fL28iqU/X2FWkRcALXsKNZ9dVc94w+sGf/7IPg1d6nDhX7aw6KcM
gk5oLhLds5QMoie3hoKH/qB+bdWHvtqaiBkZX1QGk4Ev9YieBCsI8qX6APWmvzYntzp9O/maLrVW
ymX4bEn2sNeYwVS/ZHvrbqTn/FbdWBt1pfa7dBqYfULGFVQRuzn9+xOTwFkSGGan55pwE+t7gUcb
1GGX93LhWtJPbUw+eWKjlFDygRSPZRUbSaRGtBmTW3Q1AP4wcNWspaCLpw9aVp1RRRJDShuf7cGx
ZkhIHxFfnXYjvkI+1tq0QRwminbBjXkv0sEXrlFw3a/BwRZ3UwFIM2lmTrCLz5YROfT0RuGdFkhX
qn+V91/NYOUtuHh7KCc2Zk6SpRFjBNDL0osz7ODgbeUv7k2zs/aoOT15G2mlfr28JJ2ITd3KOBuL
Tgo18P2RJZkSt8KPLrkd6hUTylIpSJ/e09PAEs+9+dh/HcJzGwVC6MRCULzCRKB910RoR1UzyQ8N
sklf4yq1ji6qNHewx9VXYSIl2xCy54Obif7Rg2fniwqb1TfIbt2DKHkjXJWaR/VBz5R91iJk1MOg
eIV6Ywu5gJGOX6IBpWEdHSXco4cCyhYKEwEDRgJvUeLAR6pJi7pq5NtqMIT7EmGI2hbNYdwXUuFB
6SDFt3rS5I+wCfU3ahjUD7FQNlSl/ByVoCix+l3QVBDBifJ3RDmacJuqlSvDPZ7XL00TBNwKbXCn
wa9TbQKQY+j8KqBA7NQ3KhNQ5lC91Xqk7tm47okrxTtKGtIQcM/7I6SdJnouOazAtKZgMA4UZfpl
bnhsQQ9vZKQkoL1S/XCTWhnIch2lKxGtsGSP7GhzoFXQHRE4DTwkjH3l1YtH86rTkeyAQx9Jiq2L
HExuQ5mu3si56B48ZMZCO6+QBocyplV3kGMpGzQZhC+9pENu3TZx4DSG1lq7UG+DfYJSy0dS+2AO
RFF4Cbnivo6u6d4jq6RuBcmHnCeg1BLD6m0M6kaJPbXdDmIkvSsjFOi91+vXcdLAMhOX8i94c8WH
zojDbYbUJG9KV2ZmAP6r+D2J9K5wponRn6mr9VehIiRvodS2xyyVRoQvh+SW/3tz65tm6tSxodxC
aCHRgFX8I8pV4a2MIMymzMYAoTLaQu9WIeuPUMtZIWpUpZLbuWrGyKMkME/t4QCXj5lc1Y9RqBQ7
KAWgygwVBXh+l3ZfjdYXtwaUKQnynJm37ySE1EHfavGDGUNnFLtFmE+kJ6Q5SJE9e1GSPsFjqmcQ
zvqQN2ZF8cVTdZ8mu1R239Q2FOCelYZRu4L3tv4II0PYhWOcX7mNqLykTa64RxW6nUMTyeOj1Ckp
irYDXMmuYDxqRoGmuVRptO5VevjbokFLB9IwmieOGkZDC6Vu1T/GsEy3EC5b7k2nCclBd4Xm4AY5
2oRGX2TfU4A6L0xjgmst/FJ4hmC6Sjep0cYvjKv1z7JXS1+t3AodL7bEGlZ9dL9SpS2+aTGVR1tO
dRRDfZQk3rMuth7hsYK0O80VZd8IanJtdhDXoybS72I4pV5k9HNKG+aZ7Hffdv1WAvHwIutBUjmx
SVMZcmHY1LcJXCTQyrnhTRJoPmyUvF9fZGR1dsiJK7BTZCL0vr7bd2+wRXdHF/Y0ZmM7Xb/uEH2/
85SaA5yJWs8pGtSjD0/sdddF4heYn1BljOAhROmOEccNcwTGHdptvmRLeBmKRBOhf4sC0LAP8rG8
UkshQvUAfQUbHvziWCAbsIOQjbq6NvolVUqtvxHIvX6iet695oYFracZWwDaaBbcp5QxUg+RZTTW
s/KbZ7r+HdGw2QhlMnw3ErnYQa0l8IRMe8RsjIlKfhwG7zpoA1531qC7kCiHCSrwI0c9rGR4HhnW
PaKfXOyYgY1u1TwLnwR38A/w/2kchyjnIMExv/WUFN74ARLfbNSjL4jtCrY6+M02YYbiwCB229u6
p7WbshwmXiBJroqd0dCWVgfDvG/VotsGYapuszbSUPmBiM9yGH/TYB2FGNeyuywo6o3sV2iaF2h4
Ii2Ygwy1W1VJt40R1IpjoN271aUofjFDhVJqWvXCSAjTysEZK3XMHUusot++nlpwkWZF/VZklrsd
lDL/YqhufYBCFRw5jJLQMgr1odAQXC6Fpt6WRplvIFjoXv1UGN9VqRF/d2oE/ZkRZY/AxAwoaq3q
msGy8SjhiK9NIoBIu5wGLabeU2FM1JUJ4TdPDjSxcoeKmzSxtkVh1xCVDcidpsJKir90YzNMQW0W
uhTykFn6g74Jb8uIzFVxr2ThV9HuzbWRjTUTU35+ktGJ2lCEHTo6TmM+T+oBDZpoa/j9NRvTvz+x
kUVlizgrmamZ/UbHJ8ru+/zpv3yRvzt1lpjC2JRDO8q9S1TT3s3sq5s4XblW3l16rpx+kdmXDyTZ
93QNO2lzpSmvYfvvhRiYKP6uY5YSIg7RWa7KVhXJtvBjp9LeJPPt8l6tfY7Zuz2MZKWNc9ZQV1dh
815az9EaM9PKNv15kp18cctNDWgRMSGrH35c4FX/DukhkUVKlfoGgOh5T2EQG6Qk4Rl1Eukq6Lcw
jUMXvfaIm47X2Qv7xMjsY7RK3BlijRH9MflW3Hl340GAN6jZwbvbOPk38XD5wyy+Gk9XNfsyUQxk
VZ5W1TkSd9vDeHhor4FePSj7V2sj3qw9ciZvPVsgQXGaSqVLOm+WQ7onF1ZNHEPkiWnqB1N4bLRb
z7wHnXx5aX/m5uamTt8Fs2qFosZ9CYE7eFUbCOuu/KiP993WMx19Hz7oG8NBO6f7qK9029rnv1OH
K+JVlewD7LyrBYGppnDpt8zCqh8IQ6SYaNa3ytMY7ETgIJLxRbbeRVCDLB0dtQhu4nZ3eQ+WDgUQ
ZQvkO92hs8ds2aBJK02IQaHaF8yGxGW5ssuLz/MTC7Ng7jU5LIQTXNBqhq+59DMG6WahOa8rdLyC
H1YcP6h1v3IZLtZXmP5hXg1EhCbNW14VcgmVFP75tLITA6mh8HCAXrx2GF37fnkPV43NzmRRGWHT
I17oRCa1teCotbuGw28iieIf+uDdVX+Gxe8Vo5Nzzh3mdIWzc5mVIcX/BKMQNSmH8mdyRVnZUX+I
m3Db79PXFXPTGs7N8diYGG3o880uGVUsCs8VJnDJY3mjbOLj98DxblHngD3UkR8gID/ShDDvvPu1
btWSA4HL+j/Ls91leMb3kEqiphjv8mP827sRf5Rv4d5YwSHJS0fw1NBsR1MrClz0smgGaLb1nL3t
xj2qKjbs0rb+M7nVnvzvPPfu4PvV78pXc+WcLFYpgGuYFBynuThlVnWseNTJas4Hvc2e6nvzQc1t
dEtIsxzLYV7qa/YwXPOotjbJ+3/5tieWZ3FQs9CJ8ydXqj9Mzb4nLZb2+gbmouwH+gLDrrSDTXUd
fA/3beqsDSst9Vphxfu77lnkCwRFSEmcUUJ463iTHe4lho/fuk1+JewRClzZ5qXrBYAFrJbTqCNV
NPz8JAsIKj+W9QlJnLl3QWB3TKvmyDXfumutpaWM5tTQLO4xrzRY7QTwFcqXpvxQvGMjrqxlKXif
mpjlsGGBu6L5QZ3aOPYJwAVJ+Q8pDW12+kmQ1JjGnKUmY7BalSecogVhwMCQ0tbSVkrEUxY8Dywn
DZM5QB6RwUpEdJ59Gs2bzoyv6gAJ0gx6/VDeXHb0pW8P1d3/pRazT1LwDPVTf0otkLPyD15pQhz/
iEJotkbRuXglgKVR1YmUAG6mWSwJ40RDSwxT7mN4b0goXNtwMDsBkg0/3afLy1rytBNb88RWlnK3
SENstdLGVO9Gddd2j5dNLHkaxMxU8WkgQBY5W07Z63IsMUnv1PmthqhSnaysYdEL/hqYU+3EKRS4
pj+1dNrXtNvp/nXm7nVlJZld3CkgzMyGTjPsczy8IQZpUTVTq8DYd94OyXjYv1YO5dJKoD0y5Qnl
YJ2hl6AwNZE2ADri+ymkwLsIVuEYVuNwe/mTLMbNU0MzbxaFsFSTejJU1fkNBeHoKqUguTXqqnow
SqbOShQfKSExbCgiP6iP2i5GPsBpVMSNL/+YpZP1h74RPwSR9edqPYmqca2M2YjwpmNEO1FmEMt/
8sTrmsm7XlrpUCy54qmp2WWV5nJBsoCpaWgnUB47fw3KtGxBB0xPosPw/bTYk8UocZwY4dRmqSsk
oO6UduUwLXoIDer//fPnCU1qmRL0X7yn059hE268lEqnZWyVYI3ndGlgjj4Vaf00A61ygj8vBUcE
slFiymz1DYM7ZKPCTkP+OKfeXI8GWGuIx71g60XZDUNJdwN1+xEq0JLnZKgklC1FO+hQOJbuGtei
aL2yF0vJ3ekPnDlxjUzW2Ex70Qjvpv7g61eJv/UzOM6vivygrAEsF7f+ZD9mNyb9ApKdgO5WBN6D
6XdbzwdHhumN4u7lE7EUak4XNv2SEydKrVAT4oGFhUwsKK+1cCeKKxFg0U8nahjS8YkzeeannZDC
fiCCJwzlGz+S6LmvgpuW9+uviZmrDnqm0sBgvxqmPxwfYfi7dOdtkcjdIFVwFDbp7+CleTZXcoLF
ooN+srTZfdOOhi8gXEhJCwqju/pBFmwaL/ZP8UbeCAwK584ab91iBPtr8YzGKY0tSHWwGAciSsUv
lbFL44+4uoExanPZNaZNO814QC5OlNqyBbJTIj2YuYaWx4NSBEgSJcX3gI5GaP4sggpczF0YHg15
BVM8X9gfa6pJWJZB4MOi+NkRKToDgFNpjgjmeFAU9xHVCFtq2lsVXh9lXAuec4+ZzBnTaDvVYZgb
zdmBFmkE0g6y6MVUkk2FX1O6nTE6TAqv3LPzA0ZchlECjjSaeJzo+YQ1LN1u5iGYxMDVtyATEWA0
doKSvVz+Vue7hxUdGCgnDIPzZn+U06zsA99z8kr6Uefp3kV3vhcM9HFLgCFSZe4vG1xalgJpCVML
lGOYUPv8ucYmHVpBQlbdyF7SHFX5wHAkfW3zziYDJzJuQ52YBOFPJO+afsZJeIrlvkwyIfad648E
uLdnQ8/3493ZOo9rBct5lMISE05EKAMdPRoT8ysIXhsX5QffkfflBqLA/f6m2sQ2HH6XN+7Pznw+
Vp8NzTyvU+QeTWDXJzRwv8GyXvJP6Ohbhf+msMjpn4S/rj8+NrfW9vZ+Zx/7aeH7hx+qfaPaxUbb
5ltt+8N+YEySZ39sv++3z87h8efP67WAc35QPv/c2RdAGzjySo99EYw2dALGwfaplGdbIHJPhtZJ
K9WNc0eezJlMnOk6VOzKLJL3kiZLHSO0DqWqK8SqdmJhXJldcdv3Nc32buWzn7sxJMHQ0THyZEJ2
Ic/M5Y2cImPuBw5aeFdVISJxPXTXuSysgDvm+cP/eNffZU3LPvVjetC1WbAs33SZb/lA5G4bVTDL
NP1BgadYpz0MZELbXHa2s+Uxyz2x+qIiQSjX5s220VMrxZwwQB4AQh1SPy3SbVNZSXWXrFh8Np5d
QFd4t3xenOz6FnSiPaX36kYrc1sGOi0EK+fm7HzSMJToF9LMIxycQeqLqMhFJQW4bzTNQUOLjlB4
+OfdYgnMoU7RWkcs+fM6mtFrlLhkHaPbvqHxvasg8hVj4999juuNsg4tmKm+MwudqqtVQBrgiAnN
yNbQf27Em2htruz88p7u0L9GZs8PpMOHIYZ+y+kD9kzyQFTwylE77m/IrGL3t9+Xz5e372xSEydn
PJHhHMLoxFIz2782yDsk6voAWrng0e/knYqsdl+KPyTJeyTBR0NSfEe6ESraYhOo0YqHnIUOCydn
ogMvAVZ55oZNQ42+9dXA6cSWxnJn/LBSQ/tWKI3kSJDQb+IiHV4vr3nB9TlYIjcU8MvJ9z+7TN8h
CxzqVIHKUC62upZFB/iSeKd0HOrLps4eSRLrm6o0IJNBDaOG8NmWH5oaQjdS4AzebpRgy0yR3hzf
3Lg9VNFbE8My4t20hnDtx9NWOwlKaP1eT8JdHolHobkr3V+GcdS648oPWziayDIA4WagRuNHzjZh
LIcOhIgeOGMqmTIMpiFZlJVWKEF6gKJuoyELdAcwBOKogaA39SHLZO2BCqewFYOycQ9JYHr+VcnN
MNjkfiCqokJ+7FDNA2vRDrm4k4ReuDYpjKgO2IhacLIOhALE/4XyAXACfTfUB8JmJX6euzQBdOJL
lEQRCi4O1Oc9LzUXmfuUwmKIPKkibSTfGfWjmDrtyMx1uima3LbKrZ+uGF7wK+xSYCcfRgBkPtgz
Fn7qCjmFLJTbHSXSNlklbDwKdCufboo1n5IR1sfdAPEpuTDcCzOfAulmaUlJpamN+VjgYITg0TJf
1XILXLuEFLEOtoV7pXj7Nntj4KA3n0vR8dtveX6tTvpw2765h7Lu8s9acCjycpRPpkMFWfxs15Fa
L7RgQiRE2R5ZX1sibF22cFb45DB9MjH9hJMLuekLasYVJvIf0IwzUBRkVD6HDwaOv6zhRBYCE+Um
Ef8BjUIjdxaLrbHoizjDltkgT44AaXVfywyMV5tqjXJ8yW9gOoPlYXpzgA3/vCzP0HUvsLjwEUk9
IJu98SLtaGZrFf2zpJA/npyJ4WDckzv5LJ2R214QYVDKIWK9gRpxZBLRzQFRtuJBCjx95WZetEfP
iwsN+uKzyz8qx1aqdOTjLD++kusvXiDvPHJDdeURurB9AKCmoQxQ4DjAbF1BjDS0F1SsayjuuLF+
1G6x9wTz5bL3LS2HRIY8l94Oqj6zr0QcHH1SZ4C+4VdJ+9m2O135mfsf/8UKTWVGy8EVz6vIQSBK
fhPIQBHFYz3+HHE+r38I2p+XzSztGaGKGVU6FuzaLISEcU1y61qBE5JJ74VAS64muHRgW0GYrRRc
znqfk19Pqhtk6zzdz+7AEOLxzAiYOJb9TnzrE8NqAQqH0mM/iIhdDmhtyrYoyOL3Ku0ojSC2+BoH
3niToIdqPJR9nCfEbl7Ke3rHIuKLwNF+Vm7Zv9C+jX8wFqMdDDNFDnRoTeOLGmbSt3/fL/hLRVIV
KqsoO30+okXDPdWJLihhddi4Pm1bKztY7lprZ8nHTs3MssxUdiPqZZhBNnA39AevFh0tijaj+3Z5
PYuGpv4RU0TE6zmEwVILOR9V8v0mMRDDSXtVfZfMqHiiaKP8GHWfxOCyxQWPo6FALYX4g9zB/L2R
i4k0mHkQozIcHQUUS9Ux3Ll1sL9s5iyF5sUBGcYUuVkejvf5Qyml7Kp1DZDMVUukoRs0QWX5arAa
C64KpBRAcjbN7/9iEwkDZsJ4js7v/dot3cEzsGkF0KK3uO0xlx7LjEdj8hCtMQ8tXExUL6dnAmD4
iR/48wohPdcYDIhiB8D9tUiSmLTGRm9+BzX9GGMNw7P02aiskJ3TcIJobOaRBWweCSKwseMBshc1
WEZNbStXKyFiwR1hb5zII5l74XU1W1PDbLdgCWnsiBnwKIoIYZLbXeKDpO1WbouF7ZuIlCa5ACTp
zhyksui+9HEfOrC4wiwmtsItQeR7n1YAvxHO3XawFa/URxaW9z+aRpDGggz+k7Ce5C2CawoFbARQ
b3bKTVh0TiIKSB0mB7dLVmoWa6ZmaYs5wsJbRBR+o+wtB2CBdi6KwR++urns8wt+8WlJs3MWiGKt
KTQiHGRoN15V0RkExD+q/x41eKTwFwVtmffh7G4XA7FUSyZD2Dlz00jlnZvl1O3L3eXVTInjLKNW
Ld4KOhqhBI45ulJpyywMGwr0WfjeMcaiKc+XDSxs18SiZVI4YH4Txv/PhzZ388jXswZkpd9xUpNd
poQ2+rv/7tyTqAw9Sm5Z8UxxT9Qq0xcmDkkjzm6gbob1Xrxq0p9oSNhB8K9Tt9zrn07t5Isnbh2o
Qkj+zKlVSuslLnPmYXJtHDalPpQrMOGFD4QpwoPCotjD2f4FbRYQPzClFcLRHIz7QVrrR62ZmK1m
0PzWy11MlHlvPY1eGVJW9Lyny46wcD4/LWTm0P7A5N9oYcXsBHsk9qh0MJ4UYe2ttBDmsDOpThmM
s6KP8vnbdKUhjimKtE5QqM+TvENruYdR9rfFEN0qgrlWx1m6d0/szUeTB1PxY8/NuAMZKbOrkjYr
o2uG7cnFF9c1dx5cOn4WrZzbRasAiKbCMw+b+Zuziz2t8oIidsYsvqIvlMe/ZJQv0fZNFAmE/4q5
pQcoyctfe5MPnXi83KVGJRTY81qZ6XZmMSsGXVXR8YbnTrtPqBNrw9b6ZzjGn5N2Ynfm/qqUe6LI
9DytrnGv+Du1eByUl07d16wWkYKsYs4kSHdNddTXyg2LnnRie3YuGKZKGi/BNl0lPEfXmLITHobY
u5W0DkXx5N8L05/2eHZC1N7i4s+mtco3npTYReXv9C5cKcwtnsOTVU2edfIlxzz0mnLyHFjatr1W
f+2qBpFejznBYNxcPvPnDbEpUFJhRf+X+gUEAp+NxXXstdVEFV1rQK39prTzwviRTrW+wH0JD1nD
xNJNWgK2FY+itvfDb66uO6330WYr8ecM2YOID69lOgwTJxM9hllgEM2sCWO3gxmztJSndJRgiR46
7brXxhIZKKu2m2yEyNuVuUVSABNN4zY2UBLYvJXA/C8f2wTJRJEULaX5vdjKUm00OcTdfVD9SsyA
+YzKs2PTW7kYFz/3iZ2ZEytmQQfC4gsIMtSDo+wI8G6l41fm4FYylsVrBEJeOlQw19OG//ytvYJM
L+8bjosAybCSWYWdWNmKkYV0grfUBJcDRLQgEKKIfSL6HXznPT0VL7/RYgap67XBmaVd40kDGwqQ
Nkpgs7UYeSv4dPPxhlBPX3RxiI+l6zU3PrxSb1oSva+ck4XCJhz50C7gCmDB577ptwEtkGCImaWO
Nm19pAyStV90HnPDVSPEdmHcxt2mcneX7U4uP8v+Jv7E6VXFN4N9+PMny7pUbxtP5K4UmLGvc3Uf
VYNoi5lWPZj1lR+/9U1W2saq1Mz0B382jOqSRJEaIr2pTj0zXFjjAJs6LLVeZVGSHmvjRvD7D8hc
5W1Epd1OGvNdQN3sve7yYVOHg+pUUfDkKcrXTvLeFLOM7gSdue4I2WfbQ691pe117s38vinLo78G
t8q8thYLYiVMyrp2obzU+XuXflze+vML/POfPwvDaVL5auJL1FWlfSS8GfJLHz/GCVT2m9xbg2ef
n5rPxmahT2XIc8wph9luvBHhXY2nGVBdXoE1L0VYZhf5mxc6Jck5eITp6paGF7Vi5PFs1XjToq+K
8iqkvQ1rTCS/Ft111e5E91aOVqEXC99rqvECQZ/00CnsfXZlZpqzuFBqjfHZL1K0iV0OTbs11N+G
5gCYKavO0bRua3WvblTtXOt2ta/8B647c2p+AjATuvM01+YuI+iAbfsWp4aHbivlMHEWdhFAG4VK
G0KDwn3jR3Ybcox1py8kJ812vcz49FYYN536IOdO5R8KMvDBhWOjc2omA4yXtH/uyo0i+o4oAG7U
/F1nwibouiiOPqslzDOB3ZsQEFTfUG/dRMJtnX9N1F9V+WyZ96q1D8FleyBfKDDGyXNjgGf9f6Rd
2ZLbOLL9IkZwB/kKLpJKUi0uuxa/MOwqF/d959ffg5oeW4I4QrSv2+3xjGOcxJZIZJ48R/TIWwkP
mQv5M3RuN8cxCZYiw9DrMHUjM6MTnmAhqID0u6l3tb5y5+SL0YtgUSuH6Mwst+jJhP6gbITZYfb7
EcVbzOMjcnDYbOEBKTZB6HTpLs9G+cn4eBo6ocfcakOYK+eCdvNM5ewmnSbaDY6qgMljfpctEdh0
5eieDpEvv4N2YjClYjCoMZlOWC0g0kJv0BIKhqaqlx4ZdkB9xpAETEzy/PwE8xyYaQ878zKBny+H
Yvhjkf2yjRulfyBEAiu8u4DBcX4em9Q1FV/V3pG2oKMBzr58BM2XTSvtOE6bVk6pJFXedX/5eeVe
nq4/H8gcwMnkg8ZBN0oFk2+gVaizbpIFe17PYQ5nngCa8iubFdpkqkfC+yX+XlYQ2sppJwMGPNnO
DOUM2X6AZiLEDO+sATzQ5FZtTUG6/EKQhY8yuZsNeUh5nlvMY7gAVEkcO/0WR7saQC3gkRI7dHXy
xUIJFpl0u35GPbaf3vXSEszW6q45iXW586iC94SkAb5CBmeVHrzXgA0WfS4IxlbCexwIcA7aFkC5
kDvlByvbS1Uok0Gz+iFX/ajZofuTRnFOie329gspX2VMOF7G+PeHMZWebL+ODfAjXwW7YyWgOPsS
bsAAmYJ+p8WXtMNCk3rbA45ZpPXeUm/sAEFv4yoai4Hv5PaLLPvhcjvN33QpcMNk26MAmYC3DFQz
DerXreXloPJNYo1OIJLIsxdixnhrCnVPLoM+NnvQdEYkq0NQlR3Jkx0tpWg6tsfZAKjzJVA3hLxK
aGlvWn0zATcQDIvTAU8APTdFxHS4uj2wZESGCjEwaty6hcCtl0O8GLTPxpL2XVu6uTS86x1q5tcX
5jKQZmP8Y4lbFxBiBLrWwBIqfngYQE0x8kGpsTN7U+DBRJa4u0DNsWhBCkuhJrsBrsqlQBkCbbC9
IGj+RNldeKI/Y+KvAb2oLTJHcDtxHbgWmIlU/Da7qfrFzeOHXko8Fb4phDKEdKvIG1W7CeO9Dl2o
/imzX7TqiVgL/sv3cT4i7Q6p8rvCzp2k9kr1CaHmbD9cX4N1n8QyiJB0Rar38xifbDRTywJUCvHB
phTcThFUbBvyECoEz/JJ81NV9yd5QSaHuLltf0+Dt6aBgkUVxJvFHtyyE3FAr+BUsCtOPojbf0uk
1xMgtAakmha/nCsHgHsa2Yc2Uh1bqpDR2bcgDupMcEO71ydjZesDQoIGIpYFANUnt01yNZfGOIej
KDqoYyTSMRgyr8sqQeFjbYiwA4o2MBYCkMOjjKQ2ZVwG8MCTgSZMibVCJHNUgauqA2Y2aCUf/99g
E0BE2QFiFU1NYPWhxYBe578YMAM8IQcDN81XmAKQ69gFKtFgbEp2GRn9eCm8shOBYC6aC3AJGEhm
/LbDBRCZFsxJlMNO0rQ/plBz0eb4pHWmq06lY5fGYwAqH0tOD7Y8OLkePZijchfrum8MqaCotj75
J9/CxQp9amcQNcYi9yzZYWwGSKSYx3Ih1A7v0CHfyPkNMQ59Ljhp7O/lPAP4tdkswD0AC8Tt6wyl
DiVmdtPkxlRCx+4E1YD1kZ1Y4PypMuhzLBeY5dy+DcnzpO3afJuOz9r0kJc3QK/p6mEUcdCvhfdn
4+IODWrzYaRbGJdBvinLcyAFm0y+kYr7Jv7IOqAogG0RpZNWDyo421XcUYSVYM9vR6PDq9WcMVId
2h1FoG9zEFKVhS14tLIJu1iyEzPchDZyE82EmZnC3KnGTZR6QeFp05dSM4F+EmQVPo/9NXPcTCLK
Vjupwi2VlvdK7kvJEaDxOPyVMeYwzcsL3IxOWbwrYMTIx81fuILfYwXh//mUZkmeKV0Gt6u10GSw
5btBK49DZglOwfWVu1DPWbIUOa4MY6xAvN7dJebLImrOXT1oJyPhQifQykVyP2HVUmjCySCSG6Qv
/7+54txZCnE2A+gGuJAo2mgTHpdTeGOXrXfdDNvF/H4AKg1YO9BqMCzy+ZKE9STloBBB3NpoXlwn
NLCOSt0B2LiXTBEO7jOu46whBmBIAyRJ0CvFVu4kEAh1CxTXCVamVm6G+cOI1G0Bzq1ycswkwQV8
Jy+9U0+ISUgGyeKNTNqNNT3a/bY33m39VtbeS/Iuaa6u3ttd4bZl6erjXiI/QIHopJ0qiOnW3N3Z
B7Og7+SDywSVz4ptJVAZtXdqgr7cuuzeNBuU4PgDKI3UefwUhkmxj+YlhgCKfGdFfSb6DrbaFxMH
Dt7P1zGgmNwykb5UAj1SDNpNVe5Fll27qtbIByUoIzoYoU2zYhwd3U4eoyzPHXNc0DETGyquegDZ
FCI6AGsuGbAyW8bTi4FTPmfuZGYkLFpDOs2gS/ZqZzI1ipcwhZZGDXmAXT1B5Ik8Srr077fr2Xpw
84AUG963JdYjqpECUc1OxmOrH3ZpjqIxICUVDTvoPF0/I8wnXkz+ya7lXHSYq1bcSTCaL16BFNpY
zLSJCw/4MKdPdCpr3yxSiJZ85XWGawevW5bNUxUe9aiXk1aYE06mAf4M0GdlFpwMEJ2udZuRu2Ju
PnQz/9KY0u76aNeyqKeGLc5LhyCjyjDL7FH9tR9fFfUjtGW3sr6Wza77ZHR4qMi+7ifaG4LLcMVz
w/Sfbc7NdKT2LRKYMG1C9z4fXke0xgyFwLOuoCKtMyvcHQhkfj0EM6yAMZAOUGqN5yfIr+O2dTXr
B+gjFPT4I0dKSmi5ys6SRu4CWvdyfqwS6BvFftm9qDYypRldlhfB7K8vOyvoM91x8Byee5y2KKq8
mnHSy/7bNO8zbadl/oC2l2nZhjOwl/tcd9JCsOhr6TfMyR+z6rnZdEGfi13gITnaSCYy5rwIb8rY
69A61LSupVigVvkxJBslaiC5jWoQcYAehWDOJpO+5CrUc9C67yRIQ3bWvhV9H1v4iyOIljOEYjK7
rvhzD0nqOpIwK6Y+uskMptxuAMvqfUB2bfo6L4ItcsEGjccEA83+tsdtRFCwZmXcYjqSeNoih6PE
I40UvwJTkXQTV98G69Ewjt24jaYeqcfjDO2gJPyVTG6sPJhVLXIGbPqvjZ/bsuZi5mBTYctjvBT9
sgMjvq/A5fXxN1Vy0v5p1kGKnX2tZ3yRwOf+D1f/ezJ4hIkOUPakaDAuIQKujEMWVL4ZHAMUvnI8
n6p3O3pLiCDLwbsClT3k0NII3B56D0CNfb4hS9WyhkiDWGDdsMNYO4b23KWixhF+X/FWuPs9awpd
TidYkZM3iJy2vVtHb0bqzWkNHSrBPXIRTfDWuF1sSGjPJSmawqWhpTNxjO5eJm489G7fQgDR7Y3K
J91THIqS16LJ5Laz2teyZADU6XT9Rk32U/ZrikQoLtFUclu00+ZSyWvYsFWoFryM+S5fNhbeMg1R
/cUU5DfY33Z6ILip/Oz+Ogk/jLmJ+4EtXG55Uu/FvSsX7xKIrBd1ALJkP4lUlC9uDd4i55grq5Li
uMHiZbsAUqc3OTB3h25ve+CiPrZ+QlvN+TL737LNcDNSFOEEu4d/cvD2OQ9t2EsA2TKMWEpBvQuW
2q4QHDm2/S7n1ECFFBSNwHVxT46hlwB6AC8EyFOf+mhH7H1XP0WZRzTBUESG2FBPF29C9JgHMFTN
fh29L/JNgZrP6PZmL3Cc7PxeGxLnRcwBiKZJhyW5fCtHahIHESQtRbK/62tjsdYevGqgy3s+oDlB
i1Fmpq2ToM4BORjH0gUX9Prp+mOBO8GzHKmLZTI+CSWhc1zTMS6dgOiHAbTWAOO57UgEuZ7PBtTL
yftjkzvRlhFFdi3DJviVnlOVlKhFFDVKKFm+hR6KrtFalyBymlm6+hb3OuMur5t9nmc14ONggPup
9kv71k+ldGiQvoF40VR919Ej8GWQEv2Iqi2yDBa4gLf50nZgMjcbtAh21keGjo+nfpbnn7qqRU5V
T7oLIk0JZbROQsO/GYbo0CCBnwMLXVKrstMjGcLhiExKuItlc3pKuu7YduwFNIPtxK1tLX4brLna
WaltbBfS6r8iGS1S6pjmtWNKBpQBpke5IvkmrY1HbZLsrY6+S6+R4vvSjkVh9uoZQF8Lzhk6dABP
P98yUqGSBu30rRMqr3qNVhwoK2pUTw8T8QQhJQvYL9bxxBS3O81mtC1JAgm6nag7U8JD29pW9quk
J45C9mlUUVn3MhEP65qHBgqDtW3rIOvnuQIgRJtIBQSYnBkEpE2b+WgMdcay3zVGsYlQ9ppzdPR1
8vP10a7Nq4UwEfl9ZPh1vg2lAOK2n60M8lwtDjt5GCCUjQ3S/kyAuZAVEd/D2s16ao5zZVANMSR5
grlUfhiz1mutb0n3b2EGzPWfGuG8GGksG+q9MBKWv9C2BSa9IXuoGwUMZHs1MAXe+eIB+GkOVwBB
jxJaXQ3OXJwtI4DYVeuYKaA6wY8R8N7GdjWgQsavPc4fGjZsvIHtuaOB8vP6+q1OKISWmHUwC/Ao
vkzSq8QqO+QP1Heg+p0YEKxa4NnWnClYS37b4BatzkEjkE4NFi1SgWUAaZzqkgQRxKvav+utIOe6
PiJ0L6LFH3Bw/iFvaWkZQiSvdQpNo3JEPP3nZJSCeGjtBrKQivnHCP9oT0dd1qW0RLhctk9RYfhF
Y3t/szJ/THABkFktUtFLGAdkyJCCkmg9d44p6o/8H0Hy71uHH8kcLKQxW9w6RehJ1UafFponPcL/
l1qmtnRYym8ESO9BdMjWlold4P/c4bycTAGNBrUvESoUAZhSge4M4BJTIghIRFa4KE4iWQHhXnjF
evYMo0eV3Y+CX9cXan0KNZwf4AdxRnhsb1jbelrMMNInj9D6lsdvi7FJ8TQPwk0e+1L7s4GQp4gb
be1UoYHst1XuRtMltWxBB8I874+4foqVxNWHvTTstPQxNfK/mcgTa9yllpEYmAYN1iTpNdbedBBI
LMKbk0/GfMbcJ0b4qGsqkzCwYSSB4Ed/p9q3kwy8QnkzR24bIjtUOiMgb5VIjWHtEgOT7e/ggO2i
kwC5isDNsXS4sUkTbJZpcvI4uu3H8LYh8w/S5n8R+COVi5YV8AkC1MyZs7XOjmOUTUE1+gTiORWC
7fGSuEjWU0i1CK6XtW1yaozbJhpIJVXoNCAaGR4D814BYm00flpZ6RpkF3X/EubOVhDziD4VhALw
+ZzTCvqiIoHSt46mVpuQNDSZDK9IBZcW+2Y+wjq1wp3qRE4MQJZxaZUQdE7BP0g2qXqfZAIzayHV
qRnugdaPE+RmFpgJl2KbdfqmHXraaBYYS5D9QQq6mO5kqKBfdydrLuvUKndb2mkQ2iMwOk6ovtr9
h9rdqPbX6yZE88dtwJjYWouGBDisboLAiT1HtLLUV8CQ9q3y5bqt1eEQgNxZihUIas5xFCTLu0Ef
WmfETgBX282oG68NGvCvm1kdkg0yDnblo7GWM1N1ZTIDwd86Bp5uIAKx7/tK/9DCcpNP0+a6rRV3
gSoBqJhwyYPRmYdYNEms10UKjn/D2t6pTeWMw60Wi4pQbJ25TX5mhTu4xayXqEC1jZM122rpaCMK
y1a2NwwgvQuKPAKaIG57z+Ycz2kAA0baunlC6KLoftl/XRrgCAPpLWpz2lqBoEFlxR+hEQA6hmgu
Q9s6n1q2g8jUwqZrnJogaoKEwWTqDwTcLklx6A6VkTxcX6yVjXFmj79TQmhgBhLsSYOv9TRpy22W
g51VxG1yAYiB6zszxD3fi8g0szaCIaXeVfrOUJ3ORH+Fl9pPQOGoSN5n6XZKNsYCAYUeOof6IjgD
K0ft9Av4xDEeRgYEs/AF83zMAFdWrW1abK9P50V2mhsmzwGQhz1eR2z9Umn2gimHPplN46k9tAC1
pSTxeniTSBkfSzx5BAP8H8bB7AuSFZDdy9yZSBeyzKPaN+DzXyjorEDH6Wfxc6E/tlJJUZ1ALZwm
ksDs6kGx/1jlfAuYjlSmrtU4pPeV0C1U8BG1vgzulZJWeeqD8OP6JK8v5B+D3J4dA63IpQXDbNpj
bd3ZE4r0ggfM6lSCh0BhtJXoBOexvLNOgiqsRmxXOe5uJzuaXLmeAy9QtNyd7AKShabaUztSE2ro
Cyp3eqn9xTiBbAE8D9yg6FHk7qHc7GYpHdGOF+J5G4Sqoy63kaj5aM1bnxrh9oyUoTNpgZCAU9Qh
9L1fMnUjB65NoCEluBc+yUR4l31qitsonWw3TQDxZMecvBBNH9VDbDxH1ePUbewJhezKy9JjlP3U
5M3Sb9HVtmjoVkct7/X6/lnzeaffwe2fLkY3VtbgOyAV61TaUyHPLmJrmtgiyvK1nYoWIDy1DfDF
oBvuPHJOUTYyolrFiDXDmUHlgvJYVfrXh6OsjufEChcSRXYVZXoGK4mRuyBhn+aflnwzyPuo3gTG
fiC5H6iHOD0qxJn6VyP9CJaf6Ka9/hls1i5W9+QruN0Knjd57EDN4EB5k8xYztLpa0BEIkLNBnnL
7m9OBxAJIJbUQbfCy0ag0TbIJAJ7y2JXLtSaUd8h6g+jM0SvZG0t1gBsG5RFMKNhHc+XMUvqCDKD
mGDgS9zam1wAlOgMDtj0FoXW3UJrD9qBN31Csw+0IEGhN3n+BWXHO/U2dpUNLrPnzIkO8vbftsOw
2+bkw3jsNXKpAD6M+LDagpZZBKrlXSoiCF1zENAwAX0AILN4jXHrumgjJN4LrXHy5qmW4SOSbTff
GIunqKLC8to8n5piG/3koRnPtjJBDrtxutaTUbeAYJvgrhJZ4FxQXnfZmC6wUOYzbZWapqJq0urN
cToIzrugCyuP9QEm4mRnNPtI98b8RyRvE93rpZugPSjTv8SpsF0AmRkUqEFdYiFTej5tfVNA8ldh
u0CHlKtXxwdbZOKzgsmfbghz4EVuo30djJnnNgD3wssBlDkOMGY3rd9ubNtt3+LN8wxZuIrmbuAE
FJXInNB2W3qS4D5ec3Gn5rmdIZW5gX4mNqlV48jw04iMiX4TL39jB7G+Jdto+sJ+Px+mZY5QHY0x
zHm6i01XT36a5Z2hPl53lWvXAntR/NcK57BlVRoZUx4cdiKjC2Frhmh2FDVmXIBr2bbQ0BkOgArY
ofD787GMatazNlCkNqz8VpI3DXrzrKcgfILsm2aU+9S+z2Fft3w782zRSVszr6KVmdFx4wkFTZdz
89lshpECAWhHne5a4GQm8kCiZ2N6U4uvUk2jxW3NG3BQ9tqdKtIpXTnmLH0EqBpwIiCb405ES/D+
BHN8C2i79G5VNZiJjOHfuxJVRVOZgVZxcLXp3Pj6dGi72TaRO60A9FNmwzdIKnidrdypgMEii47Q
AdUHHvUtj4qZNkPUOUYENe3YWxadNtZHH3stVK5jEa/Jyik7M8e5LjOaczleYE4awckmWaD5mGgz
IKY3pu31I/B5NXEORQU9G4gUQeNjIvVxvj0iSx+awM46Z7wpKbp4ncAtqRHR1O1vyg26Axdaej8t
t6bGl8GJKHHQ2O6+5W560ByZklcR99PaXJ98EH+XSnamj4uODwLoV41/zSRy4bIjSNwO4bFqZsFD
f+1BjAmAKBlI/0F6wceGQ2iUOilgT1GoTSU0gYB813lrX6KtndLXMaclASWHIGrS2Km/nPc/Zjnf
ozYD0pMtzD7l3iRDbZr2G3SkUOhv38eHZWv7wx4NyxQqXN+Ros/pD3v3o90GIdVo6Lc/b8vF7fzZ
CbzrG2ItisV8EHQI4emqAeB6viHCLpZRq8SHBd8kvzqEbvcGZSHLDQ6hp4AphQLm6uQ7EQHMmqs4
Nauemw3CTFIWDWbDVqOKNlDr+frALlp1sbxnA+P8sCaPxlATWJjeBlfb6l58W94mL+232AkeDeSA
afiovzC1EcAR3JvIS+nH//MTuEXPq9QIszDvnNlpae91P5WD7pbf7vPj2yvEtjbjc+BgpSXXooY7
70Wyg2topbMp4KIHWw1D1FYxBdL2ON3lH4Bvbg1za+3eXsoNgHtBQaXv6FV/tDfkYabv14e/9vA8
M89FD1MDHJEeY/jG3R0TXh1+Ku5EwZn88MZkXjpPc5qJCgqtF32Gn+sOOQ/oX0CkADm9851lp1Vc
5UvaOX3gtZUPXnVkx8FwY4IP2pG7oxTeoHQoJ47VOfL3OPImUSFg9Q5m7D4m6xsC2QQ373NFKpOM
mPelw+Na62gK1gs4ZUevN5oGWfU7q6VhD5RQcbtYt5Xo/bt2oYDGBfqBaLAgMn9HSpO6lHoP+yAW
siBClewgfI588NP1BRaZ4c7wCFUAtZWxvgGIW5a6PKiK+SY10RelCwSx9kXTyOeqApkMfjY0qOgy
56ag7dcpBttL9l3gdG60CR4sL9tNX62vykbbDvvpi3QsPh6Nd0QdUJZU/dad6eS0z6JTte4xTz6F
G3aTtGQMJcxuOuPYDngD42ma+LmDxpkJ9A8OtOk3sr/ckN31+V5747CYBwwjChj7kbw439rTrMgg
a0kwCR0Ix8i0ATmM0zVY2ilf0PE+3yHB+qPrNFCEirTv1hz2p2YzOknB0cOXMjKp0WqQ13WOGgL0
+2sQ9ZKwb+cvSBNyIozvRsZjiosd5dmwx5BdkGo0zxN41UsS+pMSZuiFz8Pauz6V7G/jrAHcjfgO
qWkFKV9uJsEVFhVERk03bzPaSfZj3VhObGTUir8PlSgLz1zONWucI2wCpQHFOMNeFaFTZMe8cYKA
uKX5JR1bmrZHXRNslXWLSLwAKc+K8dz4gNnRi7SFwyNx5rUN3on6cwJRqD7XHsf+IwtCZ0hFRbW1
2IqpKSG2RLEVeC/uyk30ZOhMA+AQpYOSPIgtQqqqBQUzvjzu1AwUM5DTkFA0/2H0JW3SXS1SgVxZ
V8iz/9lFXCidhHU71xN2UdZ1u6KBAmyrebM1oA1Kp3P0en0XrZ4JGAPaE7SigHyen8eWKOHYj2WH
qyQGNLE9THImeBmvzamKhmkmEoMsHzLj5zbCpJxlWas6pyxnCiJOCoZoyCdYXhqU+6EoboIxRPNB
vCUNSAAg71cqGZLImqMaosYcdc3hA9tKUM8Ez/JFbU4d8lAb+qZzCsnyqqlDqxk6UeZsMwXTVslU
vygyn4yPSmmCY1fbZP28K1SF1lZFGyM5oBvQiaRy14Mmpw++J8WPFMVKowenbJod59gCg0uXoXBO
BOH3qudEvyHePZoBYmo+j5LqaiSFMr5cqV/IeIDavdq9Vtamj+6Nik7F3kTv//XNsYagY0RQv21y
p94MjEaWW9gMGf0rUAeFJjnh6OWa5Mvl3WQflSxD/wrQiX7/F2nhM+PctomyQJ2SGcb7UfrWtegE
t762SudBvZZOoITS55+C4a4dvdPh8kevsIx26thwK2AtkeOLitcUCWlTd83QpGPtas1WBsOjpiPt
0tFM3sQSvOGvcd4T+5fga9beW6dfwxzkSU4TdbEslCd8DUEnoD1BABOIYQM0AN4SpB4J7uviRQaJ
UZE+19kvyXoU2F+B26oEyVtwkus6ivGcKzRSpanRyYb5V782iHL16AnZF1XdGSb6Wn07BdZQVJtf
e0qf2uSeG3qsKNWkD/C92WM0+KBznCWT2po/TBUtQ4FnWnF+Z86esxbNoyaFNi41jZQvRYuuKLtT
G0Hct7Kpzoxw95gej1IIgkCgz4dwF4axYxoPDcjxUUnyO/0vwGuwhrIfE+Rhx4fbNElH8mnBrWnH
skfUxbHiZyWOv3al5c8JAgSl2l3fJ+z7LyKDPxZ5bWSEbUoy9AyxCTxvpWbbACoKafYXGX4MDPgd
HVEP2nQ5byCBin0sE4B5JTzJaCUt32X5x/WRrGy+MxPc8Q9UrRpVhj2Vk2KLxCg1J5/BDsAGN0Er
TpVerttb3Rmg8YOGholKMZ/H0aYYALKyxpAKOkia3wZ3TbyxwIZdzO51U2t3MNj+/9jitvpQ2DOo
+2CLLKV8P0Mo247Nh36xN9UAdLSmSo+qHrdUQUaZTm023wfI93igybvpszy566w8/yb4phUHd/ZN
3Mmwh2oc7BjfFOTJk1a233O5us2y9C0Yn3IUANMgcEdQZBhpQhcdnatB+KaaocjnrIQEto10LF67
4FoEDfT5kalCDTDxGtA6MEiO9Y++c+30OQf5mmC47OjxB+XUDvf+Qx6jDuQWmkadC3qo0Iu3gduj
mE11amx+SMfZbe8WL3fDR+lgeteNrx3SU9vcg2+wh2QmJbOtphsjS6BiZe9y0K1fN7M2lae7jIsX
ytLoE4sh7tvidmCUdy2oMqcn0m//xg5Ex8C6Ckp3vsNraYsSJT/YiUPHkjckTHclWtiEgNJPr8Kv
GUoBvw1xx0Y3hinWemzRwXqTo35jzh2yywH5FkbFVsteobS+VayJanPn5u1zqw73vWE/V9isSpHe
JrPsxnYu8Lirfurko7hzUwILMYHLG36KMfYddIRmEHrNCaDKaPqZZsGiru2d0zngFlWSpF5qVEx2
P6OM0LkQZysBTfqbFcVqAsmIFhG+EjnKU9FMCZCTdeVEpPKDsqAGcGypIriO1yfvjyH25ydRVZmY
wTAnLXominfdWO4JmMYsHzKB/fymBSKRvPUD8ccadx03Y9TGQO3iQGgakgBUttuNBBEKEBFcn781
5wL69P/OH38LlxDhMSDp1jpR/NqiAJHJbt7lTmc815FLrHQ/iUhw1rKUiDIQIlp4MEOJnruR0wAg
0M8+iiWftlM9UQXIkCKuaKaXt6k2OZJZ+ZbxDrUco/ilohMZjy8qF7Zr9vnm+vDX9ujpt3Cruhhq
DZJKXN3tmIB1BVAMd6y1yNXjKN1eN7W2pKemuCWtjDKzEh2m0jHcZYNCw7jfJUvuLJPqXDclGBXf
HDz31aRO6EZwDEU6ljWKJ5q6NcnDdSurscHJiD5z8CdHArsmK0kAM4GUbfpYf5ZKgOeNzpNCjWZg
/koVgAJHczMRlLeHxCMguG91ncajiG9z7XTC2apg/jJMZJ25O9KSx16qDWzjNhydDJTZZkec1jYO
Y/czVsDgWyyiO2stCgP9C0AqFpKSGl9tHhHwNZEFb6rN2je76WPalkkGo0Xt1poKbZpQERzWi1Eq
wAaiBMw0JgG/4F9WgzxC2liyoG0h74xkdkboFBgHTXlqhi/Cnt7L5UUFgelYAhYsIw/Dd9EwBa9h
kcrIefF/+rtf92/e7WPoiqixL6gmWKECnVsge2cSNdBiPXesoVRpfbTksfNkUAhpU3qAdDV1vK2g
OmJfHEBWEWEziOQnEp82dyergZqValjFjnuEYvfL8T8/fP/oHynM4id+eP/8i99s6I7iJ+S0//kz
6nnUK+jh4Ljbh4ftx8PW3T88PTy9PwlcxScJ4ln4gOIsE39HmRAkKIjzz+cEoCFDD8oe2rRO6/i+
HzufP7aR4Pa8BNkwQ4DMA9SG3DP21bkheSzzNJ8x+e7edX3Xx6A9KvBGaysMjntIP0CH2cTTknP4
jWbneR3XMeqN+/3T3j1+9zfPbzp99gRLfNn4xYZzYokdoBOPJBehEtgRLO2PRywbhN8FLu/iuoQB
VoNQkQrU4Gu4ocSljQ65GERX+6Prvhz9X3SD7eBsBQf9MwnPb4BTO9xAlCEvo7SEneP37z+/fv0a
0oV+hao7gkjAFNg/X2HaO3jO9vGjch4/HkfK/vmYUbSO2H8InP1n7fDyi4DGsy10c4Dy5HxqAW4x
iojJCbvsuOzudpheJnfvbLeOIxj+5192zRgXOo6kAHS+ZsZc7H7qf9ngZMKSu3UFpkzmXi5M6VCs
Q/oI/VF8wVCe2nDu7JaZOrIT4O/YsWeOAMPD+Fz28/ouWp/LE5vq+VyGdjr1bd3BZg6MA35BIR6/
PmG0qRM7vzbPm/vD/eHgCRbxMvRi2/fEMHtZn5yPvh7USE5hGB6wpL7/dfPq3Iqcyup5P7Win1sh
oaJCTIMNzz2C8RPe836DnfpNtE0u08zccLg9acZZw8DyMPTi+rsNvRVZuMSuMAumroOLCsog0F49
H4qWlIWUQiqDrdSe0JfB7z3X39y/Vd7bp6t0tuwMCN4a68f/xCx3/FMtyJEeg1m2P1L60jsvT603
4jqYkQVovcF1CU4FxU2p0w7/ZPjtM0A0QBaASYSaFL1wOJ2u4GKyL3K73Hxw94VVRJCw0f+ztOwa
dY+fv+DgsMPDblRco+ywsl/wK34c8J+fhwnHCT9cdoyvnyeTnZeLM/xnuvhHjFQHdS+ffdXnt/nu
f25v9hXsW/ATNwL7IfqCS7w25gUQXCDvIcKJOIabl7IE4a3eQGWCGUZE8fkDLvILfcbob50b5ibd
B18U1FzENOBnBccE2vlYIe5C4FZr2kgbLNgd+rmhvYkeIxs9IqnhaZlIQO6zk+hsmjljnFfukkJK
IkvD5VfSu5CGFBx1zkB/4XcL8Fvsf0Hk5mG8FMPeHO6dL7svm53nYfgfHw/vmJadzw7S08N+++A+
PD3tH7Y9/Qjdkb6L0mYX4TniYzYpCAjQlwR13vOTa6RjXoAiAw8S9LQBRDwjY+otioaEej0FPdmg
dSnehU2RCZzsypKANsIAagMgO9QLOaeE3rZ6XvQxdSYF3ORAi4LdqlxejNlIbtICpBWCzc/vfeBs
EDtj90PfS9H5R1jTl6QZlgk8gcAz1VBktz3VZmKp3nU7l9gPZgiVT9CCGwStUNy4wjGW0eQFQwra
ERUT1Z0JxDgRXaD0ofmR9BIG39rCn4pnlWyglTGrj5nkWeZG8B3s9uB24dl38LswnWy5D/AdZhJQ
Sw38zPZJfg+8r16hOQvIrgOB41S8ugC0Dsh0ScBuzZzvtQ/gdla7oP9sVvEBuhIBf2KF1JCh7mBA
Er6QUy8PA68Bb871Ya9s57NRczdCoFW9kYww2k2Rl1Q3DUhlssiXhq00vf6FKaCNIBKE/hOVb79o
A7tXIXefggm+BHH6plK9rEFT1OAGImwT2zMXU4kUggklcKLg+Y4/P4lHrLQkethA722y75YOesLP
i4ixe90EBJLxigXAhkdPJbI+FLUKHs1oroGxd2flIwtfrs/YZSDCzga0n/9rhAvooiYKFmiPpo7c
QiEcgh9y60la2L/kA5DuJvI+2zBd5MdiQgo9q6rx0FVgcvWmXop3aRYboofQ6iE5+SAu0EP9dali
UPs5EZhdZKeJkE+3XCPYE5AORA92vKttP+6RUiPH2HAaRfQBzMDlyhLUEoEGtPDAPF9ZtUv1haAY
worQTqc4ueRp+s6UjwbqJUZMS8m10b85QojpTTd2gvW4CFM+1+OPdW49pFmfjbnGFi7lTdTdLiSg
avzTmt1xfJbRodr4bSMY8fo++2OSm3F7TOv/I+3LdhvXgW2/SIBmia+SLNuxk87c6bwInR40zyIp
6evPUnBut03rmuh9gOQpQEpFFovFGtZiVQeFjei9yB+n5rY0f19Xa9UHACvr/62pEFfXrTprzSIC
7Dpq9wNF7tL9wmaQVMmYvmXKLH8/OZdmWaPKXGP9jGy6q+m7QtRQT/4ZfFLYJcGTkxz4JR1bpKCt
L0FXrLnlru8A+tbpNg6RuO0lBLtmkYLbrkmVW2hLga+Z7zn3THJn28ex2qYgChtuwBZyfbMuS0CC
doLHbsFXmlEF8iogs7xFv3vP2M0fxUe8r/fZI7qCtvkzDPLDkkTDa3tnYPwFNHBI7AP943zvbKMt
uqgmud9g2pV/jzOwbMhwwSUyPnuOTuyD6rlWogYLMPA8AsVR7umYngWtxfUlXIukTjT5zPacSNHB
U8PtFlLKwnjWubFBiVVlPEfTvOTwrl3piN9BGYfuLjDbC4cXjFpmRxJw1oC0Ku7CEsQY0xtNqUet
A4+219VaXbwTYcIx1grLHpkGYTziGzt+yEwQV7OP60JW1+5EyPIRJ2sXwQMiKoQQB9eezm5LOyyQ
eVcjmatd1QbkScvEMYbWxZePO1TxPPW4whu099Q/Rsa9ySoDS9t0rb5xk6cCdEBajSdC5dMumIwv
yfi9o5LPWFX371d85jlP1EW7AUuVBl9RZceSfx+tG6N4ihTJ0VqTsozng47SBjbvZ7bgRAohuMPt
HFTTw3xn5gFx75QxcGUsAWsrivB6gXkGLxU6cs63zm5Y0nM056KWMYI8+1sP/lGeSXCBLlNscE8u
aglguQHI3cXLceIaKNQXKZoKfhxatIUJtqYaCBV6C04q+H/g+ICPt9vEuUtvXXduMDnAp/p2tJ0e
M9du4ba/uIJcKTgV65jo/pwlNHDjQv+l9oWVgcEuBr9ibVVqG/YTCLw2plsOw5ExY1S3RWmNiEw6
szED06hiWWVzbbMwQI1WXAOpvYs+5wLdlwpNQfDbanpQRZtSA52Y69HpX5vBloW00KeKVjcNkb5w
rzSNZrSKg4VsuxiDqZnzu2gsGdDG4hPEy8sFSACIBhYKIbHlJ6JmooAoF4+euj+kYBCNq0TiA1fX
i4ApbKGDXfjQBLNjCW3nOQUXLXo9gnF87zADZY8WkApaWVvRmjqo12NWc2lHwKDGuawIdYd2AtQE
5ghKz60fWHF/3f2tCkDGTkN3lI7uL0EZYKpaSlFAGQzn43LaZ8OP/yIAXENA14IvEFFXSJyNMTET
IEZw5ycpVN8Fj43kaf95wYm7jqlgTFhj7y3QLZ8vU93pZdtlKCqOfbTV0g3R8aItA8UODOs1znjQ
KsfKXVABJZLXl++v4OXvJ46ONTHwOYq88J22+g5EUd+MdcmxWTO3U92EC0rrCxdE0tANqFqYTA6M
caO4VjhZktt28ZYXa7h0GZi2o+GhKVgCxsgdF1X2wu8cLfKT9se4DI3wrx3L7skIUBCzKo4q+mOv
28eqeiB7w6SpCRsRq5olyo9DxCB2YnaC1msjyDPno6iB/aH8vC5q3UxwTyxg8ajjiUUpFcniyl54
61lj+HZ0dOovk32XpHvd+FW3O8t6UPRnh+2ui13O6MXC2rg4UI5WTbzfz23ETOsJQQE0tLvkXsdA
Z/WzBfmom29NHl4XtXojAt3mEw3ABGTQuag2MXWMdcOVKy2546nua9w4DnG+uS5mbc+Q6P8jRojY
i96k9YBJVZD7GswzOGAHgfmcgrIso4Vk9WSyhEvezIGjDRR87Fn1zS0OVX5bNHdURnJ92fy/XE6o
uqJDESTqFyQqcZlOvYHb2Mdj5BftM79VqecUCVLFplcm3X1eFUHdfqSdjBB61YXYn+QFyEqCje18
z2qTJU6rwzzaAc+7Xusw0Ctt+5YJEd75mepUsAwISXn+yiP12QEq/XWjWDVz3FUYqVziS3FIWJkc
Ms4KbpJJob/aON03fEIvMdm5/L3tmMTS1x4iaI76I01QyFDxyEe7cuFTbUYgrdINUq5ezL+7ifI1
YuROs75e1++yzQMmgjl/EPti7h805cLhshxDKVMFIuukeeDoR9Ka9MUBBD5AijwOwnKr0oKhahov
Mt4MMgU6NQPqNhunk4EorK/1308RDmCEZtOiaHHtEIv7rYKjdze0G4qOokI2J7qy0CBG05A0x82A
l7Jgnn2nz235yf04gvC932ZOkFjokUIbrfuuyCYIZdKEbU2pO7C5rHAM8V6255c2fhtjHXUaPJnI
jS3DhFtxLoBMQasFWkjQv2cLzqVvOmvWOcX1bTlb5P2o8tMaHt25lVxyK3ergygOD4il8/JiKMoc
gQ3flazwc7CydM8231nKTWViHqr3OmCV0UZSGF1bR6CT6UArhGa4V8+diltSMB5HuOmK+X5s/aQa
D/pmT7MNG3oJWsKKLWJcABlwTH0RHSqei1IVu4vVBndOT93DiLjCGymo1S20Ika5c2+b/8q3iIYu
CMSwm2FgiBAN7ucC57geo1yBq864vqWK6w0oaXCcs+vnfc02TsR8VnhPQruu1xtrWMREeBZl/S36
c6NGD0dd4snWohLA+qOFDHRWmAT6/PuJoJZYdGjmBVOt6cAqi7Hh3BsqvT1MhfmgjH364KaT8SNq
bfQnVnUeJplNE0wL2VXrX9d57RpEWZagHLhQiaGp6nxtlcTVy8HFdOCcHRsMoFscA+rRErt7hhEq
Khwa6imk/X5d7qq5nohdrq+TJQAPXjmyREf8PioPbY2DmNivdeJuFTLft04GJjUpVeiiihCWnakq
xNVWNEZGXxmF3+i/xmYzsq1u7mNydMjeMb+Q4YWWYYtpXyvb80jyhFzzB6fLLDhVDJVpDuAgcR2P
76n6zvWwmBd+5RtL9WPSe6ksySpbYMGvzn3UprUNgfWkgP7pazu/lMAN0evM5+W7luyu7+eqT3Bt
Gw2LBllghs73k/JhruNlyHRQMXja7wYHA2aur7LY470kXX2JpLD4A+QUMBCOcW2MUp4Ly+MxYkoK
3Qy7UZEbT9EAwicwkpUmhpm16IcZZ80mT7h+AyTAJwU4kQF3BttHApjgEk9k4wNr2qPJAMw4KGrj
aS04KMKbNrMqE5YVuRvHag5mts360FXybQuqo+tLrS9bJ9rxiTQxo1dnRjw0GEvHGNUXqgGto+0A
HDM8wHn5SW0GvMyCqtNv2yRstED3nb2dPjfZEU5aKR9VoI7ej4ESaJnkw1ZCTgc7gzo40mcYXxNd
idErSKlhFUbURfO2+YKrYX9d9zUXDVQkTF0hv+BikvJ85wE4nQC8cPFWeerkwYRBqw50WZgj7+Y2
DdORDE//LhHNt2hqBNgaUjKCrbEWFTO3An/dnHbZFxr3yJOpc37bMi0NonjovevyFg3EzcVrBK0r
6JEAbLOwiHh8WAo6mfEo75UgovsZFpv8ui5j9QI6FSJ4XxAn9CpPIIQphHhjk/ljrGwKywiGjHs1
G7czMilVRh5Gh6QAu/op+YCVKiSQuv7u47LPJ+7fpEOuI55HME8yv26/M/pizxuuoVni66jflgke
Et+uy1y1TjgmWCAOqSnCr5SqEudZB9MpOACWyv7II9ko/Kp1ovUViVWkpdDQe66VFmn5jMYaTNr3
R7U4OEAf0beEP1xXZNXZYIIY3fwaED8c4Qy4tdG1dr04m7i6zw3lpk3ap8lNNzGld0ncBdfFra6b
g6gSoHWYhRF73dUh5kMJ0mR/Gdo69HZNjvbsvl4Xsmb1MIc/QgR7AK8LyJwYhFjWiFnB1lOyPGj1
79elrAY7n8ju6Hdw9AtwxgLBbJXlNuzeLB86rvkZafYpT3ZK1MClmDvakAO3fjnkP8VZSLc68JAw
PsMVzjUAMBISpQQPD4pTln7TMISddHrIkgg4sOW2tN55PW7RpS3xypc9pwA0+5S5zNwh7lzO4slZ
00YKdEVrXkIPsqsrgAuMThCnr8ak7xTFvumb5y5ODiitBMQEcqRugksLU4YZApTBeTGzZGdSEy09
P67vhnERonx+GFLd2pLDRYXg/MO6OGM12pkLkMopfaDQOL9JrFrV/YKk2aseqfM3lxRkj3FBDsTO
KQ86OqA+Ddzw3I+HOfJaELB+rbpGva8iPYsCgN5ay7R0Tk2v5uMA8jiMBIOe1TYCR0+anzRjMQ90
pRx/FlUGnq+oS8PeHIEtw1Nb/wBCgLWv+JQfptilox/F3fxISac9N4Oaf4v6dmmMS/oQ3M59eQTr
DbnNVVZLcvRrK6Mhe+jgdbDWUIaWTVb2sFMH5F9bxZ71Daq9+6bpur1h1GUwuW60sJcxySvy4rAv
8NYLSJXpYPIEDW3nWzK6iZPNM+jmh+Y5qpBmMGTNhxcnXZAg3KccsDtTViYlEpYNot6jTW8iGV/P
hYdcZJioVyPJhiF2EeemnNDPTngGLbSjOgaUfWNOaOT7iUvc1qeJnt3Wn5JQRAO+jApgLcHjUyNz
4ilCdEABKDcES6u6E8J9efpTup/95gFYU5KXxGVWSpC5GM/JeXYrfWA23oz+GJq/8wPfuMG8rY/F
XbsHzEZo7WVbdvF2EQQK0W1hDZ3tMAhUt/Fj+ZIe8/24aXz18bo/WDF67NqftRTDWqtJE5t3S1AS
OiHgm/vQgjpMEgbIpAj2l1UJcvNLfDX+mIP4IToC71QJ/hlp6XzJPkP40z2K9QjgxpCSHSMgOiZf
+4Bt0tCRVIouLzRBjnCrUM0cUG6DHPNBC9luOHQb+IW3YisLOlaP7cnmLI7jRKFZd0rEBxBkq7s5
CuJuH+kv1/f/MipFwIuqoYYnJLwejvC5DFQYmDrMKdKsxbcG6MwIZWq2mezHyAldAtqc344a1o4k
m3URtH1KXR6Ty/kl4vSOldDIBq156UcLvXU6eGm0a3EJ1LJzu1iW4CugHuB3F+w/5LEEy9MKWvQ6
Zsr83qab2mjRdvi1Vt9w63vgIdq4DJjhvUK36HAI4lkKP7iygwh6XEB9gEAFOLmC+MaMMmLWCLHA
mMY3TVjt6qOR+c0h2i351i0Qj6qt9hR/vb6rK8t7JlbIQxTZoJlJszxW+5uZ+YrxE30SoImWPJsu
e8oQTGDCAIMGi3LAMzk3HiR92YBqGBLkrAMze5Ik7BbhAf+dUqQjVJOiGdnOm/HDrUx6V428AeMe
y5EmAC/ZDXfG7rHA3GoM3Le5fOlSM79vC4V+NESZJbf7Zf4C34o8poYHJZDYLgonadlYS/dJ4esP
9JV45cbQvSRQ9/NNHdbMU5/73fVNWLnWzwQKmwAGqiVtDIGkfzAASOjIwDDWdvlUI8EPDWY8uAqC
NV8zNoCxrhWURFLVz8zguiJrRowkMLpKHOSdL4ZJlJa1NNUQn7g2qh80v6sM5NJZJ2kBWlkvPI8R
pi8ogIBVFK71qmRtxjEm4VOXB6mCwHP0ryuyFqJgshc4G8Yy+yk+4jgQGznroIg+ocV4o1cbRnWv
R19+p8moS1Y2B7mSpWtKQzULefvzo8FUsykYBtGRHPJY9d6NX4Z6k+Uyq15V6USMcEUwzluAiyEW
mrbkCZAyul8/OofiS3Sf+sPvKvby1NNBhq0ErcS1XmbEcA26IINHaw7e9oDEO9fQNPIhynNoqD1Z
T+aNuVE22Yf58GHdIf8ImL+9W3kUrLKen+4Nf9pl4PWUOKAVkzn7BOGI5RZJdXdaFrn6Zru3mYww
ae12PBMg7GKmpsxKCQRYP4zUGyIv9ZhnBqkO4tAN/bBlSda1QOl0TYXtTNIiYVkCC0329LbG2BzA
n+etSb35pvK0B2U7fQVFlf9qPA+SEG01wj0VvXiBk2BDUQqjMHWo2r0BpHafugH7anpt7WmLIfnD
Yx7+u4M8W9zlCJ1ITNARyop08Stj5anKJh7/uegvmKjgUsADaA/lolOl53ubZbu6keiwfsz/HoJl
Q090aEE8084TdGirOCQG4PTGrzYmILXwuutalQMA/GWib2G2EgzRYkigA3YEE27aw2yhBO9+H4w7
kiUSF7ni60Ea8FeOYIA2yDXBQYKXYqzcT+y2518VKrO0xTEIMdmZDMHScjvSe9ShgDQSP2YRqnDl
pkLxKea7Yb7Vu4e02qvk+/QfrsszsYK5IX1OlNRdnIXpU4x90FYFFdHBkG2VbAlFo0tqDHBTqBe5
T1bzpUPXrJEH181BJkMwu6meo1IfIKOLH2d3VwPE05TOTa96VwxzAvABT/eLJCTFHGdsotvXbwFZ
Ta2AAOkLEPRF5TvqC+jjzPS1K556QJdHGlhYi2dFFnmsPrUwNYB+IcBPAL9bMPu6b8ue1TB72oYG
yMPLsNKARdwCao0AhIh76ngspHRSa6uLQjG673ESlufD+aEerMTupiVt2AVjEO2bjxkj8a1HMMkc
f7H85lZ9BB+xjMpoLUJd6tN/xAqbmilGhlUAbp69dfCuHMPY87rD6NO39qk9yJ6xax7lVJrw8HPs
fJ46zUGGstw15i1mUt0eff+b64a6fLN41k+kiKB0HSldwIVDitW9VU1gzrcuuEKA9tyPYVS+XRe2
GpKcShNCEk1px7nVIQ2Y7tsxiLFl2RfnDiFQ5pVbvH/0txj5ouTxybgBb2YWgN6OyfgU1nK/p/v4
OR5+cifUI22GCJTB/vzlPfXy23kHOKsnsvml7/swwqBNg8rh4SCbk1y3WvRN2WiaBi64YLVzo+W1
qyIULLqg6zqkkX1Heby+wv8fG/0rRLBRPqPpu5ug2xCywNrRO+QUv5dHHkRAWuc7KovwViMw+KA/
WglmSgH0ofcaBOpbrQij7fgcP9Rv4+xrtqd6siTm6hqiR19D6A5gGDFdgHECk7RLvJdWCJ6PQ7bj
smfOuog/2V6Rfr7mXcbTES7NLDMPDdtjHns9k1zjK677LO0hBMYsz1XFTZH2qNPRq9w7TRb9r3gP
pF+X4ruO1mFQAZy7yMIB9w93kcDp4YRz5feIsltym8gugJXFOhMj6DEkxpB2BGKM+BhnR5bsrCi8
btKrS3WiiXDFzLritnFelj6oGgLeq14TP1+XIFNi+YITf6B0cYd8BJRA3QX9db8TNnhW835dyNrJ
tBecYw1vdHehfDqXMqPTGRNHkJLFpgfiDS9KCuBce1V1h9QM5I1WMPebpn4Z6Uskm9BcjqHg58+k
C8FVrhgsw3Ah4lOWbXviPKkMnVWgwI4NewNgtiBDQ1Pl9tvrWi8+7ZpYweelRRbj9Q2lZ+Oxj46F
dTtq34zu3ZglB+pyD5E4cAA8Bghp1DDFFsYSmLN2rzogYq9VUDTR9q60FQBnJ5LE6OU6oo8DPWEm
CDuQNLiI8wfaDtVkY8awwtw2vW2AFdcCWc3YqwMGa+8rLik+rSmGifdlKMDEKRDb/MamtDEA7uR+
gXZ27SVPHpX+2/VNkogQW/wsalckqiGisei2M98Mage9bIRn5f3q2sC/AxQUGCrR5yDYf6SRAU8k
jCTNIHP57TZ++Zt4zQGcRkPnOe/Krf2UB/XuumqXzuNcqGD2k9I4nI8Q2jqYnQS+OZd58pWYBiLc
pWUR7AaYtRY8bTsMcZK2EURsqmcWFn4ZZttqT47Fvke7rg/81urV2Tb+A/fIMduSo2x8/dLXn3+B
4IRLU7ErNcUXOAyA1XtL3zCD4c56vb6WK2KAVLMkGEHgsDiTcweG4wV0AppCQfpikYMxho76TGUt
ep9tYecuA1BpsBACQlrMh35GbyfeWO110pZFiYjUKx/zV4158SbTfKR1vPQm3UZB4Rmxn92yTRyW
T0QaHa6chjP5QkDTFrPegwkK1cubOdSCIjS/aXdTqHvFi3v709l+/3l9WVcuhjOFxRIfGqe6MnMh
MHq3NI+rfv7KDmBc21i3dAy132j79CQiL90yCh4EDWNoaV9yn8KdmqmT0lloH8YDSnnK7ts79oSG
dvtoN0ifzVvyrvnoNIl8cALLCpprVuQuEA8o5S+ZXsENWMpkazk4zTCkHRXe3EaPhUrv+Kz0ew2k
9ZLzv6boqbTla06MKXesbFYMDA5WaZt7ZvN9rIpnPf7mzvpuGn5fX9YVywGjC2YxcEFYmIgUVzVr
kqhtsZGkBgmt+n2cqGc3T9eFrHg0dzmCGgAYwVkl5shHbRxqh1DEpUs3lIfioPOAENCVWOWaGNtA
tAJEIvSXX2xT6paZo3A8sZHoByFM4/57KO8icQEYZoAjYlRR7BJISaqUeo5Gl7nqA915xXCxl8jG
6ta2BBCh6EJdZGEU7Hz/TadIG+6i0Ka4D6wPCxqgne/6hqxEBK4JCACgumJ66aJAOyWk1Fo2oC0l
CvP5Lem4l2HqB2VaLcTsGIoLpez4frIDCT4SNw6qJBjWglZiXS+ZlZIkMeZDDHSnz55qRpNfRmp0
PxoO7NxJkEnDYjam77iMBoQn3Gs1F70rSH2BXAMrr/S+yRVk/NO553vOFfO1jHq8RlKVNbusMfI5
YAYCKhUs78mW8gJYxwzB1bHvOD2i3NjdtdoU00PjpOa9Pdu4eeZpDvVhSg62Xqrv+lRjFCJ1+z3F
QUx9TcMEp2fOptZisCVXOq+Nif27VOsxnE13+kiVyXqo+6h8SpQ+/9pgkPxgAvwwtCDjoXFj+9BU
lZ4E5UjYjVnY9htDn99Wz6dkmbfgwxRosVLd1anLglktwBAxdSr7jrgbncd6rIFQx4a9eR0HBBSv
umE+oDeNR/dEUY0v2UjAf8SJQQYQ3ST13rGS6bWhXRI6KSOxV2sDhiB4bm+T1JhTFKvrBsC9dEKD
6AzenC8F0MPe8naOHuqhT9E35lgtYIqULHCaiXc3zASeGNLRSXWomry+wTYa8cYg+fRLb/W69Gae
l88p1RukzyxVDau+T3/3QwvGIMXpKiSBHIfmSLcBLEg3+fCtnmOWeCxxsw8t7owNhspNMAdWhXE0
kx5Z9cGOZOO+SxJBND8I15B5xKAeJkjPT1WKWDVR2hpv/nL2TTCm6MqwnTOw1AyNjynWX5kiyzPo
aw4JwzUo1SHAh8MQZLKybZN4gN9TnpCgqo5vNSgmvPLWBNjpHTuA7uTJuss3bUDvy49k4yIM0xdG
0OuHffUrMIQOcFoAHWOA9lxzK4odsypx2I08tIFaTUdp/LFyQbpAYvkjQriyDB6NtTtABIlCi3r6
7eR/II/sePo9qQLjod2nx84je9nFLFNNCO+aqnDqgUNubKD5p8AsX7X/vy2ekJsaJo0CZWTxlDhf
fXo36g/XBayFUggpEFegAfizMf18ewa8P+pqmBA71rry7jDH+VYlMZKIrVuh6kPmvgjLiAAPwSxt
NntDEqV6gLbr8mcXGxnsN+0PTcqZbPJtbXFPr1MhNCjiaOSxieuU0xcFIa2dSIrza1ZzKmD5gJNA
x+2GvNZB5+a3XH/N9WrbEsC5T81Npf8HSadXqvDaIGUFj5KhDbMf33PLDjLaBF3F0cQigyqUXd7C
oqk1rRuu4PLup53W3fR4asuQ71fiQwxMmIhHMTZhXYzdp2zSGbwZotG8CkurDsut/QR08Y0Zadvr
xikTJazbWKtlPinIfUdNugOkf1WgLXEIBvU2+ee5IxOh1YlWwsKNmhOzPEKhAiOCwWCDcM8MivrV
VNugUmz/ul5rlwEI90AUDVpWGyyq55bXxjWjPcES8sZP+9RrEt8wd6QzPGvc80xmFGuGfipOMPRe
y82pAhW2P5Wo9rNgUn9HzGPF63WtVooEC90EClugBzBtSxxbAKtMl/CG4Rm4oRtnR55+oYb8A1dO
h1pT6hlbdccPZNe8cRLIekvXDB9BPtK2CzPvRUOPTUdqFRZkJ8rgobfbRZ+INteb6ypKpIjvzgkQ
OnY64UbNkspzE4yoPto0vC5jbbdONBGTI+WMCaR8giZWY9lbDvw2FAi1W+CqaigrR9nT/02ccMbS
yWyLvoA4w/hROD/AsYjhs9FLsq/X5Xwma8UI6FQvweiztnQ1ZXmFpd/Js4pcozcfkTTD5Xl0Niho
AXflzg3TD4nYpdP8QizCDoRB6I4Crur5WevgQrqIYpaG4QYtLcy9P1L9SZuQxk2DpA6HSd7ZsHa+
lwZJa8kUYJJaUJUkWsLjZbLGqKvGb2bjUFP6RHlTgvT8jqHIrBBJ19SaqwT3gg0VVeKgRetcTUTC
3HCWuVCFmxTAmPdWToHdmlbqvnHbNzAgyGrpqxKX3n6U0kH8JhI92XQw+zbHVVNPhYN+AC2ddzlP
tXc9j5TEb802KrYlRlIkVYGVuADzJ5iQBPovnhVidy+2uMptgCb4VWLta3rrRO32us2snHIw96J5
GDQHqNOJo3MKGq5dk6J/WM3zcmPNahLYXT+iE9H5dV3SxRoCPQkdtMh/LFAC+DnfNQzITRontPLN
YfB0sJzSn535YKU/bBm47YVXWSQtjN14/2J6SNwtmtHB0WpW+QwQqpk6BEa6s5ExiySXwIXpC3IE
jbKeUGREoZHhgKyV5j9cTNYCCC3MC/LNisybJpc1DMpELtt5Esc5FUfGaoZIPDIAiBYkyWM/gYG4
BmbCjwScttf3bH0l0ScIICD9EsxjwuRmoTu8QlEK1RJ21/DMY+mDlf9zoLUspQXLWFI9KPkIiZgZ
ZFi6WkJQX3y1ylulCDvkFiqyaXkq0Wl1CU9ECZdA1YzEGQ2ImhQANemeXtJNUdzEwBzK86P1zz1s
gmaCfzRSI1FJtywhYOvyJDrEnO+u79JlMCLIEAyxBLdbatJl9ab3yn6cNICvjJ473QzZTTeHOQeM
k1c0O9TDFWvy7fSFk0d7uEehCt3zz5KvWRbw7BYSvkaw0Uynda2a+JqOAaLxAPI6DxlJj6FPvLEP
JOo8XQ0xFplUGylZ72W/wSIcOUnMPmLKHcXU8wOi2G0eu/1UoXtL/5YjjAD84J0CIAhXy7cTAelz
ha6g7r0iBWLRqJRtxfL/L5QHoCPyuzpYjsTrEK+FiafKAk6p2Rg7Q2sy4BYr+qLaqFCUxk5Bnxcr
o++m3b2ZquRivCyiQXuwyiPzgqtKx6jrufa1QZlduNCe8a+8soNIB0SmW/pW3L5GRN87tbNpRpAK
T+MmtvI3zqtNZA/HrgTP3XUzWHMdp58iHDMrsgywh2MhgFfbxMlGJb+M5FZt4/+y4qeChAMGRlAV
T3IIap3GL/JXw93qagP2rGcbuU0FT13We1lzbyRSXuqLeOtzuZerE3jdKlIK58tNAFXLWoLlXnIi
RrOx7J+G+gCs+Gy0Nnn2JZnuSn3zX9b1r8zFvZ3cALOJk0VbyARUxdxudICeFIGdlXzbFen4jZGG
P16XuHZxQ9H/1fIC8o7NHS1MBJGAOwcnetTi5nZuq/SpJJWPlG5wXdol+PnnomIAEQQUiHpEDqkC
gCs1VVX878T1ktlX1QfLLLzGeXbtj2yhYwN7u/lWR1/oPwMdnYsWp377UbFyd4LooR1DwI2UlAal
gRx4LvORq5az0MvZ4LtHkCBYjtONytzpkFTWr0kUdpOvx7fINAOL+AZ9bc7szzKAvVXXiALUH5mC
5TjzXFRaDZk2mHZzJyxU01eio5uFinWw2+0cbWwlSLXvkg1dDqDoEk/lChXTlLkKLTTIxYiI35F9
N9xZNhyhP/BjSdE5PgRREeJ5gmGOyJbNAKz6IbzFUKMCcCsAUM7Pi9ZnU05Ks1po/F4ozwBiDeKb
5LVQZETxy3+60PNE0vIlJydzGFmhjhySaqCcNUkSGCwNG+WfYaxhpEvIDsDghRTkogFNYyNwXDQo
pCDF7mRZ7LkxfE5lmu+5RiUjDWvLhxyHAWZo/JqiobptV2qKqlS+olc+sIA8MiRA328fIlNG3be2
fqeiBPs0UIWJDZRnkNYouyA3ALUKiks7aGwZiOfl+3xZwxOtBJN0ACzAWAlRdXXo9Xed3NuAS2yP
SfMDdS0DpN7aqxbtdPa1zh+1EY362+uHYs2nnnyAmFypRrQjYfoLYUL9syxvVPeomZnv6vdlKqvm
L8smmuWpKCEmYG1k9iSOa7+fnd958ppXGO63WdCgCOM2ScjMQqLcmkQs8J9rUVjdZE6bki0XhmX+
zJRD3nhKVHvJ6BvqbVbIDvia2fyVBn96fuwirZ0yvcH971T1TVr3u6aPEHD+ur5ha1LAa4sTh2FU
C30n51KUzFbynkUwzsrak56+0CYJWhZtrotZPW4nYoSoyXCTItVMiEEUeRhqM5whIh2tXVfqkla1
lV3C+D2mKtG8aNsYSxE0Sov/NUGH8H5TRCYJuFp2GElw7rNBUQOrGxMPjaKdJJ5YXiOCQVogUQLG
tQ75tggqUzXUTsoyqVGFSZVHg5YOgFFdJjHCxchEKWBxxnsSbt/FuOC5enNrRHVp4GFctq/gTFLT
4zR7ffTuksnD5LKnyRqDL0uQQFlHnhst/sDNXUC2ziW2NQPIX6vWfuo2noEhuoIyj86OP1Gk4ri1
I/q8SXXTyy1lb1DNc5x4Yw3pdpgBbh7zu7RCH7bNN7PtPKu15rlusS1IHmYkD5qK+DmAtK+b24oN
2NgDA1aNIASxwfknzznyCYWigZfHQZhceK27saNNS7/FRgs+AYm0y3GQpS0Fra2oBSBxDRy/c3Gd
i4SCvohzSszVfHDMc6McZVsPzrzT+IbTrWL51zVccbTwQw5AQFHcw5yj8Dqwatc1i9msfSAyBGmM
Ip+zqeO7zj22ZirRb+XwwgAIrkmgGS3dN+fqTSMv2rGBeqjKB02EeDXziuxnOTxc12ll1ywMw6Pq
gLFtzDwvOp8EGg6rlDRn0GkctpaOXF2yj/mznuOFOewcePr/m7jlc07E1Vo3q86yhGP8UpPE08hd
xr4k0UvFmVf+l0cVtMNQ+lLaAFuisIpl06Zjr9q1D9CZwgWJ9uBluRb0+mvqer21n+vbOvKuq7i2
cw62DWcARwGwtecqxjq1xqTgtc+6YADYYVX8qqZnrnaSpVyxRoAZ/JUjuPe4JGAg0eCULHfHgNRq
e5ZionbjF420C2ixbNEB4p4CrpaOJiBU3s51muKx68wUshztfjTvldHXkY4Atx8dmGeR0NGCugk7
NG5lxtZlv66v6NpZh3FCNNCA8SMS5pW2k9nlNH4a6aD+yNt3xwp1tmuIr1poZKHbYpSci8VbXWh8
IlIw1GSIxqq3sYs2CCXmmTyVhmyAZnUDT0QIHiyxjYlbDCKUNjm2VhcqcRuyLr218uIrSyZJd/fa
m+10FcXea90u+sYdsIpOy392yRenUMHTFn9BRvEGRNdPSuyGBGnfwXzrXVlktfYUP5MuHAtSk2Fq
CLRN/oe0K9uNHAeSXyRAlKjrlZJKdfk+2u4Xoe1u675vff2GDOx2FUsoomcHmHkZwFmkkslkZmRE
s0sqt4rB+FQ+St1vP3g1w2NRPkEXsFafSyp4dVwiNXCXnniPxR2USFKUfDJhua5iR6rRP2vDo6bH
d7VevDRlupmGx0kNPSnowYT/NKkAAqeCcC7cfO7uSFR9KoYSm59Uv1P/oasGp7XsLL7rKzvtd/mM
1/qPRgR8XI1FS1cZoQggKj5xmaZAHnMKqyFx8vbJaO79YRPngiRs7Q4BA9P/WqFc1pzEfldIGqxo
FBlSh1xlM5Otov1UFvTb8/VgsJKLoWwE5ZSFxAXjF9ypiYwppwSMX7Zlvkh54unl62RJT7UMHs5C
P8Ya0NOaSIBEYJQv5oDBhkhDC6N9AUqcF4jVxSg5hNDvkI9GEDFdpD+2BFQu/GDEFY1QsOWBh4x/
ImDIygqUGvkfZrzLVmFKvZuAvbu+lSvecWaEOxhapmd+C153ex7vW9RxwHQJ6RNsn+CmEi2G8/1I
MklhlIsd8wOYVXQW0GEV8XauRFOkn5hcQRUDA8q8q+cVJhETtOpsdFZp+moVrjm7EDZFuVb0cVb3
7STT5dZjKRiAKGSYKv27uf9TDU9G8KS1gjfVms+BSAcfHxCbBcF+fueaTVgovolUqchCViQ7i7yE
xZs5jkxrP2egLxEz/t0fkLoD0IMrHpBD7mhNlZ5CuQUWgbhlUutDSyA4ErBNKek/Q2uQvZ+Y4msW
6DkkWpUspkBoDwagraT8AEcimwvz/vqiLsVhv03hCbUIzqEnyGW4DajAyjHQCntq6/R37gfFh1kS
6W1QmvKpMRRfc6ciDUA7GabHdJ6Noz6BktsjxAp3SWcUBTPHiLb3QFeTzo3msOodWc16QcaxEkXR
yFYgVg98N9pN3O6X2jg23WQUyKkgqqVs9OZeAxlRiplQtQjZUL9f35i1AwPUA6AACrJUNOzP/SvQ
u7IvG9gL24olBZDB7yMSSF2+N6NQcP2trg1tXzTtUYm/aG5ItC46dVnbXNUEBLPh5CpGeVMHJeYs
5/I2SYtoi8ULIA9rz2hoUqKFt0h9Xr7YwlStIhQ1S4yc6/6rCdmIRyOg5GmORoXYap+274OuJluF
ZtpXpXXWL2sMe7fpQSzIRvR8dgBRa294sAQTA3+I+WjGiZZ4UkGHwdGrPgzduteTH1oIubVMVxsn
lmryFcwq6h2EBESYiq9U+8HwjJk26G1BPYoHRPsleFSGBODnsnhX6I1iQQVDfyiVB0UZnXDcN9RF
S/K6q6x8vjObS0A8ebVRY657ajalLaVoeqazk02/lrqqlqasBXy3RTv/usW17uOZSe7UjtMQjAZd
TNauDFYu6oHHe+nBEmNbEpDElTsruEGdqa02eflQWq/Xf8D6kkFmBpUkxAw+zcBlC86mtAPLonxT
Fk7TPpot+nLgSEbvAc5w3dpajorl/p85PsFIMDJU+gRfNZaBaVS2hXU79buusiVMpy0CAL7+WoL5
D00e/fdYizTc1l5YZ/a5ywaaqmBnCLDcYN7FkI+OfoCTOpDtKXoJ1e2ovZVBLFjzSlZwZpKLP9Ds
RlNi2WFFeQj7PzJ0C7uv69u6coWemeAu6rLv03mUsashRIYL4DNkstHQXrWybTY79fJl3esWV4Iq
2K9AFaKCIQ10eNw+SgOxhlmdQWZs7ScTkqAms+qPyPcM4TdbM4X3PwROKKhW0YM4P5RWnWEUJwAS
dpR+FrmjQYzHTMBkl7FxFkFqVjIeTP5gtgl5FbEuahq0BZsOiHqgg5uhi5kfkZu6cfzZV9vr27fm
h5gqwVsCsW1BFnPHnvSy7vcpKW3aacAv5wbtUkZTGjpD0xYzmxpZCRlk1vOjLpnt4GQxxoWcKhgz
AfZ8zT0JyGshUACpy4sR1D4IfTOfYvhOhSGfAPyuGKD3TUOQG698RWhiEOg2YNyVwOXPv6JMZbMl
c1KikcpSMCrLyhMap1byoYoYRNcOAwgyVBmTYyjR8/w5fY4pIwrqQ9sE82X+Wk4xk5s9iPUyafSy
Itzh4hN8zcXbuVfMQnkHVk8Lwo0o3ZwvzpTquqxIgetX/pITDyktI13EMKPfj8kmsd6L4jVQX+Nc
RMu6uqt/DRvci3Qsu0RuVRimUm9XHcgOJCe27jX/l5L2rBo2kb+3Kk+bt5FlN/S+Nt6i4H0ubhsh
k89KIel0D/iIMLZT1nc6fook1bYG5x0IgERQoZV/xUZjq/VWyY7B7OQTCyRgl20/H/9DpMVLmWJc
BZfZxeSBofpqQNUKf9q03Fi7C0PwpRTvgo+9lpgA17fQuBrIQXj2AMVolczXYaVHN2LYpMovP/PM
xZHrTTzt67i3daMTLO2yrrIIXpC/cg3LMT5JTQpIJ0tpBpaWQMo2NPeM+T3wb+nktU3gdvWDIj+b
6hc0wq+v9uKrcmaXgHlitqlb1cxUgGm1uNhIqHnq47+mzIsF4K4glQBWVYChzy3UAQnUpsF80QIv
VIlL+pdY8qi07ZLYTiPRtNlFhIc5tBowvYvDCvwRd3FpM2jnzRBwb0KOuMPsuKV2E/8spEgQFNZ2
7tQQd+03pZYHjYFZXFrmT92cP6vCd+xF6F7WAlJ7A71IMLl9j7SefJyI+qlq9sB0h+2bCYHVClQZ
grB9kR5yJpZVnpjQ5Datsm85oeEFqhlGBEpGqtldALjPfSWCvax+nJMFcU5uJZZcRT4+zpTsCZCQ
klGywcQLRQQlEBni3HqUALjsE+xc7O+J+dKnN3XzaIS764dn7ftANxWzc0ukoDzmfoxnc9aXmaEg
NcGIKr2XZYUxpfzhupk1T1ugJuCQVfAvX0PzQ1mbqYHQYCYxPcg+6VjQkvjlupXLlwpcAUB0C61v
CsJ7HhQkt7GRAy+L+YxO+tlVqqdIKpNAvjtpCRvG8Dg0iIGmU031xuoCN8CRMsvATjvzvwRDDIir
aJEgabmgyFNLfcCUEV4M9dxSlkf9yBJMjda0gARDYQ+SBRIokNeVEWvi2S5mXfALlqB0duF/78Xf
H8AdC92q0sxYRmF0yIfk3SYxDjl4SiC/HmSyCywvxKgEJ3HNZU/XzJ0NzR/wvg+AXrLqcRO1H03k
FYPqzO2H4Dsvgena2rizoeXWFBkEa5s0SFrk4CktBxBZGPU+AAc8wxPSMdoPdU68BQkbK8hzVBEQ
dvW6O10tlx/TpFfMYdngBiNpqeLRIWPU/DNrn5X+MYU3LWCVCfWaTtA8Wot3qBGhMAWWX6AguF02
1SlMoISOkEribWBYzCrA3B8/taYTA0nZO9c3+yJ/+/ajv+a4va4KqLNIUD+2g3D+kU+V21N9X3Zo
Jywih8T6um5u1Yc05C0L3TTmebkkHKO4sYXyBsQiO9OZKvQyb2fZiydRMri6LIxLgpBkQXXzyX4Y
zUVHI9ipsqflUPSVN5LAMasbU6TRtmrKApUTUDky4APcfV7WWajXcYVQIBNbDraq5GTFZvJ/Raqg
wLrmGst4uqYp6LQjZzm/CqPJHNsOktw2ad1Wc3Ty0Cd3sj6gV3xsWsFpX7s6To0tP+bk3iVRAvy3
AWN53+ReHxOZYeao3Smd2gp8UGSKS8CSZK5oRmBKHW6N6TOV7iE7JrCx5nggcEGGB7wMJoO5r0Qa
AM6LGA5RdqjBdug2g8WjVCQgIwWWVldzYmmJbicbF0N7aLYKWAowMSWpwCz5t33/fv0crYX/0+Vw
5yiueipjcg9ZMY1YBRq2KmJEQyX9OZsq1ox3VeVet7i6gRYFQBAUNHisc86Hyybo8glz/mN4S4tN
Ke8ikO7EAq8TWeG8Di84qxsrWAEliMVA+/ETRdB9RJS7NBTBRy4b5VACxYnFYw3rQUBavuTJlwqB
GySxifn9DMlCnYOSySqZXqWso19GKu1Atq7g+tH2QddDBIQA/1ELrvGVI72MncgLvATNVv5IjyXa
gOXyEwz6pRgugCyltuuLmsnGJ4jsBa65EqqWcTCA66BaiBYNd9BQVyoAJ5WxYK1HwVHaoAD1TPVx
a0nFIQswbXfdZyg2kLvIl42luM8gZ30xpjiTeuxUFV9zlnV30E0XspzXLawcNlNRKDRNljogyEPP
PyEgW+lUo7sA9PHPMrgFdIXFqYBzX2SD80maRrKRAWcHpdgabIo/E0M6EnPcXF/JiuefrYT7NkOU
aGpQwhPqGNXvxk5BCaI+kdYQ7Nh1OxjXON8xEMugPgYKeFumPSvkuzCCdDKq0SLKt++rnP/4qAkA
Noj/WAZPqqhAwrlSazyr5xq0r6yrpzJhISWW45MRfS/LLMLCzbrKcn1QPe3CYRx28WBYx9FcRvTT
IUyc2awGbw7DeAMb3Z9cTuSI1SgU3put5WduUseQH4zGOTBYNiX+4LY4a8a2g/itDLW1RnWTtFQA
2JrHH/4wy+9x0ARHKyqnn2OQGv5D0inqO0VHzClCCRKbg2wEnpkS/bcfJfO9kSqZ4khmn3tlWeYD
08dgiNHHrzvfq/3W6I9WnUggym4SEnokCMIfNbBGP6S6UlU7L4rwvZxMEjEp8LPcNlugqaC1nG+G
uI4twQFfCyfAzi7EDQAuYOCA+7glLr+MYKzbz0FCoXk1ktaSbsfqWFIXPbXrLrt2ME6tKefWgriL
AOKGNcCcGJDV6GRjYg8ljetm1jz21Ax31zUJuKWsCWaI+ptkD4n/2HeflVAzedkb3l/RfwLPGzJT
C1nW+WpqXwstNdSR8FefpeoomafSuySMQcd1kGLPKO6s6l7XH64vbu2dAeLYv2aX1Z9cQkMbBile
AZj+V3/3vcaK7DFtEqb3roYRTJneNZLbRrbU7QSGV76etVTDETRBKAz487lhs5pbyaItWN6N6JMW
P+celFzaQ9C/dJAJ0oPJNfEMCBJtN7a3cwK4rw4YZ1jsJ9Xwrv+WlXvp7Kdwe9DWZgqpW/wUOhAd
PXjNkTTQlqstGPCBxwCFluCcrKRPWDjuJQLct4wBo/O1+7qfRzQbMowX6U9FCgSLWSa2lvm3nVR8
QV1020zNU0lFBHzffKick50a5lUHtYwkA6iCUJYv5p0vp0hxTCDpW4m2Nxg2HQckPkl8iGfABfZJ
KPkHGWx3kQ38QPjlT6os2W2iE0hrZv29rEzxNgZpRcGolKQKmzq/fQ8TbXztA0hws5iG1T4cem0/
yXJ6L8e4hvNAJOG45sLIRdFbAZEouAt5zGoczE0b9iPUzKS+R+m7u5HNRkNUoO9A+CduXSfPqMPc
a6kH4hCVQafz67oDXc5SY64Kj2Vw1cj4nCBfOP+gRqAZzWh1ma1PL1opb0KSvVpDzvo4fbLQDAlM
GZNXvU2ampFwvI8A9G+16KlVnmgX3/jkecQcqqSKWFxX9gYqXeBaNHDOwFXI7w30lFVayxWkPXJQ
zVVqq9iRMd+hosT8InTLWWbx9DFCYyFtPv1Ke7q+MWuHHHw30NcEKaiMZ/75vtDQAFNmJEPaRsp+
qIBeWo3xqpP035MKUHsstTAUX/BC4O+dIR51rYJbT8PMdEi9LkofoZdhgvv6elY+9FJnBL0kuCgw
GsA3eRqCvi8xJ9D2KO8j3tv0DUDBmjjZvO/lF9pt/I6BekmtRpZCAwT8f2m0C4OtrNpg0hL8msvd
Xer3KGZA0hWXrs5lhnIKHlIcLBThNJC+h8DVYL5PpJ+1EjPw5RBc0dwyUcjVlyz75IaQUgtpbQhV
W2dzc/e8/PPoMWbv7aeJbUO23Qry3cv7FgpqGiYvwAWIc81zOndhb6hjhRspgCwupL9HwEuV17EV
QF0uHwfnZrigj6RRrZpFpQ8MLGygt5MlYly6vFYWC3jtLARWMnrc5xunpVNEMg0WMGHvTvJLPjtJ
juGc2fX/mQXvO/7gMYm+H3BXfA9J12cfroD4k1hxe9/mEUS32+zfIUkwcxpNuD0Dn4fW620NudfK
2vQVGqyTNIHYJryd/a+6iTYTgIRsxitiFFXu1jYTXStcl7g0EeS5K7MofKKCZBMRFg/lqL9BY3VJ
jvzxMCf/DI9clvnXFo9ZjAZgzEKoDtvq3IKSwQTl2UGNDqbojbK6Jk1FPQ1IOarw1cgk1FHRBtgM
vCwtI3LBwAjTTbdp+zOXPEHgukwvsaYTW9wpHnvagDAVtvBkRU7+RybIybe6X9jU+JhR1o7oplA3
/fh83fDKGvEAs8CsAdUILJFL8xTLjBqDFrk9ZF8BuGKVHDczZXK8N6zY/Q+2UFxYaKUAmvu+DE8j
1VBnOZgDc9sCHp1QT1E8udQwh9Cx9t/bqAQTHehII+cAIJ5PX8t2qpRgqmCr8XSQjyUWyl4EEyqC
/VvpOp0b4s5cqU61no4w1GWHJLyZS29UfyumC1rGHF32Pj+g0yIrr0WxMxu3SwQPhMtUFeYpOni4
9TCexleIcs1KAySjoEbRBkfKGruNdHtYuqDGUw7UnqL+TkST1is3wJlN7l5TEc2UjMLmTNONFW9I
5m8Nda+1oj6aaHFcUCmrVovLsUbbHShQ8OFjURMDJRPRQHFIezuSN5H5ft1JL9/IZxvKz1DgLoek
uILF5QYqbfu2cWb6c24oHvn2GNe7f7eGtFQGDRieWOC1Or+DplHuaxTP8fAvIledKjupjxLqewm4
KqpuYADQCJKStQN/apH7eJrWYSLVAHGDREqvGQEfTezB1DdRmIEBVpSdrFpT8IJFk4WAToXL/ABP
icOkxvow7uRMucE0KHREU+EowWsuiR7pF98OoDioXmI8bUkykXSd76Y/KEPfdURCk9UG1zUBx2Go
K4By3pjxA15s17/dRYayWIOoC4QgkN5dXA9hpOVN6sOaZP1qssAeqCAF+r7Izp6DnAXuUvBD2lZF
jC6E7s2f0TbdbebtH9WT9uVrZH/0LLGBH3KwuZt/ljyBZd1ASAHSEMnRtwDGSajui8aIqtSQWC7j
JYTqQ3vbFK8xoGoJ5h4yzOMP/6xWw5nkPl6agbC8V+AewfQzRW8Tc0RFzPJ0U5JfvYlha19w9i7S
c84gt7tKN7d9jmotG8dbU9mo0D8nkXfdRy5CJWeDu179OZgzI4SNECHZhxrl0DEA1CsqWMuaL+Jx
hUoNCp3wRi6OAOzfhEoEO3X5nKqgjhZJGa1v1l8DXNjQk3aas2IxMD6hIkHIQzgK0gPRGqzz09tq
kxonLUyYIVhyQf44U5GPCUzwk5cFAaVStmxTA+QdDV5lS/Ad1rcJPAFgQYDcG+WyAX9U9B6js1hD
3Czgu7p+VPTH6z71Hcb4sKBjpBnVERPUlXxuM+ihLuk9VqG/KN4bZiVfU5D5e8RLdrnXbIVY4FUn
PrHHLarKtU5WStjrN+SJvPVviv2Y2D4UHO6Pw1E5Go7sGY5gkQq+9rVFch5N2zkJASvDTgaJE1Sa
XdfObB36DlraBtONu3DREgCINWkcWUSgueonQFcDgqehDsgTAZMg0ROjxooN/6bK7szmX9/QS1g4
+fvcaQr6vo9BkYGrY9JtqvbuZDJ5vklFUhiidXBHqtLVQJuWEFfUKcvI1pdFOIDLqa7zpfAI35p2
UjwEMIE6hxE4P6OH+dhvP0GLG37lh5Tpm2xTvoik7oRmucQi8q1oHgeYtRR7enzIvmQ7YhkywsPw
/mNyst2L5WSaIHf6fsVeOCU+HYGWJNIM/gXTyZ0ko5cksdli1V77VLzJM2+qr9Z5vo9TNt2FOAuB
U7P4RT6ItHIvMfnLVp9YX47MyaUMdncgIXwciUljc+gWr9A0rtnou5Kn/AgFN9c3CdTlWkHqglIP
cCs80qjIIlLMSwoQH6uv6lWxUQ4/6DvijY/QetzXDOiZQyIzkc+uLnPBEUNBHf9A+Ph8mWY8j/Mw
YpljUjBdc0q0GeLbWrXVaVdqTuzfVqKu5+piwS6LIAdiEdRjOZtN4vddKWGxWQbqb9nNO1Z5+UF7
xATgcdpgHv9h2I5e7P4zogHf9NQwF1v1pmqrXobhxLptZTaRZwq0YqVtr4fTtUBwaoaLpviW6BMo
MCMr75haQ//oz3UDq7nqqQUupEmG7ys+UJ4YS7MrpuzLDb1vGQuOTeDozGQvzTb3HtSddi86FyvX
k4p2pkzBCINCBj+qooxlqM31JLGqeSHo1VSgvt+Nojm0lZsdVnAZLAAJTKJxAUeNM0tL6xlxjro5
midhnaBpLZL6XvlOKFpgGFxGVRLYEy5gy35tqF0OIePYerGMBzkUjPN9DyufnWpUIMH8i4l9KCQt
ekLnh6snlYZ55iy0D6Nj2sHWulOZ6cWOv6lYu4kOidsesgdqB+5ot/b8ej942q2Ol0bOsvvmDrHm
4Lv09nb2wLO2U1jgvKT2dVe62GnuJy57dBLmQjNqJcB4Q8yM3CbDIdFd1f/X4wAT+IZ4cINACKPq
3Db3AWaKQd8b2mV8lNNHqgr+/nKc+F3W0dPRAcfTDYBPzpcg9XIQZUMR2q36Reqnod0P4QZEUGEk
MHTh+8tCTgxxexVYPs5FAPkFBTNZg7+PjJ80dYUUN8pyevkFfedCqoqs9uKMpTPKkmrRYUGO/joy
EM4eMeJ2+7N0AKywA689RvveznYhi2+1h/TR2mUOMgBPei5cUdPs4owAqC6jA4aqPWby0YU431w1
y8Folg+hTZSvNnI6jLlcd8CVTT0zsGzGiQNmbUz0KYIBzbib/U2Y7UrgUEW4hRUfQdcNvqehLQAh
d84HEz8jvtYuVqqb1G9YrmwXYgszRUfFub6glRN1aooX/CajVahkhKlxvqeF1zX73hRktGurQTXk
WycSA978pZ0WIR26VsVHoZ+0hHrFwW+gOYaWaiJw+bXPf2qJuzFzRZ+BKoKlAkp4cY4utnAI9+Lt
AQ87NcF5mJWbslyUFPu1MRQWNUxxfad0m8CbwMeAuDn/vv6BLp90nEXO5QJrbEg6wmItbRZxBUbt
ys4PwbFCqkU/NdMWQaAvC9ecSc7/WmnGFUFhstvn0k2Jlqn9x7JHW36DcIA2MZI5kjN51xe64omo
VMPfgWUEuIRvHrbD0Ce00cA2igpd8kJ1N64FMOjvZhoXq2AD80ZgG6Aaotb58VUlfe7zUQ/t3qlu
A2Ywc2/cZY9QubPBufOlO9B0s1uWHPPbL9Ud2C3AbpDuyNivgQUf19d7+WLA3Ojpj+G81ayzRoN4
Y2hPdgx1Uyt0KMb0nflI7fCjdf1NzsbKLhzfVpheMF9w36+EsjPznCdjKss3Wx97kap/TMqCUmNV
/FiAtf36Oi+70Nw6OQeOFyWqZoahyVVZxprbeqO46TN4cx7bLdnO3ktv0w1kXF3qtLeWZ+27LZoz
gnnT1eWqYGPAKwmZvMHdu6Y5WCC4sULMeDqxCoEDRzfvZhHDzUoEQrcYKGfQAYELjR/g7SJVifS5
i2ytBablOcperm/m5WsEm3lqYPkBJxdQHaCeF7Uw0H42CHIWS3fRIXDNXfgx38p3mhfYWei61o7s
BJbXzuep5YuzE1VK1cNy4xYp69/oV+fNdxDpBLr5RvpZHZsI97oogxdtKHdIeqXLQ1C6RHaZbJrs
vi2/ri/r0i2WkW60pr+L2RfpXhRC3rGpA2BNY6XdWn57a9K52bUF4LPVGIrgY5dvITQElp4AesaI
QMAbnX+/NJ3LpOtREAlVe3CB8cfsW+sMv2ZmOm3m1mzaxOw1eUbJILB/y+jyCI7jErvPQyB+AEZ3
EL8xuUop9xmpOUpQ38QP6CMEmyXa0bvgfmDCIsHllzs3xK20onGaKhEMaU/p0cAGM+Djy0O0y+wf
yqeyMS0molL7xkRdWxwX05Isn7VGh02AV5/lvWzT9w77+ce8i2wAdFn2IZL7WNvOb0FZSDDh6PFU
L72hQBh3mTjTKo3R2M1DZ7TuAYGUYwf6icwXAXVXPQjXpAXaMSDWLuh05anXY2kOMf95VJ14l7mD
a7m4OdAdgQxZ/BU8Gze9aU/McMbPDkxFAgdauUQXuN7fH8B92MjSMVVt4AdkTN1IW+iekqP51R7f
fpubaT86wWE8YCbBBXK7YPkheabAE9ry/rad7cpnwGUIftHqGT75QdxXxxtonK04QnFhcvUG3In1
JkKqjFH967Fi+Tu8dwGOh16liSxW4TspTTp3ftdBJjsa70jYAO67Gcr7Tmk25fDruqk1twKzLOiY
8BQFXzN3WyWVBgQmhSmz6KyHJJfHhyFtDvOU1NuibyJbmYYPtZnGQxKNn9dtrx5cWbcM8F5D0YQf
bhkCdZRqE9upITb5Ru42olnp5cbnNxIEgMtjHgMsgF+eB8EgBotZrseAV2kQ05OQ+xgtaMOjH60x
2T2QOwY4y//Dok7iLhf2YrWLwrJFZIiq+xh8ze0/I5GBsDtlReGynCZtqdyrMkQPw/GhmT+L6K2F
psOUgNV+FmXoFx6/GLNUDNBjGFLGYNr5BqIvG9RxBwoWvL6RGRoSxUxf/lZYxpuUAo56fe9WrC0a
u+DKWfIn4EnOrcmRAXayIq7s0cx+mGXbb5XIrN0QV9lD708i4MNFogHiRLCQLYUugCQvjlkY9JFZ
WUllyxhCZ12VQLOGKAkbW7xI/n1loCRfJsIX4BHPOxelQW+Fcl1hQKD0wjp3877fjZGxbbtGkH9e
nCqsahk2wsULj4fnn29iNwygVm9gyozbbWaMXmg0zvXVrG0cJpkQLtCaX3r05yb8UJLR1skrEEOA
DLAPmt9GKHWOMht/rhu6rMNjMciisWc4xLiIlvB1koVWyH7Lsh4qqJZA303uDpDCcK3e35Wy4clt
fZso1Z4k5Yb4IiD8RWTEXBhmLHD9UPAS4A3HmbbUKZgL0BzJnXorpaZLindrfDSUV2XuMqZ1YHKq
/n2mGwvG9A9FmijDX/hrHhTOXQxEdGUr/uS2/uwWbbojWb/Rq/oGXVcQnTUsk1QnyzQvn8JY8Gkv
rp7FPtoPgAwDcqjyVcm6y1u1UuXKLgcd+ORxMjDy2t+C8zl0aSxlmPrriHv9K6+504lNnu+sk3qc
BFSFwczlQPnupwz6ozyFivZ1M2vRxcCKljoXQIaUC5yZ0afoECiVHUWWJw/jZ0W0Lar2W1SUNtdN
XWLqsY1AVKExjqCJlyCXKUS1ldIZ6GG7gHTwMidKe+oEEM4iUeskUKM3u8rJ+tcEtGp9H3j/T/Pc
Us0R4kJBBfNNNxpuloHXnEYDkggKKRKo3du4Qe6Qt0x4iQcfhhYffbP+EPyIFQ4goMGBKsPZQTuB
b1RG6FRAAUJDDSmM73UNUvUDWBksv/pFJmUf+6rXQRevCzF0gJglwC2tfWxoNGpAKBBoxcvc6c3N
ejJry6hsMCHdDM34WAbzoxTIb9VsvV9f6Jr7npj6jmEnMWqZjoX0iQlTbdk5xZRnd3GPKoReU5HQ
wVpsR78Ak1+ogWt4XJ3HJGVqTRXSibixoDagVuX7QLXP66v5rhyc5UxwXQtAwGUCHR0aPrhnmDlB
9qeU4FTeVRS4BiSDv7tkm6Yqy5u3sNUPevAylTt/fKrI79gq7Sq9kcpNNm+N3KMTtLvcMvC0cjOo
u+s/7vKrYlYXgD0M8iAvxjjH+fqbUQto0UelTSpHITPrAHmblM/YevwPdr57M6AdBMcFd8GNVq/2
IAgv7SL1mQaG4hiYqVTd01ykYr26IixpSYIBoeWbvqFU1v4QpaU9YZKhnR8N+jb5d2MmSPMvHQcC
qSilgtsV/K7Akp9vnDVqdDB9MMu1Q6rbldTqtu8j6//3bcNJQAsbEy5grObcs+kkralDUCz25Zge
wMsn3RS1ojsKZLEw7dUISJEvD95CkIup9KW7BeJa7isRIEnG2QfJWG34SNo6T+sMWy9ECffa3gEI
gHQUTddLGDeyeTVJFxzzaGwz/7eSvl3ftSUYnx84LAP0VFgLJt+RUp9/GyMJ+0nP+hIj745aMh8z
GTQ8EEVDW2FHuz/Xra2v5q+15f+fRCtC/EhNE1iLBs2d5eCopyLc1HIKLxb0f5nThXCSmpqVjq5S
CY6hbdNtQs2bZFsaMy/SIRIBuBTg99cXteIJioqK6zLFRlAd4eKCOYax1Y8qeHDR8LHmjTTLDphv
rhu5LPrg4Figjlp4YRZSbM7f/HEoJjBMgKNfyxy9GG3DlDCBFOONHP+YYv25L17xlHUS/wGECp+T
XB4giVlbqlMponG2S2YI7sco59+xGUBJ6S85uGU9SDMibusGEONOcBux1vyRd8Whh7SCNUtuOtyM
4ySIKCtbjgchwGm4h6CHzLeXlRF1g7hA3yALzGe82wIbbGGNnTSpKJlaogbnThSaPhASWqAVSCnO
V1qUJIowM1RDI5tizFRq4UCzfF8Zwaemd3dJBWKp61/6G1rMm0QOroHLC8OCqNiem0RjPjcHo63t
/Kj8XCqmkfv5HjtgGnYTO9zULkg33G77MjCNPfz7AKGJSUyCiRHA1ZG+8MkjNaVQU4autpuJNTUL
bvP7GWYdzQ1uelt9VVOGV91t9rxNmCTKXBe/4ZYOjiAM8y0ddtSDuN0OkPZLagGdE+WmPAKXsTd3
if2jeCt2yUYkSrbmxCAlAgUDzgOeeHwXY1R9UCC12GfpqbHnLTQwPFCQ7mYXwI5tLLguhNa40Bem
RjDrFpZWufo+2AMQfZc6EQQb7t7pIRe9pFberjgYJ4vjnMiw0oqQHoubHsCZgkE4BtBC6hheLK5H
L3fExVc7sbWkGSdRXScxjmoHW8O+cz9QrPO6NwjWMzAibcY7URq2FgnPlsZd9IR2mAVdlta+YWzx
l3HoWb/HABdlJQueWq9+echEZ/LyOXG+ndybJofY2EAK2DQfsm3ogP7LmezwaLENmhuV07p0M3rv
0APe5N7r9Xhw2RrHaAUKEEsBDG8ZgJ7Pt3dILamZatgmn9bv5NfGv1HQz+g2qA7M+2InbC+shLwz
e5ynalEnJ+XyOekNntx30KZF57Z9q4BymQOm3EEvxk5vTDsXXHErN/eZXc5l22GyIMEJu51dbsAp
+fGoebIsdtf19UHYAPDmBcLK+U9KlDIkVo8It1e87k92ozqhA+Cjbdm12/+Kdr/CfXeYhMOpK8kP
1vfXLudDVo4hLhoP0CJ8S36hyhAw/1h/1C6xRzdP2cuDSHp01SDq6pCns9AG+3ask3OptaqWK4vj
DNJ8xLj4oc1FrFfqasQ+scE5Sz9jIDuPcF1MNkU3u3HvyG6y7x7ffCDq0CVhxq2yu4le/uhsegf+
iwUbLzxEDr21nl/Mf8/ENIxyUhOEICia8QW7IdIiM1YUnJTiuZwe09ybRKdj5cmEsh+yPQv43EWb
5PwwzpqZVH6i1XZKRwfMi0QBK4d/E/Siq3DV0PdAKl7BeGZwp+F/SPuu5ch1JdsvYgS9eQVdWZWk
kn9hqKVueu/59bOoe+c0C8UpxN5Hr4qoZAKJRCLNWlweCXmcyRUK3ea4CzcTEd9lojyooGDpSW2V
Bx61r+m+5RmLuHp1IMTES1fS0TtB104DuWzLekQL3eB0+qa49xF22OqJczFteNu1req4kDT/f2Gg
wF3AAPoASTOsoonWLwI+yH8hAnQ8yCnq6Fqlz0DYJp3fJ9ivsnsOgCfiSZsy3OqsyGVVkxlXA+VR
BBN0LFFlSFh3IyzP5w5q9iiWKBiaI4vJ+7oqiqsAGSWcZgEArzhalwsW65g69TQVV9/XYAHXkMSu
ZvtE3eqHICGT3ewCcteTfOMdtS2LWnW2OPqax7tDRDUL2RngWVwKN8agGEoNFqnp7f2o6pu2MZyw
lxk7tq7kXzkShcCVTgKouwbIGXcYou8kE/hUnCm48JGPvWvYk0ICDm1LuR3MJVcDDC5Wx+KE+Cku
XWsLGGrkEkTEpNKltm0WBkKcw3DUY/2pP/p4dB0Al2uNX5pTbYJPaSLSR2X7T/wGaHxfIQjrGAux
alN4ccxcg+hYpnt5Yl9OQU+DL0inbT88aF6JYQBbB63CvzgiCzmUCx/TUh/zAHK8VHICYBrBwp7b
KMX44cgoD61d8TNKx/+qRDm1GcMt0luIGrnqqAqe0yuGlZe5KQrdS6V+JVWBaUdG8LYaQC2lUqeG
azJp6ipInWYslBgTM79HgZSYNUZZUZO3wJlBWaEB9IwubsXavr28K7cwxuAMIG3MLagY+780pAox
fxZlHgxJi0zQnIGu959voIYKMzqBkRpAyYoyVbTRAvR9BvXPhICMYBXU3gHrE07WbUXW1hGZKOCO
zBfDDOd6qUkh+miZaMPaTIHL5BQnees5ypH/buzOBjsFGIBYElfC7guJ1M5p4tgaNcBC0I2VoItH
vO/vjZqg2aPeVCzAhLV9WmpHhYWdGLdFPssKS/RGamaPvN7tBVxxoBfaUAGg2NVTk/qQUBhbBSgX
XA0qRNaSzeZE+a0LIZSXTotBbSsDfRu8qz4EVmuDaTKxe+s8utr3bX3WIgXMggBgAqxWs11Qhjel
dcJXeYRB8y/sCiZfUoKLaCCVqx6nd4awlUgTUZ2OPgpMZYsyXZwcQjA6+EpSm6JrnHh72nuOYRaY
NPsEs57L7PhfNYeFOMr0SqmQeiXNADTZSVYNyghBZ23VSu71QiPK4mJPziaw5NRAArP6B9kNchI5
lUYEV7dagzS29DA/SQqSH8I/yhNjPVkKUtYImMZSnTJIb818Ti3d/eoc3vTuwRV0zr8rM/h9W+DK
s+tCW8owuaHlh7LAgvbGfZjYXEZECRzIHskkRs/vmiQggaC9At2H4OWcNV+EldIwwNvzeW2O6b4C
FLSHFOh3HloNa4rmurkZ01ZLSZRHFDmxnDgRktRjxJF+p7qKfbo/8QUpNgPx3YTsQPXUEs9uWQXl
lSrvpWzKQKeq0sTGgOz8oSMCMUzvFLud/adFS+fm9tatGepSTcpQy9gXgTZa1Kb8kR2CU7PhjtxD
zRDC2jXKHps2DcIqhz4GbrFemAcRpRJ0Z6DlY+GSrQV32Ld5zgxI8mhjphRqwBATCnE5KzQ5gIzx
kasCg709bKvNe+Dkb8ZRfAoex32EJEH8Kx4Zod1aDuviAyhlAdBaV0aPD9A99NxXb2V+N4+15l/K
aGWAr+q/ZPlrqu9QxJWUioAmnMnRcD3S9GO8fxeBOpBVOrWgr5oX4RhtxwfVFfa6O2DClf9Otx1B
65PTkQEd+gJmXUNHw8Bb4A4ng7xo23/cAH35LfSATplWLT+O+JYJxOid+iDnDBKtn6wOfS+qM+WU
ilQIAFKoLY+rsJxCvqrNDmkJhDBuStq7ADGMHyArKm8wR7WZ7nmXdXbWEr/A2f8rmNrqjMNocT1A
MOZCpy2Pty6PLmEQ3M4+PiyYLcnzub+lKLWtHHDP4yqFvEYQSY/KReURUQAys2Hf9grzD90QRA++
69wIxC4de8aPpiaYtbeXw91cq0adWpEdKfi6Le96YGc2kr8rSZdc0eoVRcD+rs0Pf1eX5DduEJza
yUTQa/GkBTkqI2BjaTiHJIuLJM8BReqr0LCNNllhVTLqPk6qYOaBFOkfjSVuLT5c6keFU7oCKlql
mS0FeGC8NVS//OaesYZrEfVSBnU3KkOZtooAGZj7NNvf3lOy5z4iot5J/6IserFb1N1YN1ItNwIW
r2lNIK6mwl3SMSzwGgSBsgjqDkxUufH/34o5YI0zxV1mpS5aehpYRLytHXTDb8RX+fH2Iv5kc64t
H/BqmCwAFALdKqqUSdyoGlQzzupO20uvBrLHNbnvkIsBdJxTmK/wnGaC1C6/4S3h/V+km7C2fz+A
2sW+jOIwC7GLAhjcygPg+QPJHVhwdWsRIqrNaGGW0G4p/az+wvxBc6hxE3KBgP3iQVWfEoM5aDib
9NVKyhpSqZgXAdQCZfKBMSR8q0MR1UVdzIy+AxDz3YX3nJXYidtvfev21q1HTQuB1Mq1kR55gQGB
CgIMMvbk9V0k9Xnc5Jue4T3WzWQhiz4BJVJ5lQdZuc17tgpchZjw5kDkbYOKPVEJ6LTvvfuv4tG3
GxSv4oMEghTGV6xsInhegA6AOgAoF3+ybYtNjOPKS0oRwGoqitcEZVerUwYW9dF8h1HbiHktHV1E
6FXBVUdto6zFUxMZMkpEZWVxqlvFb2jJnToMqLSngMV6vqaSPnM5QiY/V4ov3XKZyOpUBWhEUxN+
OqtN+TxiS1kF25WHNLoHUUpA8RKoGDQSAYDHywkPGtyfvuUNVlKnlq+Smn8Rm7cmsfXhALbfiQUj
unIHLKXSl2o6gVepbiUUGvPvIlFexUq09Tp7u30MVqSgVervClIxSQvcrzxP0KDYh8B7lsVdo8p4
i6mb22JWzAIouchYz6jTKGFSoUgZeUKUdQGWEJlMp+w0UGDG4BDJsvxUVob+6Mll+RQmTLSPlYsb
jXMI8tC1gdYNGqu+6QKv1cELDTicra/brXFfIbyNjmX8ASKgOH64refK0+VCHHUNyT7U12SIq0ac
ct6OucKOygr5RUuAmd4WtmL9GO4E6IEKy0THEeVVfNko2nQuX07ltgN2YQLq69sSViLICwmUOlqS
KEXQDFCnAMt1FoN+8VFOj3k9WLcFra3bUhXqIAc97oQ4giCVf6h7jFH5hT2VeyFPAbn3L9LcF1pR
Nl+o1TjkPMqv7cSVpzSIB7vlSv+hmIwHPmtEhm4rRwwHbO70BpTPfINeOqkxbeViVCCuMx6ydFuF
38wCwdryIbMMFyjD66Lr9lJEV8ZDOooTCtn5faiQvt30MQjRz13GCHjW4izAlv+VRK3d4IGPcyog
aXQ9N/0zOc3+14SijGYrj/LZvy9c2UfW77Z1rHmPpVBqBYGmA27NGEL1aJPCPfH3WmfJrTUGj0HH
eB6uHaq/spBgvFxKvQWQQpBDVjOcw36ns+rkaw9++PU5xEETLA+O5UsBfqZNnhDDr0+nXDd5Oz32
7jBj7OO1hIu/xwPGsPCAYeGErZnhUq54KXf0gwEJYcgN/Zk06TXyEovnGBWWdSH/uSrph1mfJ0aR
9rgq8dx04wJBeJLvJJ1Fz7RmEECJndvD0Rx+xUflGaBa82XoovF/8mTTp49THpOuAqA37uVft61v
1eaX0igvKIKKp4lDSMNQh/oxtrGyj8F61aBT1puAjCJJ9gDrvG8EXzGBhJofNFAsbzErVNtgAg7N
IenqbRClqtVXjW43cfF9+xPXKqVolgc/OSY9APlB0wqEuZSNqTrCqGLR7prXFo/vNhCtKDKcvvwS
NYC0AS8QLFqmwHfHRhpl0pfIeLXvk36fBNWWE+QdqkYnhQe+h8Fi71pdw+UHUtY3VDlA+w18oHoc
nAhQSv4mwQtNbkxvI5/TbbYLcLBdTDTdXpm147yUS8WjfaCJpRehJpDHr418TFlJnTVLXP7+LH8R
VOdyJMeyDHch4lRJ6BlsOksLdlF073XESBlV07XjtZQ2/38hLSs6sOFiVgiTvx9jNefNXxQWutfa
nb+UQVm72upTXxZYMS5xovhJQv4mtsTx8fa+rFWMMGwAZC+MlwFHiX45g8ArHdIEqkziC0ATzarc
VkJDcmQUFVetdzLaCUpW0mNNt6VQardqQyp1T4EV9t1zEj8pCV7LR5X1Kll18XDt4KkD8/g8tXe5
TTJ6WcIRnG5mZeHgTdapdkPNxm7ZxdGzdeT8eiI/ssqWa8aBaW0NBTGMzV0NyYZa26WijhXti9gO
S1Tg6u5lylRGTWXN4pdiqJOsp7rHxyXsI2jcKbdwpkk3YdIdeOQ8HxNZYlzI65ay0Is6wlyl1j3/
Y5BjYw5Ar5cxKIbHxCGVIqvPeQ2ILsEJ3ETEKDtG5MFaU8pgxAA09RKPNfX4h7B9j1u3Ghg0tmux
23I9KWPhRC2f+BjGEg7JY6eDm0gHdK1WPVVBZ6OTiLF9a7lTYymPOt9oEGh0L4E86WzJu8TR3iQQ
zZ1rZzLHLeqLTj1at8/6vEhUTsDQJKCTYQ4Rs6R0AxsKY0pYe5CoJtzvMep/ZYnMELG2T2iTnyf8
8Ey/QqmVwkRuegPtUHJ638d3ifbE8yyPtbZRSxnzwVg4XwlBdt1lkKGJ5rDHvO8jZ4a2uu0jMj20
224HZiJ3eBe+WchFq8rp6BsB4j6areiCRacnvh6niD+UqXa8Lg5JXhck9TxGouMauQiJZYzk4K2l
YMIBA6qXGo6K1ozq0AOP4Ky6uS18cScPJ9r074IQGTJLsNCo7vJbvSXTSOQ3tAHv9C/+K3jRnZCx
oyvDD/PHgH4TjQVA8qYzSU2o+SpI1Bq0LyhOjtcGgFTAu6k5wh0GSiPiAz6pPki/ha2fkMyNXPWZ
5equF/7yE2bDXuw4prrGCtD2QPCIdoZoi+iuYz1trm8kiMAgIWbhgNoJ0IFLEWktCyWfz1oW3231
x5A7EiKT1f25fQSvbfdSDGW7MertAV9CTALyj+4X32+9/JiLAxl5Fl7KSn1tloUXDpJlyMrTQ37x
FA9T4EGWP0Ru0n5PsrpvxE/k5021L4gAGmY0twNhPv7dqKGljd3RUMAtUaHLPNIdLrkf/Pjptv4r
l8jlR1FeTwY3udfxZWPi7QLqkdrm0OU9bsfQktS3qdzo/J3EIkSZzePS70GmPsM6AP3oemKPr4wx
l0SkmVKdf4hT9ZxEGiO8vb6ML0VQaklBzA1jWTWmmEl2FZm94PKxxRX+duR2AaB7by/j6oFYaERZ
a90aDRfUEAemNNJjei9IamDTlwwxq9a6EENZa68WIL7zsHBqLGz82skjlE6keXgPAyzbf6ESkDDg
ZUQMO9GdS37fBVEHehVTQCFRKYGF39gYVr8tZNX8DBBeASkbAJc8zU2jZlXSDCk0qoQ/AbqIkKlD
YB16JmiqSBqZgUpEcXNb6Jr5Geh2xEQqMv5gHbl0Ldo0qKWuYLOKFAO3lXSX9BUjmFjzXksR4qUI
rgRQShlCLS6MTA5zTGCpQGpcKp5vq7JmEEs5VAgYljFWtYCcTIsR1p7wsJ7Qcg9W3IZj2ANLFOXz
SzEX4lqGqFjMrEAnRSWildusmkMSft3WSmTt0HzcFvdLlcXqmPINlm/TAgpRJPqx2cq2YYonzGya
wI0F2rBgT+5OPwWPz5H57FuKdfsj1jzIcmkpD4J2i77lm9ky28xOM7ufcqdHP4Ii7Dnf4rjv2+LW
PMhSHOVBSmBsjLkOcRhyeuLECSk9TFOWBfIVtwWtmubc3oGuRBwCGrxKQHZD4tq2MeXSmSQwiB11
/3NiWcvq6i2kUJ7KMMIkxcBpY4ap2+vdhgO4U+jthzq1C/3eb53bSq20mWGsZSGPyoRmZVlowGdv
MIRK9D+aT9I3yeIfpFclJX5HCt/kXtACsRHvSqfBfJh/vv0Bq9snSUi7YZACHVOUxXaSwg3BCH25
CJw7fmiGsqmyKCFWj8VCCGWS/qgG3M+iemjV48XXsGVdMCutOPN40DzXOmNGC3Sj9BQDFWTwsI4Z
dyrz+8x/r3xXG75C+bvqTmq0U4ujz7kx//Qv1m8hd1Z9ceI9oEXEwXzi68m3BNCtKhoiovTxtpTZ
CujAY6kdtUtc1aXd5EFKmd3J+W95PIhIrKGw5xcZSEISO1f/Mc7J5XpSWzbkRWkgOwW7qHdG9A7W
Q79+V1h39cqZnjt+AYWB9mxEzNQ10CELMDUipBQeZ0aa5CQoFcX6qRNCxi2wksKBiIUoaqN8kAT3
WoanEJjyjLPQkWkTHieXO8r3VUXSLQA/9sa7wGjKWXEnqIIhEYqEGIos9IxSUXOtBNL0xmyKo+4N
RAXRC5hhZSFHQt1uc0bqYeU0X4ijlGykPgEDAsQV4iHlHoVoI3AMU7ymoQXex1IlyhYHtej1koeM
SnkE/R9XAW/o2CZWl4GoL7SF7k8jO5W+5/WHqtsr2X0dnsCT0MKxBYzVXXtS4lt0LK2MmQWNLgYL
NQ92+z6GvpZ/J51a7Gz+KZuP4aE7NJvgsXVSjnibGQ5ZJbvguWZRXKwEFxcfQB2TzONQyY/xAYPn
eINTBFZgvHfGXRFo5m0XwNSVumirkg+TUIEoybfKaMMrmDKVvwPnd3z4ipzoNRescOsDCDU7tCR8
KlxAPt/+BJay1N2o6/mglSB5BR2k1cuWDMSwKrVD/0OKXv47SdStmGj52GTg5TKB+tN5+zLZjclj
PZ69kHVxzCeC8qzLDaS7U2UgIslRBUmVeKjkjyZmBNQrXUkYGpTRTAa0B33Gmbi8IGq5AHWInDTm
OJwU74QZlyFxSsmZsv04WFBO8gOQTbLofH5QxyjFMFSOQyEBdA3N0NRjIfDrugDqemMajWRV8G8D
4M8jN2oMIvZ2ogN7KDZ9Q92kxd7vjlywB0f0qOxV6a5X3tT+AV1oRBxB/ee7sWdFeWcDbLrn9/Hk
9LmlTXj5SARsJJHu7VtvJKE+2B24z5uMM2vQsAcF5q4+xdZNUtXU0pEU8X6sTlrDO0NgGngw+cCf
Z3nAFRsVwegjAC0IocAVcSESMmjtnBTEAfCA6JDNjWMcmwZvl0pl3TbSFd9+IYpytnkvT00izqLC
Q6hadQBEO3DZAkMf0NwFw7OvCsO0Iuor+LsCfvenvk1SCcISQGYP6eTwnEoa4Y3rD3l7FxWNc1u5
lZt5FvQfeZRja+sR0GMC5MXcC48hFkl88mvVmVr7thyWXpRXE4A1U9TqrJfigXsxdXTxK1dcaQrc
QtO3+sTqgFkRKM2wSHPv18xQQYUcnBjonqjqrSlUNu8X23D6GJsjl5WnULD/+Ug5khAiJuqQgEWu
nL7+00wDLJxvtKaoeOZYPI8oLweq02cM61i59y/kUKZYCFIg10BQNDPjNMTHRHgKO4ZLXnGUFyKo
a1+aJCNEsa01G08G825vqiyex1UlgDCKBCPcFboALj2lOEmqnwVYLDloXxswlndF8JhFjJhhVY+F
lNk+FgF7J+icGvKQAmw9IqHzNc83t02apQfl8SMuMER0HrVmmf4uSjDfIteFNOl/JYSepJaVXPJx
QNABAEqtRtn2ugzPy6hOM9aKxuzRU/T1yTk04VvlFHSihfk967Yea8lljBj+Z9d/UCgW+1FVcdko
wJjBSP10DNUDOP3MPgdm3ShZRZgd0gbFgKDHY5wHjp1mlyDcHQLBCrqMKD3vev25iVl1gnmLqMvz
4qMoJ5GhZagxOKxu2j7r+bkc73x/D/jqzj8Ksd21jCbDFWd7IW7eh8UaRB7fZZE422TYu11oEC58
TUTXixmVV9Z+Ume47Qy9Loz5DMfRfVuV+zR7ur2dLAnUtZGXvqEPPCT08puXuWIjMOx+LfF6sVaU
l1DDZMIQDNYqUfgnPYpAnj31QFk2xvuh42wj1p0hzElTPxp+/N8Kp5xH4E8YGeg9HAj+KfUqEuCQ
t6d0uq/V3RAZQGPZZ5zIkLpqjMh64epHzQEjbZfWUVe66stcAAoqeCwvs0M5QquPqQ2AjvxUH/nm
9+09XLPGHyZ75JnR/yRTK6wPcl0MBuS1RvcnrfKnAbmwVsgsXmIuqLhy0JayqAXtG2AelHGIEdwD
mrArH/1yxad29M7P4mP1lTOa2VaaljDJDAZh5f+rRrlm3ZMTEJJDXPfF34Uv2jm+G3+XBlgdgNsu
2ZayfVEemIMJc4ch7U0WUmkc4kITwWOfQCpep3b/B63zylHeAtUjIAULHYyxeTSVny4UOZ8NkIVC
p5UB8nzKzDh61FmghWuX3FKneWMXLitQIgzKRJCTSsZWTeR90IOCaGQliFhiKEfcCkElpc0sRuFN
vd9FyK6xsvYr4AcXVqFQ7nfUR21sZyEcgO90t3qLnrKDYGX7/E0+RyoJGW549c5bLh51ooFmw3fx
vEl19uJ/gvH3owHuGGeHbmeibZT7XezFJzQ/Gg/Jy+2zzVpPyj/DbyZVWEGyJH31+oso1aTkn2/L
YKpHOZBujAWOn21DPUpoB/wQSLMPd0pmtT1Uyt+m3XAfW0pBRFdnPbcZDkWhHApubTUYSshGXRwd
U8JJRiGeqBi09+13Hm0FGiNGWmm/UYGqLiozBO4PONXlSfDGNDSKRsCsbRHibX9Kk10c2YlkYfzf
CqPzWB4zb9O2bjlaXHkXxS5jueeX/KV7mT8ATdzoFkdhmn7RgFHWN5JMxshaX5G4QxdmoZgjT7C3
wMiKMAAcqPbk2WlhMyRr82reEk2dnFz39RANA4DnVPdo+WuqFAhCm7jfhvGRM05pfqjKt1xyK+3F
ANmTGBIutyX+tyB8qnijKIQf4gdjxm3xeVtq7LA/6qW3mbrY1IonZElE7i3NK8soIlID6rCpPoaA
N5vm5APWWC42khigQLntZAwEIn1RH+opRqHmQwc8KdfI5jA6griJAGOabpVyl3OZXfbbjHO9aKtm
E2nQ4Km76uhW3Tkejp50UvwMlLy+lWbfPoipUsA4IqpI0Rc33SfRKRMtVXTQcFgABiA7Rek2Gh2+
QbyavaTo/vY2kbbRjZe8eJAaZARAEz0+JOCyEWJLrzZaedYbJ40lUnQHRd1F/oOaHzgAWGmvBgr+
0yGu9rkEJph4q+WPaexm9afXP6FukhlnrdvkKtFGN5ZOGc4P3wEgKvyqwbfWnPrJAZmPHQKSPX3j
6/dcC02URAiColg9BropC89ZdObyT2msLQPD6QhYGtXHcgHgrZR3NWcZ4ZeYK6bsv/PjXRqduALA
uiikiB369HUH5mdG+bNXAq/YmZo/DZgajAPvnZDG6upnPf7VVyBiKg8dCAwaUAwDcNMYzLhzfNmu
+XrLteWh8UdXEU+J1BM+1109fkO3kJOGdmqw6k4r1TVgnaFrE9NrPMpCNLBIqvhepQTt3IxjCltt
WzkNYFNCkhxqjOES/l46as+VDQs7YzpvZARua+IxQwpiH0NACzcavi5dQ5koeVuJEB8dEks0exNU
s6cKuIfk9awefCvbfaFw9FrbrNGAlflEpOgXkqmDqeajqlW41H7agzxb3JVkevVLkiJ0NR81WzuC
8vEwboKtZhVW5HID4S3w3TIcxIp/uPiM+TpaRgldnTc+uDNNcYYigWjPUl044x44DM8ZwQ1naYeY
vBnftwVfR0GX6lPXXFfE+shrqJcNvhWkH4Vo10VBWoml3/z9lP+70I+66fg47UtNQf0qJemdbEr7
wImhZ2l1LvgP9/WmNVkppZVC1qVu1A2XBkCWb3SsafpSkmCbOaUMQAfkH63P5niXuIrZM8JmlpZU
1JxIFWDKZzPWjJ2kuN5wJ3Gb2xu2dosuVhKjhZSlAF5ajSvIiFT/F69sJj7bFlFN6v4TFSfLSIbP
phcJQM1jAk4JcxRA+xB2D3HMemH+IO3935uKot3lpxhGIhbGXJJHMPhgBOAIy7aRFd951q/YHazp
EbcaqNgyUjs66cC72Zi9tVMicr69JldGDH4kEN0BK3kGMlbppvOeC8aEFz2EUSMIJzFsWMK51tqR
2bp/tb8Q9AO7i8Z9uHCaVNRIpqRQweOBxBvg+NSMFJwtic5tba53mJJCnUmxk6ZkqCGlComOwR7E
ZySP3GzjnfOtZGYDyVG8YsH7snSjTmiGqQTNL6Pe5PKHJnoqFKcXzNuazT9xYS+UYtSBRMaSq/kW
inERz2+TuExfRU5SI3vIx/yotVHyh2ujgZHHXLMO4KMDagZk3+jboKw0jtAm001Jj3KgywPsjsfU
RbUXpbfbyl0/mX+0+yuHeuhNsgheDPR4mwbiOksYHNX1d+I7Z5j+QT9nj8VeOcZbxaxZnZDXz7JZ
MrCe0GspzSje1Nb52mT0RhgDpHiLU7fVePKKyQRbcuttZCNKY2HqMgVSG9n6ZRtWLQSqR3B+IzPs
GqbyoH30AIAOdvodMx1xlRigNKQcK6eMWa8FEFgqQK7JzQ5oLqRCpOZkJpPG9rpwfyntJ7O2uIzb
LMm7kYe0wRJOutt9gQW1BsKmOb/PJlc91QiMwIL+CWsaN6x7a/Ug4i0AIgrQ0vN0qX4U8jwTp7RH
YxVaWrtNP2exFJUVcq0eCwn4zxicA18IXURQG10rDCwrgq0W/K48+Fy5Q7krfnn3mg3ysukuvfed
hkV4vm47gO1A6WIO9ehLAzNWra/qkIvC0pf8gMZ6x7OSX+IT5gnN8tT+YhzL+dhdOZ2FPOpYKpyY
NEGQAyhWRCdL0xD0n5qhW1u81QMwB68/xspe9x/M5rOQSAWzWuslaspBQ/3DB78T8tRO5nAdcO3A
PgVCgdMIsCVuGwFm6Q8oLD6KHXdgQe3PYeuV1hgTBR6mgZWmewCrpKj1XJqdUXKQhT86i8RkXcmF
AMoFoLOsT/0GvrwZVHR55wQssGbE649Zi/bUtjDQ74JSfpWQaJSRgg6IN6DI3Qcbv4hAwqcQUfXA
FFKe+qLfxrpEhL4660qHVB8Xsh4Y12H+vCeLz6UcSBcDspoX59tN3aofMwlvrjrBudg8FsDR1L9S
Z+qtaCftBlNQrcEcrfM/7oC5/ASDCtwkTh6qRMGKAcq25D+49kEPQfH0CqI1hgWubv6MMzhnOfCY
o+6DqFPKMKrhvybUurKpuBsG3mUcq1X3gbEjQQdHxgwRchn7DZmG5+nskYHTpACo7q69c5S9BDiZ
94b4T8oOHATokXQq57ZgllzqvRZ5VSyFDeQaobiVi+mAKrXp56MdsKC21lfxr4azn17cAl00KlPj
Q5JuvIbhixzatzWZTwh9RNHlgpYXNA8gaKXiEq0uAr/3S5ikr7g1kh7ePdgN+8wFx/Bdymr3WNNm
KY1yg6laTEGdQNpovLa+MxMW31aHJYAyCFULlUGYBaj6WRa+QR16+/fXgscf9HK8ftCoo1EnWBBH
SVK7qjc77VetgHHZrUMH0yyGz4hSV+PvhSSdOqj5AOxfLYakUOI7cOcFyDjH0TH1v30vdnxRQnNp
0lhZZ7z2YQa4oqx54TtMMyh6fuclNcPirzt24TiA4AJGmpnrE23dl4Y4+nIpdRm+J/4DKBLDatBU
VAMP9Q5NSkiINDzjFbt2xIAIiXlCQH6jg4ZyH3IoyXpQ1r3pewCa0A6FlGK6xs5r6/aOXsdZ8gzg
jpZq/ODcqkOdAK/3mhigRYBv2U4HaQ+WJtO4A56tHW5rzNbhEYvEC7J3+uPEeBNcGSslmToNHuYl
+1JswOkTFps8Cg+qnDDs9SqMo0RQu1ZL4jhEXo2WKrV1c6lHHjIjiZYwvMjVsaDEzJouvFTZxZUs
wCmia44jfEa0DDw3sSV35z5KGBvGUmn+/0LWWPAiKMmxamIDFuL8OQWBByDwGVbBkjKb50JKVPfo
0FGhUfxiHOSHwTIcbysd+/cGaMfJrnscCcscZt9x4YqpRaQs3uOFUDNq7JWPdlEk2av6OPbHUo1I
pVqZ4BoS40yvC9SAV4OoBKwMlEChVcNBSdrYnN56zHTGh/h+2iEsfWWs5WzHV4oBskZWUO4Avze1
Y0U0xr0sQ46Gzrt05w2nBKQyovCq9puWd0IZDdamFINOXmdlh1a3EZB5eGAAdg3B/uU2ZsMUR0UE
0UG9y9oAhJkRCSKXoeC8UNcK/pVCGUsXabESzFJqIMtNZ4VMTrgrXrPC9lWz2o/b8hw9czPmgLC9
LZqlH7WFnZyNnMrjMBi6G2luldZEZIE2rLqpxRrOIcTiKJRZOClo0YzNATSbGcBxh5ZxpFkSqFvV
74si5DhIwDYSj8PLWmFcp9eh93y4MAUPICiwpmPC+lKJ1DPEKWuGGEnt3g0fE0tx8LrcqC9ODrah
7qi+hQ5gQ4ju1IdnPI82jA+4TsxQH0DZyABCnFz18QGDdfQs4yvcV1v0gqvb6E4inIU03i63bxvH
6vle6EwZRw5kDDVPe1Qx9OgpMqIZaLGvDxjqRoevNJaA9gI1j19/orzNsEumupTRSGI4NGoJ2ahl
dUTzLeOEl6cbPmSvylELTM6VDSLYADNm2NJ1oIKFxkA3Jknnfthrwu64ryN93ulQ8R9SHXGS8dTX
pR1GxaGrNWQu+Ydq+DU1L4Ue2TLH6lidN5J2BpoI7j4B7x7kwagrt+fSXqwEaJ5GQhw5vDbyG7nj
lG8jKeIDuvKF59vbvOYDYNgAocMjCM6cMu0h7IUm6KAwkt/gQCdqdprw5L8tZM3FLYVQ5gvZQ1jI
EBJIX6HmJPkG0HSkrZ7q9uW2pNX1W6hDWe0wlKPftWgrLAaMLvSYMo0mc8bml5r325JYC0fZKMIh
NalSSGqMT9/faPFZYw4ez9HjlTUgH4rxaIwTXIHPyaqv1Nx87EtQRB1kFH7SA/db2fVP7T5wb+uz
dt5BCALoT9AfIaSd/79w1KJYlkjYgyMy8z41PEs0sLuijlZiVNz4lDin9H/dFri+gP8RKFNvFD1p
i2hCCd8Uc8lWB54MKqrlQNK+LWb9SP9VjB6OQO+NKIzlLGdXdeZTHVniN/KunQvE9oYIkfWP3/ez
D1kInCOaxUoWuSJUYjbbYOyomS3LVpacJRZoytq1t5RCeQpQwuVpW0KKVL2lkdsVjO4a1u/P/19o
oYXqNPgpH5veYEZA1u8jVni1anFzWIcMH7JldKtcF9UJxmgEBD7auWpGMxpeKl6e0Yl9bhuOr3wX
Mmxh1Q+Bv1pR5yLKNXofkJA9GSPi4CY4hCi2ZZGT+agttv9D2nctyY0r234RI2hAgnylKde+W+pW
9wtDLY3oHUjQff1d1Dlni4XiLYRmz0TMgzRRSQCJzESatTQXL/Hrere5fytZghbodq6YJsP+xajk
KdZTYUhM3eUjf9GzlQRBA0p7Aq/cCAmN5U/pqWYvVfTMkC5r9jy9LTSPpSct2g0KntyWh4m96wvc
vlimCXflGLp9EZmHQ2FpGAbKgB2gYRimoP30lSQKc1yW2hXSG2Hp9cbYPOfUKh6sKMsqD6XJ+E4z
Z7Lg1Uaym7dpUigmTDGFsRC4Cc6M6hG4GEIDX9S/pOgDGE6dDC1fJmJxQKtrYRTO1ACvCKFgSu8z
XqJJN70vmQz5bvNurFYi+DE4l95OZohp+7y7MSlGZUNFO6Wgz/FbMz3ZTo7J0jS6IQ1oBCUHu+lE
V8IF1zYAL3ZCdSfzntFYZz7oQfiOFpryoN4YT2jcDfRnGE+wLFwXu3k5V1IFBzR0PDH7elmysVQ4
dyx7qeJ9hYG5v4beXS7OH0m/8RhXZ5imbW9HDJJiNGAyglkDWQFcoiUiTCg1KkpZBQk5wZuq3ukj
Q6eWBPFp08KsliFYGGfUait2cEy99krRsDW+/IsDAeYJgkMMbZhiaFimaTmagKj3khzEKqZXjH6a
3ynhYzoerku6rKjhRPA8wzsb9kwFaeD5rcpyLc0xzQeXaU/gdrzp+195iI6Be4XlXodGauNAi/cp
vKvNR02mDpc9rIv0xQvpAPwDhL2geSXJ4jmpGsyiPDk7sq+e5wMASQHvHtyizmUC0v0WcMMYf5a0
k25pPEJ9VC/R0rlga5+vOrSUMlXCGgeYtt9ZrOys8SOuMdVlfjGQFr6+x1sWBWgy6FwFBwBB8+q5
sKpCfgP4ggiDCMDr55si/RwN2zUrLy7B8u63stGCTYGYYFgG8VEbEEcZlBohSo30qJfZ1c3Uvrc2
0qDjfWyj4BJGX+Zi8qNMVqHaungIGuylKAyOGJE6liJfQ0sNLaUZsV01O+r9zdTLApdNIRZqcct7
CRznguPF1AtPDYZcG0MrahuiFhar+zaSkelcjhMveknR8IESMwDCxZEsNuiZlWHG3yuS/A7jtDPg
/2PW3oMgNSgweB838SMoRp8nULc5+ffr+rJlXYB/ZeMNjGlGXcT9sxyATzbO8vZAMVQZb/vq53UB
m7toLxmGhSQUU5PnCpnppBlVA+EDDee9iVtQK+ouimRkwlvODNi6/xEjOGzVyO2KLnGYjqYSrusu
L3Y8fSGxf305MjnCZdYqbejRGYB4GTFsMhZuVnxvtM4zLUnctXmvVgsSvHNihxavZ+xbpato6/1O
apfkLx154NQvq+TQ2n87cLqoobM8qgG+gAqVYB6B7uOorIF5jLLTNH9TrYPGPq5v3pYuoDZkECB5
mSYmrc91QTFSZKoV5ECdNMWwUwDurLiTdTVsafRaiOBkrGxOCVDVcJ0s+1G1+JMjA1iXSRAMg2GU
RTUVsD4NSmkaMAByyVFsxtwOAltwWSANCVK8843K1CmJBoZb2dpvanXvgOBcf1H41zR+wqxkfKfc
IQs+y97QW7q9kiq+1GLE2rm55G+GbPZC+7UDu2Ft+2itv64Gi+qK+Y61HEENIqYOY4kxAU9rrHKf
6NNTP76x2Xm05h8FKn1oCf28LnFT8f7spynqRJkZVVbhMmWYObLawjP4cyZDjZdtn6AWhd4CXzrE
snpnDwQhd7bchrpGLHmxy8Qs2rkKayvaDsZIIabGizMfJ7ewPrvhUMuKq5djmTAI62MSLDeZtJzq
AwSZyOlH0/c5xIHdhfUzw5hilNWYgNcRycm6yjZuF8pNaHVENQj8u0TYRieN0lZf3GHeq6eupPe9
DPNx63otFS1nIYZfzJ1gxEOzGkZMS0AEbe6bJS1Qz24Sc6D8Af9iaJAOO1Gj9IGaMUbf9DqSBMIb
Rwh2YTT5YPoTMCK/MV5XR2j1HODTOpyIivHPodqn5FusfpiJ5J5taP2ZmOUz1mKIFpGMQkzX8UPY
jQ8daX51pWzee+M6n4kRdrPjc9MnHcTkbXpHeOrSxM2eRurcsQqNU0gPXL/MG56R4t2vO0vHC/4r
yEsxidakLVx9ajWvRAexOP8Vh9FeGV6gUu5YfTqYub4uc3ONK5nL36+2UiHKYDadvpgsn80vLHty
gaCYuGknGSTcPDO8ExDXWuBnFlsa6paBc3gRNEzVntsgdZyLUzNHkjeJTIywHmNkER1UiBm7fWM9
pu0ujw/Xt2w5BsHKUwDkAKUYqT8sRLjHXQj62AwTAF4/OG6ZBA5D1srtETJ1suLq5moWAlm0guA2
/46wV6cDth9cqUXUGA8+tw7GiFlyWb5kWwgAfxC/IIgUeazawihpb9rIOg2ll+tfJ0N3zUji+bf0
TANCC1CF8OLQxGa1KBp1JeJK5pFU24cxKhvgLvAbMvlOj9EuoP+4TvLX6BZYD7rj0CO34G5dQEqn
g4WHcR3lCMZs1XNY0fjU6YddYsyS5W0ZvrUkwSLNM7VmK8PyYod4NSeAiHeOQAjx4WmO19Vv67h0
NOyg6w91lYuHcJ8rYe5kSAKDYjsYAJPEUiuYmCPxxltargMICkU8AGEDoPbcMDSUO3mVIAXkZKWb
THuCXbRvLOpO6e76grb2bi1J8PuxUgDqesSCSmU3j7pr0c/eCXrj5bqYLfe7FrPs6+ouaYquRlgu
xJjzAx2cfVXVEgO+vRLQ3C1XaaFcOheRFzlFSRQZraL8NY1I3r5RHgzmv1EADDn8nxTBxCWZZjSg
Bsg8Xj9WHBOzwThKvMLlXBFuDkYZkdkBMhUOX9isegSll5qaWAlGF/Kf9W3yPJ2+KF5+Mx7MHbtJ
jvSEeu6D7pb30U65eVJ9xGtv109sS9PXHyFcqqQoHD4sH9FN96P5qvDEU2WUgTIZwpGxcWDwuJBh
kx2Jvg3a6GJq6/o6tmwfCvIgPjAN9JqKqasx17MRYOVIRKbzZ13Et71R3GRGugNnmmc2tmtraHC8
LnMrljAMFF2RnQMjhxiJmRVLB4CeQ2Zf+5p6n8JtNEXltizyrDrg4OSV5a6WrRL94lqkcFx9DeiI
WoXFaAp6j444Tx+KH32tYVjWxrhvIXHDshUKJ0cYTY3Qwq5OVV15HRm/h7XSHsF29K3q1XfViaog
TJx7oDHYks3dKl39Jqy2wO6HTJ2IxJcCtrsBrRr8spnvjCQ5omnU0/oy6CmgHDsb2cjUn5vwue+N
XQwaPsD/qkoEriOJLbi0OKB2MwFJiv5lRFZivnDI46JO0NTu5UBN7skxqT9S+5tFd9e1aVuD/2iT
YHIUlWdjXmO9M9XGvQo4/71pq71fUOX7WIXvaqXdxaasonK5OBghgh1eUrsOSqnn5jSaC32qlcUF
DTd4rRlj5s4JeKR/XV/cVp4SctA3A8IckFGJfXJkbKrRqrC6Qrfu1Mzyptzy0Za7b5T0psjeOxsD
+WMUmNF0iEz+47r4zWuz5A+RuLaQnxIcrdX3PXMsxHhq9aPLCtyUZKdHPSKJ74WSSjR3c0tXwgRf
CzSzJGxbilyYHj7X1iv4Eo5OG+1M5d88ZvBz/1mW4EHMqulSi2FZUwyUZtW+oSVFOE4PfKwe0k71
WdwBDklGFrzVe7WAsv1H7rIDKzdf4q9se4DcOK0Pes681MR4RNO4vZPfjdPkxZn2GPWlp6fqASDM
L0VtPdBk6Fyly/dNxl2tVyW7vnnEgLz4X3Mh9oBmU5+zgS/XBwWDPN45AF0kfojq3fR5XZk2L+pK
krD6gTKn0mKsnowfxHCL/JCj+IUmkRBDiFYvUd1N57mSJpjgagI2nrGsC/3qrjp9C5Ge1iKZzsqk
CMYnHjJTMfNFkwBvPgTExGRlrkiOaNObrJay/P1KbYzO5LG2WPSZd+Ak6m5jbgHx9DVkcUCsJEji
72Up4+qSrEwkzusaxQrHAkJDVfcx0OzZbbKvwe13XSm2Il+MEuAVBBYfB1CS52ujeVubwBrDpacY
KU4tYIzk++sitlfyR4R+LqJnLBkjBXal7SMAH8Xo5o9fw3mWiNk0X6uVCLayMrrK7iashEzRkbX1
ndY/a6WNHh/pcObyUxfRDMVgENF1DH+IQ5LE6VrFiB0EnxF3x9GdzWfQjZjGKyXfxnnHwwcTc/Vg
zOE8aOPd9e3cKiijV/ePdGE/Y4TlLWFYqI5EWkWerPgEVJQBWEssyPmnhS9hbp17vY4WwSG4Ln3T
iKyEC7vc0qHhbEkIVAnD69KbMUadcD8qvpbgP1Mk2rmVjj1bq+CToiiu4wJPWi+e780+qNHzb/b7
OWEI354N5TnX/VE2nLmpSEsv9HIhDF20yIqTD6pTQWYdApaC9a6FgnVpK3uOJV7fzU3jDxo+DaOA
QFcRb18/mcUU6kgNmICpSxAOK5zsczxkZvINseVfB4Q6XaZ5HDBdW4CpF+76VEXEVEiFd4WBCSWW
5T+7xulBEGkl7qybX6+vbTPhjPDToioQzTHmKKhKVAGlUTUhDo2PBCN09W3XNpVvdtF4xPieteeW
8aNLGiBJ27zyjdGO3DqcXzAMZ0psw+U+IxS29IXlDeD8QCA8N0FDxQyOjsLcI/YQ6GN+tJzMj1vi
5sZ7NBKJ1l4avHNpwgWde8AMpQzSulnzG10PcvrYjH+dzFyEOGBxXCjREAKfL0kHOXREwfKB4YPh
xzBa46NN+69V2lWSZM/GaqAsqNRbgPFAAVPYOxOQjSPC4NxzlI/WiVwOajlVsmOXHtZY2igAZKyi
tQGYxueL0fg45Jg1wzW3PvPwOOf+ABtOc3/MbqrqbXy9rppbS0LfD1myJMhr/sY7Wjl0tVORhoum
3MumQLEPpv0y/32XFCjT/ogQ+7BqfTBVWkMEa+7y6L3B+H4pcQSXqwDBMIaHYDpwxZAGPt80veiM
EQF77qW5cyK8AfgVvculGYoNG4za9bJVS//QMnR4LqdLo163jR5lgOTZLr/X/VM1+oBI9NB5GZdB
qyhLye/6CV3aYMhEchvzCuCPv5hKUWw9TiowCnpp4WntSwKglco6VkP4X8pZvmOlCVTnaaSWKIpN
QH3jL1O5o/MDI2//3WoE9a5TAETENlZj5r0b26VbaC9ERW/Ll+tyLjVi2TXYXEwdgGtdtLhNAlZC
tVtWk78M/VOpPjQyvMwNS3omQnDIsQlEaGcRMdLPiB415kcVGpJ+zbI63mVgivupgi4Wc3FowBUb
yLq2M5VpGd4Y66eIOc8A45VUnTYl2HhaI1MO7yS2xhlaGocJKGOBDOd16RsxJD2MWzpso7ZAARMC
/gJxBTyup3b8XT6jX1tjZ4SghAkfykTGayiTI7yB9LFE1/CA5LVV+NFCR0C/RjnKuUSynq39QvH4
N3gvOrfEghPv8BqpLeSWmfOgV//kgy7xAr8zx+dxNV7nSExamg0k0wucOUuhtTr2eM3Vt5iJOn7o
kUv9Jgg/2v0UFK7qvt7pJ2NnBpg4nd23AtMO/SnykStwkQ1Bn/b3MIjQKTLtZW+YjT5KfBoOkYAR
c6mwLFdvZSgY5iPLqcRzjJuApBi/qDx0YwruoghtttWd4/wiVvrUGXyXpU9q3x5QPf3CdXBgLfSy
UQXz1cgevxt3Ebk9w9HgalTYSsEBMJ6HLdXxsAqt/Cac+Q1LtL0BDJ4J13KaJXPnm1sApgHcShQY
oNHCFlRVnmUD8B891s71+0TDzHaL2QbpbJXn7YIkopHBS3ljHkqlwNQqIT1155EOp6iJ+sDhc267
YJZbUNG5jbZhNQXaYojc8KNZ9URGILdhDeGCAQWGNk2k18WyIigu585QhtxL5sNE3tT0lsmaojZF
wHxYC2cXGiYFww4oeY3NFF6+H19QzJuyW8TT1236lvvFyM0fGcL1nkytAQcKZDjs2/xBcLro1jX/
0ZMP3j/lEXNNXkhkbi/LgOl1MDMFwrNzZW/qjpMKiSnPZMco+pWYATG+X1/W5TsSSmv8ESE43hBg
CgUOPffaMBiAV/wLoBFpeT87gd7+iwB2LUo4JGeK8phwiHJsGEftMCQfqPJdX87GVTxbjnBIGZ+G
VlMhowE4TpK7hL5OduE62o0hs5Ib5v5MlBCOabRhoVZD1FD90JRT3v6qx4Xc5vqCLtXOhiFegj4N
FSJYF0FMosbg/KpqsKkD7g5L6mJ3mJRbO0n+yWK07NIYaIaqWgYIn0DkRAf26/oXXCghPgA/gEFV
Fa3rF0pYTaNe5x0+QGsAD4v/GSWbafgMlbYPrku60MXfkhY2Z7zA0bYhKMiS40/RJcQ8h4TA++kB
cN6kYP1B4nJhpSDoEHWZSWXs4xc6I4gVdCZFaSo0NIht0HJI+iChPskApl6GYEzcXV/ihe8WZAmn
WTKGyRoFm5kA3y4HRiGANa5L2D6u/2zixYOHocCWQo6X2PcW0vfDcMNkHY0Xqn++CvEpanPVAXsg
diwqfyVMQfea7lZq9NA1vcRmLPtxFoksktAcgiBEA0aTWCKt9CnLOcFqMnSIUw5GKAp35bzOxuS1
SfZYsBoozY2kU0QmdVn/KshQrSQ2Q9JCI9LTkKt+bd1iRsWdNG8EdJNR7+KukCjGphKuFirovhoP
VEVZFPz0oEWpK81NNP6SlY0PRjpMp8jiqM0TXIkTdD7hrEdDO8Tl5uQa4dHqn5oWlAUyx7wpB7TJ
ywwhpvdE7gf0kZXaNCGwt5zqJg6pZ/ZFoNQARCllIzabO7gSJSwJKCsO0IU62KkWeALfrfGQZCNq
LKXHLFnud1sWXsXou0GgLD7FuW4PdVHiApgGt92p+k7j/IQMU+wjx3ZgRDq8tCR3Lu7B8gz/H4Ei
PY9JFV6C3ZJ5GDE6qjU5WUl700bqseTfurh5wCSJi5rSbVOouCb58V/YlKVgZ1MbqSHRMDdjXoU5
8s1ergDcuTHccP4MzdC/LmVTV1ZShAOsCr3iXQopapz4Cu+PapzueFa5gL2WXPBNrwrEEDQAYRiA
XuQ1QFszsKiALKULdEDcZ4CSBxCQHvk1+gRBuDZGhktkeBebthnMXShkw5Ff+HKdW02RDwPsyhTu
xt9c90bqW0onyUlu2q8/csRe+ilWhrBQerDVZY6XGx8tWJtB9d4DggUTySb7ATL6f+O7VyKF7ORo
66WpGBCZ48Cc2Ie/7guvbT7Aj+KqluT8FlW4uA4raWJm164xeW1jI8ng6uFLpDxbzl1MXpAGi2TP
bdlmCq+7wSotUqqQZfVNMCs+clPdjGDktewxt6T5Gd671y+CTOISRKzcT1YrSxsjJGro4+vM3k+d
CLTbmh/hZqMY+TVPxgcM6Py8LnYzNllt6qK9K7FaqSW9XUFshF6Vosn9WMoieYlltvhzhJIANiXo
5BAbKfQSzdw0Ad1BotzG/SvYHLoWjJX+QqpQuaw8FGQ3g6MvTJ9sNXaR4B7NG8qPRu0xkElfX/Dm
dVx9jLDPLCnafgLnvddbzwWfAhBKIqMnEbK5qyshwq6CliA1hwYrzrKTwcagmTr/+jI27SYm5JfS
FUH/riCB4qjyrp9hy7CFWv+zJeECcWY3snrr5n6tBC0fslKQjBhhnTYQNNSdW/WpFxmvmiWxXZdC
iIp/kN8G3C4Sj4IhYbmm52gAhiFBEkPpk33Fya5yZCDbl8dyLkawIApNIiMzcPaA3OtRVVTDYEo6
GRTc5dGcSxFshwJgg67vsBh71v0ifWV54jbh52B+/K0KLHKQpMegKKIEsQRhjzX4kyzEPqSz9ppN
DswBsZExdPvB0mWZkEvzBGHLGDOUDaCmYrFUt7O5RiUK48pQg3h6MVLPpn6sENdMA7w9cGslBnHz
sFYShcMCRYGVRbkKf2bN97RlbudET9d3cFPtlu6L/0mpOYJu93TEBOeERSlG/lmWA3nLCA1Bmef8
dQsmJrFxVZcBCwy+Yhrx/BbltTKP2kTQ9JRVJz0+9J1xT1rdbd6RZr2+qMtGq0UWaDvQXoqhyouZ
R95WemYXFsLGydO+7dSX0dWfKq++Qe9c5jb+8C3y+Kcmm+X7nbI/98/ncoUD0/A0syfLZB51v9in
/BaEdsH80O+eNC/Hn3HwJnH8MY1cx/1iBqPXv7V7JbB9M2BBd0hfNc8CgYjjVbeV3wXDm/Hz+s5c
AjMLOyPcTLuqGK+N5Qsf4n38pX6jQezZvhPgC27qYEAyez7Zrv4M2LN4b7hSwLfLEOZ8ixadXxnT
WW1azkd8QKKdGHvTrC9aeiTF42TAU0iUeyPcPRcmuIhE1aOFxRh6kPsauTPMIFISV0XLL9uF9QsL
g7mWmKTLJ9K5SOFCTQM4L5MEqrfU2gyOzgYaWIgN+/BAZR5way8NgHij5ob7a4kYwRgZCPtKobhS
lTsqhov5OnfqAZ8X9T5nN7Ke98tmVCjPWp6g3mVCCTAAIK/MvnZoXlDvi/oDrz/Pqe6UCZ1IOzBW
to5/XWe37C5ygQvbIEFtRpzOGutRibM8hMaMD6CbUsDrmUeBFjtuhi5K9ast61PZsolgIsM0JNqr
MNi0fNBKRZ0EyFlTA4FdthvYB61ex1ByDy+bqLCVKxliuqox9VrvmALPxdjLDJJezr/3WfJBishl
k/ao1eSmNnNftQfMikVBNr9hfEMSo122yAhfIQQdaZ7E+AysdBhqrzY/m7B8KsZqp2F+MNFf5yHC
U+ZWUZI96zlKKfnfpq0F+YJCZZVmFk6JXbAwVdMAEm0mb7N2a6aPVMbzsaVF6w0XDF9V9nVDWyxV
RbaT1QxlSt/gP412h2A7aw+0/zfGZy1RsHSVaaS0nSExm76kzX4sAEReuKgx+l3/taVRAAY2pv59
pvVcsQSTNwLrhMyL1JF+rQDlSGQxl2wjBQNnF5rZtjUEtOUcuxFAeJShd1uQt/cGSOmM8LVUSncu
zefrZmDL2K23U4gflDasa5s6MAMGsLTHF5J1Lu2oV8f/gJsv+fuszLKPyJGAvBVg+WJoOXcYd81V
qGZU/Bq6HskYt3T84q8xIn/fgD9iBCXRm7DX6HIDujk9hO10RzoSqHojeV1sBeTr1QhaYSZdpLYG
xKjtczksTglsTLVH0XB7/ZT+Pyblz4IE9TCacEojBZJYXHtj3gVm8mbNvk73BsBpzN3yhDe9OfYN
U9bNuOmfljFeG2iyGlCFBXNmj61WzSRqvSE3h3+KjIz7BZniWC4M3wAnCftnpSbt29wTUIsxXp2I
WQ8BSwtld30btqIAoumYKdXAvaOrizKvXIiRWzyhLG69oid+DL4kgDvglUBIQBNJqeB3LUAMOtey
BHcVjmafZC1WTRn3ATMJmRA2p18bjIsw570wJh/LvOnMbN/o1jutY1dFj2c/Drdq/0uxix3U/5ir
PxwNTIuaszdGZZ8m4XPD0puurUB+JxsUle2PYI2VuM7Q9I1vVtR/xvI4sF2t3FRI4oI+8L87CeGC
OQ4x0riAJBtUABUNyvpLpX6LmjiogItzXdamaVydunDLIiSwCK9x6mW+6xiwQzwMEQOZuXYLM/EU
/qYlr9clbka468MXrhuiF4XOFq6bSfepCWLIANP4Smp5IfN7/uRMyC9xyZZuBy+rdQqm2GnChHcU
e2rUT5RDm0yQur/lsxa0AEUsWefyJWX4NNkuc07ZJLlcv+GLLjXeQtPhAlhxAX/VGFNI2y5pPVO7
hcPzBou7JD7M6T2uec0+7KjFzPuzNnrW8GVwTpaKYddKsgv6tg7/+Qph60k28XrQ8RX04cF6x/DO
nvnpEY3Nqku8DtGbO/jqsfJ+1CCo/oVyobrLfGWXB44/v19Xg03fCIzh/9sQ4UC0Zu4ZLE7rjQpA
9/XhA0mMxDXKyedqczRJ64/clPVIbr4lyUqqYOTyKHLiVoNU5lO33MWx+8+Hcw9u9Z8xnpFo/scG
dK7lYqwTU1xH5TDKHtybkfrqCwTTl+hFVuUxviBjLgaPvSH2q3qUHLShw1hfUTdHQNOtkABPQc3T
ekAiKwJ+0Pcgsz1+Mr/4NF3j5+SB+/UtVFzbT47lqQ86Fw0R78bzDw0MN9URnRJ+5ssvoeTQxXwU
bzvD7pfPqnmGfvo4xjQiQvX2EGax5lURG78qva09a0A0AL/VEHenlieY5k2LhP9DtJQQNAROzicg
YVLwzmrOndoVNvh5SodMT+C87d6rPmtutb4NMaNGzfYZfdp8N8Uppkr0IXP8ysHztktGhbtdXTsc
X9GEUVDYeXOKUrM7ALnUuKlog9Rso2hPo8qtF6QgEmRswWlyCOPafivaITxlLJoiFx22IBXhNdLe
xjDfl9TJ96kyOvu2bKugURTMBtu8vC0wrecjw4w+s4J1X/NqGk6h5cTeqDegYwsdu7zLbeI8VJjF
/e4g53pX8Lnm4H209dRXq55au9Ak5cmIx2xnhlT1SzSeumOiEOR5W+MdNEL8sYJ+F74zRjWK0XPp
z10Rf1HS3gLDW2E/dnk/AW2IMN661jxrh662TYzvdZP1Q8UG3sRNVHZIE3I18ganVg23ceIRxMao
PZtKTgFfmzbdiTsOe7XnfvoC/L3m0R7H+KFVgQmGpl0NdFBUC/KhV38ljY7u54qp732nO8e+jPGL
oPEsdvVEm8mbJ607MlSkTlFG1Cc1HCLDR4nK/tqrfXcXN5NV+02jlj/DmSq7MLY46JHQVHHQ7KJG
h2OUM3Li6KSzXD3unHKHfBbhLgtDs0DFKeOji5qQPrl2qgMcb2yjJxLqMTKUdR7et46lP+K1Hhuu
1djFB2VRCCqaNAJoS0uZgu67hjoHlZTkUQ2z7hQXhnLnWF3eebUK0HdmhdMvq7WIV81p2e2vW8nf
OfRrF3m56KuojMxIF2Yqbox+lzwjIPxI/cfsFPo/gCKx1x+qY+K/DTf0OO1iV5HZqt9P+mvShZin
iNvK6Rdzae8/OTJrh/gFoCbzU+nq73NgB+kTJj/pLX0I7+liPGWj/pvRiYNBYgu9+gSt9Oern3Jc
axJlWH1XEbcDn7pFZjsI+fC9SO0fGeO3tMShmdV0vL7x24H5gguNKwdkEBGvMmkMWtQjoOJzrd2F
BuAdK9v5nsUN2TGjh3uwFESeCnKzat6A3FxDNgk8h5Jsw+KQLw5g9RWCw6Ydq2wVxS8Phan7UBn3
RDnOxR6spv719W5GBitBgjvu0b+qoMLWerzhyPnyrHfrNLw1VeWdJ+C6lYLIbYaB6A82ll41cKqI
Lx8lzxxzJMCq7IYbA25nsn1GXzTY5i7C+8bvx7tUBqG/tUrgEyygOYgF8U4+1yfSTTrPF3xMlX2W
FM7efLOY6dr8zZS102yvD+k4SzdsQGaKr/EopmrXMuyopX6JRozb35iYmFa4b6NjjZJd0viJpgXX
j3ErugCUuYY5fwOtEmLFoneSqO67soUxKtHlmt7EXRLUeKP/CzGYgQUrxe9xIOFeRnwqmj5ENF3N
B5Y5rqXc6d2v6zKWV46o+uZKhvAKwgPYANA4ZES0bnYa6/pjk0WhZMO2LthayrKhK/saTpPBGw1S
+gEToFnjDpg5GXSfjVIWtiXmulwQMjOom6P+J46fJVZZp4oCUebAgnlArA0fYjez17TVEahhllsi
2RYz2ye1ITPlW4qBQT70Wy9Ictrv98lqnXgiR2jG7oAMi24IzIImquUakYzSbste40b/Z4mCuZo1
J+PNgNdkptzisvnAc/2G8YWvqZJ/aCEueU7cupOV6bavGrGWqhkGFqH/54doZngyYM4VYSU7hIab
afseyM26N+ueNY9uo7m0kEGyb20oOjAcA5MqYMj4/dRabSjhk4IhEizVMZ5N6EsxuZYhcUKbMtC1
ZmGaEP+K9C9j0cxOBSp0L7eim0bf6319qOt/rt+zTU9nrqQIFy3tbJZ3A6QkGDzVphhuLHtuwKzV
EtsDE1vvFYyBf23wB2Z+cVip/Avfs/6AZRtWWxnWmD6tCkQZXTZ9s0bk4Obkh2LUB5Wji7iTvYI3
r/xqvYKSmoXWD32I9Zbxvutfk/GtS157fpBs69ZbB/1jSOkhYQNgMUEpwyIutIojdpl59nNW7Z+A
XwlMmrlGG9325EffMDcBIJPLjeRE9MK1iyxxy6YdXMeKU7cef9a2dpckiUs6WVwh+TiREbKkVpdE
IbZ8mN0muZntPQd3ldmC8BYMKDLwkm09xmwnxiOojZHI8wPWMfwfRstWgKTCrUvNZ0p1JGUpyRhv
Wp9lhPR/xQiKPBJtAE0VxKT9W1c/8Dn1J7KzcxuYRgBpQOpYhqIuW5iguVOnhU3cQ6JazF5nR7lr
o/O46sZG8qCXCRJ0NoqtmmjtsoP0a2bej6ApqYFBel1lN/cPHZZLTz8agEVkZ0KzOtFaBJshel/a
7G1I76Mp9dvwO0YV4aDcFk+x6yI37yIg/m0Ns9JIOgsBWV5zboV6Bdtj7uzG3g8tuLzuJq7trsvZ
3D+0xJrA+QN5kogZliHwm4HsC9+L1umZHGMk/gCfGFyXshlerqQIp1TYC4rWjA1szPq2xADSLuqU
d9rZs6vr/KmKAC14XeIldBaKMWu/LogcOycbrKrHC0350XG3obcxKmh22HiKhpqT4SKmtpivpoEe
f0TNCIR/Kunw3DrD9ScIT4fRiPM8jfEJtCl8NTZ3GXmeyPjIuKQ8ebG9aGTCrAm8IUC6QK+6HPLa
T8x9CAhFDO9NwAZzw0z10Z9zspPqdlS6n2XCPcnmXkRsvwVCaZYWYAz2CNqJgR06RvYCG6IwWOEW
BOsGvwXVqk/nyWeNAyitYqc0wx70IbLZweXHz8LFRTgmFYmNQR50IAvCwTaJaaIZQBdj7/hsUA+K
6uyoCtIc09wp3Pg6g3k7QVVY07/0dSShX1ls5YV09CguXwCwfHGao8SMwAyiQ8xfR59DjO6aVtai
eKE2WB/6FTCmR/E+ggU4P828j8bG6ENABYYBiY+NdjOWAS+//YszXIsREijgqlVQEsU2qq+1HkRf
jU/1ffKBTEYid9pfF3ZhZYQlCX5uLGOtMyPI6ukRDwg3aR4cW3bjlx8RTwYPL7x+0P+GtlzhFrRs
TmbWAoW1NMcdRm5qF0ltzaOdNu1hDTK3NIfMz6sMnfFpN96D0QGZULjGU1vwp76bJ9kXLVsofBHS
AyB9RTujCTpn4YvmdMALmGPccmqyANhrKNVqbsj7G/r/OLuyHblxZflFAihR66uWWntf3G2/CG33
tEjt1C59/Q0ZuMdVLKEE+2DOvAzQWaTIzGRmZIRAU0erdpZT3mFwaDsa4S2zokcm/hbBNG+8AT5I
DAng3/LcKuVhr0PrA9QR2hdIQ93MvguJ8tA6PWhJh5WYdZkw/7aGpG4m9cGTQ/rMtKvBYD0T+pQq
XhuQE7xxQgpQmijE946bMbTIyX0TTdadRsltbCuWH0/JygX9/Z2lXZ+fWniAq/BPkGM4vz+hYbOh
CxnYTEqzx0OyyyhBVSrTXxQn1nyUgitg9oYkZ0fINeCS8ThB8Q7Y8WlvWXH1MtCkndxGsfQPu0PR
NVHohAiiZ8mBiDFnAPDgL7l1Y9YvhcNVvwxLlE3rvBmDaDKzV81sMObaFOoLaXTlS+S12Dqxon0z
wlDs0mbM/JjpELTnega60TAE9gJl9ocWdf6/ft+i34u+9bwT4FxBSel8Nwi3SDeqHFdPm3zMVADZ
9SOc1hTj5pN8vufnVqQMM3TyzChTWOH0yOLnFrCEZPSuO5FLvwgbiHOQALJBASTPYZVVVoSTAxsC
8I0JKrLg+AH1PAOf2XVDl+H03ND8RjgJp4mTNyEQ/ggwGsTDlF+RuHVoMFWuWAP4XCSWc8kBPDjU
0mape3nqXgnbFE0XuCzwzRn5fcf9xnruijtclQTS79nKO+DicYP7OWex4HgBGQZwwtLCBmDktC5P
ARiHaqtmPeTGrwa8rYlaua1NN8Oads2iRwDTD53H/Ge0sGQRzRW9by08nzGa4NiPmJLI27fcemHd
R+s8crDRId7UaziBy9OIdeKk4Ek1Q0dkdoE+1UbDSkFbhj7ZblBDZCjJvVnpK9u5vDrbcVA6AuPz
RaU2hixA1c8kWEXYQ8fmZz2Crf84OS7KmrYeaNahg1Z0uZazX54aLM9BGRNje+BKlZ8jtt5YoYmJ
Cc9sXqf2eSjRnrtpFDdRXkm1U9fYUy5hQDg2AGATVGx1CBjKdNNt0ZYZlDnAeNW8Zp0/UI8kfsiD
JnGt+J2mGLbZqeadXW6v38OlVOvUrnQPY43lSm9jnXbdbLk17PpxTaLq8qpjaUDlYzMxynNBWVg1
faOlOb4g5ODLei/63SiyWYsIKP2VR+TSoTw1JeVbSRGhBADiC8+OGszYmzvbSF2SpZvrm7a2Isnf
RzE0XCsGM6GKkuLwMCTvTlZ44fjJVmETS/4E+gSo9TlwKOhFnfuTmcqyzvsGkRa6c86TEzuuYzxW
4XOLOQdzjcVSWzoPJjwJXqmg+DJlZ6IKBaUhOid40IZpVNcpn7UJXy5QxGMdfoM6u6LfttHHWHiZ
vaPggSjvGGZI1Hhrd0eif1aKcLPyOZ12uenzPHv6+60//X3SeTVFTRMjQuIBOHxM3G7cVNYjrX82
fCXFuWx+4kbCnUJsHf0TuDjpiUAru1aZgZ2oEKFyvk1HUD67gmGqJHkU5ugzFdXeJg/SAp49/VGi
bx96qfhl0EMyfMvtwTUHj5iP68X8+XydZwLnP0065q2GiYRh3gSRHUeSYfMDNA7QtqLOS5xtTPSv
kl2h+GmU+fk/MKWh8oydgQYDit7y40wI0DChzZ4Ck0iAmoDOPQAAZOUiL7nfUyNznnKaHtSlk0Ok
FdFF/d40rtFsrWxD2Utv7LLwXlsr4l+mPdjQkzVJIVSI0Yg4KAQ808CQkunq9G6A8qez9uxcchxg
+CEG2gVkblScLwtlexy5At6WJh1UW/fV9MTwbNHVj3RtpGzBbyBc/tYmgmLGRcMH4sKAregwxeNn
M6ogiQsId3EfqW5CMe+7ks4tfK8za9L36mMtSpWZdDCJ95MooNPNwPagu6bmZvoPCuVfyDZf9wQL
vv7MpPTNYog550YHk1pFA9K0fl/ckrWDsfDBzoxI7mbq4zisZmrIqM9ckR6QB2NbXRtgwTXIsbb4
xXCf0JMC+RhQ1OeHI8tjPdXHeQ/TZz7se37X5BQwGt+IAj1/4bHuMUxt5p/cvAmnnUUrv9fRSCPz
FAl465toU4WY22kDqDUCSgxwUbdBRpHobsHue+fvgyA6Q39+rrQ18I9trnH8/QowDAeYNbXaWuJn
r9iB9Xn9U1+OA0Mz59TWfPxO3EFlQ/dvmrOUUPwsDL9W3jgI2pzGTdiejEHFNyW9cdRAKx4a85CN
uSe0J8d4TzO2LddC0CWc8+zXoDV2/mtqkoY9Ifg1DrYZ/MXRrYFp+YS4dbc388gN+/e2GraG8ZBn
fj/8AwciNuN/BJ9yw1FBTaBGd27ejIfBedEmAKiKw8BWAuDi/fpjRp64UaZQcWoOM3n9zqvej8pd
LvKVS7zkN06rN5LfKKFEAAFkVG+ove/G/8zuRaPgdjyI6GdhbzjZrhyk2cFKkROiangMgujPRmov
ZW6dM7GhVw28lSruAYmb8lerCNLwMOgTxsHeKEoqDVKclWX+/iYXdqEEi4IjusRoE58fGStTxios
TMzLu/W39iML6E/qs88C0DmX76vEjT7R+nxrbu3juGJ74TtC9gdiNUCDQFb4d55zcneSqhGhBW7W
mVbNtv2s2XZDcH1bF74igNMqxj6IBTl7Il3PMrPKQXAF4VNwdKIwIbQFpA28dK7BffiieI3jdiFe
nxr83ZM/WZOp5ZVaDiGOjR67aYw5KL6f2puYrtTBl/buZGG/H6cndjoCDVg9c/CeUCKgElFMGjC5
8w8f6NSIJp2NsjXyHJ7bY9Agc0KPOm99tdImWYhjUO0F7/DMCYuTIMWWxFSmjCY4fyAMvKmL1qMC
owo9D4pZNrGLV/ZtIZSdmZNiA1fwhFAIzlyqfSYAqHFNdVMlEPbBxl6uiTGuWZOOX2W0aMvmsKaZ
fhV/QNHF1avdkPiG9pi0X9fP+kKYRuVqpkQCPQsCtVz6tIzUEUCJJd4RrJfbbpO+FNvxUO3rwN47
nvLKPf0+uoEm2p3yAyy4QbmNb3w4HLcOIv/6b7k8nuc/RdpmQkIzby0FMrW1wGPj0OgdYDwrcf7y
rsEIyAJQEAS062JIyJgydIIGrFcDZ6Te+gITwZn1ZCn764u5dCKwM1PtQFEOfXQ5/YmnqCAlhx1V
/UqsAGWsSbxpeex25mNm9R4zVgLcJU59LtueWJS2D+/qWA1DWKT3P7hH3+vgGYNx2zZ4+eW40zt/
+pXVAfcAz+IADrm6z29KNz0Uz9FmCmiA0t52rcFyeU/Pf5J0lFPSF+qYzZsdBmA56ZxD3Xx3DD9f
G4W+hC2dLR5AIsnrOKTs8/kYT0AYocgbhnxjNWF0q9I43nAnM5A5VcWnzszoiak225qtk7xc/+aX
xAPSr5AeRGRUo7438St6r8KrAbP1TtD8TIn7MPoliAc4rs1R2VkrF2dxm3WIx9jzMAQIx84XH1ZO
RTOC6nMjbmtIgaTao219HwxfVCuecPFUn1iab9dJBMmMmFT5XOdOevAvYn5LgLAAEhSFvmP9W6c/
6s3KfNvifT2xKLl6Ww8hikthkVrbog8mzUI74j4s/6EThbP6p+sh8zHrA8uHce5HEMvjJmaLMEQE
5kfUAqr2K9SfCH8ZnDvo1Vw/M8vf7k+zRTq4YUTiyMzn9ak+mNTdSnkwnSB3AtKv1J4X3eufBcpN
cDWqoMJcwJKiB4DP9tODOr5fX8zyNTyxIQV/VVFKTIQxiK3MMt1FkKGY3Ux14IQcyhmvXewq475b
k01eWJkJShYU8FHgQn1LOiMxA/rSTjhy+/jGUh9S4z37+4wD1cMTE5Jz5YAtxv2IGlWSPzTaQ9W9
igLzFvdau+LGF0qW55YknzkIoG7QIsRD9D350L0qd1O3+4b5kU10Q+9c0Xu6yz4OyHnu6wON3a8v
8iNdqX9cjtjNXSYLDUDESbC2yY3xERQu9tCiCayqYLFw9a19IB8idZNvxTY95sybDsPXUG+0leRx
4Tac2ZX8i2hRpLQ62LXDh5Q8x8KzbU+HQ4/H3d8f1TNT0qEBObRtlSb22U6/GuXd/I/1GGMZ3bq9
VcU3Nb6NwrWhrQVfdmZSOkSpouu5HWN1KCf16vtEtpVzk6/1eua/cv44O/920gHqxqSeRhsLc9TP
sfugih86T4I9pXwXais+ZXFFNihKQXI911ClByhp+5r1PSqNOgoFHbpygEFG6Q1dQ4Au3vATO/p5
3En6TqNJAzvRdK8Zfli+dGu5yvwn5G3DgYcHmevkhpyw5Y3NCi2EngUwdKB1/aJrleZlAzaBQDMB
AEp+VlIb1QFrgq5mpFJwwmjP0yrB46IJUI3PnSkAu2SQFQb/jB6Lnr3UZ1E+mdCHun5rlr73zGX+
/wYk/84aVRumPAM1d/ZI0EzXknsrfWJr6dzS5z41Ix2rKhYdIhXWwer9lH+zhBuHK/d/ydOcmpBO
FIvqCKN/WIldfFP4d9A72woKcGPipmsUrYtfBfQ8tg14lqbKkF070Xu1JuivGRxI/tKrszVI65oF
aTEJkpWimLvKDUIC6kClsZKFLX6QkyXM//0k76uaEjU8BzAAhb1y/YWOgxf3K19k0QbkhGZZMxT9
5NZgFE65SAa04IvhXlF8u7ih2df147uQvs5a2/8zMR/vk2WkVVQnegkT5XjX2G7r+DrwXOWtUHZt
KXzMm67clyVfrNlAHKJ3AREROY4C3aCiLY+qIxs3wqx9rcCTa/QV8wb+WaxSaC4e6hNz0voaw2GQ
mIc5u7rp1R23vlnUH6sdKB6vb+Tyt/qzLil49p0tOj7BUDv8MOOtAKe9vnLkFteCJtYsTjZ3iqUw
Zgsng9IMCvK0fOnLV872egQo3nMcr2RcK4YsKQMXbd9mmYDjJ+Ouy16Qtaal1wGXZf7tpBeSKu3P
iuSJuUizASwE4M0z2ZuSgvez4oGzBjxf9NAOhBMgwg7pGvnEEchZxBBWxhEHky/0sjACRVpoRa5k
iIse58SMdNLUJo5VFsGMRh4V5V2szbEsvSRmxVl8YhvIFST251e1iM04D2eggJgyTH6zox0nPuXa
DvPsR9LfDXkOLImWC/Dy1CuTogstEVQJDKDbrTkHhvLUufE4p9yymwmu6E49ZluUfH2iuGjcghvF
BWtc7A4rJi/Hg3E4Tk3OnuTENcFTtKAcgkltm+/500u+B4uF+uZ4wi+/UD3Ysjv1Uf1BPQUTH67y
ef0+L50aULtRx4AQGv6RdruhmUOnHJdtsO8LzFQa8a5XgPnaXzez5DaAw5jzB1RmMQ18vkjWdHSq
bdyAQt1q4X/deD9i1vm6jQWI1TxE9j8jhnSfMT3WQuYbRtrSA4TGx/B/aH3Xra1jeCAbnPKnGIQC
6crlXroQp1al0k80UjRtZ6t1fuSYsyr1t+vrWvxEFi4C7jamSuT6RKVhbngqcSEasHy0no4JnC2Y
UDThCSsxG8+APEHmX7e5FC8pkJMqkPMQL5Qzl4FOYB/EfL4XNno+upAvjMH1VSrCs3hjb41eA2t/
XfJbpQlR2xszdXv9BywemD+L1qVviQZyndjzokXxkVl7YX9v2811E8ue5sSG9OUEBthEOcGGau5B
aOJiMg/gk4e0eZhQIq5Dv1BAyRVct7oUdDAID+08xIS5RX5+E9JUsWmbwqiOVCqlgcClC53UVdJv
Wr6SWC2enLlDiAo/qvxk3uQT10Iy2naO06JlVnEfxApgwWyEy1INeeIqLcziFzsxNv+YE2NTkafh
IKAPQ8qHUfeb/jWxV77Y4t45IGiceZ/RupC8iIJx8DRPe3wwkUMWW3Et+wMPa88wIXHGjBV/sngH
/liT6V+EKRpgYLCgkYNp3f4+Ve+RMz1mOTmS3EaugCkBfQ1keBmBEL5nvlwISAG7ZhjSGosYw/XI
SgovHzeDfo8J5w70KiD68TqwJLS38GWt/WVXlQvNVV811l4UF59xtg/tCntu76qaI9kPlRzaVU0H
WJx26PkvXTyyaCXmXIJEz2xc1OxHywgNs4KN2tEfMdTlZq3uDeRXbEDIKtZ2lOc/mmj8HreKq7Xq
vkzW5Kcv0nPpF0hXH+xSjZna+AUzyNIBtKGu70rWHM1m8A1k5yNfFYGfI+lZmQEmVRNEDdjahYEH
kc6TAqpeeEoJ4P9WwQD7ezvNRClk7JsnZnTloyCKkW00owSvTGhYUXSjRnqys8qio5s21ckhdux+
7dF9EcHwy+aMC8WcGdgqD36YQ1cMBdVzMNUZW2WyNyX/66xxNmFiCAvDGgvoz87MktFCyMeobLQX
mu1pXb0Ssi6c3WwClAAmqkVz/itlMqQdhTOhBe2VWbbTROQqw03FNYgz/D3dAcKiCrlYwNLw+L3Y
ryJOE4gXgyo1hu4cVKgK52AUj9FaqFhaEco5YDlA3gQ0ghQqMHOr18Bi4Ltk5KiSX0SIXT0QKN4Z
ykpUWrySyLaRQAHfPOMszr23hklxnVnJjIa9C/vXwZhcwnZqmnhZca8Ur2Z7bI1D1r0yc+W5t3QV
Ty1L+W+XaxVnVVrgFXZriVs132uq4hn0zmKv6rQSES9zRJySmb4BzwuK4UdZkTnWWZSNpAAnOAAE
eqE9jd2L05VBFBWbMm7chva3hCQ3tmIfajX8fj34L60VfCKOBuFEYJN/f4WTGAn2PKMVQ1546Bt/
Gw3magXdOLHtsYq847Aem0hfuRbLK7Zx+zQTSBUo5p5/WWUYKQsjrHhIjJdBIwdlVP1BbdDKM6Mb
U+3dMXEOpKSeEX5m+j8M18LtYa+B1kCb0pIDCg2ZanUNbktR39il29R7u8dwL4bYUUiyncB2tk64
SSn0AiB+gVmWtU8+p4qy4wUEfEaB41Wsya/vyuFh3RI4hj7eqxkIywyMoSpfDL7BVHbpuNfD26H3
/v5LQ5KFYgAJkGtke+e7DqV4UE3OAQYDf/FN0lQZNN2a8ha1jeep5XdWHIL32WlW8DFLLsPB5ACE
k4G/vFCTUGmVpxw8T54uUAVooSFmjvd86F2iRisdgItkDNnBTMIC6IEBqVmZDCUs9YpYBUZpO+OX
U7dbjC/6TVG7TlPtLTTBr+/nZbI+m0NDCtp8MIp+9/mGQnO0bZN5OgGpz/MACjtby7yCJIFqC0y8
P3QO8bo23ETqmjzNwp6eWZY+pVKYsegVWK7Dhz6MvSavkK1HG4yIrN1V7fKowhSClw72gFmN9nyR
ygimMieDf2gmetB57CLy3zAl8mlZBUmmYyKBbQr7aTLZcerNbU3WyMIWFztDu+dBjXlc+/wX5BOo
5liOxU7Kj8a4rRXMJDVPULn4+/sB5LiJCh/AONBLk1ba2llY404izVXbQ2V3AVw1YHfqLyVvdko2
7PGY2K4cocUTC+gi3rQYCyRyZUkvLSu3FdhM+N4odtw4qNG2Snc6gSDKjk1+Zr0Zyk3ubLT4VcGz
t+l3hnXfrpW4FqIAmIHBbA+HPI/7Sil2S52BKSN+Rwz9tGSr0xfLuLWr0EvY0UmNzfVlL37RP9bk
qkg3jILHAv4/LzqvIW+iZv4wYN5nzeUtba9mI8H7TZyFktb50QkxSde37QQKFAJaP4V7sdM+5Wp5
ZDR5Gpzq8fq6llIWPAVBeIF6HabfZb9ek4FwqNQXwAKO0Fct3bLegMTI1cvbPPMgpBnypzD/xm3u
AcJx3bi+cFFPbc8X+SSQJ12vkgoCbpgEjrwpjG9UtsZauPAQQ/cAg+Umegg6IK/nJrq6LJkd2mBh
BhLdjlvPICOyQL6/vpIF8gsQEyA4zwxJ0ECUu5NGqxsdaKbg3iqn2PKI6WDjzzDzaUeO3xlDusUw
GFjkTBgHmK0eAVVl0YjEMDJeFQSbfVdk44onXDhLM5MJ/g9YOry95IaAptaz0cJjqUjq1vTwCApv
bJaAidPRUuT2VkWTo6GE8RqXynz3pGQBHQekaCDyIiaRewImT8y2QHkB8luBVt31pvC1yQQwsfRS
+yOrweG/9gEWnP6ZSelD8zZ3+m6AScsefFG+OhXxyJAFupI8YDgCQw/QwEVmM7ipRrap43h9qK20
dS6nxBBejfkfdda9BbT8/LRlI5K0uMVlqih3uxTFMAhpC+Ozo81RJ5kXJgh4+ofDTdSOqq3eQq1N
zXc8e6hsc5cYjRuC2zU2+TG0zS3TFHcoVwu8S7fOgOSJTvHEQ4lEOhVd3cbR6ODW5Z2NbO7QJu9x
6KLTFdbRa6yXe52/qzWg76B/1jAtGccVWJnXRr6XLiau4zxMi0qNIYcuXACMyE9IfDhVGo/r6rCr
jCz3aF2tPI2WLeGdaQPvjDegdDJUwGHTdi4ZxLq2s1W2q7s0MFNrJTAuRQgLo88z8B3cUrIHGAhV
wKiblZ7NUBmsoSP6yYtio6+xvS16bACIUPzEWDkoUaRDlo/ciJtYlF4hwlALGCfZxiBVg8RNAUbM
Hq03tVXVXYZJzJvaqtUb26zUo56XkB4E+d5KBFlYN566KuYJ0M/E/2YndOLE8RbrqngCUVfKx3ee
oienVLeNQvZ2vTYwt5i+YogN8R41vZni49xWoZTAWoVoTNSV2/GbsPhslS+tCSz93dC2KGeiOXzd
sV82luby3YnJefkny+NxC7bjBCahheVXbyiIPP0ENyPetm57xCio+3Bg/4Hfw7P8bMWdLOzsmWlp
Z0dWVrUTd6UX598FAXo+hbjNfU+blVfBQpg4szNnWidLDLOQFHULO4qWgkJI8RJn8JSh3kNB3KUK
W9nSpcTtdEelxK2nmJvgPXY0bd6nanCn8rnnT0TxixDIobXBNPV3aiYFI9QokORgmB6yZnIUnOIs
tnKK1A2VNasFg+AwVNtaoJEWwDOYh6rRBA0ix3I2Y9ZU30hZaQ+K4Yz00FgZ0N59qQ4bM6EYzGlR
f4s2+jSOj9pYAOpKJ0rTBzhZsQWCWrd2PEyGj0QdCmBgx4gGbIrg7SM7So61cJre1yqmg9jC7AoW
DIZSHVKCDgmfbyfNtVDxspaon05D6p1W98nok8xRuN+xOLe8egjtO0MRseGqql0+0EgnL0JT03eD
ZDYB05Y94fEI9mvi6VwNNZcVTbxvs57iOTQ6ia9arMJvsNu7zgqpARkqJfpQK176KKZXz1RQQJPR
AuyDNm7ID/Q64dJ0wk1IqmUgf9sYTGiHqC+GzG3KucMMAnKDgdtdyfYl3AtUTtVU94GiIztHaAAA
N2mrTZgdH9CgiYdcwAOTsTv0CXOg8RDF9mehYhhlbC3nK4lKdZ9Rh4N8jYy+k4Jl+wDREnBzNGOH
fSuwyW5Ux2CDE1bbghihMUPPYBocYJ9pZnLLw5aBdLuKja/MCZsPlTej7UEuo/oFfGT+XPBiCl1D
gOW3sRXnKzWwqU9WYUV3lTpgaDQa04K6Pehi9GYSQVdhjBWRDAGzx8R7l4fa4LGy2WdNGx+mvs/3
qJpqe9IM9ocYSjCxaDnLik1V41wp1UDzg2GMNLvNjcIONMhTRn6VtvmRFl14S7RSqXZjrloRBIWJ
Aqp1nFjIQ2vFu1aNIejFHKB2vWqcBLT3LMMpHsshZkezGqnuofcmJjcfhEA/vytq6OIlLNrErK/v
FGNSn/Vq4GBWFN0EDnJaaOpDaXR5GbS92kboPFb0Zui1OqB4Uf3snBHEOaaZG+jAama28l5djF2o
kIMtd/bhF+wkVdXgzGQlYjGZ+Zi2TNxq/feE31G0geIdLb6qyR/pjQmeuuuOfMk0nsgoGNoOgidY
q869XNE1jqgTpD0NN27qrrszos8EXJdGUm41mIP23KbQ+qPARG8NeEmjr83OLDg+0OlgxgCAT/AC
yU2pXCFTxpAYe62iupq3NW7aXsddJB7j+eb6chd8OgVG0kRipYHZWq5Xqkpq1GqjoF7ZuqZ5V2am
B22DMXwJ6Zog7tKyUCmbeWHnlqxcwirHHs5SgOM/rHXURoVeHFQytKkLhBN47+E7Wn+K1ASyVq3Z
9yvfdSFInqUfUvBKFUBbFRPphxjEzhYGNMDxiTGIG9GH61u6sE7QdOsO6voYx4ZyyvkBosPoVPYI
3qq4y4MQ7Eu+phTPytAHsZUFNibahmFttHEhVz+zKWUfFmgaWRfDZtr2bl5RpOnP11e1kB2DqAx5
OB4DaKbLOLGwdLhejzUaPgZYe3Jg1IcKoggrrGiLe/fHivwgzFncdlPfgrC/dRBKlW88gdZJbnqK
lW6sSN92kbL964VhTBxoRVw2MPbLn6uhY80hwYfgBRaHmrRIL8J9ytW/T9LAIgWWUohTo2YjFxsb
9B3skkFyI1aboDJ2oBlDHvWCEbXry1l6W2I6DY8lXDGka7L3GMFGTMuIl1BE6vt3MSQWKu8jlOK8
pkuht4DBKfwKFifj5Jq9HpruiNTjR9i1nYDkY5Tc5JFqHVndOTsWmSwIwzI6Mt4rgaqnHSqUtZmE
ftL0xcOQmrZwtarDKMr1ZSxVBk6Om1xuKhowLE8JOAIA4jPTBzv80oY9h85r+sCyZ7P777q5Re9w
cu7mqsFJahs3XMNgF8yx8NYedoApT9U3fW3kdPGWnlih51a4gcI2nU93ZaGI1seo7SRsbfp46fGD
c4aKigbgBhzQ/CtO1uJ0PDdIW0Fq0kRRlU2AoIBuZvrBaO6q7EefzTqtma6upOsLDuLMrOT2kjrP
tCqG2dbogzIDeHncpu2KkaUdJJDVgHY3Aa2X/LBrUlqPHcGbtkM7L6LsPonWJoPWTEiuVC0qxMoI
JrIswd0I2aPWrKnJLewVHI2K3jkomuZG3fknqqA106U1MOo2KZ/yWvmIwnSTheXKk3vpEp2akU51
y9PKbGyYmXGq6X3RZMggbsEFlToB7d4yc8WVLiQTWBaWBGrUmRhHOgKZQJMlM1C8a0ZIRBXNfTzr
Fg36Aeqn4MxbUyhbNGfjb4JVdAYhSObiyRRmq+I9GqIppU5pYAjT10pQLVF2W65NGi+FJkB1/mdN
OheiGwYlHmGtUu6nvnY17bNObhtjw9DIhvTTdYe09OlUE8ggABEc64JHSk+4NrF+gjXzP90KHGs7
9F9p/OL0oS/azwGA+usGlzbTQCMKJXBMUqOSf34kdTqgvRglApwwQ2AUIdgRUn1w2yT2RmaNXmu2
P69bXLoEQOg4gP8A10FlSqiMDYVTWCVa1UXkqoN5H0XGFnpX7B9WhofPzMyH1MWUOZjtcbQ47loO
SpKgm45QpwXHaMAqPHvW8GRLm3hSz5aTJBqi4DulSDKt6r0gxC3462hiTiTcjWttrcuC04xkPgHM
SR+sym2hpxPgedM9YV70lKNqh6zszgmmO+7xffTibCHBDQkEHzH8rtivDSldOErpB0jeJY2EokUq
fkAG1rd54qJbG9pdIEA5X6MUMC2FZMoQAxQ4bNSN8cxeGPM7Xz+giHIUsTsxzzp40XegOVwQTm+u
n8+Lj/l7fXD2eBbNTSFpg7MMdPXIqoEdjb/opLhT76IO4uSvxhoT7JolaSfBejGwegZztgSMxxA5
czzKH7sOtCjf/2VNuHIzjGAekDu/5Q2o6WhjDkDhgXjIau4q4XX2C7gpO9yK66Yurje27zczpUVR
UoOu+LkpE5pmnGbz+TS6IIEArGgxyKZ9u27l8rkumZHcMmdKXGgVzCi78Lb4QAd9eNLRvr/pfQMS
by5wLtctzn/wrEz42yDYBPFu/k0Qe76uAn10SDWNGDOzPmL6NaCXJ8L72lzBliydiTmB/80RDfib
dPrauu2jiuFLRcpNG+2Jdpf2R614bM2VJ9fvvsbFgk4sSaePZEbRsmY+E2q5nSrnGDfgyKI5Rfev
bH21gwZ9IbYaioJDXX+Wxvs/bChWSEAMDSiczDLTVvY0Nc68oRV0RBTdj0TQAGYcfV23s3ggT+zM
Af4kL7YVJQXxD8GO2sfYOOrxRllDRf4murzcyz9rke5Xpo5IDZCKeOTRfFT3rHO1x/o/DCI2O/O5
sXzlNYzcyeM+Bu+C68u7yBjmc/lneVTC8CeDWaJijm0cujdUIFwx7OIBrXr6NYKkQxvvCN1dt7h4
E8DmDkQAJAdV+Yha9qj1aogNzUD4AQleU/1iox9pa4WjxasAxgEbBHfolcpQh2zkrRajNe4lkO6K
P0r+ovRBXd4bayPdiwua5wfnghgqb9KdS9uohuCFhpuQKnuz+rKd7peTAtBQiZXbvWZJunNVGvIx
rGCp1x4dG82/N1pbHsgrVw7FYgTVT5YkRVAMKQK5FqpYkrBvp65wqVl5XR6/ouf/VCXtDScQL2Iv
WgmNLfaAmoKr8Cno7e86apsjgFCTyT1LxHu9Y/t/OD8nv21OME4uZJsiX9cFfpsq/NoJSv2WMExd
PV23cpG3z/fCBFoC0xLoIcvD2pFwek3tQN5mDz/S9qvrPGiVE3EYS6//vG5qkc/h1Jb0WVmGOIix
L0wnBfk7JszuwaUInRM/anykY5A08YBoK36uqX4sZWL6jHAFVRwA75b0kfUxVns7mS/IcF+o93Wz
NpyxeFxPDEhfKqFKOSYCBoSZ+jG9GRs/FXTTrWHjF130iZ35v5+cCEsrusxsYcfgP3g2uQZm8ZKf
1z/Sojc5sTGv9cSGoivo28w2xjZz4+R9KCMvgSR73D7Zazw+i/sGpnP9N/YMdFjntvqow4jcCFsV
1KlhCtMHBKMXK6XFxRN+YkUKbKyqe/AgwPMzXFkzDhqgNIqgJaiabXT75fr2LYaZE2NShIN2bU/V
WTmDk9sQpJ01eEM3jvrCIjTbd4J/v25uZQdlPF2OJ4BmjL+Tg/e22A4Y0KQvEfGvW1mO20iLZykQ
4Iflh5tejnRidI7b2dHadO8kiFwSQ1TXHR9yt34wtuZz639AkXclm1w88X8MywVvtSySNi9guFbs
7aQmvjCb27CxVlztooc4MSNFNoODFCOMYYZBn44ziOG+rezgBe57drMnFiTXJyjNEr2FhUn70oEL
FNWud77p+pMm3hiI/BT1YBdr0W3xLp8YlRzfwDpi6gmMGiWiGYaUkY37CWcuHj8+tT5baHSx/Kk1
8QJxvg+ceUr7VpD8pYOah4gBodL71+sbsXhgT36S5CoVaFAbGDlKPbRjMDH3XJZg032q1roWSx8U
XOugZQRQaRZ7OvcsWdlkXYGpKq/RfD5C73CaVk7m4svqxMTF1TN4ZBeYAfSiuyQYIL3phhv+Om3b
TfKJSjkKQ9d3btWgdEjNIgIcYWZkjG/ar3wfHjpMaLhoM01fxNWAqNlcN7j0qU4XKB1ZJ0rMKuM2
9rB7G4g/WI+q9W78deMRF+PUinRGwxjHgQqsakz/G6BKFSVuM/xonK/ri1lyJKCimbGlBoQvZA9m
9kUdg9QKyTimhvHgMPT/I+27diTHgWW/SIBEyr7KlOmqam9m+kWYHiNPefv1N9Q4Z1rF0i1i9ixm
dwdooENJk0wmMyM207/L7c22fIHw3sokhYwCCoDMj99Z8GSVrhU/mJVdx4c6j90CkmrXzVo725aI
3JqQSWBBNASIerlRA6cl2OPEHtmx/5UwEYOMYAwNbkGYVtuhqhpgUv6ctO7QvVDBcbZGXYgUK972
MUlojuGLjJpGUquxRTWMVtXPBoQJdsNINkY5fbNyJbGT3uy3Q12NbhR05MbU0299XqL3PPas6KeG
Liot6zd0mBpBDLHmScGagTyXLsON8+9tFmnVUM6RgjI7CY22EWSZfPRd/Ih1uxFJWq8N8xKLG+Yq
yGUpQ3GlU5S9DXo0Z6p+qiIavrXNvQThth1CosAcW4AwyMP2geLmaXebSYk9/SfGqU893VmxBAW9
s72LiBJhnxnWwYCjT3G1IbFD9uP6JlidnFmw938AZlsXAHKM4nAjA0CggO4SXNe0jWy/e81VT2Gi
utG1kwUqYYZpGqjRQCHKOVhrqqMcDerMD/Re9D/LfnPdmLXZX/5+zpgybFUj8ClupEjfBrR2Q+O5
GUQVRGtDtkSZf74YMobGSz8DNb6Tx/tO2/qypyodispxw336D/ZARwnVTjiNwRlxjpT2WW6aM0k3
SvWdst5QtEURQ+A3ViflC+TzzXdpjuZ3pJYB4oNM3TS2KPYQONq1/WKA1JQSLGUQsnBmsAokskOM
Y4qWuwkS0Qy1Yo/xfyFnW6BcivhqeDEgsIMEm0z5M0Bf7fpsXDZY4IhCbRvUK3DnB500Z0fbavAv
IxB0sEowdY/cgt6iKW8L7U3T3xfVG3Zo0mxRIgFyQFfDLfP6F6wP5N8P0Lk8HPTS4wo1bXM6NXQq
0/b1l7z+NogaGVa30ZedfGttIEdKrtSwU1HQr4CzIX2yRKHL6ibCyxk6K1FFiR7H86Xtj7QmXYwE
DSOvWvWkRXuZ7fPai0W5y7VTHoUKf4F4n0DyMYhDpMOQRST9qe9fRmmnNt+qbKeKaDrIfLzwOdol
GOca1NxqKxScIuxr7WljPFl2ZI+xjXe6+6P99jY5tnf0PN3eUdE7z+ouXpjJXdT7PGbpaAA5RoXr
hLa/IhIc46u0pkvjuOUfZ31sBQMg6F2bufWj5Ei3klNug5PhlW65LxzPHrzgqXfZi3oMXNF9dvUm
vfgAfvkzs9LDScKaMd+Vp+A2f4UIY2PHT7+l9/peebhpXXSJnER9z4IFxO+GnAwoTjOBSrIQOtCg
Kzma7bFsXDV5T/V/LfCDizFnuTU0FKK3gO/anAJLTdvZGQ9JvokIcVpD27dTtasVCwpTg91UhYC3
atWtmRSEfdBOVlAxwoUztPGjyE8RmuaR41PZBh0KRe9QI9355V4z7cj/jVjZjsvbhByNxG2E/Zxr
F/zlF8yLe3EESWbVKVGHLwjyWzKgUhPUHZsiPYXBqcL6ih99XHivu9LLUqZ5pFWowOFdg8x1EOeY
4Nlrmqi1cKkBsXmv4qX5PirupeoQ6pD81iGukyc2RGQEsPOv5T0EKAtwekBzA4UsnIdITZNlTAes
BXqWX0Uy1XhKsfpDO6B2ndUzXS4YRrclBCyg0B5TXEhIj0uqOcn4MjA2dW3/X6gA58dAdOlBjAGF
yedD0cYQA69IgN6w6rGmbylqPCP0QVy3fO3sWoLMrnMxx4RNY5P5YeaokmeGN7p5h3AJtBvXUdbc
4BKFm9V0nIxOkmEK7hm2UaJYVcQ6KrKDW6u+rGQyU4CgJQ99hqwhMKAxHooKFNYOSAuKuiienjcm
H2wkppyXRRVnjhRUr7Fh3VeKdEv14WDq7bYmze76wK2d+VDXRoYfuohQkeCce4m0K7OmWTFFzm3W
fCvNPwXKIK6DrM7OFwgfag54QlR7C8IiZt06lYr+EFGouSLMNHfzoRIc5bZ49OUvm3nQ+wHzYUcY
2WVmZ3+ku+gwHIoNO+ByEx0Nr8dRMXn6bXij7a+bt/rcjQ40VPejIgild9wgKkiUmGWNtZGHTmfZ
OKCOyansn5J94sZb1Chcx1tdIl/7lk/UaQkELoMmypD+gVZP8LOF0mFi/WLFvVA1YHV5fEHxCTtF
Hc0+imDZEKRuFE/HaAhdMvSCt8vVBfK16PkTPsmiWJt8WNRp7XZQhocJx9/1QVu1BL174HCaK+h5
9SFd8bUuyABRFz8pdJWS0OuD79cx1gqoUH6JEmm8XUNd1+C8fKanFUpJISraO9PGOqpOcBP8rnbh
W/BQfCDxSB9BoEJ+QTZwfrNHmRrbJ2/Xv2HFzrNP4ALCVq8DrZSKzJHr0VdRbCrL95BXjg1XZaAW
8a6jrSVYTUVDMRNuJ2SuDj537zJNfdqpsFhF41As4fDSjj6Kt1oDBTpOMSW22c40RPe0ajbo6hJs
hZUg7QyeO13kjsSJnlSYVXUj4WkKUrwdOrdKh8p3siSIhNdihzM07pSpIcKQJBHQKH1skG6YUHYP
5nQjfG0pDnYk4I5+8x+OtjNQ7uDRRktV0SaIOtvirgh6BPmi6+Xa9eUMYl5TizM6oGaeSSnskqQH
X9vUpkfDwFXlk+Z/S+YGQcmuftFMQmsXen7f0FExs+wiq+MYIByNDr3+Uw6+j+Wz2YmoutbHXNcI
vOq8xnhCV+iHZGU04Nva4jWDymv3Q5s2fWFus+pZnVwsPvBNCyVFVnaRiX5ivITMj+sXXGQ00vI0
NDHo4438W/1egmt6V7qakzyDve+g7Euvl0EnK9hMK44d13gZ2QaU58IdcvMQxlLDJIK9O2xGj/zw
34k3QQEI/XzBb3arb7I7Cyt7Hz+Ijs9VczVQ9oJ/Dcl+/vSUR9UvFWiMOP5gx/RVB11Es7lu3Kpt
uNqATRspTYMXvEslmQ7ogcVOJXRrDD/R7zsGtTOw7RBvr0OthGozK8tfKG7HlODHNPUcUKHiphJI
lHcW246GwKCVM+sMhZssCM3NXX1AMZPtQO5qU8SWsDopCzNmMxe7so+1nBQRAGLi6MFL1G1CUdPA
WuQyc8bhOWSu+72QTgjDSqqiDnT9RiR70J+wTcXLkg8040TKkUJWI9mAjgpSOiKy67V9fYbMnVMS
TaEdTGehgPKhxbN4hlKWDyQHJ7xTFG6FRzpRemsVEh0EBBxqc5E4fwdTrNhPaYeHEmRp0vo5h8QU
+CkTcMaNrR2DWEwacX9wry/GlVmc2xb+gvJ2ymY8JjMPLpvuc/1eVv7ow8/rECuH4BkEF35WfjDR
cgBEYDryaFeGre8DkASMpuC0/ayb5G6xSyT+sa7uGg28OUCiRf+steVN7M8scDGYhUcMJHUb+qdK
v+nKE24TpX7MhhD0Xqi7MW05iW1TC/dRp6PXvXID/YX4MkhKf0YQhkIRpd1p7H7otbsYum7XB2jF
IZx9Nh+kRF2oaDU+u0M+g+SbXnm1UC/JvOswq/MAHVrUFFqgnuFzm4Ea+gX6GZG21yf1NbKs7D3A
MoTksUpDXEM0ePaG6aBWk9F//u+XLA0KYtjDytzKBOfHuYu0zCCjFqFiK33K5QNLBdZdLmT8fgOH
EyA0MI3OP1+4o6wDqagf4/fXeKhF0y36qJONJX+7PoYr1YWAQeEuMiV4pwPWOcxc8KHlGvRi0uhx
7qtPNjLdDoGrBwEYne+0yS0727COjVM+a6rdOA6xtWIziVzjmrk6+swRdszc/3wlahMWSjwSmFvm
v/NEPzajtB1bIqqUvjwWwVKEf9DZq+NhjM8yNilTyrQpkYQbbe1Z3nau/Jrd+EfjpFVOYxun7Bdz
skN6I1Ke++TaOd/LQAZ7igzuCbRX8TXSkyy3UiHDAfe6PoW2hOv1HwXlhge0/89MxWmDWv5m5i2O
clo/5EMKoaApUyrqKlGU34PuATF2kNYRxJesWncpWI28vq46VMjrbcZscHoEaGYvk/DZN9r6uZ9y
zB2VE3NH/Fh0Hs8L48Ie1HqDSAz5TLTlnC+css1SXY0rvLSrAXIzhdF6qZUqjiGZpl2S7DhWKUL0
FHo0iLNE5YyXPbII3NAShLsQHrwu2yAUP0WdeYXNH+/Ju/+D2sVRQo7actQ9eMi/dUhR79CBzuyb
7E69BW+LIBy59HFn+J+H32J7SgoI2mQL+Hn6J9APfrTt/DctE4RWq7viy8rPeGKBAsKCLtZmIQyz
fkzA6FFBiVN5ue4C1rYE+nRRYQtKn5ln/Xwi2xr8+AXt5iag4p602im06Fb3JxzRuW1KvuCAvozj
UC+MBmrwZYNe9IKpDEQZUqC0MAntT5APJzYJBW/tqwjINyPK0udjgfecfk4ICecQwNA3lopuu0og
YbA6ZAsELlQcS1SYgGMbzwf5Q+eDWfJJjg9WAjoWUc/+5RmH0bJm9VVku8Dzwrnn1u8qCGD1WObT
LdoB5HLnhx7rbQ0UuMJK8/k+zW/pBdgFgTsim4rN7WBV6Wbk1I/brPRMMIYGO13dDNTN67ssQnf9
zgSJx/VVuCKve2apxQUNvpTNPY0AL2/rB3mwpRfLGb1++ys9ae4JjG6ha2zflJ0d7AtbQUMLeJps
5oDXzMtQmSv4nLWNtxwKcr4p0LaMiq953OXyWOFF09oFocCDrDnQJQSX3ShCy/eVufuvTd122BOU
PE5u3+BlcSOZTi2k9V3dFmBkochXYTHxqaOBJYnKUEXqBMWmbu7l6RuJd2Z9N6IFr/lt0n2qvhcS
2I1Z4uTyj1r756QjNj0S7JqBCndcCLht6Zd6ELcU9maQQ4X+h90RgbdcsxDV+SgABl80OpE4BHkq
ioToc4kshSJMdgLdpWBZrOTfYASescCCBkkFyu/HqpTk0k/QMAOdAV8/ZOOjYu2k5BQ0Xq67gZXY
ZY1CN/wRPB+uOYIFML83E6MLmq4DMJrVLGmr0I+4uVXGl7q4Uf69hv/MSH4rxiNcUTEbWYDkux5/
FBO5kcLIvb7jRRbxW6xkqT7OzVwhpbY+3aXsgJuIr3/IzQ6FzgK0tQ29HD9ut7Uo26sTebYJtVfG
e93cxP336watnQqQm5Fn9To0s/M3gqLQqqpsoB5i+ipKVqrod9SB17HPp9ELh2DyICsr4lZcG8Q5
TYcHVlS9g/bw3E8NUkgjay7Ey5KnpgEZvSPJL7lijxZIt56v27cyhKDvBxc8KOHB58gTk6ttp+SS
DqzGQuKXqPpz0ejTJjWiUbDNVlzjTH6CF0Zc7GYinnOrAtnHxRcqkE7EIlsZo9sgv0cz062kFDcF
vQ1lujE1hMfX7buYP6TV8TBnIp5EGw44Tc9Rc+oTFJUz7F/Uf+Xt9/KTTSbasza4Qd57fx3tYuY4
tPnni9AO4VGstyXQunIvKS9xdaP14cNU9aBdiG1qRgLnKLKOG1OWTV0cVcBL62GTGfS+0GvoFKVe
1MS3Qw7Gwev2XQTI5/bxdWJmQ1LDiHLYpzTIcz5X9Z/S+DWIesMuU2ocDhc3NKYfxQUDTmOR9zqJ
Q7uKmXSAvviRZBm0lYdBB131AL0ECF14Den+SE2RCNyLyFrOmdWROSrKbG0lbYjpFiiJbdHKMwgp
z1enEUIIWJ9Ih4JS+XzZQCkhI9aIaQyLU1ZuhuQBrtrWq7dQ9AK/ukAXSOo5Ui8ZFpsGIFnkFQ9J
IEZkqLYCl3ubmHbQi/b86giC5hTpcPCAIB1xDqdKfdpEYLVzmhJIkeJm2ODNRE46uqb/w9JcQM2f
sth6cZUUckEBVRjKkwlWulhDJrLX95UmkrW88Jnz6lxAcT6ljiXGSINBVAPrAWSyqH1vP1SzFli0
vgsWOJw3iVW8xvdhUaMB1aOTy8AjRsLCZVgbZfqMXuwMIl3oyBaFCqJZ47xKYoRDm1cYypIiOUSs
3E6rFjXwudszTeRSLpszP0cTzDQKxEjmgT2fuDLLi5kgsobwzvA7LRQHBVN35hDsmyz65rMM2ca6
/RODFCSx2DE0ZdSL1G5c+i6eit9U9M1eX0gz3tmF6fx7+Hf0TjJY0befow5iJrlyTLWz01AH+8pG
0l1w9BR1/x88DU5fvB0g74Jjn1tRUp5qdGAVZlrOIVPBDE/NR3cqKhdHiuCee5nCh4FLMG5ZpZ2U
m6DartGScqDdAUyOanTsMzc3XkB1mlpvIR4Pro/pZUaSw+QmOSunBi2DwFSVGxbdZQ0GsnCb+ClB
mNi6an4K5F0SezXI65rTaO6U/iZsHo0I8dUhCkQVn2s7eDEEvLCeJEEOhqb4nFoL3vuk/qWTZFsM
/r/ejj6tRiUiSrdn4WvO/SkItWmUAyY2UJKhs+/I9z1cH9m1owP5kL8QnNuzAqr76L7BwMa1XauH
Gof/JN0ryasvC1IwIihukepWMyu4YmNUkAkMs4daKjeFAQJ6houtYOTWJ+jLLG6NNnXoZynqgRw4
IvDAu4GEYj5VIN6yDjJTmCPdiJQ/Z1AyWGZUS9h1SY1aljgEmb9/KCgTTNHamQsmw78wnC1VlOZ+
OdW1M7HTUD3rUv2tZrd52mx0pERC0IQLorTVg2OJyO22CTJmctwAsWWgus131m8YR2/Hwr6JJGcC
a1T374SlcCqzdNonVTMoS8+9eIM4tGkHjKUcNMcY5VqS0Xtpc4sW5IYKGOEvq27nfbUA46KYIg1Y
oEWwLyqoN4CwN8xQTF1Ujl9sukCxlQ5tJa+59YBuV8j/toqdijgp1sd48Q3c3g7YlCJbDIN13bb8
90F9BNli1kCwACcYZDf6yjbVu9r4fn2/C3G5DQ/5ltDAAwF2IeqC8PIgdw85WEXIpgCDsJRmdqGD
8kl1FUQG16FXt8vCYm67sKyTYjYCucCrgNzdTPqw7UQ3mnnq+NMXT0VwlgickCPlIn+ph6aAFLS1
QybZBWMCbk1N++26IZ/x9DUQLrDvraoxrKGpHcW6A6NaQ94sa1tJx0y9BUujU75ZZFs3t2b+s7EE
g7jqDBb2cftEKhNV6ixA07QBJaNsT6BNCdHSABph3doVkiF6VVmLZyA9pkFIHI+q4Do935lawWI5
mIAoFc9jd2os24g2ftHbKS3tttmJ278vStLn7fmFyJ+unUnSemRA7IxtQzw9vx+TCY1xucvCmcEI
fakF3sZE3Sqr65NCsQmlmyg84ltt0d6TMG3Ak18uHevhIfFPLNhfXzmrq/MLgn+7D1pW5nMrk1NC
GAn6DG6figj/BFbwZUSZ4vdSOluh4Tm/SnI3GA9h+Pu6HesxoAqholngCupr3DKUAyWNJBMoaRJ+
x9+3SmXuKqPwYn8Czznd9voDw/sSAl8RJ/LqDlhAc857qrJsQgEDoJXXYghtK+3sPmr3rf+d9u91
KVI7XF3/C7x5wBcXwxJlC3HfzQNqTVs6DVtw2ntFTuzM6u6CUt/KM/dCKuJdFZnJ+els6AYqz7DE
kl4l/6NLyxAMmOMmp+9Kl3k9KUT3xdWlg4f2z752lOhyk9qGamY1E0Y2IuOGkAHKkcUpAnuYaU63
sfISKeNugCKfbYxRgTgbxbSW9CYnlm3W/jbXRS2lq7tlJtxWUBkF1nbO86ioWW9jzaycqRy2KWkf
h5AKNuRqTPoXQpe5rr6uwIV0CgFBW7vXbnF5iZOtqaIVWxCQrt2JEdz8jy24O5yvIqnVjMwaDIQY
kCuIUOLX4vUKLSg7JnyyW5/GLyjudEJXfR7J8zR2za7TH8z+rVFEh8L/xwF8gXBrhenNJI8N7DGy
ANk86CWgCDdJbyIfj1XMQ3M5CXD9rUWtLEJgbvujv6AtIIYJ6+QGHNYoh6CgmNp16N6BmMio72h5
WxqCEFw0pJwPgARlYsYSQBlxDRSu+8HWqDtB2L0Kgs5s8InjX5Roni8RytJsMOd5YyjOGKJiq466
B8oe57rvXl3yCxjOsZREH81YBwzS7HZbfFTotQpyVK3FG98fBGCry34BxsV8itUYeTUCrByZPaa3
Rac6Y/CjzkVPOSKg2Z0uvLQeKBXuSACK2H3cbxUYZZgQHRe8uInmiHNJWoEDIImxEGQD+Y8gewrl
cZOV9dP1OVqHQaE1WmfRFsaTm5VFHmb1BLekoBmwpyPy2E8D2Hb+byico2BJUQV4+qicodF2ihU+
Q+RwGzNLcE1ePcnQgv6/xnCuoo2MNGhNCz4W9/4p3Ko+87Ro1+A6WQbuJLq9isaOcxCQgOzVNgcc
GhpD4hSks+NIVAogsonbq0jWhJY+YOgyVK25FbHCGHoX2Y8oNSevQZ1ljQ6onno0ndrn67O2un91
irIcVOaBn4CzryrrtNEtH9DaAdHxoFQubVwaOrLyX1KZYD/4C8VZWadoOmEFoBTaHmkwQkLtccjw
/Ca3wUdXpXuKB8y+gMzQdRNXp3CBy7koVU6GLk4kxD5YHS1YilB6HQy9IJG5OocLFM430QSk23S2
zlTdJn0swI6i4CEd1N9FZXnC0o5VD7WA4zzU1HatpWQwKg28DongrtjS+l3VW8HgiXA4F6WkfWeW
MswiZWMPc9RYRkg+J09tHosixjlqubgI/7VJ4cMnCMFmfmQCywpfon4fgocygdhC60y9b6fJ02T9
GeTnXBV1TF62o89XxAUwF04Nkp7qUwbgqDZRtP6n9q1gYw4Qm4IrKxNpmxVPXTfaVme6PYLVogN7
B7S8CAWndWc8gmj9fsxk0cvO9SWFh/HzU4g1hop3d8xxE7803UEzH5o8vInTV11/TyqRHt48k5ej
j3516Bqhf5RvWKfKWBRVCidUpbINZZAuH+yI1jZT9gP7MaYoEQ7/y3n+2ZIDlQP08HEeYUh8QqIK
zhUXdPRceXXzvaa/SxFL8nqGZYHDeQCpHeO49mGaAW4Dts8iEOn9TKtd1j2MylYh+6H4VbUvZfqA
thn3uvdZT5HhLiDj4RRJD75mQ22lsOl7LK6q8bTqMLUeCLZtmt8W+Y3VuLFht2VlByAcuQ48e+7L
+fyL+9nZuIhhWDCVY5fA6EkhdoqKfn8QbdjV1MqXaXwH5thJTZoqgDAZiu9hRWHsdESy6IZMIJo0
tht93KTBP9fFf27XL8u4fWEwhirnDstGkwxMXfs6Ven2+uCtnxlfEFyUoelRW8sQAXCs/FRBSDTK
nw0c/9dB1nfcFwh39oJh2JRGsDA7eOOzVWlfzzwFhNo1JkwfHpvkZpJ21yFFi4LbcWkvZ6wlgGQ+
apiN9MbP2ft1iPUT48sqbrPp1EdRhomgtkQpMatOzM+3rX6KwEb1X4C+4glujiBm1fsqhXtUDXSC
Z3HgEGZ63cDs3FTfrmOtuuKFB+FOd9UsSaPPSw7ER6mOGrLktcYLdGtu2gDtaKIO0dUxXMBxp7te
1AoUoAAXZL/L6FYtnNK8Y5rANa0uhgUKd7ZDDlRHyxZQumTaa1r7S2mJIFq/bgieHc+PsFSOrYJF
gIjKyg0RnUjUrqT7tNxcn5/V/WrOzzCKrKoWLxMCDm7SxBm6D8mQnySVnvRMftUr4/E6zLozX+Bw
ixs9JEnrU/gF2r/hKUuhXhxtqGI3WuDJFeTidmDEC8FsKsCd1/KFM1/gcuuPjFJdt9N8iKCkqurK
G3+iNi6Prs8GmyWVF1o/ahb+LCAzU5SGzdr6aBggtbv+HavTufgMbl1Sf2K0b+aIJG1vCrU41Cjq
yobBJpKohXm26JrF3OLMLK3ocfuqnDb7pWHhVDEudygr7t9A2yrwigKzLljx68RnKMTFdqs2QRg5
wLJGR1YFnnHVicxnFzjHQJJjcpOoqoMeGz0WaTlu1fo3KnUKNElGsqs1L5VcC3b36umyQOPmymqN
pDEGzJXcv5PqRe8OxHrt/RA9CwdWbMamFexBESA3Y0ntSypUemAei+1Ad5h0UtB8UeW3GfU03aOi
dNCq//qykC9Y1sIQMkUkxKY3QYuATMMUN8/XF/x6qcgCg7sa+DXKfdgAo+RUfrCi3prlPDs0t5LO
VdLhtuzjO7mpf1a0nxxDnV5qf9pLpo/8YXQXVTO7W5XGXp5SHxLpoJfpxxyM4hakeQVfSlY2zKwm
ORfuabM8OedqfamRM4gYOSnFs34dbNHvheaovNiRGF2ZZXITds1WLRIwasJTxf1+aCxREuiSeABj
NUvyaSBPR33tZyi+iDqDAvrC7TwnowOKWbSBOsY3/A+FYsatVtuN913+aBz5UTqybfMC1pj0QTqO
2+tjsXYaLD9iXjiLj2gomDwKCUNRggpz6JVNrjo6NQTOcA0FxFP/u52teUIWKD7aDCFfjKURy9ON
hHejtFBvgxJ63v9uzRKHi3MglhoXsYGNjCzujvq5VxroPVBFSfh17wSGI0PG66zO8wah1S5HWRvM
MfSXTp/sOnPbBo2Zowf2FlkX9cKvH6Vo2oZCDvhQUdV+PnxBbwx+omKlpImTGqOdt8cMb8CQmRjC
U88grxjbUgMKI02wU1bdxgKYWx1BZElpjoINZzTKLRRXt71Idmv1PFkg8FsxzDSEUhjKwUQIPG0K
HVKYxi6H2PT1pbF6SIIrEN02kNNDAu98DEErZg15j6XBwket9CIUXMiISlUP/dECqNXVvoDiRs0f
SCczNkOVD6rS23otg9w5FpwhIhRu5KAJDvWaOVcnRUcLhQERqj2F5LWrBxWKm8FhbFAU/3MgELOW
SlpjehSQKQfRcYTchgwqn/rOSr04Se2SCk7+S0bn2S3OHT3IsBoadJTOJ6pIuyRLDEA2zE5O2uN4
rz/Xt+Te38juLEyGHv9uH/xBUHd9gaxt6gUuH9mQKmGx8nlHmvam4WkonI3vSXBoFXeMBc9alw2z
50by7wxQ4E06BMI4K7eWHXhGYAfw/xCQvc9uMoixWZP9JtvpS7mBOHljQzlVElw31vbD0lxyPsx4
RKaRrmL5TMOmjQ/jiNzys1m5uvLj+riuPhwukbidp2UWI30AJBIf4JLbsXWpfNA0VJbQXaVvSmhk
l6J+vktONG6EuU1oml1AOgkjXNv5aUKYj65QewggwWOHb82L/3hoqI2eFveH7wWi120qWkzcviFT
EsldDI8NkryN/6zfx2+1a3iRh1e4bYAJfYhd04W4/F57LF3pvQFrxbb+VmB1F069Q9hkgUo03u/o
92ojP0iHSHRPWnPtM6EBBBwJBFX4RmN0e00J9O5xhg23fjSAtkF0bK05qGWUxc17xbImlUccHsy3
NbCrSNnWFzYqrCYslyjcPFepFqnTfERlcOjQpzPSE5gm1PAXbVFLkUrQUvFK+WWSt7210UbZu766
RUbO59sislHxqovCRcAr+UMvodUQ5YMZEz2yrkYASyv5+1CTSdADwXpC+qEyN3V9nPpXXYK4fPqt
jl/kfKeV+3J6vG7c2uG8ROXuRVIxoN47g3FqKd0kk3Ho0z+gon2rR+nXdSTRMHJOv+rknDGwvjvG
eK8pL2P31Ph//k8Q/BUobtOWGQGMIcnkkIiA9nXaTClzr8OIporv15xMK9Tafh40sLIh+4BAozX3
FbnrNK9XfsXKIVdcWc/213EFI8iH2EE4dIocAjbQvlVIYXfKg0bermOse7W/9yY+DtVMcBNkBWYp
6lFM2oGOq5e+mWZ/qDTyEZtPtRntriOue6kvRG53j1ZSpaoPxKo8+TJC3AwSI4KDfxUDQrJo2EQj
9EX1FavNWulnD0La8Da3eqSCLDVvf163ZHXsFNUyVZCbmRo/djKqnSC8MaNAVHmU7BFyT+noEolC
ouguQOL8/4bHjVwWTGMCciJ4jPKxUu/8ZJOMx9j8nvkPA1h5roOtLr6FcfPPF17QkKM4kXWAjR3k
0dV9ldRgARBUj696owUI52qToOvxvA8Qvy89EFw5cmQh12DeoahFsOxEk8W5Wz1gMUlkQIHTlFoo
z/Ga6WMcnig5SI3gNXx17L7SAPxjotHUY5H6CFQMMECP/Y1iulEp4htYDzgXKNxyYCpu+SgZhXje
KbyrdtMO7+377FRAuSq28YaS25FL98yRTtlGzuz0ZHpEMH+XpDtzSLb4Bm6VNK0KkpgEW6D7eQf1
o+AV9Yu/vj0TDYp+pds52tZwJmd8M73WoTeT5jQbVfANnxcWPle6/AZuESEPPGR1gHFowVfhZr2j
PQ6Hetvt4o/yZ/hAQdzp4eFe8a5vkPVwdGE7t6JSRka9LoELkSxTspFrOTQ78sv/1VIbr+Hyhtjl
B+o67goUzhteJnp/XN08C/x5xS92qK+qSWJFwNeeThYoOt78Yx97mHt5AxG2x/bgP5Jb0MwEH9cN
F+FyB3us14WmM8w5yMwj5EfU0yR5QnFfAcrnFWRhnZGgH2GgsC6qPmL/ALGIJO7sqRTcTeePvbJ4
Po/+BQzRap/G1jyIIAVOQ+M3xR0CshS2TP9MoYxrjYwctag8eNUZfU3dJwvGAlVlUxV2I1Db4pfk
q26agHYmBcHds44caVRvrs/YhT8ClfOcGAX5FyrMLb7dfyosPZElkLXHee1CTrU1tgUpBfvh85Xp
bChnwmgyl5LgtR9XEO5yAFHKIMxmgUBQ1o6eegKx8p667IBHcFyMJniE0B0cO2cO3g7Z1v1x45je
zXVLLzPW3EdwTjEyQBKhzkKP4xasrtBE/7AOvlufon2+t04gzvqV/D4SO7krXFMQWl8EHRw05wvR
5BNWSTUr7emjPYBhkvaCM+zS3XIQ86ZZrBtaVmZnzsLaoEZCpkZ9f483+vef2o15N+0giv7QHKP3
7CF/bm6nDzzUBqqjeL7g9j/7tWvzzPk9Y0JgKlN8BEhsy/g+ljcK3WXZMYdCiGA2RUPKubgglRk0
nwBl2Ol39FTpg118ZC/H7lX6Y+5UFAl4xv11zFVIqIpD3Am0roghz4c4YQMbzXFmTVHAhNxaThEK
wsYV1slPeqC/EPwsRpHMpAkQeeoqd2h4yLaNK9nG3TPKYX6ip/qP/vxW2ZLlVF62Ld2+sE0wUG+i
D/22PcSSYJQvPC0WlQ7WIhWsXSp0SbhHnqSPjYIWFMoyyg3pb5jqjeafXBPF5CtmIxQHKSD+C/G0
i1IgLc3aMZItLN44yjdWG3Q7hqKCyTaYpgeuYYXmKZKz8DawwjZ3qzwrb/s+TZ+iiUY3aUayfOtD
PSC2yxJJXqL76RORzPJI4gEq3kQdStBoadDFrfu+9u04B/Omp0fRSMDvGWlPYLSLUTJYE30f1zUK
dqRUkUSXxYsDBTJA6J7HrQDsRdBA4bygPyaBX1Wwkiaa7I098x21rqV938yAZQMiZNKrW21s+y2e
sv+5MXCGNw2QJ6H1SkZZ2fnyzYy+j5ICZ1lESLlpjCT4Zo60QMKmErWZXp4qgJr5Y/DWBcornbN0
sGIlZjGUMNIW1YGGwqJ9WOgmcrlDL1iia1CYuVkmzqIE2f5zq+KCSnmfgs85HIv6kJt68UDixvww
CxoNAqzLRzx0O+podwYPFQFLDk8kOaB5tq+LEseUw56tu3w3uJritik0kOr/R9qX7ciNK9t+kQBN
FKVXSTlnza7xRXCV3ZrnWV9/Fn3uaWcyiSSq7+7d6AcDjiQVDAYjVqyVuOkRoxLr9BhubJ+sshUC
0WuxkVWuBQs++w1c4NPSvhvDEb9hSI6EvET0PQUp3fVIJ7PBbeqcqmFf2rCxFHdBf9dE6yR+um7i
MpiebSVfgG+mpe2UBSbMZV5rWrZFzuN/3wR4jDCZjX/BcMdWeXIl0tEsarB945kDBs7YovdjkUpW
cVmQ/DP/+tcGF7CHDkybnQIb9SqLVsl9/mwf1Z0errS9s4lcrXIX2ccR7dzpsrhz3MY0AtMbTGZL
4zpgqB0kie8l7JdbFOdiIQrJpcIsNEf6FHl6g24FeTR9y83Xo9/i8Wbf0X3hqbL3GvuLz/MHNk38
dzc5v1PAZ+VMUQNqwYfsnuEIPPudHPT72LN3dAVEzdp50V6Gm8CTQb6Elk0drJXofWkgojr3FYsM
0EqqYdkqY9csfiRvJU1dMvlo+KrT53XHFFwEIDMA0y6TcEHizRlDeHGyvukgiqHdzQPjSQJWLvQm
Cxp7mznArKNsxEB0oLG1GNcGugYS91xA7pOodKoSusMFUj912ufJTwxvX1/VZbIACyc2mN+eHLfG
aBRQ78KGUrjxP0P7qoZ+EskO3AW0lvXhUbwDEw00CtHMOLfSks7WiTkVXvCs7qsni7mFvq5tdHdm
yTNa8JnOTHELikY9mBoFdD4YAVGsxM2jJwuElJHjahaKoF69SLp0gh3E0QJrKrFBKKfx04sZGRyg
hEGDX1V3tTG6qYnKLiBRlQwTIzQEridgOwyMgPOQhlC3alqkAzonmKufY811QCoNwoJVa9aP171C
EK1UdHb/zxT/WA8qs1SXDqZmRsDUFndzX71fNyFwbngE03cFv7Nz8YatzRw5XQUT4xD6eWDcp6g3
RakMPCOK9eiMQ6XUYNS2WNW56/XAR4xhNucYu1j3y2OcHZTkJdR3BLocMTAZ9WGZvDG5rbJ7ED9d
X+NlSY9pSBr4VgQERAaS8XPjVkdoGgVm7ukPaKuhonS0d6t0k25Qe53dee08KHjHQjOld5+VTSA5
26KviHqeiv4h3vA6//RRFYUOcUpyT8Mcat7jSMTr6wsUfUQMuDMIAFAboCE7Xx/pSRlYeFqALOSF
lPtFf5CmipeEJGwPTVBXo+YBBmteBc6Mh9nKNQtvU3JIR99xi/XgTg/xzfLQAdygrH/q23p7fV26
6KyBJBsqJzYUTy6GDJeKlB2psbDcbd1+/9auusTF0AgI3Xo3d+8GX984twAw3QbbBlIzu9xLIS3k
hl64lv2Yy8Ik24GTH6Of73K65E2VtfgxADxojouyWeABc+B298kaz0n1jT5CvBoPpNi7/SXZCPZ3
c5f7mW0ucveYhdBA/QDlq7f0n3nva+Gqds37/v3L/rVspi0wINvxaFE3eaCbsnQ1T8pvJXSyk+Uz
Nz+5ovraTKqGfYty5TwZb4OLptYN2cDpvGml3DzoD5Wk3n+Jh4AeOEIS3tFwbQOE0pxJXPZj2JRQ
mu02oPudV+0N6l53bbtK7yeJMcHy2CvdhrwmUyHnZS7nMC2bpUFDfEy3aq64y7KNIWZ6/TsKQgH0
+gDXQRREas1fwDYp67iyNbjQrHmYGgTjsMTCZdke6TobzsYliJQFst3nexZAVastSgoBndt2E72a
oxsc9d5Vn+7Tt2gVJlsUJFr3+rJER+PMKDvHJ76hK1Fe2DmMjl67CbeaayP/3bbv1Su90bf6HThu
mnV0kx80plIgMS5INaAdDQpU4BktHfnfuXHqLFMV5DZEM/xgU98kO3sfmu70qd8jLXwoXmKf7OL3
9DV+Sjbd+3XjggAFElvIP1Gg5WCaG0XIa+gcREGE3LC4CaLbuL6hzj+jLomDArdhjPAWqJstFHn+
3G8n22uncdGlBcYWx/pFM9+s7Pu+jzqDgVq2DZDvRcmhaPtuBsl2Adqj2h1TXy/uME17facEXwnv
AwOeD4IeA3fh+VfSs8C0xoE99jAcl/8Y7U1JQW24U8ljAMZFRdppFUUPUA0ifkAjE7OH/PhGnA8z
aH/nwuu6zbgCXddPZ/ALNwH7uuwFJDp1Z7a4A6AAIaRHDWxh8ji/zW/sX9Ha8vu1vtbvPHDA36if
quylKfCKM5tcSqWVNbRfNdgsVxEkQUpckZGfIhwbN9Ft5+7tUHbMBTHyzCJ7CJ74oaJqGHruIUhI
cQF/qS9p6HXuvJvd1ndWwZPmZft+J1MgYcvgrr4zo5zjjK1egimSLdN5WpQDxpZGyzO63C0Asbzu
o6Is9dQWX1gp84FY3QRbeIa1K4gkodfsmU/FIfHv6UP7FPrXDQo3FOwJ8FIEEI2vEYN2s0BUUxEs
+9lbcN0k5o8a0LtvWmGKPIxpDOMhIAHkCaJVNVAXPFIA4etS0FL7lYbBWBmr2cVSOCOcb9QViDSC
CUZIAKUs6AMbxaaVBaoLl2eiPxBPMfAMx0QW/8hTtXGypgmqP4kOZzf8MawkLnAR0P9YgA3o3TBx
Ea5q3/VVBfZzkM5NteMXtW87j1oG8MTntz8JMgCIiQAVT1Xd5G/psqnwjqygkoQJ+KyeMMHxGn77
WQCpFxMkSZqKr44HCLcWpS0j0lAQnxeR8WD0g08KbaOHkjgk+PBnVvTzoDBnY9AnAbNipDvM9W60
uL8zaLv5/o6ZjHENPRUTZXguDAwTivLWAm71ISPHbjJuKMVMcN7/BzMENWIdWE8w9fI93XlRdKsh
aIu3kLlGQsNEohUZ6zY7C2chDR8G6nK4BSGnDHUU7rbQy7pARd+CmjIh69GJV6Da34yh5bdZ8jgp
ox9Fssr3xfXLmeQui8TGAN/UURDuxyaA6au4+hkGnZ9OqNhla7PZQJ/z+ge7iNuoGqOBgTQUglUQ
quRcnC6lVZEOHVXbbpFU42kyVuB4qDbWYj8OQS7JkS7RhMweMl4UtsC6gOrWuR9GgdEHfQ6djjGo
N322qqx97mxKwPDpc5q+aNpDFL05oaQzLlol5qJMEyUNJE+8MBeyqjHOGxRbjWYfRl45dW4bH9oJ
8s6DpMIrCE3o7iHP1pneGB5F5wvUizRb6hKmkATvciM49lmK2df6n97pHq5/O5EpHQkhJr9wa+By
Ojdlgpd+JAO8hViDitHxqr+xo7k7Vm2tuF04/4dIBYEXTJuAlcZira9ze6MOYGGg40A0urXCxINr
U7QjZYUY0beCghOyXBRjMNBpnFtxnHSG96CHWGopxexMSF2gWh9iLTMBnyjXc1G8Xd9HsUWDrY3d
7nwvr6bNkDW1zbAb5Hc2g5jPrN0lbFo3sdN1KwWSy+yx+/MkQWuntitpBHtVHv+jRp3XFtN+gqI6
hlMerEaWLwlCP3jv/y6PO+Iz3pl1lmJD7WJcV8oPzSLrUqYdLTSC1w/Y9RipKA8HLcrZgXIv1jCl
+q42Hjqggy0t/f69T/UTK9zOhXnfpAnD8kyRvlab4K3v6htj+QrjRoKEEK0HzVYERdwv4DbnfN1Y
wBuyJDMi8fCYjY4XKoobyYKv4Ib5M4Wk4X/omPNXv5mYcxNAWA9jhJofqa9q/Bqgy1oE7UMd/8yp
JF4IzYF31TZUkGhBHvjc7+YpUlWzYrfmUu1pesyMXw2gp9bvagx3g/F0/VQJskAKqRokAUhssItc
pG/UsVfbARlH6jhfCkhWjSKWvIhFARDpmYGWD9K0i2kuHCLV1FvEWpRxdmpf+P04f6CnAQQikdyT
In9AlkbRWmItf76hFWs13nAUsJWEbjHX6Gbqlg3AX9+yy/ItbsdTK9zlYZlxXjg1FtRlZv5LWYi1
DyajuYeI4/ysKQvdortSbYBayVCcp+0hqdArB9VG4tzpzjg8WflKH4fd9Z8l+pLYYge1GzD3XjAs
9Fm1FFlkosDnBPdGXN1P9fN1C8IPaUCaGwEEbyx+mFEPSeHMDbMQ12m8H9RcSzaToYFzKqlI8LOL
BlmlVGQShTeonEAxU4ULnR+GoDOMoCUIwpicfBvV1yU1Hir00zEHkK+vr+6yxsF9Vu7gOfFMgsiC
8yhQ2MvGjdWvrAWDDZFrJX5ZGxjv2bSye1R02oFqwlUNQVBT58GdmhI2dCFANlVNt4stY7fE/THI
pu2MUBY0/T41G//6QmUmuT0dSmsOihAmIVXldqblTvZXF/hZGKyAuizi/xDP8L4kEI3CI/NisnKY
58EMFcSzrog3PVXfCrXalxV6slS/6WbwEuV0dX2FIq+BaK7BxCUhtc0HtaheJpI4SLkoGnDmArBx
XhzMEn0Wm0hKccJUGeeNxU8YxL/nHqrTJCVlDw8N0Lox0hFTk7AbrpP0a6JgU7mtgyeqr6WTxcJQ
B4+Bz5hAG/GsVRHgsktqMkhcS12tyO+bLl0HUg4fURaE6vr/meFJqlp7DqEHCjNqE67C7kVB06Iu
19G8uIOMX0702QjEZIEOg37aBQFwSBQt0SEgi8w/GKA8bP9y6pF6SjdFEDNLN9edRHjeT2MLd/WF
IIsDYAtfy+qN27h5LG1aumk5bjISrvUle58WDDXld+AxktyIom8HBAQ6EkicUSTjfIbWQxGECXwm
rUnqVsT8x+nyPTrLtSQTE90JwKQhVP8vZwAX0uLOKMplUpAf9fN7WTuRa8wyEWDhVyPQj8DwCxgl
DLbYkzw56ad8BPSISa3OLoaN3DJJcNWDMFtKE3eBuUCExlsfJR6EEUZcfW7KLpV5GRfA+ayus7V9
5xhhdoNks5pcyIY61iYaktZ2rVFPb82ORI96pPcHu28iSZ3mcs14ziGy4JeghGLzbWhijGSskAV4
6GSsRsudAxCvd8QtisfrTnp5/GDIRvfJBGIdc+ncio1hJL3hoNIftMfC+pggb5QVWzxVgSiTpDWX
Tnluiq355DtCy7AywJNYgBUTjPvOyimRRslSCJkRziEHQtpaY1C4HPPP7aejDG5KJImQyAawTIiK
qJdgto47XbE9NOoUAi4DwlvfyoZtTrO1ociKJAIzgF7jRrNRRTDQzT/fr1lDulBpqDcXLf0JqpEN
DRA/wir8dk6Ld8dfO7yIgKGgHDYaaBRYOUQEKmXdKtMqIJokHAqX42Am+w9RBWBN58tRHHR42trC
rs3B4Kl2abuOVRZu18tkjgSBF+KRSFRRt0OlB7Duc1Nh3eAMZw5I+6A9ktsrm2Jw5sYuY99uPqwq
Wtta7S0yDPll2sPafXjJoYiL0Q+e3MmK2ygJYli1s+xH1TQveoVbWgVGRS1alyiQYwmd1fXjK4gT
GgBiFpPctVCF5HxkMMIk65e49AKqrgfjM5vHzYJcayYy8nz2N52XQeGIfy3xXgIejrCdJljq7Gdi
O7hCV0pAVsv0QTBz3K1qWfvg0l8QiwGTQcmd0ku8M4krkDyjV+2lTfeMkgIUAvTEL4xKJnYmcBdY
YFLvCPwIgjx8Fpw3EbSdkM2hErA37ATE82G9CtroIxjGXwukCTHT4+llca+hInT9A8q2lTsVWVcG
wMpjW6O2dumINO42GdeW/hpTe9Uqb9SS3NhCjwHTs+VAlOQyB+qp2ZOpTUtPs4Cmih4mffbVwB2o
JG8VnQbAPv+fHbQSzs9gAxW9KrCwMLCPoHL9ajqLFySeQt5y59VWZDz+l4mIBlPEwcFndxnPPEIx
hhyFDYJlbR10kGEY4fcbcxoTbkXuiC4AS6vOFzTVGQoNPeJXZesq5pwxZ5h2uePWtCokp1q0GNSO
wcD0J5rwzXB01DIl0ymAz2HlEnIvTan+ZNXcaSYOmloMXIoRDT7R6Rs1TZsAsWoibeFWATnQnHRr
ZU7uIlW5y1uT7AN9PGqKsrftZqfo5XNdLzeVHoa+UiDWtNE9ekgmctlhX+pQU1aQkYWqMayvH5A/
c4AXPxWqyqztimyIh3COzQAQXRqVUD211pWWb9UICFhL9avB8eIpwvxV4KnTV7gQP9FCzxm+jSlm
rQIDsjSolaFgxrcN2ipAB3KGrFyp7cOBumHzqGsyXfHLcMeMOBoAKijmU75llmd5nVdziECAIBS0
6sbS8bQsttd3809TnNtNcBDrBNAp3BkXGnNtZi6J7uBYTmuyVm4/Jz//CT5JsLLUrbuZv5rXRwZ6
Lw7H9K5xs5cn5Ue0rz6oLwWZXubaWDDeznj5UYyY8Gl9n9SFZqRYcDmlq6J/pjMbg+qm7QJyuqbp
/TloHrWqsV0i1bcUbjZencw6cjhexB1pd23EBLbNxPk5T503Vdohi2QwZ8E5xhL/muEz3qKBrHYP
M3GJTlNm3XZR/H79gwruD9acRDECg2sEurbnUcmuqyXNFXxPq3k0g9uheDMAcpwe7fbNNLd9IMkV
BdUI7cweC/snSXw3Qwt5jpMSGjp+2dymM6SKvEnzx2VvKh+O4XbjszJIvFZQEIVVVgAhDFDl8BNd
6VA5NajJoUq/VbqN/aCuSk9/x3vI8k0/3w2b9OvX9X0VecipRW6dBnKqvALMEM0Z9W42yv0UkrtY
efu+FTTuANAF1hlFOu72t2qHUdHlJVga51XTzbu6aX0MkUnuYlEMhYNoOPbAHINVmq329Ks5YzpB
nRpf7S46TuthB/4MT/soj+YXRuUlrU+pNc7tVU0NUCWHtW6Nmc6ttYGc1wG857eZi4e0TJ9AdMgM
B0hqFZk3YADcHo6JHdXI53HIQCFvtL/xdr3+kS7xYoj/pxb0892jtCK9msMCaH6zXfemg9FMRWvV
tTQ/PUJ40PuJ+vH3+3VAtODG0QGmxWvpou6XYJh6sFrEKPWHRvaGvhozmV8wL+ZvA4AaMOKn4kGL
1Pd8ZQFp9KCZxtIrdsmdffPD+qXvnNtlrz6lvmcDKYa5OBDx+dc3VHS2AC60EH6BLkTo4qymc1QC
AICYlTd+0VhuaKDCISsbXTLu4bOdmmGOc+L0cxHSqKkGBI27cnYHHxlh6dk/gK9NN/SmPDYv1rY+
OLtFEjr+UPld7urf9XGnjVQYpalyrE/ffEwwvNwVxxFRa208of73uzrWwP4NEB4H2Bad81dlv+p7
L/s5+7NLdlIovOiKON0H7jhaSmKFqoWf07UrsqVPICo5WH610p+q0m/X08rxzW19jO/SVw+kfNe/
tdA4QGBobMLL8II8/wihZZcOSp44ndahzzZ5i3Hv8SGN/CL43Yx+LhPqFXg00GYYmMLDEcKIfFaR
DU1jOmlXeUasAvkIXuoRmhn3sR27WRJj9EFyIQp8mWIkBxAP8JhiLIet/8TJlHkgNapBpZcW4Ajq
7K8hRKpq6N+ehcTNh2IuMGjsWYBy/LmdwtCqIIpV9vxulP0y6h1a0kTGp3xJHQEzwHSgz4ANRMbN
Hc0koqGVg6DYs57tD3rsfApUZXDvxC4QspPX+8seslHKjb2GGtt1TxGF2TPb3Hmtk2au+xq2da/9
J39pjtm9cchr14aTOhUodAzQZT+rr9fNsr+VO6xnVrnDaqc1HCaD1TY/TMNL+W2JB7ajqJvA+yFY
pfIYRR0k3CXgOKWnNKtKRYMoBZzkh9YeodOnh5tZNpwoypXODHK3VQVCnK6qmMGDtemO2pEeloOz
Un63/uxjAk49tNvrWyg446jUsAoUCl+MP+HcN4EpJGOnwjdpOe17Z9qg++dazj8G/cQ70w00ugGB
kkQ5TfjdQL1M0ZFW8Sbjvts4FPWY4lmKFL7b0nC8zRXTv74uoUdiWRr4NfD9TP7hZ/ZGVBL8AxEG
INLNlyzexepNhypG7zXDsw6KoeVex4Mw/pn1mwHJlSzzFa3y9BdwHzMlkO2sCxNnIliUvUF7/c6s
ydf1dV7GTB3YPwRoyCagY2SwH3ESw3KFBOHUthWGXJ7UAs3ofQcaJ/NOUfem+fu6LeYL58ft3Bb3
2QBZUMqcxee5/0nNDTg0k+moxTdOIvl47C86NwSUxsm34yJZY6QavAPfDhRuKwX/bYduR2PZ/cYu
T94Mw4JgTBLoSaRR53s3O6ACnRwWl/GK7Crb0yDJoMV3dVmur++caEEnlv5UMU++EmmWOI5yrQS7
+7LNTfAvOMlqGa3H62ZECwJBEiAD6Kej4cbtW5ZqddKj3QQlhPyOOuHn1MQ3KkovGPmT3J2iDI1R
MBN0DynmTfjNA8g+z4wQtvSkOvR9eL/M1oaCCRHli3WadlvVuNcwnZ7VuutMt7r2BJ3JY9gS8DN/
NmkqWbrocXv6e/gt7mpUudsev2chwWs5aCuz0fYQrN4naXTfopGQAZBPUa4AFiFyp+Lb5xBZBAaH
8IrXkZXzcXQc9DkdO6Dki9Zxc4huaR74m8Cu6OUKHvXv1z+0wJ+g44GSNoDNGsb2uIxiscJmzivI
fBXLBPWSzZz9XAZJkJbZ4MIXCco0c4KoghRC4S7BpphDv5ZSJAlc9mwlnMuGdTWpWouVmNDa7d4V
THhnfpSsru+XzAoXJaPK6Tuzx1qs2StCoOZ2qD/q9o/rVsQ7hje6AZoe9CO4eGJrS0LhhhXUqEGq
YW4dDNDOjiSUiJfyrxHC1eajqR/VpWGfXrkpzLucbpPZm3oJCOHyWoE7o4CNEXLw8ABTex4a64IG
yUSxYUoL2sOx21VGfezNKnOHTPdGLdjoo6zrINo+1gHAdBzSZEySndvMEpo2Tl5UwLFDgWx2jlC7
2jid9nz9K7FvzUV9G2kdZhhthoHm4etQeEggllfDFyz9Zl4wxRt8XrdweU+yMhcyKpDWgfOHbyaC
ob7XGwPvCmrHuT8OEVjjozFfaW3xMc5Jj7gY5pL4d/nBzu9m5jYnNwxrmvZmibu5A7uAfZsEz06A
Mf/HsjhOugSKL2i6AZMGZiE0aB2U1U32Y06MOSpG/FOMVnhRbO/K6FU1iJfks2dRcOYVCEfTlxpm
T4Ejy+oud1aH3ARqbQA8APHHd+8XpDudYyI/7mJ/cN5NYxX0+9H86FXvu58QhlBmZ0OUCOv87RYH
mtG3JTLUqn+brPeg2YX9S6PvFxkJ1aU3nhniry2IxlGSjcgMtOYN3AnuNG2ur+QywddRXANkCgU2
C69ddupOvlVrDkvZdRZyqemwdPdWsVGi1ybc1uOh0g9hKykgir7QqTnOD0vQ1PZND3NZNXuzulvm
ZhPEH8q07RIZ1lZoC1QPAP0DOQwAzPnShgU6NognuPLVl85OtiZZHkqjWSlN7wKuIsl4LsMT44Zk
uHgbWpAg1zq3RpQuCUt2H45j7lK6Hu3noFpd/1iXwZ3ZwPSVg74epHa5G6RMBnsuxxTZfPmbzI91
coxmQCElpUORz2EgCs8+QKGBtOD2TdPqvDAos6I9WEGMsv/D9WUIgxGuDrzs/sQ/bqt6ta6Kqk4q
ryx8q3rWg6/QvDOSXQ7K/VRWaxV5Ac7ov8a4YITabtT3GS5EGwLBcboj9IGQyqXqrpW9z0UugOEF
PE4Ah0fJlfs83WiPBYmwcXUNdoxm44BTmkDt+fruCa1AVwcsLsgkcVedO1rUlARd2qzyHOVhdipX
dx4VKtNaEHkaEpV/jXC7ZtejgkgLIwsOZ7lr469F26tQVLm+FuHHQUsfWTFKxhecqkVVtTSNYcZO
ySEHQ8sWVYXWNcPpg0JWUg+DXHKEhBYJupIIdyrGFrhvFJGoIGqAuynIf7FEoqVereyUsfK7cnN9
ccI9/NcU4CfnH2owi65NyhLuMG/bdFeD59IhSF4lZoT+cGKGO65WQOq+H2EmyFbW8N5Hj1X8cn0l
wk1Dn4SioUXpBQzbSSKzAYi+8nT9YUjWHdmrTgCspmfJAN/CxSD4qJgwQnTg53EjcDmNRo7FjG28
rmbDS4Ddn8xZcn8LP82JGfbnJ7delo+2lTAzaQ/m8ATiW6tZs9yu/A+hlA2X/t9y2Mae2AFfX6Zr
Kew0JNoZvf1SLOF/+fwnJriTiuJxWKDhAknn8JFAlc65WyZJQif+/H9XwZ2Z1nT6mjBHbrV0HUFf
KN3UIcgqzdIdpIUD5q7n+Tcy1b/r4R8woBYd29qEsb6IQF43shG9ZaOQD6u3/Y7mq2ExoT/QJ2B7
Hrbp4vz/7SefNVgUM9R1CPsIr73+YzA3QSur+Eu8nOjnbqFn4KGyK9jIGsenETQGHZfKMLkSH+cn
bmqrHKE6DiNa6DvdarDXRN9TWelK6BuY9wXGDrUe22J/fuLhhjpHkTbBylh9BYVbz6she4A4gEdB
4Hw9CglqtnCNE1ucq0faGE90gC19o637fXxb3pbP6HJt6eKCaAbJw32/pd9+tTOjGI7CZuGC4glv
I5O2eORUCK/qDwMEmflvKovg7HdfuPyJCZaQnexhEmadYQdYl1W82MXnpP1MHW+wn+xRd4ENluyi
8ICdWGPOeWItiLpMy2osqAI9FWTu34tD49IbZRP7zsb4dd2a2D3+7h4XaOkANb7RxGu6gTawEfd+
NE0g2XBH8lmSl+u2Lunl8PQ7/VScL6bd1JI2gjF13uYr1YtfTA9KZbfDvtmmO+dZcZ3VsOr2ysbY
NI+xD+GC679A9iE5B23DcFDrElsbNWQLUMEwvUIfY6MZ73p1M+j/4cVxulwuLAP+lzahCWt6YX5C
ZDF2AX5az422u74qQe30bF//AM9OPAaDUBUAhdjXLlw1wQ9S+BRIpCXZTr1fWtsyxh0abQOVSraT
LeDKueCBn4s2RaQCO4cXNOnL4CQ7Z/pBAmYT4/ZOAjayxKub//I4+Xs8DC42l8HSRmEKo/3YrHOQ
qdWjB/4CvX0fc4j5jJLCsPAqODHHFTgxh1WnKgsvRY9BJRBdNF31mClUsirZVnIhRlc6sgw5zKjl
F0m8qtvTPkD1cRuN3gzZW9n7QbYsLsiEWRUpkwF7wXxDu9uy/KHXT9fdkv3ka97BhZahzqraYSaW
8WmaP41ZkvUIy1gn5+sCFWwHoZUMMGBP3csyK4+ak7iVFj2AP3M1W+QQF3dVhlnE3JKduEsA5fmJ
4wJJY+u1msQwDd3WFyPvj0kWHiD5vc/MeN84qrdABqfUrBWZVMn9II5hyPIpnkeM5uz8eijA3dEb
HS6jRDG9TP1Sk2gT5ctaWwI/b5Ib0IlIakJCX0ECgVElPJpBGXJu0cAo4pQl7MSRcWXV46rQTLCf
yeD4wqvoxAx3sM3ebpxkxp528bDObdtrxvhuiHU/N35HjowmR9AAwyc86bxyq7Lw8ovNHBXX4EOJ
XCZbYe3qm2Ybgi1nhxton0yu9p7sZB174fc7scst02o6YwDjBNK+Dsr1eeo5/aaD3IC6uHr5mg6S
GC3e1b8NZi5+mSRZWl1BgzkoXxTgee3XtvSXdm3I7lZROssq8mABsCgoKLjLnVgt6ReArzzIS+wm
xTng8D8kjXUzRJHMVUTR8tQWd/ygmlCUaoEzMOnpJgr9sXzoly2qOitHcaFiCw5g+z/s46lJ9pNO
7lgzD6s6i7G8Nvsntw9K/8/UPYMs14sgt3Y9cIo8hD2uIQICZCo6hOemmn7opgz8Wt6SrmkAzosP
3T4Gc7nWdd8OpZR8olh2ao5zyLykRtW3MFcjI6LmLot0V7EfbKCMFudol6sq/91blmSRQnc5WSTv
l1HW0cpgnxCIpmkzlHgdALBiySghRcHrdHXcxWqUmOHuUMfyyvEjVT01uk9lFN6ii47V56HBh7bh
hfY7mkR9aNWIj6Vd3g5V8Ih8QXLhyExwd2lRKpVddg3Sgyo4orOzqlvZQ1G4UWwSFeTPjEOGc3AU
leq4sBEoDIwta9F7q05uImNdFR7cf41cTCahEBbb7YTgR+f5Y+l+xE60i1HwnT5b5SmJtQcb5J3X
T5Nw6wAIRVOXOhhl4TKdApAKO2jxddL5o3Huze+zWKCZdvL3c59mUot5UFiCGFvW1nbiuygFYiAs
lVUw/5faB1h3bWAUgEU0DO4bWdEQj+BBwTcClYUbUiV3477b15GsfyZ2hn8NmVxptKdTpqcEhtQK
T4rq9X/nhSUhVRgC/q6GzytU5E00xksXCHwwAmSuDd6d/jmOJM8wAbASXwik2PhMANaAzuE8nqLj
rdsD4Mje/AC+j+DBn77KPaj2g3W+K17DzbQvNrOf7gI328sQwMJYfmKbC66F0nazbWCNM5umCbPI
i/IYg2VT7C0O1KTSbDvitXTd5QV3PtgMMR0Nin/A8i9wRAVJIsy3AXGdQYveNwdQd7lN6SvOy3VD
opcnEOwgAAL8lnFkcIcrBROYlVsOkICkX5lzvlGyZR2kGGRvlm1n/gYo4JaggJbM1jEhMpSDaJ2A
SwFrzGgl8N/zD2st6liMCTBDZl9DATzTi5U2po7bp2Xn4RAVvhqBMvL6mgXxBANpmA4AAgHTiDz4
US/6Yg40NMeyAJo8zvI5zqBeuG5DACSF6ITBqtJ/xI34MvuwkNbKe3SqrNm8zwfAsmCtO9iaXeyV
ecbzelLuUZeiBw35h6cvyU+wawDAZQ2pG4cQz0q+T+DHfhLA7GAHAjkC34iuZl3NJwPrHsgXqZ/S
MPUh9IRdn93AciRBWxB/zoxxQbVHG1itLBibwgnQJYXMnm41xFWi+fP6VgtuJFhCJxUvGzw++LNS
1ChWOC3yumYeUigwIv3P4ljxtVnZ1XNM1k3maC4I4353U/njum3RKsHlBMEFdNeQO3CBqYgCuwNk
HQGQRrsiBDdQgQJcL5vPlZnRuWOiFfNSUiwRaN1Gz12zD91RNqgpCOZn+8iOzUl+3BVzD05HdAqV
xfIwC0x1v+qMlVmuru+Z6Myffi+22BM7c4JCZQvJaC+c21uKrLGG+lXVeAp4zUeZxq3IOQgogRld
G6ab+PAWdUujZxMW1bft4NWGDhJQ1ZpeygLzb6pZ/IozKICUzZA8q02fS97doi0FmtHG+B2GqsHO
fb7UbgKdeT8pgIMuVeMmS9Pdk66t/ZgUrbcsUy+xJ9paECgQRgEGEQGe0ADcBUNoplhtDTKKoX9x
2n0fbLXwJu4kx1tUusEE6r+meEaDpcxNEpuIb+ZEAlcjgzeX0RvpLC/Vg9e0b3aAvX7Nlb6bVdlD
9U8DnitMaafHjnt6LKmzhCF7epC7/Da769aOG6/uizUoSRdoLrI2Rfs53IBAi8jYZQXpwJlp7pQU
g1VbMWuekfle0z19eOjaRz095iiIywSCZbY498mGWlumFrbCaTwWveU2UJ82h3Y1JNF9MjjQYB0k
31Vk8vSz8gGtJSiwo7YINFlyP2hgTCHanVI2Xjpg/nCh1B2Icn89IIhOCZO5AhuYhhoV/1q2k9qu
Rga36PF/S/WU4FmLU3+WyQ4L13Zih4ui6OK3Q2LAjh2M/k3hlwXm3et7JV3buiTGCU3hVgAKHIy5
ANKfH3yq9GlvEATsEsTXIeQ5QcBad37XaFtiHmzZKKLQHMuLsYe4CXmwXECqnPxpEfZqGG/rxdLA
kge015yX862TO5qfxcFNlY3fp3XAFDyGHsBDjDfrBVLGqDEBGc9Ijqv8jjE6QqBPrTfX3UO4uBMb
7M9P7oskLYxAHWFjSuhnN6SHII49vAifkEDvMKToGoqMiF9kkkJ3Dfy74OG+4Cga8rG2F4ZWHrUf
ivI/pF3Xkty4kv0iRoAOJF9BslxXe68Xhrol0XvPr9/D3rsjFopbiOkbo3nqiEomkEgk0pxjW/67
Me3r/ilFuVCYLFq7opbCOI+St4oXGEhFo54b2UH3S4vAIfbFH/0zQV7T669C/V93loM6GlkCdJsg
r4iBtdMlLYKwI9EsUpKnzSA3h6kJN21PN5d3bmWWGXKUebCPYCEBNX8qZ8JAWl3OQaDSt4yqj36I
oivQ6TAO4Sj+J0pcyExJoMFMRbN4a4sKEoC5cRTHQedncyMSYeikwFknqIZKZuim4TMxXlp68I2H
TA3RWiMIBde82BcsHgb/Znqd+YsWZgqkAj+qJaypHCiPLcAu2lRxAwwZVpkIK2n18l3I4js4zCFA
61OMddXiXwE4HFJw4dho0Huu/NANs3yvNEPJSGHdmsR/ubypazHGDJSNFknAuZ9V61FE6+qW4OK3
EmBdeA8WQio0yzFL8u2sEHT3iIRxZ2OaMKUZyRDWqZ+Wv1WaxEmi17J0B4wzXtZr/ik+pljqxV22
1VQD1GXuyezkFyX5CQyjb/w+yvToBMagGGaDTu3DJ41vFhZ+v7bSRznoPpRUcr4jwkIbEUjYAMLN
iShIpVo5inbAoHcSIG6TIhCEByvQNzjR4Jn5jwgecDIrSEqSGMG7cZuHdnEc9vF2vCvftA19pOxn
8Qds4W7u1q65lXqm7i8rOO/B2R6hpXgm1zaAvsP7E6/p+gi5YNsgja1nbKzBXCGaGlxz/nPf8v8J
4cIE4JirZjWXQVTruTT2aeIok4mhZNVOh9v087JGq1a3EMZFsoDSHEs9gzBlkJgMTD9NFESurhlA
pNEyDYyns9lnFFpCQ6mQ3Rx99N8B7gfMbcmzHNUC+16XA8AFOAXASfN7A3JFHNa5S840g35L8MJx
YwxeOLJci7JjqztkgXABjhZBI//MkUgUg50O7s8ildvQQwTeq+a3XsSMZE+q9/Dvt2iG+8K4Axo+
zrCFrAkUFZkBky/G1wZJTkmUBFtbub8CMAZ56hnGcjLTxIQA2v80oERpHALRlSGSwZ2cAFXuOosg
Y6QbK7pX9RsE2pfXae0CXKrBnZuCtARVKIjou2MQAfh2X7SOkIBNpAh3YHSwCCmtCimVWm/SMt6M
6OxLm8q9rMzaxbN4YfIvd0NSrKafncDMgW6ywHqO0Vwc08/M+nNZ0qpCf1NIxrysi7ghstoRoTUk
FWATomCCSOk2qQUB32o6cqnPrO9CSonhyLHosWxdON3rpsT6Etd2IDtUi587uXECq8HGjaj9AhVo
ajqW5eEmSaKbqhxEHyNaXC6iT0hSZ9r8fG8P0q31ON6Dwxkstkw2mLUle283OpkbPZuvIm771cBp
uQzcDTlqeq2MERZ7MK2XHjO64ZRvEgCeGnlwGDSNwXltgQ/hBOk3WhBPEgfcKQ/wxm21uVnUD6+H
4aMEYGLvAoBtBMSJ/HjZpv4fPU3kvYB/CwopTs+qbPKxnPsdMcHl7ZNRTTfIGb4Zqb+PygHBWtLq
dqxHj7llHUg5FpvLH7DiofF4wusJdzRm1PgHaWd6gZqjz8r28wCn87PPTViXrfdbrTtEIue2pi7E
aRRtC0jpo5Zxat1J2UcWjZA+MAPpRpMRF+sNcl6h3YDdLAYM5RhQdyQ1I2Oyu6zpyvE9Ec0d30Sr
mrpKoGkqX0eFm5QvmScQsXJcIALdseqcYcZQ0ql2GS28cJgbQKLyPmodSXMja+N1V40q6Mda1QWs
vZitQbYSNMKngroxlvXQwDJ2dKeMhyB/ifqny8u1qstCxBwPLfxQIlE/9kKIyEI3aq9LQIICL3ca
dpaIcGFeeC5WxGDfX2W4VZuq3hriAhsD4PU0PIzFj8HHaMXHZX3mg3QmBSNW8yg4qFv5l3SSSl2t
xBMuvYTJHbPs7KfqtkcFhLmXBa29pYFBhlc7MHkxnPuFm7RYuRjF6SQPZtu+Hg/+w3gTAnBQ2vv7
FNJaUcV1JS5dSjtrSAUPPAkkghrZMdhGx+IYbMJr80g2/nba6ttKSC+6KhBj+9bMY4nuI85jGXFW
BZMB9SwwqHaoPza94BitWTc26D8SzjoXYiW0BrmFBCLddeDFrvep53xnkxYyuDDLBLtI73WQMd5P
zniTAA/kV+WOG+81+CFtvvHeU4B7BwAlOL8Zcej0MAHtT+mmuTTtp2RAkySw+RGGp+yyUmsHaSGF
z/QbRauSoscDotXeGs1Olassem2m7WUpazfGUgq3cpqXtlIQQpfIAoY6WKqGqyTaSNGrpd5k0/1l
YWumMKN0INM9UxnwZ8lsAZMB6CJ0kY+VgpwbrVk/FYFrYKBVsHprokyYszzTFAMJj3N4hSpPIB6D
G8rjHcq7Y/SjFXUer22Qac1TY5imVzFwe2oGxdB3Wp116F8JflWqY2absMaMsQisZa1VAHBB/8jh
DcHH/LDSo60NWIGuvPFdsCwhqXane27iSsdC1PazunILcZxFFHGY6hXAK21SoxW+AOjq3CYuOLEi
IdyjxWqsTgmr+T7qH8t+l9QPkb//98a2XDbuVpXyxDdDdDnbsg4FwL2mBJjTF5jZmvtEqIfWLxg0
+oq5xZJaPOwR9c3l9t6pp+ZqJKLWpbUTiiI70lcGUOjhR0/NTDeDLlWAJG4HINspvMHOx3yrIHMb
5da9FnyYaipYubVgAZDR89wT0ChA5HAqscFDr/fnlEI5AOm+K5kiPeiJz/RRYqEuANwQCeMsoVTR
2pbI84svc3MgCo7DoZ6izSiDdmdz2SLmleKDhqVenEXMrYBmPE/IdsMNAdw2eH+ZF7lp6tReg8mW
OwlPzssiV+18sZScG6r6uBu7Bu8/9N0e4sx6a4C9oWqBqO9lzUhgIyhCga0Mre2ckXQTnuK+hMti
QG+0Er+UxouFVnNjL4c7LxA8JNfX8R9hfDIyb9IxNxQIK/xg1ycZZvXbHbh596GWMcmYfit0aJkp
EdF04arH/aslj2ASkKin0TzBkusma8vnwVfYFF6DNkawbed08wC2Xaynwlll68HpdrOKvVL8DGSt
YqTWcZeMR6MY3JSoTkSC28F8J9RzcvMZIds2qhXW0P5WKZ78QUNJNWQElLjfMKiZ1ACowsjDnTVl
qlKiFgbO5kD9XV0jLgibP+VUCcKC1VOJOsMXnctM8HvqAuQajfaqhJuakqfae2zU2yrbTr/88fUb
6igIeeUZ1v8MkaG3yk4qJ/jPONLsEekPy8DkuqhVaVWbRTDAaVMmdRqUGqQQGt/jW+wYLLgeMM/S
JD80sij2WL+xF/I465nyaYIrw+2GJI7CKvJrCn7kQ2qTVtug6nk9yeOTR56NurJpImI3Wj0kC+Gc
l4sHqUtiH/eeQpIrU39MifcYB9PGwMr++80DhQve/jgqBOggp0bip3HrqTkk5eURbGVVeQxEnGWr
KQY0ZMISZ8hpABqfyggLlD2MgeD2Mz/b8ckPDAYWM0xo37QwmCFiSvRoAm/zsmZr1/pS6mxQi0cf
HrijBYJGeDjQbjXEppiOuCxhZZegEFJEaA8HdzrfIFWifQGbhAOmDcpzrOLxFar+RzvoaFdqRH1s
K/aPhktNRjFCxruFv9D7kU60qWH/kvwLOAgOHeO9lI2OqddMjT4va7Zy5Z0I44zfGHxZCXoIS5ND
O1S4hFjfC+qTq6u3UIizcZA6TqrcITUzoclrUp6V5CHGLHsg/bqsy8pNd6ILd333tUTqAv/sUBme
ARWwMRr0G1mlU5nW9diqzyBUcmkkMj/REs5/X5gfnRSr6+cJKwlFXoqGkjQHnPv+sm4rNn6iG3ey
TLP15aKCbj5gUFKzZH0j6osT6cEdoxYNW0PiQ49oUK8wm4PpIguKJAI/tBL8nGgy/32xXAH4N3NQ
j8MajC1tjmazGSplPk9Mb1I7F9jE+roBrRbw0IiP+Wdfk8qpbtVw7oCrddT6qgxFOaevyXsuUIVC
/4jgX3xJIYFVWYIIfaPuMMbqavbAsivp+Ybc9u/+EX3LT+i/uS62nhtXLP5I/8Sij1i7xE4+grs0
9boy5xEQZIYC1vbMko+DbgNzygD1ChAJWtlGaZaKxK67qr+qc94jsDqpkXNITUqd1ep9mr4Xw7EL
BuYPAici2EiDcyLqEMZ1OaddKQi3+nFrSqKn+7r7+KvM/AULw8wlQDrU1iwBLw2zZ4Pv9tE2jWdC
NNC+bHsRU4po9TjHEaKMOUwpBILoAlOt03QX9rHdhk6v/rjsPdaP9l/VOO/RZ1ZapQSSQPoytsjq
ySyTRdnQuTZz6Rxw/qPUsrppQwQYZER3tEPD1yr70WCGtiM/ssgZFdaJUONERsH5EoxpYoJBg16q
/NJ6P4SpStG6cTGTXHbgNRrw+40V/JTGfgesx9em0DeXt2ctblqeXpMrezUgjOum2bgLX8NQ4gYo
cbUPFF6AeQfXNHMy5aCLIP3Wqp0nQjmXEVZ0SFsKRwxDN/ehSwom77KrcA//oSl2eSs9wYdkjXNZ
2dVoAFDlQM/X0ex9nsNG5OMpEGv2vhOmZK8iUWFInwaGhi5LWrWOfySd5bIrOSRp20LSWGHisspZ
UX/nXC0kcEuYG0bbkvkuq4C5bnSfIF31RWhuq/flQgbvY82yjioVtqEn79R6nPwbtCYMCXDzVXSQ
C5Zs1SXNhEUGphx0i68RylJvlBh9xxlW7lUZ1RrTGepjG94W0vby5qwerYUkziURK2rbWJu9Rf1A
dEcnrlWIPNK6AfzVhvNIqq+E+dRDm15CwNS5ktq4meLKRcNK2c6rHsyNYAZBu+VLnL7nnd23gpMt
+gLOQQHAFbF1Ay3r/BdVPzH3cnkVV++sxSpyDmpKrMlLh1nD7MXvHywZhH53XouD66Q12OMK0UiD
wEAszlPpU+ZpGTjSbR9AlgaxvcnufeAmBnYnKkWJRHGHi/aVMrXybItIHEnzfr2F41sXH3QRTrVI
EnfEVMzR9UY9S+olNEpfhVJgyzWjw+cgaq5Y9X6A+0e/NBCEkQA8DTLKaQQE+FweIOar1IDOjn40
+l0tagdfPV0LMfzpUsKk9udMzWT8xNRa1x+pJ8grrpr2QgR3uBqzk1tjfjn25mPQ/Bm1/WXTFqnA
HR09KimA27FSSgYCqdh3SLtVvT//nRDu/IxaafbdvE5KR0H8mQKUY6v6b/+VEP52T6sqapAnwLsU
91CkuJOkMyMUYVgK1otPG1SdGmn1nMaSjedA+xH620QEwPeVSD0L8f7uuckdFHBWlkk8a2LIzNoB
YFa//aHcgdfpTr4pnegVYKZO0jDNqY/PfgOCZ1ZeSQKXunpYF9/APQRKEx3I5hzzAXzD1ruXsCvt
Kj/G4VHGpPHlnVt1rwtZ8xlYPAmkUAlio4Qsv/jpgcV0KpMXEqlO2xO3sSynLNONTtP3y1KFy8w5
icDLMxnXI8LOjXyUMWjMpg24uf6kdtQ7dD9t86N3VbnZC9nc+x/14eWy/NWIY6E15zyaRqbJNL+Z
/f6HVjxLIIPoKrpJZBkFJmqyLI5DwULPP3nJsDhnkged15tzkNMUIFAKmOW5wCZkkmhyS3RIOKdi
0KySh1k1ZdybIKbsX4WULiIRnEtpqkkjuPNhn9bGGB6y5EM42vAFMnNhufhbeAQQYG5NUCM61na+
lR9Chja5OwSh1eT41/o2k+3iVdl4D9ErfSWs3yk3rW05z+o2dVJRFkCgMV9+KDNTGlv/a/OekvbO
qh+0UHDZrIvAxMhc5sTbgbOPJlH7kswnYpxaFkS72HvGhO9ls193LH9lcLbRUsUbZBMywmR8DtOG
hYO2iQePFUX+nmmivpTVU4aGFMA5AuYf+alT31JWYMZLVQQdBsaYgJLJrHbTVaFTFocg2hNRDX89
Q4TCt4b2bAx98WNGKc3qdEhHZHof6hd0aMNEwiMG+3SW3mk3tagot3qiF+K4q6LyMH86GlAvJO/a
eDDLfZDbqbm/vGdr8FbgEfurFXcbAA8jM/scWkk78350yXV4UHMneS1+VEzeR9voEN/ptudeFrtq
jgup3L2gxwm6TDJIbdQj+hnJ8BpIAs1mN3F2xDE1KKMAAPB4/iXWV4lCUx9FjQTjyWQnx24NjGBl
cGp/qxkDm+LXb+i0EMh5/apVpFiVoFNijsqRIiS2vVZHMw4ZRWBdq8u3EMWd5sks4miY0A/YWvH9
lAV26BtXySCY8161wIUU7jwrOLq130IKTbamCv6Fu5Tc6KJBmDU0WDTw/t0o3t9TMNAM1tzcOPkO
JtYTUjEa3JSFO+QvoIY0wyuM1YXeVVc/jBFghzbWt97SxjyDCUyyGRv71JX0GoCxezoXwFCZUoej
Pv6gIu+4ao8LGdxqqmhV0HTUIOb3eqA6afphND+byZW9X6XmliJIgtXNW4jjVrWW/IZUHlTStDd9
/JSVJ2pdCRNvq28YcPMBfUxDyY1HDTbHRM+zee/qcbC78iPwBDa4aukLAdyq9VqghYUBAVWzjdMD
IP6EpIZr9wjSQ8A8nq8uVOZPNx/oA1Jg+nC06phnD0XQHCwd/ThTG+mHBmN0Nz4BaZGi1enussNY
2yJgpZjoEQS2h36GEDNkg25lAxwGfTCMe3QhDspVLMqgrK2gCm4QFXAs6Ofle2XAQikVZaDOx0tx
PGDu+foEenh1e1mZFUtAnyOGs1HIQdqLLy/UYAaQQlNPbILpd8CneYQB1/MbxDAnUrh7o7NKY2gp
pADp5a4ogF1eJhvQ7zzWKNVQ1GouK7WydiAVVAEHNaO2gQ7i1DSAsJxo5mAkttEGbl7Vn2oz2FQi
gtLMqhgViXZ1Rnc5Y2EyQHIAzBwzsbuoeMs6jM3I1Z0lxLda2yIwP2KoEcYGm5s/Y/EYM0Ka6log
JbZnZrprlnH0QGjwNsV+5IZqe0y94iaO6GuOZl/WTfTa81OVkWYq2eCV1j6udRHO2+xYuUt6Hu5V
8U2GTjE7fPpJqV7I4VQGKSZvA9aDYiOebvTGluNDaj1d3suV0wYkNDQgzEiJBKQXp6IyDKIHdRyl
NiZkMETR+p7tZbij5TH2cFPXUiOqh62tN7px/5cWA1RxnAuWvVSqVLlO7bYbOkYiWm+bIq8F4xRr
MCVUx6A0jh6QBLCxp4qRqfaqfETptwi2Cjl0lRtY15lkp+XWTxwkHLYVOdCiYrX26ZluoL0H1d5r
70IRVvAagNrJl3BLHEd+6EdDm9rxSz0/pKqP0ilBCvu73cbIQO6Do34XuKbb7uiNCFxxzZIUHR1i
6OEEUR6Pz9R1CnA3ZkuaO/t7K59Y1lCZGXiv2uA+Ddi8/JctalXkjOUI1B+c3K8Hw+I8BYPhl5mc
pvYwbKz2AKZu/P9j1BW7EI11rRW46Bdu5H9kca8BLaRdRDXIGgHJnwa7rItYHdpkumkmR1XvRyAc
VZJ7WUFl7cwspXL+j3p+lNdDAsSkNJ6x9wYjulbkvP7heeZ4bTaheit7VP/t9YNZbPymrTOWUOLt
fSJ39/2YZCjKKjK4tKWB7C25qzq7rmp0XxRqK2d2IlnyZ1D71O1DH1dUgwmrgSWKWuy8OPSfg0wb
E6eUGsyFeJ0uKD6taQeLmRGSDR3zY9wDUi/RVaObMFcpmtumd6DaDv0XaxKIma2e93HgngaOnA6k
COAznZ5Pq0/KUQa2OqjU5W01yBuzDtzRUwWbtWoiIK7CJJwCThw8iE/l+Drt6r7CndiPAE1w0z7Q
/0hd1cZs9JTI21hh67lAuGweErhAw+4yzLEwP04DUYXyq52LV1kluDXRTw3gD75pZBqjTldbUIuo
G4BPe3vZAfYeG9xP2fHR1N/e+656MEYmJUwxWXSI9uBYd9MdMNX2w9XoZtuWte6jciwfM/sbc92Y
Hf/n4/h2E1XOe0maeU8mHWTj6mNr7fGRgbbtjeusE/R7r23+UhhnY70PhyXNKwEAEUVhvVSR3zJw
Xx5aKUzeLx/Xs/sGfYkIwuEDQVmFQTHO0GQQFoSpn8MAiPpqjPV9jcjl34tQdBltkASwQ0iEnNoY
Gfp2sOIRcVfRUhvAPI0t+bUg6lorrJ/sEOfsinQyaDrvEL2vAle+UlzT6dDXwTDWsMluPJc4fy7r
JdomztGNoRTnZTwbrP/QaPtC3nqxYOnWQC1OtOLuaU3PaVH3kGE8voXutO+c+AfGgm6Psn037e48
lgZMO4Yb1fU3l7UTLijnGvTJqupSgej2j/E0vXW3H8As3wLl+3CXbgc7LgQ7uL6c89wTBu3gWDmr
VwoV49EtLuNE/zNkd0p7JSR1XhWBtAHB8DFwjb6iosXl21p5FPYVglmij9u4JwzdEijXitqL1wYi
gVxkWcBUmadjTc4ylKSNlfbLMsKcjaP24WefaZsclRouakx+VbJhy1pk62m8m8Cb6sfhnWD3ZhFn
3nQRJHO7FyekkSt1Nk4w07lgT30lltRvdAuzzmUSSVtP1x5JZSaMkPBq0EPp3YiSh1RuqQt4Sklg
yGvXJvA9sSS41SheRpwPMLM+VudAOlJ/N7Lbo/GwnHZU1EkhEsM5Aa+Nyl4uICbOb7zIKbzrNsIO
iECq1jcYzOBoRKII4/jrue2TOKzLOLX92Ig2Hch0Iis6RuP4ZLWvQZZcV0lrlyR8bam0yZJprytv
gg1eyUBQdfEJ898XtizLUeCnGj7B8J3gySxYFLDkz+iW7q0isdfe8R/lkdV7a9/1LBLcUGtR7Ewa
OoPIGSZG+06Fd36ddpqOyLLRQKT3AmNjQ76twl+pqI15Vc2FJM4Bqgq44Io5hq0a3bHityBoWTwQ
FiD5Fbb9vvB6QdXj7EYELD6efKBDBXMbBtY43SR/7Cp1jl+RGRlYGg+jU7XaN8o3SK3A16FfH8iw
ZwdiDLWGkAwriBJu/DygNkAmR2AjK82BYAol84i+CbQDfhIGUyOGVkqI7ogP/NLDML605qaajibg
10HgJxuOIYKkWRsLOpE5H9GFXfqhB4pKCzIVMNbmsSPD1RQ/O/VG9Tal4kz0NijtEZ5IeisVOwH6
Wk6cJt3TfG/lolzM6v0JKJ4ZfxfveGC0n36NldVz9naOb/Mr32K69tsb7kH9JHmsVx6pB1BOVwYR
aXWrx1eoYXgAVCkPbesW/XsSunkkuFXXHJSGYRBqgd7QAiYw9z1DjjxKgueDTn5P9VtBDYB3m4BW
Ek5drkrCbK+GcUiVnuH/GpbnBxWFpNpNnHynbRE+bIC2eOzQErrTN289kzfGbcisG4nV2xawKiy3
3wMXYFK2yYYr2Y332Y0J/gu2a95GBBndy7T12H3heNeB+3LZVteuZh2WqlkaqnJnQWIb1/Wgaz3C
N7z5YDlTeGeKYIDWZQDjTFbxLsaL53Tx69DMW8xxp3Y26jtDL6+NXN5Jci1wjitJewofMidWkEOF
MzkV08dJ7icWcit9nVkhm3qZ3HbAEj9UpEwdtWrIfdcq7SEdG0LtMQ2y18truf6qMwzoiKEjGBln
ZbhopQppMjxSdyCgadnwMVBHrzaY88+YKgg11lYVhMEgDAKaMTgquDtXjprW8OIOT6N+Y6k/spQR
STSds3YLLGVwSxqji7oMpvnY+M5ksFjZKQlgyPMN8HGoaOpjrRMEpYm/GnF3DgrHWRD50Cis8MKE
uJIBXPb9Ld+mzAdsQr41QByb2MgoHyf7oP8adyLatbVLyABsKaAgAbGELOepDbUAnkeOEJ9QTTgM
rRKxqI0EZrK6cQsZswdZeupUGnCJQ4ZnYjgSlOfyXqmDDyOtRUmvM0nmDAsCgySo+uDccQsaEEmj
Xdhl9uQZ21D2bcVInbieNpft/kwMTh0QYmDwaPJT8d+pQiCuDifa4uBJ5d7v3om3TUVudc0QlyK4
qKss1BFJcogo8fCSvONE3RDNHx3B/I4JGgT3Gxot0rScx1LLWK3NahbXKbaWWtfBoLtjOD1cFrOq
1UIMd4TbEu3HTYnjBah/MDgZVcUy6ZXWT5a0L4TzivOv8U+TZe6ZO8yKHyqT1kMaMg1N8jb5BgvS
Z8TOQfHamG6eE2b+JuUe/A7ssp6zAfCSl6eKMxDUjA3Jz3DJJE91fkOb22G6JtFt+HhZzNpyLsVw
RpKafYmROCjoxY9+rbEkt2vNAb/1pG0RNQuUWrtuAH6gzjg/OsBduWOsdUOm+B1GZ6u3FIXvAKSe
0cF7GH32jQYMgIMSJD8VxBXArz09X5XeUNCHQhLRr8xomyj39BtI/0sRXzfbwicpo1qVfTnvUP86
9b+U2pErOxWNbq9617+KnKUaQiVW2x6KNCS3lbZmQDq7bAJrrghzMMC/oTN5yRlhWVygtqDLCDXU
ow6IiBSjOaLq6drGfxVPCZLRyJly58ga4Ghr9Kugjo4CwnYChEKK15FS+Gwotk0WO1Ev8EerkcVS
JufJaRbLFEljuFgftLvZsfErwF9ckXTTj3bt34D6AQ3+l9dy5dTO9wdmgFUC3nY+5S41flRhgBEv
CoyIdTOeb/o7GtGMU32oIkCzr4oe5yIgDG96XCE6AM04Gwfngt+GlYeaia3Z3WOvsTRlIwYZXsKr
Zq9u0sNkZw9WwgBVV95Ze2vbZsxyKItcrbZF7+y1JNzycyjX+U9zD+hTEnTPjuaW2tmT78bX3o5J
18GVeggfycPltRYK5G4cvwdkeh5B/5AyzCcx0/Hvm50BUcOLZyf7YvtLIHE20wsrTpVTrzL1qad2
MST26ANnEovt4RBt7iZk+zOQPceCk7n2JDxZUu7YBG3fYxoe8gB6f1SPU2dbLGY5y241m/zMb3z2
SivnBluMQfoa7lQQpQiXmDtDWVDltM6/PqC+rpUNbIxuPv3DK8oanoHaOQMFj2AqZ8Wugc6GXBWQ
+C24JP5JoPtJmxkdcEFaHd2BQOSgZsfG2O0Mumn0XyaQ3Xv9rUDKyPIDvEc3SNiz2PqjRtN1iixm
W++04WgZjw3ZU/PBbzNXqhLHANKpaPbq/LzPn2qZAGkxEPzyvpOE1lhMKT41qd2wf5DTd6QvOoJX
+vD7su3NK31ieiDmoWBvQ4RNgNDIJ2FqC3wydUATu81zvCUmrWFxMhUCp3l2F8xSLH0uHuHmPPNf
wPgqaBaiUwPQXtOhzuvnwVLAap/R53+vjqFQBTR7Kppp+LRzpzYe6EdQNCSB/zNFRndSfPuyiLPQ
BrrMCMooXKNhR+ZbgrNGUhPk/VCaKt5H9bGZQIWFsoDvsyx80ek3Vg5Jf6RLMEiuGDwYmpoVYzzp
FSpHYfWiy/7RDKoXyxdBuc8R0qkZ4J0+l1rRUgVRPKJgXA/SFBtpYw/JJpKczLuLa6e3BEdQJIXz
rKY+aMGQZA1yxjt9/NNYd1Hm+NYkuC1FYjh3ahZGNspy0thgYGn2pA4/pS4rX4HJ/1tGw4xgh0TS
OGeaJo1pwXc3CHX/0NG1widaHxJRLer8nGKDEK8hBECrCh7Fp1eEbtSmFYxRYyd+ANqngvqONoYi
a1vVZSFl/vsi9gwHCyN2SdwARM500tbcKjN9gTRXaTb/9hTN+iDEoDBtUEFw75A8SUNgc0ASUpNI
M9tSa3vpzwamYd0CalBw452f2VNp3HNk0toAgOWwiKFqrlSvq1lZ1CErOrnZoE1lZLQHDlNqWaKs
zfqC/lWTi6UwaWqolg81q/GxSGXQSVosm/BuUAVe6SwSBp8G2rMsPP3BWwlgvtOd04yubbIQRysz
PUYbA2/IkI2K5Ma4z9Dr5KSmZfeqCGB3bWHROTHT1n15Rc74y1DzY7mC8TcDqGyAjvboy3s//QiK
EXxIhkDJ89j7S8u/4ri4AbxgSkc6iAPsjhvrNwZG9HKy89Q7vX8Ow03a2oj5/72lLlXkTl5XoHqR
JJDpN1/8vVmFyBcI7b5LjHtT9C47H5f4UhGNfeislSk88ulGDgPQbE0dBItW+KwT1C63tbSPM59F
6lFWcOugIcR0DFw3l9U870LjBPNnvy89KhUQ3HnZkVQ/IvNnXjyXUm2DdBL9cDgfqrQfG4B60GJr
IUDM9Xbbpeq2DjBEgikSr4gckqkbir6Qyx83K81fT2gv/2dROOtuytrPVAnWDeBgpngPGX2LBoGM
s5hr1l+W50YxHSlHvk5SVRX1qhEyAM5ZsdHC9FQd9B3raNK6Y5vd4PkpKu2dl4o4oZxj6lJjIoOP
aenRyJ+jod8aQesUWc/CEHzU6BvtUHaLyvcCFepI/6PG07UmPycE48JG52T66GjqdKy8bHt5wdfN
cLEanOMi1G8HBJyNrQKcqZZelXbXddtk/ASxHMt61y+ujfTQtfvLclc3Gj2fYOVCDxTKVqfWnwH/
PIgwJw/QrmynG81OMQFglxUi9c7Kgl/rjvYHeHfQLOmc38IMW4ryJw51V4221yVoaurcBjltHYQF
sqY8aUHudEZ8P06BQPbaTT5D8/2faM6HaT266a3Zh7W0O4RluVd10WWwvop/RXA+JOuVuC1ibJ7V
DEA50uBCQOakyd9yGQtVOJfR04wo0QhVSqRAnHiHGtqfcIcW2mO1y3aZad8pjyazeobnxW58+I6p
/FWSM5Uia/w+QSuyHcYYTrIiN6G124+pIGZdvVgXOnIn1PDq1qjni9UM9/q0MfMHC1dPfATWe0V2
bXz/32nFn7vGUtGVjCVNZKfuryk90uHXZRECA+QTKlHk9VYxh8dS/jSot8IgcvX38ZxELRPNGfCl
p2dYrTUEq4AatZPstqkeS2t3+ftXYw4NXSdIvwIajw91aNrlRlLDRzQkPvYxZaocPerFE9WKXUWT
q26oPy5LnE3p7PpZSORsoEwpKS0FEumIIr09SneltNPzX14jMLbVg7sQxO1+bxE/xlAhYGbN2xZQ
olqLYVBRn+CqNnjvA5AYheazzp24n6RIU0s4oB7XW5oMexAv5Cwgb2Qs7WYigv1ai4HRADa3PaH4
BYz8U3vQ2tzz8rSaldrV2qsJWhNr04gYBVatAgCQCH3BAiTzMJMSskm+SbF0Pk2cqkHDT1Li7q5t
2d8h38SkfPMNo/grkJ+FDpocbaM9BJb51lRuKpAd5b+J+SRTwZ24ul8LQdyr2ZfM0h/KWTOgydDG
GYHlFn8osm1Ngr6fLw4J3tCR90X3AaqUyJ9w9pcao++PQYOQL2OBjfGHA7WHDR1ZuAtZx+K9ft1v
bqLD+53nWHb79lhftU5ypW/LTcaw5Dby74IjcV6KxlW9+CaNy/8WpK8qldag5L19k1z/oO6aq/w+
eQWw3dV0E72G+8m9jwnT7/6HtG9rjlRHuv1FRAACBK9c6mK7yne7u1+IttvNXYirBL/+LDrifLuK
IoronoeZh9l7nJUiJaUyV65V3UbQJUVyvpIZXpYrp58wjdlAJBHaenMdiazmoOhwusYbUBe8IVvp
xz4Eh3qvDTB680BcfRuvICgua7Qzm/r5rhnyENwHNmx+RKMHVr139WF4UL9V/nfo4fiDB8V5P74x
brHqO3Ml4i6nm2fGZ+mRcEjqOKyHwzcTbqYMwsHLtoonNuLB3OIZe5cfwRa2ts5TeF2E38k6z1Kj
CM/bkGcwiz6hXwWmCzbsDLIdzedd9WLc267iWwfqq76+rVYOqT/jPtdsz06pdqiEOhCsN2YzNqP7
Ru/l5uPJcruN5Ws36oN673hka/iDm70/dxtk6GtEuYuPgdMwm6VTPWtrYYX4CSD/1hBibfA0unKj
eH+2HtsU3/iW3pBgdUR/cd0p6JzQQsWQ1zwbBgZiaKIe605d8OUBLgW8hdt/IxuQfW0gJHibDoBG
pZVXbEK0uFbSyKV8gZxYn3/1Jsd4og3roW64Rh/ozvAPFgwQHhC0ziC9PR9y4kqeIJwlZqTz1APa
2EtXOxpLS2gAVAWAB+R5Lhi3NZaLNFFhosH8v1/tcEi3H4ic20/2xt2vaB+9DG6877z8zV5bwKUL
9tT2LG6MRiOjFsK2k/XgTvEi5scoHUDi8fqNt1giAA5PwyUORtMLCSKrr+usgui1Rzp3/HTcZpL4
/hmhX2U+5q5Ze1CQ9crvKJAId9iunkpL2dGp+VmgQBQtKSw5rfHgmp/yW3ZIwW8KuhhMCbq2l/0k
eGgU979WvF56K1LM4UL6hgA1P58PSds+DStBsLzaG81dO/uy6F2fvWT6W2r6cXbTGysLvXjnnZqc
JZw0ISLGPHDj1YmbPfY7DOTdg43xlu+znTBdC1rORzPDBQRCaHQl0wDT3fErejfXXV8IahNvY4zH
oEaL9+os8wjrpohlhaa6tF7L0nOKe25sUVOEDhuI9e/ttcx04QOjsj3NkwP0BV20mT1dH2xmaVXt
ASXYb6UDgJsRpj0eQlCbue7awqEDAbZpfByFNtOcA6XyhCe9oYJaHU33jc2Hn2DPWcmmFr05MTH7
iCzpkWqDIBeUbpXblqPfivt+2F73Y2HvQ1NkaqlNYtGY4DxPE6yqS0nCYWQkKIVGWdDBHWhqhd+v
21kqvU5qPJiRwptBQ+np3FCkFaRRuraG6vaNRHoIvt/eADGaGymgdNnb+YHHz9dtLn0jG4TxBgES
AYCEmW8RSXma9V3tNXaxYSHf57ReCYOlOhfc+s+Gfu7WaMYWyzPYyDhQNiCDJLVXMu62ZFO3/ji4
0ejH7SaOVsaPl4Jj0p5HkAO74lxcSQ7jiWMDK0KGYxh+JfK57H5fX77F0ADvPiRasKkAjjp3TZXl
wIa+r8Ft9VI5GFkk4DpNccO+Xbez7Mp/dmbHcswStENb2IHeREaORnfU1tgfL6dN8I1sYBtRAcZE
DzTDz31RaJLLUJ2irygfxzScBl3Lt3okHWDkRrQbonHEvDZnd6UW72uHfHcwRuuzMSqernv7B58+
SxTxU0BsoKPNgpt+tqyaAcV7LZO11+cyyt3Goc2bKOPogeaSfw4Gkzro0jgtXGjSZX7fMPsYZzHG
/jolqzwcaGyHP15uGSQLgKBBXnIn7UZQt3asqHQT8DFHDqYDE4XLbVK21R2Po/bVtFSrdnPBMbSl
RmbywKRh/orszHlvBx19TjnQt8TB8I8P8o/uMQkzDQFcu1KXkEJo9fS+7KaSVcgH29WrPtlAqaT8
LWIFjybb1tUgAo7+QWMVXs6V1uk3etfZa4xrfyDms/VzMB9sYB4DWnIgRz//lEJpx8Guh9pjlgKm
8FcscQDZi83ojLvG1lwygDMnTT4i87datc8gBXJjPX3HheEXJhApQJ2y+kemR67RCAwfa+im9X/L
LAGt8amdpqM8PE2QzcItB4BErUx8Y71NbgXQKWUpbyR9vx5KC9frmZVpA592W0ebdaYKK07DxRGU
LXXsxjbwrq5qJeNeZU32lEEpKqJAykBI7OG6+cV9CzkVUGcAPHeRzWEQoYxUG/sWwJC7XAP+WWF3
YRT9wzWIT41BsUlaHeNE516aMiosno61F3f0nqu9jzHrGGMoqzwdC3mag3ks1C1UQBnwTD83NFaa
6GkxnXfOYAVOl6M7NVigUgDo57mOkDSOUal7eq4J17IbFugdi16ur+nCmTupyU03Cu4sSNac/4aq
H1LofE3nFPKlvvtdg1/AMAO5xh+6Zmd2bdUlKzgBSNnT9HzjWNWdaoZvaW7fCChie9d9Wqg/wRnc
+Takd6b8+9ynOJQ8T6cwrUuUC8lzChVsaJz2AspKw+a6rSW/Tm3N/DLCGG/RAbYU58apt2bcHtTo
LqdrLGeLdtBfQkKPciFASec+pT1O+BHKKlDl08HfpiN1NpVG++1YHQZvLJO9XvdrIZWBKBuaizhH
cVDPSQaYzJIRc3TY6gXm0Ih4KsRaoWxhO5+ZmFw+OU361qicwcG5KqoSM6baxtEGv+2bfzgaMSyP
sUdkLRhnna1clNhaOUzb2ag/6oJ5MnxOla/rq6VNW/XijjgxMguDIorNBvjW2qvon76Lmrky+8bU
vaa9knxr2hLYDU+0x87ZAqB/3fpCJRkLiTePCuYiHdNj5ws5guqHAQOHlNpqXGrsINoJruljhmJo
7Df9mijb0i2gIa8GOm5CxMzpbooePB1DPYU8F/swNbaalD+Aqbgto/7OMBjISoy9ScTbdS+XInLi
aMIIJlB/OC7PveRhpGRWAy9TCX4dvTxi0vbvT/5p0Oz/TMwSw7xPC2JNoWKqyWOvFk9pPAFc12Y8
lwIfXwuEYyheGeZcXRG1qwwaBgxnYe34UNXa6HzcO8XgX18wuhQXeAEhG5jU8zDKfb5iFUVFVjfK
2utirSrd3MEHc2uQ5PhqkdXmpo9Na2P3lXwGmWd/5Hme+blehfiXFPxIN1GTdnCpGje6m8q2om4r
69JXzVoZvDpOQRgJ2baDggJokI863060B9wNVVXehT0dbwyAkt/lqKeYHHfC6r0NnSKwYw2UoRhL
SO5EU4+PjiH4S5M6400PrJvft3y0XdRNKEZRxxb/V8J5CjpAixSmG6G48Umg2tgHpV6WO4Vpjh/J
OHywhV7hrtSp2OSGZJ7JjX5LKulASwvzOGipxA+gfk42qlaFkIkK91mp6HuqmKC5H8mGcTpsRsEd
wNSc4d7R1RGDH4pxZ1Z4bblx3pVFQFimPhJpMTB0SoPshrEZ34ba0gpX0JQ/kBH9cTeXcRu6EIbP
A9uM+xeZS23bVUX2XYkSzRu6xALmSAkBfLr+xZfevMBTIanAQYdR1fkDVHegsJNTPAxVatC7JKz4
sRN1u4cItPEGaFuYujXrpM8VaR9B4ZoyV6ZDv7KNlu4qMCyiDoPUAkRVs8MQBIKpyhT8ijZV3XLo
PUM8EzsYmpV8cOmeP7Uzi28sIBlkgeqLXUcQ292UTgYaIr8Sz31vryztmk+zowF6uHnfZshf1CJx
O5AXxcA6F0HVrHSPFu1AEg66uxYegvOzvIuclugNfCJt7JfMr80DN2yXarvrobJ0mp5Gyuwb5eip
cWHiGyH/upMZfcpYt71uYumemOZpUFECRzbopc6PH4FnXGOgAguEn+aNHUjfSoy5xCCQUvLyo8QY
T5jae26ttW+XwgJ8JKiUIfQwuzj985O8wnGE0pNpCZl2pydeqUSujnJjmu/QmvuHsDi1NSuZFV0q
C9pjGTnYz11IvhYbxVJf2ryqnwBVJ/+ys06y9VnER0U1NDlF8cx0wg8Lr183AvSrqXPbFSV9uv79
lkPxv6fBLOQHsKVUIJqaUltISkZubWUB11/CeG0RLz8YBp4n3AVauFM/Z5a/1AmEP6HZW3hajrK4
eCEAr0Tmk2IQFAlXeEYvnQLCAz7pKAqiQj4PjiQsemfIDSRINqgEfiuaX4wPnXz726UDz4g2UWCA
a9bAIMF5CA6mAAVGaU4kDvIxJR8QjDtwZvuVtQYdX8g8J/GmiZViqqlePCIrI7IKRmEKzD++7G56
gkrTzsHVaNxqpifHwAJlQiq+p/QW9+7f+4miIN6OJvi/cOGc++l06D/zHkm1ihsxpltq7zFhj0LQ
mmbD5XGFhwjQGED8Gwb29ixEbJLk3BlgCLTm3pB2RxkZj9d9WTaBXAmkgniSzzlA9VKtY8NkzKuG
aI9MBp2Knn9et7EUfZOeCWjoUJm+AD1HcZfYRght89H8sEFqQb/XFTQ7xIqZywRTnT6JishDpIP3
7vyzRF2aCeBdsVrGbVk5h8KgPrRvVz7+mpXZ2QdWIkG0BFaANtiOSX2XmsavghUrt/zimmGqHusG
2howNJ070yZm6pQ9zETWt4R9yDx0q8ZfFdNdKKxj0f7PDgZyzu1wqy3NVMBOzhpfqbaj/EHKmzFG
Nc/KXNM5lpiwrrz873FA53Znoa1XDrLZcLJrtAHE+jzWO7is7KCX6C6TJ6RS3l9HoaPiALQwEjyJ
FM92LZNh0so2Q47sGF4kUcEF+igkb6FceXovfLozQ7MbxII8kEYGGGpIXjyjSajvwSRY3g41/5HR
eG0Q+fK9o6I5Ac16BxU1jIHO/OoUKPdqBIdEw7M3tUIxIeo6F0p0LvLRAwGxQGjo/7CWeAyD7QEg
JPuCWzKjmmInaccAO7Y80QN9HfsOG9yw+uv+C+ZpUeD9w/+Km2vmXNKLurIpjg4w9dzYBYtdSwMj
EMEz6e+j45T4YWbIGVTeiwweDWCxSPSX3nkkeZDUa5jfpZvrjGFidknKMAYAr4ChcGR+lo0eEZuG
BtbgcetGQwGFx16l+A10JbvxNiErwblwfDk6dP3w6TDlZ87LGMwpJ15QEFw4UBrSlCzQByPQ9HIl
i1pIbk7NzDWNQqPTciWHmSgGFiv8IUj1bKil3+raruRrUbJobbohJ5pTcHzNDstEVlIR9gin8L1U
Xt6qxkeSfEV948cYzbweKQs3JgrkqMODPApz138+8EmirSmNCi5euEYS9qAU5I5WP69bWPxGJxZm
B0ilDnVUOLBA095jgE2MWvtkZPnmuplFR0wTA4XEQUQYs1VrEzYUvSpwcNjRo0rlM0lWnnXLwY5h
J1DcY3jUmdf6ywT/c1GaCHYZPoUTa3H5QsEwYHDXfmYo7feP1DjQLxXvSla02+sOLh3E6EKiADrl
HiiNn99tzGiq0BwG5qX2fWrhZSQ+ky4I1XHlNFw6gQn4hCY3bR1jCud2arMQmp6A8Dcl9AD1Cl+W
lhsOgMQ5+bZHrywp1u6YBegf8FGYjkZfCAIxqDmc28xHwZiYyo6YFH03Irm3kqL7QXNyy1vzwLrG
8kYjfrFq+pQIKVwzi7V9bQj1JiyqvWnUZMPbCixBGnm9vuqT5fOiMLpUOF6mwSgQOs3rbzU3NZEM
aIXVAl3CxkN1Nqo2vPgKMZIyOC9dvBLHS595em4DiYMnAb7C+VJgXtxMrDpiHthF3LD7oBRlrRHz
BiufedGxEzuzzM+uaKzYpQKylP61lQ8926umRLNzx52Dxjdc/MPdB9ADqknT7kHl+dyvBMGrhCJG
am6nKCaByQJQsabWVtxaOm1OzUzLe3KeGW2bNpqN5bOcB0FLt4VOie28XA+KpS2CigE+0xSvwFOc
G7GTpgAyN2GeJo9hfChqw7XpDpielgXx8C8Ld2Js9qFitS6bIk9x6hiqW1W3erJtcr6ybJfE9OBm
ANoKz7KJxcmY17PBnQb2HIKzraoa14yJKyzQI6Dy4wqZ7vUy3JjCAKAdFRIzzTwNxKomO2SQ/eqh
otNXwq3M32a1Ju24FKVIJzGCDvwPJnZnUYNjPhRpjAcda6kPQn7s8N8Zb7al9spGzJIceOFf/7ZL
AYSypwE6KbSasO/Pvy2nSgv+xhzftirSXaXmBvAlsTyUJLf+xRTWHdm7o6K9NTv1DMRRyBw4V9bj
wRlAjSjVF4uK5+seLSDJMVgIKxAWAdn45WwM6MEKANrxYmXmlmbxa98mh6b/GsJfRIi9HbdojXeq
Bx7AZy2RganX3Fd01e3Nbm18aym5Od06M5+zJmqg3oCtM4AWj2JyFjJ7cXnXJq96/y8n6X8bZ47h
7wGuE3kEU5H2nds7mT3W+kvF99dXd/G8PrEyu5YtR2SyMWHFsfcOfx/4PTRBerFy+S/tg2nKZMLC
qaAtnUWlEaGvlRR4hUUk8p3uS0VRFNZoA51nJdmgB+zZw1oiurQVHJQfHECfUAabb4UkLfWipjh5
kMUHDvA5KWr0Nn28voB/ZlbmV+ypmSmzOzmyW61KO8WBGQXdytcuM3sArZqkTYPepMOzAaG6cIMJ
dGa6gD90hc81p/+Js0oA1aFF0JSz+1zxkBJo5ZOtK+2b7LRk4hoFTAqCBID9bIYYRKROXdKPYhid
p96qc45KgGY/p2HqPEoLs/F9ETbfK/wVkP4BP/ctr2y5bWPgGzeRYvQtGJ4gse3GLUimHmuBSpeP
TdtIL02r0vZ0omYbEUvCAgH0TrOhTW65YhyJ39SUP/CwGgsA+HMglTveUo9Kk28qkMwVUQsVyMYo
GYa84447ID4S1dGpW210LUuyX0pHk2+DmoGoJ6HgN3YhnY5XlTTAosOaKuo8I+W6dZP1lPg6jdRn
UfUyPXTGYD1oceHIALrMAh0Wqef3mZ50Pni/I8uNDeiFGTmIQaFEqYZvMXckPcQFiAKBJyP0Hj3h
eh9HNd3ItEd2ENoR7oIK4EgV3qf0VaQVxE+7rs+3Wt2Wm8KwOdukTtuA4isxxC1Ii+XPUI3TzhNS
4UFs6jxfOUmXNuFpCM2uiXoUY92n2B4FqKqa8NiFTxRFHzt7uR6rC8059MNALu5MEhFgGJsZalLV
iLWpwDjIe1buYhqk6maoXm2oUfL0NqR7ouyu21zchScmZxmNxJACZQoqIjU42rleAQIb88eIj9+v
21lcQzB9gGcOFBnY8+fb0GmqsWc57KBBvBOQWCir9DUl1hPvxMrnWl7G/2z9+ecnW14OTCTaVAoe
rZ1mf6jDY2sk3mD/NHgwjkGTPab1mpTEwiNjAteB+QNUM8gk7NlJDTLTqAZ7OIp0ziGqHkpxqOVn
FP8cgFwxNwM2bPKCfe5CfRBjl26p+0n2rc0/ri/z5Ul+/iv082WGWpQdtjF+RZ9hgiB8rofMZ6r0
wmm66z1OvGStHXkZQLA4Yc6nFz7K7zO/mQn9wSRumZdhtJ9XysZI7L0I18wsFF9hB5kaqK4sUC7N
WYNC0Vs8H0vchMJ6Npz+MenjetfGzo1FktIt9Ex4McEjr03qfVJWVWADU7cSWpf5hQbaP4wUAUYJ
DZc5idUIZCpPpkps0jQH5LLxNizszm8HpXWdcUA11oz1vz8VJs8tLK6GzBk/4Pybhhpoy7UMRosK
YNivLB5cUuNLKt+V4mc/HCExOYxrfZvFz3pi1Dg3qhZhHtUGAkma4y7VrG9t3G1KzN1fj9eFvQrn
phYEKI2hRzaveqgQDglLo0E9ANRsRXGsnZcC2UaBSQzAsYKiORThGn/45Vk02ZyQNVhS3L2zkC0A
13C6GiHbFF91k3kpZAVCjIOtYb4W1/DEzmwzhuDeGdCLxdna3JT5R1sEmlhJb6bPcJ7dnLsyi406
dTrwUcKVtn4c1dKVw5qAx9pizQLB1htqxgxOZCBYx02xzxL7kea3NrQw3OvBsHh4nazXtJ4n53bB
7RQtFjjD7HuF/lIayx3lnuDpEmp3QgvdptVXTC55hx01EfYDyAguqnOTDqk6KWxUmPXW8OPifkiO
DChysib3vhQKJ3bmSkMibsigxrATa+zW0ljQYqR7zCP/+gqumZlHtsx7o1NhpoPctwOJkLiofV6s
Cs1NkTsPO5xEFAz0IJlC+nC+bKISPAHOmnk8ERgCikRobPS2SwZgGltSHCCUgpqZXSlHIMT6gICE
5octiv5Wb0Dn7IoaRJ9/7zl4BTEkT3Au4y46/0W8d7iTqODkjSxMINRF3nhRJcKg49rX31s69X1a
m5MopaQ28EyA73bYP5eh9quhhk/LlWf10l44tTLb2BprRj6E+JJUvDstd7US4nXVI9AOsToi9fyG
tv0/+GWj4IRKyJQ8zSxGPMl4rKPEnSR2uEkr1bwpQeGJ3mZurnyspVNrmr/DOD4uUiS750vYNnkL
2DpMdR0B00/5kDDLu+7N4sWCbhieUkinMW0/cycOsxS8D+hzVLJzo2koaaeru7bfkDbQnAfdit22
+2vwDSZyNQKqcpS7kALObCqKow5coriNCQEAskAXMg77wjACi7UrX+uySAhTKNMDQoc2PuDe50tI
M6eqx0Rn6CgW7qj4Yx+5mvW91g9M3LD69fpqLh2Tp9ZmVUJaiHYsCliLUTa22ZaoLeoqjVsmKyu4
MBU1DTXjP6C8Bop3PkqjjHXesMmvwVR922w3xCn8BGTObaN4KdV8MbxDR88bKnkIc7oJ02ElcpZ8
xQ9AGRmMmFP0nK9sUQCDJiHyAB24ZhMWn50d+wWIy1UnWfmGS3t84g7F4JUzjViY55YUoN4sRwG9
t5OSHkwlo6jdUGgUwzKNAaoya2juzSQSoLVBexLPQeSI//ATME2HTAjd6Sl2z38CmPVtBk7RCdJy
39tiM/Ewtw+mfUfSvZCJS2m9sveXAhftH8jMY3x96sqcW7StSGpNnpSetH+OGrLYhwJk6o0Wu1T6
UfP3kx44RVW8S6aYQvtu9jX1quRQ5MD4gN7Z1W01GPYNZDQAUJNGmgQEVZBt29rNKs52ugHnNySG
cSE3AfwppGpmN6SZ9HA0o6i+stAlREAg4blyXMl+mMN9kmHq+N6ytmPVbq7v1Gn5Lu2immZB7B7E
b7Pl1WzaGRFYrLxW+akY+i1DdYRFa73KpQMcCTtqFACoE0xAnX9EC1TaugkCYY/qsVsP27J8kOmj
VaCmto2tndrc6fpmTAxPIJfSvqOac93LhYbCn04eFKanFzemuc5/QDlqauYoKsC22+bJ9kTQ32q3
1p65xi68g0AgCDXUW7rXn67bvVzdySygIygIAtQ2fzmIKOwLQQzM2FT2O5CCO620DnZsrrk3rd/5
Vzy3M8sxNLO0qzqHnRh69031Co7NvYXhz0YfcJEBMK9s9b57bhKw1onG5W2CAm3+et3Zy+Pp/EfM
PrJBCy0RKoaHzYHcd2HsJUYTpLlxp1gRhNHtAD0bv4T562bX1niKvZP8qs90cOpWMJvVBBk/cblG
g2KNgWjNudk+QcmgjXoHVurcs+GGfAXwn5BvQ/gzz25Dufa2ubxVzhdzFrBqaWVVjNzRq40gBk93
7DHnXV0jkFu0YkLCbOIAxBzv7JOxPFZx2mHwBgIFqtxCV0d0IF75dv0L/RntugjPEzOzTzSMNsWj
E2aMw/iNdi75AIwfuf5N+27t20f+ZCEZ+VLWdsXlmYo1nF7tgChMwNxZzpNEtKGQiMHuw5y0ARDp
Tf2bWj7V7/vSpbkve1Tbdtd9nf7mhasnNmeZT9Q2hA4cNjW5ydLf0uzcKQNJj228VnK5vBmB0Z0g
XJgLB9h5Djwu45YWdYNNb9qHmh26+FAb9y1/I+Njb6ys5VKgnNqaudXpyjh0JWwZGFyNrYCHvlFy
VxH768u35tPs+k00IyktTAFjUjbHSDT6AOWvxNI3KWtdixHP6uzgusUVz8wZSHMUUVfV0bSK/L6M
vmj/moyp66zdQEtxgfQMMywoXmGKfxaLNctVoVDww5g0c+38aIkb8G26oM/DlNN1j5YOxFNTs28l
jVyWnQVTWboPy58q3ZvR1/9mYvaZWMkxaWnChNAk+ioPCv+s8IS5bmTxy/y3ZPMaiNNA1zLUpphL
OgOdDVYDcmwC8RPa1r3mhGvCcIuxRzAmA85hYGvmtR2r5XYNJRfYk/rbmKYR+gHSr8Vwq+bMHRry
bjl/D/bEHkaVFk8XZEUXCYKD/k1UixC8G2UNxCIuEvC+xn5uPP/DWmKCCxkm8J4XkOeo1GoMAlMM
3zKxz1HCRJvBUSKPr5GxLN2TOM3xPABCAjOks3syEUbaNCMWsep/NvwWCA+XlFsJiYnaRy9SkyvB
vrivTuxNQXRy+xecRUKXsKePu1K4RPej9jvVDoz/uL6CC8xP00gEmgmYwLDwXJ/vYD0RONmxhOLg
HFGL0N6zHd8lh/omf9W8RnFBcPUAmfQvp9tlH8pmxfzSZXZqfrarSRM3qjOZ7zflsQNpBqqrH/mt
sk38ZheX3nVzl3sPlRZMO2HiHYAiKPqdL6teKGBHTdLGA7cEELSiPYSjP+grp/2iFXAPY6ILy0rn
vSAI15r6MKL0VqU7ad5Z0WstfcV5u+7LH/T5+Z1MQPMJUUnUbAHfmb/QB6GNssAAF6j8FDcJdPx3
s9VuyVG/AQtn5JbbhrgqSlhufEP3iQ8Jn9vEr1YeQZeRil8BlVy874CbxGDSbEkNJ4WuMv52DtbC
0Vc0t+CbuHzg9UqkTn/owt0TQ9Oqn2wJYUcxGo5wV5JPMBMVPfRZPlaWdM3GbDNYvWq3SgZn1Mf2
rvKsvb0h2x7LmnjtrttE29jjQbZlLnIEPw3Mvbq1A+Ow9r5ayCwJCi+A5k+TKdPD+dxXYxhDoYI6
xove6k9oVoOU7d7aRq7yRQO2A2XKQbsZVmDeC8jbc6OzrZiYjkz0yWj7CWS5T91xV98lrrFvNsqP
+jjsri/20lqf+ji7bDU7U2Olh7l0uAM/g9V/lmuIhbV1nGdBHdf1qhlh443v7QN1i0fF1VQ3vHt3
IPrUHrTD4//klDmrd0iny1p9MqgP+9TcE3WrrGV2l1fR2WcyZ4/ioShpGOYwQZ/JO9JHn7vJC9vS
lXBYoik9jcEL6kgVM+XdMH2ffV26GnjxPG2Tb4wX7IWg3A+bbvdqB8yNtrkbJquUofpl3nLu5+x1
FVlRaDRTOIog9OI749hu0u9FgNfVrXzqdy32IMVeVPfJ/vhbPuj30F8Oko8QgbqmvL66FrNDrlRZ
SkLUx7Afu4D48V26YSDL3zgB6MI/IHX8pmzT43N8EF66XXt7LVR5zldidvI55mCa2fQlhhsrCLc2
ipO3Q6CBO/DrDvibT4zLP9o7Z+VtNK3v/LxFK2m6XTAAhTm/8zOIK9WgtppdezRRt3lb3NZRuUKF
u3QEnJqYnTiggVPlRBnlYRB5x3m0S7Bbqo6tgHuXrihcThgSt+k0xzIrB1CSt+inIhsthfkziwvU
UwoKsGlsPgnR2htm6isXydIeBfEGRU8HzMK4nM/XzhhCG/QQ03sPBd08Oo6Ote37IB73MVC/mEQu
spWDZynnOLE4l3kKK1Mdun56HZVvUVkFskp+9GzScO3XaslLGxPygdPovQ2itPnlhApyloTTgwIT
Q7dZ1D5ZRQZtu8p6kSJ86sADhZL96/VzdXEPnBqdhQoGaKq6UJEn0mh8AMrOtwr7005Hz6E/Bqg7
ZFGyGWpsjXJQHq2yOWJMcqvSVzUHn7XR3zCTbngWPV3/WQuRheo9hiH1aabt4vlbmlFtj2kCAlEF
QJxDCvZOyn0LD3p7rUuygPxB7R59LpR8NKi9z58g0NVTnZIjd41TCIeApJUrvtZzlyfDJsHDnpJS
w4TsgLLQ+MTMNLju6uJePfnqs5CuGHDUYYEPoLXjJuzqoxTcK+Nq5UMvBhc8sdAXxeNx/hwBXBvM
dBJHQiF/WC2QREPkqalnqQ+j3DVUca97tfABwQU0vVOncWbQN51v1FatRzW14VVefG8J29ha9ViM
v1mPoRhzjQV70bcTY7ObuwIJIK16GAsbsLuwbJc1aKd5VnzbtHsN/bXrvi1+sRNzs2OvBhDPrGss
5RgC9d6LIAV1sEyUlQfAmleze7oDjYPShzgOJARWFPITEl+K+lNL33v7liq/rvu0eMyd+DT5fPII
6KVTO0mDJSxz3UW66lftr0iyfY65pP/N0uzSbRRWJ+r04rfY7xLkq4ruZs0LAz/VdTvLXwlDiKB0
QP9z3qAHZYBBU81BZYEYLmB/xxbAjbjJdtfNLN7mOKv/v5nZV6qw20zKcQfyNlP9sEy03SAiEly3
shwL/1mZfR6WgHjX7uCM1dyBhGtD6Lde7Hm7BSFkZX+/bmw5FjAxZgNOi0r/bO9CeXh0QgXx3doK
VObwHsTcGAH5Usz0lURl0S80iNGtBToKj/rzsKssqZEQIlIoCoIYyHoi1TuVijuWYIPRPG0NbLZ0
KqEsDZwnOAnQPJ0vI0E/2oxx1LPadLP6WIO6ruSPQ/+tNv6a5mMigUaNDnBrzMHNAcnMQIoP/iVU
RCLN3PV1hDxaT5Mt4+ZDDhKpl+vfbCkMQSuCJv+ErbkQJe1ZWRpFG4FnvE6DQo+OQyQ3100A8o+v
MctcQQwEWVIo14F1f07VmJZ2MZhZ1ng2ils3ZprG32kEOVitFQAN5XqWvbBQEYFKonKvJKT4bEvb
8noSls/cxHhQwovxGA2sCTKmQEcwTUwUcmzlTpC6P3atJpiL5iSWiZOs+pR20XzLckk8s9H4N/DI
27EnNa54oV3KD1VRzKcGM+nHOndCwFeLeKf1kfxKOqsgRxka8T6iU56Wj6r125Jt2fgkj/U9H6US
iGjM96Ma08JvncwMb40sTu9Mjn6CW8jChD5G3+qDP8jBgoKCYkBjLLNKR4eSm46p2XAsjDiA9BZh
bqPSBs8IEYsgV60+wEuy/9130mmgB5wCF+2knUO8UIxsP2hE3qaaUtw1eSFe7Gzkb41SvYJV9QGm
+p0sGWbqB3Uce7elDpi+Yr0A6CzUyQZT+PmPjra2N2o8f+rQH91FjaMBf66DZ49JdIxBEZvUPDCs
TPTeUKgWaMRyElipmu61nOlBrk1T7kTSG0SSErC+bvZK3Vc3Jmir9gNm5nv0HGSMsQvwV39mYadF
N0Y+5h5+Nbdv6tZKyqAyagre2VjqXpuVheMSCey0V+R1NpFB/z/Svmw5khzH9lfa6mnug/f4vlyb
HrPrS+whhXYpX9y0pe/77l9/D7OrWx4UKzhV81JlacoUHCQIgCBwzlTeqXUU38o5etmUuenvs7Ke
7FawrNXY+0D5rAy9s021EX+MmMUAeFFaTLqrWsEIChpMtqzQGhCXTlX2wV03N615l6ZjNzm9lstP
+dBmm1IdS8nRgRO5GiRp+hCNAEBBtVSWXgZQuIfJwna5Uu7rBXohVMiUay18UoEqbO7UoLLukXRn
m6ntGtm3we+sHGfMoFk2oH11c5NLXXsYZZCj7hq8LIDJgkD+5pUI9r7CMn3NBlDQ1NtFbhmz3UUl
ijvKUPSrLs/VxygLEnA/pHm+EzJR3FRYqVWLNPsD4zsq7kqJbOR2Evj3Wg/yin4U22OngH4shPva
NWFebXyhtQ7KkEYypAZJ7BpiG2xaECfcohF/3ioDXlHRxBpJXuG30VodZ6AklVYPEG5NGwK3TI1+
29cJOnDGaATLAgAHfipRH8R200fIKXp5BPllMPoHRRDSO9Eohk9QvUXeZM2gchuKdmOiE+0zFEZA
942xOe+TPPaBxqQpN1UjCU6UofhtK9B2pVU9WGVmIah/YGg+km0jK4MXOY7xgFVGpTmc/DzPdrWf
Ap7HFNv0Rh0a666Vq+CUKfn0MkzNZKzERLHW8yD7+WY2hOYQSqmBqIdWJS9rE/0GSGhi5w6mkEqH
VkzLW01o870s6PHPQkPGhLElC29/KsCOPQzTgj9UT8x+uGuHHDwWcdXu9NmYXEBwx2DElIyJE6wZ
sxq4DWOKH1DlqDJifOE8qg2WkWlmA4prcCCKrjCjGWkEN7xhuZZueAh1D1r1qaY1hgfhMjs72b1N
QeHmxRHYxm+XvTaj4+38Y6gEpRHFsgkSEohS4D/jFOaZGxs/xlFx5y74WVTvVaAdQh85WNvaEbdD
inm/Wq4GFXRTSUjNfCRV+yHexXnndhWIGRrZqTMVY27SRgXsjJ6iCw5vuJjBfuIsAElX6KiFzUCJ
wiI9Nd9a/oQqBlY+opZevyUh2rCbcKXkzY8ufSpEjOPXfYF26SJw0zK0rXLkRGZGNoW5VdJZgJl4
TFxT6oO0XBlTo4L4trrWMBOPo7Lr812OZ2qOpqz4vBRFPmWRxBdCNxttV4MMqKzcyPLEuPJQ1LRr
0Zn6Rz1aj+GukzkJMCOFI/zkuFKioVFFpn0uNMGMsY83PORUCH7aPDxiDnIzzyJYDHPDKevkVphe
LyvKSOMw5Q3AD4C/4jqrUglqGAjCnHYQGTWRM6iVHcghJvK3fgrAx/VlWYzECnisJgrqElJ5kOed
q9fnYaOWyoTqgPKORnTbaN3LAlj2sRRA1nexaXCDaCI0IaBrqwiEZWp2lQ/+cxonE65IacURR8yN
Pg0YpwLyK4odeKijtkvVYsRtbcZ29Xf18BjGT4HOKQsyl+xLBM2WGE7CVAoDRIzK6OojoLJ4lL8c
JXTKAHJ/VgddhoSufjP7TWc8/IWHaUBG4tkL/epwHhggPt8WZRa0KUkkJNRRmNlmhygPbAFBkp5z
uTz0YXszh6FdVgOvjYF1ntDcjUdO4ARi4I/aoERJgX8kyo3TN5LtZ29i5iFRE0IMFqb3o8gpMjDD
A+IUcL1JtU2nj6+QjZOA4RS4px+5i/mX9Lp+kq6QP22Lj6q1J448lrVjLAogNwZmKXCizpc176qu
UUhoTKT7qgBo75tg7JEX/fkzhQkDtMoDRB9un5LShbjlicg5nTi/bmpn8ke7UpBC/PmuOwVtzV9y
qLOrlVY7RIkIbUCxIBbGppnTQ4EUNc1Fzist61AByAU8GoCgQwWPMotRqActDmEWSDcOqTkfpoTn
yVmnClBU8Arkjoxb5PneTL2oIlWAKWBgO7B7Pcf8+Rj5wHLBe/vlDWJRWqD5HGcLtWfghVvUyuGO
UQlaZiEr8cZn3HbQ27tv15WnOvO+BIGafuevDM94wKO7PRV2vcs5lQemsosPoNZzsOokTQ3yASlw
psddnn8mPJhtVnF9oSXGRc5X1AIoyZjMECJsMN1WecfMa9/A2rZOV/q2ePfvm9PwBN5wTjcG68UZ
coGVgWElFKboYq9mqF2dC3jYamr7x7wBsUr0I5ScYHtXiba8yRKH229CjIOOK0uR1IYqYJMZEh+q
ik6/lTZB5+qnHlOrnuQIL/pGvY138pVwEje8Z1tmtk1wHlDQszCqQr9CyVo5hUrrY55zPR7kB9SN
Yjda+xs0E6wBG16B76teD/vHyxbMPI8LqeTni7A9SWlXWTGheh9PiajZvswZVSEG+H1Bv9QiBrwQ
MJs9bsUBBNQHQO31+/hn/hitLIxqfVzWhBkClgtIfPZCUp7rTRKpWMAMNKlX7XN+iDwB3ZQrbW3t
2nXydFke++R9KUa5mSAMor4F9ARI92pXlzRbBf5OOtxflsLAjVFwBr7EUAaJ+3FpSD3EtG52pdmi
U3nPmGUSt/6duHptNhFHLcZE2LlAyqOo+hj1PcivHeUdXbzZcRYdebC75+YehFgKTz1Wro+qIu4V
6i/qWeqOqWqFFBsVzANt++1zs5Zf0MNyNK+1ncazD1bMBpYfVpMk+LjEnNtHEzeVNQPmw0E57Va5
6120N7aH+NnchrcYPuv25qp9jdc80mrmwV7KpewSQ3tKEuAd1JHeEy98zN1oBBykPd6iKVtz5Cv1
RyzYInhkebwgTNsxABquAh4Lfe50JNSjqAoLcD04XSxWmyZPUKHW2mlyhTAWtmExQP25wutPqWgZ
/KqpxndzJTYPxYARMj+Txk2hzPmxrEux8C4btsrwC8tvo+y6nc06B1gC/ELeOzLQ5gphWF0WwTRl
VHhBNYWbHWljPN/xSoxBp2gayGtmFYU/5U6qXgY53CRZ75Q5Wgqyz7IUb3ot5FQr2Mr9WzDNEA1z
N5towsL7sbQajHCVS+maoxzTnL+Uo+lYQh01PzI37wy78oDxWpRfECbFBzA0Bp8H4Ti/pj9FW+G9
iLL8+WJNLfl8Tdu5CKVS10DKnIuPbSlvAr9ZzwYa3wwVfKBV4JiVfmpK9eWyvix3u5RLOYpUqdHu
I2JJM3Cwp2+VsDPKh8simCuqYv5NAqeIBPS/c9XyahpNw8eKZmgjQP1Su9bRRC4+X5bCtI2FFMrw
u0hQwfRO9i36MMttx+uDZ2ZNZJYOlxMMEH4b1s9j8BlHAbImBUTGQH6tbONKPFWu/l6trG23GXnP
UUyNcMVEXk8GzX5VzhaBd9ZzpOEFIkYvPwrDIRE555i59cDBxEQZGeWln0BrDBAAMgkKdXWBjuMR
yEw3/fznUbhxmUM7LoYfcadDKe1894chhCcEIoszNbfF4FXTqU44t0amIujMwL0ElQuRNrBAMtu+
HRDsqunXXfzKx0BQPDR/xY4XYigLM+cMv5dE8CoGLGdiZ/5G1R/FjHP1YB6XhRhqwaxURGmexNNp
2mTlITG2neAmvEsA+Vg6fyTdLL+vmUrdPQYrygEAASmy4czxQax/pIZrgXZ09CQeWzQ7YOLaCKgt
IMsq9NStkGq9OlRh63SvZudVvTfuzNxW1ukucoEjHttm75JnII5vYx/ZhVyy1IsTJOU1sGNqInc3
rI1r4Rb3uWPROe2x9Vqnfek2l30Qc+sIESNGqDC8TaMbq2KnjwrQ3ZxYOkSz5gBNchvXH4lQcp6P
mUk5wb74XRK9fRqed0zEYWzf5HTlytT3WvkkTU9hvk3yAsWGbRvfZKXdBLz2FnbetRBNVdeUWhoM
sYOSFrg5bespvJNugbkR2PlmBB6AkwhOeBT34GEyOD0bTJtdSKZiJHgccCzypAUcHnoKb7P2oHTA
w7vK4sNY8UasWE3M4JGF7xLRT4iHf+J1FsYjxiHIRSro2RhucwQaLx7JdrM3nYx1ucFj41Ep7exa
vr1sQsz3EAOYhHjrQfsn0DPPxSpFXiXaDJtt3f4Jvt/274LtS3i0NvOJI4q5nl+iaCOKB9MK/Bka
ls+dp6+rK+0t+SyO0/VY29NKXWmnZCX+CF5Cm1sPIGnFN/ezEE0b0TQoRUe07F3Jtuxsne6Nq3zz
8uA7wATnGQ7bZhfiKMuReqCe1r8WdWXZ0ubUO9Gxtw1HuU3twDEO6TF743Uvk7Tmkop0ZkVQtXKM
VWLU9roW9ol4qgdb0NEE5F3eR2b4I5VMTJ8C1YQmc8H9OM5iUCY4kYUZbVWyB+utD7eXhTCTkYUQ
ypUmet12VgyHI2i+LY23eKW8LIC1XKTVByxfIpmXoywCuJNZZgY43DNea9opdOYgPRaj5QSAxM2N
mvMKwXLVS3GURQStgvm8EuK62LdTNVh19VEoVxlvJppZ5FsKosxArsc4iGQs3LhStnFhVxvNHt1x
D8jteo+OOu1Htxc2g53fjLzzzVtSsqcLD1aC7x0VdYhW19o7egQKe3YTz/LU67p0rBt1la6D7ez5
Xs67zfAk077TrFuly7C6lvmahbvUuJ9StD1sOh7rPMv2l6tLmaXVDdrQthCkoSexyu0iXMtgxrls
msxQYEkmBuZIZ8f30e8m68yW5LBV7gVCge6XfZA+1eoWXC9dvBdDcEGBDgIQBYdYvgdUpx9yyn2s
BV1+AXHli60UgS5uDKSK2WbX6XSHDgIbXSx4dLWtmEcozVpTNPHAnZCHH5OumBpiks3miNQwmq5l
4aPKVgrv2ZQngrJMoW56WSAipkK6yWMUwHR/BRRXh7NxxGnQPnipCmWHSQ9WX3ASI5iC1jR97QSv
lr2g+KloR7Qdu+HkZNb12HPSQEZchZkAqRFAkUgh6GmkeRxS5N2QKtWVLUlvPQCEssxWpbvRR594
t7qsJcOVnYmjXFlfRGmKhjFcTIP6VOW5q7bxqseELC53nAVlRIEzUZQzm3FbNAed3LT6zKvbZBc0
uve/04YyjboXDGVqIaLPrmfpaZLuzPku/wtXRiii6wqItDHGTE+KVAMAoAqSEIzDHZpwtGib87Bw
WGWypQx6NkQSWj9vS8TlyUxdjEe7VpDZGCh9aYHdLweVR5hb52jcVNF0c3kRWTeuM9lUNJ1kebS0
AbJF9TkuvSHZpeWmiB7nymvCh0DbtMrdVG2H0lXFG0XnOEyGtzqTTlkkMOVVtQLJKNCfVScUP2or
tJMQlA+F+FiUPcdieNJoowT7eZqQW1dnnSTlU+1jx8yBP5vt0cbJWVfy5ZRDQc0TqZuKyX4VZY1z
P6wAibo3fWimTUiXK+Eg4ml3aINTFYd45vVfihxdpq10i9eua1ONCFbe5U8gLuvSF1CRoMhMwZIS
aBuP6EwyzUFCg1stOYZU8YCAmAu7UJa6iugKIMHFHMp2kbYPhWBVqtpOsXo7kVNgA338FcXQfIII
Cy4YuhwlBnOY5hIU06qtOoJ3GE2L68si2Ap9iaB8Sxr1lS+MECGhI3Q07BKkTnN+SPp1nDxeFsU+
gcC0/5c6ZB8XEVuSQyAJSEi+ph0ezvyjtGqO5gdeYk5AQtd26ia94UVVmemeSQO2DgJqNBhSp96S
xkTqI8hs7zsvdsEQskEDrBDYkYNnXk9ZZ+7oZavSDnf6FX5wgO3ulVPDa1JhoBsg+i0+hHIAVQKz
HFJ8iHadOo/JHjAvme7IrWseMDnlTJvXxC0rW7jPH5RtyEntmeF3IZzyByJ6faNawy5P6aYeHFHZ
t76jyl6U35Z6xXF1rNzwTFXKpoqxTqyhIGu+Kl2gGqyfgZrfb2LXupVuWw/ActPa54RhtnGZgOqR
0dBP+C/OjQurWw2ymCJ86brdYMao0Ekn9GyDLPmYamA5wSierAeeHgVOKskA/E7cTnvHOB3nXsg8
UosvoXY6DKWxmXtyj8Lg2HBULSCTqhiPrt2Bxx7EtqqFLGpjI7NMSmmC1uouPxzxKtOf4lO70e9x
kUps3VacaNV9CO5NjIHdy8eZpya1y6I8WK0eQrRgoGtBx/BJm7g1cNzj/jMcVJ5RMZ5vgRb4tb+U
8yjjPDK1EuIm4WkMNburtrWxyXwAW6n3ln4CloYdVRwdmXmkCS4owOrhuYGedBRmWe+KGkJ9YCtP
KNebenkDSAmp4EFgk8//FsMWksiXLHyjplUAmlIhKcDDUwTcCtCKiAbHDbCFAF4FvFomxlGo6BWZ
TZtoYtY6Q4tUGKzOcWOuQrFxL1vGdzFAAsHgJJqvMAulKNQB8Es/DvwUDbwGaKfQoDmbXg0eLzvs
Nc7DAKM0CFEYMCDsh6hq65T9Z9IgRIZS4yGt1Y9R8GGl3U4Wu7UYJl6c/DS02BFAuWzI3bYQeTSg
32PLL8QTQBYBcxHD3OSELPbMlGLgSFYQXk7xKoq126Sf//Q7zrkIKrWR4zEWixmNu52erAy0fotp
6hZhybFzRmJ+LoeyDCXHLv1qEI7TgxI+DOjUHPWbRnaTaqeHsZOKz0LAw1f7frqIUPLWpgNcBJxI
5+uXVxb62ZoWnZQd+tcyf5XH3dooZFswecUCnijKJDtNn6ZAhajQ1L1xnBAVSB+7dY0udE6N6Xus
JVphWs7U4bC+cahj+srqAw1bJqROFj+2+SrvG9s3HursTTN5eQVbsS9plN+og6RRkVXg/V866mYN
VpKtFUZ2onFcx3dvf64VZeuoKIhGOkGrKcjQFT/YUfnTEpvdGD71Ao/VjacUZfVFWFRyWkApofUi
0HckxlvrD9cNz+yJVZ873XOlKKuX86gl5Di4WE+R5VaBn6B/uL1pjeE5kIerbhrQXz6p8z7VY7Qc
XPaSTOGA+cWLI8lO6b7yHuUmUcogXAM9jwDexfFdaLZWFtlFc5eWPwNeYZCRl0HdL4m0s5w1Ce9F
3YAmlVcgYO9kTwVk6G3pTav8tkIGDA+9Fve8KxPjpeFcLJUoBHhT0cySiH1E/3LoChsfSEXDo/qZ
rfPNBOjozql/InxrnJPIjENwLQSnQMK7EeVf0EwdFXhoJ9OXR0tqQfDrTkbNCXaMd0eot5BCuRb0
gkeK1EBKXK814EMHqKAZDrr5XRFQ/0HhBdO6ii0bXtTq7y/bEPOgLGRT4S/PjD7C5AA6A1t1P6UQ
IlYHMISt60jfXBbFdAALUdQuZmjQjssAonJhWAvZvJYnNOhmplPoqQ0bf7gsjrd35OeL2DqWftml
OcRJ1ksp3RQgJOUODvBWj/KdWmpNdTiR1atBtFXeZO0mMHbmzDnoTFXApAIMaMxAfiuQADG3DQEx
BdeZ71PBrcv3kDc7zY7fZPpBJsndN7CKCoXizJSRimjtk2TibX8ocd2YX2ahOWqW7PVz+ZxLqMPz
aBGY0W4hmHLVEVr98oJEu0hZNVblFDMcSQuUByTmOspssa5x4KCYhriQSDltDAqi380k8VUs8W4k
G6vYfBn9/kaqBCdTRU5fAbHrbzHiS9y32ZxcDMOeBNi4FZyyC0DwM/O4qngyKEeV1xjHzjAS5qjY
NaSzvi1OIq/lhGntC0UoP4VLoqZ2ZOys60o36kXN8WXTmw0JOQO4LC4fX0afCbwimgQMk2Afoy/y
/PxWTSVN8oRlwyREMa+j4hT7L35zUIP7VlFBMPwka9suPpXhtglfOMLJen3fsy/h1MEGlFKRRx2E
qynmVfeqfAz0Jy3egOQkTe/C6iBp6K/hRBtmPCfzESpeOZAOURrPVQl6xghCwcmDG6q0xrC+O8iy
V2qA0wd1TmnEjphx+waYyi7kUsqOTWiOOkmW5ugwTxFu/QB79s3JG4tHo8kcaXrMw84pzEcNeBt/
ZaUXwqm0sGtSxZhJCt+C3kxQj0V+ZWjvU4yBAmPXGevKd4N64xs3l+UybXkhlvI6QjAHVthDrCB7
TWzeVJ1ua361kozHy4KYvnshiHI2mPkZagBL495ghNsJNyBTyFdqYnFCBEefX+59Ee3iVovHUiNi
Rsu3q2F8CpUZo754K+t4TRjsO/OXTr9+vhAWJmpQJhWExfJPqfRGoCwEWx8D7pVgAZFhJXarsbF7
nJHLa8lOBMmQjUhaiMDwe+4Tigy9SkaAjLdF20fQ+04yBq4aC2tTycCgVmzkFGP4fb1VxdhTsdDC
bNylQH5PrcdJ+Syzbsv5IvbZ+foiyieWdQbY7brHBQBlHaCw9td96uRVuNNA22Uoa6EBK3LrWQEn
mWIAg8A9LpaCStzA6KxquYmlmKuXOlDWrY42/VG/1ifVKTLDK1GhluKbNpt2vTkCd0rcamEGFMc7
wHEA69+/r/S3wXwhU+FiJ8NMwl1vJLGNpvN1W0ifTVp7QQDIiEICsW+TxzaYo5yhMm4vLyEzGi8U
odJCzEcmAAWEImmP6aVtEL9XsmSrohuME2e32A72a7MoB1v74JTyyYWpkvetfNf441osb6T2WsWd
QjBs2bi/rBv78H8JpDxrUIuprg6wjlL1bRz6TSMCO2Mcvcti/uBAfsmhnWiugtcJL+Kkk8E0vMp0
ggLk9qIz1NskcbKuc/vZxvPBmiOYWNl5nAS9MDBgSMurQaAVzw9kaYH3SRaRAJfRofExAqbudFg8
ri9d/JagFjPGTp8fxsytMc7rDxznyriQQj6ZkwHcGQNcVtCBGayQm2FQoYTcoCizSsS9CjAtvzJB
Tj85RnHCLH4Nfu65waOe4qbhtTjlq8sL8d2Iz7+DCifgEAauUYXvCNu5XKEiMNjxGIqumtfXPsB1
7Fw2Jo7M78YFmeDbQoEJWN54mTpf+2GWMapDQIQ76ypVN0F1n/DgOslnf9te0hyqYc6P0Dmei+jn
RjKBj4PaEJ5Cpj5Yo3fe60wg8Uih7Fr+oQnRHX55KVlqAdYag//AnAZoMGVSAvo/xEGFWuN0pQOv
I5tWwBe6LON7uowIspBBnctRtwI5IGO3aIkzBZhNnP4vtaBWLpqq1B/J5mSh06OwPF1V6fNlJchH
0puzVIKyuQ6VAUsQIMLIwa3Y2anv6cGhbThdUjwxVAIzkH4ccsycsToq40cxPPnZjalw6vDsHbEA
MQFiNwR3Sko26UMwpdiRTh7sNlglLWfL2Wr8WwBNVeBHkwk+bAgop7u6XmfGY+jfyT2PJep7iIFl
yTqGrDGXAzA36lAGRgQWAbJafh8ohQ1iOTjeufS1Dz3u8qdAE5KPWS3b+9mP8QbVpInPuUUwHqzx
CcD1F1ErUI1vM+VzrMvmNKNTqgYMfbX2t8EPLbAbzcm2XvqoObmjX+3nD+XOcIdn00YlG/OuQIC7
bJ2M51TyGaoJugYSH2jkeKUC8hsYCPGwmLrybnSjH/pLtwJTu50dksLOPete+PPTPecy5XN/ZQq9
GlYWmisQjvT+XuZxQTB900InanfrVoiBkoXfHyqHutzo1oMVu5fXjSeCHJRFbp1F1iCoJkTo5pWg
bQMzsVUe8zLzLIBCEZQ7Cin4UIetNyOAs8WQkVU1RoJfcb0cC8BTmavLurDkAMQFY0rg8yKH4lwX
MelGWDl5x+7BGm/OSX+X+mY4OJ3ZyW9jEhYFx+pYcRilWlAlgSYSYM/U6qGckChtjUY3KwXOd/cz
0DG0VMDqjd7W1PHpsn4sp6XK/wS213SMF5zrh0ecalAIX4A6FuvM1HHr4b3qMhWSEYIBaAjDo8dC
DUC6KpmOCCzJo5vrHsAA7Rq8BMq72t5d1ubXttMBRccgHpB5gYbyfbuaMk7TpiVDx9amfZaPijuC
f/h5uErQfGvL72ABX81Xuv2QH/Xr6TRdvwDoY2NtDBtA0ICVuPw9rNVdfg51mKsBXJ9hic8hmzj6
GMCZHi9LYEBiAG5zoTF1nqMiU2S/hQhlpV35x2ItnlrX2BhX2a57Edx+Vx51O10D0m+THcDw628u
fwDrgCzlU+bayk2FNxzIJzh5aXowoyu/ENwCF60/LwjomzBWHAugcFKWmsfqIBZkglkOQgeND5lo
N2jvyNTtZTlM76VBgGqRJgGDOvGjUWVTMxuoIoc/zB6Qhn5qT/rNZSGsM4HH8n8LoQxDDw2haokQ
FU4lOs3DXdo/4iZid+gJviyKZYNLUZSBFIEvpbMKUaZ/0K3Uy7uMszNk5elDt5RAmYAPZpxS6CFh
UJ+zaDNG18gVpfKhAYBH/FwMnHYAVkYPh0zG3JBmyTTNYzs2dRFrwAxJi/tcSWxBVuw6/AjLd9X4
EeUcc2Au30IarZxvpQNqQnifnzYYhBZKTiWfuXjg5oVzxOMIRmvPHXACsIIh6OHutf6pDQ6KeJWU
qLdYLwY6dCenGt4vmwPTvBepFfn5IjjnvThlJkmt4l71KhS+4TI9wChy4iZPDHEbCzG1kVnZUEJM
qm2BzQmyUWSKvHsWa2+WwZk6RXOlBEKQoccuH576cidaD5fXiuXblr+fOjpzIpVZT2Z0pGZT9j8H
kIRb07rPeE8fLG+A8SaELdQBCDbd+WJNkhSLgO0GCs7oSkNoa/KmF7fm0OBCxHHXrH1ZiqLMWQhz
AO9V2JdSQXlzTlwlfKrMyL28cDwp5OeL3Rd6vQVYMaSY4i6TQPqePOmYj/krQoC2BmQrgHXTZNNz
J1t6axFV5A+/cgwViLIhb8aHaQKYnvuXEOqGWgforAL2DIZe2tSelcjVZTSWJJIddveX1WFKMggx
Bnki1S3KEcglqt2xhEzTQJ+k6l/H48YXPYw/XxbDeCUl2GMY38H9TjeQaJ7vzZhMkRzhvcLpDdWp
NOMxVg1bVeYa/YuNPaPKNGXaGk+XK70Rni8LZx3YpWzK+sypVYrBxyuwnM9Op9Wn2ZI4t3CWPwV+
FWayVNTYDTrbDMI5zGEvpEcngMvp8t5Vm0B2gaSMNrhCM7Zt7SeubNZPuTp0nIdSluHjtgiDUZBT
425yvri9IfvGHCFaGDEyh6BwhtI8+GbLuSCzbIWguakYxgJaOA2e0KUCQEtHpNS678kpZlX7wm3B
s2dVq8sbxtTnS5ApnutTTcUQliR3V8RGGmyp9ts7zE4NIoocGU7EZWls21yIo3IvlOgLQqgEvQDa
k0SincaA/hoR5IGFascRCKSt0DXG666ceXkSK61AIZIQT0goFRrU1im55EsjukMdH3VY1botSwC+
dtUhTGRXlT5aoAFe1pbl9ZcXPUqgYXWj2ubE62sDkGTaMHACLco3ciWf4h6vpxXn9DG6dMhdAUj/
BkG0Rcg93804Rf9hM/SY/lHQyoiTnkw5oDbVXaQDXC5Duta1sS1Holeln+gJccWi4/U7MvcYSPP4
BlTJUFeh/FzqS3Ol/gJDSLqdjwmrTDftuO5WnTzZI9CG++kUh5krhR+X15tly0vBlCvHY3yFEg+q
OWOQA3Z7kwuV3Y6cdJF1MoGFqElgwMSIzDd0gBIIgbqOlEEw1rO/FuO1qb9pM28niW3QKTe6CsDJ
C6IbHbOE5zuZdIOqdgTnQQpOOqZVikl0oiTd9FKzRdf9JtKmO718SSTQjQRgkayknZzzBiqYuqKp
HTMdpoj+VeKKl1FekGUCqUs6qUFXrXtxEdhZ7QGz8PLGsU4mMLH/JYeue4652ICeJUfKmse3ShR7
lVT+mH3R7eUAWKofU8Rr12MFEbTZg6MKs5royqU0U+cs7aWxRMt7pMQugmO2qQvcA+PRPylKcRwH
0APIheA7AFIs/nSXKXrGMeyE6qeIaxXtiKYxa+J6KnCj197i4dRnn/PgjM0KoNN/fl1NBQiuGOgl
jZaUlpE0CkEi4+qum09ls43jlyZ6T8qXTnz3by+LYjzvQSlVlcFoChxS/P/cVuIh7ya4OawoSspd
v5rwpjWspPBa0sDyszIx3F/KTzLvasos4S7lUhnHmCSKIPYNGXhcfYzOjbBp6pX541Z4NGsvarz6
keNlWF7d1AwM3xASTjzonSuqzyleY+QOqW86O6Z2UAEKJr2K8UM4cuyEdfyWkih/lmpDYUZEEvI8
25LtUnwdEkf1OQkVo4sJW7fQiDKTYDSU0SRy8hadstKmt1M73yk3LSrybnWqfEe7v2wtHM1+hZCF
Y/GH+Pc1jFARaf3rungqQBFgZTyrZG4WrlySppkykIypfGNujKJXi5EgIegOGPzuV4WjKrZ5Lf0I
7mYnXlenEpdLe365rCArFKE6+W+58rmRtCkoGgpzgFU2bwGoFoJjYK0ui5DJ76BDxFIGdeJ6MVWK
RICMfgVyJvmx2vnuuDW3jevfFffS4AJYyQFbiRu8ps4eTfPOX7nWLr+AOntpbAiKkGJ1Z1k+JbO4
Ao+Lo6OhYzZPfVVvfyn8n+/j/w0+i9M/VWv++7/w5/einOooQMvR+R//+7r8zP92Sl/fP5v/Iv/w
33+R+nvrz+LqNfv+l87+DX7578Ld1/b17A9e3kbtdNN91tPtZ9Ol7a/fj88kf/N/+sO/ff76LfdT
+fmP396LLm/JbwuiIv/t9x9tP/7xGxiFFxtPfv/vPyQK/OO3TZEHf9uT//zH7f/z/s+3f/n52rT4
JZL6d1VF4zKZeUKzPTGW4fOfP1H+TqjBgRgOUkmgrMBU8wLtXP/4TZb/jmQYZVC8fCiAfVDxjxok
fP/8kYQUx0BkBMse+Xe//WsFzjbqa+P+hrLiqYjytvnHb+enQZAlYDnrJip556dADMJsCOte3Ae4
riXzzgLRhiy4i+X4Xdj/5JdT3rGfmiyv5EHcD3ph613zWEbBtkcX8OVfT2z465R9fTvl5nujnQxw
Gol7CzDUlWD7Ig9u4zzr+frNxDkunJ8plrHchZ24r4LZS+XR7tGIFs/FehqPsgbmlP7zr6lAtmUh
KFekSvZnCKrNo1QfDDAiXP7Ff7Sv1LkvOnmWI1kV950soDdZxaZaaL2cOfHvj5aecmyRYvbCUJEF
Ak9A+WCUr5c/m/KcXytPPOpiQYQ48gGiX0p7SZ1XqhLsrKCwezSrDkax0ZL+uktGWxtHRxmDjSBX
J6OuHBM0e5ZWHoCrcB1Ivgfakr1Ztcc4zG1Z3Ok6nkXGodxc/sbzwPX1iVTAKkrN7I1CFPejFj9P
voi25dCdk5+Wmu0krV9flvJHK0zd+iUkv61fYIWl/AeYwUDgwzk1f2AZ9GtjkAPhJW1w4g3xETwJ
tj6uMpOTr/zBuZGoAx+MiOO6iI/OOsUrFc8AgU4svRvolarlDRddyyDWwDj5NMVD0BayUYAabK8p
n/rY7Ks0coQG1Efp4KP/FpBlgrlTCsOVinRXiNoqkLqHLMm9KQFoldl4w4TGQGFwa99fd3m5Eoz5
utJDt44SN9SCVRYIXqTmx9gfXNMEgJ4/1JsRzJS9nHp9Kaxk8KrOqvD/OfvS5rZ1ZdtfxCrOw1dO
mmxZnocvrMRxQIIgCIIEp1//lnzrnufwWFZdVe2kdryzIQjobgDdq9daSRJEVs/iXD6N07NQXZqP
zi4T13yCNrlZoqSQ7yed36gjN1EzpzX4GVDQ3g9jiZlAfsnZ1rWZsgZibKRLvFKuEHjiwnQ3rQ7u
z3LYa+qtD/rYlX9qExjKYkps6aKR7884Q1cqo9EMmngfPO0z6qeWvP3ZAE/ZySIG8oE6OZRc9d3E
7xv5ZtMroz6H7vh8cny3gccP/eLmlPYSmkHwIbdB+XAGAU/HirAaQHjZ0jUQm0DsJ8Q+FDbqjGae
Cu4k1uTHQ5HvBIC4jjWB6Ul7sCRZ+53algHfTjjLYo1QtHGdozE5noLfTXMRRXlLGiUk7LnvQdRi
vpRaHsrpzSimqJYv8+yHJRK3Z9b7GD+++7BFTIVbjjOIafSd5WfPE1iUW//gQgMj061wDrTNxD5A
HA7Xcm46t6vCTjdi4no7q+jijCBng+wjU/ozYUjg5DU4kWHw0nB2R2YF3wJDPHhmvKyKzMCO+gIJ
C3AQUboF/AB9U68glEZCXbsygOR1xF8Dg8h+iMAbGtKyQb5dRbyqV+Y4R50LZKh+PxhPdX2dWdCA
yCCG91Eb4FLqhujn9TgRAD8TaV9MBDKWalAgOdmZyguhih1Bz+LnkRcQp/9E8CWgpEYxdqw0A9tK
nCjPWaS4GepjkoMTqjSSUdNAD4Vzn0e68eZPa28uo8mwYxP6IDKHKNn8PHrQ7QMyHeWkK1rccpdE
ynATbnb5GXs49f0XB4BbUwh3usG0wy14jZbha6q9//z9Txxgy5xDUFCVCW7iaMmvnMBKNBtNU3+q
Zm1Uxpn7wYngoS8OAjEQCgQSDplOw4n91A+/LO3j59mfWJfl475EObBsJ9hFEIRNv56cMwfuqVVZ
xDvBBKfCwLguwkimVGi00J6RG7/L17a8/3nyp9ZlEfdcxlukB/EhQ3ao3T1t3l16Bmh5al2OP//i
L7U7uHNNJn2Xy5hb6+5cPu6zK+KbuLTEIjYBdDp1aBzuhJGjkVyueAbVN4gXcD0IHepvvOJVtgIC
jY8F3bQGpLhr+wHUf7EnSFRobWzYLNIK9OLJct33kMJonW1hV7FjypRkVtrPDTo5h6g51vSkuynU
oS3G297bm06OkvWv1uaJNm06B1q9YgM1wQAPWfJsk3PqNqcWb3nt7L2xmjIPlyKppVaTykA7c1s8
NfLituiKqZVFUR0fKXd0urLqcwWbU/a6iA8iz1iF5P68q9ouHAbQwfZ5kru3Y+aHHjvXYPX99P9L
ZAoAmVkzM4Dh+3ylmRtpn3GE72cPtY9/rVVVBYXH4QJQFpDBJFczfZ6nvxOBpGJlXBRB/6uaa9t1
5xQ0Q9c8eVfGLmvO1XFPLcoyVFApBpTe8GrLk56EaFm/JDqA/e7fRRnQrOd5mTnv3FakLtJDE89v
NHImJp+a9fHnXwIE6uuytQosR9UVcdenVh2cOVC/j2oQG/l3ZFLqYI8rg3lXZ/dtq6Fyjlv4cA5r
cMpUFr6JAgGx5SRx2Q/Q4F1CSe2Q2wUKEWZoDn8uW/mFlxaTVSlvPH6GXHf2o1eCw6c7R713auEX
nlrUTKpJwVNrHjfw0XNv/BPjLsvs+dxXnV9hXPWLUSSdz+zmqWEXrimgHV40gTPvBn2dT0l2Tlvr
1LjH/f1if9CpJ6NkmG5ng9vMuG/dMyffCfPzF+6omUI46jgwITe9jkasNLfOYApOzXnhkUxNxdAP
WAsuNlof5/Xdz/Z2atzjz7+shRm0VKPHrQvwrpnXjnPh3i09sZoBxhHH+eYr765WyWXTXbggQD6t
bBoMWxbXhRX18+qycRduVza4JMoW41bkdrTemuHjsnEXHteVoshwliHye7/G8jqn8rL1XYI+IDrb
2KxGDPXH2CZxXl62EN7C5xggMxnrQfBiu/fmfN+de8CeiJ1LTsy8GCbudVgIKm7dsrtVwP+NUJfW
pb8ZIfJ60XJ7CwckXZ4VtMan5DrUz7VtPZ7jqDnhJ97C/0TfNugeE/puhqT5tBnP1e9Ojbvwvyov
SvxjwaDZunYiGlzmKMu6sdIEVQ1q1bsJjwaIWZzr1z0134UDWjM4JawS8WKottxOs8seDYCi/RuH
oMRuqLkJxl01xA44cLQzFvF94sRdwgX8nNd+AyGt3Rz8GuRfW7HVhL5SK2vjQD5Avz0tzuGxTizN
EgEBeIWR9dKb8U5GKkk9GPz3z1Z9tLH/fve47sInq2YQXifgk7oo8M7XQTSDY8BJfx791LQXpyH4
aKEmQ3DXG02UPRm4eN8uG3jhjBRNLYJ7WPpeJq63zs5RWp+a8MIVO+42PBuhIg+qjXA2b4pLJ3z8
wC9n4WSh5QcXGcQ+cbCqjVJnsOqnJrw4CyVY7qmXY/94vmMqD/PpnFDPKctYeKO0SWsFx+gR2DL0
8LBVYI4l56LpZ7b8O8NbOCV03QYCqqp5Z9C3dsoPeQBKX5VOPQdjuZcEzmNtNGEDXXSi8XDyipAY
d8xYTXZqaQI8G/q6ALfoz+a0wIz9b7IMHdL/bk+hilqzoDu9a3svyir0kQkVjsZWdVCYgWd0tIiU
dzf2fvjzJ57Yt//iI6sLfELFpl3G8kMj6ptz+hInts1ZOPTYSycXDN/EUyugfMM6u8npOWzdqcEX
/ty1KF2po7V1lhE1rEx9/b7QznUOLlqN/rMLzsKrmeeCXFKa486UyKX0I2hHScpdFeX1W9YWsRZw
aKlrW3NSO9cww8qhsQBUerBJ2AkPcHYzrY1iX3MtZtQNS0/fdlN/xkhObdkiNsyu0brVABcG7RdS
QpsRwr+XGcMiOIyz1zBcVhB1psioN9w7E35PbdciONgzxNtUiXELYzvWTWi7U6hDc+DnWX/i379x
YWcRIRqAx7h7jGkD0DMFZSkk4fXRiUoA8zxzXo3U+hvQZ70PEtr/5t6Dba6cAdvE3Zg3f9hg73o7
ncQzYHBJ25axW5UrYboxhXRVwKyNaJ8c7e7n2R5t6LvJLuKN1GkbtEM17YQOOcPith2gnmQAkGNY
F+7iIoag3KOa1tKnXW3XIWV/p+6yGG8v4AvMcURe6Hza6ajt4WFy4dPaXoSK2ahLMglk7QbUSbSK
ovtMXnbVXyqcF0yMxkix2lO9c8qI92d28YQP2osIAV7YGaTHBgKQ56KyOAD8dmEibcml0LAKlMRN
Pe3AsIceBfX8s92dmvHCt4Pe1lqXOdMOFIXmgcjksmEXrq2h5jsBsTvtBh47+4uHXbh0QMuuL5ts
3PUPc9H/Fqx9/3m+J0LRko1IOGjRkh0Krb1cU+119Isks9j658FPrfHC8xQVhZMP47QDCSxqhvKy
S+ZSCa2fcDWuOYYdQVhoQjjpotlaC7cbs45g+zCsdeXc0XNg/xNrYC2O5kHXCiFtGATPD47nvTEN
stw/T9g5ruM3sdNaeJ100bTz6XVZW0dG/xrgaHa6qKmz1J03IHUKSUtudSpDTTqgfrfDqQuS3P9o
oVnX1SIps3sN4lZ1vQv8WxhuNKHAAaEi+ew2eEx3fdjSKZzA813MzWakY8Lp+yC1jWNMaz9bO+qu
G7auvxbBJqN+FyLTmDBDhIG0o6mxQt1Nqg5NRVAPrXQ0GEFNXssf5f9N4/U/F5NlP0PneJX0+2Ha
2V7UulF2ltb06K7frewiOngBpJwnoo87AlyN692jAywqDT2thpdMu9WLP4x9aNV9Mzw7/RvB9efn
HT1lLIvokY86pGEavLR9LeF8bU9nek1PjbsIH2Ux6NwONGQcfvX1errwNFlSy3rBWJLMOQ7716m3
AHX/vAonrgRLfRyceCDzP+5qRp9dXObYfOe679lwWXHfXcIOrWomrm9h2nX2BImbwj6TCj669DdG
Yy4CiGsL7ppyHlHa5mGvZ/hlhTa9c/hrX527jJ/YymXTY8A6CzdwJAGNfkVARyXinxf9xEFgLmJJ
4+ltL+3jXlYrVwfjBA8iUORdZthLjq1y8lXllph1DQBHvRnE5udZWycc9RNl8eX9njEBTFmncLnL
rgxi3ZrTlgx2nE0Pev6YA4w120Os907KanooDCPUjL0RaGkBbncI1K+dXK4de9pyFC4tUiaNUGh6
8m4NzQGdGl4pIqz5hxJrWTzoRh5z49jlDtkUImNWjtHPX8P45Mf8znYWnm/3Ro9uH7zqq9aNZzIk
Stixj5rz0PyhmRHVyC8RYqE8XEE4yU8qpwnnMY/LcdMzP3SUtxlx22/lvhcDIGk89m2Vai5blzjY
pZuY+gwwDwFKzY7RZxoLk1+5YDVzQLVXI2CXLAmMx9H+Y5kUmJsXT2j3ttGnjlnd1OVvvXvyFGgm
QaaRo63S1dzU4jLhfRFO9juoavJcA6LFTbv6kOfPjKa+3VxDXxOM3sCHORuuwyfm2x7Nim1Xh3VA
Q+kYoe8/WgLMauMvxlTU66+Mm1GrdyjF63hTykiDlux4JC/wtZBUj7NzADd+lJXeygHRH/ezeGDJ
rD9mk39UlUpK3dm7/pNvgaAngFpFEAdTkHhga878KKf6wacu1FGOgm9GWFd/dddJcvpmdeWhtVRk
Ne1lMVdfONRsZ6RunGOVxYpQIevrc7ZyfBl9YypLilUUlX3mDbhrC/FQ+1f+n/pKktAvomJOhbEm
5Sarz7jXiaBwRKJ/zY4VDsmBKMRLMmPbXmVhm6/c5mxl8kS8XGI7ekNTdeDji+iaAWGYXx6uGdNf
Zl0J9sDqTaA2GZpMGIkC770l97UYtqy918q0coawyT2QkkEmE3rrgX2NR9PaZ829rtQ6N5B68MCK
JgQoYO8kqZ9ymTLGIrd108o0IhOIai1IKlGugEEbAK9TickbgNOG2Da3OX0qvFtOVp230sQ53OGJ
yK0vDuHO9qDyp+kwCB0M+xqq4Lc/R49TAy+e0BmThRw0rGMVQJrxIM/xq5/Y/U+Y9JfYOueuUTTH
xIrfXlG5HelaG89gdU+k6D8zTV+HNovGmSoclX1pAyr450hIwDsj5DkUChGxJ7fZDmdZCU5cKMzF
OySzynoasmncgajMaR9keW2j073rz3yZE8MvQc1oKRVzX+MMytC0LLUiEdNbG0DM46zg6AlPWUKb
W9WDh+p4Y9H5zuZVGPibrN3CdN3yzHc4YUNLULPJOw1dLjig8VSzVMqG5CLb/GTD/bLRBiuYVQqM
WzrpmKdQ3bls3KPNfhl3sEwFdh1kPN1yM+romz7zCDy1l4uIx4WQUIcn0w4J1diTHPDpKmrtg0Ie
7cxd6ITtL/kXpKZ62z+WW4fmiTVvtraX5RCivx51HgKCqCPg+NzF4tS2LmJO7ZZK4xQpqrHjkan8
FYBml0WdJY5VTU3N7byddv4UkWJHz1UbT9n6wlmNklkTCPBGlNTaa2OYNnVdRI0ysDpsq2t2/LMB
feowfXeMHrfniwW5YCnvmYno5llXXEOfinUVeE0064cZrbcTq1ci+N1NBw1Yer9YW/YY6hC26Idw
aKCn5vOwm9JMGqE+NzEEmKA2EUSjmB9E88jtbjUXNPT5R1lda+C/0wqZgqgOevLpz/M/leVdolxH
d+SWL+FZvHuBJk3YjH1EFd7YVZ/w/DetSlxzIPCGIkMjbkV2w9xbz/8thYRacRPRCqhj0L+YZbOb
kVfTgiDuadqBLbnNb43yqZriyvu/8cL856G+xM2Oo+bLoEPB0S7jAQL2K4teloTVF+bi5wbV1PGQ
IvK3GlUMIoEzfvq97zjLHvCsQ19c3hwNxH/n9UEbXn/eOeMEBNxZ4g/nTs/VHOCBK1EsMWUdEnlX
Dm+VcSM58mQTeSOoCDDxduuEUjmxZ0Ol9ckgb1YzoSOBRg2SHaDVW9nmUZrn7wBKf52+gKcqQtcA
YGqvxlDHjCVts6LgOrA1UGJ7PXQWnQSkL6FLjHAkaCwZp49Mu2Jyl1MIlt4Z4tqpdoJf6zPEAnfd
9NHJtbBTQ3t1y/tiPmhtW6SsewAFtBPq2nTtG+TOkz4sXRrPpV3ifbeV7us03JCSxo7/1skr6cak
f+asKcDAFySzaJNq/ut1d3Ynwy6/nt0hzG08UGwg3p2osbzYglpZbrXXeacDCvfgTQ+FOJjDQzPc
zeCBVuSg83sIdDbZRtf2JV+T6ko0N1NzT+2da23nwo/zmcRevqMNDYPhpgRTwCwfS3snrD+tzULX
2BZTtipoH/vtH9YNiW57N37TQlmYv+Xucz70UavdYuq2+vPzzp+yqGPI+xJywKY6NLWOixoaS2i3
L7SLfMAJjofZl3Htyg2qesS4g4lmlOv5XCj+zFz8d4x0lpjQBs0gOclHDKxnKcqioaaCOM9uSaWF
ufPIjNgqX+jza5Y685XmvWrOe1aCK9bfBP6zW3w4Y3UnJLt1tLXTl+vcuzeoTB28TmuCBrvLgFEQ
kvr3+2d6N4jCAAojE1XoeDudnHHVY+bmu++/eJU3M9gfKDpjdjNzUGuP82bVj4/WuO31eER8v8ws
Fod00Vilkm2H+3uD+nlsnpMhOWVui3eB73Jue+KIFCivqBezPv55vifyzmgR/ne9S+by/wHY9OhO
lRQ0uN6vvE9NHClcg56ocTeSd8t7b6atKFC1aVU81NuKT6mUa29Ev2yrIs9CcRLcxcb8W057pDSY
P4Zdo6OrCZTje63dWy46iJLOzEM9Y0lh/jUDuubVh+aLjeJ8LyARw4xtOWpR5s8pKXqwFD+28gYs
0p269siNY+0dJwVx/2U7tQS9Bq42GVWGN33T3JXGlYcExs9LemKr/EXqkPajAUEKWLBhJu67Ks5c
Ek4Nuwg4FhTOteqYg9A1GebuS4bM1WUTXoQcKJcLTWkZiiXvGjH2oyfPgF6/f3SCdflf2+JqJODi
n4D48EGwjJdy7j70Y39mnT/fM994tH9cqS+hMue5pedg0d2VIP+RubezBzRTMd1EVqpLifXho4CZ
8RF0jNIKq5LhuqJX0FSl+06YOJq1N48XH4GmXxa7/UWImQFdr9DkMO0qt/tjQfHE/nPZDi2iChmy
0naMYQZyPfSy2Dx3lTtlU4uoQnyzEJbEuArX2TzOPy6b7iKmFCASmmgJfIzpPkt9eyEoGSwm/254
DebhRqsx3coNRz9VZ2sfx4l9Y0lL1GyvUyVyhQl3GWAV3gz2vEe/skIB3XAwNZP+L5/wsOhiCkUu
O79FIjOiNjpHxzvuv+fUQVvvhH5f86am6EJhL2Lq76EYH4EcJMYpk1Xo6DNWo2+AGqxetwC99S+z
uZ/rA2lWjK2VsZoh1GJ1N0P7YhF9c9FGLFG71GS61QgsmP1miW0zXBaKljDddhrpXMxYLq28If1K
P8cH/v1z0VmCdPPeokZnWKjj2zeDA4G8EqohAWggCzCQ43p5mTd5i7hBBmtSaMZDWDJ53Htd2noP
l633IgDU7ezowjv607hWbexdVuVyPtvXv0Q6rc7IDIoZHCn6lXoZzvU7nFrvhfuPlqXI7PVAt8sH
F729vEaN9FGRBHqdly3IIhJYtSlcnSjkBrvqWrVIwaoz17kTZ8sSres0kxE4JubuWq8Nn0MTDPj+
ORWrE3Fxidi1HG777XHw2UnUlLb6mSPr1KQXZ7gpbNI1Be6gDn11g78M5RTp5clFa+0ujvEiq51x
MGEkkNuhWQSuqsvGPX6ZL8YHEUhKvRqohy61xzUXq8uGXXjhGExMdxWm62W/iAEZvYtqNbgV/Tvd
WZMyaEyFmMeQiEtUc+F8F2ewP4/IBOklgp4Rm5B2ZRd104Ga9t/5Th4aOy2PIuO8yg7942WLu/C7
AnSs+uxi0P5KJucIP054xRJPOwR2MDP7f2aKtM/PM/28rX1z9i7BtFnL8QYwxnE3OCKipQ+ESQUl
MAMCf3a7ZRXkB7Nd5xopZVZUgoSmAPFUxgmqiAcBMqSwdetVjRcGvdUAVuP8uuFPlXhhNlkPnMSF
M8cFGd4BlksakER4DNQLmYogTjdHzDK3LSgPnOIRzO0UHSdy4/R7y0QK5aY2+5USTuTJZ9aDo95C
epq+AiEScX22NmXuAP7qMiPS0RoTjboXakRssrLa9HW7zXOwS4yTuG67/WDyrd+tuuxuHJFQ2eVk
3TJzZbaqDY3RBNTVITESl7HIjvzx9a7QEijQrE2cKGELYW+7mjdBPWyCgK9sAiVG9C3zIXgICtcJ
RU7cdW2x6OcdObHNS+xUTebCy4YapaIyhsoBCMx/HvdE8FuipxodVj56eA0U3VVrvrjg++/0y0AJ
KBf860UBUYUAfzwKqc4fZd5P1cNlk14Ev1aUIOZkM7orprT3jcRWLxJG9fPgp1b6+PMvkbWt5DA5
JsExgz5GCEzaZwofp1Z6EQJlNUnRG1jpvF/hJh5WVXq8Rf086c9yzzcO+5mE/zJrWTDZgUAJ5wxE
embLiDseINI+ybwOZ95HUo1ha5C4qsxY+X8190UA91q22cru+1v7LM/JqdVbBE7qE6OjLgK97r9o
9VN14Z1lCVkq9MIICNAOO1M8tf6NpS7b7aU4gKHasaIDwqeVksfp98+7cWIRlnD+GqSVVh4UKAql
5Ho6Yz9Hp/lmh52F0dstuKdVn087bw5iGzntuQNCRnOB/TsT9b0Tn7CwfKfLrGZo0JphZW7KQYOk
O2PMcNsv2gc2vVy2Ngs3KAArtUeKBWeb5vqyGoXjLK4BpZG5dnnEgILo4bHBL3J/2WwX5qy1uuPa
yMPvqN1Bw+FOoLni55FPhIPP1N8Xh23UIEcdHci7Tm5AU40SEmD5kKP4efQTFrhEzgPfZ46Gwrx5
C1DOPaiFzwx8YtpL6LzpzVNORkRH6r012nzrMxWC9Or/pjvxv2UsaMP8G3yrrGkHXsA6mvmmnfbi
HKbnmIz4xnmW8HltqsdSy1BLzfwsEkCpoSgUleiiqbISCt96LM0ikef6vz8rzd993MJXiapnF1Tr
8KR8NYsg7uq3EZk2Rx9XA2tXdtVHoJJMhGyQlEVVRh3K7LKAZi+c2HLrYWgLxJ7yDiWbM5Hh88T+
7gstvFZSgMwCgeDDfbLLVdJBnE35zg1HRj1jRdxMcs1tJxG4O4FfPtF1DZnqjbCBOuF8Nfk+ek5e
MUI08FXpP1X6zVxvS4J+5f6J+mpD0JUCDcxDZvS/h/5X2d6X7VqfN6rp09HzIxn80bxz1JIL7uL/
b2aLeEEra+KWI+edZSDXs7WBGK9FlQygQNMV3wGFY5ebqbxB90LVGlFr3Bbm3c+eeSLILvsBoOeH
lmeK12aVXytShNm8ac1nFuwG/8K6qr14Z0yQ7epgB4CEPM135WXppWVPgJS0Zczyxx0rsZde0p/V
9IR6+XHdvzGvJWDYHoC5YTXH7dbpw06B+Pu3O1wR/cVv3wegCytrTfqbUgQR9371OUHRfQsMCThB
ZaRKL+z7dU6ufDGCq+x58J59dzsYL7DYEEroK9+o41ZDLyPo1gL9YLRXnrWx8L+oA8+AqHciZcnV
XKuVBoBf7a7B77puQYbWQQMZv5h7N9rZVgRiZ8h3L+jDQpQRJLvCbATXiv1RO+0GssCa9Pd1BxSl
vUeKPYHe4WrUxcoswAJRF3FfT3fzaMal2HbZYTA4Uo9unPEs1kFzLjXol+Np5Qr0f/uhsvh1HTQx
GdoEJecIrfKxpHcVEhPVLKIR7GU9Ge5yoaeO9sTFh/AMFLTxp2A1BF7EfJaY2T0n24yZu2wo0tE6
zPMVgM1Qno5B1xp62nVdb3vbiPLBirr+76RdmXkR1QZEpUgq7QqrOYR1XSdN9qEPv4bRD20PmE+D
/hVYIrdXEVFDoun7oFrrA01kU69LAxrfkxzBlg1uz0nfjHO7mnRQGmofQzUeJkTdhv9t9G3ZtWvL
fxuOyNsCtNB56qCWRs3nSuyC4aPQN23xZNZHOXuBRGMeT9p+9PtVS52nNrsrgeGXsrpzKjT/woED
lLLJkIIPIR5KN3bU36EWMe8EehZNiNIeAqrCwoLGKjTPEZbCYUoNsEIzoseOJyML0UjLJAQwOsz7
vaTXtjBW0HmAMLMXgaw+hiRibHv3yJohYxS2o7/KJugWFiwKUKczzZ2UZdiXH15T7O0Z9Fno5hys
/QwGRB/SmsBihlbwi40r4I/jQbqrOTdCT1UJDlKgQVo9boLETqh975iHNngg40NPr3p26Kd0xB+7
47872pFOMmoaMEs+inKP3zl+7x+ClUrmJkXlVAZJVOYxRd68GjrkzletKUMT7+y+3/fAoeSo37n7
Su4a86WbGqBqEIj5X998bct3q33z/VWfvU7ZK9QRGf6bZ6xKUN8VXhUxpl0zmlB2nc1vmbmmDnDC
VUT6w8huBNubbIPrNMQZZGRAZJ4YQGPG2XBdVdeySAb9LoDoiItOlkbbZ8BS0Fwk+nSDPE5KtGbd
+CRuq5eeQkDCR6cUbhfyraIbruR1Bt32shxT3eRp1wBcgaaXXAvWPh/XlX0DQHDUaXunvx7cLuq6
ZKjQUl398p0HPtWx17J4kuphBHWZiZwEWPKucU9KOuOmIphwu5WzFlXl81xvnG5Me7JTtRm7pAkL
Zyt5H9owUq0MwhFRRzOyMDgWZpvURCDy0OtHvbC1S0CyseQDLUPVBkiNAGAyj5FvgsjdX1lZGRbw
qZyp66A4OPaNpx8qH7jsGIB01MQgsA7uhF+evIWU4xWxzbuRAYVi2aFWPlHkVWcgnThqu3in+/y+
7Ip1ILUY9BEJCFK5hvowULhM3VXijxzLg+s7WwqVy8yiK8u6y/wqZKUMaw0kISiQjK0FpPkQmpWD
96iKg+EhCKZQtHbiNa+uLNHZCvy5INC+GR8ZkimqljE17sHLC6nMIZTBo2qBgYLv+cSOg3yMPH9f
YgWC6lfhAHjTeBEV1Ro1/kgD04dCM7PlXLlA+tfy0YbijdVC0I5tHPSde32MfgMArcpYWk+Be5+Z
T6qQexPUkwT9jgFgHaYlUkDrE9G+kR55F96+SH38bQDR5wXa9djiEOAzO3JnRrVbhZlUa6qziFjd
RuLF1JfoQdDFaw0IPBubUAdIQjEnFv6Ru6lM7fZhangYqCwdJxXLuYg97qR02kDFfCdYmpO005Ai
dld8vJ97tKVSKP7tWPsy2DeqeXJNNPDfavwZKVRNbB1cePA3xqAKLe2N57cDLKjJAjzfjpSxVUgB
qS+tGwMWY6p7UqMmb0IZql/lMvHrGzogUfVEi3toLIU571Cq32ZmsENxLOIQlnXLt7EWWwTrAD1n
mpUjQ6cDf20kQr/rDXNFcfL11qPl3c0twJYsZtA/m5rnOkOvZ1DikzYDua55ndiNjbRannjm+FBY
b1xuDQ3p2lzElYZsHNrLgNICA602vLXij2NurBaXPrGpnVtB3g3oBQVAOY3Dmjbrjv02ui3FlGqy
BVhq4/YdboS73jHDjD4M00rrVTxlT0AQGbURBzbkFUSqe8BeFe8jmuyC4dZpY9LeB82L9NNqvNH6
rTKLTdfdIdmDI5RNw/tsG2EvaQKdlBWbYUWvLv/V4i2VGxJJOm/bI8RSAUIFujEpuqqvOTfAqlDj
8iXXpJ7Cqk7ZtK8VDRuO6JXHrXEwynrFwQbbtHOaeTQ0CEkK54BmwA0j+xkZbNauB+3DBYchQDt6
De83kPiUEdKEeBk5YOgjaPDjfIpEFYTHeDPXED5quweFQ769rcp0Ijc2xFPLqxxtll6x0q0VDmNg
x6KyEGHBYh2qFvp6NHeO/TirG8N+MtjBYgrlsVsIJoY5GpiVHWbmTe/7qYEaFHgwKI7DIYfQYSz5
GqUkkDrcFf2jhrNP+mBS7wT4j2eJ5C0+A60fASc3hABLTbWd7H5BKBGOaYdDLzemymIKYFkNkbQA
F7J+7dXq2mdtKLsqsn3cC+bmxpSQbWmyPatQh8CtpSrLGPTCEek2CM97T+wUolMtRFQQEuVBu9IG
JzK9AVct0KryPjHRGq/EfaBB0bu/pkO7CrgGhjwVBv+Psy9bjpPnon2hQxWjQLeMPdvt9pD4hvIQ
gwAxSSDB05/V/9WpPp+TKl+lEjs0DdLWHtbAUvDI7ks0r0qB9izGvqz8Mpdjbe959wdSkYZ135Q7
OV1yeAZ6w2+55kkh7tmAGKyPPXteGSRx1zEOnESibe2y34K/VHZaK8jNwRIJ/JqgRgQrcLxPVepD
q6VTJgL411htQFSKWMuwiPxYoIZZEQH0C6WPjb9Z5WnwunhgXtZM+45yGHLCBLcATgvCQNpghwGa
YvDLSw2G84VoH5XRHzCXM92Jh34Yoj7PY7Y2WTn3H1IPGz0lPr50Tseoy4cDVwrKuGckhwgFQQq0
DWnebN6FjLF4kUYsOpFa9iPQP2Fb1NEaHGbv3ba2PL8+V+de5HY4Yw8JWe8lHgFBhcGMjFyN09ys
Nfu0rT9WnG8c2cuKnN4J0IPAInaQYQ9Omarai+3l3cABR6AGPI2npXjrkEybUKjwy82Kp9wOIiq9
9W7yzKR13esGoOW0KQQ9ShCdHO/TH0Va+0FSGGCF5e1WLjBsGWk0XO1++m7TWK+67WPSSCQCkXW0
pBPmnp2MkqUWI8ksNuM4xLoBmdC4amHs6ulYk+lSkS/i3ufkoeb3SEClENnYqWSt97QAvMQaoq7a
QCQmIhNsD9YJ8R1sFH5sLC92qzLkxDvCUzcWA3LDzt7wfgnFyrOuwcE2NJkYQAfzLGyNLrIRnqWL
pzbZoFW52ex9KgqtvwWDh9nvXxz/5OinfvmFnAHWkuoVZhD4eGdfWHUEXgqCmwJ+62PpM7Pwkgqt
2JWc9OyHlo10fsJiRFreD/M9400k7HMLc7DA67Ex4HSFhGoiGiBthYJAZ5b/UnInXaf2MLdeuJQa
8k7DeYRaZTla966HI0dNoRjqve20qAX8pKj2bIhz9CJoQyMxB9HAIRJGXHSEu5CuyG7GIBLMj3xz
O4zIFmtcgOOhjCL26nT1NVSl+/tluhv6Nu1rcWR+G/Gg3ABGHhlQvwhwUR/4jKqHUDRZMeQLNk5f
H2YIfsMoJV6N9UBb4Mdc73eDgDpCXgeGYdlqf0kQ/Ujuh7TjW6G2nm6iAQwiTZHhQ4jG9prE4fqh
XlXWYnMG3QwRlimckcnDIPw+sPRxlRDfcDwzku0n8bs7m+3H7k04eUICG4eXiskiNr4ASr88iQ4c
p2Df10YIEeoESnqobcFz6zJIG4f515yzOJfPE6Ebc2hTyJfvHbrD92isl9Irs3JJqU4cRyc5ZIdm
J4Pj659qhlQObZPa13FZxP2VMX2YlEy7JZX+HXwpwwCsvlYBqD5Np6H3E6IebHvJJHpAnRmEUOJL
NbPPY88PgwQgcgSENUDh2Mc2KTEce5IoEQvyXJRdNAAcj8yxKvIENogJW33QVdV2DoYvH9rgoZII
bf4kjn1/gXpLSOzz1LF37pb3CyINWJDtkLGVRYAvcA5dZH1orRnJHeTALURtJnS75RCWgaPkiQZ7
DzwxCOyEirTgbMFo2wg2ef8gxqMqCKLjL0bfIczXhz2EPGtW4khDBcQkIPyI4tAEdibrpAL0edax
gF+aTi2zi+vROSpoDMDTKsbeyvr1qQVbssDB66kLZBSTPoBUed49Kk8/mtDvnpo6wtAHxMZMWFnj
4gNXI6z1cqCGSmblp/CKAFAgmlSeDOUUkurRKpoY7ijRsqCeQCGpqjVS2II6b5NpffYFUgLuRvBQ
39DKwoFOjawFCJIjVNYS2vujvqcOTlfLkvHg5c/rWEfcK0+rS2Pb3Jp1fU+Hr2BwQ7i8h8LR8Qp6
8gqsudZuJFEsLIE4ucvj6ty1Kt+v0k7sHvvR29P8vKIoL0uZ5RRVcDHEtnQj+MxkbenDfmI+9J37
5UKVHir9Q3cvndRvT4W1gyZ0SK3fNnuey/NMy5DKA+IW0OwjOw4V2hrDBCR0SiCtT8zl0SirKM/t
qO6ae4y5kD/0Ica8GVno2anKTb7QrayLo8tV6hX2Z40MlczlQfnPyzxgWoWMgXK0YNaQjU5KOYta
UGPbGsGDGJlDy50JKJaYFxTkaDBAtw3i0HboOFDg4TCSQy2BIW9KcmOfk5ODSkP4GCarx+nqllqj
7PdXJyuc40xAwL1q2Xc6bMiY2LQLvaCPakQ727XumFEeFUbGyoxdUMEMZDr86u1oxwbMY/lCXnXw
RZtyP4g6tNi7bNkTpjJ36IpAvMHatSVOuGbyT4E7PgqZZ4DboVq4D7ruri/PlX64FqYRRzLMpBNV
6ti0GDD79pGoJQpgH8sQepZ+X5Dx1Oc4BtY3yCJGfuuEdmska/BaoaeosIvQNwIetykxIp/XsMGE
uH3tGtDWr52c8kGObxXaNfCqQ2bWxEPxBfcL9LWKSGCvCQjVL86bBjDSxtSX0I/cLy/BjBW8ZN4U
bMiEUmVwYKHpxD2Boc2VSjMmJfxlOU1G3JmvvjqfhIbwN15/QscxsvDqISWeFcGmbP2QNHAPNlhK
0HpzZxcFPvYEbAFkAI62vgaerVOIDdSKPPmSkxFB9mtF4JSgfFZ5ceLGvCmQtDYO6gmrBgK5imzW
fOleRICmw3zgfG2LWDjHlCsvlb0JhhOGbmDBQNqs/cOGNyryPTNlZg04d6zlfih54jdfxpp53Evt
fNsETqZLGpXrmJlYtZWD/FN7Gw/ZA2pjy1mTclkR80xnO/gB6tournixgcngfUtfW2s6dehGeZ4D
Zzzk6oV5WnFrEvRWASsG5v/i6870X2ZAdArjTwd/TA9N64sX14lin6MdHCi6QrV/WgRNa+RUrYKx
8/pqe2883yl02seNkm0m3FSAi2zUxxqZ3Cx+Ve22QxPDnRLPPOZMhhKwWFW+txBSrkoS9thMI3PT
df3SSFhWVJcaYtyOONSWSgY0iCuIKnmgO6G/Bti2uuPKeBkhbDnV7alCnB4amCfwZlsOYLTQNYTT
9WHqz+2s45o5YYe6dNUxR6UN7PehmIODXzobjhSOkyKk+pXLaW/mdz1jYOLfdUUQG8MUS/rmCheq
WexYYXRh4n4Lk+Dpz1vp1neGNyAz/uLBHMl8TuYB2V8n4nqe47lg8PXJ0a58ytd8Q4MswIyLwNWH
+c2ej899m0d0RW7VefspAKXGRCdXXutI7ziUyw7mvuAFRKMPbDrhkQGbv1zwaAFOndbuodcI4nQM
SSmSrtNoNVkgP6iIIyvQg4uOHYCoMFwZZizAwQLvBUxlZE5jB6Ox9tkvrtL01V2x+InpIWoQGntD
HsNzF786xWU1RKWtDirAQuH1oVhO2m4eqkHfj7oF0x5BrDJS12LZ3OXoA4Db36pNjVA1+q8+qcMB
+BcXy8U2kYYYDFdD3CAvErwsy7DOg0ufPai6oDvxBJZuBK3347DSp7pVW1dYR+nOxyXXmQCU1kRn
2za2vIHsPhqQ11+vXAPZeJv4ugqb2djiOLSXsUSNiXSsmI9yedcPgXT2UsrftgIUxUYVOuUqLewc
Ld3OAx/YuJQTWmwj8GgWmiNead+bY4Dsd1xxwEOTwZ/ZRi3jh0n7jNtrPJig7HEXXuNGIjvPyBSH
Qai79wA3WDxYl9SJzeoCDCiQ/80iXrrfWgAUPSwnO7fidj50EOnQvx0ftsP5o1f8Kka6m/p6D227
3+WKyE1VNq5L5FXYIOQlmGF3Y30N88sAfw639JPVgImOzJOy7hNuqzsxNjr0SfmAogTogHhuUajT
X6UMdqps37QCdJd0x2XwtlY9QlHCNOqw8uHG2WIOhUJIIRDVFXDwCutrSZRrRP5wMCx1cEY84+VS
LIfAuNMVXtlGlLyMzOKp8pOOIM2nEjYF8DJWdkdiF0bbRKxmNIxnDxpuk1EVSKK8aM1PDwNbv3o3
68ceVioGum8CdQYdZapQ95f0yRwf/Ko7G8OQ0NretWJB/3pIBWR9CgdoKH2hSFfFQHdjb6M2wwoL
ZgrBoD4k7FWJC0fjIqf2zpQ+OptDF8rRQ860drHhnqp6WwQuxIlcLICx29j22V1PJbD4gVJxB5OG
xGmGq8H1g1eAxjK3b8GV2VhPaUltDMGm9Pp3mMWkDmZVA/6UGBJc/37liubdmqxIBpUVhD1oapK1
17oHakm4MJ8spIgNNCXdKx57C1/20BkOEgmDWMuzb0+h4ZXopXpfOu+gLgQpGsGDiFyd4Mk96Ixx
jbFOvVccTZgRqbR2xovo/EzDz1lh6pxrMy0m9J/oXcGc2AToZTKHSC7TBVYubz0F/2Bso4m/5hi5
6i9vfPTzj3XCMWn4qfT6bHDRDobWx9x/+v3j4O84nXHmwrdUHXXZpmJiiTPdkcBIffx6v/5BdZzM
Xr+bxJQJ6sYQewWHgoZIAPZygo/UcRirrFhe22Vbentu85C3B0qeB1MkvbLCYjVjA12DykwCE1xN
y44Y8UHNfxNY+z1avBZmbDZFHt6hYbyAS2EB9WWVGTPGX2y2n3vlNdiOKkPr64EHO6Pf1H6RKLld
vPXNRNo5agmhKRAgi22uNvkwbCYDwp6tmZYMXappSnP4wprYCAse9lR+6rp9Y4JjhzWxQRSO2s9g
0VGng2fmQGaS+vUlqKzIqgGmN4A/Wyv7CEGYtKgt5Na7We1xbGyxwDM5mtvRQhyo5y+CKNWJfrNa
jwWsSwjuf8DTX9iEFmPux0vgvkk5AynHzrQgoTPjjPZaqGl1aCCta7tp54DHvunGej3DKMiKKNp9
Wi9J67ADVFvO8Iw5KFEfArJuSmZvc8PcmG2Aqs49lKw9WwBySSmyHDXBzN10qOeNO8N5BGMLqzkW
zlO9vHTVB60+KvVW4AiwoG1SH6Tz1im02uVd4Z0UOc+o2VpoBRfoRKJhYhhNUq8flXihy0s9fWnQ
rdrl5M4b9PABEzSDFB1Up/QSUoOmcLyOr0erAAXzHgNFa2xxhfvCPgfoylBza8idVud6PBb9yW2O
Vnlk1tFcPrR91fO+YBnGc1+nk2GcIQraIjStZhU1OYjJtVp+lSB2Cv80e3fN9QR8HMr6YSEoSAee
NMMc4WF8dt3H6KW9A3ijwImrE53TRLMIkSiAgkt5Ich3PTTh2xIan0U8OH20ApoCgcCd76IAA1fW
2TnN6VpeLvS+Nu7GCd2j9mjkzsPqjAcPR1rhYhS4gSw5Rm+Z8EAbRva/3ntqm/MviJQCbnGA/7Fl
FBvHwYZSx6pKhPGs2dOo4fa8Q6ughWpUra46NWJve1nv0Jh3yw7lfxNc3/d+8p2TwU5C3nkupEsw
7cUwrUD3cq/qXTsFzu9qtTOwi/ZN92prenCmB1doaDG3JtRo6NvUTXcenAZjOr955rMsrRSVVlpQ
BsdD2F1JeJC+I+af14JuXMM5XuVxmukclC98ArB9ejLYM8e8SF6CPq76YOeWuwCp+cb1Pw118X63
1dYYRSIWNxPmyeJ3oPJjrBGJLJgBNy2SIodgj3AeF25FDeKxyges25PTzGdWn3xRJhBIzxo7/03K
c4mIYHoQ+EGOiIEBCr+Aha2fjVuUM5y40RRcJqPZGg7qHxMf1MOZ6RFIycSc0JU0Ln3xyQv+QYcu
WWd6MJ1iT+z1YPcYPQvhRIMPbC8EWBvk4ZQFiYfwzYaUYPgIJxSGLsClRknqtlWqJCx0ZDAlYwnc
UunE9vwEX0DoBAvMnPem/LDhPA3cVGij9dGgkeFxM5aWcdH9J+hXg0Avo8dP2uppUt0lmC6WaSR/
x1d8g3y61Qhzy0KMkwJQsBGx0WJ+/w/tse+ue4NMqjTvcP7huoFIB3rs/Z8h429lwUzGzM5bcN0K
g8xpY/4QMHkrCNbCwszuAyDAlhFi0nhF/wCAfUfwuxUEK/jgaMkNHEoO2VbsdTbmxCIWzlhMZG03
0/UQFY2dcvonyPWlKUXYo/9a0DEuQHlv30ld/+NevnsnN6gksPy9BkbWQIt5GE3F9Q9f9Q06aK4V
CeoOr8TkpwWjLAzAf7Y2b9CEwUrozDgHY8iKpyph/wL8fAMNvZXfYc4Y1LkNfjMOm9bjmROcULaH
ebP+A/zzjUC1d6vAw8xCGjMzFFRM0a4bommVWdEjx8ZwfLa2fmWG2oAHoeNsUTHumeclrv2SLw3S
0LuWYrYyIw6jM2Ll3ckc5zvJ/8HU+PbWbpi9zQzf67IA4pij6w27WHDVN9AeKPr+UE+fmEFvh2nT
yiegfVxy7CGhTqBiYQw+ZBzqsEENgUoIroCHnD/a3g/pu7dyP3gdHZoJFDK1PEbPGU6pP1pC1nUJ
fLw9sLaA7bP1f4aAT0KYQLpKjGYX+8/0M112z7qBLKpu7PxxxYXdzJAhPHx+dr83cERf1ZZrUALJ
RjsyHZSh8c+ue7P1/dGtB8VG3O5ixwXQhx7aID+79M32hyOe3a4TmIit3JtNyvTPIv2tnk8JO4G2
mJdlb32sL93n32/W+QZP+D9h//9nQVjMNnxv8RGOXaCzAPOYvasaLdonemUYXDd3jDtIAfMzNa4z
awiDjJgvqubQu78xgjCMg1vtGLKJvoItlu1uMYlIazjlDutnO0NWVunTdTrPTJrN1i8zf5uHB2qb
GTEey2IGIGpnrQTyw9hM3Hr4+9e6bt7/AATemlj6dlVaNjr++0ZdFmiVqHGGF4NQv51+eGM9vmKZ
658t0Vudn6X2OGkGLCW/ulvH1A+e//4dvjmdbiV5nNadWstliPbFoauutcLfr/tNtL/VPSTu1ENr
E89mNjoEYrgwGjkaSwEcwP8lEPs/LvJ/Pf+baDBXpmMOHvZAZZfR2p7b7mC6j938KhuKLmOOAfJ2
dg6iO/jNayvucKx37ctgGAC61SG6mGhdN1E3fPD5lRqX3H9h9m/Yq5MFDVs4asAJXVynlgZkdgq0
drom7YY/DuakcMImdo/j/InVzx6LgWUOA4xsKppZEF/yhzKS/tGeMl/dm+gjmu+sOnvWB11/o/sc
zeWdpe9XcvViu+cjPRnjXlcn1gF20A0YMr726O+QYbwvWge4SCB4igfIGQbjCo/d7qJdM+7585zv
BuCz6a6Y/sH6/g4Tfiv1SEAKk9UETaKrNgeKQQCfMKqBtuai0egnAD/SyCssOG50cY9K2EXznRbl
j+TnPPMmXgpNO0OB6LXXw7HIN+pfUOrvFvlNsLS7wi0N4Af201fw2P/jTP8uqJk3idLCjC6YB8D1
2/nFg70ooKBoj0VQ3XILMH8F2nHTmOrCiq2FhKa5wmEaE4nCj3uxLestqn0lM69Z0DTEw8ZUw/fs
Y9Gtv0wm7qjbAm1AzkFbxlAWzCw0lzUj22Ld8MKJSs4OC/rJtXPg8GZhzr+Y3d89qxtctnQb1a61
hZxgBwUC9TMVGvdWRmsWmGaPJS7LTpjGsX8pply3+v8fAtxbDa2r7HnNOVZM7mEs9wnixIaMPzsL
XXpTTTGhpnGA9tyerdBgSHj1j0T1u5u+SY8sg4Nx3eO6ZcEjOqPTATCJ+pl3onur1mTCroObE0TL
rQ9MR39Ubbi32krCsFvRaHBF/F/5I3n/+xnx30vNpTfbvSaFMGbAdK7aJKKKxc8qLpfebHeiRJer
6xNYf62nfyl9/PeB5tKb3c6ngFI358jl6JCNFHh0YJB8EzCJQMY/ex43W8+tEFBU4+h99zrF7Z8f
XfRWrKiCGrPJAiy28dfgJ+ji/OyyNwUNH5lPzQ55IlCMGHPRf2gzfPOUg5stZ3vFaCjbRgnnTBsf
AGBe9JEvnMxp/iXA+91H3Oy+2oa2ZgAkLnTlMZT4M5NzBaN6Wv9Duei/U103uElKJrMqHcOSiJ+L
OuhiDmmj9gHamYt9DzLPj9J091bAqGpcRXQN5VybA2a+obJIf/Zeb/akPbjztAgLnPrn4tH42cIO
bjek22Fga2JE4Fn5Fk19cNr/frffRNLgZlOSvMhH61qtsHpTA+SE/Kor2+TvF/8mPAU329GmsBTm
YDteu7Vq3i7Oz57GrRZRv1QeOuN4xEKkyxUvHv79fr9ZebdSRJAwGGzohy2whAMoWEK4vgZm7jws
VZK76z8+5Jvdc6sLZJM6KGSFD0Fb9IrrwHzBBerLET87aG4FghwPfiGFgKYDGQQLiWvFHeCGf39A
37xQ/2ZrFl5g1VOAF+rlUIOD8sM/subvrnv99/+nug2gJ86XBfdse7H6MKrs77f7v+/8H8nNrZOn
K5VHa6r03gQnbIEmYAVMmi4OFdRZDf25FjMQj+AVCXA1liE2tAkK15YAc2naIcE4q+mA5rojdgAA
MGgeQ5lVvYOhJ8/U+uS2y3XSvy8DOwJY8qoO6vTlE+VuEiwk61Z0ZZ3MInOMhlnkQkIjb9+v7Aij
NgFVeF1RZMHN4UAg2KfXZu+aElDNiwC0mxHMz6Emy/03jOgTC1VWgVYfwcilbNpsbfTWlmMioe8X
tLGxkkNTLFta4cfTHw/DVPm0WkVagpk083sBPf/cfQhsIBO4DT7qEwTsgC54//tj9vxrtPiv53wT
nkAVtizkpgrK3RJc2+dcP3nAGxkAUHbBpVvwfPJXVRmZTZ3tQmUq63G3CIIZxs6XC+byasP9Y5tD
uRz4VBfK5ZpiVN6Hc/B57UrU3W70QSayu+wqQaKdpAYMoDB3gApmhQvCDn66rHdD/VnZb6A+gOHw
2GJw2LqbFbNnPaXaBY5lLSBvGKuBxww4b6Y+OvC+IGEUuUKEDcDCvtbgAW1cq0prTDdWgJIaDOq9
T7hGE7V3pt9zQzMeqMwr0SQBQnt57+z3Ck4lWm0r4DKsO9mkBgXuBjPbwYrGfqvtL7TpI0Wmp1q0
d70h90uNodKMSSVIysLpohGQshwYk9qBBqx6XgSQ0vP9Ash8wfEkqpOPmRwIasBIQQWNQXbfmB5E
OQAD5m6a0o30Yjx0EpjPN8tawgnFZl92ab3Wzxr+3w177laddOPeIWlnYlYPPcfJGmMfP1T8eYUV
svLU2QCDfHDxn202AyFrmLEDwPi02CG2QU9O0MEKdb8hvQxHcYaBRtSyKXHcj2Y4eIsXV6SNHGW9
tGIATRGYdNzVzJx3Ahl3WE1tGIXqupqn1FzhbA1OCi/Fgx76K/rL8cTDMss4AJNiso0YuI1Ms3vg
pn3eJg0Eyn3DihSbtzNQ+IXfRLCVXHvYTpTr1gDByj3BYC9uAEenXg2jjCCycAsePnoAkmUuAMW6
DhgT281jNx+3Vi7SWREondKdBaonzTU4VTwpfbmZMGuTrEwagBXqUWcD+ZJznjJGNy20Ne3S+WgL
QKdB0CowoA24mRBmx21zWUbnKhETEQPSvmNzauxP5t8voDKgSRqhHQJoKoV/Ho8Cf9rK0ouWK+9w
zQEm+tXQ/hys0GTCBMULDfARDONIK3nsMfgddMLdXwvsd1d28CF/N21QCN2jX3YXrOpg0Qer/KML
sDUtQBJ6INu9LtLuo6nUjtYZOkqYi+aZB7wFPjrURYopnU9JRIFBByyIClg4HJVlAi7WAoQ5JKpZ
H6cAhKABsFHTDVu8Mbd9GfWLiZUIaJTGkCCf84jnHaBSPBSFEY0LNEhg+7JSP3TUC3SPBSujWoNi
woFMXXmqnJ0JmAORJeBsmFr2QPs2IAG8dbUDWuF2qJyw9B34JELmj4PZOB7YolOoQEF6MKnqS80D
AAf+zE4QwqHGEjujBTkdfSI944XPJHKgF+SYDx5Y1yDuQD7chnyW8F5Fx9MS04ygeuTLgzABMC9o
hJcBjNXeBmOYtsDbU6xjNCNl/WLwEcpEDrgY9qZRwbnw6GX294BvccCee7ZTUDTvdUpGcpwQoH3x
y2jACazBFWUiNnuINVdIraC4hbEJ0LNNWSeN/KU97M8JMB04jszOHyg2RrYJAtbixr33NgDdKvWz
1G1mMh+z13MdQDYz2AAcZMk6mkp4R17Jj3O969Y7C0eYxV7EBFR89UaJu+l7ArjhuKG+ie7cHHag
cjbeHBomNh0IP3eEn7say1h7YQBcv0k3Cz3mPuzahA/F6C6a5VNgAb0JjH3c1eUfs2p2RXnhmK9j
L10PROUBAOW/uKpFiGyTVRYvOaZdErBgTvmRFK9BASg8FpwEfk7BHyZcABrqsUXN4LkC0qOFhU5X
r/dkMJ84MPELB71Yt4jLFX3lBiJiqesxazSJidTR6KH37I3d73Em29k8AJRaQi0GGg+gDkOBlLSp
w/ZyfrfGI2uOtvk7UDqtOpzKGkNJcZXMVXvbxbH/uchhK3onq6sHYA2TJW+PqAAiF+8NbjBjffF6
aDKDBigp8LUSw6OcbyyfHkf7OI/vAybyhYokxOuJhI5h0SdLsPVGHQ7+kwxe0VuKKzbHA3n2+JdD
LnP1G75hsQsqSYGkY2rfffAYVjjv2MI/j9V9L2CXUlyq8ZmzFDsqUzmu5jXsWNTLvYInGDN2tfKB
pUMEBgYX2qoRJi4g4gHVVFcCnOBgJ1ozUhzgAS6qZKoe8k7u5xY8DWBxCGDeA7CbBJkJiilC6e98
eTDrFjhcAFiK8rFYL7iN2AToyAzmd2fOD6N5NtwnxTKJnjCoVJqpbWPs/Bw9YXqsMULqAWK/yqXw
xf+YOpw4858O3Dy2NCmf9EH6oLpR7N/hV06trS4xZRVAdhpYrI1pgi+Thx6GdFdLW4NppMIKidqD
N/1LQe8bTQv3VuOthHliDkKM2tPlJIUVM8RmMYIZPny5qspapFYSQBc2tjCBAp0d/AG4/yYFMSJV
gvvGvlabP9Q5Drf8MnIec69AnmfHHbZn1aHvGGzlNAN0BcI7k9FYGptx6oAKp+BqXmgDZGjbpUQC
VAVg8N9TLtf7LmW+Kdw6WU51X87o9M7AKzZgvUO8ZjiX9rQRxhAzBGMwjTfKyYZ+PQTW7zH4BAY2
tBsS+90cliu4lyBi9UB56MoDI/sODiPhClqEWkEgNZLBnfaAFTJ9rvom6SE5T+r7qQVptbL34ool
7JGgYtQnXbDi/T5q2sfaOksIH6xSxUHnJGa+xKhVPzlIqLReU1ZAlQpDg+UMw/S0A5GTbRV4Ykze
e0AxOQs8iMynGdKMPsgkVX5syg9Aab1+3inyUOGcqlSbFKglg8k/VjUQaejm58isQGDDnKGrYZOo
QJ0WOygFWSEfGCjl6QjKvcJ0egQoCOFgHV/XYQ/NH2RCoCv73YtpQPoarcSrDO1kHLyheJAIXAuY
AFqkdDhS7zSOsWRnu1s3ZrVd8N4F2Fx5AVSx0W0cu4gATkNesMv7LG+2thIRIWW8Ipx5PvCcIFsE
LsDZVp+4wV2LoGwOU2jLDlEckE8QiZw3d3pQ/KEE/wxd2O7aqmbnHkA5KGbQkaasRgIaZAYBT80x
D6w5rcYrjgwgMlXsIHPq54elwpy0SM38uOLwHIdLsAZxYWeGDtWDL46DXsP8Omsx98V6tttH37r3
6jGB2XHoYkjOpuPk/xLgZTZbjbBGkC4DJxD+DxcPPYEa731lrwHEJmrQ/sUlV8+meS6L93ncs+ol
B7eaYS1wrD/HO/XFOx3BpcKFq8duZFfHa+QaCLgBqPsYacFfIS+C+xIsHO0DtwwjtGQCEXHk5qNu
zh3m6j6cBwC0TQJub6ltpQHJH2DKndR0DyOMoB7Tvgf83rYPsiu3LaqfHBDxriFATuH10AXjguG5
E688vwj2ZHG6A0kIgoDOY66nX4bZ7xts6c7/WIk+z/D+hPMCbN7iFsZnAv2nqXt0JSKECSJD2e1y
oD8dhgcAtjQzigsAXpEATfT/Uvdty3XjWJa/UlHvzAZJEAA7uuvhHFF3ybZutvKFIdsyQYJ3giTA
v5lvmR+bdVzZ0xLKsmYQMQ/zmGkbgkDsjY2NdVkIDgH7qWtyWJWZ3ZJfW7h39kC6DU95eLNE3W4E
ESPl0C+g9wkEapsSbFmiLml/v9Qns/lSKXvUzeeQKzsYhaJsBQqLIjGG8VWLUIz7T3Ad3iHIwIEH
jxnWDQj2p7C6mVFeEHz99B78LviO6PVpzC9ivApHH9EuQbmfRQAS6+0qoZflYk6ESI+gAKLJhcX5
0dA/KzAdTPpAxXMISz9WdlmxdDecFvctyNolZEaggaIhA38054DGS5xACvfPAtreJ/ifYQ1RBytP
mvBbrm0mDMoAoML3Iz2l8sSuA5jsFyEeMWuGu+/0WVUdCNEKuLkZpHbIMCzTvQimC9LBNGaQGndm
lp9uKK+7efoiIZDN0hkcLHlCUwgZ4JWIgYO4aOA8G50VYB1MdLhjc3oGTf3rFax+boFqrY8aBvm0
EMS7MN2vsNipDlfxFaUQ2P8z+5iA/C/z6wOLBuIpuTjWJsXbHNJ4AbYyhAWaTR6D0DTgDrAeijnY
6qWBOZaA+7aFORIgTfDpvCSXUfdg0ECLawuiyLZXOSpycDlCJm76DT4hh++Z2pN2OZ2Ws8MhFNXD
j5LWp1Ue70E534sRhAh6a9FCaNBtCkDJ2uriCIQPSFaclTNg0OzUmPOpEh84bUCsLa/iGCK5NUCF
g85kcVJBdEVMzU0e0hMNJkwxztc5jc+hm3ZiJaBTK8zeRnO6UXHGZ3Ix1diPyEgCQsxr8hiA9pO3
SFDTTQGA/zj+uYz5MW+Ab76DZ09v80vb8ttaraehAPIQQjjvHGdv9A+cRiGYS1gMcKYvLIiF4EXL
8fn3A/9ELv2iM+FKFa/hwlYaDeZCzPoeyew6h0yPYahDYwhDwCPKov4XDUCf4hlyDahB2B7ksost
CD8oI87ItD1I8aNKi+s0//H7Sb3Rc3UVjsctHYCfZ5ANq+lOoQg6QJTXvjv6/fA/sTy/+p2dJwCq
xLIMNZ70ehIf6Y3cr8V5G8GqaP1RBrfFHOJh/ixcgTTW5yvOxNlW1zW/Ht613/3pp/arGTgvBBAo
7xj2IH5D9FE2MOwj24APMmRAkp3nawrWBVwmuw8GPgolmM4TzqomwinTXur+AlBXA1UFERG/Xj9z
2pYSRLBS4WH8QgYn4Xq/le/0F3G6/nrjMqdxyVkL/gbOqwuQ73cDPHbRjQMv8RTQiFtcnkEOaS9Q
AMHKo963ePVvy29DDaH68Ihs022HE2WT9GgASQ1nQUZBlTbgLdQtrr+flv4xLuhxwuZjutFz2S+Z
DB4pEOJdLD6k3Ze1X/a2KLOmeRg2vl8V2HD92TRd5vah1cMR1I1SMGJD/WGsqn0DUZERjeYh/xiL
c4Fsipy279klmH/D8FmRGe01aNtozAGEMmT3qQMhSG173j9CKqTOwWY71wsUuckRUCBzw1E8giYf
6M8SidKAcWS65tBJ2OfBtDuoDAxzj6riSUkUiwpAXQho1BrMUCmuNDNnAQWi/6DUkYn6MiUZSKx0
A11xuJbd2WTzfYIWYYQ+hImb0wpCXArXgk6DTB+e0V7tIOgGjmpn7yvdHY2zPOOpgNLWI49Rtpdn
ajjv0WKD1VJZPG3mR9sVFz2IPoMEfhosRii0RPFJsl6mkKvu4GuAJ7LLbSuvx7LEaYy6HafqGlaI
leaoMGCAr6AzFif5cZGEUJvi+NSgvprHikZXbfcj7obTWtijej6w+897eVeO26NaUfww8AZZmOHK
ue9LnDig6U3t3aKuInUFoCjEnfLqOLVf4ybMLKluuH5O5TcayaN+hXhcw9H4qHDXUrsxInvTngb9
jeb90Rb3P9apPdXBhjvbI6cXAJKD7qovmzjOoGeCizzdQ1Vpt7Dm4wYy+Qq+0biY47XL0UCqL0F4
++kwXsj6UQBYIOsOnrlfFBrE84FeCSFFvlVoI/GLJryW25VG9Tja4j4JPttqvEjbZy7Bqk2aIxMP
mQWvYF7Tayrjc13EX8sYHQgAN1LyHCwxuMew1ZoSyNb2MFr/XIG3BXWxuT9Ooa/RNvRjxck77yBv
POYw50wZVLVgy+Qrqo4FXcNbU8ijQABCIsGO295DOLyRy11dbqi1thFEhNYLre4b2Awn02UKWuvv
M/kbdzxXnjvdWlxSUElddOS0KmCYZ+x798df563EOSJ4EZYUnd31wkxX83KLE+Cdgd943XI1cVka
d2vL0SmfIQ+x5BuUwSAiB7Pjlrx3vL3x2JA42TzhbT2pLcGHBZOjVxoeggztsvMKkiVldS/JiW0F
8ky5T6l457H+rc/s5Pl2Cwm3h19rlE8xP1SG4PRBAuD33/mtRXOejIWSstlmfOciIXAivzCRBgEV
InTr99//gJ80g18cyEmEffDiga3KNZC0SYwTkNlDpj4rx/Ja9fRrWKBJD2veEplVh9/4YnC9ra+b
/IsYcSU5OOGBcAeVpaO5h3BYYU9Vjxst6b6mrDnT4Fvi8e54XMKsquqLFtX0OzN+4yszZ00IswXJ
e4OnRjAMmcSzAusu1/pWyce1/1IYDZW14nGDJBeF6EeqoOnDA0ia6V2wAtXVg9o5gYwkOoInpac2
+FZBBP73czt89F8sJnMWc8qrEOpyAr1E4A5xiFj0B38/cnL47X4xdOJ0dQbcg8OZYifotvrYJPZk
aIos1etZxOxJB1paEPa7qauPIFwPlR+ocbTdQwqCUIimdtGeimrdV+zPsAKSsovP8dq0yyUwqdW+
41+LCplb3Q4HoRK0NcMQZQY8QQkYwiu0oIoJclqQS0tzdToJncXyUeVPKukz8ONOe6seOmtOFeDG
dfkxxmN+C5vVOf0zz+l+Sk/aEtIPm/lKDb2BazS6BPE7q/JWeDiZ3KpUFgMk+S/CukMTpN4bCAbD
7A0vuX/h1//tm/n34rn7+M8lnv7xH/jvb11vx7KQ2vnPf1yV38Zu6n7o/zj8s//9117/o39cPy0g
vnfu33n1TzDyXz/56Ek/vfoP8MpKbT/Nz6O9AR+91j+HxxwPf/P/9A//9vxzlDvbP//n3791c6sP
o0FEs/37X3909h10gUOG/LeX4//1h9dPDf4dNN/09DyOT/pf/tHz06T/8+8Bi/4IKU0iTuMkJhGP
EQjr83/9URTDeFOwkKUUt00oMbfdqCV+LPtDRFFMCQlDWCkebjlTN//1J4wzEh7+J97WQhL9/b9m
9+oL/fcX+1s7Nx+7EhPFuK8P+CQRKQ9TSimJRZxEAJG9zm2LWCdmImWOZhZP99XSb49SmZOZ1gRU
ebqG52uwxp+agXXPZjPsYxls5ryN4TjRF+v8yAq8zQEJP19E8K04syVkAFiY1n8dif8P9taH5XnU
8/j8t6unfvobXgO+P2l81P8f9trBw/DtvfbxSZWT/p//4/X+PPybf241zv8QOD45CwUluN/FyH//
3GmM/CEEjYhg2DAp2nz/vdFi/gfBP8EeIygvsAWxPf/aaVH8ByxyIrxlJILiz/FH/xc77Zf5PsVA
rzdYWG1Ssa1lWUciFBapxHPWVh+/WIi/tvXLbfzW4A4MkLF6NirH4AC1PkQpvY/oe4DLt4Z2ijzd
xVRVaQOOVtLiubfKAyg3bsznFMSqHLL1i5JC5WG5djN0LAUzH3qaXsTl9J6191szd0o8a+HvLIG7
zOYFHW6IjhUEukd+C374mS/mLddqUvkcJFkX0dvaqCeAlD2/pVOzFDQY6GbgN8e3kuzVijcjMPi9
aIVYcKfsiJcpQCsLOyXvNeBAvDtroLd85LcqTuER9wm3eElJMj5CYmmdkx9DDOlRv8GdAzxN1xUv
4ljyYoL4xgZW6dEM6UevwV3Fch6BnC50TrN07oJPiybijDaz9roppcJ15JkKyRZh5iRLmvkxX1bA
wuJ7v5k78QkzxXFqegzNG9y/Eg0tSDqc+Y3tRGc91m29RROk+vsCUmxRDlb/qJ/9BnfCM69mk0Or
Dd8zbL9XgP6UzfDRb2gnOrFL0jg85KzCDlleA2YA0ajfD32Y3b/U1viSTnRutGdTBDnkrIoPLJJY
bhATKcAbUrkP+wY/wYlQGcsAUtNoMEchOeMkuCjeu8C9kRAP5+LLpLXRMd1W8KCzcGXnY7I89YXX
bQaTdoJzWeSQFDXEKtOGrGeNyNXFHEbvNGHemLer+M9sBflPAg2KJaaXbGtOGzxU/P5zvjW0c3Bu
64pb6CHu6aIyaC+dK4Aj/YZ2AjPM55JEgUiyIWDivODB9COFgda93+hOaKLQXkhfYXS41X6mUFtl
CfVck8PWf3G2RayZbU5KC63+6Pu2AhyTBOGj37SdyJQK6B2DVne2CvhxJQs0RlH9D36ncuQEJ1QY
2VAskwFMiX3MgS3eyuHOb+JOVAat3obYGpqVfXS/JvR7mYvqyG9sJy5rquJiLmeTQbILpofJ9aKW
d5D5b+1vJy6bjUHoo1xtBuMBtOM13mjW9LvXtF2ev42hftSRlWa4tOOhZVlOknh+8hvbicuIMDmw
0hjkEzpBbyT9EUB1z29sJzCnEVYPHRBm2UjW5z6YHor4T7+RnaBsqAk3wKcxcthcQzXmmhR43vcb
24nKsIppnwJEmg1KNxdtyea7GYxKvzr8p/nNi5hnow0i1fcmW2PxrU7obQOXGb+JO0E5dslg1Trb
DN0nWOZIKGrm8r2W6hv7O3TCctnCMg6XDtq68wpuZnQztcYvKl0KvsqNCOa0t1kcRJ9i2BezXHru
bicq6zzZhrEAEnfhswVSvLyUM1SAvdbbpcNXxZizpB9t1pfqS8vqi7Ap/U4Gl/1eCLwEisMuUW1Q
Qw0JF1nRJqPfDnc58Lno8wmaocB9FEsEmTG8fFbV4heaLhE+bqNGqAEbZZmDs7KNvxSVZw1BnMgs
ArXQIMQGV5Qs2dga8HBq5VfKukxwmLC3MOzQONJ6/YV0wL/OxOtFOxUuz7seNjlSjpTSjdCjbYGV
3krleaihPfeqihg6TsKhx6EGhcgbXcgvs2Ke29A5L6twXHKJdc5iFLM3wVTiDbAe/dIVcWJzAOib
Ct3YTObtXWLYzSa9fFlT7vYYTdXxCYqih3NeNTu7iGea+IATMLRzXtLWMEja1ybjgMU34LKFdXzn
k0946hyXMmaCzOiMZlMCNgHcf+6k2jzHdg7MAu8CQVhiRTrYJQHSDnEzeEge+03ciUtUgqCFpgq1
z8h/VEbD80ovrefg9PX2hmA6V0UMrHEcQUmfFe3T0NpPfhN3TkwZDWAXEKy4DPVVDBnzZCq96m/u
crLTmcS1FBW24BY8mzX9RsnmFThosL5eEdklE5cU2qgVh61UzqMYtk3ljd+SOFEJL9xeJ7g9ZKK1
NypFBwWCTD64sZS71OyxbqK+DHE0UGC8jk3C8FAG4eS918yFE5mc6BHwB2xxLUkK1PEMZykQTbyO
B+4StbkCr6Svhi2DbjN5rEMoMef5unr1f7hwwrNiJmzElBhoriT3hB0QJX7h49KzgY2fK1MclL8C
fVyueOUb48Cv28ZdVja0fgcybliUqKefWlseNeN7TOfDb/6v7R8unNAMomphJRkslBJLSC6SDApi
X1fg+UP4rPhtGOfgpGWtgGeFVC4gRsdhAhi28FILwE53QpQleTrDOM1mRdSDM9zP9ys6Kn7TdiK0
gPYo77fOZnzug4yCFA8/meDZa3CXq63IaJnqxi3rYv1Qjeufw3tupYd8/YsP6rK1c5jJR0sEc454
rb/XmsMnSL4HY3lrbPfkJCKBGSoYk6TpHrso/0jkV7/1cALTbpUh6ZbjaKv0x6lqP8ut8MtXLju7
JmMJKivy1VRM0EhPgbOyo19PjHPn1Iw3AJurFZG5lVDMbvtbooVXUchdljaXg4C3TgCpXzjI0RYM
aNr7JSvuRmTTM4GMEmWDDlBh5WzNIu95OzG56CDIkwUxOQxQ5c7JXWr9SnDOnZAEOSdMx4TYLNmW
zyiazxlgfF4b0EVEdzURa0p6fMiG31YFe9o67pmlXGQzK9Fn4+CuZ2MAjhdlfISRF733m7gTk8VW
UaVIH2VJby6MIJ+2dPZq3HPmBmU59iWh2IFN3N8FcBPJinlJPBfcKWarrhhobyKb2a68EmF0GhTa
r7Zy4cdMi7IjDYYO2+hLSc2toM17xLk3UqALwCohZKiiBKFjInirMfQfuZg/+31KJywXMsWMQvAh
60r7rQZgQwT1cOQ3thOVacpgaaTQp07h7NwVzQIDl+bOb2wnLGsS0hYOLRFOyvq4zZfTHvZpvx/6
sIt/cZq5QFImVLv1bEN5UtWAzYJT3Y7hKS+6HUfoJxCw8QsjF1QajbYOpg6dTh7Xj2s0H9U6//77
3+GNLeOiSnMdKbJt2I4EF29mYGfIxBe/oZ0I5WQyllMsDwBdNwr09KBLPYd24rNg8yJSgW4hNOE/
HGxC6nbwHPqwUC96sxXcnKapxKz7sl+BkYbZUNx5tcX4Twjhi7FHeIRNUlVbVla9Oapqa87aLrBe
nXbI5r2eeQ3em6j5iIwYWP1YmXG6avJyemezv7VRnBg1ViQhL3DhbFn4DWo4BSyJ2JPfTnFilDbJ
2utDpdw3zaf54EC0jqlf3nKRQAYKd4ZBJuLQ54TbkzqwOJN25zVx6lw3Jx1UYL/h8Y4vUL4EaL2I
Y7/zjTpHZwxSACC0WJO1BoVrgc7IOKk7v2k7kbnWbFvnFDIic33biuGp0alfx4M6gYnzfsp5XGyZ
Xltx0sxtBT8xUBh/P+/DKL9IuNSJzQjCBSTusdyQ+QDRAfwH86FONg1VlRRCpL//IW9sdPfdvlq5
nZYEv0Iihoveis9hL078hnb2uezjEYlcYnVs+BSMwXVlI7+2CnWuyraHQ4AWeIzNB2CEF9J9m23p
lxJdFJMmrKmHFV3xCA4EVSiOYV35TlZ564s6WaWVCQk3WJ5lYqpg7g2R7wVqK5wFuV9SpM6Sz93I
6tJWaDB36lZGwf1mxXe/r5m+zrcw+jYhlS2erNo5OaPxAm50WRjPveKklpnktOhrdMYh0/8Mqs24
r7fW7+me/1R3fXEQ0bWeghycWJz6MGDOt/YeijjvBOlb8eMkF1BdY1vbw04s009rPZ7kBhxVvyV3
0osJirazDEkxDWD0HUr2bWXwOvQb/PALvViUqIpqLhJMvJFW7kEeO24mTwgjd5FMep67sLBou+dV
DJEhQIGGqXlPBO+tJXdOfhmkepEKe6XV67KfmgYZIA78NqKLB5qmUHcLxFyyldjTom2yZvTSpku5
6wiykmqwDcfnhJAOmNbz+aKqB6+PGTnHJ6wToxJ6WLgyBxqeJiyujrZI+jXfXWcQreLVxHiyho2j
+sD1dD0mnvnKNQcpahhntC1We2DV1xCFSkiST35L4uxvIOlEmQ6YNWztTgw+JnTJ/FrXLhQoVK3t
Or6aLLRAQ9v5AggHvwQeOXubscXwqg2xtykc3yd1PVfpO4fPG2Hz07fiRcB3+VTOwrZbxoMYqkBl
fLHw2nPazrkTjB1AkWVi0Vde9o2BjIXsbr2+o4sEypsppNDiQioBcPaU55uEtMrqlwR/0sNfromF
Kl+fwkK5gWZUb9PTISgyv3k7ITn0nUlHiRS4UtNfLysMwWpYN/oN7pw6courkALkCmZ8AAOxxspd
23Z+8e46cOACEQySC5T5A5y/RvDDu9FzUZygNBKvvcMYowCCd88O+PkfvPW8nfzUu3/xLUUVs0oP
2IMwpbvW5XSRAtDw++X+aWDzi1LchQLFREime7QNE6YKcIVBl+p2bVim54TS6XYBk+eKb0Z8CkK7
Z7Zer0Ixb58lhcwxbOagNZjUjEXHi4npfGKWFip2EOD5EBMW4KqjCVQcySg/2ZUEnReylbtYnQ5W
cxC9PKw1jz9T+GElfXv6+/V4I5W4WJ0oX9gIpNsC+/j6IRr1Wa5g3uc3thM3VvZtX8fNkm2w8R7Y
J7153gNdmA6cIVurgw5KaOCwl3aFR2XluSBOpVabEfyB0PQZb9VlP8ToADO/o90F6cDtqGW5Qed3
DVhzFEE2APa/q19ydVE60JHEfpu2Psv5NOxpLmro9K1+BBzuwnRKuRZaaazKQJoGSqUwEBQqeqdQ
O6S6X4Ska80Q1TkJ8wZf0wDBfZN2y2cBnVYV8eOmHlO/h0cXsDPxfOgAXeyzbdUlydZcp9doII6J
Zz50LoQpbIn6TeI9lq35JfQPz4s0fGfow9b7xfq4fjxAefSDJkiHEC2qHsYAJctuGgTU0yIY27/z
Q36dCMBie32JgFF72U7R0IPEoe3RskKiIk3g2OiTCpgLPOrSagInfOyzKVfg9HJ90tXlnd/YbprZ
bBJGCjMnc3CiSHTcVsOffkM7h/O2rGFphgmbJoVqxwztz6H36nsw1/ihCYoyHABRyap6gkAnHw86
4AawWr+ZHz7ziyM0H6EUh4lTAA05PVrRyd43QRQf+40evx59KAumG4gdZbFdP0eV2ckx9HsOZy72
aFMbNBfQWc02Ml6GElqxG6Ge39MJUlv0iWiFAlNJQT50keW0r03iObhTOVOiBqvHFhrB0BeEa/F2
NcIpzmvBXfBRwalZuMCirOP2bVraM14Kr4ODucijgcaDUmIDCyqAkk69Qp98nSCh5DdxJzh5E9dj
OWH0MlJZYGELFq/vHBtvZCwXdtSV+car2SYghQqoArFLYfyIsmCOv97f4cS5oTn4pjKFPJ4s0uec
o9LwWxInNCuw2UIxYt5kLs44nKeW2DMuXdzRmIeTihVom/EYQVSzavaSN+LIb97OhZbWg56bpWfZ
tEE4iZTR7Upt7bkoTmSqLTKAZVQYvO8f5iX8vEG8zm/eTlwuQ1T1aw8Q2baWdwNsRYvU760DdPHX
+6Qs2ULiEvuEtVDhtQs9pgl01rzm7WKO6AalumYCdwsc4g2eDeoevvCj38d0nSGSrVAFyzk2YUGu
BTy8t4D4fUrXFGLF4ZAkw8YygzYWZFs0BTJVRn5Z1gUe4WOShRaYuMmXB/TIP/cju/dbcCcw5ZLY
KGERhl75suPduC9H7nceu7gjIWroy9CaZWXXXxA7XNTw9/GbthOXqxVVNVUrCOw8hI38qD7pOnrP
suvwu/9r7cm4E5eFMvW8dFgTtQUXJYf9VU/fU816a2wnMCVJAEWfMXEiNgh1o3dtO3ipeq2KCz3i
ZQFhy9Ik8MKb94y310nTebVsfqqNvKyt9JywpiiXJIOi7GW+BZnifgBmxpzjUgYqZxswzNmA6Dw5
JBTo6/th35iLPNJFXU+SYkmSdXzIZ3ISjc0nv9VOXidC1s/W0nhNMtBz2p0OII7fv6dY9cY2cYFH
0A6N1LpgTYQFULepyMMim/6L38SdSjZfJyFrjm85GigSJ6omu7H3MviGAo0TmSIM2sUokO6DQVw1
Nr1bPZUIGHPikoCAB7ujhWXN3J1UVfmxFMKvuHfF7IKSkwAo64NUQM/bXQI1HtBNO3nuteIu+Kgo
5Kyrwxa3VB8nhtRZUIR+BEXmAo5MEPIJPmcHwPhDpFs4hQXQI/SbuBObIQD0pa7RMLA5fTIK7eWl
Sf0w9MzVskuEJmt62CpzsG53ZZmwE0KK/shv6m54RljnJIBCQxia65jWV5vfAwrY468DPzTAYyCI
WBaM8/lm19Nc9351mws6mgbSTXE1s4zWMEKIigy4NM/1cAKT4JWtFIfeD6cMxhgxZDtHM/jdS1xd
tQ6KetG0SZbVUXEBm4o7ZWvPJXFOzKZoy5DrEvV9EnyIlbK7ShWT34npAo7CA/Exb1Gi8BKqtekE
eapx5H4r7gKOlo6bIOqx4i0zNeR4TfkVlqypX3XlYo5kNyKNU4i+9L3k+ySemo94e8v9PqirPtR3
oZFQ9YVsUmWT4xztyg+z6pKvXrHpIo/yeaHrDEQAJANiCMgKBRlb62V2BjcWJzxza6SZZgyuuvyb
4eEM7+3Nc784R2cf4Z2qLHBlizrIzq5w9wCtMHnv1nZITb8oPF3sjqEBxzMKEmJDY3m1lVUBsi+E
ZmF+wZber5Kjzik69HTA7wDGqcrltRzGnSaT19Mbc/E7rFINDotDFhiTcN+MBYRhmd38an5XiCiK
oHO79diStUR5CLXrej+bjfpVAK4OUd9icB0yFP1jcl5qdmda/ui1210Aj2oKbscEyxIvjF5Dy7l/
0GqVt36jO/3aCjSrtFbYkrFIHpd2O+nbya9fGztHaBXUKFpayIRpGK7s6zJCtdjD4MNv4k6cctPz
AvucZSDPmn2u1bxb2ea55k6gjl29aANOeDbnc3LURwYQWLFJv+zoChEFYxvxMkB7RVbJJeqYU5b4
IbKYi2is1xJiijUmnhy6KqFUE172YSHgt+bOYbqaYpzSHj1VxuiupFu0A9cw9/ugLviI1luu4BsK
paOCFvClCZ/qzu8dEf5Xr2uuyjAJ9xDcyXO7XITQZsvte8TFw377RdZ10UcySOa/tkraHJsl/kGW
5cZruV3sUW3SIsgjzBpmG80xl+W3VsDLyW9wJzqHIu6XpIZBRaK3s7QEFDOk3Y/fj30Y41dr4sRm
EsArDJBmaCgZKR/6rc0vcTqVx92y+OmTMBeGBIHdgokWazNRkOcjxfV5OurRr2p0kUgiNaxsW4KV
n/NrBdk3w4Tfu4SLRJKDiuJgw9CCcPDexNeqWbzgmOwngOPFC1bIAYMrOdYkmcjVgkYfz+Gb+PtP
+sY2d5FIBIL+7czxKhFMFnbBZhPHiWr99E+gL/o6PiWUOCQEQpOsDsSDadEISQn3E/hhPxVqXyxL
WyRNAuoOHlRqW8OJCChS3GUmv60SOgdoWuW0iQ6pJS3jp0KtIyiM0eA5uBOkK5WiKzUGlzBhL3UM
P6X3oGVvxKgrTASfg6KANCvNCtjf8l1Lo+mbaQPR7WKtQ8+k7uKSrMmHPJrwU9aiqi7HNlj28C/1
E4hhLjKp66pxqCJsShNbu59hJgMzreSdSvetBXIq3Q6gb9KMSJBrsLQ3Vn7jFTuqJ0bfGf+tiHIO
05r3aMvnh8kX8y3rhzNIMvuVLy76idI8aIrl0Fvso3HXDdFZJdLJ7+Bw8U9jEeZWh0WS6R62jDBc
k7Hw64m6QkWASze9YZh32cJjdBr0ACMo4QUJgxrx6xwzdIA62ha93ByAtaxpyXkbwKHLKz26UkVV
OGi9dviYMFmEyXD7gdWpH9WTuSAoEtEl6GgAObi0vGa0OOV+QnPMRUBt9bQRTQ5JXdCbOWmuRAtL
L78ViV4vdxQWYqIUbWKYSvJdNQ+fjZ09i38X/2SCcQRVH0uyrPZWwqg27eB26DdxJy4TGvSDDTDx
ycCMb2xu4Yvjtb8TFzEUhhTSHCuyIW+jAzZ2Ow4gI+h1QkP1/fWCxzRvi4UzuJsLiE4xWETC5GPz
WpTE1SoK5WBE3mKnjLn8tDTzh16G9z7rDZ3w1/PGzZl28GZFQWTqG0vIlFUg2xz9fvBfJ/HExQwp
1QCOAMAKmsTR5zyScESAC964eYX9T23zl+9aQGfLZRwhEMqkttBcaPVNH6/Kq1RMUucWqodh6XON
L6prQ2FjmwKwBWc7r3ZL4qKGAkZaRQ5L06jhJonjM0b8HiwSV7EIBp/roHKEkFIwkK1k8rFYUuG5
FZ34TOEHEJewN87gonZetfXDJv3Aa7AueL0VAwPMskrxOecm7eHxuPZ7wxe/4HdRQy1d6jEcUcv1
a3A06O7CtrHfp3TFiljQ4TbHUarE3dbu4gl+1VVin38fQr+uUxIXNFRXOeDVMeYdpeqqGL60NL71
G/kQtC8Kc8XIssGxEZFfarjeJhtgjqsfIh4GA68HJyIOeIg+RdaHwVXTPhja3/lN2wlL5FjCIJOC
kVP2tRr587rxr35DR68nvYQ1XUcIkmageaW7WOklWzwlyhJXpKgW8RwXHT3U4vwGr1Awfh/9ZPsT
4QTlvCxMdlOERLi0BNgeFe0A7vUCsMCT5PWqyHRZDJuxKjBg2tNWf2hn5pfAXcSQjsqxiGxIs43B
OUfp8dNktNezbeIChoiUIzxRsN6lriystOOdjbvG77R3IUNUzAruM4eTRw3jp0rF9Z2wOvcd3gnN
YFGhznusS9XE+1JFV03q14hPXKmicSnmJgT2AfnEduEugKXBhVgBG/Q7H1zc0JQGkIKjBLbx23pN
J3mUSuGXZ129onCkmxLxiCe5Oeh23Sa/ydg+eIW+CxvakhTvqTFWvIkkzIoZuRBhxzy3ohOeyxCS
lBhMfGb8WgfiFuLjmde8XdRQUucRGWcAmxetFriUFcN8VnF4lvt9Tle0KIHTWMJyQL/4tDzUUSPx
At147hUXPLQxQKcbCTSiyUU2xMV1vvrJtiUudAjCr0FLB7wN98MSnbM5J/uQNvad8D/E4b92WBPX
M1UHTOm1H4ETjCTdp1UfPxdR2ZW7VEvp+WWdE1TOIwSd4AkCPv0qdgNfdwvc2N/5Bd6oKlz9IiLt
hrsmUBCkHuhVF0CTGIQZP7onEIivT4xOWOiMzFgetM8urIq/pkPTes7c6QtNIavKcsIL6JDAS5Uo
cTZW3XLkF01OoBK8fzZpjeLWTuxokXm1p4otfqHk4ogS2GkISQ4MBxWW/a6aSvCp5mL1y44ukqiZ
pqUZogGWD3N5TIrmdtv8qEiJK13UL2GwQk0HT4m5ULuibLpdbv30VRMXSKSaugiRdAHISa3ei3qD
56IoPb+o64fJDDHLymGEwXixT8f0A2F+D+bJvyCJBrSHlQrRLmN1scPG/L5qz60Svw6gZliVKlbA
Q5oqHXZbXamsLgK/B9DElS+yBRtSIzgyC13lLiblRaBnP8GLxAUTtbXitgjJ/+Lsy5rkxNW0/8pE
33MGSQikL6bPBZBZWfvi8npD2O6yAAEChBDw678n+/TMtNPuU9MZdrSjuqqAFFre5VniXQeh6buo
U243xmo8b/XzkwVKqHWMLwRXp7BiDqv5zgzj01mL/xROtHVL3UNJOQZKbl2ukm0SabVU43kxwCme
aOAlq1l7DNHHr7SWHxpxnvcIP8USDUsXq2E4opLX4nMTlxals/I8MSp+CiVC7tkOm2lQM1MbgLJJ
tY43QbzIt+eN+fGA/VMOKvug1SP6Q6A3AswSTvwAVaD+vFV0iiXqY/i7dcVwbCGwCwiW7tyrDNC/
OD9PRYCKXnQNumZIQh0vbrd2+iIYnEHPGxT6/aBMCC40cYhFmRuCXWjcN2um7Sz0A/8BQTRbNRWj
RpHFyWpXx0MN9IY8T9mFn4KI9LDoUQpcvWttrutoTb05k57Nf8AQTaVZ8Qelp43A2Jiwj6ycz0LL
8FMEkTEwPI8dErp+Cq/1QD8Lpc8b8VMEEYElkOTHOiIpiofjpWPu92fNFHZSvJVKduE0YCefFpmL
vr5VUX9e9fMUPtSwLg64F0jNi3nKFoRCsgmH87bxo2fqn5e9sa0btgE8m07XD0U33PrX8ri/iMxP
1X+UsjLe6g2ROczVd7Cn41+cDVDN2Uovn88b9ZP1uZoiDAKkWDtAHi4Ly3RaoQ563rVPwtsg9G2v
2xJvtNTTY6M3cgE4VPdKfHtsRvwkbzm1M+vagbOiQ3LeFEt90/Vj8czHGQBLEC2CJpUNTW6aJCLf
lj5mZxanTpFFU1vM9TArpNa2vdmONZgCKmev7PHHItRPPtEptGiMGTzaKhyrIA+Hz+3IW7qrpRiP
fvDQZdsNfuEBTK43a7KiSCIIHrLAnjcRTsFHZm2lrUTAoBaskgzeqO+GibNX3lX0F5/sZG2HFSjF
c4t31dP4PVyFdUZIcZ70Mz8VP2JubCKpCrZbrNfplkQ0b6RLzlve9PiR/nSqo7EeVOuKSczr8D7q
N3qI1yE6b2M6hR5BnXkp5IRHH9bxcu6B9yzIeQfvKe5oWbqoC0h97PigwITp6h+BF25eEXT4i8V3
Cj0Co17IvrZit4DY0O0qQcTbUBu0fOejHXaKIzMc9knXrOh7uFaM5x1tp7ik0JoFXpEo4UgXcZiF
RIG8KUhnw/Mm6g/YJPQjYeSBVRDDXjrteuJhxK7P2w9PoUmbtFOYFE2yY31Ln+fI1ffVPNb1eTP1
FJzEqlDpoMJkSuIys0psqe3Jma2yU2wS7SfqlcLANN7X+VoyWGqXZ1YTTpWS4jiQjVhxcSLrYR8G
7edpW8/DDfFTdBJyrGCcg+PGVoriouneWWa688KhU0zSDFhJX644DgppH41u23uiQ3IWBg8yGt/v
PPa4uVeqgY1pOCP2jMWnIw/n3x/NfxFanBqnLYasjQ4l8H3l4L7AiKgOUwTmA8unvlnf/Pub/MWu
fyqdYnVf6jDA6OhgeYcAekpJR57OuvYpLim0oBGtM7blMB511lYAJncNP3O2nwKT4rCVZrHYPGPO
VGqgILkfaVu/Mvh/MS6n2KSFtVU8wcIKkYv/Qgt9A5X08/avU6kgKEqxQEA+YTcvJIP68p1R0XlJ
/ylQJiHoORuGMdm2EMXhSlFIEdnzKEr8VCFoiqxJTIPaVrMxnwpk5mQ9z603OsXKmC0M27AGViaY
7DP0DO9NElSvxGw/f5fRKVSmhVv8OLj2WB7WAbigYlcV7rWCxe971I8RIUSnv98Ctmqa6mqOgH5o
R9EenAp9kgayDKKLtrHNQxcW7ZoasF+DTJRV8jYAgnTOCYcSQjq0unS5Awju+PtwUNr7vqCvaRgQ
8vuh+OPT8VMYnJJiC9WMlgc4SKK4UTa2U1qJmgapm5xK0mps46dKOV1mJDbcHDrDFtNf0Hly85b2
6wY1XACj6pXg/y1gddQRKS8rl6zf1qpLZAr0tM6Vku5yNhNd9yUP9JT3awc08gqLeweZdQe5OO6D
Dho7rkrSIu7bd2arY7GTvlravN7mQmfUdcUXPq99l1da+7dL2Gt1C/hh4tJCDOWQrevsnvw6b8k3
qtuihABWrcerzrT+foWtX3RXl1rENxDj2tTNxmHKcK2DrlSwsd3G7h26j4m/Xn1tTJt6wqdiS8U4
9guM0EMYAibL1EI2EgZQYtnDWnvTwMcaAgAha4rpAJtWXV0YjwLYe7vSVV6sq2hoNtqxUG/h4zg8
tAaJ3/0meNOkmsVddSXDqA7vunokLJM9qtk3gSlb/8DHoVtYWkIWh2MDI0aiKNrArbXNGt2w+caN
cqk+eUJJf6lWHTsCElk8Vo8Bg8vOTUk3B9Ul4sLEPLrIqR5tWwKYdkqdn8nj6MLOXiKiVyJtFyMs
HH+addvDXRam2zkfi8buolIZ/mnqAj8k6Vg72qy5DRMrBBTPtfVwPHCtll99PxTkG5wWxuGZJUA+
3fQN9919ECWBvB59INt7J7YZL0DMunApXJvnjmeg66/b8SHRxmuzBKyG8nmuHTf3quaijrJogOVW
n7YTMdMNvARi8U7TEY0nZ/VWlIc6xCiDI1KpvSi3wvRpDJTXk3Kc+PupbVGESLpyrjPf+s7+Jo0v
Rrebhg7a/mwc7DWQzmJiiK6BdQlBd17mN11Ro68AkaaGPDdFyWjeGyXy0fZhnQdbS/DWUWuCS18X
mTILN19vaM+0092Q0OFOzVUESUTVyo9FJHp1FYtkRKZnCzVu+EBB3SD3GyKTxaI9Dk5/YTAKJGfE
jzafNK/eh5sx9oLJNrhCRXIMUKYt23C3jn30QIaWXE5iZkPWtaamKVlbl+wNU1qkMoKddCqGBh6Z
MuKFSee5QW26gb3Dx7bq/JoKJRRJ2wD9Km3D8ULAJGMPCbnkI6jf6Nn242ayrpyqJo8KP64pEW1/
MfaeffBjvPLU8r7XACpXwufwOlbuoucR+62a5gBOqHX8JhmlMXCFrrciR8tfmYMZenRp5nFTaThz
+cxWbvNOxn7ZW8idlHeLksE+gLNDdwl4of04DERdVa4sP1NN8FRaQ64wa3zs2eUki8o89QEsvLKS
QFMn35p2kCnpWzk+DqvQj40BTz4dfUEelkKLMrd1GIo8bkQN57bWXBq59Y9FHyBZW3lQzPnU2afG
DvFhTeCwlS8s8eM+aLu1308jWf0O0TPXKaQ23MuoOhbehqU2ZQoEylBfq9ahh2ZAEPOXXa1NNhZB
0x3YVnR2hzN3tbdABV92wo8vZFMYnVbVuQ1mpbDPDOxSGzK968oIP46OxTBlNfpEjyXY+CKl4cof
lnlI9BX8lziwAKq2fM+iRbzRA9HuOrI9qECl6b3eO7dVwY1pamcP8JtZrrsGdsmp6KHKlM2KUf9A
WQ2NQzZszb4d12WB83O4bm/7TiwXCXokN1VU1l1OGAjGPEJR40ZucRNmS7wasCWNtjdN7OPu2+ib
Ltkr7pIllVqMNA1MVy2PgyzRC1Fsa/HfCIxldAC1IDvieaHzte1mIIIWWW1Phpee5ZARBrMudOP2
FKGjEMBiQvb6o5MTpLLhiDezvOpKf1sA3YsGt5iWZudXytZMVJCCSrWLtbuomgbetilnc5MyML2v
CSvZfm7r8Z1c4WXo11GMh0ED0Xs1rus6Pvi26wv0nADyjR97s9buFmdRwW/tJNe3q+xJtQ82EK8v
ahFAcyHTA4MtGkxq4m8qiS344zJkBeiAlZZXjYM432UHdV6t01oNrM/dBBWs22muZAVbKBLW15hR
w20pqgq0dt8qdF9h1bNbh5L4x+7oknbPeG1Y5nRPPkUJlOdQzmsVJOaPuilvRZ8MZXPNlEh4DhnM
sKigujGRvIpEuJuM+lb3wfQOBfstBxkFE72UcsiCBFp2SA+i5LFBz+p9bM38VW7NMqSkdonMClnw
y75iPTT4/XIb2dA9VXUk4syMkATsdc2u7TzPXRp5016jYqOyCTS6jPRNeBnZTl4vZpvC3IsYToYC
P1R/7G3Zf4rA333Qpi+XOo2KPjZ5ZDDvnwAQs9FhZFvYpUtiw3JfN1rWWe2bmecDdfFHUsgYlfVg
WrYMqzoKUkPdQN5hUbkiX6QOhhvVbCUk9OrN7LUtqugCMKu6TzH17HUTWSiihxupL0sGA+EsEC4a
UkjvJQdT1tuUQYpiLA9Cy+QWLnKDS00VNMsFL+squmLVTHqXjcu4Tj4dw9Wy+16XSZT5DoZFudSN
emyGPh7y3obVs6KjbdKw8GzKbN1MaedgB5aOcaz9XVDLxGWVlfrSdE3bXi9JsjUXU6ID+0Qp2VwG
OA7afUwhBFFirdheiD4wh6quE1R+XNSm0Pn5rSVz1+1HzmubS67IlV5MXV0I+NcMO+PDKm9iYTMW
zQinrObm/Qx34zmdLM6AdCXNx0aM8roCIzyFFu5DrQcY2VasptjpQaHRebkQYfcUEUe6YDEWKVsJ
Duk5FPXd0pRtWoXah/ACnw+TRg6ReJKkzBCW4k4mH2Vxv7jqw9rDNpgtnB2WahaowvQxet5swjnm
ohrqnsECXPrjFLqWXxWu5Cqbl96622kbizmLrYKhUj+UQbxn/QB6qQLFj7oUQYzylyTskiFrprbW
6UK3Re97EU/DHZtL57Jpapk6mE1DU3ipZJlcTQnikXQY+tl9W2nDZRptDaz9ZgThPreFF00+DIqG
WUUQO0B/fQnH96IsApsPRBQuNwpGnXigxT6jTtZX2Qbx6RsE9eDsM17Mv3knoE9joiKsMq8xm67j
ZJB3qMhuxUXAEVxdNMby9VmOY8Mxl6kPs05Na/swlDP70POeYo2sgUGEIotgyAQkaFv0xampcmsh
8XbBAqgQ7FkhI3IJL8hG5kyESj0pcJ/Cu1byLUkRDqhD25GAYgRaOt0JiiQjL70vZNY3krx3SbBo
1N6qWHeHwMFlM+0qxK2Z5FXL7hogFMpMVxa8m3mx+n6mE9qgZQQRhzTeANU7cFnq5nooBXlGbX5O
Muyb3UVCibivlzWc8jruK/u0kdE/4bnDL0wUEEU0ED2oLsMNXigpRGrF/HWbV0F3cPNGnW5pJ7/m
dVLZ5B3IxfF4iPH2dZKNCZHqi2snOKNuFbq0qVo6+cyFWWqIOpdxuAtgiltlazCF3V51UNfN3Ti5
9RoaU27MItXRIW8clOwyBP3hTaW6ZUb0a5vuuoXO1XsopYgwNb2D9uTQTwuERZN++Sxpt5ASIBPv
u4OdsUEfbDN1ZmdHDXYcnnWW8JeveQlwJI7enWND0NxjH9fLG+PAMbre1hK5Kl1W3V4uC6D3+ZjA
sykvFrKJnEw0irKNxEN0qDwV2G9mWkKye5rW6UC2GGmgr+F+/A7vnPFrOIm340vf4Qi94HG0DZ81
Bb0oYzFRy8PKy5U8sjlw5Q4yQYXIuzps93GUkA+GkumuZDj7c0oGx5EttBP4Dwyk4ryJhmLLZWec
O/R2qVkuoroLLmUJtN0jAlHmMhhtVuNb0W59f6uh9oaIa+4WlD7KadyHuPJdV2wIMNu2ZM3bmvLW
3dQdELwfgoZH5sNM2zC+J8vkxWElgj3PjLMe86zp78088uowwt+H5wiric4G6P13u8XJjmYgP4Ty
hTFgC01akc0D9re64CZI4mK6inq0PbKtGZoeK6Y3WzrUXALBmwByl1xh1kuMPwR8gvsqLIrgAb5Q
CAfqIsAKwsuuy7gBnQrvac/WcPVonUD8LCXx5ELwFaLxOZqaGJMOvPHFfOyNq/1XCRHK4uukC7L9
JmfMXPuNUizU8OjV2IxIUaWIi8w1NHTpmpiF7exwtIirKumvnbZjnTcLTq9UjwrJraqm6nPUxvGH
BQZex6p8r8IYdvEJVgC6RF7tXYszc81ZgH8LmABo55frIvKDWR8IHC7LNZMz03OfYy8oO7xUJyCJ
UiNpMjmtLbKXqVwpZPnQg5Q7yPxanbNKrzaDDwINUyBxVI9dYYFKyIxk+92sQTpHERrUxDbJETaG
EHuPkwJg4FTMzRp9ILRmCSINQ4IsKptK3c/EM/WCbXboci8xl/alGxJxKfjcw22By2WUH2U5Uvvk
SlQInjqT9E1medwpZBnKwUi4Ydj8EuyjxY4ToioJgNfEtlu81ri63uB78oZ2cVVfkJnNw31gGaH5
jB2mvjJm8G9ggArH1r5zZfTYV3pGdIpaQfjiOIvILglBLTwA1DRv2YiQe35jVxvOKd/atrlarS/m
i9IShjbXRr8B2ePD1Bu1fA5BIngjnHKggwS9HaFs6liXN8ZF/XXiffXSdWth+9RSaIshhDcas5DA
4lDvfRMmNT6lgNa/7e/aXpgDFqH7UIZNIVI2O3Gg8Sa+1WGCdDUOm4RnK5oldsd0lTS3E95KX6d6
cKhSp+vUmibdas/wJtzGH+B+DdLbukVLGuL15t5O0ZxTPtCHWE60u2Zo1zHEPjjeUtV0fASAs3EU
0sMWhx6cLyXb0wGaqjvZU6a/LkR1bgddURvB3rAkEmsLAXbW9yP6KlMQglyy8IbfUwl7uwcOxyyT
MZShu2xDktzk1TbZ8npbKm6xvzUlSwGWBkm8Qv45XTII0N+uzqk6hauUFzc2WkfkUIFhlU3hKhu/
540Vv7ElCKePIbF2uS8TMPH2KOpCVJYaXuAjLB2HExjQaWUWw4j+EZcY+M0sAjFhHyLEYcihIgc9
4Xao9SGMfQvDdCdMzDJoV5B3JETlKV0gNfFGkwRVGVi6FMg0l9iIS5w3oBNGAEtdorJuYhibaSZR
z4EEQxYGw1gBKoBtDkIv84I0IO7DKB8KAxyba9VQXI+k2+BETpKCZkjxxJMvB5mkofSiy3phqw8x
RNEuJ1OMNFO0FW8LJ4CWHnpZPg9qiN9rl2iekVBXn0H/2t4I2ETgIT0OdGQ+kUznksmHeC6qT0no
GpIHXneXuMn6wFYW7LCx6ket6okiWFp8m7lC2Auulim8bOsVCOpIYGpkveYwLKlnGCHtN4QBag8x
7V7hnHNwn/IFtsyrYPSmfKOOwN9Pve4R5lB0YqJvoOWq8k0LeD1aNASnFOo1AqlDVaDQdqfl1NzY
lYe72gWQ8akwHMNuHGstniCKG/osCSh23QKnVudytM95kY8Owf2ACRYQlNKCZkz5gipSti1lC9Fp
VEdSXi07Lc0d5cn61lPtDqoR4Xo9KdONX+0SFjgs2mlSV8FqW7AgQ1ExOac1KDUPS8hYk0k9tEMa
JSwIHtiwlrcTK0WYqalPLjexBMWl7RbofxtdqOptq+Ce91CIKqKIUcm8ZK5S6jFMKByYpHXtHbcz
gwFJU5j1dkFSfckGP1yvBY1chtwJKkO8wEE6ISXTD10UiS+kbZoq1wkik9TwSr5hcBe9Qiu8h4yV
m0dEmXO1vEONpkMEHYDoitSmNtN1MCYxGrOjX9+HxvvLIhg3ljayqO/62bTfGpIkQ4c6BMFuUazN
1l63MxK+63kUsk7dRtySrXpBns+7JoA4FMc7uxB1M9syhYxOVbxJuOrFdVAH1VXT68ZnY6SX4IoW
zvUYzWR6gYmgVil3U5mkZIvW4SKCyNRHJ5ZlzhDHFfcV9fQmKuSjcyXAoxC8E0uObXO7tazq6U2D
JvcLiPTJo4AAwcdVILm46krSFIeRNCG/CKN4dReweRmndBp89cRBT3yMpqIc0rFI1o+gLSYfaOe7
Kz2xbhd2834tUWvh3VfPsCTSyFr/Af2DKAU6BtEauvXYOU14p5Bf3jPUv+GdZQER2M0In96VZFsu
B5ydj+DQ2OCyjReUSJu48I+RpNvVbBNepWshmyvVX3ztN59OK5zOlij0eXIxSUhLZPGxElySWr2h
jSo/EIHJVYmqA3Yp4u4C3pGg5Y2AL/bZ1Gq8iho2RHerauhdrLb1c4Ei39uWF/Z+7eVEDrIj72S4
pqsfv3E1P29NQ1BYnpS6qvmme5T8eHnNh7K8xIsJ0t5CThM4Gt+u+WRH36YYfv62CLZlzmMEz2Pm
gqYCVgg1tm9sg8AcVgNDDRpOjvJJImm+r6QT9wGrW4tTZ1U2JZi2WKd2bR7r0C/zfutZpHdltaLu
OofR8BEuLiHFyc0YqvNt8EhkMF0SFk6wdil89zXi2/oi1rkPUYBc+YAjoRXfOiih/RbxucavxsOs
swL7boG6B0rzqESW9A1VKFCDYufdx4F2LU19xyBm0IzjVORGJvWYUsWLBcHhuty4ZanqjKM+/wwU
DFugxBN0Ckmp9Z9QIuy7/RwP4gULix7ieLvrAtbeyZroW7aNs07jnrn7IZbqFtt18kW3MCN/BXXx
82YTP5UGgK7zZHteARafzPQS3NU1Y0yep4PDT8UBmhClDao7IEYwxYMZ4VZDg4/ntWvZ940sVfXV
MNfH5iGpD/WM7YhQf57VTXRK+x7mqDIWpsG7ZTnOnx7O4dXmgrO4CNEp75sws5YFjtEdtDaJOFRx
uF1Ri07o/pyhieTxZf8JYAS0eo2CNyCV3sdPYXFDZf3hvCufDPq61ii1lBtQV5FNNxU/BDE9ayZi
5/r+odFcAuGjw1xRqvjS+/YjGcVrwL6fz/LolPLtuqQpWIlrc1W8t2LL6uQ8C75InkDuK1s1vF7Q
rS2D7hNv0cdS86ezBvuU8M2wvzIoA0DQrIOTA/cxQxP05bxrH1FYf5oibBpKiawQpOyWvmxosMiB
LOc1sE8J32gdgRAzHOmZSfAFJnFTTlQTnQVCQ8H3+wdHZrO0jIOgCfWbOq+RQL9DC204C5EQnRpF
sGhFAdEeJ6EjxQ1BqaJn27kXP1mWJXZx32oDMKazd/FaZ7S3Z8nHIEI+GZVlQ+E9BnkqmpZ3KC3C
Qb18f95MOVmXYkKvLCAgThXjyh4qXUap35Q7b0M5pX2jLRrLrSzBsg/QyvFDcJnU5XkKTGg4fD8q
3IehjMMewl0MtVn0LgBdQF591ric8r5ntRTJBvkuQO/ku3lATwoFujOvfbI62wXK/Kh0A14y0kOT
uF3TkfPOnlPe9xxvQ5EIPDZquXvf1Z+kNp/PG5GTpTlCPhNC2HiXCXNb5pleD5W1W37e1Y+4sz/t
WGIFsEAVkHesnbQwDB9zAlOKV07MI/rlR9xJdEr75qjjQLIXXJjGO8SOihUwUh3DBbAL1qMvjLJW
rftDG5PlDwut//y6/D/1Yh7+dXX7z//C119Nj5oBvJlOvvzns2nx97+Ov/M/P/P9b/zz4sXcfW5f
7OkPffc7uO4f980/T5+/+wKWu0DJPqIZvD69WLgg/n59POHxJ/+v3/yPl9+v8rz2L7/+8tW4bjpe
TVWm++WPb13+9usvR3b4f/758n987/j8v/6yG6tpfMGU+te1/vsXXj7b6ddfIvYPQmOUYKmI4JYg
j4Rt/3L8Dov/ETGGbDMWVMSEHaHsHXDd5a+/EPEPqI/FIgwpI5KxI3XUGuR4+Bb9B4sjAmkdAVL9
kc7z38/13Yv53xf1H51rHwzyHouH+W5yJLglkEqJiCNKGJwZT/HsFQ+atoQYVTqJAMgnBZ4d0s/p
FeDncZX87xTEZWV8/Iv7sERG4SkeubTa0MnzKBW6GT5MslkOSWfmq7J1QMcmk29fWVDfAzZ/vyED
9AKTXgDVBQGZ7xfWsiVDm2wa8BEYjAEelfSXU+WnK/gO1a/c6ocRlDGDvTI+HjAmTJzKnqzrVDdd
YHjqBt19sgAzZCroy+c/zac/3tuf39PvMNaTIYxIFCWYJphJ7BRKTsDKL8mCjgLTsn/okgLUc+qD
8Q0NUMctUa15KaZ2BljCwUJtAV5r3xDbfbAsTvYReouvBHA/GWHM3RB/MMARPaUgorDggZbC89QR
p3NKkyLIjJ3sZ+Xoa1Dtn94L8BbQkFFMl6dkZNUBMtzVHqiYWCb3/eDdc49UI0fJNnjNROZ3iPbp
QEusPCxJiW7Lqc6HrwBbML4H1AOtuSuCTutzzJXYjSYwt3yezYPe+HBVhtOS+ZEA2jCEZMoqNL9Q
7a3jrA1ngK8MrefremrWfYSa4t866H6f3tBexGSjLJT0B+oaCtPgw2nYHw5t0O0Kpoa0p8b9/ZmN
AoaQCco/jEY/gIc7IAzBd47TZEB5Jk226Fkncf1aPno8+E8GHDMIu1mMygX9Qcmmki1KJ3B6SmO6
Tft4g+NYLQj9CqjIeMnaNRBpSSK5k5zSVyDXP1tVIkQQRRNs0KjBnhzANOp9PSmEf9BxxxlZT0At
SBW2yX5OCnLPa0W2VM2UAzggyjVVcrSHDhZENnWxNy8zt+bvjzpmHZSSYJ0lEmz/329daMAPsdEa
eyVKU4+61wuQD6J9ZT/5yY4sOAjfCec8pNhYvr9LUDLfRbLGvk+C9uDbjVBwq8coSduYb/sI6/nr
v9/Bjlc8ec2YrwQRDT4cwTHw/R0h/x4O0OJHYwRlafDyLaAIEef537+LRFGX4EiV9Ies2FOYT2wK
YAsJsatdv6GoDcOmv2c78/v6E1LiBlgZ2PlPs1hArihZwKxLK9vPDwQ+oTsBduMric9Ptj3cJWY8
jrBJi1OppICiowNIH8SWRRRdkNLzrABwIfdBkLwSI/7k5UgsAoqVEBL2w6aXdKSPg6lFUyFZi1ws
usjRZ37NHQkxy+kUAFQLoQsmnAzDU8Yt9HDadgon3MUCktwCpQ0giN6xIs7NSN+Ua1VlDRMPcylf
2TB/MpQSijsJzhDohNHTrQy4I3C3+4oDWVWXac9tu3fbHGcUArnZv5+B34fbv88NbMkhJJUBz0/I
KT0xaaGMveAoT+fa7BsXz7lkXVaGyqVBR68G69a/lVH96444C0LAPHmEU+E0JZRGTFMzRcAQMVSv
LXjYMKUhr3yunw1hhO2Zs6OIW3ga59AYqgDUJxH6FjM7GKBX9m5qxzvv3Gu0jJ/NEx5iU4o4juDw
VFNfRa2HsnAQpUsYq0upBAWKxPkLic3lBpIKQUYD3TwD6Trvoa7yGqvtZ5+U49xjGEtM1FMzL2Om
qIsBGUllG+PYC6LmNgbv97Yh6jXnt59NFiRigsckihHMH7fpPyWAnUcPQPIZr27090sB1eOqGHM9
bt/ior4R4AS88hZ/XOhJiCCJxAxlpjA81QJwHXZIMRvUO4qW7WtdUKDUkCP++zXws7sIjrwC8YlA
zsO+/1iLjgAeLDpA3oAXzhM70T1YK8krVdUf31OCq0PMBMLrEaDFJ3eBYWO3KQXM5WiG+A3gGPKr
M376rSm216QT+PFa359e0L1Av5ISSWJKT5NpqiEth2gxwmnikzAtKtE74DrYBtQsmfm99DMaTKXw
M/qhfGYWBnazaZDPewC1gmiuPm0FrpLG0oAe4AH3CDLgNKZvAOk3234B+N9mNZDWNGWsbT+iJK0q
4HIhT7I3Ek3w/8/eeS3XjWTp+lXOC6ACLmFugW3prUjxBkFKIrz3+fTzQeqZETc53MO+OifidHRU
VHRXKTeAzJXL/Ga2XSNd6d0wGl6cKPVPNyoypOIiFaiAzZGdvA4TxDtQHGbqoR2fApCHUZxtOqy6
XgJL614NLsVLIYrkoXRGy/QUdQBn0YxW3+/bRoAeBdJCTt9lbtFuQn7x90iRfb7Wi1icubYS8owA
WE5ot0SAM0lkQE65LfiVNDQBFy5SLfFKzXLT+VL3cglyZA2mTaKmkinqh6o+2QQMDIcjwHKtQByv
r57ongT7z/ftBztK03Ag4khSrIrDawImXtnamjC8ZEjn08TQi50DSsCvoREdKYk/Woqpk+WqyMxy
Fpcj9NfJx6dNbRhGm56c8mybWqlVM0IW4SofZoCLnz/XB3muvWACyOU59ZSPB1dEkelIimVUUIVd
2T9GWpRoL2aVe9VMjCU8krOh9W03D3ytUZf5vaPPP42ojbfhlCbXtXC7I6/6d2p9cKJ4k7qmQtl0
DHHYeegZa3YlOa4HZzY7mZos5iiJGlYLmn8/1CJzzhm38lbAatuOP7bhdFE7RWEtSHA3B8wlQMRP
RkEdltlRcF1PIBOOhMv38ZnPzdyGEaZrM/M+iM+lo5egE8hYmBXrLy3zhFVaKeKVol//Nc6adRFG
Sf/r86/10dYg+acaMWwu9MPxiw3ES0X3hDdTCuMsT3pzlauxtpNdqhwhiH/0fA4NBfRTXdfRD4Ua
Ui1JqK/w8xARhSzEC8tz7QmET/lrFsmFjcL6kTf60cM5tku3iUmEYx0GUoNuZ55AePL6fqx3zGn1
bxn/oy+XgfKRbf/RWrSbAAGSTLjikFlbFH1JEtaSpoMx32ujYvliNKozpZbH9Aw/XIqd7BouzTmO
2tvj7HDbMd8nZZGdNu7sXGV3ZFRuHXo4X98dy140BX/RwaO+XWmU+ZzMA3WUOavGpuRehTCsOckG
dFnzNS35P1HXdXkoW9jqEhnfLhbZhiuKgHiERFN6Pk8IqFMwWy+fP9IH6QLoe+op16G5YxwWOloI
3l5riU5RreWXaZOWO6m2+b/xMMBsuceFpdruO0l1Vx2TVhnZDhNtjX0R6cYZVD919/WHISshKXEp
dNVD+YIKTH2vg370RNcO15MLmjSsXf3IwX1fv1OsOcCWl6YyvdvlYP91fTAGKgWSFcKjkudONPPX
QOuvtNg+KxVaKZ8/0gebmyhkLBevw+VhH9weieznYDJYjPvFeNRK29m4ajRum0j/emeLVirFu0ql
YaKYvJQGfz0XpkWOhU+08Gw1BK8oJwfOYTscKXc/eHuGRrWk0nDSl5P0dhXRamGZIIHiOSBGdw6+
oPspn8zbunO4WIzxmBH470hzcNnRQbMYFYFUoxI9uEcmt8VSLqKkUKsiiH0bueYHNBi6E4WG9LWs
ADjHCP/canNaWqBXoX2gcW1uP/+OHz22sZwv9qXpsIHePrY0rCkIyPDgXVZyh5FLtbYTRf8GADOB
ptONR47CR+sROVRH5ziAazrYNzlnJMgkTx02arFvAJ9t3DGK7jsJ55eArVx//nwf7FMmIqphAYBy
dcz/3j4f+FCa4b/7xErbb5ze1VbagB0erbbHf2MlumeEE8sWNKXfrgRrSw1spPy9Dn8AfxSaQBJ2
KE4xIj8m7vnRQ+m2TU+LrbrE4bdLhW6paPiz0etVzavWKOxvSljLc8uZjk1pls9/sEm5uFxXY7ZE
ln0Y7EUEpkYPWKmBWXHFrQAQVpmhLTQMaSLbyleD2li7cSjsIwHmgwuAFhc9Lji9bNDDvLsBNJsy
XBEAbSfnnncQeHoWySPb44PtaC5DLn45iQd/9/ZN0tJw4QkRW5B+yDxHkY92TfIbatEvuElfD9D0
LwiWNBAczTjsYdSGpDDTiZlWCOxUdK7qiygNoeOr4xp9p6+ZSvy+qalbmEFxLdCyOJwPZVIqS0kn
oDrU000W2tl27KNjJ/qjD7VA91UiPd20w8uNZCvDU5V9DyPwHmJ5vx6To6XBh4voKiMYckSC5UGG
kwdB2dbYQHolzqHnVtWLi0bVtPXXjzBdf7qrPI397qZBY6HWAFULUKa2szVjyzyZajNZlVqi/Bvb
m16IMBh/MtE9FEeOzM4iNyOhl1UAuyCc3DNg2uJIu/h914yARJlCfwKqkTgcsjYN5sgSvSfIeGW8
CxsRrp3WLjeDIeUeAotY2Up11qgjm7C0jnZIPggeZG+kB9xbxI+DiBgCCg17deAI56n6Lava8Dnu
Xf2ycI3gyyWEQ9pj0L0i1NvvihY16cN4bgXp4uDMfqvEw21U9tkW8sYxj/b3IZGlGL+j5iGW+Htw
o4y1HslYSDrWylBH4D9E4fd1LZ5jOIKdNyzNcqfwlpHh5vPt+cHK1C0kxAQQNumh9FBTS2kpTmt4
jiOCbUoRfIufs3NPDepE0NCNeE22F6/krDPF+Xzt91cOBSEJGGMapujMiN4GSrfIIC1QXXhdrMf+
UphBQk3w2i7tr9kbLWELX0GSEYOK0Lb4y9ulgsBpRGnS0rKV3r5KixF5xW74+v1CccHIiUmpxpk/
DFs0Watkynggcw5dX6BG4PNbjoEO3sctVmGKuSQFnPVDJSqnjGYCM+m4nilYzNY5PIKFifvlj8PW
J4owd6dsPxyiCKvMDa1yDC/Ipbo2ugH5lxmmeNua8kiPZrkQ3yYEroHZGV11014aEgf52xzpKHrQ
J/cyTRTPWV/QhYy6/tkM4vlyTKtsM0T610Bcv3cElQa4agGVTyU4H+yI0HazsJlocoZB+DTNsLuK
QQlfPn+LH3wr0gwgKRbNHY2k/O0q2qyYGHfC5jApozetnM0VQ6F59e+sQkimfKLmO1ylKq1USTpW
aYokWPPZgDDk2TH02AfHlQC1lGbLZPWdjXfL60E5VEdgZRzkmq6l9IG7Sx/653gk9H7QtSMaUgja
pDRk2IciUSNTs3mmUYY7QVkXXlyqxVqxU8hitBGgS3MDfI9H01q3mtKsxlHPf1Kquq5XT2azzZQo
Q2ZFjDdJW+irUcxfk936s3sATFncfzTp3UPsZWOVswmrjoHK2Oc7s7RVfkl8LGq9zyR5C5wHGj6M
S3mZb3dP2ARBjBaH4YV2aD0Ytg0vppUNnttqlPtckPHXN5LJMFtfBipU4Yctwdnp3LCq+cRVaKnn
Y2ZINJ6S+chA5YNDQU38u6FA1YZVztvH0pWuQ9gESHZq58Y9P+MRsZVjJ++DXvQSiLFuY7ZND+tQ
gHFiy8yiW6YYZWWe54lj7S1ZVLdt0xUpcuNh8ZBjY+Y3eVGe44eR/ZQodKWrcUjac2FH+ZEo98Hx
odOwIMXoPdHiBen3d8sBwRKRmtyEXkhxeWPmNvJSVt3dmp3Uj1zqHyzF5UPvbgkHLmn026XMzA7V
RgfbkcAKv8yTNjuz5qzdjDI4Jjr/0VK0oYCigBKkpDpYyijt4s8Iri6d+sWxinY7J0G9QqooPmYK
+cFxwHKO6ZhLR8WkzfH2sfpRmQOAMHQ3tADxFzklF5Fiu6t4sJRNO8fHBrQf7FNmpjRaiXlLWXjw
xVyTCsTRoI/jdQt2tozjnaXOxwwHDt8g7wzBccalBs0L+qwHTzV2DCMQAmDk1zMHqrvIWqlOGN8l
mfJVDKGhasC2FzQOPEhVP9yCkO9yvU3xj5+Y2vlKqiao9MLn+vw2OtDHY3OzDK1glTRLY+J8CO8G
ICqHdGAZJ4VQmIttij+ogQaVnBDDaey1dHV/SmFAi0TbuGZwj3IdlJhmlevHbGjev11+C1c8XXl0
vMzDDgoiZ4NUbYa3MCPhNIemzjXfOdsS9ZIvBs8FI8f7BbMEKsMifL7dnogodSmU7AVRVSUnLnYJ
p60Oy/rzt3u4KZdVmDUwaP09YTcPMgojy+o85uh7dWtNT5qY24faLB6/vAhb0jKBmpJjsjPfPspc
91HVt7Asc9cuVlGqt74p4q+mLbTq0F9hSEP1TePp0AHKqsaumEZeWGo49doirz0VhZse+yzmYdxY
1gGEYFBZEXwZ7759Gh37mpGhtuFZgJ1/lCAanwaEHZ6kVdq5J3W7eu0qd7rH09J9NkatfjbiEuY2
oD3UVCLga4MXaHnReHUJF5uAJ+qdOqJHkQ2Tat+l+YwAolVUdrONg1zZh7KscPONq+6q1wZ7QiuI
edCeHLg4K4okZzw/DcYPRF8VCYd+VnbFUBrwvSWsJb/gqLQ0x1S9XU95Y/erRh/rs0iMdeXVGJJ+
N5qAPC/PJsRhqnGoGp87xNllTas8tygFovuMVJbpT7oVi02hZinSU2j6zuHOCRSkKEqSUkiUbp9e
ZLM9fxtMrYTLLEpxGXFw202WFom+yTBUrTwNQbFmr8LvDjxQ/flD2fXRLapGFSIVuOud501t3KlO
pz1Xow65zc7qafTaTMvz7UTqEqwdMXXnJATp0+h09bQJo8nUNogeau55nQTEPajiZbJP0mjRWCSz
C7cBmoHVxsDiQPFSU5cS7eeqyFfdZBXOqkKmZdjqwK3C+6gep85vUJq0QU4O2Wk+Mcdfgcdf7IQQ
WUi8Cr515VtWPT5XaqV9M+YRinwaBYsJToH+jCkmq91HbSl/RAZsBq91p173CW/NtYiy9MocmipD
+G/KH0lbYNuOSVMG/oxJrOV1aQVLBkmVEeUNJ6vPdRw8vull0Zbw3q30m8rfs8/xgNm1SgrdFZuc
ut/ILhma1eAGhP8EVHO26nK56E5KYNheARm8RaGpqhUvrnXrJcBU8xvyAE25C/uCf2JAjGQmRxb1
zyJsouAcZJVEgNdQjLtQTdVpjU5u8GDX8xDsbK2KbmzEKa6qIDX2ydy7+xhJlBN1HhrfADbnjWCx
n2YlsL7Rwm8tDwgqlHPF6MbGD+BtMwKK6xG9uQTnag9YWj5tWzobP9XJTuNVlY8o0MWOEysEwUZ5
4W5LH1M1cCs/6eFhY8LkFpPvutF404hBIm9SkXF6rV3X+Qnds3D2LAhTyYrqN1W9ORzsb0NbJpon
+fd/DMOU5VsZONNZgRR/69Wdm+wytcoCj62X8LkR33Q9uOzTT5Tl7JexA9mD8bAaNEhPJdHDRLOh
WAWjVV5ZAG2cVaaWDQ6O2uKD7GVFhTTZnFSI7jCukGhCxfl0CYzCeo6aWGTooBSi3nSp1XXrsrMA
OJh1gQ5pojvJeCnaxjDuBDJ9iFg4C9HarrMu9AszyQ3UvNyx8RYZpOIamET7PVpGVFuoE7EOHkcM
wffEaNX8PMZTYvAHpUkfGxPpMDSSaiH9oo7nh6yda/RCirRMnKcafY6N5sZTeVZYeTruKpCHBdO6
dvjeRDIq2RxzRnzoikHzU1FFCHJMQ/PY4151E2qiRE+Fd7EvjMSBCd9ikHVSiV6XK6zgbcvLK5xL
PXRNHXZ5hl2xp0L2GBGsQDPS04umQwIDSdfhTERqru2SuC/OyhphI7TnEz6ezMynPLfUW+J/+1R1
CJeuHKMWO/B91QJfqqrv1TC37sZQcI9aG5GuoqEyNmnjh+7YXSZzIoQ/qW0RovxBXYHuTDZ9i+I0
vBpmK+4QUNFl74WMqDP63jD9PWVsxGvmlpvQtLNnLTbDqxS7Ht2Lc7Wct8GU8U5CNSlcb6Y8yHyk
A81pVUunDP3cnepg3YWxgeporeurLpMjLM9ZL3RPxrM7rjrAvuhy2W02h+upq3p9T180CxNfusV4
NyN6dh1qfQrpJGoc81ttIo3lJaLTngLN1J6QxOiGk14Tk/FsWQUZ1X6AZTtuK8cNzmfO74gwXaN/
VzS0Joj/sW77ID7hPaO+kV7RT2NvImDYxptUKCgWDCh7Bl7tZu11bEdJC8gi7Z2tjmoeeyBz3XQ9
asl80bhykCuBD6Xho3ZbT2tcnswLlOqru1jaauoBhLPFiRX1wy8gXLL21dgYb9N5Aq3x0GNOFO3r
rjHv83yFfox10qtG/jqHTTV7QSTkSZpi++EVbgBdYxk04ZqhOy2SeNTzhYdpL/WsGyDg4Q+Glp4Y
EfA0vy50Zy9QotFWhVqrT6MkCqwSZXZelAjkPs83Zb8qM9A7LxRoE29amt0Ij+XoS63jcpifFbeM
7jNRdsj9Gg6+UiEHil44ohyNL+WiqtnlyKStgR7bNzJmam73mhGugOQHJ4aC0qNfqw6/3QyT2V3j
/Fi9xHDa+i3afaJYWWZN7SGRB93HHcamG6POW5qzWIXTmnUl2mIT4riTN6JTukWTKL7uEH2T+J+7
Te91zix2g1u7t46aohbZztakeCrzJwHJl5CxNgl519UUa6UfpX1l+iQFiN6Fri0H31Q15TSdqgFB
CFn32U4kkXuNhc5k4lVY1xd9NjUXfWcj92Yin7tWwcG7fl221hUbXU5+UXDB/0BIMwp8ky7+cDHj
YGeco2lUBpcy0MZJel0f2K9mhsDWpp8qR73UgMUm6xaKifk0ZVaXbdnWdnep9mZM7NDYpee6FSU6
KHgrQmDabIl9sWX16EPHgWk9tno6zXgHKn291Zus4xS2UiTnSoZB743rjkLfKmkQ6XtKnrLfR9LO
qo0W4QWOMHMbjj6GBONzU3Vjf4mup3FTySAIZjTmItPZldk0aOvADtiqVMSi+N7Hg/H6eUL8rozQ
lhINrABDfMq1w7GXkeJoSf4Ej2EeyzVe7eiHmmF6aVtjePX5UofzFbLVZbiyFC0A/5k8vM1WFUMD
N2JI07NBmXIvWdbKagz2utm506axgv4kDlt931azXLdtX6w/X//DRwW0QINvwUEeYgjGFDFchHko
Y2LpbupOGPd1YEwrJ2vq7edLvatleFSm8ZT0FjctCe3bR43SotQRDjS9MmAArGjmvF30+o5AOj94
IIdukwr5h/EKYLe3qyiWWgT2yM2FTkQKsZ7sq+9NdMs79WteQVS+4M3A5NMvAMbEtOGgGyJVTCY7
CXw3S03V03MDcKyIY4SaI8u4IJDFm0RW0XkP3/kEAV3nx9df6O9hDpAHnQbQwfp1oti4uFMcuk5Q
o1geVOtRMEb9fJUPXiifjXERje0FgrTs4L/AM1WfSyqpEVxvU1ZrE9MZJFBILGbk+b68Q2jOM8xg
AgGU6l2J2HRmnzaFA7QjdhM8Q7r+3GqF8+vzB3q/D5dV4DVws9Fd+s3V++uBNFsjg6Hj5OkxuGp9
QNZonJJjlpvv+yLaQgkBDM9/ocAeOkHHsQP6IGQZBZ3SS+pve50IxOUAQFfKoknuXEzt1JNpDNOF
lWsofs2IZXsCsMneaYeBRnMYM151iyO8leUI/D2BMfhldNkBRTCM44QcHJF8rluzJIFGSNVSn8NB
KBuVC3jTB6ToDhy1zrP66BgQ5KPXrgEPWqBCdGoPjSsDd+5LrtQl0mmF3+YlSfyE7tjXPy4jCI2R
HLN+63CQNSGt2BE5Ta8vcmeD89KDqk7HBhbvWwxwU2nMwKGGdcTjvD0SXGixE1rcD+D3XS/qtP6x
KFvV09rUvi5zbfrzUF9ivp/HP5qyLV+7Q177Gyr8ZfWruIU1/qs7f64O/8n/CxnwHLa/vu/CsH9D
gb+IF5jzf/Pff//jfwjwCjv4HxuYFIEXSTo60sxL/jDgf/9fTALINh0VbjMas/9FgVfgwMPppHBw
lwYsnSKuoX9x4BXN/UfDf5d7mLYzI2rg419gwf9OE/77nMHNpwkFcsYmdwRqxXDi7TaRgs585irV
vapU4E6HCD7oejKMk0w6NHcC+OQXXRxQZ+T6DH+jH6wEizld2xKLESeb4ymp/TjH8WJs3BA+NK2t
n3MKn9uLkuo+Umsq9cap2vMKGe4XKfP0j//R/995aCHw4f9n8YWL+MdzA638+c32W/6df20/R/+H
DOA3gpkgD1+Tr/uv7efY/9BKpW9LGxJqG8Cw/9p+mvgH8i24ICAtC7to6Zb/pwKD+o+tciORtDhc
GqCqvrL5lhD0196DgEtaQlnngp5h1HAY4+0MMCM9vHbTUNR5bS3ErW3ChMa2MT0y4Ht7nbCSYHSI
YoS5dJA5WQeDEwQ5K5HEbrMZ7XJf5911UqXbyNHvzCY47Wxl99d3uPrzDH+LFrxfjmxLY4xPygq2
m9f0Jh9BvdKZx1g0G6s37szAYQKOxnmsQSEv5uxcJlm4+XzF9++SFfnCwFdoX9Mnervi0LSiweag
2URY+8AZqdd4OqyDjH7C5wv9RlO9/Wpwsx14VYAHiBqHwBVRlU1SYMC0qcOg3RlNSrWrddhgDVU4
n5RalJ4Ku+3uBD2rDUrS+2geb/mTngazesxna1uUVqt79uhKD2XDSxXd/jV4WTQV6/RG9Hl9JJU4
wCAv3x42/zJlWvYYb+ggxiWk+VrmhtkGsf9zq6zP5ry9skN3Pssh0hDyhtWwzC/yQSvWcmzH9eev
7EBZ4V8/wNUBdaiAIhmBvv04Uxj1epk56SbRECb1i6lMT1Fy1zfQ4NByUApa+tA9UTl2egU3IPtM
D9yTKRTPqjqeIg6s+J0qf+glMuaf/7Tl0d98TMI+mTMVJOR0jvVBmhU7URIJO883UPQEgryBVYYI
5oh23/WF6ltlJbEfwjuVZqYYoeNUpnGkuiTjOfgRi3wIYDbekwO4wDy0ogSPXpoIV8ebfOzDVyWZ
xZMEaxH5bo7KKWzwrCSLkYiaxln+XQmau2CUchUgu1h4hT4O66GSvDfqjxv+tepEFVLdMPY2N4Y9
3DHKRyp7CGPf4YSs3Kq8K2W5h3KWPk7BRh8M585sg0hZh9Zoxkw49GEEsUFdtqbVF1fr0oULeKaX
iwxaYA7qi1V1Ns1KI9NeMMdOkCYva4yGZsX93iC5+9DynwcF79yXWSKpcQFEQtqrwrBhlk9zPV0l
RQzfsXKDeYO7irsd+gaZ19Bq25UGTOBUoPsBCWmmzwQzb/gVS6OPvNHqA6SvUId/bpUu+NZgbbIn
DKUYhE6T3BaL6kZa1MpWjenDP7T9rCXbOVBn60RYg7udED7a2xTvo2dXVnHhkOKuB3wMfmFNNd8Z
IrNosTsOBk+11nqoWnev+swN76UIkl9kbVc+0EJuzqqU8sUzq5m5REauTgdlgAa0zfoyOzMau3sF
QjXvLKV0H2i84SNiT0r+WCCpflFIdzzXbAxPBi3T91kXpzX+DQhKF5WRCL9LHQxgGyZjJxHqSzn9
rHLeFVmg6Zs2Hmg3IYos4L65daAyfnLHbaRPQ79tsXDW105YDT4ZsYWvDKNlL8n09qWKI+Uy7NGR
3kdVUc3rJIQ3uMBEMZ1tJktKPzDQKtvwLsdylZtq0p3ktdpAwl5Enz1Bd8pakbjX877GdCTFz8Rt
VkHcRcIvsVYDliJSf6jxlOAqS3PnUqfMDnf6jD/CCuV041T2FqyyomGC45lGd2+GeMauAqOdnnWz
TnocMqqhPkmZF1j4fndzeC7bkJm7ijKmh853ch2kZuXSuMyVO0RLp9Rr6m5aFXWhGTi+D0r8IqTT
xf5kZZbc5DbiKJugscX1BFIh2sOrHi9KVA5fG3s2fzldMIb8WmqdNLBjuEdpAffQ6c55cclrMwzV
WszOVTCPE+rb4T3YBMT5c/snTeXbih7KvV3k6amCn+4uNvC1ClRmUj5+ruZlUE25V2TF7MWyzjbj
YEQrPIys69kdor0GfHMtUIBfmWZk7GSlIhicmclpZNOlzXpTbB2DSVRkorOc6Em2jqRbAgINy2eG
Tg/KhGuNbszZLqus2M/poK76wX6BPBNu9CmeGG3MAdLgWByBr1GuQ5Sp8Y9zRjw7oph3PZvX5TCd
OEZln45mre2UCDs8WrPNPkFu0y9Fo3vMQC9orBtrRafTp/Vnml5WJ7nrbsIkn/aJ2mhLD0DupObc
AgdjANEyYRuUfIMRi3KplkbnCS0kp247bT/2do4et1OdZ1NcbIyxBfiju/2jbg2aVyCnro/Ja6Kp
+l7DIWwlAkXc0YKu9ol049MpSV9qdKLP1cKQr1Oixfc5cfOxsfNo38QtPIWuuA6jzPIMOyeS5w18
US1GDrzlnawqu2tOjDyxtsyRm22L2DYHFx8bEAi9vJ4CFINXlckIaTXm2QOQKWNjhfGlPkXVqq0W
NBuScExlaBeTtekdfiyVdjNCs06B647unW7TJF/UkotU61B6DsOMXYVYQtYo0U2aJ75txt/NVDdJ
jcri1BJMnnw1keKhTrX0Atu79DS28mGtCbs+GWivrMpYZ+I3ljay7uNZNYbTpkB45KLI4+sx1uBu
W9jryXVlNg0nuhovMA/oXxH3Mk6YrbVbVR8dr0um6qGnFoZhEcpka1VatmrCbI8tSOhD88Vqqmp/
MuHF3Vpvapxa0fLFTkhVtnUZ9a9dyLtGAztRMJGem2xnj6QVXsUUwi/NbxNGf2vVmeSZOVnudZG7
84mGZwxGZGZyYie2wYAIRwx8Z2guN4hTa91k+8ho/0jB1F6OjEtQbpbygnb1jauETMaV3sOTwuoR
sZ+kwSTHjM8wl6P3hNbHE1YZ82NmdMVJVkzui9V001OWOXJN0Zngo4PY/RlTNibOEcp9Kwfj1m2F
3OZVXZIVJknc3dHNYVjXB+Olk2WdX9tGsh7qWlvDu5n3Y+QKP9bVcvL1oBx2AFTFppvacq0lQDsZ
DzHRC41t2vZ4gJnN3F5wJZs/8MShyQgd40yFPr52wFIDLwj486NIbuM4T33TqF+GArnrUj4zqYae
HWBcV/EIpecELy3hae3kxY3bGnKrZsaVweg7i6LmOe/HZBvWi6tAVbb7qgnX2hA3VzKyLqtovC3a
ST+tK/1HaDgMsnVZr6Miwf8rSJnyaxqw+Vnx66Gywfrg8ZYr9cucjc1lE0zuPlDBBCFGD0b2B8D+
YFvQrFlbMfc2pmSFz+t8yucoupJzMeJW0Cm/dDu5CaGWhS6WT5UDzrPSuNvgW8a/rLrCTa+Jow02
QaiUN9nkmbFDRy3rXWcVIrjB6KlMG+hxBKrMtPoNU3DPClztZdbr/jnCroUZominC4S43U00sde9
UG/MR7IN60JyuiJ/gFYz7KY+ye5jpaszBAqGO/zaQirv1rgbMqfH78dFX76z+modpWaDsYTlXjIz
lV7Pj77Nynh4chslviy0JkVRHhVx3DDwdTkb58j9LlOJboIWmBkufooO08FN4j3GCw1K2UpR/0qF
wxZyI9E9ylmLrpGNnbZxFYT2qswX2EHVp1gBsH2DwmceIhRE3bvOWc0AD8glkJSQqxjd/8rTI2C4
KypUJq56Gta5jxSjfikiUV6hMd6r+Ic35bfAUiZ1VTF8q3dycnESmOs4vkP9XA70uTDa9NvKSr4Z
eQEGJGI6/9r2zJC8UZngYRupE5c4MrTVXYbCyzqJmuwJbG+/EjIjCiGUepYbtXkR17I0T1K8s4IT
nMemdmvljTgHVJD8xPQvC9ehi4lDi2nvWd5Ezq4Kze7GnXOHU8j9/MBU1/Rbsytup75EpNecTqvI
NBvPUruCkKUG3xHLx7M1D8ZTzL3G3VjhqBkjaPGSRkuG6QlM0LCGG51X3AinLbtcXo8AWXZFiOIN
Qlm1sdUnS/NwJy+1DePv2fWaFLlREAQwOfCKkdBi5nS+SvTQGm5wkJmjFU6ZOVegJVah3Rn8sW0y
+FNvA4+wXEaCkiyn8nudIFN2SXqGn1wybeFyTo/amLvnat2LyMWosYNj0CQRSW1kFFF+n0ES/GFT
Wv2qeme+1dKhdRlbV83e0WpXrMQUptVKb1T1JW4nYjhpUnlbh7jUXQ2AiTIfkb15kb4NuIXn0uVb
BnN5U2dsiC14A+WiqzFA8mugNcxzx2Kta1H7qMDle2z5s6M1/Yt8xXhwuNaoEU7iMupuilgq22zO
ujN7rFvUozEFIqGWdeKp6jB9q/BUlSRVfTB4SignwQAW9e29aWCUTN4pDennwTRY37JYkIg1Upwv
rbrMj7vEWjtuO6dYWZnJBrK6FlwMQMgCRu6iqX4R4ZtOYoam5c7WqEBR3OEQFWXfOtrpe8yqyQhc
sEWZB78Sl70kD69y28kTRE6m9KbWFyyPOSfdbqyNARUpbMrnGoNCfC9wqUy6ALOyWI+2sO+4A5sK
uKuRueI0LFqeklK8vpUaGI+k6/JppY0xRrYuCI107ne1itUp2LH2fsq5cGw3kQ8dquw7ZNjz3keN
RW51p4hWA7zMvTXiEVRNKNyjksIovJfRedrMgNKYJHph0dSboAyk7wZ2/VMP8g4P3SEsODK9eicj
u7/+XcZ+qQX4v5Bd/d/1p/8fEmdlJKtSsv/PLcJ9mz3/H2r1pq/eNAn//Ht/2oSMBf9ZKBSL6zNN
PQCy/9klpF32D73Bhb4NxMKAQ/pfTUJT/EO9bi9aMeia/dF2/VeT0DT/WRpfqPLQUADqDqn1Cx1q
OKNv2gP8MYx/+AE21B94ke9YbxWOnkhQZtY9ZdfPYsgUwmbT+kSb9LwEuLvWreQ1qotgzzDrQmq5
3ARRftaRe9NyG877aDZ/kuHTLGB+nPlTp1+PgV5ft21WX+SzM+3tqelugkQvtqaB6ZCa5Bj/sNOZ
PuVn7YB6EeGsXSEHsMR6dz7tZfADWtW1DYBrlRf1Yx5p6Ua3O3MFf//nTPbu4/DiMPasbvM53LeJ
8x0/qeuqMjlTVssYtBhyH61W0EO5cR1myQu181NAdPHwKUl8dXTumv9g7ry241aSNf1E6JXwwG0Z
gEakyC2K0tYNlswmvPd4+vmSZ84MC1WHGHbfTF/06t5GWUgTGRnxm9LGGEOlQGRmHTI52YKLnKCU
6M5S63l51urwqxblP5DAmHjSO9darvyMVPva6LOXnqrELhFcYAtvIkVHVLLsmp2utd9I9KOdRvL+
Pa/TX7HqPLWzcVUpIBuFxuBTa90HhnIjMPM76rzLd0kR3UY9oo8KFMVDUDfioCYO+aG6FL7ohsrr
I35dokptmkk8ByE/M8uDp56n6E5VMPcD0RUd6iJ7CbRKHCAGP/MymP15aNu9Oqvd0Q75r9FI/thK
ix214LsFjP3PATcWth0jNslm8YA2Aji8TuCGieH1nxA4O3Gv6K+MoQ1+jJUZfA+xBPAgZfYPGa56
D0NWGSRbyqFClWtXTngyun3V7tsmNG7cDiypWxvxnmd7daSlY+6TmPHtRVS/LLNUv/cYc+5iO8Rg
eQEIUi84KVsi/qNkxiPaUDfqyEdjL53vcdd+KZToJdbDlxjsKYgiwGdkOKjnMEWhTSISN31wLSYw
tvGgTHixoYsAy0VchWP1l50Wxa6tVPMKiCsWAU3ismuN+mbG2+bAWYh26TDcdRkt/AiDhUOpDTX5
IIhZJzJ8lFjwAFMH3rDdnN44hUi9oo31b9mstTtehj8Cqrb+IsZnPIRnrr4hOlAbfGyNgBQ2MHU/
FNa90g7mfVwZ9W9cUpBYdZpkF1bGY9QX1RGQ5SNQvz9jMj0nNb87xRXvriKp+ppjVrGjt6nswh5a
gr4UT5Y1aAh8K/EVdSdgr3H5UDT6YxpjdbmbRlaRUghmowa+ukUYPAV18ktZqi9Fz+qXCXOQVi2o
ITnnRdUOUC3MR0XFc7R2umSX1NEthLwHMQ53g5V9UsEqHRZYNXsAySxKiXx+WrDZ247dCfLAx0Yv
2iUlW9dU2Y+KMoaf3Ny5dgvB5i6Lh1q340f84e81VhOGa/UdK78MxxNr2umleVV25ReYPMrVtJQ/
6nZ5DgE07mahPeOaF4E5KBA8zB0qu13xCVsGw8PiPvYr/LH5TEBfVYu0LK/y9qkVqX1ECzV4AmTS
HpIa/zDUg46Z0hxjg29vRH8HfPfTUvF77dl9arXqgbKFc6DefQ9VVuzEyOhRlFf7FlG9KzXsMArS
uoECRvKiVP1djS8o6NUw39eThguXCJRdR6K/z6064DVD/CtbJHWNIrOPcxhb+0awixCTe1asWdsL
bIaPJou0t+qo2qsqa1xnkwsAjKNiZfGvVjMehWJO6HVa5eeCdHvvLPZ0ELFJzHUwChOKaHe69FDM
FVakbOSzPRxSDW+hgCkB+Mf2LLvseumgFee4B+/suvnOW+S7ktO2tntC/uzWzoGk74vdVMhjTUb7
VyoXMjctzxSTdlTi3DkQU59Ti91TtM5TAGINOKg8n0XzvY+4Kargp2FFL7k5Ntdl1pJeVUN3fP2z
8f1JD2Ixr4fefgpSMmaM7NNDuqS/5iETh7aUEpNhOexGrHm9aCyiHYQuv8DZKYiTF62N7f2C3fmN
O4x30OzL/RhyZHHEo0gQZZ/qOf1U5/z7XHv3bjve6UEwHZeGawlLzB+F0XxvoMTcdE6k7oSyPGO1
FO/x3CJam3C+IffBxi4sZBm9wlWS2ktoH8AFT5bmDvA8e01gaD4O0JenwbnXK/1xGDl3Iqy+uHnx
A4P4rwkaA8QC9kJaU4Cze5bWCGp9p46EIuDaxiHNrHtVFm+ypei+6DzRj1qXVMhPspYa1wF2R98z
EIU3YDj/UEqRvne4wI29Mu9HGLU3mTnAxdeM6eg6jvoE6oJ676hT3l2MR+wEXN/MFPfadtxjOBQt
LauKtQ2spzIT+W7KKuZYYb+0XfSyDMWXxSgfJjP9MfGz9nPIP5yY8a9w5l8NteJTUs/PSmeRcNe1
j6OpfRU7GXBPgwXtwuZ7vmBjGifMBHrv/7ghfxmpiOvCzX6wD74XE5vaNuwnN3d/B0r0h7YoUHVt
IXrHpN36vAR/BVPxkKXzc5hV3/GpGvbVlDR3elHj7tjqXMqW8g83DYZWZfyiCKXz6ryAQ5znP1Ql
uJkri85cFP5RQjn1pUUEQncPJypNAWbSfp9GCEhxyG9UmWYo9u61AhViKsfgJkW78lhOefKoSMXo
Qg1vLREpT+M8p8fGaPgJZvoHz8+XeQo9fOn+pD1RpqJydaVUWXk1V4G51yN+nUOTYz/GEaB0A092
Q/D2rU1svfSaheXCQg8tlL2ecmSSlOTFpQK+axTWTh25A2OLM6P28a9BV25yiI70aZSn3iSU91Q1
doiE82ssgnMviSUqHpn7MB934Ug0KGbH2QmrwfWP98K+ioaSomVosb9FWeKlawbzXTOoxrMaMRth
R9AFkR3NVOIoboMvPnRKhvumbhyEUPeNzqe7iVvgsz49p3FfU3li/KrQCEdp8BQZ4rHDJXLnLk0F
7YODsVDn8ptsqe7Dji5HQ13ps2QB3MhIue/b6TkunOBnM1h8TNZ+l/ldG+MMGKdj4ScIkB8FudXe
KUhqKnwVD1pcu54NJ/hQtsTZQADcV0gEj1qGO2Gu/qTQZh6SofyRl3HvkTf73dhpx6EIkT9q2X6E
qzQl+uMCGh7prAI4D4ryyqRDeidKW/d46WmYNbutr+hESLwUi51WsTVtA02XBIblURma4R5KDghg
UzyKxPb0kPJNbHNqOibTKoJ534/VwzDy+2aAvrsIxW0Q5AOXQUuMjCOmW+jxryYn7GQ5Fy8agDij
z/ybTkc4C1Wr3aE6+IXSce/NDRs1NbDj0+T9Yunhn7JKf4SjO+8HmWJHWY5DPV58MF3gUUWFG++D
KR8PUeA8Ofim0/MCDj4t6jV47WZvDv7yC7tKhBj1WfkVCi4zo8JGsVU46FlgTNevwTA2IucYBtpN
HpkvMAlGyJDGvCfpeR5Qnb8aJ6313UCnNz2kXLtm5npDxw4GMDXzIOZ+k4ElHFn/Gn9OEmr7aWnJ
l6cF6z/IFcYh1qbyUDfcREkyMY2ppd8IOlL+x9+u/28P0//xn/r/EDQlH5H/87N03/86Aa3If/p/
Y1Zs41+SHAfLBAVkSieSRf3fmBUDWJSKkt05ZErT/4WigQYtX+UhiysFr+L/xqy4/3J4jiJmYtmo
KiAb+IHX6ClAEHEG/iSQgQayKBrDrPvlZd11adt1gw8tZfYaXQ0PcQQ15c1kXICPrMEcchQQMQaS
iho6emuab6VgWjxa2eAr1cBVW5cpDc0oOcQKDpP/2VAraEKSuKMkTQ0+v+g3bBBqeU5g7MMmFRug
5zXUgI8CUkm9QIAbcc+Uw2gPZUamadKeUgnpcpvKp3wAqAIHLar8wXUrn0Sv9Vxdbf8e3UZnB/2f
HXZhUi8sHYUEbLIlmB1fmRXUQdUaTDWVsfetXrOIs/iUYiW5ZWJwYelg9bKBgVPg6LCWiWihM6lB
Wve+CsHvdoGmdRPm3O8NLp4f4t2+7kVwgLjeg5yQCI4VtJr6K0peoqDvTabn23pgH4MIzZIPT5tl
SViGpfPyJTxSnXmDRC70vgod4LY+bWz3c2Z09hdgSMXHvwUtOhvE6qtEwNovsLfpIZI6dX7ldMbt
XE4BbeJ22hiFctUJ2oUtyLrg/CBZBKB75eK9+ZaygycGqLjzyRiba9Ac3a6CYAMEAeZsCON+j++H
e8hjEW6MfGHzSdwZwjUSiAeV4nRkAQw+74qu8/t+7qkSGNR/Ymv+8GEGz4kSGtY0/FjNWu0IChZl
jFxv5RcBjJ1yqpVP6sR7Dm+tZkNz63yfAzMjTAFABSOIqMPpBwWuOYu2miq/VnP7ZtF6+zovreYe
5mdx/f4OvDQU0mvgpiTZhc1+OhS3e0QZLq7Y4gIQTdvk+1LREk9ZtC0Lg/NlQtztzVASqfRmg+h0
FAwoWQzVtfpVaaTm7RTmWx+0NcoqEoFg6eGpKaWP4wjECOh3d3EZphsYxIvThsaABAS+SsKcfkss
/bdrVOJ9bEHmKzQOx52rmPEhEfnHRFpkJGLa/u9Q60g0BFEXAFQp/WC2nWs7NBffirV//o1t8GaQ
VSACSVlTZ3JLv0ron0RBb++iUVEPbTts8SLkMr9Fxb1+D8R8FycyEHtrGgDvigDQlFP6CahKP4Tj
eRWLLvdiJ/9NNMw2VurifpCCU4g0GLrxKsH/ZtdFoULzxrFBT9mx4ildBBwHLMnh/fk7HwUFPkr4
6AOhcMlYp/uhxli9yHO78NOoe+6nIT1WrjF67w9ytumkfgL3hU0ZX1IPVoPQI9TigNKs3znDsMeG
r0NMvaMbBC8z/+jN9DoWSkea7eBlZOunH8RtFZRkiplfUZn7SV1TsjtNWrrvf5Iqj+PJbmAc0Gyy
QiHh+MbquJYI2+QR0DofAmt0r1hu/KmYAYmOqZl/ohvff1ataLpTdCQR6izVPqfYA3zr+2JJ9nBL
y12rR8ud3SsRCceU3HIDtF8Kfa42cK5nu1b+TiadiwaZTyhsp/MRaH1sxl0MHTLs3R94V5v3KmhX
XwkNGwgZpi/vT8zZhpJyU4CbmRTgo4jFn45nQE0qWim3qanK8yxG2OSCot/HB0HyA3kR9PgMFNlO
B0mXIoCDWmMUEGSNZ+f1cAzMod+YutfrarXG8spEjw9UMy2mVeDP6l4XSq+kfssy/ayANcwHS9Gh
PVAjqajYJoAKq7ER+2LJp++6Hrl+jebxE5GclrfWVl8cNdSAStQ2oAEmYlcrw5iCKW4XegrA8Maq
VFEomIbq8aNTpElqHXhF4MXQOVb3IyC4peQSSf00g9Kd91151UBT3jjZZ7kTEF1A+jQDkXSTL7PT
hVBCV/QIRKR+0FTAFSpsdspxDr15sOLbZmiaT8E4/2MDhvvy/uetlNe4XeTIWFJw0sFu6+vcEHwe
z3XKSb4dRYlsLiX6F5zezZ9l1cxUsnrbHnbQrKZHJGZTnuygUtM9RfZw+QR7nWMXdK37IwVm8iOM
rHlCdaAVaFW8/zvPjx9vC/I7SFf4zCBGezpBPXbR4xTGqb9YmX4Ys+SHGVH9K7p83s/AdzeGu7Qe
JnGPZE/w2lhrFoNnxxxFAGRL+0Df54XZHU359Nhb0HV8K62MH32aWn41W8XX97/0/OBrciOQiiHn
ZRHlT7800ppkbqM+8SnXlscu6rCTMth/74/yerRPzyQbDv1FMln0kYm/p8MUcWnhSZglfp00YJ4y
oSLFMeTTX207GTd23Og3M0CjrzgOB/tyCQ20XofAOAwYY1xLI66PXtMI31Fkp6kBNYYiwOpui0us
sEvApn6bi5TNjyJCE4PKfv+zL0wuWmyowEsFSIOtf/rVzTJPS5+Zsd9HNAdDLaclmaBW9Z+NslpC
NQ7mHlew2B9nOz+m3OcoZ6TKRsy4dHQ5uYALVHSOCOCr0BSURu30sxHR480/04zUv0TUt3NMN0zw
8pFd9+2+qmf0airFip+yUvR7o6RB5zmJJa5j1yoL/qer/dE4VC/VZMfOhy8YggsMHVk3IvmS7Km3
KX9XxqiMB07kJz2A9XxxlgcjAwb5/nzLD13vZQv6H68l3upMx+ko6BOrYRIvsR+n+XhjujWIdxdF
FzL3LQvr83RFI0bCmkVYTQaH1VDRmCFv4IA0pboCRtj+3MZGsss6+2tVBR7+Nr/e/7RXQd7Tb0PM
FvQIxSocQNATPP22yFGHpQH+6oM8TH3EKOZwFwdhd6h5wn9W1WUE72p1oJdFSXMgLLyq1KMHltL8
9v5POZ9lTg4HB6KNDsHwlWjyJpEGmw2KKY0jMsJsebIcgHERavEovVn5RjA4j/anQ62CU7noWAcM
DKWRVnsYCKVXptrPPtjX8JPV18Z/OJ68Dt5+mtEOog4YT8xF6sHL0WkcpBM9WCr2SL3qG0f3rFpH
EMJhg4KJA38K6M/peAm5DgCNMvL1KFCv6hSxLRAQ2GHjxDiod0rRpPvRBiAdBJ3zd5YE6sv7a3lp
WzHFoOC4a7BSM9f7WE+VugVELsG+9WOD7MmzjYDWHnFHnZZ/HB1rO88A8xnpjRuijwOM1U131fDR
8gMzgcMZdO3X+tSaPRZNpQ13rIl8hOGo43HsIBP1zS60aAi//82X9q8UBCHloVBKwe100sEVNvhz
hJHfNHBJlhlNrxRA4j7TkLJ5f6hL+1f6a5JacV4oIJ4O1ZXJ5PRwf/2algaSN9N4BNMaQHhCKWuO
smRjP51fa5RceUShLk1o4kY4HS8dGsWtQcX4KRJQtwUdvhdhF8VGVeo89jEKOQNVZskjW8td11NS
dW0tQl+UwfCtyqA39KGuAswaIvQdgVxXTbJV8r34aexQkgN0WKhinn5aSK2RVLMI/UwX1Zel7MfH
SNW3DAgupENItAq0lCm6kc2uddEVxZkmurGhj35V/ggkYf4dqkZ7Myd6cI8cn33TznZ0NAqtoj6W
FHvcKiZ0mQAh22WxJQT8SvNcRX3dIq1DmVdKpazzz6heCCBAVH2KkeVncMH6cxEtCjdoW2MJkup/
Cey1mp056/U/yKXpR5EDMUuDJLmrtDC81osUd433d/WlpbCk1DnaEdJ8ZXWAcoHVVazUod9Urv6P
EAUwWWsYt4ybzxilUO/RYMVAAeqyLA6sxplHfQbtHYV+z374VWqVe8yaprp188W8raB5Xc9uE8Ed
a5VjlVfV4zLN01amePlXQN6XkjU0adalefaCizYSukj6nCzfi7Ex9kkJfL2LsnYPHMOhBEzTtVuS
5H6JbWA1EDO+f3jGKTmoGDxQJuM9sJqJwSZkVYajeLmw00cFr1ZA0Gnz8duPBh6h1SZ0QFdd3X7y
2EVWMSo4M3bAPKb2Lo5yr6jNifjlbjw45U9e7WyD4yVl3+UV6K7OM81qfUmHTvGgW/UeT1L7SD5h
PphZ4dwS9dO/Pj6FRH08RWwYVRD2T+MHap6O2Wc9H6e7y2FUU+Sl6Nn/l0oCyhrhP+XDf/3+t5T0
C0cDeQfqBFhkwLpfi470xUji1DeKh4gTrCUrIRcMpq1yzYUALEUk6D3wHzSYV1UCmhzR0tSMMjRm
8hDOTn50W3n2RQiyoqzHWwRE4o1Pk6t/tmBvBl09zMJsbvpu4fWC4rxx11Vjd1t3Es6OMvMvWx+D
q9ZxBj+ogo+5R8t7WgcFrZFpo6ONB8KqBJYWCvWcOFQ8Fyt1XwxE/QUusv/+BrmQFrAZkd5iallB
Xf79N7kfwAN1NJvJ9dQcBNGE++/eLF1oEQgK7N8f6sIu4R6jgmvz6Jax/XSoIWjUbIwaeEZYjHx1
xnq5lSpnGynVq5nZasVIK01ydfkW4n+eDgNxUDRLAybDavTJmxDazY9qgFhmgS3db10dC29JANha
CfJV+8kcwt+l0av3GgxV37bS4TBz5z60va6EsIjsRt1VBMJ9i4DnHT5fkIpwWdzQkDij8bPaiEup
uFwAWeMlt5ocwaMGUbfY9UwcRO8N5DIDf1F1BDl3Tt7n+VWigDXfUc2c/4qzBY1ezOLi36lSpn9B
rw8eotmGCtepAs5ExpJXO8so8ciex7DfEm27sGlk6iyrUZT76WWcTnGdur2lqL3jKUOhHt3KRUsT
QN3Rbja9EjeGWrcdxeiGknyIYV0bT5+5JtprTZvAP05LsLEGW0OtjvoMcimwy87xohT4bJE24sqm
d/KpjvotaYSLQ+k0U7EXl52gVVjuyzRMXLrD4MibBstjkP79PtUb96/Aya3jh88ddjb0pGmocpmu
qz4KFZ9hQpDf68xu2SuRZHGO9lbSduF0M4pNFi7vbHXt3pAx/Jw07Akq9/0Op2OUG6Mi34ghl/KS
k2FWWy91kF+YstrxdLikz/VU0/YOFOOTWomXpAvVn3pg9tQEYKWJ3sqhO1pt6v0bE0oOaMrAiQPH
Ki8Z7QyqomjZ/k0Op8HEHx4Wu7nxqRcnVFqPgPhArc1c5SXL4qZqnFbsfHDnPv8vYlbzcCP7uTzK
q7cUBBhML0+PsjMnczDkhQPG2X2Jpjr0VDCnGy2Qi9udh7bsgPBQM1Y3d08Rh/cm2z2ue+M+ipTs
eVQc02+rYKvktjXU6nvKBn2A0OIQ12mX3yJc7/qdMS57GNpbzkSXhgKnIC9Pnk6crdOp06whkqAf
xxtECAa2S9ob8OPxARlf+984wnQnyANARvBMW00g5qcutU2OcImFERlcCRndGbSNF86FBAvdEqwX
VV5u4NlWUSmAypcWQ8IyjYN5U89xfJOBVruCtA/bSXOa26GIqm/vH6aLg5LhS9F6fLTt1WEaehhI
Q2rZXjKM1VF2wI5uYKBM03XLZ8rGHa0GPd4I9RfScPz8bFB7WFqgOrU6W1Xj2oMzs+urJLXu83HU
Pc1REKTIevsOPdLs4xEDuUFZ3qe6z+tOnsI3WdaQmohQdJzlrmwKiLGIG5jluKXHeWEqqYOrdA8o
mQLWWW1IHh7g8wdGUUU6HMdQOIeCN8VBrepi36Rd/bUGxr+xaS7VDujXUHnGA4IKzHpvJmVeNQMz
7ZEwIA1QK1r7qIVxUaLCUDh/9xkx0qj04iGEMO1VseyojZZq3BZpqF0r5C0bv+jCuQRMhtsVqExy
53Xg1EVvzDMekp5bBvEhn/tmL0RQe1jn/DvrappS+1QaFlHxOl1XA5BmkyJo5VVpE0OGMCPklAdn
I6W9EKOp25Gb0+5QSaHlur/ZPQjdjKIlAHmIiVXHHgbhIe7b6OP3DRpNlJlI6ChJrpuwYb+0SZAw
SmVT8U3s/ufSDIX//mm/9CmoZElrILr6dLxOPyW1B9Trc9X2YlglRyRWHEjyxoehVnIxNIBjIFHk
G3o1YY67aHGWjWDU3abZuxryB6MT9RvLcmmfgUbRHYqCGO6J1bfoqpI12J7YXtvOztWohOoN7I78
UXdFc3h/2i4NxRsQcJDs3nHET6dtgbquo5Rge41dIJAcWvFR4RXiFZHYsjO+NBRG0dJ4BcAHG+F0
qDRSB3vBx8IDsVAdlqzLryrVzg+hMm4mczIgrZ5qtJFIGul6grNZF4pVNQFnDczDUxvzOk4RP9FK
ZGDD6LutdCHcc/srxgc9eumCmNFqP5BI+vXxmeUpg0EV+AbZcT793GCMgzSlF0j06gsPL0iqeqlR
HJsa4fv3h5Kp6dnXkh1TuiBE26/GLW+OsTkhPZWL2fLaSlNuw9LUDlWoRfsyUNU7E58GKItFfWy6
aHh06nZLxe/S0eN+xUyU5zcp+iqHCN0uVTh6loeqBCK0RtHtB2LlRvA9b61gV0uxWl4EtiHO5JJL
5HrneKgtD3kuYzcW6HvuWroBfxS11m7NRTUOVRtYx6ZMyq/9aAwe9Nr2wUgWSDXvT/jZF/NTZA1F
ZtCoQ5vy77+Z8KVWtSmdesvrHJHfGlac3ViD+Pb+INrZgaG6pklLXZ3nO7fNKoEZq0nRB3DtnmGV
/Xxc6l6VBKQc+CUk4clzCnX+A1uEbKoWijpRTRij+9ldUImx9SiTPiQoDR26scRfZOiEO/gDkhwv
5YgDAtYpNrdqE1TDreizGieWGcGLLxOOOV9tHH3j46COKPUXpoowvwJKZSPMyWD5dtuiI05LQF7x
UmsbKNDpLIY4QFROPQy+7dTlXctrAbkHJ0Y0bFzEFfTG+qtINOWf96d1Pauvo1IkQm8SvAututNR
KwT0ck2FDAGdqz0maRYerG5AnKVp2+P7Q8k/avWBRCEuI6r6r9fG6VAwLgLT4a4DC5LD5DE0FHgW
w95PoaY8RJUhvDQ0nJ/d4qQbtIX11FIVJWdChRp0MbFnjf5zIyUytWIZwAcY8wt12T/QwqtD3oT1
VWo5ISxg9Nve/9r1xL6OSeWZFFEOvLYri+wZhd2B5TSyRjssIVxZEZXOHnjdvJFRrLNsKnC45AFq
JLgS4HUZEN+cP9NJUDcrrNoPuEa9TOXT+lJw/kE84gtTuBvTuQ6wcjxK+WxVVN91Cvqn42lxOefD
gO/CVOitX07acj2EST3t+jidjmo0JnD5Xet64t6+pcUeGRsfvA44rz+AhyCm1PQIKZGd/oDaTTIn
sDK06LvWxluEC26XiymPNwLb+b7h9qAx4ZB9yA726nA4vcpLQ4PU4joYO+7hIw6/J2uQlIOyiFHB
6XWEI+bW/+jWYVjq7pINxbW99klDVJTXIy0ZH7u7H5njJPumqp8W1d7iKF2YR8pFEK4okVEdWy+k
XjmjUqtz6ePYYV7ntVXijaTMVx/+HFRJZNmV65+ny+pCXMJRWNXQlL5jifHbqAfKNbl3cRCFkm69
Sc6/yOEk0NiTFu8CdNvpzoDW2aDHmRR+BON8Z9ituqMYkx3e/6LzAwdmD6l9XhzkF2d8Gsx+REwR
IffrsE8OrtoZe5pr/mioOBmjbfrh7c5wspvFUrHn19sdgnKVFrz0fKUcXLj7IsRJbdqCAl/4KB6u
yMG4OieLKH02dckCE7P0eyv9ZqGStE9S46rt0C4aFW3YmMILC8UiI+aM75LMgFfpbxd3Nr5wWuk3
k1ge9a6cvdEVH4XVygeWLtGuUu+air/8FW8io4H04qDWaunXGE59GjN1etZLUW+sz3moZxQqAshF
QxgjBp+Oks0FUoKdAdVgEYEHA4oyvToY/pTr7UZEujRtNBkBoPESQhV89UGJQF85VUTpDxXmPwL8
H336fvHe39+XRmF3A2CRir5o3p9+kEIh28ymDJrGOKp7rVo6CAfKVuPt0oZzeNLRnQWMCUjpdBR3
KokClVv4Y1o736O5VY/9jGpq6g5Ix9p1sJFgXfoqqjWuvDWoz6+xqFmv5mmNGoCPxJ7rObYS7fNI
+TcOKxsBbAd7mjLiaxr7ZstNPYoxxZgV2PBm4li0Gbh9HCE/vuVoCEGYgCjAZeyuVgjN97BRY730
cXTLr3hk5NifDimA087dGOqsFcAh4uGIPBT1R0cKTJ2uU4W4b46gc4lbgNbtnMQBpKx/o1f7q4my
lzwb0BQqvpSze1vFzUZb+MKayasDxC6DS0Lm6dhjE2QjxYXSd/sQarg6VCBOi61PvHCA+eNBJ4Pu
hFhorfIJjbDYBkbJKGULILgjwOJu/Bg7zVbYO0+dKP5j/cB7SboxrSFU7lJbCmSI0geGHnm4SJo7
xB17P0DD5F5fQg0TTbe8AvYZIpNntBtX8aXppKdPtwOSJhRt+fffbE4ovXZV93Hp2yXs/kbRTI9m
aLexYy4cbDoQXMFgcVUgJavpJNHIhTnAUoo6s31IFgWQt9Q/4iWT6ujUpmLYGPE8UXNoScIiwmaD
ML+uqKfYqCoIxha+tDG85X3I6y8sjbsGkdNot8AWRuEaTMNGNL54NLB/Iudm2/B4Wm1PBBDbQgki
Qti00JzqY+Vr2BRoNjUaEqoooqOmEekPXVw0NxqZ4nMPymfjR1z4dhOUHNcBySL9R7kab9Y0NvJR
7YWb+yqaTTfJlGR3hqDm3Zod/FFkVO5ABHwUY0BMAKMnbwc0igjfq5gA4b1rxooMqAE5djWnCJHY
Sth9fLtioULqTcAmSTgDTRCtHTPXcl/Uc/i4RFV3UKgsHN+/7eQ98/ZdKr+FRcQMgw3LOq6eT5GN
2XiRjbkf1F38uVwq7TN81eIwoS5xCCo4lwhUoZ9R9+Hh/ZEvxB2U+XhbsIF4F6+xol3ea4ne1Lmf
V1q9EzyUdqk+l96iiXHjzXaG9Xv9Sh5OnH74JiRDp9uEvwp4aKxyX7Gs31jefjIxUuhi95BkzQNS
U1cWWqBkFM51PdeHVEmOtR5eNVX57f1vvhCCKEuTM1OIpCC4Ln9rBRp+HZeW3/cNETAvcnxu0+Xj
OwcOMK99+ZIC/rwKQXoCdShDvc6vDTUmW9ZND2H+LazvhUDHZPLikBhnCuCrORVTg8J+DoAZgXPM
KRELv1bAnEVBFu5sR/loP5wllCw6dirZBUnMKkPXg0ntu8pO/bhBey+ri+ZvA1fM+/cX6EI8kS8o
WCvcuCRLqzsit8MxxkIz9U03nX5EE37R8zI0SO4l7k1WD+pNMoTqFhF0ZWMmgUR0XYni4CY4h2Qb
p/sTZXjUCSFt+OBRcShU+jTzc+g6Vzb2kH6ShOMxyGftEW1I9QAhgX6z0iBJ3xo0apEt3ofVovtm
UNsbKchZ441fxlVGw1c+u2Wf4/SXzUrGjR2RXJU6ol+JEti7NMI2FtzOJwS/7nFGiD1NhJ9tFCuT
YrzPa0fDlnX68/7CXDg5AD4oEpJdkjWvAVdJUxiDWUNOU6xOvelbt/bmuR82ouHFUUDd0tdjD3CX
nn4tdcapNwsl8Y16bIFDW81N0Jm/3/+UC4EPNqNcaqDQUinmdJC2yJzKmK3ED4DaHSYkxfduC0Gq
d/uNkS4cUfo5bGRalByeNeJan8DeLjiA+NaEhXUYE99aO2T1yPyXb0uYbj0GzwrzbBe4Uir4Cwkn
5CvX3zam2RBDeXOWOLwx9QltpDxU4i9jF5o+jvDZQZni5tBmjouRyBzdNnOJxa8V5xs799JSIpkj
ycSmbGjJv/8mM5CZ0qQGeeKrYmiOS5krewVk5QZe/9JaUpZ3gL7SdQeoczqKY0dhFpUigXZbhl6f
D/XBBU5zmI1CbISm8w96rd5SNnBf64+rACjmyBjtAP93CFjKtRFMv9rRENcbe1O+nU7zAUbB003e
ynS21x9U4Evq9uhf+xXaYCjhzVVcPxokcpi7IKzT7oux7IJjGk1OiEpf1dY77lPts4TTA5DF1+YX
td9s2LfAxjUKQnTD8MCYmkfRpvhXpFFZ/TJLG3m3CD4xQP886G4XC6eXg0uuau1zsPZ/JiS3nsa8
ma7nEl+ZQWjN5zQZGx3Her01PDoaRe6P9ryEkKOyoUQjbtGfRdeOpd+aSHcysHuYA1X/UePD7SFH
oOfHyqrFzzgYs3+U2RDzwe7GSd87jSt+RbUyq8cu64MrQzER3deqMl92Q2oD3dSMsEResrHjjYBz
IYlmvnl3EQokDnddZZ1FnSSdpkMPT6rl29C41t91YuKjpCrNY4Uo752aGw73d6Pd2AVGLKqTfrQb
SxrLb6BoCG6PTHr9gOD9iW1wYnLlWOjsTtqw7KYKwbnOsLfeKpc2sdxYdLMYUFtLHvRj2ovWRfJA
q60IL84AtUrn33jpuVTpaZqjbAADTNNPT6Vb6WZRu03mR2mgX5n5ONxn8Oo2zv6lbyGZhFMr5Zjo
0J+OglcxU7qMMLgwZBIDZIogyJWN1PU8wKAa82aQ1adE2hxH6cwgaYwJPSLMKTqsVrSncb7FcLo4
FK9I2kWUds/Ih0W49KXdDJk/hAItU7RVvQC06q6f5m7jq84vJr4KqM5rQZcOxSpsLkB1ZmFlLBAW
JTdt1SFPG5W5wFVC6jpjB7LFeDlP7BiRO51qjnxPrdPHJGhwO0oY0axb/c6m5L8359E+NE6p7aUy
izck+scLVQxK8VWSnsC6rNM6/I4oZLpR5ltDPN4g5IqLFOwMLuF5q1tzYTPCLmHD85ijPbym0jjT
OCxF4ab+HOfjXZZr1s+0RoV64719aRhEiiBwMQ6MsdUlZGO3JUSjM4ypjfe4P7d/d0WYb9xCFxaL
E0UWweMC3uQai8SrgvwfHomflFm4j6pava5joU57ONXq3TjE1mFobGcDr3dxVJPLnBcTqP517g8l
srdm9G39EGqaVxt6vVe7Kbm3glR4/4uzM1uO28jW9as4fN3ojXmI2N0XQBWKg0SRokRbukFQFAUk
5iGBBPD054O6z2lXkcE66gvbIdHFrJxXrvUPuCfkD+6K7uXbF+6rA+oyY6Qzt5zmSS4Te0Jzy0oV
B9ka04UIZBJ2nvhVdTJOeGy0qf0Sb240j5NThKG0jaGRxUGtXfpubpMSFXFnas6ciNu2PQkejprZ
OvuXmGuRmWvPKO8dHOnnlziLgD6YZfWEqEwRB2JwD2UewHJABNy/smRin1mdr8ygxU26qfZT8QD/
ddz+UJt4hHVJflhrW95MKHxFs512CAmP5m4a7P5Sq6r04e0ZfOWJRAmRxCmvOKTECOiPWxXDUuVt
1yFkgWJwhw5zESA93mOolgzWD+X7/dPU6941YRXusno+4zmhmQcXiuN7vSqSMyvqlWOcCiDIGBeD
9g0xcvx1Ks5Oc9baHHdQQ0UQLst9vRj6rsus7Mw+fWXxIki4yZqweMHnnpwGlZ8sJj5gxYGoQoZ5
1hX7Oh/PxUivdWhz9qXgTpYB9OBxh2yh93gfMatJkUHnXldcOfXcf2856lwZ8NUObdVa4l8eL6dP
M6/RE6NzaCrrgq+p69dXusjOsb1eW6WgImATcwcC1DqZoHHOYLz4Zn6wfNSq87mb9229pO/sDF+n
LHXdS/Ce515mr/WMFDERFzn4lw6eeVI1IwLxOcoCiQrx7VUfZ6SmP7+9F16516kFcsn+zJBi3n08
VeiaJbaJcczBc4T6UKRpf1vnCeImYx3ISCaWc+bEea1bATRWSmmQpoESnjS4dK2cEJw+5PjkHRzN
HmJt0c/JEr4WpfOSRNmMoQOKe5p9KDW9muxiyg9BOSk0dNV8qSpDvLOwhLpNU/jaBDLlJXBy8TgM
K/m2rFqb6O3BfWUfMLQIrCGPRRrkVGVtyAegzmvKOeOv9gPa6SLsdFQr+mQ6x6V4ZVjZbA7VGjpt
s1SPh3VUo5r9ahFY3er1YyBsVucQ1Lu3O/RaK0RjVM42t3r/p2/KX64LPI8AcC8FSjGa8RVReYw6
OmQK3m7ktVED57FxkrgYyFUed4W0MnmOOhOHuUg1bPKKKaoNd8EN3JJn+vNqU8R7ONKSDHhBpqlW
Vbt962UHI9O+dOmc7IQybzUtT/6LlQC8g3c6g7ZlWo77xO3XTouHKk3juWnULIO+t2aBUnnyy6QQ
Igd4Oz9TbxTDX4ix2MitoKqAJ9NiI0oO96qObS31929P0iuBA8pTpFs9iu4bdvW4Q3nvTJUJ3u9A
ERDNCKgTiYi9tnCHPXM679Xieguq5B6Wy6qE4cFjXHPOEIheHF68fch8bGWdjRB7+jbd8KMyHdhf
KGg2H8SUD+j9iyQkUvR22Nkmv5qm39oDab+lVjcC1sn7MZBGj95VnR8mz6viQFdj6NsyPbP+X2wy
AkiCEkRVN/Q4qdPjobVdJHV5cIuDEainThunnW7ghvz2/P2k9x1Fflsrm4jClqQHenQSeVEMIIUs
OnHQyCW04SIGACEaWndlNlgffREUN67Kk51p99rByxHfx9rTrN57JhqD6TAUVRQY0xhjF4s6O+rl
6OIrrGVAEsalo2k7LAidKOtGbJI9q1tutUW4ZwK5F9t360OwpWGI4lA/PhmpClnJ3sSX5mBj2jvs
uq62iZJ9/EFC7MzOccjMbUiOhwyeMhuKerhHxfiU0mILu8jBuyPLYmJRFqZLl+/9hBTplU7uJLka
vA1xW/YzvIJk7r7365LeBI3CkcNbGg3bEcO/grFdf89cSzs0i4ld7ZA6zXtRe9MNFonpfhwTgcWU
8oC0jnU4oRyIf+FqX0qZ+4d60vuLStnWZZdoj0Cqz5HpX649uoiuA5RNeFec8sdrTxh6jXkCR3rV
lM7NUmC7gP2vOLOPflKOTkcSUWyAIB5sDAiTx824uZUaZT5mh8TE4HRczVhvzY9ZJ0G9Bw/DaF7b
XnKLDB9WPZUd8yq+DGy8NZK6j7J6uZ3rCZsVKhtKV3rYK5zhy9HCoQnLE2s+k/p4OSZbRmojphBg
gjo82SlQvwPNptIY2/WE31zd2JgDQLPQdm9vyZenGe1sDwDQI1A7T0OWtEAvA/UCP66S1boXXl5/
a0j7VxTqy+rjShb3TIOvdWzjdFDZBArGP8ezUAx4kI1cDXESTNplkPPusuas/NWAD9DcBnXYiHVb
6fhkSTmBgJJIsQN+Q68wCZNit8ns/Td9AShCgL5lA04J4S42Y2tb0Rf8GLL3qd6psK0Kceb59PLA
IcgCTLw9G4m4T1mJmW82eDtAC5Fd2+3wJgonv3muQaec6c4ra2GL5kDnoXBGuvJkg0grlU02+G5c
p+lyrbqSJzgeUVE+Oepzt7jn9v3r7XHXbOBD4N8nN5uwHVnh6O3GmNbIr2pEZdOtUICSqG7uVWM4
Z07uV5bexsIDjcq9DQH9ZE+tRS0NRL3c2DeleZ1kTr4nZzTHb++oV6eLUAiQKMw1dMOPFzjM/QDt
sq1XFtChDEDKxWAtuLss7jk2/WsDyF3EwbnB3MAqHTdlLT66g9YKv4Xs79W6dtaHaabesb5z+rw9
swxfjt6mHYgGEJV1DtFTWBbeMk1jJcKKe3Nxw6zHkFMqzToT4r0cva0MR0mVZCiX3c/r8C/BfpM7
60wzZux3wbfVLYzIIU8b9/BNzuTxXusP6Aeb6JhHIRD548GT3YQzsDLNuMeKFJS8M+6qtEx++SCi
PyBfqUkzTVxvx60sVqqrNLVMytA5pkfFaHzWBmP89KtrDgwQ5RkgayRDIYEetxKgP5k1iTLjFvuj
GCEaEeeto98PppOcaeqVYePu3Bi24A8M45TYu9ooITf+bBJ3d5fDZDvXY+WdUwF8tREmB4S/QUxw
utbmLtHRJ6YRt8T0CyK0fyWUdq7K9DIlt0UdrGhCjw1WcZpVxWMTgdeqMuLVr/tPfSbBpHDYy+xO
swnsb41EDbhc6W0BSS2pWz1sIVanl806rKhMrWh+7lfXmc4djC+7TxT0ExsImnMjHxxPp57i1S4g
VsR26hbPJYhL6v96d6ZS/PL0IG2uk8neuK+U/U+SIkG1VEPp1DqDTH3N9xc05tPy3ZR1beRUZX9m
Z7/aHFxOKtMIW8H6OelUbkJzqVI9ZsOsl3Vrm7FwEWZKJ8yzZr06J8r6YhA3Ag4BALEN9ydg/eP2
pgRjQbu2ndie3CAEz1/v9dX+ZXgTrYAR5VbmaQbV8OQUafUV9bnRd+JhEd/tSXpRPyw22gHySdOc
6szb87U+kaTgKeBaW9rl5MCfsToeul534rm1ywgJ+habVqs8c9K/mKltzXFH8sqm2PACQN9BU8QU
3LbjIHPTwxxQBbCnVV0OLdZZrZ2d0+B8oTz/k3Xrc3qBQtkUJU5WImZmQh8RS41x7KOS2K6TTDAP
GcoeDzMbOIBtty2WqpmJuPuwlqYTdn2qHnDicPIdunNNG1mTaY6Rnylp7MvG0Cwujq6R4agkiOxS
tcu5Itd2dB+9Jygd8HAByA4bhOL8yYIecyKp3OjsuE/L+Y8a0MV+qTV3Z2GXR4OD/24GNnDmCf3y
zPrZKhLDZEA2JunJhTLO/qp7Ke+TdM3Km2aZgusApY9rv/Sni6zDOyIs3EbtnLTVasbA9WMSgc2N
3eQJTnbuePH21fPKkiSxAR4N1vSm5HyyzVJEHiY7h6Uf1Jl9syAhFOrlMvzqNUqvUSFD4YS86mZc
cryZSZdJvGUk0hjSXt7ZqsVYNPHMX99eQCy4D4xNhpss7kkrFpbAiNnb8YIDR+RMyF+PNivs7RF7
bd0goQBI0SA+RCj5uBUTr1rPUr4V4+rQJFHll5iUB7Ckwt5d+gueRPYlGb1fLv1uqW/YZTBiPDhS
p+zyufAW7CuJ3zQKiSFgBNi6MujPDOErnfNNatic8JyGHLzHnVO1PerdqJuxvcl6Bwbt7FFaM3aJ
4j4PBYci3riufHh7TLdj9mQvIn3ACgGVRER9qvrnLqWN2OZCwGDMaTguc/kpV7O3N9rFJ6WVjPvG
T/S7xF9+vN3wNlkvG96KJVA/NknO4/52hodoOWcPUfE47OVUjTcFwvSXy+gaZ3bay+wZCSCEAbYX
DGcO0hXHbRX9KNpxXIy4Fjok6z5rywj5tYFez61W7BJSbk+ZnTs74Nr+niL1uHdzL7exc25wnXaL
/grsxrrLl7aPF47cqzLN8HzxJDK/mBHHwdiI644NEmaLWUWjMHCPfnvAXjkvqLkC0OXMoHh/SjcL
UObSmRojDpzevdDmIo8SaiZn9tirrSAfYtLCRiI5GaqhsnUSKNKINbf/0A+JdyuT3Diz6LZfcjL3
3I7byU8LXAMnd38zkMuc9dGIhbZy4IrpW9BWJlJj0+Uy8Ez/LwaOcNCjIEgi4BQUXgsrG5OhNWKJ
AUqoS8u7LFaMqd5u5ac93GmnyK5zGXMMkso/6VSNJ1Bfzq0e67VTY3tcB/0XDMXICJII8b9pRZU9
NJmZ47troeFGKnFWQ4yJvIbzaT7qUCJ9Y/jRWXPSYjk6as+WN6yPKumnIpz9Qth7qBC9iLTedsqo
B2ItDoj4cW+V9ri2CG0H7qNTtUGws60FPTP+Bem2sYxJEH8nFlbLuV1/rVTifw8o6j1jup59mmxf
fZ6lJmwQO5b9BcuGYsY6XDp/2OkAdQD6izRCHbYewFbTB71W2qk+RxUStx/9YtL9CCsTKiPwOpv7
UqjiS9rjmRlZdoWP7aQ3ax8ZrT/XG1mmlCFffHH2f/Mbz8v8oTbiKSmxeHZT8MGh3vj1tzNT82K5
QWEnUYoYFjwzKsPH29/FYWXyzXKJFzJN3PJyRFex8QcyJ845ttfL/bOFGRsV2aZu/+ImHHl+YXjc
LrFopj5KRzv4kKms/P6rPQIIzG1BBo3IAZ74cY8Cv2xXkFx6zDsT42XMkMNZEy1WV/M5PaqX3A6e
xSR+4SBsuskYiRy3pTtjXwxrt8YZL7su4hG7XpKDqAkkqkr0l3OfTxq6h1k+7soxdR+wUWm/mY2q
rkdRJ2O0lIqUr13UzdMvj8ImV0U1CdEmtt7Jjpvnrs0bSFiATzszCqB37qiGGqHZ4gL+3zRFqQ7A
EHN7qv3FaZ4GvZOtcZ8Yao/urx1ruq8AQE7nBvxlIECMs2UjuJY3dPVJTD/qUpN+4yyIiCY8oo0u
ae+M1V4AyNqpdosMGYZC6WKhyPV2H18uXdIsaOBR+URBA/TZ8UQ70ikz/HPZJipYr4om+RE4Sj8T
5rBq+DXH5yTNUF1HqhmeCdzp42Za/ML72QiGOME+OrjoArlo+8o21mJvJcv81XY6wNB6k1pN6MrA
fZiEn+uMg3KBEndDkuyyZi6N3eRUuRki4avZoZBWJ0LDUEa2n4PWMfdEMrO9z5y5+zQHa5NFWJfP
OYBrFCYuMEEkAddVwdzFaTnArHdQVN7XZbJYF6vK2iKaB3LHIVcY2i64H+RpJBKyeDdtVWHpsqyl
l2Mrb6Z/dsvka1HrT5m/C+rWfwemLrUv3LQDGuv1TRC2hTI/6ePYpeGkKo2QKsnTaT+5fVXsk7QS
dy6Q6IryUerL6KdE/S4Z9XTrdK+KaBOS3Yq2RlLuLGNx29BMzOpPscjkHuJBeTf5qfsdz3btHoid
XiDf1hr3XmcYf4zW6Gvh3PvliDFVQ8KgGxrHBeVsqvd2aZjAn505+FCPfZOEQeHlTrQsjTfHQ9aV
yDJ72tq8q9A8oki8NjBzJqGNKSVEn9dl1/qBuOExWenxOhnylkT8AIFlzfTP3eSXIipaayoQ8Fir
Chdpp0pCYSEacujcNqvgo5lJvqO4aXy0VS+svSrNob2osn58sJzMeqSyK5Ea2SDsonenG1fTsjL0
U3bN50S0w7XIVnPdd3ag8CTPs8Y6yKat68jXC3eX+3Plh7aT2j+CPnEdpHycBaCcnaUWfmeL8WFS
HLFhIZT+gKuM3cdEVWmwZ6n0d2WjTQ3uAAZGUMZqSpI8bhbI0Fty7WLoKKeGyFNqCffWunwphqJj
0HyNfZqN2oIvWDvwuJyClj0sBLUx3KbHJz9x7G/a6EpkPipPXK18+tuUdgsz0/tEoGothneke1Yr
bofJ+jRNQTkSVeqZZNdjnB255my6WIaN2Y/aaux3pqPELYVQNCm00he3JbH1Rz/tSoLcwKunnex8
ShB6brRP/apwZBq9UtE1bcCjnMNOIZI+WtNVkxXOtwKMA5U6Mpn0rApWe5/m6fKj7Qvn3lST6yES
bxqU1KS7qJ3yeLZE2L+SQsXMB7N6u/HH9cKrFmRja2buFkAr0YoL/iAyq4zsy6yyZA4r35/B8eSi
/WE2TvIV4aLuS+1DlgwH3nh3A+l7KzIDHsbQE4z+/eB+8Kb0XSfa5JNqO+0Hz7+hiLppHOoIDVnv
WUGD+JLno2kc+qC0l9icrKq6Ll2b0VYi75/gWjk1nnuZn8XmmBUi7P0pv6nBC+eRZy/+Y9t107Mg
X3TH6CSQH1hEc6Qj4/rcBNnoRfDlsWJXGIE+IqM/floWpbeHBu1n/tYLJrmzKsNqohFR6iRc2yL/
RDJUlJFOtc4IazQCvg0BmZv9guWmsxuXhBVSlE7yJx8ToNRG5YZFqvIsEk6HaXsO6iVMHc37KLUF
ATwnLzB/NwZ5W1otWmOYhHosyyHbdOhFwBwMtZe1oQW49jpQZtJdJiirTzFbKvjgpraP4dm8UOm3
jaZPw8E1KZEKdPy8kESf+kR0t/YhuC+VExIa1rXfuMtHq8r1SOUWHGOlL/ZVtwYGi9bIfHU1mKqF
pMuDTkZoxKZVSAcVvneeO1xrjivuElfO9a6oSwdvmEm375Msqe7crBtcprAxsCVzpXHhUMK4bQIX
HpNH2YeIERWebj/Y2CZogayB843i3Yqe66fONo01dr3W6a5qnPO6aMCmnuNrCNYgwtU9e7c50bA2
bOXOccN2m+J1lk19mMa8rUnN1X59UbT9BAhGVCBY52b4s6QmMUQZNdKDn6Q2J25bI01fDcp55489
7PLS7IwbHcyWG6kqH98b3YA8WYWH4wFXTo7RGnNAcYW9cyrxTMmUcXDciUOzg/fyqS/y8ikzNZUe
HOHPaSynvBaHEh0unnaE6tZBOCog7G4zzqY8Fe1XGphJwmbEJzBpA+MeM4+C+nqvEQr0hGI1OFxt
KSKk5c0/1grr00M/Tp5+gVetmYUOs1gwMQLG0BxUsxNaY+I3IUxN+WflCx3VhVyH6lN79vonbtsY
tq2VNO98sygvrRH4QihU18yhZSEmsM+9VAwXCaexvjPT0dMQh2u8+xQxczcMuLTe92w678rzWk1H
7twuy9DM6/K5FGOP5hiCR1+o3/fXDVK0Ccgxoycp23o8LZa1XW6TYNUmnG3qikO8T5w59PIcFniu
2TXTjLz2ZTknTtjwwDmMnadHayrfQaIabielOVxGxI15aOJdNsRO204MAeIVWJilm90mJe7x1hZz
modg19Ivg6NVY+T0E3B+Cmz5lT467feGhCFvUmd08jC3dUJsAmGt3ZV5TRicLEtnhGnrNmK3LJ72
bqxQKiVF5GRfLFu679elU+LASWnNu1YzudAyI9dCL8jxexwru+PA7PL51hnz4UvVJGUTWY0nFg5T
p4D6pYw22a2gToqwUcqZdmyYMtin1SQfV4opB9SxF/9KZaK46Hrujl3uEaU+Fk7hrntRqNS4zGot
++rpk93urMwx8500UpzU5so4yFk08SBamGS2VXRGVC9t9Y6xzDmsRTM0kVi1tI1MZPdu1hLy7Dd7
mUkXj4V0P7W9Yz1ngQtf1x1Kpe9L6SNvX9PZMcwN7utQ93uOB9m4w4ei77tn2XHTHdBFBH9mDcnC
e5Vjd3hO1ehzLelkmetEX/4wrLl6nlbDJDzo+sX+VEyaepL996yMjbxav+Mp7X+Zy7UmpGvJZc+J
BGtiAorwQ23y3G7HvDkUc/G4vOtGXz7JsZz+aJDnLsMOBvKDmL3pOw8U4rvWNVoVLuZAfGcjeFje
b/HJXTYuWnaYygw1ywAjrymEnwC7pHfkqCL0POYsWucVxpAeiOlT35veH63vyD8LXwzjDWoF9RM8
5sKN/MHw+rBKtP7Gmwfxw5G1+adp2S2PQztJfnCwcTcPpk0mCUPYKg35PfXH0a6Nz4VeefdTt+jA
eioNcXlwDGW3mznmtB27sQwuCaPceV80xnzpriwnMMHb6ikgPSCcksF/9VPp3WEEVpThnLUZXFD0
vu70prTSndJk/aVNCue5gF1IFJ1PwWfNMTMLQQKneh6SQPtQ90v9PlfGvBeTUSz72uirzYdBjI9V
1XRPSychmFVJ0q6fFPw6loSYs/tGBUTtXloYHt6L0B7DKUEbkT4UC/Tmuik+M2DFdDUh8vKQNZoo
oWc0Wnuzdr2h7SaddOvO47xvQ7JwXEh5IRzv0BoGWVgkIlJnV6bSFLxUhir/oCt3aT4PYos7ht6y
110x6wA3OQnkHZrofRvVgbfIsGKp3tR9r98tpeZikqErjjdCr3oJW/K6VWhk2L2G/pgHS1gEaBiG
lBSd9MIMcKjDuW7uRUh5uh33hfTTB7xvg+8NFTMwgN6craEEyXdfdC6GPtLVta8VZioroXSZfVQm
t2goBMm1ubeTNTQzMD/h3KRNE2oJ08l2rNP6ypHGnGF5MVk3FVq/5mFwR/FjlvXI09oskl2Qz5UH
YW3eHh+5ZcgIw4t2jHrkQbUrhZWWQF/Czz7lXjnZnH+LNj9gRrxMF4G/ymVf8QzE2VF3O8rr2KVy
zQSm5pCPdcc2dpNV1Bcd7IR3Zi/lsiusnOT3WgZFnAizGdDEs5wfm2E0saiqfeeyGZv5O7BRr72q
bCvtw0HzErJNZlpFBaSJPy2rYScV0uMiafpxHj6Y2A9XF2k/lkHUK0cUO2Ne54fakuNjAqAyjYpx
yobIVLJ9FIHo0wi8pfdU5ysOrmNdr27ol8xfJHDkdkJbk/0fUqfUB/Cr8h/LZkQ5EGYsKbSqctJ3
KMh32l6XrpHvraHN8KjjZrbCGZB7uivdXE932ppODM8qNqnBtFirw2RW8C9Mb8oFFiuokhxcr0RZ
Q7kjOeQ0byx1gwRGrW6nwXM/ax4qOJGhJKe2rgvvYpLWOIR64pOIQwYX7T3YLgvoV1J7kZNOnX7R
DaVlfinxPRlvtGFo/QjFpfp9tqRdcxkUS3ZTESe44VjUdh3yEJVfUBCSt72Bm3o4r42TR4FGMBqx
syHfrY45JlHNO6MhYKEsHvrdkhO252Vxj3hUaYXjVAf4ew7joEIXzeiaikowqINkuv2DCDDtiPw0
m7Jrs7aC5ZrICFMIrzX8y7JrdbB1NfKwUZl7/X1pFOOPuuBE3Kli6T4q6l131VgQ9Ocp78PrPBlK
zg44EriNtY3M3mmt1s+hv/TthNVlVSDwLWZ23Jyppg8RErIfIbYP2a5wnfZ2nrFLudAIAw5FQT10
30x68nUpGOldT2hXRL7s9Lt27AgaLaU3+X4aJ63fhsYb70ipN8FOFqMcQn8NOivMa4uBk5aZtsST
ejMSw8wsJJI8FPWB8jnGdSE4eK6yqZcNEUja/uFpuhSXBTSkL76OZsJuXdN+3VVBjbd4qRYkG4mg
5EGOJHTRQE7wCZWLNz9XKC9cDZPD63Vasf8KYbqhI6S3XZVwXPnVFELUT98PMFBv/ax170zN58g2
urTS94vfJWY4uUTPZIbzwiNTIrKAtsaijYLMD0gJrEp/8qcepTizneX3LqeKdgHfLYmbeQ2SnVsP
9dM4WL2++5uVTU2LE5qKi+1F3BQmwWOnzboT/a11ebN3FbACKg4eIbtU1ievJfWUOujDRYji4hSG
OESQheTVU5t5s8p7vnPwy1KcHukhyug+yGpyj6c1MUNMS2Mt9Rz3k/0eIU2X23ggZfzLiS/PA0yH
0LELI5+M4nFGKl9GbWoNXcU6fFLQv9Cean05p7H/suiBUzGOivDnqJWy4I5b4cwdshQVeKygxvx9
lWfVbV8F5ZWROFbcNb51RqDhlYL3hvYHDLuJJ6CudpJIXEVnrY6TqljZWPw57OOqn7jdrPlBQ/wk
9OvOjjoUnENnJXiv8rvcJYruf9X+0IE4ZG3cPWsrXwHvO+54Lydu9NSUKA/l6kK1GDbVqBz88iTS
CnI54JTpsXEqrFCYkGpSS8kYkiac6t4bCA+wjnk7R/qiaolUJlUrcPj6hmA4Ba6SGCtFk06IjCdq
ep+X+MeQjnW2cLqM3m7qRToWS2vQpBSHNl1O0tzHwyZn2abrVFZxJ70h6rNa3A6zUN/fbmXLkR9n
Y2HTAJRCAo+ULAIJx63w5e1qYF6YnJLCzkSo5+ZPczKRcNO+wDYD230OUP5iEBH10v2NKQdjiAzq
yX4rR4wepe4wVXVeREaVazsPLFyEQP8v0/LgGbAuCEXYAgQ0J4NoroOzJo5cYhubmlDwVDmsaHOf
WRUvpupnK9A8IGdQzD41Zyrzqlaj3ZGyb7V1T/y8hqvR/LKg19YK/2yu6pSYTjFMaeUpz5D1QuVh
dkOHLFYsJOaO66D9W/T5f47MAId//i9/fmrapceWV5788Z/vxRNWe80P+b/bx/7f/3b8oX9+mJ57
OfbPv71/bIff4rH+/ihFU59+5uhX0NK/v8nuUT4e/WGPQa9c7sbnfvn4DCNI/mwOA8Pt//z//eFv
zz9/y6elff7H709wH+X221K+1u///tHl93/8bm6OpP/z19//7x/ePFZ8bj/Ix+/N8NvnWvCfFx98
fhzkP35HzuzvP4VcOOPA1oAvYy2r5+1HlMz+Du4XgYJgo9ai//H7b3XD+/Yfv3vG3wGhcZ0hl8DW
/v23oRm3vzf8v2ORzWuBDY/snQcv//9+vdt/7dl/zdHrfo4/bSH/s7W3Fql1894CkA7QCqT98dYu
DQIUQ/G48+GtjQGCK3arkYdsJ7E+OM7YFo+21jsDNpkL0LudNGcnm4GPJfq3tAYCqEUN2vveVZA5
y7gryHt2FyqoyuF9SZlZW0IKxQ5qM4XM5wbxPLfMrSgl3WM8e3OzjB/LbPbKRwAvbfJkVVbn3mB6
0bVWCLdz4KvYrdNXHzJDl6repaXTFy3JDqeq3hne0vGVUzCmyzXRd53/0Iap4TN/mdN/D9pfTS+P
i23buQeJFqYfvqSb/PEpe9EzKjFmbuY/J6ohrUO+zC7ti9Keht67gCwlhYpWsiTiR6nz7Enit5s/
uaNpn/2MdAU3F6VpBL/N4zlac8sfqJaJ77lR4C4QyQYCPh5hvMS6PO5nlfZyB742tbNQs0Ga1Lfw
iZbBjAx7dZV1Jd2spjjUNJ3VGzdIV3T87O0veRy42JvUHbb3LCHgvqhSnOLy50xoZtZb2ndX6yfd
3KWrl3odDhS2tDYtf+m6XwtHT+QZNOXJ3GztYnoKZYrYAUbAabvtSB2q0Sz/e7qw5txwwnVm+DND
wRyFLZWLUXyok4zXSphljWm6Zw71DRn3l+1D86CGADhTY4Itzh46npoUsQEO2sz6rnml14GKVFQ1
H9lImgTHTEHnRmhGY7wne7aM98Wg66iBDpnA5PnMNzm+L5kAGDJg4MlUONwtxI7H30S6gmJVUSdP
5EVxTD40HXWVZa8l1RAsh8XvZ2bl7Tl/2XkfzBsxAWi7LaQ6uTczj2Rjvuj9d9tV7PJ4MVzkz2MH
l/XB3gto6O7XfmTUkQIFiu1+bfQFcaX9JBq9PesGap1OxUbTYJewUS2O09NINg3W3AlaqX3LRO9V
2sWMszIbopph3VBpUbm92pGohgVq5LwJCnWhI/RsvN8yL0tUa0Zf3wdVVvFi65ymNz9Wk6iHb2+P
2XEoBY0E/gWPiE3OmDMc5tHxNI3Aanq9W+dvcy97FoE+FjqDpc/KcrYarDVp961ZdNumwSdk+49o
03OGRid4je1rgNGASYylABK5HG3HX8PvzEGCzGm+8VrUOMNzTq9VhdOiy8W5xlmRcx8vur54rMh5
caLyfO4N58LXco00SZdx2m4n/5LxqVqsSDDbc4FY15lj5cTjdfuiDJIHRxe09Pb0OrmfZkttAt2r
9W1ITFer9rkc2nK87VYp2jpSKIXy5TSvmvhZs8BfX3Z+sS7avWrb5HJAf4qkbbWSOr6usq5G2aVG
hyuR0ejoWvmR4iVl54hS0cyRaCIybSA3sQYlv7VAo6w7B9zYBvY/BwavVLBfGHht8ltsGP58PPBq
WVHeW53iwqs1qqWRR27M+ur2gLZ+kdlPU1BoAQIiQYJTAIbvx01VlP8XoDbpxb+OownRZ5bTbHYI
+5w5fE4kBzl/eToicIjyD4/XjRV/3Bb7DS/Jemq/bpr6wANaHUZfFybJGATgulZP48JKln/dCeVo
87Px5yHZGonPj2YlLbeLR2WdP6Z+6h3+Z8y3LwdJET40D76fHhAnA0Fae6gSJO++tj1nQ0dOr/BJ
FRhU4K4tNO+Y5CCZyvWhylBD9MIx61WXgUkzlfsx7dZEu+grbIseem0c3BtfuFvYM9skpYNDMTrb
omsGi1xcuEyeM31s+7xYH9bSLVQBXhvAthkJ1hTLrqmDjL+0CLfXB7+aZ1ak5eSgNMJh1VPp7xB9
swZKlqQ+TVKiqSBs6n42H/hYY5CjQweVX9EQEvHNhVZvEY9snap4nAe3RkUrwE59urf/D3Nn1hyn
krf5T8QEkKy3BVXaS7Jk6di6ISzbhx0ykyWBTz8/LHd02z3jM+/ddHRYcaSSgCSX//Isot/GW4x6
M3yCm53pnVh51i6XuUfIQBu9y7yX2Z4dlk4Y5URPs+p6Aq8/73i/H0yMPgZRCJsz7UkffweLAtfp
cieWzSu6qQOd5MW16UEdDDWFH21D9FOPf77i73vsrkcPlI9oBJjlbjf562QctD0UphXms9joy/kJ
ade+qbs4tRCSBLPyg9esEhuT0LgU+/I7QK4h8/TPt7EH6f+x1ondoa24pJQwuihsEPv/eh+bmCdl
xUH70qKOPwr6XJNvfe9VodhjixpQ41HjQ1xSEI5y9lGJ90V+BN7jgikhyTO0rEY3VzdNFgVPi9BN
tIJ7cIL5cYwsu0zUTue7YRLZxaGyPcAuBy8DeMoWVtjMwx7f0khcZRUQFPYz6GTiHqxpCAtU1Fos
88Wfn/j33RptNxoRiNdBQSJxIdP59Ylr6u6dUUP4PE+dTWju0/QiNJ+3fd4CifW8y8IxC9N2qWPB
l3z8Ea9bgdyntJgqkAhPGVbe3K+ryq3Vl/Sjxb7xq22g+a2aGcjMxUZFklWXmXbPFBw41qzO0FEs
o394pB1i/u/Ng32TqB8OKNQqaK1wgn57iZ09FhkNgfgr1lfMG0/QAX5yg9rnuNaizd3L2UQz/SS7
9bSL0Zdudkeghk79kIyiW8LnygD4fPqH+3pPO/59Z7tABps7zjnujyAUvcBfB9u2Wa1hWQwXmtJ0
MRxdf9kj78n23Kn/Gw4dwVvSD7k0Q0xzcSuc4DD6+ei0NyRopJuoltRyXMSt6y1dZT+0mZ/v/rbK
EP+cMzSlHJyiMpeN6POgVKvyo65cuuvHtoHgTzOpt4OhTSPt22VzKxanF8FD/L7L42o1W+I+61pH
LXc1LYKY9HCag9JB5LsiLblUWxCWbYo6lmR5Ns3sswZDi18r6GUaLNMOOWxIlmmw0gx5dWMNsqX+
MZqmaF2WdmwtK5PDzK5FyAflI2rOnQuR/8khk5zCs4CExx+wKncPqSSBAO/NlpGzlYcaaxkH1exB
x5j5BkgT0L3qSwe7hyRQY8D17WXhdUMa4V/2W8P4bipSOjuFahbqKrStOnCPMuq5ZFsvkBWubeZw
mSfN0g7M1GZRTdU8i55OoTgH6xh78goJPcudr/1h1mzyaylqln9s1kGotKhBCcyPplpCQR+kKgB6
wtdC2tbYmK5S3vTdh1jFmMsdc4XSufror/G8IX9pr/s+lzm17QbnfpdhDT6WEmBsDmcBrkx8KjSA
PzCJTjTov9fQVUN07QeLcV8dH4XJ6IyWP1DSLo6r2j1WeHvbzUEiK7KMuFIUxI3HXS0oiFKD6RYk
ZdtaZD8niunuR8nqrZm5reNhHLa9CWHK686KI81pWRb2cAFCYjRvAYJrK8L2XgYK79CGXas/dUpF
Fv3U942Ydb+/NUXslwe3UVuGJLqIcweQ0HD9dnjzredlvKC1G/f44X1qNCU1ltcubOoA6ENM9icP
s7aD1jnoIe9DbsOta/dgamuOPxKA99GT7CAon9rSp9FT5Ll58tcSUtJamuyi9GZxWdoQKhHBnS8n
nfePoQ52fIxfnMNybGyAQ7P+mDGpLz1kP2jg4Sr3hl9S8ym3aTstMYBM2o9ihChDlxtrFv8mkvZr
X7McO6hWt4EBlB16BVhHZVsaQ1YwqVVfTvdb1Yz2kZk7HqPVFg0zNmi/FnJ6QvVZ3mhEgG7aeRix
Q/GWhKQrv5xRGEuL2EQfQlkoYlhZfisxD0ybQuYHFJG71M9idQ38oT2tWUds0Enf40/jkpx4VRee
DH/yCoxi8aaXfrogxs++qRgx9HpxKP+ucQXxvrL7J0mRnXIweHlAhaLPn/GgoJ1qdXgZiqn9aCK3
PNruaF+DTi/KQ29Z4tYbfQDS49B9H6ow+2BbfkluPor4m9Pm3nwIHek8zm5VlNCtO+voDO34CBN6
vNq3gnRYl+laDJrOi9+aKMnCOCuiT+UMCPCKuHT6Ckyico79JEfQE2VbrIcZm6Hv0ejjbWqBsbim
qd37qeeM1YdlFjRXieBu/GF0QOxERf/FrgZ5u0AXuBkCZ5+hmb+frDmqY6hrLHc2uKqrCKms6xJE
u5tG7H7fHGPgTmxbtANaqKF9Bn5ovivLWmCSOtsXmna9S5wpKZVt28DMLRrZoKRMkzuVm6mX62DK
Qf/aqLWcVydkI27lQv9XNOKaVkMjr/Wi9MmVaKn4TbscKuG/+Gb9ak9ZdvYcls88TGPahsouD/nS
zmHq0xs7euHYnWXh6c+rXOZTZRP0oPAz7YCPOgnL3Jeo3QvvC/FKfxDubh1EPnpw7Xb8sDhd/WEo
1rFO6nHMn8Fdq08aj3X3AJV1STJHS7BP3B/ncIRMJwsPfEPiLZF5iN2haMAUz9WXqpUbPq92+9L1
pTpIOTsfYNZHV9LVUQJmLrv2ys77gkLGclttjp6xuPMmLgpOCNSyStZ8ym+DyOrLA53k+Iu24Lqm
8AjAJvgwdx8CE9QnNvogSOJyCy9Hpy8eyEmJ+E2hn92+k6D6FueiknPwRYvs2VRb9bwpuOYXSnor
Nhtt/n1lQDCOCScw2L69Po069rODpnR/49Q5oKVinq8CFMYvFBpk4LvCIX6OuzF+E4sUH8Gi9W/z
Nm/fJyZ4Ooe9e+cRbl6ANnZTMKjjUyuQDvJNN99aeqhfNxu4oWgAJyTdtHlncLweZ9nCjmRXJdDs
EbjWJV2FLJEDUlU1bItn6hiC+5/da8fu4PYGYvjcyEw9wBTVl87axE9tq7ebfKjUcQnZculmt+W5
8+zxWk+eeeiGTH/UcMm/inpmc3ABqZ+9tWXxKGHuHfAVN4sOzVUJ0RaK0BR1+Du2XlqogGqiYc+7
2iyd3WZZoT9sblQ8R+zbn9UWjR858PNLFlt4tznWSL4eYIIRZ/5tiQeaSEaamkCw1k4w33V32mh6
PtR1VDzk4MdUQr5gn7Sp1Gc5Tl5+yPxtu9WxN92QlNfQ6dr+Yy62uGXPBnUuwjq6dHroRIAbvfto
zsVFMWnrm5W51FtuV9/byhjJ0wVJbPpIEmDxbe2LORwhEegavlETy+zWWDJ/iCenOVve2r00o/7C
74B+HUvnZWiJYKoprM4L+DyaK9Ipr+Neuq+TlYH4agpj35EATs+lO8/qonAb4dF4d8IbL+t1hLpY
ixMmsqsy7RfQqge4+SbFwxqMTrWNdJxakXXn3iLQvVktFTLWgW1Gfavi2YBsAwNvrjpPtfcCKOcH
bKhKmQSLLvpjEUv9CA50bo+66ZH0b8sa1KGlO5/qX5Y5KH7NqCI+rogxoNK0hx52Gqulb/odEtqb
vL6uqS4CssQEehgQKZiy+a5ugB4mYnLyjyYEaZj0dhPcUprKnNQ4hIg3IwXJ8cUHZB9p9hEtRz8g
cMo7kk1ALUF47buL3VUfN7Fm7nxYF2XH07XLZmdfRV4xrxcK4ySdFvPgT0+xldf4/bl5E+uDtrK8
qRPLi5cdcxcDzgQc/qFfHWsDWCPWKrGh9di34MgWoONa2eFdCO/JpBSDtrTvtvK6ctGQwoytvgYa
vQzVfbNaQbyBNWs7LDtTB1T8jv1Z6dG29+OI3N6YYg0RNODzp6FnPUTboJLJgbV59JypKW7RzYeM
1nZy2ZJtXBRwknbdnsjaq/qyQ3unP+bGN3d1SaKUVku5XIocW700iOwCRFZQaeeqzrFVPMjJD1dg
qMv6MRjd8Wz5GAEnbZV5wyH0aqHhWuTBiwMS5tscE5oILVf3osdMWhzzuXAnNyGEK6w+GYe9QGEO
YRE8rpbXoxwPtnGl68xOOvKB3rbKpfzKJgTa/wjDVR78HJGe+Fi3oRMWR+kuve/fOdYcTM9V1LXZ
ZaUiQDbz/LptRf6cF/I1hztTHUgT2idjwuqIJYG+sDk8bDaJQD+hbL7dNKjSnrUop9Nc6DiRSm7y
EFKSlDvIqn3SXROkWiMCOWExzP46o1E85tl2CnuQwLty4x24+MhOnGUwKt04bLwHkB3iKSSt1GmJ
FTOBX8GEAYFFz9vpZf1Bqm6IjkMY5rdD3/VPkxpGJNiWfM6ugq7Nw4PVLvEV/gYqxQmoOdUq858w
BHOO8Vj0N3XmW3duvXg3rgzmpM8HOwHel/cpXIf5SzeF08W2uEil2yGHcEqfGNdi6QT9maqSGa+k
NnBkBgP3UdV5lXjBgGVcDNyVeillsulqCHi4I+pxztOGIvq3zB0wkq2sYk41i9IAZ6/1mVOew78M
6iYtK+ILbiF75NQpTxPSMcDaZPFSlbnzGvj2AiXFieEXxO0plGH1gDm0TuY2KD7ZXfvcVNQHchK3
UwiV5nNvXKBKvuj7z8LOIC27+PqAE1+qKCmpzV3jOMVD5zhJgn+eE8qL4r4iLbmejVN+rQsRvtZZ
7nyqHWFuAc+L1JcA0MSary992LjIncTbAregstVdkIHqrAc2x30Sel+9ei8/rl27n9qLO7z1MKPK
YxOUYH6rlpTlCmos0LhBl8uYjs3WkwiEpnIS0bCPHAKrrPy7Rg7uW1EUI07yDfdwqBp4oknN3wXQ
FjAnilXiKBtMbpiSws8wtCyO7+sWXNlf8LmR76+lEPYrB6/Rh9iKDNCxEUbQKOHulMp3nwG8FSdn
m+vpUK6WvPf9pXqb5khyPJB5nvopw8u9B5tzO/iRvpHr5jQHnRPS3C7DJN9qF8xHMiCVMh/KuVm+
juPKWmFRkqdNEor1t9nE/DCu5hnZ5lkAylR5xuG6bATzFBO/I7o3Z6c2LMYbbyV/AwfnZ2PaZMry
j5ZqqW/b2+y/jEPTfA7lvCQ1BcS0sS1lnyfQAE8jWV58ykZiOMhyEE0vDEHVNbtfB01RFUVFKBcT
empQAv1ZQEawcBHZ6zNra/vyCPqObpoaMLGH7V60RQWn/JTPgVRg8nBpJUjTxz2NncG8q9IlphZd
tn3qUMut793eMUNKVpHVbGlxgMFZop0pb1aUKoH8e/fBJLLoUDsAUr80FBPR1gCpvVTA0jCzW+w7
HEsCYIRk24sHxn4r2mFKQg5cf00Lh3OrOUx0Lrw1RdAva+ubNcoo6STA9WJHPjQz9XgAnLQ04umk
J6nKT3lee8AvDEslnNm+AS7qw7yoPhhPObFadzXB0Wr/HtSwzP6xqOuy7Y6+giXxlNmuFc4XEvnf
sUsBoFt29VDRLOc9eEirlMhNTFNnlpmWDo//vbXi0GYch6rDYkUWi//JJ8UtntTCbH21ZED9YGzA
pz9ZrpMt8gajG5s6hM8+TibMOtzCb4DBQXVcUG3fWG/KgSL0eZIGc/FDF9FasMhss8rAcNVsx+ML
XAehotuRgHI5g1uDkZNM+TCp+mIrbZe3xZFX9dWbgFI1t6nfjNPa3YiJx9sOQCVcd0gC6tFt9iRG
H2WJI1jcohTXO1Fx7bNUwKnkbwoE3k9SRtApCmvs09pv8ju3IGs4IKbJjrnGJUFU5F3gutuuqzwV
3uzCxgTkBa7XwB/rFq9sjti9ej36srrro9uN0C86ZlYTAJzEuz2WYLo9FXtHLGeEd6Fd3b7IaGqe
4R8OYG97gBYHb2LtHJ2gaL/ZXU2URaen0PWxD4a4SGftIil02Fw1fqA5jsTU3lG6jst8fvCpmV4K
QKW3SJCLpHaD6a5y1hXLGtGOV+Mc2xcCdMRTFS8mvFKEcOFBdHKFrdKZuoO4YLvJuETSIPNpz/U3
iR1vzdbqwWkMOEendBTb+jiUFrqqubGaIxEoGWJWSd+/0AGit2nWRsubtUG+kgcnN8qBPl/WcP7K
rvuq0QYBM13NpAbdBqH+YOsKOivhhB4up8Kv52+5tewVFyJqgLVbXeQnMAlzZp3aiSbO8+SquEPG
F7fRo7fawyWmBOHnZm5wJ0jCzM37hIJi6ZOhQr04t4jJTalr+9P4adiMznk5MmuLpHNixIi7yQH9
5VHcOqMDgFarh9nxcrfIyVsORoBCDeugubbyAcYZ5XgaidEMP3ZVibtOQxp1PjSm0BoLMFfo+G3h
klsHTLPU5c5jqJKJgtnbVmEfJdH++zBhPcxzoqYROHJ5WHnZqRdnUXyspt58t6o9KMDGJ7+FmOIO
rySXpvgQVq3eoy4kaC6JYIJrjRBE+cYWKdYLgcLOY29Edre0Vv4t1w4jH5ltuQQXO1EZ2bYSZabS
Ns+wEacHo5uCRwCyQf8gbHt203AX2ar9+NGhfBgCu+/NlUPRokyNyMu/jPDAzPj14F12XlUlymj/
SWV5j9pEZ38K9OAc4nDZ0kI3G32bYVsP9PrXM/ght0zRPpkBMDSQRQ8wSeL5Cieinm2+2xY8YjID
QtrETXEwmmw4kVBm3JOLQDVUPQGIBhEwCLbUaOiClQf8+7IJasKuoZFjHX8nJjnd5q4zRykEBhmi
t9nIj+i7IPCxjh1P2dZB+OrpAreplgD8HhAwEe+A6Ft3IKbGRyWos5hGcK3KIuVArwxlodk8bC0V
gMMWSImp8owLGtz7tjxuECOpUPj+cJWjTSbTWci/zVB0RzcblgRM/Po5ZLeYb+AyaNhUao4eBx+M
GZfzfUVCUFIFat3+TjSZexMVTR2+xVa2tgcI0PENDGD3bW3K+nqx5PAg2qFKnDJyv9ABnjo8kUPM
Z0t/qKg3G69c08msFZrHOsJWayrKqGH/1aK5qRx39U9jYPwXXFblcqZyVQuKARhiofLTOp/LuMsR
MpeOPiN0C5ckNP5KUhC79LpQ2vPbY+tUxcfaX7RJODeJ6ojP0wLbzWgft+DeCEMZWrh9do6aVkAW
16hozFPzWWD18glgOXRhVNofw5FlE8X5zJRv9GdEQWxoPMOCqxqRx52eaGUP1F1eu3yyrnDamRs0
m+vwfpzG/nr0FR1AHda31AXCSyuzoxcqxmXINMiDN+lu4rh49vA469W9qgd0SRAnjcwerdntlR93
lHjCYYguB1F0QbrFFoFTW8bLRee7c/MIMqxMNcWtVDPVgQ0LfzoSvjg33doXpxZ+0KcC9v6nOEMr
RA6TDUzIr49oNGV/A/WyU8/3xueIcP/C8TLnDRBt/cnmV/yDtTBwNII+0YmN7hZllRdyHll10fSl
b/vxQU72mh0iuBEO62B7iHMLjpN2vPaC80B3pBmDSAFB31BFs26NcvVfFcWOFLXF5qz6ssNwq3D6
FytqvKeqQJck8ajqX0nZOX5/qAwenuLrOlH910cIoZ7SbxxQdTunNNnobX8io+1b+ai9AR7Z/YgV
B7v8gAWXAp6l6Bf+oNRWLTKzspKiv/dWeKjrhXHp4Lmp6G0wK1f2VLTVdhVlNIXhry/G/+p3Xl9f
Vn3Ujh56PtoerTSafejwbF51HLyCIgBwBJi/DOx0HpWzETZG9lomug60vVyh2UQV8wArHMU+rzPR
a9B1OypKyRqfdfYxn45hSpwHWSe11iDPj0phuDZfwXbHH+20wESmG1TuXgU+fW6M477b2LUBoUYB
uQnz4yAN2jOYHZd5DSBN5plDc4M5qGiDwA/fbPVhFtFIClOKJdD6pY9MNlew2f2IvI9GMuIL56rq
IYqmg8EcyznaUkyDeptqpANWJHByCfsRTW5CMnjTcLDmywxIUBUnVKz3J/GC3I7xtMqXOVR/oYW8
oWdXZhHkokPTd2Gw3FjjQMJ8gzpl1gTJgl4qpN8/t+d+bf3SNQwR5wKPBQaXJh09mV97c7AuaQzn
Zfit7uXeWW55Tbz+to4bXrjV05b6h0blr0C4/YpAA2lW7ni0aMcY/XpFinPRaBd59719vyIsZ0mi
hQmbpsE+hIU36WSc7cVyk6KsaAr+wyP/pgCOeBayaS7Q1MCn173LNv96B4pu1dZXnfscjYUAhQA0
fW/VjpaYdpDDD8QDuogrXdysWHYwhBs4O/hCSwXQyCocYJzO4u/f6hVaCV+auAq9SyqGe8dYreSG
50wtfKosxN4MXvM2GE7wqTU6CJGeMT9cwQvRGP7z2/zhdfXvVuv+aPBgoIq7ECR8FCJ/e7SR9Dps
pn59FuxI1B9HrWjCb81W9l9HO4LBhNRBr7aX0MUGHBqZhQqGvlyCtskRMW0DZ8xPsbAm8wxKUTMc
1E0EfXqBYVj1d1daMc14zzSSHw0TAJPL0uUVEU2CSOOC5ZjZ/BcYW4ehoFHCUIxjSLCd+FTo6B4W
sYuEX/I+PjmgkfrLnwfh1ynNGAQCdF24q5li3fZfUEfHbF6wBsr6OLdhD47iHd4INXGBnwaymLn3
TwCKvbf+y7CzmeykEJvAjC7l78Bbu+qBEMol/DhMuPF8IYEdmVBgvxgfr5Je7x8zY1FLPQSNoPd5
2cxZB2TN83ZkjNFLMz4gLsBWSvbrRcAmgC7MjxRI+RTBHhAJBAeA9Px8bbkyHUO5NFEHqgC8wf46
8hoJLjch1du3s3itaM7aHDnciU9OuL3UAXW3f8Icez/swH59+B0uA5zCcTxQcL8jW4EDDrRLqAqS
RqEhexinWsgkM3aGG5q7eXo9qkIHMjrEGClVxQECdamubVTz4e7jWqmsG523lndHtB4Kgk7q419p
VdmXJpu8IK3Drm++eVWz6cddnkV/MZQvzL03OzaxaFR1sS/pbwpvmE7G+MTtWqHKgeJOa7fOrbC1
E6ckcLGD4sI4YWgBHV5tFbpgUMyWJF/qmcUwb9qsEIstv/KqE4a1kwe5cFw9CheLAyPnQqLM4mTg
97KcNKugqd4k4YbawQasmakoOYRWglYqEFVwmuMQaRa/tRa4xEHvli+T1+Tkot7oOskKPrlf0VsZ
hziNSxdpnJxs9JJdeoQPbZvtJsODyb7YZYDgZVpDVNhHWfet97z6c15bzzEH8fJxARkx3lnD2FmP
tF7C6Zuvg0A/bwiMYKgr+94phg/xsjX1BUzLajlttLNgPcfg7NwiCammqOgN5kqEOwRGpggZM1VW
9T2eRmOosKHY41QkGZ3yoxQcqN8EF5hX1sGZTrGF/zUFFmqDxfciguzKKC+OiLR3t+ECzZSmRwY5
9QMqxGNgH7sOFdfwasK0pWhuO3+pgWvgk43T+a3xsxyH6Izm/uQ/Zh2Z99Ve20Jbn7kSCIrQM4wX
nUBVKk1Me8ULiFmKTBOyX5l8sLDuMWULLodiKBn6ms6ynPxPPSI1BPFMDmNliSHOBl8+odDKHxlX
ES3BfQM2kS/j+zetEnoN+I8YVDfys/3gqbdtglM8X1fY9oCmcRbLCsNkrfwagQpwKU7bHHxv3hFE
YDdKHidHGs8SX5ZsRdw6qRAs8fP71Ugjw4cqs4jUThjNWq68qqc1juZ7zCl8TCkUbFU2rlCPflG/
hHmWWRu5azMwUtaq2LIROmKKoyIiMh02tw5mKk7zUFWGtPIIIsMM+fFfABHh7re0zsSt7tHOi7VU
KVrWFSIL3Uhbu/vk5tQaFHFvE5N255FSSNyEISPrRlPJCZJQpdj/CPcPuOugVLzHgV4x8PQJyh6d
CE5VYfYRE81Y86UfitF66tpw3/K9ecyjMIkNAgr2caNaE1zs3HQ+h77f/qgFzXaGT1V7/MBZgqQC
mVnhUGbqyId4Lw6Kw67/l9Ms+zh3XlwRulmTBRfv0upoyHnf6RXEYDN1WYJJS0zkrKFKyqjwJ4s3
6E1qehmrDhk3xssqtp7O2+Y5y11Uhfstl7xpSWuEmcUV8D1x1FtmLfsEC7S1v3lqXHyviWlcj+k8
IwVJKXiMlOEe5m7gssnP59FaCPUG4aLgez7Ik+Cp9r0sFolnYggAB4yfHMbi5+zJNizKR/QBrP3h
KID+GAzUr5h7P9GAsb/tqCNXDH59J2z4bE8/h9p6//i/Bvn9cyDF3RrDHBqIYeKgnDG/1WWAvcpF
2YmVh1butnCt3CXvt58AYOdoe/nvL6pHeZmpBvIaJMkV9ZOVkNzB2H0N7uN26hklSOQNH3Fl7HBX
wNyzOUYifd3hgTlKYnyTUNtWJLs/RrCXrCD2tfdnKtwSNGsi+y4wziWpyo7Ott9f7fv0oD/fMD4B
+TNfELvYH34J1oLJkjsUdwgkvCLgm2tPL6143pB8nEZQPIXYh/d9Im3Tik7ZkYfc/4pTagpDRJqh
YHYNY7Hf+vuAoty58R+wzXsPkSLb7+rqioA8RFkzt308P45Isfes6XeIlRwM77ecASa9OUHeMX0o
rOPpdcj1DCzwHsGn/eZ6d96/eHMe8aXBUo+PtJu/3383BXlhnqcmb/ISsw1gaE+FEk4uLuthDZ3x
RrzPlbIa4jG8+DnkVOA1t7O8Y7E4AdCmOFSyrDnnZ4f+tf1M5FZFcyoVihhlYg95xsV9BMUo5lMy
gdvSUL0n6H5HI4U9xQ3weJyvfK9GsxYL7JpgcVmvkQ9qlv5y9Hq7bVHg8hrI3fCkyeKACU18vqBq
zxeCRr85t2ri3xVMXPDq28YBw6bgcjXnmco7eYXRFVd3CvK1l6DLFiBx2QqDfUzpLqDdcFoE+S44
JI0aVXRsWo7Y9rhYHRULEnuOquUzGK+K/QbEXV/Xlz/pRJSCCl2dpqIBGfx19QZPiEtZFQzHhfix
ZiAlN4z6QFs+29CviXozPoMfKExwSfNmf/QlzgeGCOXureaJkK0a/GOw2TuMa6SUws+cRe6zBr7C
PsXfAevRUBt+20Gqi+cdy9LdIZdMcD6vSqgw6A01G9VzJPjrLj4A7l6D9k5QiuETAXV6JvXsTwOM
inc4+ub4DdC9qQPA517lmdr4G9s79QIjJ9QSL5Xv1WRoYOgAe7YtKNMuGRsg3P4NVbB9PY2eQSQp
yetoZKsUQUa15jyQyDPMNHv3wZtKsYOq3Smq4WJVDRUiyg5rw1N+NoRnGdob2aB1eY7RDISkAjiQ
7SfEKDugLA2NYc2OS1aBwToFRvrNkALydgJ8EoDLA0LN0fKmEcRZzcvfLG/jqehu7sdG62f7mFMb
d5h87yNZjbTlzqKEgz9fk223GWov22SQAiSYJj3caOQEr+y3zC/LyI0RqFDJ3aeRRHRdnX4C8hq6
BlwY+Ghv5GsQr4Vy3rylCZpzECi50jF0qcRbfwMOqZaMEgL6+f4B2YpaYafeIHPzAiPF1ONHO1dV
noPmW0WxPJqQ2EZ9i+dyVoBNM+CJIPiAi7ZxYkHQrV82b3I99Og4HeiqjI7TE1MiDQBaY2KWt1Xs
JjPfpC9zCA3MxCX9+STv7xIZUAhCYL3EDhjdtRWtp5+Q05j+OrOO6H9fvOXQ7p8AOcCYZdUP3Kjv
2BafoMG5fxCJPp9PgHHeuW1lk0mWck60mJ3RTHHkkTbmXuzhrvaf/JyyP6Gk2Cbxo4E4IHjdt1Mr
T/Syamq1jqvt6GEqwhzeu7E7oIzeumWxe2VUt69yRKT3XtAAT5Av6O6yWwC8ZH57NvyzM7yV/c5R
wOFX0bneL+TrmCONchkv+z1j68pqA6BcdZToP9TvGxYoj/0vq8jZyUhWo3YI7qAD7XnYtrQKvTJA
P7Sopveqwmhgcc7XpZvvYVyBpJ71FM6Ik0Dr+LHgrL7mHAG28wOrKd2dZprSD9vnZJhtLqJ6fjFQ
azoWVbPDad8HBB7QvunVUbBjcL3BsaqbwhWYDf4DReDXagmqu9jS4/kGsTambvJftCJkvghOa+k+
FX0fcNdhni+sBtOzzSrL21dQ816yQcZjv/c/59J7MeY/crv98lSH6MzvRqZc/7diDSDC3jKowDz9
3BorML37+IO/af7Bh+Q3kh6ryQYGx7UA9/NvsKf1/2H5Y6Ja0RJxun/NEbte+j5RMvO8+zCGs8iO
HBR7qWgqK95wT7OadfJzc/zzY/9aQvBtm/mD3jEPH6JZAKX113tBp8iF6FLlT3sVK3gtfWcPUqko
h+K49YTO/zTO/31BAPIUDnB7QeLiv0QEIFXZTtPa2eN7mzWvOfGvwh9g8p8r+88P+MPV5d8vdn9C
WC62j2pthPIDNcBfn3BpKi/vxiZ4/LljGFBRLKUVqJKPr4g3ROAvZbbpD5MBvZS2uMmyzH+QCqxh
8ziP/uGOfp3p3BGpVBRzeIFFpDL7Oy1yjW3LhKtQj837ojLEdazxZaLzoE6o3JV7nuBNKyszFhwO
hBZWsd8IJWqsHpNZkdmffDCLPkc5W8sKOF4qPk5JM3PO5SrIJxPzzmeU79vsnx/i99fIi4PKZvsC
hRIHoZLfRpVzV43YaeOnONT7zrT9CITk4HfTh9WKJu8fzKv+T9fz8a6y9/+hbfobjSVciEbwQZjO
P4+9JS9Aq9g9O2sPkrzM/0elNR+RY2q2VBbZuFmq/7UdCMB0TjeXFcfNfiwRJO9vI6wb1kU3qH0f
/zGg/yPpho99y/9/12D4RcXh/03d4eJ7v6shDL//qf8f5RzYHf/vag6H8nvTaz0NJe/vXR7ihwYE
v/Su5CDc/xWyjbDI4Qf/b/bOLElu5MzWW+kNgAbH6Hi8ACIiJ+acxUy+wJJDYp4ccEx76lX0xvoD
q6QiKamqq83ug67dB8lkRbEiMwLh/g/nfAfEp+Tc/hXkYNnvBJ4nbOBc3D5TSybEv4EcXI8/4jDg
SSJEjqOPUw9zzc5ycMU7jiXkcB4DcwbLBK/8BZaD/+27/PvpgwAYw5lj7bAUnykXicE/nj7TYpM4
mcCLtQMz9U5rlgPJCjpktkdFgMJXRm8lRS00A774Y3Y/JVbx1nfox8PJhUAVBrWkQq8RLS10XPb6
mrO9x6WVBflr4g7oL3taMwmnc2INE2QWkNkAA8bDppl4hNkmnEdPy/oRssm+bhgnIGmZEcw58qeS
DevQWv1HPW5grdouVRtN22IVdDmd3x36ju53n50XAhnBGCD0cSfZX1MJN9dsoYwq3sq+fVw8Pb/k
tmc/Z/NUPuYDoNK7fOD/xRyrM7dImNq+NDyQqWGz5KSI8sO4Lm247m6s2XOtWGy994IEYv8JoDA9
GihreROQYmYnchJYnNlVCVNuxdp4qnrekFNBcX5XYapxeJuQ5Z1qsRA652on56wUtX21mZbTneFd
a4dDi5H8GY7j4u9GIP/TgmjyYSffO8xp9WiFvkSIGXibceezhYQVKMbqQzsU7MsdhNkty0hzePCZ
YLx5qXCvIY8OaazhETTsa0014VhgTXxgqGeyc1fFjIAKQB/qCPT+TF1ZhrfRgp6iiiDuEpZeW6v5
Hr9zh0woNa3+xk2M5sMkllTScaF3Y1TQrm1EUV+B08AIMVWjdTHW0wj8zyK4hF1zZr8VGZizlxZ9
2BIT+srqlZZpOu/2nzrapsxPiKhm7RkaJdvs0FF1DuPRy8sPa4Ju+FCWPb6Oxl4Mn1mI5Z4Z5eSN
UbqnE4baa0pMjkPR4R4eW+sX5FEA+JQOoF5aSIydcFjYfx68phuLA3VbMMdFUIlgT6aGJlwZaf1U
Nm6BCnOqkf8otNoee2LIilxfarpJMf5+3Mo1gFZuCPsu7ytPUoSL5jppZPIwp6561ppVFZJfBL2h
6DDHoE7zze5sWmqep010iNQTvQJAM+1hucbz5q6h21TLScLunc5LdkMrDxGr8jMiRmuX7r4Yaz4Q
xr4hyBfDYqrpVeVh9JvkBXd9xrC7ktUJZadbn2viZCDwMiB+tJBtXbnBqIxdcNy+IGmsntHrVs9Y
9r3TNDvGLoMfxKtqdkQpo1lxa24gncPRBJV9DEZkLFHv4XoJDTcBFM1/sudcevUeNRm4IzC8XrE8
ki5JBVknGuvYGLCM2U57Gfy6rnyC1wzXFgF3nUYZXdElzpVSHRJzDlzsX/1ID1d7BooGnfNuOhZR
6Lkam9fEyDofblxR3gvq6zwe2qWpUC7a7peN9vJ2xDpOZZFLcRGgZxSRZyRTd9iUj7EMVcooD4wa
xu3YCJOer+yqbBdOLP2DTIvto2GttJhp6k5upHFSOKRIjFV7ZDpceqfFn+dnevP1rS5rjjKkOuPd
yBChixvb7nZ/nVGdlVlzlRWjezcBb71jCDFM0ZAJB8C1a+1bl1aoR6sh0jBczNXbOEqW5Zdq0q1m
Zu4g/p9lw/MlJqHQfsAb+JSr1bx06X85fRwCQxkJZuP7VCUrHwUjcnLcPSe7m+FC3qeLRdwjFby+
HZX2umjOLRPBedtusS4mMGyb3PwgFIyx33Iqa0iJqYQCmkmzPm1k2iAqESo7434ohsNi1bmIa/qr
F3fQxmPGxfPmtS4Jqfbmk7aCpJEtP3uz6gEL5P5soO9S51NXcDDVGPxkuLW5V+/TbYR7CK0M9yzT
nXxIYGVeA7zN8kPL2tw6ZM7Msy0py4LQalT/GYlUaVwo7I11uEy988kxl+rrwjZ/OuHFrHhC2qz4
ZV6XWR99Zq0FDa0P4g4nCuRL/BQYqLpE7Wm/JRqGKG8s/3IMGoTwdToRT4+HjXStfpbq6+B0oMFh
xrZvjLe4HxDgAJP2cANgTSzWaTri6UcxR5VdDWAr1r45QNJs8SSkK1uicuVf22dCQ7PfNrxemVeO
mgjwlfNHusQORrz99eW6lXsEVNraiqOsKkSskxVnTgJL4DLQXm8ejBQxwoEUFFIKq5zs9bCzG+uN
YCzrqUxE81Qizg/CfTr6mZOSW482gN91cc3yemXRiU6LmHOaBRSNOgSgYx5pjYMCYYUB6Dhd2KJF
re9vcwTlceCe5t0bOeWSzsBCsS2fV7/l5B9KDo0iVe4cIZ8KrMtxNcE4o+qBzYoFnl+p1KI/dIoo
qqiUPBcXDJfQ6tRp0Lygjysxy7eWYK2KeMhEwuKzzWusFaAxWOHtlLCcRMUlO0R1TTJjbfdQ6V3L
oOocohrL5X0iQexjDMjlS9WAFeBnNdKvS6ACGfeWQnqnHPeXYeyr9FihSUIy2hgme0SEDVeNjTY0
RqTg76V+HiB92/Rw46HpIF9twcWC9Q2M372oAlaA++qBd6evnKiqeAPibva4pJulsa46G4PEzbAa
xfXoCKuKd8Pe126B5oiKpJof136VQ9Rks/2m91F6WCzO+qXJEaqg2FTFTbphO2MbwfASm4FCcJU4
c+IdNuS9YEcTRJVhxaOLIBAvS1xwduoj85Hx1pvS9IVScjsbMg9yXZoqkLM9+970zGbphWrUy9QL
7Xulzt2qcz8E9GIX+Wq1X1j2wxUXmyG7U43UVl5o1agrPMrBfMwsjWyzMPDqhLnIA2RliUA/zvgm
I2K1yeWdyWj+SiENRF3hI1g/Ig9A3pxSCPBt70R7a5fGOkUaF78foY4XnPsrOPwIUyVFGOVj4R4m
OJrYZExPY9g3W2w9eYWXKFpSqgqkrEUzHbJ2rD5XBN9wXw/8JhESEJytBhv0X/yk0Ba2rpTtdBK4
6N/QLVfPTTvvng3T5L8latw+JOwpVxGFwbTdKHR9WbTCLS+PDOHd/FyagMm59tPxXuidUL62urp0
qXzsaKhVfqutLn2iDCXF0l5GywnXfAHKDTYbFnDe4vCPZG32X3OVB5cQU/Mv0vT4JL3JktsFMrJU
IxLj6T+z+kYxH7ezCmLH5ALVbilZbkdhpWO8wDh+tPJA3voKBfyVnc7AmY0lRSVNLTtzC9kj1UHv
OP4akcPjobdviH7AKmaLW63JK44yUNPyokhWvOY87PZj7Xf68x4uB7xrMxsrwmi/3NmKvezBFiwZ
wglhTcoebcita12D9sFhOgG8t0NbZmrk1yB0JMRx67XHudO2e+6VuMzPFOM0G8axr57oQAvmoimr
fCS2M585zWjx1FCmF6d8K7dkCMfaspyL3DMsj6LPWdG3J1O7HIucaBxibNn77Q7TzasO5A5W972c
cLbs8V8XzN/n6WaDfj7HdtLXYzjVXXU1FI7YPWgTSPOGKv40TZMPoMpP27BWfh9QlqEK5wkDtxsS
H4jAM2AB0zC+rrYzfGijw10gOLhkgjQt9MtO3ktX6oeV4IT0MM1F81ipOR2jpvTlHdI5KP++2yD1
6jhfysXKYjxe413fYM3l2JCtjG0kPB/HINBWKLd6+DqSc9NRV0zBxeB25hwpCCJsnurK9Y4VJ3Nx
Zg1jd9ekLeGwop6Xp2YnUMVuX1Bm8sS5BJMhxz9t3iR1xI3YeRE+aC1DvYNw2WtYVnE008ronvFw
LOOhdAAXxTMwounYBGDWkQcGe7rE3GHGYlK6HTveECOiaiQ1w5ztvaYPBnsL+7Eo6nNRdsN7LPlT
fhzXAFCAUnwSZ4KVlnuG0iPIGGhnKIabAHpCiPI5x18+AE8/w+1WB5c5ZvpvGXL5q6N8tz9gv53s
87kpM7gKvm0+62AvLCyOwTNR1mN3idsh8RC47xcRO+TyqANSAAD1lRxpGhR7e+EPK4SzhCIQu1OW
iNeBCEdc+DxKv/RwxXWMKYAMLvIRg/Pe7+AAoGzYqsNMzG/Pjn0qbtCfEILC0CfQGIPbtgtHjCcf
xq1eaSRg87JUk4h0XivlO+oMU7uLrNnBBxLqKRg3cpEkVyI2C/fK13o2YxKXPE7GzlBGnPmgYSLb
MKwXC93xTWVMbnqiqck7etlFLgdT5AT0cBFI1AW2098tfdqzim4ZboVYEanUc749MoRgDnJeQtfD
+d24/X0Pm8UJJ4+shEPqBtb9Ou9eGo+7d47qMS3nM8zjXnfgS9xcAirQ8Tam4yU0RBxPJjo0zv/a
dc9KCEJ1xCqtftyf+eTEpVlyYTCUyMOEAxyj2eQMNsNTepETeAtpsmbJk/GMpJsCh/SS9U8UvNnz
MjvDl2AxWFizTE7Zk7p4e04dsVPJ+xFpchYlBB89GF0+zZGFuCo7L/Ipfaw7b6M9Vnb3urFgeDJW
x3uAayavN2Xw75nYW8BaNrxdbhOkiPeTxtOk4o5d8slf07Y5mtVEdehXZmnGfmdmxXFF+cl32i7G
e6MqioXsJJP+2Wen+oKJ1rgKpm73AHUjvIB8hluvywlCCZvS5xrG4pU35KVC3uOQm5AoQmZY/+I+
4Z9UYG1I2ii/lkO64VafssWOjCY1D6bbttmFADh0So1iyiK9VOXX3MLPeQzaevFjglUrH/krRpVQ
jQVWcLJO1vamHUr/LfVIAAn9eoIZTEpPsf4vpnE33dfmYVRfv44wUv8NJmlAUP5olHb1X//56bVp
vx+jffsbv83RvHeM0f42O7Pdd4QOu67PdsPzoFYyIPttdmY772i2EAAyFP22qmHy+9vszLbfMWcH
YIocExmF54i/MjtjCcFs7LvZGVM4ybqDYxsLKvTcn2dnapxkm9YlIisvHxXKqTL9UgWUj1Hty/I9
nJMUvPtYvqB+RMHrr6qI9VoaH32pPEoGCPZfNBpBivOuqp5yyoZPZQCqKla+FLdJ4pcObicjgQTf
1M3HtDRxLFUgNkKT3uIqsIOyOaaq3iiWB6EBbRjbQqCFmiRuuK5Iqij1xNxhOU3mt6oP3KcGgexj
MTXlY9JMGWaczfAfWhwN0MEmp7sihW5+BKOcXxuTXseYqV0Ku1uMXGuqSqiWPJ3EAqQ7zjd3Vc+j
LSjv0BAFLNBdnTJw3/wuQkPpPekJMHSsjKZZTlunu+5STKx4A8IAaZs0NnIaJk10NGcd4Z5596Wa
yTGK8Ykd+AwtdejxK4C2r01JjkpPZkZkwbT56Gyr/d73lvaDnYnrym3c7GDA8GiiMilXduqa0L0e
ZMXRotiMDRj+VphgM11C02K/FjruuieXU1BeEFUDDMFmevXRrUwOqaaa+EpLLUYD0E9v4y3KoLFE
At7ZGPNP+9fGMfoWJG0gvChDAPkwFbK4HgbXvLFNeIf8cisZi1ULEydyxm7Fqr4KMzn5xD3d50Oz
fpQyqYOTYP7HIZhtBbr6AG9lXbWM7lMaiFvHsTxYG4KSOMzLjjtpH+u/LLrdqQ/wFLg0F3QpEYux
lqvTr/szNtvW56qdyhOb3aQ/roEo32ruvy9I/Ir+YlNDRQPHgv4r71dfYzLQJmOvHt5pxFTx3GZp
wkw00PUntdJFHj2EMt3BWQIiFDpC7GpUXU5WxAXGYuqFolTMUTcavzHJbTdOTZk8mvbWv7U22SXo
bXCrRYQHDY9Ot9UPFcSkKubyAbDj2V1/AdlQPi/r7DonbIamOvvra4v/2U7i3+04ZZj4R8fpva5f
m//6zx/XEvtf+fU8tYJ3kMBoJb/hTwXrhr+drZa5bxjQREi5QyDxZvz9bHUkf+TAPUBKhugW58vf
z1bHfgfPUYJf30XfHIp/6Wx1v209vz9bebYtKIwuVS5LCgR4P+4lZGuUI+MMK+qSdOsv/Q3NV9x1
DtkTxIN52y3DqxKTD1HGaX1voMhLL9Falji/SYDEPk23DS/pCyxXJU6zYW7d+cisLSCZQKAhCFIK
n3imzYRzpEzDgdgwuMHrggWMbWWViv7G3zhdrjDCbsbZWNRsaik9VIoxq4Iu876tSeElyY+vbHvl
lk6qoib3xdmEldAbwgm1L45PnPMPUs/+ZcnFdGtrviznuS6dDzC9mY4udeemuBLm+sZPEP/Gmka5
X+FYibb+RJ6z0Bjm7GaGmeKXFC+4wMRiPpkrNrbrHsNOd8rICfHwUsOMxD6WYJuX/uA6cWBmzQve
68Q7YniflrOGyHZUtsy+k8Pqjd0YbZomId6ABDEgMTapw0Y0nDrSkEZ6rL05NY5p6reMPodhTt9X
9EDva6K0Hjp07NNR9cN8ZZL6aJF2OWWEnfQy/ziO23i/ejM0jDUfFhEZ+xHL9cetV8/kTB8dQpe4
SyopGLrhkCBA2zPFVL1HDDQ/I9nmUrCB8uLyT1UuWJkYNr5FrZ2vxJOuv5SEoqKlWznAcoaphF6z
aFlUe7UxNmFfMnppEqHETb80tVMWJyBO93VlYv2unGF4TSquxoDLOwr4Flxlo7N9WCmHffS2vuun
3YUFCxXZDii1y8LgEogNpoVPGXZ13F2y2u1kI+N88KEXAoPgJ8gyuLRzNicTM7bPyBbx4/Vc23jr
yyK48UtXcNBzz3GFMJK4NIul+Ig8kKeGMKpkibp66/h15kW+pTmrBDhpTKhCSxkV7BWyf4YY/uTw
UE8t6nNF0XtyA4csob60G94bntP3G5436ELkpFJ5BIVGR1q4uF40Og8k0VY5o0Ibdn9J32Usbxwu
M1y55XimXG0zmCbR554oQ7hQaH3bD3rska/hJd6ecJqoiSmzIApxdKZShIvvQZ4B4s2PiqduO8ps
Uo9NnzMrwQw8kt1cTB8Iksv6eOzs9RHQCFFpGZ0Dfru+H42zNR/Jp2ULlH4Jgix7UmBfs9hKFqs9
kYWmi5jGsXvrh7SScZ2o4g42HJFJaTcY9Odu4R/ouRI/hHZemby9U/UyYyDA9EqCM9sfTDWX9VgM
uN0J/fmStNa4Ym4v2fowNfDuRFGmTwRuO7AvvCI5MUHUsIJQSD5bfKGSkMLDmA64fmHAEOsFQmys
3bc6M1LgEJo/o4UCvoaKeJqvUp/hTF4V7b0C+jGGjj/gimwoviKX1uuDgW1jvPJ7vdIZOo7B4C0J
3ucMDQhTGohZi81aK/Pg9CUGGaf2zBtpdEmAvbYkl9FCsA4FpwebHPraGL50szF/Zb68VefNCHLk
1u16oE0bSw+qrJEz7BMpFTzHg2tRPvIzgC70tL1dGVuN+h4QohIRMt3ys0xrhzwcllSAQnLDfxoX
TDuRhRyd5L2pVfWhn0T5JDxjTWI2APWHhVJXYPwuyNlr1uZWgmkqwsrtmbKwubZb3ONZ0kQotQ1e
fIfTrIx7H/1xwvJnzvC/jsCWsjfLXwBElmA2njERjsPFKCG74AVdkisGKIs8dq7YtqjzkiE7DCsu
VPy17FpZ+tm9jPAO80l53iKfUNgHmBGqtSagUUz19f6NhWHoTtZZskCiDFNWsLd95+859ujw7pLK
qNGN2U1/2yO1fvaskVBn00ENf8aLYiEFrZXAhc5QIkUuHxuCcztYWSdY5I7FTp9UrzXDFj9SM2db
3PNFdpDiywJPwTwnfeSZnbuw9+yHO28TBT7dpPVUvGTgvuHnsaNnzlAZF7iTuiXiy7x99lnWPLVA
175utdzeV74149Ol/v04FHjEQwHbAvdEhfkg8maSxWJVp+XDgKpHx4qdssJrKyZYA2W3Psy6dIvT
7LJdDYvVB5xUmAQFRfuYzUV63CT10cYqWsRlFjQwIBIy5l3oMV9IsSUls3K3Cc0h8AUR+fyUTy0z
T1LYJeGK9bJhoR5nSYJWN5Tmfbo1DERkbauGADlHn6+zb7WxZ63Tve1nC8LfxmEe7w69eKhMnd7Q
GDFiXut6wu7IdEhi8mm3G2eYA2BtjEy5WPGSfSH/er7Ikeaz5V8HsUSwRkdy4DeGddQE1h4i6fjP
fbPYL8IbU9j6+BfWMGPvQ0G/Bc4HXa3i3jAbOjNrQHAa+lPnn82iIXu7K1xYmqbVpt4xM7wKgVKA
azyClWa+4qNUIhwcVgcMoGvvtlkxdIb7TH64WhkkMFltnPXWKPlxIiWkpeOWKS9Go8y6Y2sjjSM3
F5S91c7FE9dTW16gLrC429REsCaIDOMQQF7uwgZSCaMZbt3u2KaKedcu8Ob/aAX+8yYnDV3Cc4zr
gBjlOpxrFg0RUNt5jVmnyrcJPTaa/L4F7sHSAD8avjD9mX9HUh3QTFkv6Ifz3f1MMnY1dxbfL2QY
F/VSgn+UHdv4mLVu/hBsUHB45Afm2w6FgooJGR4uE9akdpgO4ESjDGhcgMLWLD9tkG6uezhHaei0
vTNyS/Apxl3RjHcCN/J6Qas8nfZsI8B8WBGcsJXYcUIAEmRFycJSS5SlSfksgAsxAxZuf1VhG2DM
68NuZxhmcGyvyDM/uK3eSPxDxvHUlswCT7ZvbS74e2PTx2Fe2HLQvWTOAYbbTPRbxytFZVa0Y6ih
tG1ncP38OiIoPR0IQJ3dR49INsbwGe8/SelZcAt6NZ8ODNpz54pcbPBLrs/4Ez6xwWZ/9pg5sI2b
rE/aWBpBHZHI16FM04/jwqYMLpo/4EGpq5G8UTkY9xXUxjImIJqpYjGuQK5EWTjoYvpJ32UZ7pmL
ra8N/7x2tDddqU3uXyWkwXHHlVBcidWhU9T7hiFqpVrJxiWF+H5eVxvGk11+ZJdOXDNa6uLkal0X
Rwwn1RDl0Ay924rwV4oLk6w2wKXAD+ClMUV035OqLZ2j7S2ld7XlU7Pe0PvzPPozCWlvs6nn5usm
EMw9bDjjNkJuEeT6V2k6TMCk6qWoTomZNPOVBV8luHA2o23vB6g18zHX2A4ogGUyAP8UIvns5kDr
j/UwOuYD9YRvXbm44J17KG82vlWBAuHmu57n9teG4fsclh9Vs77lsKHbPxeXNkeIfwgtQLG5c6KJ
YKz54/eOKvM4oFH+/Mev8pOG89vLSMaY2E8Q4/FyP5l9cSuBvR179ojfRhtBXi0Pwh85OqkqCxv4
pNWxiWsBeaw21aCpwJMlfq4e/3+3O67fFHXffSJ7ZtMPmUr/h1ymVL/+x/of4av6pL/82PT+reU1
PPGO7ZVvk1uOr43W8u/zxP2PwP3vfiNvl+rJ75pe4dMpS/oAz6G3RRvLh/vbQFGQ0kQPbTHm+TZq
JMPgL4jxrL2n/b3n3XNYPLLs9rmkNH0CzGjJv9dds5JsJA8rPQql10O+aCqhVSKv8tvN/GR3gaVR
kZTJcTaFft9sEqDIOK8cpAyu/XMLINcdyJDkfM0354OU9gC/cmShjxfc3CCLJXxZN4OGkoJL/olo
/KeOnZ9eolgMsBCZDhcRotsff3o6bGKWW3eOM+2ur/A/rYfSc1m/LOwC8ZoH6hfBZj1sqwSv3kou
uschuJozsoY9p+VcLTWbCoPRZxvNjP/cUBulDT5QUBua/jULyfVWj/b8bMPbccN+s43bacl3/F+y
HegtFKUqvLxnyqHGvEmrRlFnNnK988j3vAK8Vp4Hq6py1m3Owv5nLfvTkJuT9et0/oeUs+9PnZ/E
wN/eCkYWpG3xfjhosn58K3Ark/PgtWCGhAuAFXtyqBfTAFFqen9ieP9Jq/3tpSyeW0Fyh2eZjF1+
eGZyPMhihCIee1RRB3g/5sVAsxtZwSQZjiT+KdXN3f+1U+bfN8Vtp/b/a93vQ1u/Vj9pfve/8etw
DZEugyi+EvtS4Lcj41fRr2O+C5iNIfg1sZMAUP99cSE4gqTLIsHna8T/sn8frhkcXHy4LDoEWmBX
uPIvJbj9dCna6DMETwvbFSZ2QBp+Omeg4s0D6nIEpdmqPuUzk5WC7MTfFOP/8luwP+W/H2fYNfaX
AZJnkUaGkcD86WUszJJJgv0I0kIxXBlySM/VPIp4MtPukPmr//DdJ/BP7nrrW1bE768omWIG2EBs
V1h8Jfbwsx+/DAkjwzlRoO36oC3MMU7YLC9MJ5qajPUMjxYTfd/sge5QNXcoceUA8Rz9gg/shTl9
AKkuorgf7xTxG/ICSzIAfMeZ1laeMDazh2LTQRwx04KRb9kU5Xkxj26cQ1gaKVmdDDxmvPhQ0oHB
pcgMgnDuDD2pEzjgAmb6umlHTPRS2vfz0O/c3J8viWte589CdNOENoBHZB6jmkIjmKLJJHPDiisA
Bf6GZBAdsf2i8O0hm+hz00n9aFfFIMd2hwrPdeg7vk9TbwW5rIMzZJPpAl2hbOzk2V3ncfvF70Wl
7GgZhG2ejbtFm35lHMz0ZDq9Zxchuap+UEPmstskD6e5WRczdn0QcV0ESYLWhVg4v0TcBNwSHaU0
Z788322VTmwq22uQ+C0VhrrQYjENWIKfBaedNBybTYaTKe3E6HYsmUMsQ8l1JxWhWhc1scpBWHHU
O8neBqr6snZF9cHB3uydpwUc00PRoRLvYgQSIv04pGa9W1Hlyg3iK9Beb2sxqkdRj411bhQIhMJ+
2SwVrz2D3LBxxRxETV9L69ERQ4denUR0fSgQGhdf2rTw6KVxxZkn3nOD+RZQF4Wkoguyz3NJTPDX
pt0cUOI8ZjSfUCjt+nLEJmzEGzWC7ewd4CQ/ldSk5RHo0JjhbcQPqsKyafuZpX7VLsFV7sw+ectY
N5PLBSpRfd9thtFeeN/yncg/n8BHQbNF7UFARqP1A7J304Nfigv1fi0gGcelUZXmNbGjs33ZggIp
GfHkBuDQqkRYA1Pe6GwgWYON8HS15skhG5HEjfaYD0HiXdIc994NHpVOC/RQSIQvjaINLMRhrjti
C15LU7kRKbEtvp8Zfak6OCmkaOSAhdVB/6z6ym/ZPS7D9hJMjF3QhZSONu/rcmB+PCrplO9BoxfB
rd32VnCt0hEVudHKsn4wciC/19RDtnh01OABBLVkY5yz6azPaAll6HpdwGZtLNNDw7wD8Y83J1Vz
nU8kO7zHSZACE8Mg1Z33i1+n/fspdZhyRIzyg34ntOVmdZJy69bzvmb7ACpi3NbrdUP/Gmq/80BR
DxpxPzBjIMW4BPoeXuwJX3run3Wi89RL0DPyvkvJA69spimqmR5UuThodhkHtmix2GCWH8muqsdL
CD6lfCpSvBycPhvBmAnCexMeIUauwip1lGmn7rf7eVrcAY3EAF+4nR6c2gF//bAGo50H15xZrUqY
I4Gy1neJETSLvmRWtSr5aRt7yAznjQVi41HDuTfWh77d0aZTbtvc/63qvJlRnZ8Whx6rdAYyHInd
cPBJ3mXo4hcTkqU58zLkr6KDvBESCimCG1cSiE1jTbhYUED8C4gFZpCTLvgq7C49bqoHQOsPo2/e
BExfiouN/DeDTKxRJrGSeALOlhEpa6wKI2eeb5i6O/c4OMSTURq9e2oqjLHQ1PzEuSjHTl2isGjL
GNImhk/fEEUSVWw7VxmvyTYaWbRtZGwAtMfqDMzAVgj5fPTFqaMKEHbTqoLLiQCTtLoLGgk9+X06
ASpEG0hTmek/KbF+vC65VfaMSOp+H+slazH7p1WUByFhRFW8y+XcVB3YkKNeqbwt//DH99c/fR28
jqzYsES7zl5Vfme75N43R4iaWLvLDrIupO3poWiZXP3xy/x4Lf92SRJ3ZVObEBP6M3PLJx6g9xNe
xtiTps63ernszf58UK66cjIYq8c/fr390v3hUpYmlbBAME6ZujdSP/5aSeuny+ZZvH3wuCG9NboO
N9Q1ceML9Mt1CgIcqOgrk5f5Tz65H+vw/ZMzqQk4RcBQ8dH9vETcsyOhV/CMjS6jL+KiquMIz+do
0n/Hf/xb/rOXsjByWg5L0N3r9eNvyWXt1uD1UB+XLXhGEB1X+JgtNvnDxz9+pX98P/dfxiI806ca
xJP84yvpdSUtykYx58zbgAF46fiFktp9ZjLdRJJ1Z9isRXY22WR8f3vpv+QB/H9zme7xLfnX1f7h
syazWX0vTdr/wq/FvuEjRgoQBAvX4eNgyESh+2u1D4rmnUlPxmDIJiRtHzn8fZdOSS+pwIOATpYv
Y0Bj99tUwXDfmXQPOM7xYO879r8wUxA/Pi0uO3rsZpJFoL1/9fyfnxaDOJ6stDbjwHMJBr58RM4d
qfqtcYkjhmpPjIiuXhuCK/wrmIYHgdVnXCBFG/q09BaJFOpgLuv5d2/fPynVebO+OxP2nyowcUOK
fdCyN0E/nQmUQYnsAyM4aJOiclpKcjmHMTiwZNGH3Av+zNL8DZ74+yHEC3IIYQmhrcJuyUfxU5tM
G1JQSQvvQO7ogF3Za9z6evQ25HlTBtQdGbajVDg3BpefZ2rU5ykqmQfMVJsZi2SYGqT8fXWtMfpB
ME0TE5yyBgcbztAU7gQCmg99ucA0x4orEc8yHuj4cjrWc7ds7HyIXdg+7Iahj4YGWHxieb1CsZVy
Lh6aIdjEobZcpKGkOPXJcf9NvMNQ6YF1ruG42cmbTabaXaByeWH3+6dZFQ1LQXezxvtkoBeLwFsg
AV7E5KLPlunJ8KB7kJWmK+dYWZk+Zhy2Hi5K6iFE9c18Alnfu+Gim+JDil2b/B4ksV7cFE1BStM0
65fe2cH4BeRfKuFiSsMWS8QQ48/y2jgvcepRVxNugpwzQUJE7AGGiEzUmxmxNWzGI1eK5+I2WLfP
EtIgGdTIHIKLMu0gxeW1j0epsAeqgSad15sBrHh3YFfE2+vYRcd5alQtGc0SYfchVQGWyyYzXPSY
hoGE2jQr90lvvVqjpZXeL4vRNw57sVmMZ6nZFdeY5qbtT27Q3RP708NEDw+QgaIAGeHPmD0DzR4G
zdVG/mwP555ZBddsi0wyxlnwGlFSLWhNjIIeqqoY6kXmRDb9n/wM//C93m83HLvmfkKguvmpKBms
FBWCgHbaKr9H0JrD8sdJKS2qM79hz9cZu8sqWcx+YVMvgz9jd4r9RvvuXeAud+CG8vlAW+QQc3/6
CTYcMtCDyx3HNNuPuuyH2yIb5njVtbqitG7Ogyptjgluk2hLcnkFwJyckaSGMF5lKdktuJ7++Fj5
sYJykYMKThN+IsLXBYP//dj5roLy/5u68+qNHMuy9S9ig968DDA0YeV96oVQGtF7z18/H7NquhUh
dQSyL+7DFFCJAlSpQx4eu/de3yLWH00iSivQgOmlpdbdNf5e9eN/0ApGocD0ZbbgJVT8sZUA8QZK
JeRyMrez/RShTEx9QMinWznKKSwvo+jk5Ey2etAlonF0oqi4DPiFz8uURWLeEM7T7rq6VX9JWPN1
s6leWZP1wtKsknQI8I2skvDMKn00xj49wdGLEocV5xiOKcZ90jsiYi4UTds7cTTbhV7BdQv8xf9q
ys8kbY7m16d2j0446FwKFekBkaKwG3ZzqQu7uFJfMUFdZFUlnFgKEaefU65HlNqKxXRzuuuPdqff
7WP7KErWcnRkoh9+YC43VHDhzwBgsQoWBKLvhCFCSwP14w4whv79dHtHVsh/fWpYsZalwYsljL0E
eT+M26gAsy7Dx3IhWSWeYIaGC0hUfsS9UHSojojReiXWbV/CswBINf4CWmXcg6gc2zPLyucZxNlV
pBoQ8AdHmmMYCSYGTTXhRO6CkvZt5ph8p1ZT8lcA+d9GBo+D1gxtZqgMT4ju5YC+DIAP7zuYhaQU
ZS+5EKPih9aauNcmo/GghWh6poIRDj8g9S9Pd/PndwMHu1QVGhiYc0Y/arUTrClJS4azVrbss2GX
eDPwqDNr0DI4D5ZFIp3c3Zi5ssSfx9zfoghgE2Y+YHKjCVdjNlbromdFhOiefjv9Qp/HKVFc6GbL
RiTK7PCH3TibIWcs3MPdOeyHy9waIJETL0KWtJQzlkH8Z4wT5gVgIArr4flS6CnLRx0ojKOGntkU
3SIqqrUGxpJT5UBN+5iFZ5paYucfu5FlmUUPC24VOh8H69+h3g9DJDRAe4pJoHsw7UhHB1Qlkvwq
teI7yeIKlyVdJq4mmVXf48eiDhtZxLzJnYKqnC7Qx4mtR4xrvEHn5Xew11tRvRwjXA5sPDTYk09/
iaOPztNystbJMS+hAoRO8uGX6IJWNeoilj0qiqj0aSfEqQveVVQwwTnd1HGW8K+2wBtxq+ZEzx+H
bUlzh440mWSv0zvxdZjHmKgOpI3HOu8gYDUTVZ7cQsNUQaAI3oM4tKnuJCMeJuiQKnX7DdVkBIyi
2XrLYjYX1O++ScR5VNSHpkkXw6SikVUXlbif22jpUml7+iW+6C+OTWRTjaVmhbvA4TskiTVKODYp
njQp5gWmd+aOOO20N5AZ351u6mitWbqL1Yyz/RJYMWXxaG3NKwBAtc72rLahtIY2Mt9qSBc5WMZ1
40m56D+gyevOrHBLHudo/FI6raGtojCItUA/mps4H0KrKzOCsHnU3MVVRSFcUtfCSsLrcfbamlyo
QwXRuG3xSB0clJR4icZ+2I52ojQ5JESKhqjf8medBEUMI7XrIvjRNfEnp8fGJ99Jg5xq+zFIjXyN
wrGKXRNJCrgDKTbPxTeOFs/f3bgUfvPJZHLoxzkjSPFDM4jcUvCoaC+trrRc3EdC9/THWlaQD4vn
X63AwYLTr3Jt/n0m+jDr/TIjLzOakpe2ObqtvtN/FrjqBV7UmuFO8bNqlWjDfJFTef2Axjk5s0V8
0b7FTJYUPJAVvEiOTh4Zm24DU4TVM8gvIMfuS+StoVFdVXr0i3JvyqNN40lVyh+n3/vzasfdlPoC
RSQpiLvD0XwAbiJH+SBqXob63CO/1GzFMh1QAVaR1wI3/uN+pmqBEntiDBS3klY8nH8ZiR5rMfvx
krGrL6xCSYlEh/k24RqNHw+sfM8SZGGtWogQjUhFK3z6hY+PPHxprv7MDZXbAzKq43iZH0VqJBsV
bxwO/r1hZCasxGFqda64VEdxzTR6ohCol1LioaSlcA6PKAXTlT5/rCIdUsHpJ/o8wJcKHoYcUQA6
Z9GqfTyT1CGncKFWVI+fao5Z5e/KbJ5DtP9+rX8NcF3hWiISiUFAAbyJf44+tKFhJIFDNfrCJEYI
Lge69qNsQml0TT83VCpm5+4mwj2Eu2NrLObFiWrKa9CO4bs+lri1SVYBxLIbZ4wzM7BOdiEazT60
5qhZKTHkC0I4KBwAfczpc5MkZFTgjiLvrGNryNdz006/TvecdNh1v18KVQhfUV/yBdQwH3adRS1j
iYGl7JEvWjWBzDkWs3ZbQl3+Yx5nMrBA4oXXaFqwGgJwuHVbxCNsEkySvGYuZQcdsXarmkLyePrR
DvcZnmwp5bGWmh4eTv0UALZgVJjk3wxMXEBt962pjBCBpujWhI/09IdtLWU7ukRWdom5qcchJkTD
VUPdkYFXrE4NLgXVLtSqyhkNcTwzez691nJX0FGqLWsxk2fZfD4sk1aoApqG1ewSTlIuMBswPAI3
/Ro4s3HmLnR0zacLl7YIYOp8Wm2pTjpsK1UCE+0MbYl5eTXzVKxHHRSITDJ+APOrPVMhhFT0FF6K
nSXvQj1G4VvBBFO6uFxhaKmeuR5+fntO7+zpbKzLpenYKEVu6xzIgcHbC+q0aqSWUiB8nLcURfZ/
3NGHTR0tCoZai3IOStSNIDZ7SNFzx2hS1sl2Ds6sP4fnlKWfiU9SNSVy0wfAeVy7IJtxZiFCJ62Z
i/1NL9aLMWYg3M3jZN72TSC5SZorZ/a7z1N3aZUNd4FXUBNyvOHVUz6FVh8bHJwH4z4RkS5aoxpv
rRkwQJD6plMayPWVEEWmHjXhBUt6cRPqEcayUo1NDvayPa4m1bnCzS8+MreapSCOKLEqiUdrypz3
cZInreEO5mitygqJPkbqA+JDX/T+dOIqROLpeHCRFOYcX/eHIiggEumGixeNuMHlTL+ULTm5EiEg
P55u6tNKSU0Kg5ZladlmPlEb0d1XBTObppDCYMNCUlFcVPCnWzmM2/weSia/3VrOuzLtLE/xYXnQ
Ba0uqbUwXDhGabySY0nDFizI92O28NLwve+udXyO92bvN2eG8dHG/lfjFALSmaqmi9rCO/zYeBMk
JHWDznBnXel2BNK7VZBU6rWe+biyZaG1DshpPRHVSFfQ+1PY7nX0FhgIgs50w+Fh7u8nkckzcCkj
4nCc+hDzgNKNMTcIU0/pZTP7yQ98dMerDILIRsnFibpBuXw0BrF7KHEd3Z/+Cl9MaJOM4HJRJu3J
3D7sCORxIrIdQXctTRj3mSAqT6Pa+au4ax84+Hcr3CrCl9NtfvnKJAfRb7IBfdqJ9VyHbQo70MWj
e8Z3QyZkx913ixpF+M72Ou3xUsiehmYa13Gmjw+nm/9q0hI50jlTSsRg9aOraZdQ0m6NlYF8QIIQ
iwz7ZswSkBGy3P083ZS07HEHJymm0se2jpZmEfvxGoy84fZaVqPLbLVdETcKtIau2k9QkjZwqxSC
8XN/qxmDf0VBQ/ItVwr9skum8D9YQwiLMLdFkwvtcY3ApE5BFw2MNRGPa7etWEfFoHjnMDT+P7Z0
NKxmIcjzRKAllPyTA+pb9fDlACjVi5V7po+X3/W5j//1Vss3+LCQpKIE5olss0s9zHCNtDLwRgp3
r0MUSCUeAZ5Z47CbUk6QOk2k9JcooFZpCv/v9IN8Oa6WCwOhScL6S932x+eAOKUjGOWdFUo/3Fnz
Z0cGIbYaESn+B02hX2b5XBL5XHgPmwopGZTShuULxLy6TutWW8nVqLgp0Z3N6bc6vPT9tT4xXtCr
IKk2SVscNoUUzhT0kcPpkJNdxEIjf7XEuturlpqtQMm3u9Ptqfy+46/J3sOCSO2HbhxvqcHUcT/o
Cr5mBcypIymFKQaO4adb+WoJog6CRYDQncaB+PCtjEzN5EqilRkowK4aZgF3aEJ1AqWBePQmgWO1
kXKZobi7UoahObPof7Xqfmz+aMiOSkP5Y78s+lgWIKoMzVWa6NkajQ/2SZyXHeJE8fr0O3/Zs5DZ
SfObhFyP49lYQIkFBPzlS6oxCuM83U6cXs608tUsoCyAO+RSSEPA97BnhSjNStXg1eJUNNdmPmpr
Mehsw8AS5vT7fLm4MqeIDxAsJ7Z51FRScz5JuOfA604ZIUJFGATGybhJk87N/WgCGNkXq1ndtElX
vlSaMb+RSxcnrySce2ZEfTlPDODEvDRvfTz7S7U22rqhd1E+Yps01NUlGDfrsomR63VD221Pv/2X
X/NDe0c3HjGc8pFcPy8fWpiZtYFqy7R3po+/aoXIoE7MWOfMbyw//7C2+lmPpaPI2togQL2T6jjA
fCIU/4N3+djK0crZ5gOg4LlkzutzuO6Cwlg15Rx5p3vsqznPQV1ZctEa1+Cjd2lGgpe5wJyPoE/u
ANuCZ0qqePiGsTr+zoWCyZyCfTQV53UlSetU7rszj/DF5CDXQm2zzpdj6T46ekC1wfcoy00E40G3
x4Z9Xvmo+ZycJPrT6bf9YomhEJByHpQdhN+PU++66GOPSiGrO8pB/q2Hx2PPhIyapihfgdiC4Cx8
cXW6zS9GC21q4OU1rmnc+Q9HS4NSW0ipQneDqMLzOY6lHWK0c7mrL1uRGY4kyDTt045k9NC70McA
oWjy3IVB/K5Uyp+5jv7e9shzWuQX2SBIXR2tLeCNu0mX+FKRksF9FvDCBNarGd9mo5OvCS8nt1Ti
Kn8+3QhfLFldlmjQtEcdyElc0cOeVitiE5eEW9V9Ep5N5C67y9EWiz2HyGWaUwo366OlAwJn1GWC
xNIxjMk66Yz6GQ54ARkhmy9KARZkPCvzugLG7Qgon9ZJKU/bRk4TMMtVdS4k9eVI1Si8lFk5WWOO
urqXUrHQDC7RxHbB92AHP66UQa7WcM9alu5suJxUKKtn+vqL5YBe+FezSy99WNoAPhgChybDRXDQ
eHLZ+7+oRze8pLUqvGEqaGiGQl3rYGqT047oAE5Plq/uoOwWSwnIkh9lph4+AMiRAJxzAG1Rwaob
i8k2D7EaJJ1uz42OU3rQitIDXvfqm5CSPIVjOWeFV+IGBsAbGe25G7n0ZZcQ0CCyI3EyOt7DWh1/
25FyTpdjK+UieKAlttymwhWXZPMqSgXpZezUddy0oNdl1GyV1k123enTwzyo6q+m9r8ZRuovnqLq
FhAWaMjIjK8jPQKUH4K6PBMZ+mopIDFHNoIVaylMOOzCCeqymeEN4lLjojh6YOAy7UNyPP2lvhqg
SOSACTFgkBwdfagqzDGTEWMYYWmv2CWOQxgKGP6wkpRgXFv5JAdA3qH7nGn3826hMiGWuDDRWo5s
RxtWngdxbKCQcU2phK9KSY9XG2EKZ6MM3NOvuGw8h0sCTSmkkyhH4mJx/OWHGPkPNoXcDIc8u2mG
DuRkjApgpEgJ+zAvURB3d61oZK9G0sOgPt28sszx4/YpIeIUx4suisTDDwkxBLCCiddp0vmd6iRR
Be1Q6Dg6UWOoXsWpDMMIqbZ+ocX5iIyyHe4FhDWYOSlNiUQnx7nNs8QuM10V2AckeiHD96HRoZrh
xdXGCIeqXn2L5rHsgdX7frtiY5SvzClIYltG5Tx4gSHWd5zI5dslHvnW4FmC58IMOWmV5Q2E/gKC
7XUOqaU4czD4PJCppicGRLkWw5X49OH7W+SW5TzmlpVo0eA1hRHf1QQ3/zgmTStLNQZzhb3q+PhR
dlqkBVZCyK3uyOXks7XS5v5XImfjmcqIr8YTrH+WNX3Jxh5HbE2KC62moyUqVcstltDyo9jNAOzK
mtieMHbVO45J3iBoyrlUwJdduQgTTV1jRP8OJn9Y1+U2UbMM5o7LXU7Cb2wsG4/tNFor4mS8+ENQ
rQ29LG0cRptVH7ED1mSo9yxqEv5mlIoJiX+rlf5we3qMf3FdWW61XA5+l/qTRD38xnizs7WlPXGn
qdEWq4VGvoc+NTyQ/lGvRq0MkBwkUvpjChSIPTVGoZMDSGMcnXEUgsrJ9G764/Afz4QegBswcSoy
yofPFPl6aOF2Z7iMyuIqjcFwdF0//5RUpA9jNc94rGbBubqZrxY2iJi/CyHxCTgurK7lkEmoapzE
MTxyAlnLV1yffkqjZJ5ZQo8qdDjHYUIEoY2hwFmYWtCjF6x9qbEsApxuJZrpDkzSwmgdgzuWm+4i
MgEp2UI4yK/4n2QrzAq7dZGbKiHgKr6T56z8YVZq+LMcZfFGF8aqsHFFiM4svp+23eUZGRgUQTFX
EDQefgQ/CHCSoGzOrbR0vOlgd/wAXOsD6tDnFg5NFIrrUg/H945He5nkuVmfHpqfpszRAxydwOoh
x/RWzQW361KKzEPrcQZ+dGaJ+7QkLI1w7+I8jccUVRqHbxmDb45b9hk3NoULMni7JFVyZxSUi1rr
962q3eH7cuZ8sHzdg21laZPaV65ahJP4r8M2h0otQ12IBBdHkDDHHSYLWPagGglDhbFtILyc7sij
cti/h5uJQFokE8ml+ehTamgtREMATWPgPeQGXaC5cWON6OtitX5HRVl9zwtLo6Qv6+2ponpQz87d
2T/NruWlOTAsVRqywYA6fOmRcRYGWiGg92X9C1nwSHyKGvbVXXl/+n2/HDgfmjo6f5HaDCiTYeDA
TlV32BrczZmUbk438tVHxENM59/fZX1HjUyG2o/QjQVXltPQx7+yBHhuVqaIp3gjPo/Ut7+fbvHT
gY9LLL1ksXhQJImI4bAHhWaaqL2q8ID3/WYvmel0CScnhd2H27g9dzCzcsxGzywD51o9WqoSvw36
FNGg21tWsYK6pL/LUMpWsM1719C18kKYGv/Mdvn5C7K7UAq4yIJA0BzXBFbJPOtjKPuuGkfGXhVz
/QIbh3R7ukM/z31aoSKFI47F4fLY525geTFnuQdiaYFStGC7o5tVSdRGw6zblNZmwTpLJlyWiziN
zoyfz8UBiyDS1Cm4J2QucsQ8/JyJwJExLTTfnSwZ/m1qwjzq87Z60JXmQl6MefK0KregmIx7WEjZ
z8SYZQfEWr2rJSvEj6o6d9H/qkM46iGtQgOwlEgePlIZARnCVMZ3Y4xDqO8rks0I9eXJr6XWd8BL
apdVrg+Zm8tzfOawTT0Ev/14WUQborFKUMD6qRB0kLIJYUYfeKHSmvtgqWVzAjBYi8q8FEUu/Zx+
CmT/1zEgusautXZEIBIN0AvNStbx/DGFGsG4hvfSOu/KSEEeI6KCx7b3mbzrDSZaVmejEI9UL2xC
HJ9C+I+5Y/nAC2zi0JDpfAwsXsKus8L1qCDVxyKnqW8q0UejngvScKtqvXjdKeCQbEhwdeckRC0K
22qQlbsVjpM67igJVdJdplCKVGJHiHdM3Ss/0ViM7zk19xfWjDWml+Br8Ty2Gk4hOcldwuvjrN4r
5VQ81VS+8D7lVD1peMJc+j3YGbtKLYyXK0Xjz9zHftaZgNqnDqYe8Y+5xX0B8Xcr4C8VlzqWQXWh
jjtD7PsWwjAsNEcqhnIkBh61Gws0gOYYgHC4A+tlF1wImjxRvC7W1XdLN4PA1XG73VKh0j2PlEbH
XlsqkeLqpVmEt+DEGicz48R8SJSpTrBDGXCKdggh4VPhaKawEavAovQi7yBTuvCLa0N+lEgRcTEy
eL+sck2qBCr4jlnpP0aBQmYjMsXiAVsV05TWndGmGfnAAXe2XAnBS6h+NqSeFOKECU0Bsr+r6Z2E
zwqu2QpBINF4a8cwea17cl6Y21hViieYCm0BSAVekqjchxYx/8i9f5bwGnckIxp/9Zoi3oJyM36F
QwIHTNQzMcVQAv2pa6JbmJ8aMwsGLJ8rP9k0ulr1UALEtrTHkXyQW0qCHuGZZnJsq6amv5cajOhc
KSWG5ZaNxq1VTioDszSlbsGDoUybd5ydzZYExKKJL8EwYAcaKoHgRQFcTbudR+F9qhgDo4bNsodM
pb4h0gJYAEQ+7iEDRwdhFad+y1BXev3K1GbQiSkUaNkJ8dW165LUTZHqDXqmUJh+kgUw8HJRjOCu
wkpmtKXQN256ihjhT+MRBlRrUii3ErQseZnygONBjy/INcdL87bFweueWoSysOeqKIlyyrl0g2tT
TEm0PNbDMirxla/8otFXA7p0fj81BCA+RaD+Nl9ODz1LG8VvMpPtkUhPP3iaTEQHBxG93ka1KOLR
BSMSCqRajt/JM/dv+Lbzi0gCoiwUsmTG3AvTgHvND8R78p3yq0Y4MES4nyArn7oZhGraaKNH7BRj
iETxdd2Vuwiia1cuRhmES6JfLdy0XdwT4V4sHMIbX5XHdqdANt4lQtnk64Zd37QLLRxrVwyxtbY5
mMVkxwNKvyuSg8GF2ajjHfYWxuvcJ9qN1hhtuNHjENli6icavFVTTuAIZsGlKsQzGMjcMH4MnRUs
MImhF7cLdHG2KQmMM9dEj286GWlMrMeUcPHdFpWmc6dcUX9VbTKnN72gBPBnw1gYNro4SaadcqdT
bEMei2gb1kn+rYKB9U3yA+WpEcIpsMUKNgocI816NePF5HqS/ZLQRRmkMA+zwSd2FyU5IGOhBN1e
tBpnsloJ10OsDA9Q7eRNo4UQzYGVznY57zqsfL6DjaxzW0rS+CWEigEhskxqFmBNq79nfVA+BBTI
S05r6u0LHou6tAEpNhnLwtDpTtIlId52uv4oA4ttVqoZj407DVE2fiNqBouhH1UtAcgcyrdj5Pfj
mknh89SRInY/orrCKSibqKO2szhqjH0UQKbZ+lCwFSD7RKZsqRnJcVsNdoa2PPmG4JQCdUkeoMkk
WiGLKlJHbEcRZgjyQ1snai4Qbk7EV4wV5w5/kwK+ep8KQGmgO4QiznG9CB+yUafUHcFHQF+PZLQT
uaglum2WrfHaj03wpIL9bIiShkD9y75DWAb9RWjcJAawuy1CFQP2UqaSaoOd4LA2YUuYDiKQpNtI
qa48ydgG+OsSvmm2bYwewIZIlRNuNIBxFk8aYNIriPNZtJf1UViHYSO+y/UiI1RHMekuUi0b8EeJ
OVE7HbhN/zFphSa/UWTSH+s2nVs8iSib5acoS2O77MnXuamZDC8dbhE5fMgosRxJqRppk5eI4h4V
pK/ZzzaJh8EtsdDELEFvsCLorGEd6JH+KFbW/KJyAlU8VlAYuZHiR8+6UqPjjQcEEVdJi2DJS7CR
i7/7AruOLcmIqClEsMiHilBFGXQSrLNkLjvLMYxQeOuFxsqIwxCacFOMqkd3lsPolTK/EZNgYAR3
DO2hcMOglDaxFAk/alXtui3OpMUbjoFS4qAvxtqh1f2AtcNqrVnZRR2wYLvIhVZi4bUGdYXhSaJ5
1F5SRIDCoE08bdKn5yhrpSdB8eFZBlHCOgFNungzIyu4ULFDkeH7ZGztIKDVh0D3hZeqUXuu7MrI
fUBoeqV3WqKkrRPDbHxWgDUETpE0+WNG9ZDsVkUvvQtV3/4aIF9/QyU9MPEqNd4bfm1wZICP2tvW
jK2VHQpiuZ9rIsmr3C+mYJ0aUbrVtEYHzZnn6g2BlPRVNkL5qtZyeXSnqSjaR6WOo8s2n5UaZuNc
XTX8X5jKW2Wpe6IcJt9DRcKJJorzTHOmqec4p2NZ9UuWBjbrQPT1i7gUy9euqDsBrBKYa6+fWmTH
ZjFqe3zumnYbRXPVrtUyEUxHSnNgQRjNGgCB+5D105rxA1sht1Fv1TAf7zH7nEChlJFZXvWzOpiu
PhAG5RjXWQZZBcY1OKSgqNhJKWa3uQXloTshFPMdHW7JW9LmecnRJhMap6dfLgUDJJBtFCjFEZjj
3OCAgd7BHscfUsl+YSYC1KesVOESh7EYVDvZGm3Q0TRDnkL+HRND6tdhWyT71CwrcyVaQ/ytYD62
Tt8JaeTmdYkld9qqwovZSExCrQ2bt3qaRgA/3OA1TxdKc5fj19DatSCiqZSomnvLRxMQUgpsu+d5
7QyrrzU4ErH5jvsNDjlgq+UI74nMJ28xWosOlQuCBom2ARsFvH/eKfFQiG48CyCuhC68omQsT1yx
NdS7FAYgYca5cLCh560zzHpFR61ktpJBLlN0gBiJUfvvzxh4JKkAxtUfSzjRShGMe6yUcNOIBeoF
PGMIpM5m5R8Td0GneVVWVK2jh1H1U83G7t0UK05EeaBnlxYCGzzX6p7i+3SKoc82rSlkDtcmmFi1
PNcAuIB+wRL3CdTZUqUFHX5wQlI6nHxZzixy9qjaNS1vvCmma5ZLlnwuav07LXB4kUD+QgKGP5cg
4nFRalZTxJlOoQBEOIfKG3OPKW08IMv9RBQJN9ZJ2TGY541Qpf3GNNrhRpvNyh0xdLqP8APZCo0x
byzsBO6y2dIITEf+Pq/7xdO4V9bY4bXrOFZlZ8iBEkMaoGZ9xhA4xo4SH8rq8fQ99Yv4DapSpMyo
akSQFMei+WruYbO10NGWcv21pHfqVpVmySlLVbvUrS52UsmPrzhghyqGOrNy1XR6eKYE6nMAB8k8
F3ruZ0vnHgeKjdEa6n5MLVeV09YZxLi7Y63hOJ5P1Z9fzA+aOrqHCuBggUQR6WhyIdyEidTcY/cp
Ed7I6nWKOYI9l9WDyvH4+XRPfxF3QNaDgkoDZIqkaLmifojS65laD6S7Le4VteylkNY8AcCGd7qV
L3uSKmZu2BQ9foIi4TqYmJhxWS66sOw5wxGksU10a2uibme1OV83xnWa6mwD4sFR/MZiR1friPiN
Go+FW2MfyWSU76yJe9Pp1/p8f2eAEMz435aOOq/AU5mic74aCbFxAwm72JjTOFNzaFCwG0AoAqcS
Ppxu9HMYjqDYUjSAcpTJ/ju98eGLad3gh2XaWe4015I7yUbiRuJVWF7grHROeLUMu6N1hU2HZCth
ex3p8NEL1vD028bILNevZPXXYDUAWxWtVe9JkouAZ6P8IcyV9EXuZmk9Fpr8dPpdvxidhE61JWEA
EoqkzeHoHHSfY7dM3FiRB+OpShEzGoC2/0rH/f8AFf2fJZRKzJJ/jyz675yC4/TtI7Jo+Qt/I4t0
+R+WzChYCGDLWLD4TH8ji3QFjx+qV6jg1JDLktz5F7II+x8kGVQxsI8vWW0G1/+SkM1/UPFNQgvQ
Ifl0Msd/RC1aAun/GqU8kY5unWqupeaJMo7fBR4fZsSc9XnXYNjnUiKXulzRngOLugms6n8UVvsd
j+Bb1J/SJpSTctdwTbEnVThbRrKMxcOnoIiEzAM1eqxw6nGhl5r2ZHoHclaQ/MR9Z/Y7yP+/mjh+
GIVmH8UCuK0YsF2RFxcN+bb1hw9281dDHynCv/M2x+0b9DLinN/KxONlb6pLqekqFXi5KUTsWbLi
cL+rrsuMe73tizNweUWQZnDK1PuWpCUqQePylgyrIc0FyloG/B0CYlili8d8SDSsS225LupNmpZl
4f5+4D+adSddtABE/Cg4D0dB2P7X9f/ZmWcxUP79zFtH3+u3tH2rP8695a/8Pfe0f1AGQiWCgfyV
RRi11z/nHj8iakxRKKUiHPr49v+ce4rOBGNHX8rXGG1AsP8595YfIXCkbI/TLVwa9Jd/Qgzjbx2O
exjpKnKo5Qk5e1MOyArw8QThz4RotLJ4lyQ73M7b8oH61BciEVbrmKNdurr3M9llOzCNF9IGn+di
PayTjbG39tMv7aL/id7kprnCZXcrXKc/458QNzbpwxx6RI+eyINXb40nOvl2cioP/2Sn3AYb1bP2
87b/GYIIwsXKCXapW91WO/0tvFHfo01xqV3Ib1bodulGwgrnqX5oL5qdsGo867p1SRu5oZNukyf5
trwYPP823iqr4k52OALdTF51Cwq86FzzIfOijUoR+iq/Lm6Hx2F0+ElzO1+Y6/Gie2q31Z1wrfyQ
d6oTroZ1e6GvkyttVa1xvdkknrgzVqGjv8c3xY6nvFL2xsZ/woHMsq0f5rtQEMAHbeQEm0634f1W
Onlt19xVO3+pfLfraypDNuJjMF5Xu9K6+d5dRruMX4tx4s20s66nJ7rwgnd4lz3oSVsuejvdET1t
n18btmGXq/Tef5C3xZoHdBrnIXMMD0OQC3GnXIRu74ir8Mp88Hf5KvEKR3WJMq2HX7m/qjsvfMHo
dyetrJXgYft66d/WWG8Ie//V2CRr9X4mOHQbplymbH8Fi71x8AiLdJfwTM7/H15WqR18T6U9+eVh
r207R3fy1bhXeK7xYjGsdcxv7f2UuwoULt3WXuaLbBPdlvtqnWR2vK02mqs7Me+FQzvdEm/DrbHK
NsU62Mu7/KF5Fa6yS/OGFp6tlYT/kkfh2WSbdHuyjta6a9wpmwpg9c/AcoTnZN9fE4V6n/A1tvtn
6w6T8Gdl397X16ZOdHg997Yqcg3immkTzr+KVpInuuW6c3DFejN30w5oomvpXraXroV7xidQ5zC/
jrKNsZLs4pK/70YO2JCVvk+Jl6wMvsg6dctvjQ2l97a/ifBBJ11xRafBttJdzo2dXUONexj9VZiv
hIxaPae86FecHrlIf9dcQrBrXIxjJ7i8yRxbdYq7eMWNdGVs0p+r9iHAaPxJzt0gviTGYO5eCw+v
b9Pznc6hotITHKx9onX1ml3O+3zVXhcQczAa4Vf8jBlGojNuR8NWpWsdkmiSXyQOjjc1niM6YbKa
mfwuyAZ2TO+pvycKBKFtVDajctnaNz+aFUzp0Uv3qm04OLS7regoj/3tdK89ZjCzsYeEeyw6WsIV
2iES2fzAotkeH1OPbNemLrwZ0yTSfIzF9IIUSU5cCVJRjiF7bw/WjlxXO23EH6OKPQljV/T8tVrb
0xv+lM85sUprF3iVKzlxvPN/FA+oyIhD556OKda4q7Y5Wae3dBddaw/VeyTrG1Di/pXButSupl1+
oa7blSL+0h4rT27c5hqAMrBRYoKr5rq/nGwiyvOl9qSuJAdgsqtD3GA5WhVczogTkA1IoepGKjhv
4n8gOMJtkDogubXkUp8fVKrp+7XyUO+YwjbRQ9kh/NAXt0RTDaKTaWqbhh1fFjcqPmi27o2rpnHk
XRWtwnFrpJfpW3QvbPW1Ja9yEj7r8V1wJ0esvOeicLjax3ZyK3hM6i02WVrjtcob/Su+NPjvqM/o
CX0n+1XWzwIBSTdZlzgq4wI3b1Tdk81Ljkn590GwI31joM2KfLtG92k336h1solH3mHx45LS0sO9
Im2s2eP2z4igSFjHUUd6ngimJcUrAcPFTXVwU/+HH6UrCszuu3mThTejBCF8BzriCTc06Zu6N+RL
kAzZNnvuniNceMrANjfclER4imvxsjZ159XQ1+DOG3z7Vrr+1CYrS3xugAluBhIaLQlQWIcozN35
hWuQNq8LwuzbyXqjr6d7hVDRZrgf7o0nxpSTM7qv2juxdxqyGpjH7trbxL03tpLmAJjNscdZTcPP
0LwIrNtAcIfn5lm8BSjYr0SoOWSc7HbdCc5GIXb7KNyYd83mp+VWxIW5AdlNeSmobwb2vViJv1TX
XVLYmIn5w6UU3OUr5boLnBGvodf/Ye/MmuM2sm39X/odHRgS08O5D0ChJs4SSQ0vCFGSEzOQSMy/
/n5ldZ82aR/p+PXGjXAobFMkWFVA5s691/qWPz6N9Rzlyj8wuI3byYiXrwS8HBqi6iP/lO+qeNjl
7+ZkTTwiW/0bkm25kR/5OR+rOHvIwIC3856Hw9oZ2blPxg7n8Y33QqhTlO+KZAqJyzuxbtBajBvv
g4NGwjkoD0ynSpgWVXQbb8iy2LG+1Sryp53xjMa5/hSKyCMLqL7JP5rNR+uuHz5b8uQPMSNS/ZuD
vll1X93+Kbxzy6vxXIfXwjzsVDJGPFQj84v4aUqS+WutE68wI57EiChC8UFu36Ybi55g19k7yUKZ
dDdMfVjcY2575oXdoeQLD+N+gH27TowW8ty8Z8eCKfRVB9EWNM8iF3uvrD+Qqw61atyV79Mihh8e
TklzMEBYn8cTnfpYvQTvglu/4K0YbhSEc4DyL/wx3FTn9Tq9o9W4Uy9z5J64FB9qF3tJdU3PXuM2
O0KgZncRn7PT+NLB+78aX5z7+SiuXBHNU7R4UXnfXtMxUx9n954Jz27c2XteK0Hv1t5fDvxLJiLz
2Jfk83KjtfsmO3Kvdnmc47qaj26Q+OUBeUORn4loHtvj4H6Y7Vh+G08p8W5b7BtJU9PM3ZXLvvUP
5+zMTcbdPGFgIpkxGo/57ktwpJa32r0X7GfvnA73ZnsG/bIMu2+4BEzx41Txt4r0x7bmn7eR4a+q
88P39vYLh5m3f+lynf+u4fX/+f3L8nt7ieR59R/UA0AtH8bv/fruu6aZ+O+S9PI3/7df/FfIz+Pa
ff+vf3xtx2a4/DSZt80fa2vszj+rx89t/+1L8zqr4/dv+VGPOyGHWoRIiPMdm3PWRbr/4yhMkjii
Qag8l7L7UnH/5yRMkjg9ogu1F6cRMm33PydhgnX5H9DlsFzwFxB+/51qHGHbq2KcXgmq1t+vDygH
v7P9pmFDvk04aJtuPtoe6+jaiCuBQdkFIZF96BPgYFw6mdLkXicRetsbfr2rXANttu7FcCU3fz5p
y3mesWWe5jxYHmw1fBrbfOeACL1tYOk/Ieh2Hm2DCO+4HZf50Dmwy4bN3Eg+s1zW7W64d0xf3WiX
0dnZma1QJtWi+S3I16r7fdg5tXP283Kw90Hp4FNEgGDnVeyZvb6hlzaS0xd4DbsRVOS0/F65jLG+
pIygNRYDLcI8CiUm9YgkiFUm65LaLO6E7np9sGuFXEjS8gWI0xwMSYSrw7+a1eSpq87PggTMP6tU
XVgKXhZRl5EJJSuldS7dWzI45lPQNkQ/5kRIRNawNURuMp+Ms4UYAni9uTUQvzogmLrNdZvZsbn0
oI+bcfHEuxQ+P+KWwgzaB3iX+UkPi5DnecstU0VEBwxUaMrPCTchoemRkXdqzuhpPE36tVNk6ork
tSkyLKP+pOpl8a9RRDW3Si3BrpR6m+4WPZdxsQ7zU2BCCbwRYbGMt1WIQkHNA2XcRSvjfnHIHuY1
5IuqHk1vZWHxNnT8KSqQAvXlPsMjUoSEEjR1t9fLlE5ZUkP+CXe9vaRPFsHF7qkrSGMrYEp6QDXD
MoS+Q3grecD7CRHbV+mVlDMtCCz/yiRqoY5tbqLLDNCrlmQMkMnC3LMudRgX7SIRyAJBnS7GfcfD
a7ILeFv9ZRsnq4h73OPwiVW1kpxRZVvkZV0t422mbUuQrFsb8VzWNCjQbFX8RGP7OtgF8VfLAuQy
blJhflpmN5dJ7Zc5YgkGIvKA/y99JiBUfqlIgSfdAgIJSSSXFjESt6x8P8rZZfIWrJWIqsVvzZgh
y9jGGcIJXlvXjleBt7AFGOPo37miQ6BDP8q509JvtkgYLruuNSmt2JTr/JTSAfrNF07tXUbxwVW6
+gyGnLZNp5jAzrJIGkP414bRgUOhGAiPlVMxiyRkdmP04htmlEvBm7UyV7opzeCCVt4uEJkeX+Qe
FRq1b9Vu62Pv9ox68rkc6XB1Q7HjA/e/Zb6Ge0XIrPmx34b1yelam9m8s7YNoRIFNWBKFw9pm2rr
8tpuJrO9GdfMCQ9A9snCIcOxaa5kX2oi5o1WfR/TVaXJJC4JoIMyL73YWg7NEcEmEXmT1KciCKor
y2CIsje6EUtza4sJAEu5TuY1PKBh3qV9w9HWXgm1229Zz6RBiBQpAoNjTEMNCO96p4PuYGGBeDaw
JnTJ5k/cbVsZ1o/mEOY7j+TBW49IwjLGeJjv86aZnV2Re2aWeFnWqxgV6eg/YF+FFYKIr3v2e6m/
jwjIHOwVxvIx7+vyXdBueeT2y6WcRapcR1mLrHUX8IP8PYKh5c7ti+ZIcGJm7azVSpfEHr206A9k
0hJ+uKWLLveOfW0vl3zfsY36emA3XvXlvDf5Qia/7z9/awv+fxOjD77oZ1vxSYOS//ZmK758y79a
Y5bzT2zewGMY25IbhYrk33uxYYt/uvg2L1RAkIoMRdknGyLSs//6h+fTGmOvJTaD7wKfy5f+1Za+
NLOxWAPXA1v4g7//7zrkXw1YSpj/LbYW/Q0tVqyUAJPwE5By97ovtvara6ZjSypom931kF4ZAKvl
oNDX7WDYIrczu1/xDF7Phmh+exfenE1PDuD0BUjx+pqj56LEyTDa9L7Ov0wzGgrkDQ8NCsX7CWJg
9IfP4y96zm9af79fDrCKi3L1kjj2ljEwXJjTJdqZpPFDcdACNw9DcY5miDF/dIv/x3fzLy/FgBvL
AlcDmfb6laVj1ZmY4TRsVwPJnh9mIN/H9aISakX545H7Hy/2euz1421EIutiVyA2A+bw64vpuoeJ
Z7U6IS27JBS6Hw85LonPqiCOaDBmDwei3eFt88b+BuG6+MX1/+pjBC9Ij/bCtf2TLngyUaMsZF0l
0gvqqw7xZBQg1rkekLzvZmX8SgX9l9dDlIannnk3D83r10vieGcDLegT7HjqXbApdeMtznRF6nZw
FVa/ylf468vRejbBV0M9vRSxf5jXqBotlStFn3RYNHYhLIzdwDYVa2614xwGf8+48OPjZIrPbISK
nSf/8vv84Xp67fKGYF+QbMHi7QfpWffmXIU3tS3V3Ww73d98LGjVw2lh9HVZgdAwvHnyK5d4e1Eu
hDsUm7gvdVbsMW1nuwru4aefP4FvzMvuhYr56lrMAP742kJ79kgWU3QDmkafSg/mnKw0J8ES5Rp6
3vFWSvse5Oz0INrQvArbWRxLXzt/M8Xy91+EG5aJAyJMhPRv3C5zscJzBOiQrGENWdk3kF+GWX41
jWp++fmLfn3I+f01X9T6GBptEJJA316/ZsicnXS3TNHlxKeeI8aJXDLW3gNSrsJYD/NXyTfWSSbJ
xvj5pd+uDBdKDVsOspTLoQ0D5+tLd1YZqlXJOqmf88S4RRAzfjQO47rbfuHo+dNrZKVjc+O1XFhk
8A9eX8jp0fVLFTIFEd2Q2Hnu3nWWIGjE9w0wwaH0T0EJeNWesQP84v79i2vzJjPux4SMS+RPh8jc
c3Kj7WXCTDO/cjLPPG7uuFwHmSxjJa1vM0jJE8nt/i/WvT+9u2TPwYH7Xd8QsBFfNoE/PKgjLBxL
6awCDdr0Ry7Ss9AHxXlVq8m4Ujfx1BrTQU2Nt3Nkqo4//3D//DBZuHIRINvsZ+ygb93PiiMO6WI6
S/TmbtiSEQE7qRKx0w1kZ9hIe+OAGDni5YYhOKa60dfFKi0mB+3fM4Lz9iPkYrh3SfZhsAcj9PVb
ATaSs+2gumTRnYp1UHzLRevEysuag9VPLWSKJtzPltn/4g7/84d/uTDkXogIjJLDN59BOo+6SK2u
4+Xq6ejOdZAQHwgKFjr5rSxG8bSs0ztvYxT283f/8oP/ML/+/RVzQYLTqMtMdvnXr9hcU8vK16Al
gS7QO2NZu70Z1ERVIJT/W67o39/c4KLc8XC+suFdpqN/vM9mzyiGqQdS2ahFXs8YUfbas6dTR5od
UZe29W4OdPCec/Sv2Dd/fnepPQMqQ+xX2BMvnaA/XhmEFbEQ5lwnTu2uu7Q02k/SLJ87wBpHpzXk
WUD8jTmDhQ8/f3ff7rmCXhWYR1YvWi9kGr25n8B4kIzDfpC4qvfjYoaabW6ucxWszoMlQ+P088u9
8fte3mJ2WtvyL7sBg+HwzfXQQNqhKjSnxcLavkw5ASho9YYu8vPZPAZEH12nBugfJNmELUvi4m98
w3BehjHoE5VXtD3FKk7d3OlHQ/TTMbfD+RfLDSvqZb1+ddORS4B25Pfah2rvbcqDT8gQWYSEGKW4
jerYdKd++4x626l+E+VQq1s/bJvlul5yw7witLVwkiItNu8wuZlTHbqNPOrDMi9L9V7nLWaVaJPk
Suxwndr5ZxgKpnlL1qew3qfIysNY9CSJxo5qXedcLk2mj6lQjft5sjmgH01wmOVu1WuPo6loTXSz
NRiP7Ux2Q10dR+bwM7OyTg97o6iqGiSaE3zRaqu9D+mgM3nTianvdmnrrDkk/3yqsNEPw4u5eKt9
NjI5PW+rtk0MAj3GlobbLo9NW23vpLMQiEmPi4+ktsuSIE98RDYDvTa9JxC1knFNN4QhFM5B83EM
ZvG97Nrl2LjN+nGVS9PHqJ0bhipTKJ84qDDFJIWJftzUzUHcp6HR3G+ZM48nA0snU9WqZjRBS8m4
VjyQcm8Mtf4Sisnp9pnbz4c6ZHs/KYmdNWq2SY+HjQjij2MtzIde+QpINXC/z+tMb+8se4O51QQg
73YJcBoBV7vE0q5B6jJlCNMOr/GS+V2UgbBpdyJtrDAq0V7XyZLbsAfsNXfAEtr6S9PXvZUI3xie
g7HXdtyDI3BiY+jlcip0sXxZgma6HVvfQzljDOl0N00LI4d87OCXXrJojHi1upFBjBcYp2rI3WsL
4TjklZE+BfBe/7bZMnhJrjk0B7snGfq0egZdT1533tH0yjZ5TIPcPqGP35prDHX4FsbM7NQ5k6aR
mHUZGofedQe5tzZjLaKG+FwRu8NKrm6fSu/Wr0L+h9cPKkdrbVlFEgZTPzFGsf0mVlkW2IwQFr88
5wJ7YYxjCndKYzlpUlBcyYNT18tMCyRrETLodb6ikzlmiaEKOZw8cmDhOlsKYk61WO14Cq3Wy/f2
2qXfw5BesadN5h8E8QL0CMAGhTF2zukR8gRZMXnXURDXs50pAnKNtN6l3tR+qEph54noBwuBBgsL
PALtlI/kYuR8DP2AKgLrLfPaLR+Qa4yFUe2swZbFg0kudWK75VJfmeuW14faLobgbmgBN5wcznK3
85w68kohIXu/AG83aPyErZ+Yq5kG77uh6a+7bVGg7DO/5Qr9vAbM3Cciby82zYYgsdzpD/1qMabE
G0jCgivSe1H1uj6yh6OMqLpi4nGiF0hBWne4uxq2oEvnuBhY7CuzwA0Yps/sLUS8bZkZpJETpuH9
uKQ0jb3B85gqVpUDQqezR0bbcm1fPKnZL6gUQSb4c7jm+8Ys1HRPalVhPtgZiISEZkP1IDC6GAen
Nbs904amTqoc8StvB24PjGueCu85gIQq7qBvdjczva73bWdb5TmsTSAMvZX1iQ2K8OtS5iUhE8uI
U9gN2vTU5Iu1xQvVUxGHuYWv3i1tW+IZMi0G0K5iQJqmDnLbJqzHNanbyp0jKv/JiJrJk9+KwTbJ
ZdkC+8aoOIhAnAizI6msZoj4PzDvhr6I00Ln95dWnhPnqZvtWE04xGS1YBRpVo0bIogorP6DNHIi
BgaMa9N+AliL1gHJfnY3dlaeJ1afddkZWhUk27adG5sP2g/9/dpMrQZyUUEdddfOYnqL+Ph2JO9g
fSqnUjBQZLFpDxASfO+dcJU77URlortYVzf4TtJyysTT46hK6KBKncjrFzNaCj3V8eB023vwFswT
vcZa9rhdLzay2R/tvepnMorLwLcaIBLhlkaMITrzRC5YcdesXVPtqgqb3N1oivEZ9I1vkkY3zg8h
Q47HNFi9j3VTc9KZGq0ZOXLbHMGT2GPkTSkt22wpuzCiqw4QY2YOpRLPX2ZUfkuzebsJr+4Sp1Pe
bew781zHHiFkT6VM3TXJ06a49+h3hhF+4HWMgnrwOZeroH5PQt7KAoq16L0PAukr7veuiynR6F95
PUO4cqWGPbWebtcTJN9S7htJaNJhG4dJn0RIVMzcZv6883Q+sh0Fufxe46jsGbmbuTyowfKfwiXP
hp1NBKrDwrimaeTX6bTFtbuNGJer9bDooTl7Y0q33WzT4X23tOQTaFyKV5sWNp3yIkU0xVRGboc1
tas6blrf+NjrbfuNLPelSIhWxZU3bgDKtR5tN86bDN0BrrrFiGjk1PmeW4plSdJfvyG8GdCoPafG
dytzh4e6q9futE5pl2DxRqVVWN0l9wKsHlgHTCVnsTliAhyt02rnOIRV7lNqaMIeteMuMYUSO9HY
tOsUk43mZ7tgBrWBB9lp0kiAdhwjmV8sY3Jb7Zc5q/S1menwxc3cEjDy0oRBBFpX7deuXwpozTWK
kzLMtxdpTUbHlMLEpim9eSNIyPC9O2UrZh1h601u4ptE0fPFtRviIZ035CCZPmdt+00KyorE8Vv/
Fg2ifhygL38ZcRafMUE25ETNjNJiqpPmxZ2qro6NScgbdkE97cpp9V9aobQNvd/qgngZ7VzGQ8iY
JVrLGs3AsgWleZ0PClFKsTLYE7AlH6W/qE/VOpgEYm866N+v0JbDQ4diUcW+tOQ3Y5SBdzDGwMqe
arx+d+3WMuEGk7bpyHArXKZkSZVfV3KAT70nRy9JvdSpD1Mrw8eV2xpsTIGqPRr0pQmylWW/61ED
fU3TQuE1s8ZMRjrwyvlM6/9ScjqUPsgbkVvMlHBXqw9/5VQLjND7eQvLszlYyyesW/axC8rAigqx
UCxgStL1rlubxkgmK5Co9PxpbwsWl2TOUus7BhZSlFpj6OYdTa7wfuEYnx2ZbFg0g8CywsUyMtOP
u8bHaEnFFJwvXj0z3npTPnSi4tPSgdVzD1mI/W9gxGu9r8YOVRUOOcaqNsXEGIvKaiQuGSOD5Q16
s7syMGTnLLKT/aV1ywpm0bKwelVe34ijggfeJCEPtEm+xbRme3uU3XpWsgqf5xZtRRq8UE0K58Zh
oIsBOgvtyBkMh59oZrG7dB8ma8mfG5FvSMn6VpZ08HziTadBLE8kereJmPLgsdkKhR9Ppet8zqi/
v80UojRmvMx+bIxJPq5zo9ujsVT1hw1Gd/fNpCF7CMUAoyrUy1LfNKlX4MsOZ8zAG3jZkupWKtSc
W3YhoWm3u5vcXp2LNJiI+vObjlWMPPv5tBGW6kdhvdbHzai9SzIMvRvQ1w7ystWdvObcb22LPtPH
MhfjeNbEXy151e+zdDDq234yp2wfGDrbkCciHEenRIBypHRVZsdVFrOD0EWI+gSceatjiVcf8cs6
zZ8q6aZ+tGRNH1xR8g75EcAE6sKL12KLNzsYvgDbAGgp0qmpo7yvqiubo5s+lLKvqWyCVB7bcXAg
I+tujbN5yZyjMTst2/qsS2LbLEu/GM5ofe3glVAXSXh7W+72zm4eIYphGBTMT+nwWI9mkWNbZgBs
GFj7Mh7RzcxxaPI8Y4xe/LHe+66abw0V2la09AE3rB+qGfef2Pj1MjsL+YHmpll9QPhmMXSvYALv
nQYjbc2ueCjUwJpoK6s52pqN8dgtsJQiToFcEzJf8G3IcXdye67LVyMTo6bWJTY48sWM7ThjJo/g
rJhbKk6sePlxkG1dR2oyTIEy1p+HHZoEE30aELPPTpMXX6aSvsxBrzpHHcqY74Y4tbBPls7Pcc0T
aP2hoMfR7Iay5wnNA/KM6RrN9qnvnIGyU1DqUk5aQuG3x2EWDf0FVScCpVC86mBuYrsoMyJrodQ3
FMJNX5yCzfIPpg6ZnTuidIe7NdiCIqZJl3dHIbRBFTLPVNlu7jFVFH63JutqmO5O4br8MLF3wfLr
yeoaxeK1sWF1FSrUENZ2pEvqzPNSmZNIbEq9GQt6MEWTU6r7rB79R7mY+uwPC8Fg5Zxy0PPMZd63
wjVM8t0AmTCRAM5HcWYMCBLdpUmcsK+OjaHtKRoZYT+X9CcQBvvdaMdAoLzpQIAiAbk2bys3pr+2
tBiJC/KSTtrTt2KmE3gWRqPNqyJX2vkWBKgxxRS2QEqqvHkJVKXEfkyX+mvBXcqTIsaRvaLxnQ6w
KSM4huTsdHiArQa1lfCZtJfOsB38cBhsckI83OhNJkkhWpql2Df2WBm7bh7ak7F61Xac/Nr4ynuK
i9X1gfPBeeDsG4FwC89ru6zvOMWObODbRXsmPJ4yYnyX4s7YwunU23WIeV/J7Uox5c8pSh2AAsbk
b3NSYRB7V04EPMbB7IboJ0c+j6jO9dzv/Fpsd21fIjvl+DU/TQV1At++hgW/0jTeWxQez4ZXuX08
MbIhmN6y04dRwOmIG8WOSXy0cjaiijdK32xJ6+uR5oETC2ZcT2Vt5twmUrD80WsdkZrYuR3ZFfls
KAY9vz9CIxxw188DJV3WNQ7GU7OhYrGCCcz2sDB11gNbTs+Rbtz5lV3B5HDz7L1bK0qGADHdUwXH
Yzcp2QbJCKhjO4hUC/5VGfqsc0w6pyBngWyD2kSg7i45Up4uw8Usl45UgmWw3cRylqBANOHQ/mUi
hnzUd2afgXtWbkdEN2gfHCkAAWdhY71445LNe5XZ/vuAIOzrnPih+sGswY4SjFosVHjtGpKsZAWD
vXP8/BJRTVtE3jEX8h4FmdlzbPTSuRF69AULmz2ERDYEtX/xHhv9FZb6tQWBj3YmAoaazagbh36i
lTR0t1noj+sJxeEs9wy8eOty7TXc8o0doBpXmQ9ars22KYaV1YpDXYDeiyqJqJt3NE3fB25RXg6o
rZvHY1EL1Jzd1vV3o2fo/HuVFxIpszuyVmP7g2bGkcLhsDXWK3I9JpRleFKFL/H4q6JYj+429Hk8
kF2qkgp91Hag6RDUtMC64NHr23F7VBOxxxTF4/ocmOVs7zGAz6e0bVD0GgsFXQy+Zfm82Z1xXDCx
o8CWBXuSmXfjd4ED95oYi41lRLj5fJ1vXmbFOrObJqrKVlu7nLJjuW5tC/scTftxSExLM4BuA5bh
nZZtapw6sqDHxCkn9ZCaix7jlt1D3zUGO3jkOqOT35Isl4X7gI3MiLrC9uWxgfiwRao0QrWvqI2n
ndeGfo7tvF/NONVlTWkmpLOfxtVFIOMs9W+iMvybLrQ3e+/Iy0di9kKy40/K23kcsTIoKvSIY0fS
L4y4DfQnn3ZYkASlxUbIo0kSrBMOs31e0019DjafCm0RmeE9LVs94liGL35exk0GMZbv5YEMXpm9
XzJB7DfO+9zfYYoZKsL5Wrq/obfYX3FyCgJsu6ro0XO29UVkW0kHSWffL9eDmxcWieFs5lE4g5bb
s1vVnH6HFJyFhgL7ZFKBGbFopj7bNYPueFzKYGAYhkk6OwBVy3SU18HQ4K8y5j7eatMAHrCmGaDj
ijMkR4velse5LAOZWJSep9LhW3dFMY839BL8jTZCOmPQx0y+ELHRYGEg7K1GfzbmF0+Xb+RfFluP
txlFLQ9q63hwnminyYjuRo7EqO4r+CvrJp+tOuesnlrLct1XsvTizsz8600YA9oyr0t/y1l5Xy66
lqfe0ItAL5zmvAIxMfzYgq5/zyXd9byFqn122gyoOcDs9Fu29u127MLVsI8ZJ0l2FO0S9wFaw7+j
QtzWozdBPrnX/SYB71BsdsT61sEal7RALjLCoPdZlwd9W2iZYRGBx/DiW7mfxzWV2XdjrfwXc1Dt
ndj0SNdiCQKq+cYbEDKCA+muWho3WeJkrntdSGa9xwHsTH5SqjOfe7acD2Kq0ZGjoCuftJ+b35Rv
LfZtpxpaZFOWD87OhFvinbZqloe2U9LbZ5UqjsKVNuNjemX4NzbxldHdoWO7seNJOp7EfwDcdNRA
NKK2p7CPFsx29x55s6e1WMtvjsqskJ3BsF5YPkb1jho6844aiVgQeT4FxI4+Q8n9znEsSyxwy0tE
a2ils8go6JvURrqQMGCVTUyHDJOPdujYYNzngxabZ3zWHA05MIcBf/prL9qrnLAtE0/LNDq7cKaI
6miY6B0bOWShWWtDHFczM5NuzLtiB8BhoZ3o9OvezWH60WBtJp10te1zdC23aSDe0R8+1k5pTLHh
sBvvJ2syX8YQrA22QoPBlIsi5H3hiRLxW7/ACLDF0BG+W1Qzdyw5JvWV5wbmXqqxYSgwSOAKpsQL
seudyzNLUPx0ZmOqyz33QnBs267Cvtg45V3lbAt1TDvAxyqkttODHRiNs8+KEGZHITxOUcSTZZ9Z
6ko4KpUrb0mPld99Q2YWRa8uOqIqm4KPTPkj0lVmP0hBJY9DPCIQzAivWI2WOXrNAzNRYYwJk21g
LnyMcTsatTpaQO4VI8E6rRKIJqEFR2W0Ko7YCkpWXYEDWdXUfjLyQmx7L53md41fTysimc2DHSUD
rBJ+tiwna6gBSEjl1fWxRD6muIJmHSIMpHuWJnOoUzix6L+nYdOHSb0Jj7KHNqbYE6Dn6hgoUEan
OmzLdl9a2Zof6IRwcmelsHrq07bFWmIP2AG8dFQcXJpOQogzpqk6cNMNdyb978hyq5CjYU4IU+hv
W8CZpJtAFG2ZpnMbbIT25IasB2TnXo3RfMxoRWXu9kwvh0EW/DJ8B1tKX8MkNvijFuA0BtvLPozh
OLmxC0wI6SDnEBVJBwZgtFZ65dOma5xGwbROdCRl53wrWLBoKvliPaRb4bSRT0rtYS579cS7Y3Wx
Y1TZVcfUCATKtA1XwFC8ABhX4x5YEDjJTOQbjzHowKCFtLYZhNuqtcuSqgt5HI3O61PmLbbfHqks
TEqLTY0WuUAdnfeG8pkTDaiQBcT3xmTfgqEJxSmop/F6KPP1zsjTNNyTb+wCLO6zqb0mZbQmXGXz
wvC4TGZNVSOHoNwtYAXhWlud+kQ/t+QEtHkuVoepUdiPuF3imTHVdCAqpXocijWrj64rfRzKNiQm
n+Pfp5JurohTw9QPsIXc9oocF3nDez+AswtS4y51W2cgfy+d0XeWmUn9IouG/rNOxXW+phI3kZtz
+rKFysuELhei2sF3+BjIPPCg6tnAWPZA/x2wOFKW70JZ40WDyzh/yfK2Rp/aAJOKqtmZnpc8MAAb
bHpjl2UatOuGoP9oyJbj9krfIU0kI0FiIHxQJ7tMu5ywLK/MafJCQ/vcr73FcWgiKeJmKDbuwjbc
7K/21GUtE60m+OqVyn4UREaWMKAad4xSewk7HnO73EsEqt99DfYd/N+oPni9Exw8FdBKDFMDs3Pn
12vBBumlCEMzLLEJ02RnQVE0f0RnML0s80yfJM3TFlrRrKpDrbaV6UiXsjqntECcKOO2lPEYIkpO
8GhnJdGVTLgOrVHn59LzSzcO5aaCY61X913IyQiDDtQRfZ9xUrZoB2n5QIN7e+eGusDrIrI2P6wC
FcsN1R8nloqGXHolnHZK3+XMJ/SuajJz/k0ZBOdgs1t87T8xboG/Uq2MIg+t4nm9MtalyB7s2q+d
23FZpvUuKIoufNfafelfi5Konc8ugMCSnkBBd5kppb630JE7EYPHzvuVvOlPo2QH0j8iAQtMh8Dv
8EbeJOpuJTNWLDu4V/NpGRzvzlzsMGGRcxAoc1P+fJb8F9eziBVA6gOm00TW+XpmXsJL6zPmCTuD
ScJOEFx/9ERVHMGEql3F/vFDHfD/Bbf/CJEj/MSK3n//+lpte/n7P8S2+FQ8BN0ghlG00h6E2PAv
34sV/jC3mAiFsKgT+/rfUlth/dOnqcdUHXEuERsXg7qmaYUK1xH/RJ6Krx33+r+4EW+ktT+T2r7B
BQFBgWADpgdmEJN8wRrz+haZLyQSw3ONCGBYe04BAt2FpspoLIaIp7Z+vBX+PD3wNBmHgWT0Yz61
7vEPb9b9D9HAHwEMr/UrP34HH0gxqi3OD+JtSsRCtoZT94pO3CisY7uZiAcsTqtoO34VO3cRf/1H
tfDjUmQU4/WhNwPi5s0TscADcyeTY1jvY3kcbOXPUaM0+Qk/f0nitTyCC4UmETgAmPmwUPi+5a+U
QwrRwuQ1tUvqJuPGvB9pHGVuNQDgnP26EJGbqsKhtMgDpnRr7RknSqv1q+uuxc0FGP0kTVB/O8fr
ETJdtsrH/0vZefTGrXRb9BcRIIt5SnZQK2dZnhCWA3MsFtOv/xb9Bu+qJahhXOBObJhNsljhnL3X
pnE0GWfjUNlGiGcFlVVcGxyQ6KRLh53wkNNwphbpBPO4mhjb3Gle6dLb25r6brrNx25eSw5gzDnW
O+5WTiMNWjJgJcYNwpspa8Mrm7eLp0A+GvD/LrqqZzfWaWWGK3pM2F93BBVbuJAo755QMn14PXQt
0RXR0CMsXbf049cDfZB1U/8bFfLTQWK0iwYtPwGnOuIuIFBHWk5XBKASwakM/6OrtK0aIeOQkOfG
wAu12Bov5oij2szX8uQPqHkNzZ57iuF1dgaW1rgZqQWFmCAEC0WvNqVprNTKxsDhyGg6MXbez9rr
z0OZjyicMyjlMXT17z/JTuQ91BB+HvEZ3qaReIWCRtOHXdt22PSLTHv8erD+XQf++1VwRaYoAwQL
OBgbDf/7K04luy5Ap3T06iF94gRAXTbR10Tzumh/xrnVLEHF4e+FwgLiF4CpOGd8HWywkaX2ELqj
nZxTa4pKusqlY4dFB8k0zIg/+uFF4Bj3jcixT+tSrojKpmm9f39ma4oemc4mCjHrbx78f/WPSwWK
a6kYOHr5tHQw11IrTjeqt64a4f/6+nkdz1c8LoBfDj0jHIs2pof3j0sDfF0sJvs7C2rsVWQt1MKq
YqbkE5kn9HaWOJqw1mutaBzX4DiArPRI25dUKN0cpUWIAVK93pZsyAGT8oVv7dzQ5rPW44ASRL5B
C2m2rfj3Yne0y+LZc8OyagybPWGst7sJoZB3oATG0Z3t0q3DYY8TRt6aAmM4XFqO7pAPN7o/F5gV
xfRbH+AubzAWdAfLXY95YzoMt7Xd4I6jEbRqTYXo0etEUp/DsRxaLQCiJ257y4n8G/7QuRuX2X6b
bK+g6NhrDT26Tms5NUpmq96pF8AMQFMBmjcz212wzafYPuKz57cupIwLmsWsMO/fVe75reDwyLtK
6qgNDdGQYuuJiQKhNw32U1UX3bcCywDtEHP+ucjegWVhcPRpsbvcdP6c/ZrgBFdk95jdGzms0TcE
PM4tsazOresMVoXDeMzFrhjG+ddEcSYL2tbLf3w95v46CY6+USBSZBF4iExBPR8t1H0BNxs3JwtK
VWclOoxquDA1duWxLzm6VAmAJNsR3r63234jLVjI2FO7bYfgIlyGilZgGw/OuS489WQ6Dc0uWLnZ
puw5/574Go+n8XXQ/ve3Hs1gkdfRTVgn2IxS3AZhcBHa0s22Jx7J8Rq7TuTGmn9GBCqCr2MxqiSH
fkgKgqX6MpnfWrTXG5t22DVdmfipjlVRIXsxDdbCYmopumhTuiGyTt1+/Tvea6/X+ZqfwX6e2Zqf
Au78/RBr0slBUV3HodHQvyjIgiT5qIsPDSKWS9ivI+ZOSguNSXWWnESnO3H9j+sFW3yyt1dT1prZ
cfS03TayNWWxp9GSRWFPzdpLm/NPYM1VjkW3Mk6liX12QSJJaMHBttb947i7idLWQBE/DsWMAqWa
a4dKYduR/ybpgfZueWJ9+jicBPZwT3gYUHjEx9LfnqGTqLmPw7FoBwjqQxVKxzu17H56FSwKNnHq
TLnHO+Fi8mn4jdxV0vnWmRx12u/4xE7sdT+9Crgnx7TZJBjH+8LRq1wI3tyLjx0itLWc4r7Opb4e
kp9dxSWMzOWrcLAJHa0aZcRUPVjISvKW2oPVLtEWvWNx4gP89CprRAu7abxCx0/MjtGTeiNTEj3R
gg49gPazsVfT/dc3s34/72c+6Je8ldVbwBAQR8utLqbUdkpezJgjQKvNydw1/NV9nuXOgc9pfvYz
C85QXpknbvAvEfLo0pzVOZmh6kd3+yHkYhoxCEVMZHSozK3eL/VjT+t9V5Bdu63XUIU67ynV96ra
KeunLPxHNkQRir60PrE1Xuf3o5+CoQ3B9XqG9MTxQmbToEhp/iMNBtn9I24pUM6m1WDFnacTkVp/
Je3vr4VBcU0dwkOBI+l4kDppjD7PKqnGIzZ85mv3ZVBlanARTLkWxR9MYe4OObp+bpNt4QYgSqPL
0iQzgzODSp6bfnSjm5J/5X6yFMU99uG2tiuBehYb1cG8DJCa9mXom5KypkUpE5aIkUcykAo8emB0
OiVzZdU8xyLznb3UO/PM8obxVIjmx+eKI8mG+IAdDJm/uW4g/rNznLomGdG++eCX2WJXsWmEWtyr
s8V0TsXjfJw3bR+Iq4PlEwuWfRxrxMmhmOifkcVKW+r3SOv1UutXAZDw/9Rt1e+//m4+3tnqfsKZ
yDmChek4y9a3y9KkBR6hRKQ0nWkNqSB9nxmBJrGInVjyjxxA6yrITblrZh1GU4OywvvnWA5uREM1
i4ICzHxA26067z3ZnC8N0INoqXRQiab7TIVZ3CvpdwfdzPVNTrXthIHi43SBJBusJi5J08RBfPRC
zcFLB6tl8LrD3LyIeJT7FGFOHbTIY1UAyWE5ICGjOZ+W9ont+sdHvs7rq4uYAywt8uPd5myRDKF4
5H2TW2EGciCQ5BCgEAcv8fXbPZ581w/TWhNDIQdyZjteFFVUJihlKc2WmfppVJaGEUPE/ziEMKI4
lmHzXjFICNb69y8Vo21jtIo2Q+Yu+XW8ZMNunhLtcjDt+sSl/h7R/jvp8LYMOMd/g9Ugo3rrs/3P
h5jldi1KJNhhA5aUnoPrR4hSTUpTwzxNY+CYuW2ekS+lpwfNqdAYKbPS0EUNk2FDcPN8KOl94siQ
Jq5OMwNywiWBGJTCUdcM7h3zDsylCiKKHvaVlr4MROSgJgfHXd/Gqs1B/tUliTP/+qK4rzXjnY9/
zXk9vi/LIhaR2IxQk2V/Nmmaj7HDOJX2LD6OB5NAbvJHdYg56/Ty/vHNCfUcVXTQ06qhfZ0KsqsD
alBaxtHPHm+GzC69UPcH9YBPqmY+HzSmgqRI5DezKPsxnDtvCfJCpbs5sbOttBw/bEar8YIS7yA5
yjR4i7C1xtLeaFVZgY5SUUcv1DQrwmm6sSFIQSsX88TC96FEycDAguxSrGGCZnk5ujN/TPsFQUgX
9kX2aPhl90OOK/RxTt1zC/rLlpQBcT81ZfoYJUN76YjGPBE7+vHh8rnxmXF9Mvj4uN8/XEVvcigi
swkJQil2NLMaZo/llHPxk6uwKVx3OLB4AREczVzx0KNZqAlZMVq6KhjL7QN0GX379Xj8MFNTYHWF
L9gbmmza6Ei8vxma0WzgjanDlSDHlxZI9R+VusVZ2kbeo0rNfNMJWROMk/rJW1RSFKh04SL1Uwtc
/hM/Zt2Jvv/q17WQNYNuCPq5tW7+368+MUp/ySq03qa4RzwU9kuAJJM95XzqSsenRZAkTMvMK2zt
KXMdB4U25GSUsUYjDGOarZBs2AtyoMqm2kiXxM3DMRli9AGuVc3kkygng5xSuuJWV7F4/Pq2P7xp
9hkOpxlGNlkMjOn3d62bXdkQSQO3ro/SS4e1f0MFd9h9fZW/FIl3D5cLsEa4AuoDi+LxyXRmQ1u7
UL5CLwfWhFDJ31Fp6X6h8xFIaRP/qiKBAs100gURWTJXLd2+1cVWQmSkgqDtnGmIoaoZ9X4mTsIL
l0hbLgg5T85R28m9nDz7AfEAwcNm8W/gCldwRlrDT1na+BTW1Lv3DymthfQqva1CGz8jBexEx1OM
6FjaAO6+flLGh2FIjY2aK4cMtjAwyI52L9OawzO7At3qGFUjccu0RULsQ76PYixVf6Rry2nPalRA
f9ZTcUGPhK7/xGYPBb+pp8/Iky2TdV9TJ/YU/xfW+O41mi4zgu04QMTheBybq1WpjD6OS9Kv6HzS
lYkw7yGtLRY68AXgpi0HAe8OSwQKT4s5/zXrq56eZu5qr2U660+9qsWLVTnZAxGF6Hz9qngq1Mob
8TU1vhi6nB65fPQY2VaJ1Ber1hXYBYQEbIydNEAZrz0if9TiW1rScxGMpYYCt7XMzDu3x8m+wjZr
fgfwpf0BhoHIYxC2Kra+F8GQQmlKqBlKffhovf+TTbCHUnSwJnObeIvlQVStMW6R+elaQcK2h06G
X2Zv7Nm9c5RW5C0S/AGj1qWg9TsV7fiwZL0VbS09XkQwtjbCezOd+m8If+MFuGhSfcc7AXpKbwxA
x0ovKGALp0PxabSz/bN1/aLfzJ6XKlJTnM7ZVfasU9yvcWFs+tqbdEYZi+Il0oQiPaAKsr/byTiu
JbYEsiJNiVVhh+ru3Ccqqg0GsX44Gbq2Zi+ItMnOiKTQ8TENeeeHpeDYv4koJT/Rxp+1fUob+l6Z
dfcUqRjzxELPDThVMrMvqCOVXyOm759NZv9mM3gy/40os//uJXN2WeOyJ3FYV0jcnHKpfuJQrbYC
rf58IPgtjZmncRZtuqztLnwTBXbYwqf63fZaC4M5rZZnkkgLXAlDrImDtAUNjRxJcBQIBAzprh/Q
fwSs89hU7GW6m3GZ3NlofpC0zIZASBAp9aM3GD/odlEkhGbfFT9Ku2qIns6W5YrEI7nsB6X319SF
qm8JpI0X4uByFcaoGbqwUfThdhYlNY7tjoZwujKpEl/USZuFCC2i8qruyG+CUCYcRU06GiDPq7K8
9km9gUNH1lm11YtadddKmSXBVHkRs0WZo6za2Oi82yBDjN5jnpXcqu4sPhQCjFr6pjZ9BE4lMpbf
9WIjxrJqgbWrrnKkeJGjHCeMLOrpN0W1miCcCpn72UDkrhNMswbYDht43qOmKGYoo5nBiXVEpR4I
L2LDBL6kAh9LyM91Ofnd+vCqZVv3BqEPma0vbqDPgMc2Foa0C632rRZsce5Ou6mM+scm1bD9CYBh
3+qu6d1wXJbhO3KpzsNqMbXJTjludIWOCYoWSp/kaRB90j2rQZ+10DabEatqvjoE2jKHbWwmXqW2
hdtkdDltjtFhkhsULYbJ8bsLytbNEwJXXw+NYWW5lOhk7wo34RTO5mr+PQ2ee4HoTRR7txqHx7ys
OrL1GrbR/Jyyeu2x48QB6DwJrcxj/2fgmTsYqe1i40jUN4S6Jt4ENk86zYms58M2ejDILtagR6Vj
uL3IZ6cXyCy96nIYG4I0i1zRFkABNiGPsaxZhb3UwQsbk5peazuZ58Bthvk2nSwdph6SIOscS6zQ
zwVKEUybwAjpo2YKLPnkERuEQbG6T3k99WFstAmtLOuXeQEEwq1DT/cG9smdJYxNK3t/j3IFtXw5
Fc0I2WAqVJi05tAhG03qq7mYaHhMY4alUJOqRCCcRfreN2IDWnnW4FnyvDn5NcXtEm8rEIA7zWnd
c6fytUthUvdDoxc1b5xbwK1GVFhvi3ho/A1NHPa3uVeKn3GCciQ0G01DFY7x0mbqXCfYrOp2Wox3
PmynIfO2cWxMM83LKot2ysMWeYB6EcEM9oayOdP1Mn3CJGAlG7tCokuopYlPkCkceyMaYPjigz+R
XDujDcWrmHAw21h9XrU7y++cdeJvzRRHiJK/Up+krVCI0USDVzq9foZlG002KY7Vvbu0828CC0EX
u31vfkOyDltPxSaLxyhTPwslCpcSGWCOaKfulmFTlnON+3NwK9KklnTIN0rm1nJbeV3yplxEVJe2
z6J31nu6JB60H2nZpD7HwiDjsEvirNKx68FNxBeOgvfPUjvjwyQ0DokittG4TQ4NJ+S6m1jz9kOm
2odFz+xd0hpXFJTsYI6GC7eTlARKne8UHo0bv2mN+1baGCpimj9ZNG1KPne4xxN6JC0oc/VYpe7t
1FeP3sCYUSTGLfDL2+a1sPIDh78tEuTfeprhIbYO9qCHlEluatu5jhydTqQPh90oNyVjmXxRLKiT
v3cT5wFn3YtkcbcaeQE0L3vA6HI9zsOFjZA4cw2Qe/XVYrzW6jEHn+OZP40e1rzhHiz+BYmrGWPS
Ni3NHSuru3NTVHSpRcCNkg5yaRRwYNO5jSCuIvN7TKxOUGF8CpuIaFqtwHuUGIm6jyoXazCbsemM
lsEFBVH+rtkGrm4bMWx9vbyNQT1s9JbccTyPagC3HvNhqLK+ikbSQ4ANpL7r3llTceg1rFLOBPOr
617YbzxKLadM2Cfjd73CoKHP7r6el+9OYm9b6V/FAu6+192bonyytfrMToc5gHJ67zXxXea4Bzt/
8uIr0y67jeKkFpSsdBeMsh553p+8jc9JbX2MSh8dadw/gTm6shIcrtk0LntzSQ5yMj2ajeNDKY39
OGhG0GDB7XTzCU7nD4M02hbDxqYYmn2FjyCiVxTURbWj6/Jt0sStkVBCS2iy6LX+INJ+4/tRFTae
TRlaQ4vbdU6gLWLf18mDiRYwyTwT2VWcBYgHtyBEoAIgaS7tb4MxvmjtN+CuIZngP7O++CWjsQwm
WfGVT5dxlm/9MWE/VN5EBarMQjMOSKfN717Ki59mcKfaOJ0bCdz6aL5AuRkmC3Qzof+qGUDbtlh+
peZ3CAH70Z5vxth+QaaKj9bBXwCRKFZ2ez+C9xuoSzkQ7SMxbsGu/rKM/GyehmsXS6TdtnaAUIRT
ft+9Ck3WmzrNbzHGn9U2oyKL4X0u6o0P/wa7c3Go56reKpxJbDeme9URUxiZ/U/CMqHSp1qWo4It
YTQEa+rfUFdXY9/olx2Wnx0Ls/eC+8S1DvpoX5muRRiUPNMjWPko5i/zgZ6x6122JNgRP9vDTTC1
aycDwx85Jh3RdDoDR9vvE5n/qjCeYRLofmeifATWggciQc4ofwwDHphANo2rH0Yy7CIaFjiOsDzX
0SUZjdOzU5nad4Hg41cpingOgbRg7Eah5+B4ltkq6AT4cud7jcClwEmZPSQbLLK55NzeTz5wDqi1
iahDXZ+JMU3QIcsQp4okNpn4WDPMRb98y1DHYp9DdFxtsEb7qJGTIb92vRZUEvai9KUw17VFCvwl
5DVbzm9/jBz4vVk9DqHf1foeLb1F36HRjI0ljfQmAriD14CvAlc7Eho3VIT3ADNmNkDCmYs3HcUy
Rj1TLtYWYS5hiqhbOrabjTEC/a0S0BujMBFiAyJozzk7RjOgG+TyAdXbkTnSy2sz4K6NH6VuVXet
SKZ7yxmHbJeTjQjaHofZSLhjjoxfl9g3Nm2HcRV2avK9t4aIsWvW7Z2L9X7atAWu9pDkz5Hpq9ds
ZL3m7AUDBR2SIqZWMnoW/P34Rdg25gmUgyB1l4hMzign91EWRcRpp2tbzG8sLvceGImFdTAJdc2X
2yVPR4PsTVNrNqp1SLX2RoUvCfUl2xB7MrqfjbQm/krpOfc+2cBlgHABmjvOViZLgrXzghJyY8y7
ZKQOFpQIiv7MkWWuwYkd+X4xiYAWyhxsUxtzNKmZae7I7nYUeUkYJ9Wq4aJ10WMHszGY92aBgOO6
ZYLNoY0r6W7pLsUXftZB+DH1UQJh0ZT9J8PnQKOlVTF+C6oZWPeK5M3w8ddtnbzvnokkHS7rWcZw
Zls100VEos5tL1LvAylkduV6JUu7k/UaCeexuyRhncVEQI72GCMZd9uSseM38nahF4nNC0TFU5Gt
fjfO5NGz20qM61oqBK7xyvghotXFrCm9ubGobl/ls2kQQzAsJdsyzv1QAdq1P5dUys92bDaH+Bx5
vD9vPBUT3GrJFokBXHD9EpwE/C8qPnkXxo6f3uejUV6QrVi/uHkzXFMF4OaJ6eUp007U1krtiBNC
1rpH3oPQVuHbQofJriuXfUYeie9M3sIPI2NhZffUanaElkGxs871mhz0qIkPWTmk3yDtmJD7sxRL
hlc6yOMmYao3LCv1rd5lJh+2VTSBI7LyecyLOguyYm3SIp+xEVNEfI243SrvW+ajvQmW2SOGpKga
uN+mUaw7JL28SHsnxYKlLIc0nixK78gTJmphjIgUBn6hspvIGX1sxNnsmFjcuuG6M0uMOGNXjW+c
M1LkKebS9zv8JvWV4bYJsO1SS97QDpvfnNxElKO3ngCoD2591ezXHnsISSKOy9Pub42oqH4sfkHP
blAaLnYnqq/QLSgj9AdiUAONjfdPjY3zXWqUCycDtzS8fSmtrOC85FEY7PC0qE2UCVCh3shRDHeR
wnjbIcY2d1oNL5bI1sHA4LIMtn0WN0gSb+lGYqx1x0X9pBai9xuvNP0HJx6rW/7Z4bUwao7yOQqj
hwQ+BwdtDpJETsi2/2O0VXRPjqN87TvHAPgq17kpo2jAIQg9OAhkjqHDVTaSnd11VVLsYn2Om21X
W+xonSinZeD7KWWPGQpUsxlTS5uwcCx9tgW5mL4YcVK8RLjnmDXciT+byaKmHeWUN6Ddi5Gvv2BD
Sbw1KQYVpQKidshQnwOTdC8QLxqy9mGmMRsOPUd2XHbT6g9lG3DwYg41HCUaAinoteu/RlfHKwcI
uXupG6vG++MXGPMcRyXnC3Ytgje1EcCTmzEAglgjGn4Dv9nZl659kUnsLOCGoEYTaaxdABvT6L/Y
3lWBXw0fom8Qbj0NmBQr2uYFceHsHKWuEXRQ4FSOg5aZtCFEW/z923l3T7OEI4CHAYadbT6pZ3a0
msQsh36fj8WeWFUSm1wkotwfY92RT7VsEhYwfPnWlooFY6IF7oJpYKLesem1mWzWxAEwGY7G5B8Y
c/kUOOXU2EE35rMMattODMjYnn5u9KiFNpN0SXrAMgqiDjREfJvgmCavJZsBCg19PgNiGWzOItKv
BwIscNRdoF4wrW1RchjZNMlAVoiVaZj8jNZ9bSsHBggqT/3HzHwmdkPT6a94uZffYh6atyiOLHmA
S+Re9aOTQHcf4+huTlJfEAva9Q8aO4k2LGTKEIs6pymw07lxi7MpWytcpp79NgowTeCL2nTekE9N
KwqUsnormLgQeRX1TFjc1ILYlrHC82X3qt+bxQCffZSLklvPwZK7dVSJiyvSHByaNdiYO8oBlg6a
sWUzi0R4kfvWzZdNLq34pjeohm0J3WVzA3TM1LbENRQQe1vWr02t4vjW7hoGgyMpQa4sEzhk2bwo
gUt9IVEWh3zxreyV/cvQWWRYnxRhy8psWME1qvgTlj68zItTf89AhJtbd4LCMxfa0p7hxM1/UqR3
rswp769r6TCmcvbEDoXGbvzhjXl7NcQ+RaYSd8/a1re08h8VMiwxSEfttR5rUa5fpe//7QiIbMHd
lKU5sexVdjGV43TF4fiExOGTAjyZnMjNIa6iK/oL4ftPs9EYfJrBFadTjp7ptit4UHlZJyda0cbH
piawbIS8uvCR7NN/OGqgWsz4PRoK0EF9Vf5KMsO/yGqoNGHcara1ied81FBPTJ3AiZnrvzo/tuRl
2Xh4PE3KHyBD4ngCC6U13otjZBUA56iTbLJLlyM4DrIIS3E5G5ziMM1VlDKK5KebJniQZFpZzRar
snQOlNcgKdlzm79CpNMgC6T5PF3lacSxiOowJAc3hZETulEPXMX1M93dqLzRoA+1U3+FJbW1tkM+
ug+GWvokpCuMpc6cK6Ff8ELXCRHiCeQYobMnJe8jflbKF38II+YAlyXWi4RNMQSRyuQfWS2kW3MR
hTV0maYNwd8epJWudH6j/of/45ve1G4sJl3/Zej6mma66G039PUaN9hUqQhvtTOmr72o2ldW2/42
ZzWcN65tFS+J6jkEzHUGesdniyl2taSLeLmYM9tIEVtIX41iZclEld2T3lRYxbcuzVEv1J3tZuyl
mOLPRk4zGorvBEYXQJj+IBvP/2W5XX0fw+Uwto1RLa9Thkws0Ii7MHb6PLIBF64E/E80RMoBjdkL
lh6l1oCYyfZFN6zxSVhriJFVkz8Bp8Mx2o1L6ZzMLhpTxIdNGpSaQpP48hDtG9cWSNNoO1cLtH2U
RkUWDiqpHnL2X+wz2RRfcnfZn7QZ2HeCDBi0rQRp9UdTZXtAj9WxN4+n5DEDy4rncsQ6Dt9QBnnT
Ub7rIosDfu+3xCOoyi3eDHyxYdrbw4mml7EO9nd9DER8CBaYI/ke+LiPuqh1PmZeZkLp06Y+InjC
t6MXD9lItBVDteCSyE1DYbpzJlxYi0qJ67Fp7QYFNq9i4+aTxmLQDO21WCiaBR1S8xsxe87jIDOp
sQkoFwg2KOefl0F3xhN96L9NuXc/Hx3dKsx3BKhbZLjHrcq+TlOefh/COuHsEXsjj7938+7Bopnx
6o5yuOlg1N+DUZmuOYdOT83kmOO+a/yGDghiFXKkNORkFIv18UwOXtPsoV3of9ph6a6iJSqcXV4s
erzrsqH8HnVw6MOEGN858DXbpr7quu4TM9rAybOJmms4lwDIhq6NrtLE6F+oWEChZLNZwGsDAnS1
5J3lhek047KmIVK8Aoqb+oM96VMZRrA23srGXH4W9QSsyOA7oq0x+NUT1na4LXHJdvHrTtsnEy+t
fNTB6BTQ6x+bGzjAVJoxo/yyQB/8llXhvyWN0Z94Vx973Gw9EMxjn4KjiulbvF9ESqMdDUZNHcYT
heSdMfMBTZmn/thNXheHtPVpC6wHBH+3zDOTpUc1UW0tI9IumnHteX192x88J+g/1vv10CUhJeD9
vv9BQsNwTtG/AYkZN1cz8jvOBNJ6qSZ6EqAIjYsm880bE9YG40tUW60oH4WaqBhTJzlvyXMAbyop
+lkcr7/+cWvD/93A/vvb+FmYbxycDUeL1FTVXlVSGAlnOzUCUXXJzq6j+8rLplPag2Nx1voY1h4m
Yl4kMYjG3j8GJG+ZgLHZsJEcAUnMsnP/+ODIQrusASSaqwt+PerXmdPvHAZS2Ks8fl0ALgfY1j3C
5dxev5SxOW8VaevnXq/T+cgoP9ediJ6+fjCfzVgQM1bXJuZJFq0jqcSE4qhgoQA2ZGE0TkE1AQDy
5W7qpDioFNoLiykJcmw9zx1+/JZjpTpP9ejFL2N/k3OQvadZEVPiMvUrT8bCDJbSSuhme95K/2xP
DPxjieH6fPEGIFrV0TNax2KjBozW2I+YuZqldnc15uQw9mverHB+1or4vxMPaJ2yj4YO2nsUFasQ
HHfw0ftUukaBz5jq0LGj4Tpjw76tLcgxiIS6A6o7Al3Vot+PrmhCyuc11Jqh2zNxlv8ogufGaZEz
MbtIO4AmH41h3ZjLyaV/FdqG6n9rmYzwsI3VzqHufiinyjkhV1vf/NGNIxNH5EcBmLs/JulPkW4n
3UxNxVdddeNYsvoGlNe9HK08O7FX/exSiKyZNywXHKp1pIPwtIRa40izitZWTTKVAA6bR2wOA5ik
/gnNyMf5mSKXzYN0PExHvNT3H6gFrd40maJwu2GK9DpCD6GfJCeu8sktMRcaNEJ4eNzb0R5fa9KU
imACFNNd7I2YJu06rYzqMjKU8/z1EP34RdgsAkSB+ALTLP6Z9zcEIagzII2VYTPmw1nS5ctBM8rm
0Jo0+eGgZZt/v946s2Exxbr74XpZVEcgQUByEf9k70cFn4o+W7fV/dK7SRfMdSdm74+7Khs1F7sS
lhXUMsda/6E3RteQrKgFvgWO1iJ6yITXXrkdvDWgStSqVdw/zIZHWFZZ5cUJfconDxh5CXh0pgDP
QFf2/gE3UdVYnAlKKDOVDVc7izeVaLvz2CRnNDbZ6H79gD+I8oGis/ty8fmxkAjEqe8vOMa1nngk
goXGRrtfzuxvxa7cR2fLn+IcTgrk1RPX++QBrz4XFiykOUg4jz6JOiNXV6iqCTffD/e/7w+HfbAN
z8ZgczcGJz71v+fO99MK9/b/1zr2J88xJzJ9vdbF7nHHhfb7/Z+Hi7sTl/n4kb+/ytFGnBZWqXcD
V5nky1TTnPBPqeo/+O7+viSmRR39Fhrs481yPeqx5KxCuuhWPk2XbTjfDmf2BfliZFfXodxMe7QY
B9rg8Wa51Xb+69dv7eMMs8pFyXhHlo6d9jgph8JFh5uZDFGLMl0wRYN38EXa7Do4Sf/8NLkUiSYE
Y+EbMp2j8dFEytS6tk8xiYj4Ra4MjbH0/1XNz7Sss8jZHoY3zE3HVhRBpqEJJj7l8JQWj21c2dD7
Mrp9OTniXz+7j4rb1esCSo+rCKBY+jp+/lMdWZwR2KTdpiHnBnUO3DYOu4Fif4tAo6Axo8ffi1Ib
Nxl2h11WiURtUtE4V1//jM9eoU+VRiA9Ww2Px7+i0ZhleZGUo41+SytuPFhZ9ex3iX5iMf/4PbCW
42PD0YvxhUXp/f3ijMogsHPuzzS4HKhvF8x7p4XMHze/jsGYhDqA/Rw5+NFlkMF4YnCJ4cs1rD6h
HER913K8ExtNteVPcxLlVqi5e677HKy8B+jwNW1076Esm+QB4KG4pCMCfo5KiETLU6zSDZvOEznB
0ejvwOORIfn1S/jk0VCM5FCATR6b4/GjgY09zyh11kKZpPK6GildyF4nXsA6Zb+f9uAx8HAI2lj1
nsevWum+NGYaLzSyh/Iygjp4l5jwsziHZ0+dMB0TMcAkTwywz+7NIayH+ZYgTg5l71+717oaoEiK
gHai7IPfumDE3Kg8cW+ffU0CvgZOCuYIJvejcZwaKMno9MGHqyz4WbSesymMrTajWAEC0mdz3iRi
C2Mf7oxRL4iQvawYLvxm1k/F3H3yTQnTx+FIFq8pWLff37IGeBnKO2Jnto7ZxhOUWRFxzntPgN/7
55EjMOHwRpmC+e9otLeTSP0yTbD+2pPcohyEWDriNv/6Kp8sNLzC1VohUKIw1x/t72J/KBGLIhmD
ItltpObkP2bKYR0sUl8/UO1Pt/0CUXRaEXBVm3abAXsQPoymDulCuhdk5kxXPer0sEGnRXCtjPVL
TPMoLzu/2UAa68/pAzSbNdRzUw50Y76+hU/eCadLFg9Khmwyjv2NJnpV2JRwLIV03R0sP9Lue/2C
xuG/a+CRnAtqVxwOOSrxob1//Zh2SV/pIQJOAONIyxjQeGFabm40jop3GVTjgyBl9C7vFueAYp+W
pVb511/f70erCr8CbgIZQkzsUKmPPojGmRDveJSWpz53JFCzZrmy6xlkuoxks9G85E8HtBmJW67v
NTGmd8xB1i/SSfJVwGLwv9bfyLrEDFwX1qFbcIMaqFjafTSQsRogL4F2p7l0qQl7SbeDvkoFyzZ7
nmaiBL6+nU/mrr92Asy2mG/gdrx/ppHRcig1QA1atTk/0zLxHjgvDoFJ/QQU4eg/gUZITjzDT8YM
jlgdN6G37gaOg/mKuke9PLJCg+VAAqKM7FKqFk2el5yKfBJ/5/ij2dmhnkDF868M/7iYRhcblnOS
aSC7keoENuj8MUgSStVDRnJdqA81zXmJFRHMQpnnj2m++Fv9f5yd127cbJqtb2Uw58Qwh42ZPmAo
qZStaPuEkC2ZOWde/TzUDDZcrEJx/7uBbrRhS8xfeN+1nhUo1Tdyeiy0Boo7wRm8qTtomuwTMtF3
c2mOn2cd5wl9sxSBaLcIhL0qHtLmAiOwpDqiXyjaVQAw5l1OCukdZKQCOh/xgSe0k3zXI5gXaAZo
OuZjn+Ylnq8mg/ohFQR2wgnMXqYoy1gDliA9bUORhQewf/AIJWBldzhc9e9CkhvXRVJCpp3Bt94l
1UzVsDcr6Q6ledC6ai8LoWO0VfnZ6R2JxGMmF2i1J6hqKIWFMrXLLtafu1aT3nrYv98VCq0ACUuj
nB4Fw8z9ncy4D2Y4q4SrdijpbjKSxVeWFU40YugdPwKo04F1WwJcbZjEEHkpmwjafZGAGIEP1y7o
fi1AsxK2xRWNPtq5VTBVtyE7aYA+ZAH57jSZDV+TOUAfB47PWS/bTYKkWZ8au8zPkAlaGSIsB2c/
KkDdyqn5aWTAiLaIgJx8A3Sc92YAUM8GDi5kttUM012nT4mym4QenXua6KQHWWkQv9Z+Fkwu/e36
XS8yeBo1c1zsGWCFI1tPc36rlY+zTHqVVt+gvTIFNwXPH9qZn7clXjGwzTsyTWha8HaVCKnVsh8d
c2zn9gKAAhpFdPIkM0i4Za4GK/MntyzN/gU6C7otgYJJ5Q5jXO5TkPEZUVM9BKuFSmwnFGQ+aP/M
s1M1YpS6SauHt30X6YWHMaC7JVNgki8aVF6o6UYRfTXqVvMTyvISEs2l3RilKJfk+HUW7+qYNBoa
yL5HfzlWxC+Pg1CgilDLUfUmciI+qBKNyVUtT7XsaBAhXa0rJ8FFlj5qnikM849yDDrY02IPijai
rogOIWd9bYd5hBpXHpF+olcwKX4OmhXci+2k8BKrvkKQywC2ySllGqJeIerpb0YU6gpVkeSCPQ/L
rS50qW8vhChoSbxJ5LEkLXoYK68rm6q69LGVQaekgBw7NKyreZfpg1ou0Rq9fkk4QEQnrpFKhTd/
QdLyImZUZ8NCuZ57QW3dSkymn/WSNH6lyQv0UUj01PC6r9p97gOyt2fFCrE2V7lK/7BOLY2kJFK5
LiaipXR8m1JR3hFsjvzSQqIdXyaZP6CUgUopu0kdGfl+LnuUwgGf7+TFtTk8BUYRqJfMUoDXoxpC
c4E8/61nwnoPKe7X5OsFwE/wkFWii7a0lDwh0Dvl3uoSUFvRCBcYtGzwEbVi/jwUCXsWo5G04kZt
BgbKWux4WWKdDp5n9irh5Wbt+7/UaWpfGyORIYEPg/FZsUCjc9M3yeDlyFxvBikqxB+9Se3elkRq
w5gTfOsHmkgfcVAfP2hodV6ANsuPIckGu0wcEm0Rpua5I5iEkoNmaaWruMtqxUtEUn4m7PUvSCyK
1/OT04liCXF54BlwgLMLxgt+ODshk6Kk1wyp0/d1LD7iXcpKp+kkAlho1fkA5QG8Pgz0yX8IoaJf
QQpUNKDSQeWVWE1Y9wdztDF5fU3whxMK1RusjvDmKK5TATw8qWJJ8xqBXCEHadQXcLs5KhFN1K71
giAhROaq+nsgt1hB0AJgCwuWlFq2HA3oUDpRyd61UJy+q3qkTCQMhfn7+Zt2Yl+AW56OPb17doXr
2oWGi1jLZmoHuCRMJ2VxfpcJYvJx/ijHUzimvOXhEK7Leny954mgs9f9yFEEo7Xl6iaAXlXFu/MH
OdEIOzzK+lbTQR0iiaNk9q9He//D8b592zjE1oWsVuB1aXR1sBwisQ07dT/R33mfyEjtp2RHrpLd
bSy4lOPnc3hNy4rsr/KEbgYQDVoOCHbKm13QzE56q+xB0biKm++qW+tOuhAek8vxMtwBqNpZF8Uu
9SSv2Gkezig7v50uTQ/xzcaLferETJVKzQJT5KtbLQWlVmmpy7PEKfEtekZFrAqj4pYh8MT9RjCF
o45X1KI8s3qkcYNMMQSvRBkhrfdaq4k7PR6zh6YsCvf8sz0ufS4kQ8p42CMx6a5LrYlGdJgEFgfh
coG0K6jReZS9Xvwa/Fm/yvoRMw+Miea5InZguNTiYCvx+oSChtBNmqY0OEUUJGurLL32yZB69PlS
osX5DXIWZJ5NsxjRUhyNjZsYZv/hm75R29XUtB/a6Jupl5eCBkw5Vvp3LID1Q98386Iil6ecFWNb
YhWX5vmCTCTCIeCuYX8zqkqoLgQrTPa6SRSVHZYV5pSqq+B+n7+vRzQveis0rEzMptSU2QStaob5
PAcdrkv8pkmCmzVpE4W8nqb/APc7PLCqLn2nz2SLhCJlKn/noPIjsIOl+iTA6m3RiimjpwwWIYma
lHSPIdjtnDA3YIFOjtViK1f9RBED4B3FVGruNK9Na3n1//rmqDJW3WjR1kiXriusv/nJVEhFqIw8
eWr6bkKcK0q/52SOfoaUFHZT0svZ1mi2fECriYO9Kw0dmZ0PmMjVq9+V8HgCgDKUUgZLuDY6Kl5O
itMwxBLA2ssBBzz9HMmL0cmhmMeBPL2yem/mPPm18QSPi3lshyDHqOzCaOyvmYnkLKPkQMvlaHUb
3+LWK2wZfOp1IKvjVayUxl4yK9FL8mh6aONwfOGNwOQjJcK9kfu+OwAaIGNGni7ZSSU7S/L1C2Qx
6m1Lg2/jdVtG4PVtY7al/rSMGZQeDx+eJCC0GwCTOQT/qAv7ot2jZMG4Oc3psyqnWxWN5WVYHY9m
Oa0oEqE1Wuer4/UdzsnMH1NHpwR0t8RLXVbtNF5uPIITbwObX8KALagJdITkw8uaSRO34iBKnYj8
IpL6xgaZjRRoAhLYUSBfS+V7yG1Db7GkkQ2UT7ZG4/FHMIv6xsh/fIfNRRlEdY+9Pmez+p5nIx0n
moG4V0G3f48kQmOatJ1eNZKCr9B7Ri8b177cwsNbzA6YVveXKgE9xWoOrPyaPJmcWrLRW8Jn2kBy
YKSWvlUxe2uKyuqtpisVRgPi9dpYi/e+SZ6gkmIxtYVJyB5mKZ0uwR1RUoFAv1FZlY91AbCU2PAv
/QP6kuuetdWRtoOMPQYObzb+jp03ujhSHsU/sTnMoZfVlv5bV0oyJnsEHw8a5ow/epLViUsAU6nb
pMwFd2irhhpJogKvhKhLn4G/WGxmdEmq9yCtg2/qPBm/6kEXR6/Dz/z/0QlB0c3AxWOl3sJAffiK
TXFtyUFIEbNJoJlfKn4o9LdTEYwtcBVDIe1DaB6bbgheieXI0dLXgnxrkeUxbix6TjxvmVOB4g3v
x+DmHp5II5PAME4ytf/R0i5bjFv4uVr1mjbFlhzoxORk0sai3IPoYJlyV9+VrEQTPhagjc0c6ztx
NNsrKPzpk2Yk0ZMEZqazWSwQPUMsDumcUkO8hBZcN5JeXhpkAexRF+R3iUX4UBJVhFEJ8Xwpse9K
Niqnx2OwuciEobAyKTDArdZbbYjwtAWK6UzKIP5QyLvEkii210UMWssgSAR/bl/uyatXtxjCJz54
lkSsfkxFBiuyng870VfqWSmQFRg1CRXsfaN2lyAYItXPLIz7EJsDuvJ4blFVGpX1q4/74cUS+0b0
ejTZJp64vLkRGrMLXeQLwFPTfkJSqwe1pGyM/8fjMXhItlwKDTMWpuvx2CC9ag4ZJB0lMdMbChiB
q0tk+pwfk049DSqgDH+aJi36o8NXlEAbCmQ97iYzKPqnJDNw8NJx+xhZsTy0TTWyD/ab1s5ZVG7w
eU7wO5jV6I6COQHvzeRzeGwd2XwqDGbi+BbsNg0O0HWjx73T4ub6gxgpBnpR+OMOU/N0n1rIZ+zY
V6oXjBD6BYEt/rcqmeut0vCp09JAmrO+M5bq/lruFshWTRezAJtE/KVvD+IA+kLNfcoQxA6g+5Pj
XyoRFY5McrjLCUjPXUIkqQesydj7VVZi6guIST7/pE4MJprEZ0O3hPmDL+jwbgkjcqwkxO4zx938
lFF78agRavvEVLfUEycOxV4I0uUifrSkr7Hmr3WjPhEViO+kcQoLlkUN+cGVoyi5LQZ9a9XxxR09
nBMxDphfBYWvtv9q3Ar9rvGrUG2dsUzV6R63YeZZ9FzjfSgF5R2m8g4iZlji/xKKlt5Orfv4UBtL
eUvimtpMkc3hc4X8WLIjsQsfFLMIUM0b/KWrGkKPiTCeqyvDiKe3GWICNRTWORr2nkw07sy+VUg5
ogX1Ewmc9AaspXlLcXm+SoL0W7ZIUWqlXvxZ680VbdB0N/dV0ntk7UUwUPKZ8NK2UplY2pQM8SI2
GnHnE6r0rbEakXT4QkQi3lZ8ANg4IxxM2JigtQgpSlpHKHval72Qhb09lpb/KQ34LC+S1BolgnAp
8NlL35X0EAKRcX2KQT9Syc+T2elTuaXUi2TuNfJrucIfFYy/Bp3bZ8fD2I7ozPr5TZtGaApShtWL
H48EJuNWr1A3Dcr4J5UZUC5UxD8TBlU9fVYCXd/ajR53WviImI0Xqinqqq+6wF/vEq55bF4qlVDu
p7+niKW6am0NuzLR5Ev4JwHWyLHZGNVOSHIslEY0FyGAqiIIsMOPJRkIRGtq1lLWhCtPQ9Z/Q8ST
8kBoIsG75WjoboMhFHOF0F8ONLZcOr7dRapk8rdatOYdZgB1H+D1YjMnVtZNTrluY/l5osz3Jag3
YFwbREmsKZaK5mdCRw3dMbD0k1xsJS51yNjLYQb/jAKjv0NIb2IjoeOgsCa9L1gE3qS9Pl5IIVGk
GzftC6a1+hSB3JIoATQNXcX6USXlIMpRuHg6tLiQCDoNexJu+PY+u6HEDVVVqtZ64SgqjxMWn+fJ
LCLZI9+JbNUGv8N7UhXQdvD7Rzr+mAjuilUW8XMY+eQzd+QpsLbtpeZWkYitAl5VC4IraQA6cFCz
9aTBqQyaq1ZdZF3i9icJEFfrFDlmZCkf0TzgEiXeOL6vJ93/3bR51+0CS5/uVVWurvIoDFW2c4rw
2bbosjcWDyfeY/ppqB7ZssD+WndhcacEwGKqhugxoSPdU2k/lpQtt84C345pr9HHCrd0iUcDsUER
GNEJ6zqeCFvow9fYbyLky0tmUJ0K2d434uYKkx/rl5KstPPTy/ECkgPQK1walOwBGfZXxyKvLeQ6
0DHkQKg8fxSqD1oV0nPkh/FPgZhTRqMASDygtuEJCxS5E9RatdtQnqWPWpb+6HVHutikzM9aZUyf
od6032gJzG8bZ3q0MqK8y8KIusayvEfCeHimLPtboymrJSELPdTFHLTV4HTDNGg7Vaqm6FaKQai5
JamB4BDq2R+WdKWBxibrNup84BxncqrNdLI7gmiL+6wvla3N1NFa02B/xwZXJAoAFpq4Osmcd5Cn
p+CYntTkfaRC9WfSMsxWVib7b4Y2A+Y1iIf+HZRx/NrPIrQkfOCscUAYmaoTSHj+nNRIK/xN0pAF
e7EvkUoPHbjEPSxK1u7W166sRTZ+wfUBPgnUEgsYeJqkd4EomaUnqyktI1NA3HlhKcWsbqxSj2vV
kJZxa+BpN3kSSGUOH4ZqtLkxJCiMmj5T930s0WlRiMg1Q6OnwkJMKnaW3uskaGEheW8vFh5czHu0
lzdei6Pt63ImSMH4NpdS81ry2TJ1KmnOTBN22Q+T9qcta81FKAtXQRRIF3I/7pDx7I0JCmY1ZzTS
0q1B4mvIPhhCv86BqQ41NqqC9VP3GamKxljOQW6GuyFAUAkcWdZ/6MTP+6ThZWSVGgZLB0OkxRTA
lxlEicQUdA4Pi6DEbcJ83g8kkV0SCCneWiqdR59a2U09aN2OiDJCoIpxvEgrqkKTTzWPFpoIAyBJ
Pb1Q6x3insDLqhpHftNWOzMHplCILcjywpSvzbpuX8/f+ONBigulzIunYBGdfU1zf83wcYy9qrE0
ljON5T/P4th7bdEZO6Cv1eM/PxRbW140WQGXpa12K2BwkrqNMGB06kCLOdXHXdliIsePWGwst794
2YePkn0X9ZalbMmVfc2Wf11WawhTUFUxU1Y+A6ythomVGra3rJZ6D08z2fMl/jtb6SrTwfg9emNK
kWSQFtCYME62aFRijMNc/ymWabefC2Lk+qGo3mQFz2Zk8iTNQFIfsjAT7il1Sw8BbTfI2Uu0dtUH
uzHJuhSEQy7uFX2q9jnBIjfVVJQbYvAvtcvqUqVlUltWS8jB11tyaYKzSWEwcxJj0j/FME9zF2qT
8JD4iEd26C974UIkgkTxfAw0M47OHtrnkJb0vthDYC2GJ0ioPLs96XJsu4BY21zTSnccVPGylEzs
otVghBnkklR7ldtS+X3+zTianul5kIZD3XL59NjeHw5DisU4H85EhVZxH91JBHTfl50x7K1ZTpCh
WpRE5mhryDl9ULAImIURR63XBGRxkPJOyBKS26F9YOOWu40fdG4LZvp9Tsb5WW3NckO5fLxs5FJJ
/WLByfIWM/RqxxQVABMpm+WoH5LikvgD6bIkpTrAW8uqx0/Uwpn5H7YUpJK70wLCGcQQMkYn1bhQ
Y2Grwn88Hy/9JuZjXiKKbuudqaJCrhxSOJxLCDx4Lqu6IIVC3PggT103Xz7ZkqDYQX6u3ULkWiQJ
3SuU6FNt3jRRFrxMcpU6mKfCfWs1musnmXpXADd7mFRkmbBcxhu97psduKfpx/kX7sSox3nQysMT
SV9vjdvv5mgYgKlljhR18Q89zgBfB7r/UwwsVibnj3XcyFmUqH8dbLU2m7Dz85rxgQaWP3phpF9h
xdlRRx1ApTQ5xeHoB08YvJIJxSFLLzaOv7xSqwGC1RYnoNA+sYhLWX1daYIAFQAMlZr4R2wK1lus
VaGnQoNBZM4EU87x8DbR5Lwf6R481halMYCSynMzaNPG0urE68ZghcCdjcrywq3KRuTlVlKukESe
SKhZAl3QLjXg4Vuv26kHjNfVYqXJRhIWwOE1G+ocymFvoXdgt0h8kNk8ypNcA8ZEBWn3OTSMuOB1
9Yosyy9wUCoRIVuc1jiITWg3SpLyAyqIoiQXg5iSbJZW3vkHc+JWfM2DaP6XlspajhB2jEu5wXMJ
NGp0LSTUaz2ptP35o5y4ExSwQTDDeZf5P6uxFTsQKbURwTyTCYZp7iOi5tIY3bduSRuLuFMXxEqS
3Y66sPjXW1CTmNQ5sBhKyB6wrlUAdgGsmXx+On9F0rIqXb3Q/9MeV/XFIrSWd2tBVOaWCgpoJCTk
CYxwFtsi8ea6G6NauZrCAbFTNhLcuwuLOcSN3YeDYZMaaBCVFfZPijVG+QXkrS70hK5EX0eY88RO
MFdl1dYHvwXUFpYUbc+f+akbhNIPmQ/iY+XI3EoaBfC3FuNWMaORNRvVugZws5XAdeKJU/2kJIyB
AJfYWnFehIVsthElzlgKckByYuMpgppVyHNnaeNzPnZZL2YRBKxYQPH86eu2U63BDQppniPaGdgo
CEBbWWPl93kGDTUtJACDszK7Zl4Yt7JCzGJSED7vB6p1TzdRcDuxZ2FM1vm3EdHXxrb/1NlhQ2SI
hyKgUAtdzbZSOVkhhrYcpGjtdzZ9N/FTngP9F6t4ybydfNHQ9zHgg7syJoLaa9O8f9QVk96mwafi
w4ESs8Y2jZFVkiLzztk14uMtycWJ98KUWR4uKR4kCaw3HkUQUTNEM+FQvaj3nYx9d1a2Jvrj0jjN
JdJ8TAZFuNsEVx2OiSS7WMhDu9rJxRq0fz/C1y3nzpXJDkRRG0WuARHsLi6a8K4AuZu6kOLDHxB3
32ZJUFykVeXWOH287cMWQUgrtlfeHbbch+cEbbVGyaqCXyqM4VuptgvJrkr+gIKed+owdZdoYTwh
zj5bNtmeSszyxSBRZT7/YZ54UWhoqaxODKrZnMxqvhixcTdYKiooK7qIhjpNPTpa8UNNUfgxD2YY
4DlB9YEoktFZxYankyzsCCTUPdVihSkdMYynV8W8l4iU31g0Hq9UaTpDusG2i3pNXYcYA8i1tDLn
mQkCite2KcxbKKzWdaqMhCDhubsQ0sHcaPCcOCgPhNbVckeoKK1WDXOZ943WwWtq/JnZCXjWLQyf
9qIai8mpfCF3ixBYwMZzOC680OOTMSgvJgWZlfnh+9CHeiJD6qucsc6aHyHvzFOBtOu7WQ7qHYxI
6Bhw46x3XQ/B0lJmkSUn18BlwZjx01c9bMNfDTSAOwkH76KUMqYfnZzrb+fP88Rpsk9hw4WYkObe
+okUadcIrViiOTeydtcVanhd1eADh7xRfiJZ30rYOVHfI5EDrzFrdZKTeB6H96VCYVHFGgdUe2TV
zCPkCKaSOn/HRhRkTOZy9qtU4+lBEoLxbQKXtwCL1Mx0/bLVvAgXgHxZsNiJvZqZ7ar24+QTbmQG
hSkewU+fvz/HU9AyuyEhY0cqshhYiTNSzHSIVSjWS4I4sNQNwrugpajRmSCY/vmhiKijqMv3idJm
dWd6jRU8qlRGEBBFHtBFyy7NuLcnWLgbV3Xik2DgxDFEz5OnoC/D+F9FhTChkCeI9CWMApQo6vTC
/DUrcnAlWOIENRhqNmJvpRa3EC4nbie6NZZvy7pK5+CHBwb/lQJHFAE6SHXlBU1vubmaJ7al9sHG
cvFY/WeAs+BAy5oX9IG+3IS/LtLMYyQ86nIsP8lNeLtj+JnXmAmXyNO2tZNRYc8MIXu2dqPha4Nn
MCLNl2WqQ98XBKCZNgtOUmf1yhJg4Wa0IvXMDAMHgl4t7wPSDEFzB13lWYFc+a4Aa/VnqYPbtnu0
8xaJCmwTNkaWE8+OhjBdcnTGGIbXnqGyspBJZH7pJKMWvpIs2V0rTAg3GvmDj8hHRDeb4/jb+Xfz
eF5nTaShSmW5Sv9sDVYzAwp5wIVAO1SF75UUQG0lHsStNZjCIzlcD3/hFhZtHC4zwkcOH9kodUPS
SBbm8miS8ShM+jd9nPHq40aZ7YhO7B4Qp0YNWlXvhALTK1IaCCIlyyaMIIK5H6252VTyHL+1hBHS
8ZZ4oyiwrD8XgcyMiW1k7cihybQZs+NwSWHQLIAa0mw5cTig4w+JdhVtNVCMXSd11RKIVKUpTFDf
COy8SY2foZgl95HfdCAmu/T1/CM6HslVlGx0o2hHEEq37jWaqUqrqhQxFhHU8FNPQ+wQhaq6kw6g
1m5TPbw4f8ATyzDeLuY2Kl5ofQxjOaO/PjDGXGKHBMJLs6JSPPBDOvhyhBMxkLifrITDGG9xbRL0
rFZXWjoOu7ohbLEfleARBat+Tdt5U9y2jJKHrxAmLr4PKjM6Hav1V58JuQSiWAbpBYCqxBdpGr+T
Mox/hFo5fxYJvd6dpXZA1pISc4nXF133RIkqK3a+bxKykNIwwQEK2vJNqFvlA1V2o7pmM0uiM86I
hCXaDL83buXx6pGuGiMia2cqLDzIw1s5VIjwxFoUYNz1BJL0TUoradLGvUxH0lOVScWuGI47qdaH
u8oyWs3txVL5gJqs786fy/HLrik6Eg8KzmjvqGMenkoJtZf1NbzKJijfcTlL11an/MYP1G4sBo/H
FA6EppRJFaEYktXDAwmhEWW8XhyoHnxHkpKYNirdifOXc+ooy35ERWlF0/TIhC77cVi1bHSSJuSl
6HPTGwsQ0eePcnzTGBt55/ATLkPy2lMp9wXoDV1KnCgsamdRGu6AZQZXjax9nD/S8fXQEddpU3Fr
lv7D6q5V7IkXOj0hsEmeX1MYpHw/NJtwphMXxFKE9jsrBBbs5nIaf33bLYFdilT5+GyHxLqNynH4
DKg8u3UDhGbg1XwL0ja28dqSS9zNCOqlrncBtFZOkNf0NQEiXqdBBDo+6YyNqf345Ng7SOin2Uuw
C1wHfzFMS76fpphK1erDT1IZMlqjPMZm0v48f7dP9BWXMgczLe08jS909WEqABsZQhLBJnKr5fOb
pcSOJbm5QtQZe0M8kkkvMGU4yEhl19fD5rlr6uCVdav8j1ETgBQWJ5aJTHiRya2eSZxTGhhoBzHd
oWxQxXnc63KQXG5c8rIzORxBLVg8GoMnbw8uptUlB0I3+UlFwFgu18mLxdxvRyatGOjM6FNUMab6
AFU/afvuQ2mKwYV90/86fxLHT5hKPnsn/oPbHPLd4euHPRkfI3MkRgY92oUTO0MKFx0Y/2rrrp6Y
xhY2D1nELLmJkl0bVUjnY8zNyCc0w4LEIK1IlzJalLbSNREqOTzfUNP+pMVsRDbFKvV2mlgPOL6o
IoxSyaCFBij2ND7mxowN5/yNOHV2pJGy0gOvxwZ27fCf0wH2GSmLSK1M+JE9gLYLGU/vc4vH/hny
e30Vi70YOYGCwQa5S3AByvvRzE28IRP7B7JdZlJFz5/W8ShE6Y+PQl402gCBVs+HbIo0FNokc5qx
S9Gtqdleh9j9T6eiRWWI04UiIztGpFSHb4E0xq3IDjV36EAJv8o0Kq5pmM809TVxo8B2dEEcih6o
CXVY5XjrlwBkqVrmaIgcayC0sI+V4IIt+j+uK0Pz1XAkMddjquQPhxeU+wI4zQHeO86D8hLxEnjv
2jTc8w9nuS0HHzDldgpRlKP4glGQrj7gKDXm0QeK6KRmPr5USaS8KGBkXw2lEffom3U70MX6coTg
DvJuLv75U6MkvGRe8g2LnMThRUZ+bxW5ztYKScpSSLXyi9LsyJApyHo6f6VHeyGel7mIhpeG//IJ
Hx4KERmL/gYQiSwX0LsyO5clUqyuQpbmSvvPk/4W2sui6f9SpwFTOjxcA2DGKvsFNWPq+T5jdvYq
fTDpcM66Kydxf5FUneqQplfu8LOxRzIRPEg0f23mzciD5t0/nr8DlPaPnzYnRfsAmQBdqPUMZQ5M
PGZFlAllAuIuhg52s0MlT0T8ksuD5WjJSPTFmCnBPSdA9t6EnPw9rSnR2WahqB9RgAbxItSC4X1u
lemaDnZ3UUFOkZ1M0mV0+lnOtBeU2gRooOmKGXGQNbdMECki0jmQukdEF3qLW6UStSddbzvVxuiA
RIw6LKFhoTTVz6EPhtlRgwHAhd8OAJONepiyKxahyEJzBmEH5zeUFzEQiIFuB9JuvLxVk8gN9UK+
awTLj+GO9M11B8gKcn8emp9ZOPWXejmmAhlN8QzDHx0rxuxer+9oWpkxcOyBWEar7pTQQUggvMdG
NFxbIdI+TPeRwjsaBAR2d4Mh/CyAbb8Fhi8T5VdP3zujUT6CuBB+lmKk5cSma2Fhd3JiWMwFnXBH
Pq9Aurs6lICnWSVVN/2CIHLLvoVHjCQLsnMizrCVUNnEwn4Ww+hiVKEiXWSBHs52JZdQ9syiBCxA
9J3oCo1s/cyISeACMaZ9L4ncVW2xE8ngEiYcY/dtqDJQSeC2kQFmI2lOXTrputdpFRFZaTwDHQWu
yWMaqfjFOxrQ5Y8+KzIZVnszw09r4/EZpbCsusYo1i91PmS521ktOSuofWvDLhC/Vy5GIVocmjRB
lGosQyztYSq715lUxmcg7vSj4rJq813KWxIgQSzHwrOIfiyu5nJx15VzntF/6JjciFagmO/2YGJ7
m7dM11wyTOnj1bVOONeYlxD/2EHLo6sv1jismXP6Ec/NyIcNjl+2g5FAHkUqrNwOLI1wJMRb3Wtn
ZbMIorpnpUntOSFxeByKDwqd3fhkiV31mkAHQ02IAIs3hJ3oDQ0BUXJaqUHFHbGICtFiKf2D2ELu
dvLQqBdjPu0HNIRhuQSuJwAr+J5CO/AH4wWaSFw4SmiZd+Vc9zcKd5NfZwRLFp7Sq7M3Y6gkg7fC
3OoU6ZKtwItoLCq/xPSmotBGm8Iww/D5oeB4CmOyZLnEwL/oZ9brNn8e4zpOSsTGAbh/UWyZZiyk
3uePcqxpXtxZaCz4duBGsgc5HATl0jAiuViyYIYIru0YJk/pIOvEFiBI9UM1vaQwYH2TRgUsdK5h
c5GFNgRAXGoPhpTGL2NXEaZESc56VlJLp4ddDxsneTwDYlFYoLIUkTQqnPLhOap0UOcuZS8iVfiQ
nGjBEltoNW+qKFK/zaM2vaAagg9DXqSdUXrfn79Jx48C6R27ePwbWDOpyRweH9HWjJRChUosluZ9
kafjU9OI1sZVHq8NmY9M5lo2KPqyrFhN9BR65EwM48wRBro8w7zzVYvYZ/FZC7SdkWuviKduYnOG
b0UY7UQsJ+QX8b7O+o3C3dFyHVIXacRYzGjSsp9fTYySXJrtIOPR8pXJ/2WRnuHmxdxcVzpBUP/0
1vLxUYwzgV0x9VurvsqgVkPKKnyJeCiNi1JJ/T9lY/zjjAcamMsGkx0I3lcEB4cPULUmzWhonhEx
2ia7QQ3U5yhqgo0KyInbxkqQ8getKRR+6/Y/sHoCLUqqVLXfJ4Sa1POOHLgF129s7GOPX0h0/Qsu
AnUkgNk1AbJWUC8YRI87mslSJYmMaeeXyI/PP5tjbRRPhB41epVlmURV8PC2dVoTNnFEXr0FYYVY
qZzqlTOLyWx6nc+qyMagOJBJxC6KDLF4Gt5SLS5jIqYUVNB+WXX7TunSfuNDOXH1bFNozkJ/pbL1
tcn/q5jRhFWqwsMHoFLnuofl0vQSCa7R+as/cRQqjubC5WBBilTn8OITuWqI7qRKbKQSgXNWN9yJ
aSpt3OMT7wwddkrwVM7YG63lxVqX6P0QSwuADdzgEDfljgoz7rTa2NrkHRc/Ft89JV56DYvAbC3I
LP2iYNqs2EgYvfgQkivzGs/W9NJFWngpEznw0HVS8i3wgwisuay/qX2iPVc9G+Xzt/ZLN3m4peFM
FAZVOrgWL8lqQA9L8MV+hFBGBxcWXU3+LH4Pk679hUAxQo+GDb6xh2rIzWtAX8qrNFRxeNXr0ZQ6
mdmqTz69mRcpKYgHzBP8AalcdPupNcbQS6GV/saejXBUpr57nVpT2ezmeRA/knYYFTA2ARX8uMyy
P6Y/1LJbBAW1xEid9Zfz13n8cGVaLHRa0C8ufNLVZbaxPpYSKiAHmG/sUmpUwQ7G8ncsk+bGoY6n
yKW+q9K9xJaCZnKlE9CoHmPmAf08KUokX81i13lGpTaBXcaFeldlRFh7BZmt36lKlMjAB63aIs4f
b99gZzJpoLxZ6k3rc9DraoLGQgjRKA/tax4TWkJyfLNTjEr5KYfJuFP9Knk9f4+P90uMBBg2eKIU
uY90e8SYNLxLoGHNuUEn6g+a9gauS7tt/GhmJk22nMbHDLzFOMOwwwOlS2KtG7sJmwwxVTFNJIlU
PWXmTJiyNGfEoVWB2Sn7KVCCmjw3RXgMZQtPoJmU6ZNh5R3RZW0aPkSDz/aiKAWQXRIqr6eEOBZX
aTEWIC+Aqbun31T9Lpq8fgznoaAFqIXRD5KdLOCnhIk8NHibyYPMaV8RmyV0yMWFOPXKoEiSm9FP
dMEmNrLCDdWVRL5UppBJrq6ilnHZ96h/BGNq8suY3GgV1UgDTbeqCTSN5mT6Xgu1ES7SS7+7HANm
STtn3NqyhR19GmDY+fBpPiKVYK+x/P1fY3itEV5K0CEZZnPT3FAw63AmELSsYkpwz78hRy0k6hZf
SwsMPnyH6w5rgKvKFKO+o7BtpLeJjDluAXDVl+QVVJdscQPcEoZ85xcJ6L/zxz6aRDj2EqPBAEDZ
lP8eXibWLiHAMQkchY7JFeqDyuEHlP3XUf7j9/h/gs/i4X9GzuZf/8mffxclZOcgbFd//Nd9+Zk/
tfXnZ3v7Xv7n8qP/958e/uC/bqPf5IwWf9r1vzr4IX7//x7ffW/fD/7ALj1qp2/dZz09fjZd2n4d
gDNd/uX/61/+2+fXb3meys//+ncCJ/J2+W1BVOT//r9/tf/4r3/XeJj/8fev/9+/u3vP+LF9k743
/+YgW1n/zOd789/snUdv3Fja77/KYPZsMIfFu7gki1WlaKkkWfKGkGWbOWd++vuj3DMtsTQqNGbz
XuACBjrI9iEPT3jCP7T/808Bntsf1M7QK9ZfuTNLdjP8/P0jXfvD5Ju86scTFS51rZw0POSPmX/Q
9CHuJb7iLKV1zcHdFN3rz2TpD7j+FMI4Z2nQEh7881/P9+5D/fXh/pF32Zciytvmf/75/timRk1F
lNYHDANiLApMq21gYGrU6Wz520aQRztKgtpRw8LYthr2XdhNEgRMeLKiT3R4M1F/Psjbgd8vzNeB
DeLqhSUKfIti2/uFmU0w6JugVm+pbuHnawCLmHEH/b0w363Lt6O833qMsnSSsXZZpK5x4dFWAaSW
47iNTah4MwvKJZZzP31p0aIUxrNk+BEg4X0GEnvz+Zu9vxCOx1ze/M3JUjRpXY6xKN40aBBmYWBs
pYYmMaDZLzgInxjs/ZX3ezDiKTDMpErgrlbTiBCI38PLEG/CfBBdK+lUPJeTyV2qIge0/k65Zaxi
uNcBicSJSFFsRvZoLZjbd41S+60BnzhIbmUys4vah8OTJPtAGO5qdRL2kdydVerO7660dg5PHGgr
QOLrA6B/AnaC8iyVCXOZ/rfTq3A+WW0h3zCUctGp8hXktHJbCYOxG4qutEsdHWt0YGVXD/MW4bce
xwS7LPP4axTle2HfNn17ImE9+ubkJyi9QDWloguzdZVFBpQ1JPoJxpdZ7QI7aibcuNKGml5pzLtF
pvPEZz+eBQaEL0akQ/ZK+LH67nWvN7pZzfoXBCwCEOzRoZaEc8xEKq8kD3IQNJ3v0nwc7bCi5IbO
rDEM6PuVU7mXcw29uaw4BB1+k58v/qPzhOdCTRldbyCZ0L9XzyXKI1gwaza+FKjO9am2B7j6LcP2
fgPsTdqGunjR1XO8m1LpVI794ZxYAOuQdF6SpnVrvk4Do+l6xjYCfAuN+Jc19cq9FIweTzt+Nazu
OkTyYztrtQoGAoFpS+q3haEUICSm6cIaKdN+Ph0frQsCDSgMi+wlfZT3i1WQOV+DSuYzlXXyhSJb
5bRB9zMR1Ke8MeUTq3A9+WTJrIbFGg5yxzL970cbIt9XB07BW9Pqnq1K3qP44fVCdTeO8je6dvdj
hAJTPvunVuP6MCd/hFxNcWMxOQO3vPrqGA2Wpd/O0q1qHXBWQogH+2aoSsFZoF31wkXVbvqutbXM
TZH5jAFUK/3T5zO94j4wu8szgLeXuUuAeq312IqgVtR5kKVbPN7NSwNarvJdlb1Ov9Jqh7Xwy8A5
NNoh9YGoPYLr4d6fbcLPE4+hMcd/ZZbHj7E6ntKaFBGHRek2+KWrXv0idTu8HUHtCcaZDtOos+Fe
ps967RrSmSqcWG8rOOzx8Ksl0BagCsWJ4YcU7YddIO9wfpwjjJWvB2EX3KsSrqxOjcd27kaPefoF
Tk/488QcvO/4Hz/Eajl0cZYjTSlKt52eOVr11CMZ3ZmAGMeXXLwpF6gyTZxmUk8cPqu0/s+BFRBA
YHPwOFi3+XuRyHWKUvlWzTa4bqrImPg4DtHK2vbzrR8guqbsuBownryMm9Guh29zcZWrZ9PgDemd
ESS2qux65YCLCDrPkbrPErzBL2V59/kUvcZVR8uE/bKwj7jG1PUy0YSuLvCYvE1qb7S2c29f66Nr
jk4BzxJntwIaLsS/TX7oG6d66X81ew0jvu1IXJZ6Zb6tuqsKgzzLRklucEVPe2gKtwudDhlv3LU7
6iknlvZKSO337JLgc8gQLcKfWR1mZWii7KH08m2Sb4dkNz3X8kWAtn3+hMYjiAKYIMYuUnl4pNM3
mI7Pwc083I/CBsGN8TI8cdq9lovWc/j2eVaB1igVYV4IHc8zORStAbIswjeXQbKZI0/H054iS3LZ
BHulccG6ZdV9rOykCZvv7jr4lnEQpTeZeK6JOzHCXZ6+2tdosOtig+yGYWz6Wj2v1G0ZbSHApo+J
eZP6O722xdtsPrFtlw3x2Zssh8qbmMYS2xYJcmY2mr+11s6CZY6NlPncTQ+K8uXzpXcUwdHaxk+N
a5L8gkbaWsUUI1sNuosq3Vqto98oXrYrsKyyLq1vxll1givxStV792arwVZvNqDJboTgq267wS0V
ftltjfe8hfzpxijO0Gy18rMk3KrJed87SM4vpuHjfBsNu2I6U+LrvrtqpQ2twuQCamZW2NqNeDEn
m3GwG5TSU+QObOkQHdBZqQq7eVS9Al9Z/TJG+b0sBKy27xplN/eXYbyJVTebLpQA/rZNia5wQ+FW
zk8gP47CkN/zC5PttX2hr+98ok1VUPNJup22VmGLi+6MJ70oj4PuNDIqStsG8I3hRuEFAJu6OrFL
taPDd5lxLmH+wZ1IgPx+LdG6Ua24ZMatYBsrdtw61uwuJzDtZp9LZzPFV7m2LYZN7I3ajp7E+EPV
7cF0W8nOi8uhgrPjYeJry/EDpXeEDKEe+dlN3rsqey29mJsHE3f5g7wDKaEkm/pnVbpy9mjhRSw4
UkHjHBj13Sydi+VOcM3CpV/++SI+Pote33Lp2FDBgdO3Oj+bkv7xHDDJabhtZrDrrvwscno+UILD
y6+TLiucLsez3HfKqw6tKh3KCx5jXqy7YrNtT937xsfT/tcDrS5eiJFShsutdGtOgNodQX6I1Ysh
ccNrAXZ6elm113103etnXXwu6YgYup1gywettmnaSzplNaDethFAtXfznNTFhYU20Ju+NkMHqZzu
e/NgvOAKdBveaM86YIcDq8uf954+uJjEF6Zd35qe/6jLNvVq4BVA+n5xtZiaPTxkV8QA1rX1JQYh
kHkDVTvBUfhTslueCT8+/ziv1MajTW9SEQX8hk/YUr14e5xRiYZOLwzSrXBAV+cl/mEpjvY9k89b
dS9Kni54yOZOF/WZ9hNgBq336pp3z54JxK1HUN7FsyC52VV7q2zKh+yu2mu/6iuWnAgg57EzYejZ
wkt0i0fjeT7bwk1z0eyLE720VV+a225ZYYvE8KJKAN9qCbbfnMmygbHJaPESTC4mGL0CEN7OrmCF
1/W21Gwp2fHZjJ/gKsDD59v81E5+bfCsp3FJ8tAeWbpfr0vuzRMgBidkehgi3P8jB3ZyH2L9vU06
11K3aP9QlUkHL7U8Dk2qz+Ij6Jvz5i6/5YN2+6yECGOnQIb6y/Z+CG1zdg1h+/mHXvXnfs/RAnGk
gETCRRb1fo6szKhL3WSOak9EGQQvijvuf+1mE0dO86W9t07ckycHXB1udZpBpF1WVl6TStj6zxyS
voiduVtP9nwJawJXegS6/8v3XK2FPMl9M1vWgn8/v7SyPVx1P8076SZ+7p+th/RE/HyUxrHy3szq
WkBS0LM/RwsekJkVFMd8ln9oodNjhX5KwP7jRfbXJ9RXfRsInGCMNVK3aXbEca90KDtdF4jcIjlk
j8VjaICmUaGdGJsi9SLRUwWoT17EDezfdcaukL9YcJz8K1FDqqN+UPNLleXWk3lp1351KMZTJe0P
A5i387M6XnD/ETol4qitDBdw5XSfF7uihgNjKxP3OviY/JRi2YeX+tsxV7FvjkO0HuCNdevzHRb0
0UawvLw5EGMK/gaDDcPNb8Hs8uraF788tdHe8zn+3GiIi9DOo+571AsWgiFXuzmTb/1f4nMwnflP
lrTJv5fnsM+E9jrKTsTWK1uMowHXOiBy0OeNVVTyLUoQsumipKpZXjbd5by7Vtk92z1qt7l8bhBn
YRuCq/SJvb6cHUen31+vrKwWZl9bDS0LXrm/QwyVtCjMbeL0Kbn7fHMfxd5L+MALi/QdX7G678+w
MKiHcfJ98TCM5Iw47nRnU+XBiLMx27CjU2agx3WK1Xjr90q63KhxVj0k0yY1d122aXtkr+BVgWxw
0gyXN1eublLDBQ6t3fc3CKHoG2RK/7vXXm2iAUaEjyyneDClM9N0/MHJkAINngB7ZubfP2VWL73a
PggvzqYfMpqAj03kVKNbNB7yoCJGDilszU2vX2eX5uD45iYY9+ITMHkluNQVuhEuarX8CkRvilD7
cmrdqSRKmpTxYS54n0/LqrnKOlg9qfp+OWgJ9qy4zYiHtHPAxwflBe5vc78FjFtchc0+KM7LYAur
tpkR4dvmbIixl1HcfKnUKzDfBMvA+ovMVRCAV+vLwTybq6ukpgDmToLsjCnn6AWIWFqAW3qNjsbF
pTujgEJ91UHSclNhV0ggLklUK+OQ9T8+f8MVyuvPN4Txg+rN0hZZ89c1IYy7SOYN+/z6W2kNjkrD
XN/XhqspT0qyt0jt5y/0zlv91D16FCQvk/tm6HW8gI6cGIoMHaobw9rGA5PgdK1rhU7DVpAd2T81
5NHJuRpyFTHkeYTO8ev3TC8KcQ/nrj/rLU/UfxghG+5SsTZGc+K4fr00351dDIp2EvwZ+G4o+izz
8CZyCwUx0sV4kg5U4doKDfJtNdkhyA/D00Lb6pakdXpAbyexkCA+ixPPCBE/xVzLQ2alb7k198gd
+d1SBYpBHyMMYmzk2FUHW7sdnqxL0dz76ovwbXrCeg2uxjKL+OGSHwNt7W9rBajDVswc69KMbMqM
yAiTExCoYs0RmhdW2dmt+tWstm1wZtbOgISZeWIr6cumPp4FMMn0igB/i6uTLrXiTg5aQTxEMyoa
QNad4KL/pTv57Bn+NVgUILqsAtXpw+9dsZ0jl+1Tfx3PRoDOtnmHbU5ho7QYh5cEeGq4Ec2d0nid
uYuegrvkMmNf2liaRaab9ttwOu8abzRtvbQD5APHe0vYdOqvTjhL8fYqQLJ7uI6jbywjaYXctKt+
DXXK8T/9fG+So1EVjk8k40eR3Os6+GsGVocs6l1W08Ws90a+aUvSiG0k7PT9c7VY4Qn7zzf2q3T6
Z/O9OmShK08CRAnxQJFlX78YiwtLthno+D9DqsVj0wxt/BlSu5LtNt/KBM1n5JjkVS/1tzgB2G77
35NTFaCPFsFy1CAciqTYa0T/ZiugAS9iwRhLhxqESWP3QKJP5d7HwcoyzZB6gDlgCIOP1/vtlldJ
ipXgKB0MnP9kW7BsUuP2R/o9kJFWd9oBOXPgLnYe7IKvJyZ9+YRHk/5m7NV9oYzI7S+g+UPU2OqD
8VX8iaw6S1D72n8dMLmP7XayDdLxJ6o9jeQEX0FNCruEuQ7sU6ZPH8UybydiVW0DMl4M0ThIB3BY
i5jSTaY5Ii5TgXOq1XScia3mfFWAya0ZYgT0xUMz5TsTMcKC3eiKnWNKFwa3OtYeiieIl1N34lg5
OfLqEkmA0YuTz0vWlUuBq4IJNGyGAQHSTSHbKua46KS3rnEyC1w+5WefenWVgNuHOK0xsP6te6if
WGP682yijWULD8LPUHQqRExRMj9V7Prwxn77WVfpp9ZksWkkzLWm3CpYrPZuUG3FKwJI5Xp6Vn92
I8BlvvR8Qsr7FZZ8/MZLux2hc5q6qxPcSo1W6VFypR/ixLWL1q0webW/1azWnb7pZm934V1dPObG
bKvxSxQcpvsZDRXlqZIkO5O+DMB1fXqxtAJ9BWS8o8uTrUQ1NlcNHZbN55vx4+X/1+OujtvQL6Ue
UXrp4FMEUKGLeEaz96UH2o9ddarM+1FgQY8JJwsRKAR1yPeHTpsiLVSqpXTI200FIWUoR0dS6RUA
NbgIS6j3kVeGZydLn8qyvo8+ypuBV6sB62ez7LSCtyRsTxGus2kbVYmbIlquO6JqQ5zGjnj+SiMk
kb1WcGChJombN1SCbVFBtNhtuk0IPybZT+O5TDO83aqxp+gXunHTqwfgt/A8++FM6y7ncXtSBOfD
a/GvN1jjgM08koQmq1hWOEBRma5ZH1RDp/ipHXfzwrZK3M9XxnFJcjmuMKvRYLMYUBtWEVkqzWox
tERkobEHp2rXmBRLHfkHbgrpHkfcJvAMWGqiU6u7qcm8kRxQUtBn8dLaS/MHLbtM00uKbnLratH1
OF+astMLLvyyutxXw6VB1mQUX2vxKeouG7wU0sfFDzrfy+YuxcEtmS9KjExL1BLzmHq5TE1Fug39
i6g5nHjZo31AAwBVHNBA0iIHuKaLTJEWhfpIIGCVmFtktmp2btdSZja32UNt7Q0EzMtrdmuWnQfZ
3oi9OaUte6M1NnZHPrZtCHJHrvWztRzllzRtwsxNZAhd2yUII3i4EoRNTaE9J287b7clpiLoIm/G
2muM/fAon4s2Vy8T0qYI3N18/nqvXdx3G2D1eqsLQNDmqe0bXk8dN4srHckDelPPpiOcQVdJPLhE
ebjBOpwqMpzEZN4ExrmqUZDyEJKmpIZ/HdGnqbkSVvcoHwy/YsGt5U3HNCnbQkcf0GmEbVluefcM
HdydmqNmZqsprKRda9iW6YAS1a4yw5FiDAnd2nQ1dEtmD8v3rNu08iUl9gb7Z9mlY1ujWqDY1NOi
0U6Yvm/YqpffSF9r2cNw3NZ9RzW9WvtaWicIrceh0TJXSEFiH2pSN1ojwGsJAwgJS8wDLdpJ9sQQ
b+n2Sx6UdgskSN0WKg6sX4IKhh2x93imtyeKmUen1eoBVrFZ3QPFRpNLOpjxzsTkpr1a/A/k88E/
scWPb8nVSOtIrNQUMFEE26K/aUktp+lR0m9kY1+hiV6cWf4uqc+NyMWZsjklqy0dHWmrwVeRl5gp
FWJhrMlqcmhH66mL24Y+nonCdsgvmn6vhZ42bnz/LKq3UnwV1Fu9duAejlyLp0pnK2FdUvzV06yC
Myy5cyycQ+mQ5eetAUVhm3cb9VD8ALdXAR9oTsVky1c82pJvltlqS4LoUesZQc0DAMd8+lH1sJkD
W1e+itltPrlVc9Nlj8w6oQvWePvPD4TjxAfsj/wqVb1QGMAAvb+K60ZOx3xWk0OmlT3Bt5nbags/
GmfIJ98oUndOcQgo8+5bUFnhebKkX42mDG5jkA2h6K1tp9q/GmoIIRgu/zLlYrIlSfhZt/jnKNO0
VbLpJQy8fh6My0UsAReW+kSwdRRd8hIK+it45qBjY1qr4GVp1RtKJCWHOl9AFXq1KK9L8/bzuTou
npOOQ/RZSCHgbgHevp8rGCqKEAdGeKhM/WnEZWijRNjqSAXqK03iSxugyhcWpxrwNDqnHU11pT/1
rsfH0utTAB9dpPsWKbz3TzHWuBkF/hQe9JFWZtIErlnpOPR1jb5Xa7cwgU0h2zxsyNCzYicIF00s
H4xKuu+GaD6xepfd8GbxmnCrwI7RlbRADSHJsorkqhEtotD3g8PIIG4VpYdwbAxbbINfQ12fkjSV
V3tlGQ6lGapgdPRgWa4hkomZa+JsFbx7r1zociR5ktKGTtXK936KNGypRrtWVupNmWfPVUImpYiF
cN6I82PRc4uXvSHYql6id5dmLzRAg67TdlWPI1I2qooTcbBI2pDsQ11LT0S967778vBLFwJBNYBL
iqitls80FdC7QD7cyiOtj7mifIiorepZfrLHLOpSEwxpny+ehBW8eZwAMsELanpIZZVU2F8WD1NR
JVhayXu5NIOtAsEqxJw+NsbY0eAM9Zpy6vvKxx/4FWYFK4h+rnZkoTFMfufLRiAeRl26CjMRZpca
u4MZNeewTO6EKBFu5GzGiS4cjV0alvkmb5DbwR/yCj5hez6OFAuBl15MUTZBKZSc0tcuI3Dd9iSK
4Ref93RwAiIK0LX+KhS74SoSsEkosvgUKXJ92vEJdABYFgqbtNiNI0WyVu9iK9LE5tDHSNLHIbMf
IFpBcJEbG62GvhbFj7CIO09uiI38ACCNkSWg4ApitjrvxjNBGKhG0VnOk8a/iiNKcMGsexFNbhgK
1U0rG4tI8pR5bV+adiHUviuPZNcnDqNVoApUGrDoIlO2YDgWNPP7Y0AcRqu3stK6jcu6OBei4V4m
1Mx040pjITmFjotUGmGiN1MrVUZtuMpCAC34/CRnqZRsukGIz5Q0tklUCxe4U+zKCtf962P+yS75
8vsoWNFZVv/5nzkr73gun3Jg/heyW+TlYP7P9JbDc/6Py2fk/Yq39JbXP/Sb3yLJf6B0hDQM1AOu
Lghw/6K38BP8I6Ct4r2ICh148H+zW1TlDwCPKLWalIXhsCycmD/JLfxo8ZGFiALDBdFjsGl/g9vy
SoT762A3eFCyPVQmoZIQBcPyer+88JpFQ3BQNdswcOrK9THaWiaKuBrYa7eYGmsr09zxpbi/Fnpt
K1XRXo3b0hO54dOYfCAfDlqU97Y2htVFXWgPShbhvZRN3UYwm3QTWhU6Fb1S7/UUSEaq+qnbVD0I
qCQ2HUPwf6bygHsXZ7NT6uh/jqLxC5FCO2LZ70wr/2oEKVZ5oznaeicdeuwlBIPgvBJwceszfo/W
PJVBt88r1HODwZZalEXwa7lDk/B3pfZvLfO7IuPXmpf1bo3/R/bWu9+1/VksFKlm/Vf9L9wELL//
vAX+T/6jqOvnt+uf3//n6v8D+pSy6CKBN6ewsMRSv8ld0h/wtlCYWph3LH4W+l+rX/4Dby9YRQvr
kOx8qbn9a/WzZxAqXf4iAhET+fW/s/pfA8a3q59j1YCSixAiwYZ4hPOULby11Rpcme8X4vcIb7ov
6liM6P/OWKmIXWY3dVpwaxvmfW+kLYSdSrj3q/KiUkQcdVNhY7UTDctiH2dTf22oSBOp/Rg9jLXa
O9A46dXOlemx2XPsJPqXTKy/zUHa4yg03fglTRlDydLN2NHfm2W0n1MdJqKIAA19ALX+Rnb6rRrN
p3KgG5MXyvk0+veiHipe3k7h1q/qc8Q3Baca83u2T3c1D/FPH8tI5MRpWAWqK6ZD9rWa+n6DAIpx
hmxTu1XkdtpImWRsYixt7VYa2xdVEG95lOyyx0tnKIZ6Yw0jGBd1jCjfTPJ1MJuRl0kT2JFmBk9o
geGbBp10RSgQOBja87aWBG8KunwzowbitUMdbMpC+VGos+/SZIztRMu2nRn2d3Fa3ipBiZSg8FXt
fVRlm0j7JYx02scovPMTakyJMeysQk53aJijfYIM2dncm/lvFNv/39MnaJtwo2GILfXq/7y177rs
O9fbVNT/mP5x+RPu5dtd/tff8HuzaxpETkQ1qB6iwQKsln37e7PzE3RDKLCo+AxCulncPf4kcsr6
H9xlHA88Cxpw3Ef/3uzLjyjNIdtGug47V9P/zmbn73mTwnC3EVeiZ7BooLPtYaG/v+kkoler0jr0
l8TWgQSIeEERPsZK8j3rQizyCmn00upUcWkparw5YV5H5XYnI1y8go6yOP5HpE9xSB2tbGm4IbxH
kzs9i4mSz3o1usJ7HMSmrmzjLP0SaEh7NlkWnSd1eB/nFkBGUQN0lsfq74Tub636/9dCMWi4ny3W
y+f0R9Q/N++W6PJHfq9OQ+FWwSSdRiSCD0gU/TsQM7hvoEmSt6ElKyNYQoz95+o0/lgkjfB2wGGd
QIxc4t+rUxD/MPAx5wrDOvW3CK31X6zPZZ1Dv9UXAwnifNQ/3q/PaBqnSG9aEV7qraXfFgkcLLGt
gO6nqYJmYR2dS6dqn+8LKvgkUP2mH/wqXbi84GpP+NYIPcQKRBAYeYKrHqXiKZfbzZvP8Gdu8JZh
vKpG/zmMSh0DWSaOhtey5JsGt+SXOFgNoehi8mVTwtko/q6p7bHZdJOtRk9F8jVJd5hnN+lZNW8q
y4lKR8QrGdhqsK/uBemVGpZelYLrFw7KbuDw+SUGDqrouezMdDRHqrTuUFALQRiXX7jn2uaFdDXi
tllshv68nOy+pqFgI0pHLho/Jz+UZ6vYssGo1Yuy28xenLnTCzilAS08Nw48DH9sXXaj+dzACTg4
zALUi2FDB7Wkn9vvktk9BcdZnVOv3wSNDjoTkETx62DFvQXGDHVUifToRLeS58FGyGcTDlZwHsf9
baKlVADmYHSmWb/5/CN9tBQQH0brhcEpfq2GTXOkBvEXEl0M40Ys8zqYDug9najgKe+LwL+XgiEj
cEMBT2fprdLZvpGnsVL92aXJ1Ncu8FQ134bN5UCruOhfYFks2nx6/ZzlD016JWnXiOihj+KZLP8J
SIqz9C330h0SOeb4pba+EiVgSnNtyGeScR7V1xFO2cPs78fhaVLudayLjP4p6K7G5HufnzjeP3wd
IGI06ogjydOW132zsuspNEZotKIbmOhWXaOcihRR7IXBxTCJThEVThK3W01PHaMf3bGwaH1/iTX+
k5Us7gpz25XXmQgd5Dydn7XolxDu+0p1U2N06uZeDy7SutmUwz6pNhDujPjKUsGgaXZSj+6Q3Oj4
HyEKYnQn6sXvWxK/PxO6CSJnIYsQWMr79wqa2UeFWp9BDWlUN6vZi0jA3MT0iZU7XDBlpHs+X4Cr
suvvMUl50aXhkJaxon4/pqLNWZjL2uwGqnxpRc/YSPtXoQZFRCszW0DYzImSbofVGVCuUgm3SMe7
nz/Dssjf3NbL3oMRiVAN9p84Ha0PqkLxSwO9qtHtjFwlHr9QmnqTjfnLMLWnRJA/GssEiMNOX7b7
WsBNFYxOzBsOEBOTbHek0Woahmf6Rcj3Fnvv8zf7YN9xi3H1gS4EZrbWPZtKHIBlNJRduVUuirgC
7BOrE3ADkMpTWj8k0NzjpNmYsXliy39wsDAyqoBc31yy2upeGykdJ1Wr8YrU4exBbePt1OvBiTvm
g1G42BcfKGmJFNcLFkkaOVd5Rzdsg9ru8irY+LQlTqyPVdfodY2iVEzFRMP2FlPw5THe7Hd0fYtc
6cQZu/Z0g9NwAxY63CidhI5Bj/ptGl/nQqI5wkgdUWiHE4f0B3fDgjMBUUFdcKkxvx9+toa0VfV+
diOaEmYsPletNbri1I8Ywk0TVHIAgkZ9YtQPDgP6IcSwtEcZdR2ZWGmDfnMazG6Rjwm2ytLsNFa8
ESM4Vr3k6DEqc5+v1g9H5FSlgL7EzGtYJJpNSTDgL+bGBbK2qoSAnYFLFlwuXJRLAXv5ObaCEx/3
gw2pIV+pw9xlIVlrG4vSz4qm7cfJzaRrrZ4L6GETng9W8WsylRPL9cOxKG8s+57NuDYvQIMgFJKE
sfyy9IYpEjbFSH6gx3OJmq50Ygt+NBojiRAu6U1Q8ni/bPCqTYOUBeIm3X0/yYOtzkXkyFNPe0JS
T0zjsgVWZyiZFvOIbBTB9BJmv90i1EVGeTIkThp8Uh15FAZHS8NTgMbjV6KbuYjyc14jvX0kexjM
WGxbjOInvbrR0m99n3yfsKJWZcTNPl+NR2enpTMOAAEERqmTmqsaaVRZSjc0BtoxKtcfHu3DrsPo
2BkS8YEKqS3W0rxv6B40eniimbRC8nHgMLYOtY5SL+ESJ9v72Qwn1H+VQV4CjOhlrvP7hkTRGVVQ
0/gAOIlYwdelDBsOmdejhOjWc3NfReqpzXG0I3kOck0wpHTOiUxXX9UfAz1vBpyOhrn9IbM7NqWo
bnEt2CLCSLNKoGr1+ax/+OqL9OCyGUke1i3ruDLnbOw70VWSzgcp47tDZd3oVYv1rQWNDU3cm6gr
BtvSgDN2lvor761Nu+hfnngSZb2kuVeW8sNrmXAxDX3/EUQB6VIkeEnNkrnbRBnqAwHm8mJcCQ+V
qV1PwZiCwlao84kpSiIDdH7RPNOs8EpQ+/BE0Hl0CZBwkiQiboOICefx6hIANN/hzRTP7mThSZKE
YHus2KkWDMFQ6/Ykh2dZGf76fA5eKe/vtjUCcGiXYA1AcoDlymohyoE+ymlkTq4oocad/epJEILg
sSh/smdsa6Dm73s++gvhptE9a37I9Cs1uRKbb2n/0HV7WfgWWlcRnSe1tG+ia+0sHXbBYLnIRxj5
Fv5xov1EHXtkC5t7Iz340NakTSnvi+Ahnp768Fdm3gzJ5dicgF9Lr+ff+t2Wg4RSM2a3zOv77zsL
uhSPJTMa1ztVPBPIPg3tx2R+yYYAA6WnKjcc2Df+dFek59BvuunOTM6H0stCUhjtqh4eJBoPQXWD
yxGkr0e927YGvoO7nLS22OL8OVleVW01MB9A3F3QYIj1l+isgIv8Aja3bvewfbTB8+N9qlywsvPu
Rgh+yOllL58r5XOxcAa9pzHZKeLG0N0OWQLJHUNXeRyfUpiE7dc+PKTpldzutO7CIofS7OK7Fj6O
0SOsSF34FYSHWd0r+LZHiF/YGaRndG9vJwDXYB6HXS62ENe+tPW5vPhU3hfWDh/YKr8bXrD8zSAT
+xusLpLU8ekh3qM4mqNQOl8Rjqch7+E18wZ9b8PySLM1BQ7Qjak5Te7leWBLw73hH2DvmMaF0W8J
X3AOW0LROoLCc47yiSnu+qem2sDpTiCAtG5QuP2LdKH5gDOvRdnLgGLiNarZmXAWW1fx9KJLi0Kq
F7X7uf+ehd/HfDMZdl5eivMOGJuRlXYBwBzbBNtUnkX9stqjVi7Tduo3/nhetTsJ63B1P0YOHkWf
b5jjA5PsCb4cPtBoi5Hyvl9TJrdTlhsETSHShiBl4nNCwngTCNnXPsY+B4CqciJqOrp52aI68S9m
f/D00HV7PyTIFPo04xLj8y9O1veqbaYQXD5/MWT3+HvW24XIDBkv6rnkEqujoIpGrZqQp3SH/jot
yVuALN+g6g1rYX5pdL7kt7K+m7rbUf2hqD+bKrb7ZmdCHZHFfdi4ElzwcCEAgIbvzI1Q7tpoo1nb
QdoacuhIjaubjxBjPBBZff8Y3iiJ7d8K55jpIg5fbGD3VzYcno4w8Ly9CM6My0y2Q90Lz9tLbLqg
m8NkmFFl32qX9VV1kA2U6x19cvKIzrld3FBSKCynkrbBVZ9elN0uUzwrs/cKtdjcTl/69g65sNwC
kfhr9gJxk1cuAFihcNn0JVn8VGX2EKW4pHwtoTsXO80/bzRH6l1zuoqavdB4VvAIAKpEtRd/DMUd
+wMVAdOw22TTjtsOwYnhUondOWeLoEDmqeZZ0zxpztTe+PPXIr3P1NFW2WW99M1EiaXNhrMWS74e
qxxdeFbNnVpeYwYEBy136+pLn50V3c5QbpLpx+df/CjWImekdE+NgyNy+ef7ddUWbWpUlcr31uMK
ZG//otUwmQVNPZ/96RRI8aPRpKVcblrgMakHvB9N1nO1b9RhQhFDcWKVKt5QAQQ2Gl9yc/Mka/mD
xcyZv4DJ6D6AylnFxnXSCIoSTJM7myYqcRk6PNgJ1l4yJ5dqx8rTE2P0TJgpfiMdrFrVTlw/H+xa
wmRiWWACzO9rWeRNShkbuMx1Ce+LKSbXeRrR55Ot5sSu/WBWMbqjPQNLYZnU1RUnp1avoDRMcmNo
Xjovdqo9cgytBMXGMOdTom7HMcoyFnUc8A0aNYdVxBRXhZV1fTW5daFX/5e681qOW9my7RehAy5h
XqtQvopVFJ2kF4RswvuE+/oe0Om+sUmeK97zeF8UeytCBAEk0qw155j7BNWxToWLg8iqQ04eFoIV
1os+Mje8vUn6wfaS18R2jUIm//V66HhVONdi7PvAKoYvFS3Mte5dzPl73cYfUcTengm4FJdBCrdI
BP+l3fjnKSfpx0I6sBSDwfDRss+bKvWslVP7T1ZEjTs89jH4Miuetn//Ft8uK0vBHjWJRdl+EYH8
2TT/Y7QYGpmxYxW2QRIyCda5QtFmpEA2Cjw1LpSr+UPI+ruiBxJEF3IFBxF2wJzK33wiVqQbyutd
at6iAs6iNRcdYpo7TOtJaZCkihY0i2nuUEIeRn3+CL/+/q0KWHWQUpCv0hr5w0/6xy3HmSZLOsCI
l7CAu8kkkCqzo2kmygDd7H/6+wP+d1dDjoBdBY4Ah9g3Ywj8qxNlGu4DUjYVKTMYBGtsp4nu4hPs
nI+IYe/eJz+Qb4Tw8oVgArng9ZCtHOSKbC+LQPfGZl2bNZ9jKMqgJsBj3VTqd5qXcfD3W/xTsPnn
Ao7Ygg0JpQC25piN3yreY9FqRqnCHBHpDQ6Yn/obPTx7zZNbW1eFnFOv2McNixJu64Ghq6qDnp/5
n167zcPXNN3O2h4OwKx/jfonyPhbrYR7AdyiOqvywp/TktTncxDtSRxS8PRI6rkpg9gbQjJW/ACh
sQS32yxd/qlGjJQRnufy6e83+u5dcp+L/oTtEPUyUiJfP1yvL20xeWkRTFXzAEYemURFGiqZOeiV
nMr6YI59NydQWWHQLM0NZC0IXl5fbhwqcqOjPA5YpoNJ5bg/CCTW8srcZFn2e7ZgFLV6fOsL+/b3
G/23VyY2gL0YrhaKWK+vPBuxY3RlHQcTydwgOMhVHoRY132k7VDzEsQyrz19Y87+Bxd+/4S5Zcp0
1LFZslGqvb6wMuO0teokpneo7yZdKqrZLkegCVtMlX9U5H3XIiBQfnmuhr1URKiEvvlaMrFEyHQz
aISspX2EbbNxnD1QqYMYnOmubMdt4ffFHe0rlKpkbKOu/agS8qdg/frroSxDl5IaML8LLZLX9wyZ
X4xYacfAMiAyZYeaDFnZPxk9e0QTqLsdb/ThKd/rhnzsNXqa9D1RzUXtrsgODPi5VNtQT0+dtpmw
wpRnzQeOsAjaibnmAykeIvpFXocB/+bXB47bnA7zdKsMQF1lHXTJNqy/0RIxW6b95U8+QoMAqoay
QyUPc/Y8xNvO79mpgoiouNg55EdHHTvE/7hrwytB50wxnL7uEkfz5mn0iYGwNxQ9xeG72EDw7Imc
QAeOB6uuMtZDoQMmKUkxleK+7Np6ZYroP6THIyphrae5T3lzCWp9m49EtEDc1TMbdKMnoXSO9c3o
aauqf3ZHV67jZtrMUtv+/ZN7P/JZhIUHdArj/gLIfz0KSIask66pVTB3cMqUKilJx1jIbYoVtr76
+8X+BbJ6NehQrrA8LMIFLssC9fpyQwESeNCGLtDvrR/lJ+YW/VngvZs2qbwP3YDQH/5X+1EsGYBA
hoJSnXtKMe0KLg3+wZY8s6f5JAnzDgz0w+G1Fj/5U40vyr9m0CHrnWdsNROwZjOuOuvbqO5chpC2
NgWFz0MVrdB1ZnhXzE/l9GVEnhVNxIJRuGbgrXN9zXGFPytj5RDNWq8SkjpBgOSwCQK/pkxCTWBD
vp1Lei5QA4ILuqD1g9Taa/D+KDBEW7AetdiROGfVq2UvHK5Tkg1u1nW+dQO93xX80RejW6ELiNL1
pO2NYm8nO2BftvxZeNtxcaMF8x2xYF6/pitBqcl8cGRQOvtmibq7q8S2abZNsu4alvQDLp/O2BU6
NA+SxdbY0Gt/18odf2mTWQ0HGRBCd0iLLdY1Z9gmX9vkasmj8QWBKmCS6GzejZ+H3/nJ+WrutHPx
q6b6kYqNFFfprYbpXFodZtNtaj2F048Gc1f6I87vEexxODduldxI46j7pK0Hjr72f0aX+YMZ+t3S
sAwcmEioq9ix0ht7PXC0zJjsPJwZOC20FALYvDVOAACuZLYTGBYdScWw17FLmpxOj/XwwcBdNvrv
xi09BwbvUsN+WzqNRTl6pjIwhOrFpmwS8lE5R079TmsTj7cl6LD0qQ69Bt/ogJz3gzLMu8+U28c8
g62VYDKPEvrr2ze44cRpJENNa4+kFHYBCJmHbK6pVRTjBxd7e+oBFWNSfhGsTQSPMC++vpgXR25H
emEXJHYj9+0UXqibb6tJoDmZsm+yYzAkU/1R1tIbuwz39ee6yMIXCB9IyzeTQ57GdUMqeRfkiQh3
Rm8uqgrTXBVZYu+YtfNTLKCWEZK0ZEuPV0BdYqP1sbGmczkHOds0iDvRaR6ozhTK/JXPhXdk32bC
SBB9tO1i2Dth3AGKCIvhg+3o+6fGFoLBuWzubeDcywj+x/5+pgfYExVUI4mtT41Qexpj63hgz6jI
CUBuU0KJ+ODQvbyJ18OSa2L1pD3FwkHCxOtrOnnlwR0hKXRS9QztfNw5jjr2tXmivYIbfMo/EkG9
H4goG6gw+wggQY6+TRnpww6gbI9QiRZLd8y07xmJfN5AnuUw1Y9//+reP9GlQ7NYx5b8G2SVr+8u
Lsu+deOmDMj7sjFsUyNzR/oV0F4SVwWF9P0j2+Ji+/fLvn+ojD1CVBZdD57qt5UbP+58ZygIkuSF
1qvWaDeIYPRdFppgvAz9c0rQxEcL4zJ9vX6RDJilEkmDmoag96auUYjWEHWUloEx9thEO2p/Q0+l
ERV1eChMLaY8lg3HtMoBnCqz3hbesODp0v94ml3seuz9Oabir3x7jlNVajlpbeWBjnt57IS5yv0M
4gNWo7AeCAFkCI8LsVTM939/6u8H1usrv6mXkUGo3M5bruwG7uiFm96P/bXTCncDNvTv13q/mLy+
1pvPpqIq7DKd5UFbw1XyOOpHCuIFUV1Wdzd3Z9tM6i1Jcx8lWiz7+tdvmesyrTIV0O5Fh/l6QOcx
EQ6VAscgJTFsaiKTKNEK+cH57d89Sbb1HDFYKNAqvpmI5EyAsBaZRSBywl5j3QkmC4RyI2OM8Lhg
/v4s3x9mFkX0oofklLpok98sTcnUCn8ugcwnY/YjdtLfpdaup94IL7jxLmVYb0r21FHmugf6gZJe
xUer859YpTfPlV9BMAFapHaiN3z9XGVDC5HFsQjK/msVLUXuwo3opidwY8kko7Pdx6cSXjIkLOMb
aSIgOyjPZxHM+LQzhjNYCg+GvNMABhDwqxL2nF6UV+tIW3is0A/+/tDez2w8M+AUDDSOXjy217+w
skRiGYhVAwiX16onbVTapPE1oD2caUulCvhX3HyUIf5uYJApalMNQiJLIRy31OurelqYow2BuNE5
cb8tq+SrNoxrnC0vVp56HyyH//ZiFhv9hSHPsWb5Fv6xHJahZ3d9G6WBHzeS1Tul05AaXxSohZZu
6t+f5/uLoVokK4nDGwPwnQAYNZE+NBFtiFE235uawLHK83cqB9Vp1M4HL+/fXWzRgbEXxRJE8+j1
nYWtijot86KA0uUe4+ZOhHa/MtmfrsbY+f33O3u3GGEvwj607Mf+kL7ffF2TNiI1M2j41JT0t27i
5OztvW9FH62M3MV8Hw0fpQEbH13zzWKk5bRQ+phqiBeiSOiddFdWTkfurtI/q9bYULmguVwTT204
kHCiZi9JnzumbN3XRfYyzxzOgJLYJzf0MN2TRvb3Z/Lu6+GZ0MKnTkMbx9HfysfGSYXMfzZoj8rT
ApVZ2dXsvtdluHNKqIp+Gt08iD0fnAHeTd5IbjBzY4EwGWVk2Lx+7fnoNJY0s4RqoxYeMm3+bvgf
lv7f0CVwQxok2qCfX9KPGMhvNU6ekrM0zTAOUszJWz0ukdtGVKb1fLhv+avvRefc+6S77SdtSgLl
Gz/bVH2e7PkURYB9tWEm9ieKvjHxVodBH8tVZVgPbWMlH3wGrxfRf/2mENnZJFCuY5i/mU1UaTdD
CGGSqqQDWxGIdx0W7HVlciDRb+VbX6JYnrGN2B+8/jdIAa5sUj2nmE77x/LeV9KjQtqKThDfRNzt
k9GRK0wH+6bOsi0WIHOno1VuBTrf0JDxZiKoM55OeXkgDKn5Kof5+e/D8U1j4c/v8wcosCzrfwyt
r0fGmBBIpWO/C2JbOIFVgzL1Ak26WM9aqu2yhHjY+Z/Rw+irPKW+/Pfrv/5c/+fyFI1ImMMWhBX3
9eXjUOl9n3D5vkVrME3joza2SPz1W9360artP0zyfv0B/u8VOaUt1Hfctm8+hWpUzkRLIcFvYcp1
VfjjNbbWc+nlgYgmC0IB6KXQFf8acf+R2ef/zZP6/5slyOWd/d/ta+voV63ib/80BC3/4H+sqd5/
cSKDc8VJEIkGc9T/utUwZlNp44jGLPkvB+r/8QMJ479QMCMBXPpRqAH/acz2/kvQwkWdy9qNIYAW
639gzOYDeD1PsMNZzEDYsgU1TQbMW3MOebSe5jj4RjnJeQ9lkVxbWsR7UJpYw7T2UE8+2u1ET1aw
kqn+KhcUBvkA2tS8NIVek7EAqjbT/AT20nfdTu/jOgYdnK/Tiky6HmcmEmX7MpeiuAPHcXLzpCAm
AsWMU7h3ror0lWjLw9ySEdtbIEPb8YQdYV9FhljN/iYRCWDi8tLI8rJs95KovPgi/+rk+o9yCPd2
1/xuNf9CSeSoVy5Jq/2W8L0oe478X+V46v3nbtaRThzlcCyS+Gx4T5yh7toEdHYNSUonuCckIgTu
Um2JH371nd8ODsNFdxY4pDFv8ji//ZFAmyl6aEzj9XPWF4cpRRCtwP7LU0tgq2tT35wf5uxixg0C
DHzoQvuRpFREnfkw+POd52M8r/O95j8OOdoUU1yT5stciHWV6asKLtXMAVJGRzmWF0KZGifeuc53
yMuTepZ5teNZDgrZUnwZLTRYx1qnnOjh4m3FL01qj10NZHLSwgCs22MjvzFR0/JaS3RuJdwMM9kb
9bidDDMonPA2RPNGRGbgNfolsqv9rEubA6UtLmxDd3M6/kiacZf3ULP6UQTTOJxdfbhGE+WSKSLP
Kv6+hCal30rOpbDHiZJYKD5UGWnTxrK6nwpj79OcsLQrgvxqLYe8O7A9TO7ZkQQRsNzUOlr9rSGj
w49XStAEHG5Zd0wIZi36fjthXlhlkR8dIlWe+9Qw16km1yJsPsksXrvGjSb/hlibIGuam3T6h8ZL
1aoW0661CvhiCf+nTTl8HVmuXGe6l6V3snoCElz4s4U3b3Wau+tRt7fYIT61gqc7p+lna5w6StLl
2p6N34b+yzY6NzDL/jIlz3qb72SfgbnM103/UkESOnRVuk5EGuhJim50Mp9ayIegQ1YDqMUcudg0
H/yOfmBXnGK7BnLblldnuliO+g1x5a71s6BoROB1RAChOBLpl7xqgp6wntajsKZgmhYnMD1NPQQ1
5Dslvk0qe2qkv5dJiD+AuV3vb21SoUbzzm2HBs4yNk6L6Cz6GRnz1jayl85UDyHRiyZJ7D2QFM1q
7rok39ixuG/dak104iGztf1gDZep1H/4mfgSTQbj4DPZAi2RG4TLrfy8Odjlc1c2J3QsHB+PsuRr
9sxTb476amRVy3X7Njk9PNLwPuzz35Hk3FZ3U7y2B8NgfNPRMMWdmvvum2s2P/ymPEZ/3ka3LSK9
gctQrtij5isnqo8eQMJIC198j89DE9bv1td/oWPugQgjxs0MJogw3kRzcjK1bKMaiasuJw4BSN7o
3Y9Kq7e5mIlWT/Viawzjg5vIL77AFiPr1L1qE/BAbfYOER5y4qvQ6UyeJrdjlF1HF02A0TdPEx9S
MzIr6Nleh9VbFF/mahML8TlNb+kQ7+sQPmNtPcTdD6K+Z6RUc+BABRqr6Lvh1XcRzSpzIH04UmTA
pBlkl1ij4qmH9nzNlBg/MYkOgeFOZ6Pgm24iD5VbSX0HSpuJOOqBcPJzTOXiwJxOxY289gKsp232
t1q6n0MDFxrN6IcU1p47xzE0yRYmZUa0kR62D9OCpXYm8z5vi+uyLzuwDVdbR1bzPoQMtCkNzdnO
Ed+kqwY662n8NTXbU+n5G1WGVxrdsGTTs1fa06PI9Zcmm25pkpwSV9wZQC1D+6Q0tIhVH//qSHSa
BzIGY9/51YQmjjpIHEGLS3nvT5Auh8xLjo2dj0Raj7deCe2LRTcRFmPk0XURplq1E1GFfUOxx6md
wJ34jGwtPIfD3CDxBTebo0VfVXYG5zas92E3wUWopqJjr2vHlzgPYQ76auPFlrPSLa2HAFlSbqis
J7cCtwgP2jl4lBMfNArCAR0pMiMg5aI2Cz93qmi3jgNkoelIoxZTVN0zMJJN28n47ObxeJJUOwLZ
2uV+aQIj7oQEReRgvcKFOgf15ISsg0mKAnC+uA3S3LnhpWl8diraSUtbM5/9EPqgVkZCaoqK9fRB
cqjbNKqB6BBV5cGYq2xllj+rTj4Ymra3gI5uJ/NTG5fWObQ7GZjINzYNU9WtcWM+l953irvGsjvq
FF3/PdL8bjVn9mQcJteSSP18lC3CLO7cgSSaYe7ra2uhN5+cR02M1WFMXCbGSTXrUf62lgVPml/t
QteDyDMDf7ByypxIC8GB85DJz7ZrkolHYmc73Gwbh3CMIJpSAKIRhsPEa6FARy84QwA0WWc5Vupg
T+5DnE5ojd0k/dHphJ9X2pAcwxSIb5kLb10jlEaXnePb5TjNk8mM3VCXDmLbmI2AY37PkwR1pjQY
sA4gPa1sb8LW+o0oMhiOldZtsPN1RM0tP81S+ipkGbsWhfnNMrJxJypTUjiK9nntPQ6WeYUGMsAm
F/VZ6WwN3OclLHBHsJW1bpKRg1s5fTeTCueyHOOTJ4ZwrbfetMe9aO+VoQiaqi/TuNNn9knzb9nF
RuBrDTkSTvMyF8VPzGj3qSB/NvJypgAk1zAunixUnOjlLlFukIzsbi2r2HdCPZpNHhgw5utw/jG6
6deyZoOmVbuGxx7H2U5Y3s4B6xmP29A+j6MTGHTh/VIc41bs/LRZR3G6SowhKPMQVubSgIM/XzaK
QrnHClVfSpEe/TG/SuzY2XCtW7EvCu2upAIUWg6NG4RPIVu11jY2WsqnYRvVHc+ercODZif+scoK
90sZtv1p7mcJvTNi/Ed6b1wzcmHoyQ5kXOWu3q7TvKFZOut2eCCX3dul0hy3TYFXtYtKDUj6YBdA
AutZz4N58LONPbdVvbLaXuylCz9ai8sYT3Jj+Me6shBywzr6nmpsGQkxKE9946TrCFsxlZA5uncM
lyUxMonJaftcC7Q51HeOJKHJXNSufd+JjdWaoEVnFqTCr+dTH9naJyPyk50aZrFXUWqc+6ZMvk7x
XH8ihQc9sDazPWrjOXywC8glCL7xinl6Ytnroh77qzDdFMQlKYZJNtYvjT1SmR8o2K8QsvU0kgvq
Xno1PSbzZFwaX6hja3fid26g2Cm7obv3de2boLdBC5q2/53XIXIZZclGJkf+cZfkEfoMoL2Puhr0
g8Wtr/pId+8JLHeDpJfikBlutR/9mqqu1jcgn+m061ZkBc4wivVgDPmxiU1WDTRY05b5w7L2VmXt
R0J1SGOIP5ttO9pbo0NybGRmvJ57QlNbVyU33xnpk/t5aynmaADvSeWFT06v/IOtFTMvFXWCbEL2
JxOsZULYtFOB4nQx0VkvVpKHn3PawUfLGgaiTXKa3nE1ud/mnq2wVhtymZxatRvcXF3GQks+N37m
HUZDIPcwyTJma5lV/c8ZLt9+7DV7rUXdV+F0xJGYlha4mrIvZul9in2xE2OJe0bGQeN427oBmatr
x5osnbWIxxwMRgTMT2qXsCjvvGZ8tsmtG6bhDraazVDqx/HEhr0N6r6Y18mkzSuVhl8tzBEZjeCV
lRbnWDfOfsQKOHnZQVflozfkT1aGu5+AgcqGLGuXj6yrR6v1NnrRd8HYkDkiZPJFUwb6Bc3YjrFb
bWq9nDdD0t5Mlcl1rQpsIYKQOObLVZKEl8wsL5URHfz2G2MQ7kA6VBvfkc9lOq4q1BW0SUx2fjrZ
a2UUHRMv9aHb9vmqAzC5zqX9Mg867q3e5OG7zTo1ve/+6MAMF3hlnSkm+GKyq0fTrHW69bP9OMN6
W+NU8lfOwKHPTgxzWyZGE1RJ8wTD0/+UpikJzsB61rR5j7nrByp25TYMs/JaNwAXqpSB70nyYoiu
rzZjpR2la29NGHOT8bWMxdqqurXom12oE/jQjRs3h4sNiHqwtU0luzNCNKyKbCh9E26sNu5GPFee
IX4XU7ypER51mndM0X3oTXKpjZfKqOufBEn/VC3JUx5bbYI4dJjROAngMJKDx1cWE2Hk8AA4DAzp
CQVXj2a+RJXgkucGOJAVpNLyU7GkcRjmHTw/dSx0dauiwVjFwKd2mU9/PW6jXaU1gWjtMGgTh+jA
sGjHTYa2gBNL4xZbVgv3kvYiRd4h472ILetFb5gi2shxUEWkGJjsXBd3WVc4m7zN6mtk0SI3jAz/
QCjJkCO1A08L2KKtKfH7l3pmwyFDTaHFWUGcq+ZvMGhEt4y657qLLDoFmZp2jk4wXhdWsUaA5+i/
1J6cb07vIKJ0puzBFcrc66LvtooAebpOmS9eaBdnl6ivk0tWaP5DkWmAMMsM/0MLbI5zzYBGTI/z
F+SHzaPMIGKObtZ979lvHLuZbA9wUQaZILXRPfm9q64qLZKjFnnZV0emY7bu077f2UXTk/3r5/6d
j5TgMy3M8CFtEvnJUDELU9+G7HcpsOaPypqsr7Nj06NAeIGbYzTrMLD8atyrBNGOSRfpUTS1ufWK
dLxLRaWfkChyFnMZqI6bw2U3ay0o40a7FLacDnnj1ndhGiMPsp2KqT/JLFAUSGOdM4vAfJptm+Ob
J5ripUtZNw0xTeteb+wHvNp4nHy3gb0fTS1qJtGZW3sezWdKCOMB04298fK03GgiOcydFh9GGTcd
DqPG/DQiqE450CpB62tKeTQ9CzXagLWJmuMZ/YSNs6mQN9/EgKbs3jdWrbRTDCnlrBha2JJ3s6gJ
iwxNY0srliOiS4T8KfUla4Sf4uoY+5CYOICZdWttEljHEaM29seDAdDTWkKSdJpq6UhZwu6cx1xr
kDstfKKe3UIoQqRU9oOeR5xj0pBMP040xoh/jC1ntLKK2fjp5z3hnRAoKQDF635M8l+YBDvMLckh
DvN+U3BS3yh0KDLUvE3qp5/L0Mx2phttB6KlEos53E3j+0TgZ428gW1Y+qUoAXNrk/m5yXOUUyTj
KE2Xj57dZFDhQxLsCjQiuWsOlDLn/pSR7JZHv2eqJRjGV73SX1QUHnyVbQYbkrzZ9v2qMeejp4dh
0GXWcSSXZBUPM/8uG86gvhBPuWiFOYVZFTFfExUdr78n2cHhL4d+74TKD6b+3pmfEjFDLqDsQEXJ
s1MEb9GjHndUCSzw1exYD7qLL6dpjJUaDCxunVFdzOpXZ17nkp2XIOE2S6i+MxuskdAL8nD0kj4A
JQ0Xm6LjBb5/iuutZdYZ31DcrVpd/kqMAkqM+6sa4+ypyLVLO4JKc+uWbVYe2nvDbNl1m5yvUgDy
nKwOPMqfGgLllaVCbSPbbpvK8Ru6lBuTHHN+B6jNqn5OfbHRq8+hNsPGpm6ShD1gk5KTAcViDmlJ
7zEhpGLnzDq/vqGYLjXtuZPthqAADqZ+dUIkqE566hjbOiL0NSSZrvHkGMwpaQdpTr1QEIegN4Bt
vLOVbWWSfKkd4yrT6ocW+UMQK9ZQqYHnzrTQC/KixOQbU5BpsoIU2zJX2yiimlIDlCBpOK/3NZ/Q
OjfL9l5iSl3VrcfUArHFaB/TcjyHymOXmZbPjayXttM39L39uiNzamfoKay5va/cB9VRajfT+WI0
SPvAyUeJf5GhDugj79J9ndRUy8NWbFqrou7iT9/DTD8rP3TumLOHjSzakx334Pub0t8UPggZir7r
TERnnYLQxpF28k0SscMGqS5f5nL8bQyd2M7LQVRvMnx5nnmXdvbRlz4WrgT4SKyfbemcVashWNcN
46oKx7+MgzVe07Zxd0NJQgGJSmUVblSsTFYl8Vt3Fv+Y61/QyKDOdTEMVeWzNczuxs4o5Q4wIXgM
2UAiWkJOdgQ6tstGcdYoPT3gf+jXskag0rXdXZPOOyeW93nBFt/qzeeJs/emnv07y5Q8ryKfdUoz
LZk5drHNezIJSvmUlla28wvlnByTPJGuiA7tXMIVYZQ20Xgzslw85tQZY8+CO5xD8rOzyN2VZe2S
UDglu6RwsxX7eu9ei1JQSPJmzvaR3+SZNfGitYieXe+bnxUUuCaTqTBhbQxlfBBAck1jiUqrCn0j
tPJWhz51RuGjCk7jnRmCx3GKrt5Mtnfy2QHVxTh9ZbEy2OvHeKZH76xS3BY0j4EP61NzQ6RGDENT
XIyuPaF5srDN2VbgDcl96mvusQ3lL6OP0k3vzD8cEZsrx5Dew5jNfPZpeU8djUmyGdVWZk15j0aH
vOGsJFysNHpvC3/FPFaiEucp8+W11Mx43xp+vI0HRW1mKjDAwotm4bplDqlEceU8WyrdDZPXBWhh
qhsLD7m2ur83ZpzgHbESNG4pgIrkajj5gyfQmPXWz76a/6xKvJFwqgOGaLrO2NoERVI/CRdfr7SZ
USdU38BYcyDbnaqfLedrjIztKkfdukbqIMMS/dh9H2WbTP+mUY978EqxHHi8+mg0RDhxErMfJnNK
d143949F2CJM9kZ1TQpL2xgAJpuQSDcRqWkTJ94X5dVsFOPmuaYuRqGdiVcVxbCyhoWz7Vfrqp4i
7nSszok+IkpA/7dSZpSeoooUZv3am2I8JlpZr5qUQxfOWtR8VEzrje6UNnGRfBCJY/lseaeMjQrV
WWxCqR8edEO7DBJ/Iz2LinwWM35iE0xiSGPu60ZLNkJ0m2TmgEz99QWNZ3uJ2kisbCxsxFkoMszb
ftcw56ZYUFah7dVrk9O/le+bjiIJOR2y/Qx7pliJuhSnogQQFsbK3he2H1FBYNuFIr29sFyKlddP
rINJ9TvSakBN8JZiD4VvSkt265iq5eQXaeKop/QmQhTx27bLf5ikZqR1caZkZx1SlX5uJqmfeuU0
xzQdDnkuq32i5+5KhXOfrvIqo7U6z6sBNcAvT8+63WCqc7Y8di3nK7HaGuNY1m0M0lN70+JZNt99
cgro6oRjuMbkdYbJTeZm6B5p1DTb3CMvwGpMecyN9ofK3PYxCZ1fUYGuVtrHhbc9RIW27RUIjlTC
IleJYpEsOh37eJq332tPfEsrmGspFsHHyhseGQY3lTugZCz5i92Pea787mgNjjiNQjvJPsnXuqQU
7E9DvCksKAT9GG70LNUDI7FXkdKGg6ysYm3OHCjL3LqkyXjj1HB1pHzR1EQJws4Br8lkVyfmMZfk
sDU1e4EsR1KdDEc7dwYCwgl/AKCYo/bmaDsm9IczQdpIckzbwV9ZySVSRzffu+ljkV66qrlybA1w
LGzDyXVY+51s69Yd82K+LlwNFV5DmnfOaZga4tarmoutR9feNu6VRn0zarDmNjP2J+FfAZyMq3kY
x62f/dKIy8oZ+CWU+XU5giwo4xYnfncbu+RBdLk8CDVcjaY+NkM5rW1zulOomqta/xk6MTN9HIsd
XXdJRtRQXl0FLiB1lggyQax3Bqgoc7/qjf6brfbe1RDIT5raapP34NfJmWPVtQvVz8KOrbPX2v4q
LkmGMqUYrpMmT83Eia5y55dO0ikny5GF+y7XsntfdoCZmbZm/6hZ077ogLrPfrtzRv84+Mjvefzx
2iBEHTjsfe/p14o1b9Cf6sV4XETrJB92eQoLWmRykzftA691xUYJWWPPJqkN/du0NB0rLM49Yd8y
b9KrXc4nNZmBy9uUkgJZMbNquGH004zkxSg4BSP1oyAMN1cK/wVbe7EYQ+9cACOevDlLkd7QXpSI
nY0+Jde+BM7gWXz8ipjUa4yCZzVYZQjQxhUHaiyf/RpXd8+9jKN/KBRdKbmrZyS20ajtcuF/sfiR
ijE9YOnVOvWzj1ifaz1osMM6d76fb6UTbREUXeqwxr+AG4FTY4W/MjMALBjjOne+D1H4VbK2OdV/
U3ceTZYi6Zr+K9dmPVxDi+3hqNBabrAQGQ6OBkc4v34eqtvmZka1ZVrNbpZtVh0kHHD375UTtscd
2qp73V34lXHhzsMp1DAuK+M4jMFVliVnSLlatmIpOQJmOCRMa9eBvd35NR++W9MZnLYkIvT+witg
LpTVV/K+7Wfvrgm0jA1HWPcOAQZIETyRjBsArPqMYfnUrcKcUS0pYzEw32nXm7YOb7Fk/gCxdnva
cZWxsRaDLlZDHFsr/BFVLI0W9C15iUuxLWpqbuSopw1ZYLGfk6tkkweGdDaMq3UIagbcSm0pSboa
rvIM5b5l6ohzYNEz+xg3+dCdGoW46WQKvu5epUaRn3ZpeTByciTcSJ3ZdpieRq4x0TgpnvImvdJd
fmKJriD/Yg52wHnBRgAsxbIvRp7PfFaCKT7Iuv3Cjk47DTKojVy4gDFFd0SFz9usVoBeVeEeDMdt
zrCrHKVbIF9cbksE7yGTys3Yu/ImVSlMWmRwT03GYcqOjPMm7QmRUFdLS1oAMcZGthyU/lBJe2V6
t1Wd0DQ8xl5ZMMd1cMJFTT2AjROkug07nCSK0sT8s1fpnmP9UYU5KwtL10kmJVEF4wHp0z4DfmtF
C89NCIp0OGV0BFIQm+OdS2skifJM0ceeuvd+3l85LOcibS8z29jOignMmZr1V3NfIqciHLPPKf8a
cvvRUL6IHV8wy0xTkgTxMnB3WBH3mX+fCvp0uke30BQ35ZepK6iTOJHjtpjPPUpTXfERMYYPGkMg
pwFDUzHZ4Tgrvuxm3W1n7iraeXn27Kt576iP1N2bTvNcyO4t0ca1Oa0yA2crRiKqUxChvCSv5LzI
7ZgIsCot4oZxU7IMt2ov/Z5mIbY6QJnCfynLguUCtzAH+pgz4ClBYiSUmcW29bLkvmnrAR4fJC93
rYCcj8I8WUJG7U3S+OatLAJx14m+va4Q8VFWR2lO3xlk0rsRRbhOl72bUeLS3MMbbQysQ3HXT9YO
rr5em1xdTHWc48MzcgvXKlVy7SOd6oumGfrTBJP4QY1es6vLyn2sMpvhbe5Z6qUNvojTn/72tLly
ZWW9eCTSx16jFUBuIb4IRBMnZs4SLV2zfhosNeJqMdN518mwuZ2LhKZqsuAKYYWbPJMl35ob6tM5
kCV/vr/OOQ7czxzqY1EVGAl7iD3vuaWAKSjrO9kZD4HCmQ+0+pLohhBtExasYBGt7eGmJ5aDzeoR
5rw+1NqtN8lUJZuSMaGiMQsLNyXrvM6ndhS2VEMXH7b0ryHvHu3RXTVuX5OXM2Jg6VLkYqiCSX7w
b1UY0gAFztvM3lUUgO2aiXNlZnwtfRSR5A0T1iTPrPKI7OoBjNihnxBkyIMWDFb/TmvytUzpsYHV
cO16ot9S3ehpXsnS8rqb1HGJnEtRuJjPglfD9m6diSwXR50vRXeQ3tSBEUzkvg74i0Uur4vaDzgX
irvZlKelo55ddteNXsPZlJt6x6Yw9uClREC5tPXMznVJ51hogFLXyNKnGf5xgLax8os14B2UcHj3
8q/OGozY5HAfM6WiJQHydfK5p3Q4+FIpeFYysbUJh5ROq9liuyliPXM4JQtzkxrppesMN6EiyyBZ
koMz569DRIR8I5ofQ5K+00TD8drPTrvZrg5OZRwT4Sla7+djZVgHx233wSJOIx8aCKc3zDbhrkn0
yMHw0rEMyQkhu57NiPOmvsQvs9GJN2+ysjyXDtspaTJ8fdSV+sG6JuPl80lKSiatiWUHIalbbjRP
8udmCQ4krZ9a7rwSjHS1V9HWrJvi0HiMLIl61U15JRPSR/owvTNTH3s0slV/TG4Hh9Dpwn6tXH3i
quFKVXIvwCqStPmyXcPcCzu6z2pEFH0L2BvsOrT7W3fAQ1iFzjHQld6rcqYVXNpRnCKL3UyFezlz
UlSlQ1RJf+LLsosZJt+stAw3pm+8WgPxPmNvfdGqEsWVDE9hwcWmDYdrLM1XhBVf2qa4MqhF83v1
bBv9VTV2e5ymt0H0HpGEWpiX0IdES5CxQpxBxgATbYvJixWzT26Ox0JmPzzoUTy1rcU3adK1u4Yd
GdZFAWHt9kAspX0iAddmq7jVw10YnOjMph6svJnLOzs3tkr5qx4AQ+BieiRM6I6xjWofEZEopIOc
uF7b28wpLdayys6ChRKM1kquZFYzCVmgVstSQysx2YIoc7g1Fbblpg0OMoiIAMiZ3KMijU0i8skp
9j+NpTxHBnLnDdnOWCx88wNWFxO0TvUOBI3U+3QGNx/Z09DDq+ei0adF4H6KTp2iv7yFaiM3IbwA
4zhlXNUbR8NzMl9uar+rYzGWwcEhqyOo6oNuvMMQ0QmwSGT0EsvMobJsAHZjbHjlYCQ5hq3tAuP5
EJqfrhw2oes8tE35ngTlmY7GH0PRfhoG1dpDggkbWUFsD92HCuUNiTFgUUN3G3qctkf/JGsmtFaC
uKoeWopcu0HC8H2Zhhp3bvCjz8OHbs4ve0uviFdpX3YktCulrtJpMeNyTdKiJSSmJICT0FKf1SkQ
ZD0Xa2Jw8cwh98RsuzciOp+nPnEOTI5nVP8+6rH9qiB2NzYAHvC3cW/yaVsAUIdF/1i8ftjkNauk
ICpqCP034GMCKDOX7Le0vWYvPrVDfR2GacwB47CqNLDW7SH5p61bpjhQh3whNiI4eNo+l1V5BWQX
xGme1gSlNedGiYQpzY06Ti39lQ3wWB0nVTXRQVmYMLVF32yFIc67vkGID2K26SlsgNrATRQMIHi1
Nk7CdjQ3PkoZXuX5NBPkXo8uyC0CFWvf+NGV5UUYv9d8OJ5R+dBjKq9t431RCmVUej8YwcHKRv7i
KIkwzcP0LEs1j6+BJRO2U/M+WmcVxEPctYKYoY4axoRvle2B4kc0PofOH904sbMvT0Z32iWhj0oY
cLvyEInxVdGpGrrnVQMFozsedIoyPhi716qbz13mhHTfuDrBpItEw/ceI5VtIU09UA66QfVIn5Gu
0jejkw/e7KZn1RzZdGwW3rtjmF9+1bGmWm8TKYwM1s2LnclzQtQL2AixslLvqrdfamSQHkyqVGSy
8i2gKmpZ4Z4XMru2U8EhyrHL84TQOUIMTjCaX/NznRkRmjQopWtZuNvG5G2y4SQKNBAFpmKdXg39
Bdl+s3rMAuniCvFPpN2ciqU7tu14GxYFgRnUNcWeldx7ykcsMSCK0dbqL55OfWd+9mTrX5ozTk0Y
3bulWa3U5RkmtkuVBfetzSN07H2QdnsXRGwzlb5xwDyBOtp5SeqbzkD01tCfaDgJpcoDfFaZ3rZg
00ByGzeNbiyUjUrMT8IvXtsldQ5qkne9kX+MKA+T4IfDsaGH9J08B/7DO7XVwZgODRlrXoN6ARY2
L8h58Tay3uP3iYV8GOxhHw23GXjAtMvdre6Ya01IDvx2C4iIo9Ec4ihijc/s08obzNNwys/TAGkY
6RMPaRSTrLoy7mUF5HzTpn56n7VpctuZ3CiiVPPU1ir7EeTVciwHx/iRB0W+K9KxulvQQX45acgO
Y6u9lbMTlVOWXmalR3YS9gAX6lWrpxyl1iWC2vJQhaZGYTDIM22o8EQvrbMPsQSck5CYnpdenr4n
FS7T1GBudRKiE0kBNPdlYnY0DIXE48GRPk++eEsitC2efAtauCRb1T1ci4LoMQL6hFXd4LRfuotC
pvll4JTmidWPj33FYySZwKh3jlE9Bk1OZJZtD86pVYQCQjP/7ERH9CH6BcIJ1hxW1OHbtLKu6j59
0uGImM1/7DM0plZWtesQdR3g6t0aFeubA9l+30rfuBkigE/nreZgETdZsMkH80I2+XWbUzE+JEcD
AOIIjmQcYJjLXesuzjEb1XWbBbcI2bLbySfZpwYD7+1qPu3QTG/noidfsxgua996zjJ1VtsfcjDj
bGQCgZlRsM8Kfl4S/6lJxIejSszsOTQvpiTajNO55dMVDOci/OuamHxIchyQ+TawfpBh8IwE7SgH
A3td++rI9yWKwJAf+W5j8OAI8dDyamSj3g8GaJ/oDRQjPZKaUC9vTpCcKRPtqedTQptAuHNaDE7z
QOxASi6FbE48GxJXC4SDdvbURQmphtJpWVXEdpH9zp05NklMqp1xXYdMDCx8drZ1CZosy+s2cEey
5oedU5jJc47Oce/UHKwNRI9TgX9zqZ/S6jA2+OIyfSNXMGmWJCNOtF2dkAbLhDubIM7jXTFE58kY
RhuB9Zd4sWw+sRcpdkXQvXRl8KZoES7sLn9PCBh9BBtM984ScfJvCDeIJnM/VisTgJItb3JUoRgK
tng7dla+nlq6zI/bkM21mP1gUxSUDHrphciX/ThbTwspjoQZ73XlHTItECzL6DOyWSQBWIyXwJqt
WKeeuJA+iUOhsZwZ9XQYC33IDTKOqPsLNxl9RZy0iAuuljnZBFHyiTlyMygkr0Y0XrRDeh6oHxmR
NjHIlH0kbGeJh7l4Y9Pl45nQw9Xzc0VWbF2hdg3Z1CHLMehGxPONLUez0voI5EfX9CjR7ehiCpgA
Bv6Hh3iUuIjhpmg6FTdmD+ZaFJKlZAp3mdOkl2jrNqzOEVxEADY61DsRiXutRL0LiQL4UXYNmUog
blsco6cIAC66zHyE407jwS0mxNdeSXZGQT5FUULU/mUz+EeGi//frBSEiv3OS3E5/Bjf/uv1R/FW
ff7iqPjr//cvS4VBv8d/Y+9d0xY409tUqfxfT4Xv/TfxdiFMBDJ10svwYfy7Y4Vflp4fXOprmEpg
h2SN/6//+nffl+HRzWKuket4fLAsYcv4J66Kvzy1/2N49cgTdMmHcx3+lrdmxnyz+NrYuuBZpXqh
YCEk1EPop4mmMWYjgk4MX9nPjBaVRXZQMTIzskR6ppu+wRWi0fOifHj56Rle/+vKP1ejcNc/GZvX
f89qiSP2gBaAABP7N0NQtqSJNbHGv1jlGJ5NWUbLtKM4COekrvz+Ur/aSbiUjbUZZMDGgsdj/B4E
kkWVhomY5WuTHMLyBNXhJiQjNmQM0PToclopCLT8f7imZdGlgN+Q1qdvJkzlRbqiN4LYlE2/qQ+I
1mKo1u2fsni+Wan/fW8/Xeeb8dILxnEahJavaj9vOQOdkqt78mZujG3zhzta38Vff7H1Mf50qW8m
1pYMroJYP/nKssNNUdQdI6TaZvFHuz3Cm2383Z9+uW/5xHgEuR7PkCwzAgfXqEr+TT9ZggucQkkn
pf0+dGjJYlmF9omQHS00foWO4BCYXSNA20ePpsbGaOLWr1FOjcQMIWQRHhQ8tlKxxLRAEMHQ2VWT
xCP0CIBR0DgMUL2ZO7Gw8UTsk34q2limgSK/jJB6mJAqIettqsP3UE0CuKCZZ+KeUQGzrWWrrLpr
PP8FnYl/5Bw4guXPEcMCIIZ/QJZJZerAB9Ryel5HLADIgUS0ObA+mroHH5ROrz77OvNd/DALrb5z
KBNUOVMi7xs0GUk8TAXYXc/6cj/rtSRymCoNj7es+1RhE+excSYviw5ZwhYal03SMN03QxnFoh6g
G8Ko7yk4Asfoz5yWLq6NU1ryvEcEBCRhuEO4HUuTDqGF3nf4Vz8DYlp6TUk9RQMVal5Z1merXAAl
nIsAZisGVd5qXK/yD2/Yr3bZv37sdYXEHuqwJOIl+/XHjtIoyryyW96xhqgDzcHL+Tho4/D7L/P7
woP+wCIHNDQJ6qDR4Xu4unbASBozMd+boCljxi6UNkFex1HX9n+wWf7t6/zrWmu0y2pnI57u26Jb
BimQVl9Y7+bEGsjFGti8cbSIBmt7syh2ym/Lu2xOs3tfRRSComUk3TcKQdaCxHJ3//jWiSojKYdW
Eo/N5ds/h1pyWLJQc+tEeO49C4IisVRz7HSw/MFx++uay4fKou7zM0ag17hezG/rUkpdjrCHqnxh
dSz2edYb0K+riUITFeYmJF3BMrobYdbReZ+Y5cM/udP18uuFqUFw2ZSJYPrmNF50B89slc4Lx2Kq
V6KQ1pd5HMD6vXT/+0v9+tb+dSl/rRGDoQ8IgVvPEj8vUSGCiBQtqvvSZoNzPeWLuw9HyK3fX+XX
xfdfV1lfWbYvcrUJe/31Kj2Heh2oxn+p21QSWuV3F3ZCKlGyYFSOGtd4+v31vvl1I5sjB3GrJhsn
9aCkw/96PWhvNEZToF6TJs1IuSbwBGJn2ivZEuxNKMiz087qrfPrPxVy06nA3/6fowr3yhvjrIV0
a0vI6kb99dqqCQtoDM95I1GAjkLkJeJgeCnK/Ux1NFm5I/v1JjH8IcTxNAiCWENJFxpFEU3EkT11
2kOJAwNvgRWU3X6cgvod2SWq/jFUQD61Z6X5yWCrhV1TJtU7hior306NJKGqlNr59AqY5Q02xk5c
uFjWT6be5dggLNbqAyc4+bmINoG/cwW9wDDsTndISbvSoDeKh5ZJRxxDjz1pZwUukqXFmebHJikI
m8siDvMUfRnJJY+PHglJjE+4X9ygiGjuDVCMtwUYhZcLZtGl8icmh9mhlXvnRoP1KZ2lajjIrFkO
lTMiKmfYUFdTzewb993kNQcERJ4JYqGtiMnTdR5ntwkf6lTwHxMvXlDOVSIPi4XfFMcxWgyHslTH
mo9eIDA16DCJXHJY+hm+XQjfOqa1HSwXQ5gs8ugAdNvXabOI/FhYpenvk8wbr/gIMCAmvlUgW3O7
9HQGC+nYnaAxD1nvlB5fXw+yizq4MFFam6g2Z7OZvEMjYNORPomSn8wuKus6qjJ6EULZJt0h6Bsy
RwxntlSM3YG2kZLfhTxnd5oERssQViqgNJA5zWS/d1sLF31qioglxrfY0M2yneIS0Hba2PCmapt5
iH83jGnReZ644nHxRYh6HP3/nh6ukDTXQTgSKNCP7hdPTI9lbeoCIUXn3RAhBZYgSXkGjJy8gsTA
JHCfxqUn6tGhj4Ik0gV3qlkMRIYHs2WJbeandgYPYJM0ZjWrfwera9Cf4CKFrFyCAoFFSB7CcCCs
I30c2girxrKIj1xHwjltHdmeTbObJ+vYVoc7LJjGJ34ArMCts+SoJ7M6elg6O/2aS5nKXYL/GVXm
3Du8z0YD+rpAoTw2KnUtZBGDCDZBaefXRgDHES8TH7Y1dcGCnK/1sYH1y6PvKmp5LEWxdOwiwIcy
Mu2MtgUnS2JNOjtoRx820Zsu7eBxSnr7dCa6dIyboJ6y2ABMaeJeT0T9VWa37ByPk1fvd74LrLC0
8r5IQSVRfjRh9plz3AovVSHSKzp0jQev7xEsjqbOp3OAHynPzaifFWFuE2RbiGMP44WOzDNhdFW5
CWZ7zvdlFEzjbkFkLuOql9M9AKApqSme3YtyMsMHKL7opTEkZybb8hECdxEvaA4BUG/sJTFuWxnW
nJiUWVxl2rL6Va0Z3uBY8n6Q/RV9OVJZT32ZSFrCvU7YJx3eB8Z1BFeSRo8QlCTHL3m75AUwf0fc
0o3FnyzjWpC4N6Aqxs9VtD0nPB3NLZmQAXBrNBFn74muR0ohsME0QTtwJC0gE7CWTd5OQhrcG+YQ
wV/0IzYowxlvnG5IXtowKYO4TDr7xgt19jgSi32vkQHDSAZivKXiWL6masIJrlLsqDgM6vRu5Mci
07IITT5GM/G3npcTr6+HYLwIjdpONoYxrRj0mPOoBqimjphXt/8Yp5n+gCgcTbyLuRe8Nzjm8PZi
IFz5qwWntU76/isIRhw3Kichv1yM4qL1DXWXuaObYirX0zW8NyJvlotljnOvqq7TAWcUsuGAX6Iq
rP7GqTXofeDk2bzhWZJZWBmj+NQENIE6OVUAt9ZBt8RCCYDugdXruvVY0kjqN8xnYeZMrXk0o5Yo
c39gqjRx1RfpXOrLQLTWcLTA+BMCcaKIAM5E2EcPG6w+j8oZPbOyLVyveR6AWbNa2c62Cpy624UO
HzyxZjiad2MxD96mmmv/yZ89tYKmiXHVcvLIdpR+Dk1s5MXSUJZQFS95bruIHT3g5N7oiMJtSafE
j5lV0YtKsqIn9yN1KfKU0ahXeCes8SYOaB/c2UATXkNyXAFmrx62fhYToHRSQuu2AvHEXFTpWqst
1Qzmk2gWuLKH3AyWJrBid5A0bGOWM6ct2/gE66ybajfRNvmgsSTX6NgC47Owao4TvYEdHjVCSS31
IqaB96gOidB0bWV1PD8/q+Kx9oc+TpeoxLdaVqVHQ8wwOLuMwIBzDDTty1wh5d6Eni5PpkFDuyVO
19mA6UETnjh1ObJeRjLFBjZbvNQVuAPCmSZIvT28AKAsThPaKuaho81Fwl5QhDJq/9Y1cvGBKJg5
i2MJOhvZ0M2Sz9l97iEojkWWdOcgKQ1dEsOwHvyWEsW35DxGoUTXY1bASoyWwDZkcjOMHkKUvKgz
Pisr+AIhgVoz3CR4he3EXTciiXtDS6iW/VTq+U4SVfwQzmNDvarR6WHb2K24gh3zPytOEGDjwnLC
bddinMzT3v+gS3L5Kh2h96GRsAYWfts2W1eFfrm1hWJ8FGk43xPUI6zDIFomPVwIIy7QSTc9Iquu
QE7YGvq42GP4SrQ4A6Br5tN9QaCFueMuPDNmFWE0ZvrU15NfeR/C8/0El2bFgKmLqX+XxMZBZNcE
QRF9SWPNVI/J+9zOmkfmzS0BtkE1bqtKoxjMSH37NFAmf8JloI9gQs+/ODbrMxBMd6fqm8ot0LLW
bRJW+56556mfjI6tdQmkd1AIZgscegbUjUTDcOGVWUqwWojaB0WTU0Oehg0w6jIIgzUiXKdb33Zu
w7KOPqbWsu6ycAiOOJGSlqoSFwC0ymbxmmPHfJjSqcwpctD9bU+ECdbyxKzVlv0yfVVplb/Itvd5
K3O/fOOsJD9KEkFZvOphJmdK4Rj0tGixtwVmmO9r5LU2P8EYPVkSRaNTzgT/sCdKYmFnZyYpq5/O
Fzt7pGervqorkUFuUKS5mWq10LJTs2XihXLc1xaTwBhDFkbpvsI9faurMAAz59C5ylMMZIZWErIa
CL4VcrgsxHr7ue0o9HWkzC7sAf8RvmXMkLt2zhH9C8VSlVlZgoTEcopLfzSQyLp9S6RkuYgZiGdu
pNrx5s7qmBqmfSy1HGLexuRi8S2QeD4PdWe3FadIb/ZYCTOkZSLBX7dYnnwd63Fgo7bKGaqvRMeK
Ht+fn1y+1TzG+lGD7syswrbUEstEZN7li7LCrfDlZMeNV+ALaWehza0/K9Geyk4U+6TrGRVaVeAB
tOu8fGvMGmMFX42DcgfzJK6DJeERpFPSzu9FXgkAj3LC5FghQ8mq4ZBYDr4dewgkdcme0bADYOiE
e2jr6xB53UVuZUIRmDQS5Bvlxmi/CoFOE2Gq759XLpVVqKmQMSazPU33ebcg9jLq2oD9CLviynA5
YyDKduVxXVsKTsQNSkNP1VNFBHOR38sRjyVpKaqrDyRnsoSY0+L3MZg8XRNJak1kdBg6eK+0Lq7V
4GQsU2zvJwaeHVYTRip8OnM/nxIjGD4kiafECcU5kNvDUmXumT05CSC8aGRDo1QTDG1/g+c87zei
cVGxGUYNgEQBAmuVNTXJR5YPBHqCCDhX5eIiv7O7QfZHWwX9VdHltjpxbZbOjXBNMJuqRfESW662
l502OlLH08WfCUxXur8GExvNfbDmsHe9tp7xskQfZsOSgISiNlG4OVYOGWFyDolFH0RLPBWlA8vv
VgO61ywfL0TqsTUkfYbE3faX7KqNAsSlyVIheazwCcdL1zV664fM4QiIa+NKKXOZ9y15fMhl7HD8
DOWEnMIamb+AqpQxHH0lp00SFT5zTdMjPCC4kd+h0W71anVD+pYIE5KLEc7ft7DztyHSh2KTLxlL
pmJ8uW5HEkTI6dCrDyHSwY9IJW6zKapKPjH4JVccZajY0nbTEZ9duVQbdRioC1Yt1mLhmO9RLfSR
0oT8tuVT23mzxVknZCa/5aUI36nEOV8y7J3VLbpXAnJk6IcPDLHkiOMzGaczNuThza7wzW48nYxX
YYddc4NSiQiaoinqR5slLbnQcGAZySMj0XmbJJ0I67dNJR5Fb2UdCUVlJnYOhDEUI0EO6Wk5DPZV
mKTIKFMDeD52+zl4NsD5IsRYdG7xGDxCegyfl4wFqP4culWB2DSZ17LsTxlKZfB/ZIGziBKCPLzx
KQVAIUFgJtIkYIT1SCwR+jTt2/7RrwXvHp46xz2Mdl3dVxaw1TZNZYnBHX85S1neJzc4q+p7v2mx
RLhhFJz1kcA+kaiuvCGNvrhjKC1fkbSaVJj6hfFUkawgN0og22Q2Tx+NuqlevdYd3iezmB4JC3a6
TcNwfN4UeVNfj+EwktPg+UZHTLJlD1cO/P69O47lu+bDmTYcDLyXUQeD2kdJ6q8xLWrONkkYif5d
zH31oRMYvFMwjsQ8Mw3bmUjGdV2ct5HMn/lHdE+lMfp35DvMt57QLESBn4/nuWOgpawCTVoFyHh7
OagsfAsSXd9gOEckOJdp2MGm0kGBcS5LD2UtaD3wFXHjYY1dCnHeoj/QO72bCOHENikceTYAdHNG
IOdnOyB0QiQbZgw1Wjkk1et+8R5g+IBys1pEe2WZyNHhdFAQJKZNW0pDxijvaq1JdcDKLhjzU6d/
7sGHoBhIjnMv/Cz1rYPK7ZRc2lBg585lDuw2zdH8JANnMB5glcvqgorNgDZNvfTlWWr7jY/vW5Ce
Gw7deBvMHbk9uCGm/mQsEWw+iSXF54b2VNC6E044hK28Gr+yanTcvTTrKtunRgA7q9OeuvImBDA6
IemS8At0BB4ZqWb9gBh0rK7R82I/FlXTnYgpG+i2ZsvIzwzMR9Yu7brq1KubwTqaVT3xG4hszPcp
hoxhg4MtaTgshXgXmZjZ+xxsE96+tqWX7a3FnRVRPs5CVkxLcgWnmtkkDKh1o/x1MSok37J0abc1
0BQjYA7bGXNRSUwNtqwkye+AH9DEZtoDjedZBEQModbGY49tuNsSJ79ub9JOr5Vy8j4m18AgW9ws
x/vGtpxnRqS5I+xpIerLsV3OeSY3tk8appxIcvaJkQBa1janbOyiIOMp4W/2bXkI0rkgnkNoyAq4
cRzHVlLXd3mq5NPIGyXjwQ8ktEvu5XwJTVb3xwxrMLtCN3G2strBbQ9sjfqh8iyA/xlQ5kZCWFYb
02haohPcQcRJwftwRo7IOmI6eemR4pM0zqbPK+8ZfyspCRPF5/dloU0PE0CJLPN/g/XbRJcMzsvg
+/WPJsp0gf4lcz5/Dzr+DUqlSoO6Ud+nazPkaa3A4E9sT4JXGXjRD1+yMrPo6p6tJ1DG/J8CtutV
6LUFkzVXkHqFWn+6ClmjrVaLjl6yAgNloUVIBLz1h1v5G17710VAoSngoRnne596XviAQODFL/MQ
9NsxdJJj7SE4D+yag/Eg/1kA/1+YKWAWPwPIrU3E5jd8eA4ypcIpS17wuCyb2kVOr6bMvABmrfYJ
Fkr0LnpvzMRs/v43+/uN2rQuQihwZOZZfo+SRNrsZr7Kq9coUBWKi6Q7MzjIxF25JFsvH9TN76/3
K33DjbKh2g7xhD6kYMCFf/31egQtaCUi+YpFjzwetZCywTK6bUL/T4zn7y/lmGvDw08vSoC/EDGN
A4JSGvUZRl9YxxR/nZsazdnv7+pvbz4KAV4TDj6m5fDOfHvzjVFxvA9E9apq9B8lPOSV9qrh/vdX
+fsNBeRHm3AiHlexvsfUgzapZF6K6hXZDeYERlKG0fR9AO/9A13xn+7n5yt9+8bmucX7albVqxEK
deKAY64pCV+/v52/vXqrrMIk9dEMoCjo7vj192knCtSzcapeEUvn+64O0dYJu33RpA1ckiRlnPz+
et9TZHn3Asho1KNQSigJvG+/Up93RUcyQ/+qp9p4EUZD50yXG95d2WUFYkhJ7e0s7pNCzddmL+a9
0TktSGXd+TeLr3w86FP7PLvK/APb9h9+WHga2qJRkrCr/MVD/vSmWlp0Y8NX9+qxQB96C2aNwBHj
ZGmGj98/g//wwxJszudHBxVD5Pcy5A52hJ15bl/V1CGgre18C3uQ/GFR+U/3E/gen7m1qlWi9V/x
0/1gi26ayS3Vqyywu6RLScIOyvQU8vsPV/qmi1nXE7pZ2BBC3iGXaOLvCyfDIX1vPWXNxpjsELXZ
R0D86oqxxjoabTId22JJL9CPjo8EOiKQUVNzsVi9/cMbhfjDOmD/jTddeTd31TzAgrG8fePd5sZd
SFPS02tKWK4VJ8HIeBSl0j8UnEPcDeHwub0jRCQ4Zi10BzK1von2ku/seiJo79lPVGvHNX3t0WYa
o3nYRYAL/4e6M1uOW8my7K+03XdUw+EYyyr7IUbOpCiKEuMFFiIpzPOMr68F3duWDAQ7wlRvbWVZ
aTczJQ8APhw/Z5+1JxGbM2ALgT/LMjJTdJ9D3HgXeSGTW8VKvbdYJso9DLF8XI0yjb8pMs3shVOS
mF0OctS/tJwB9wpWu+OZveKTj8030FRdZ06pFIsPP7aV0YcLp6XZSa74O2LM4rY1RbLRC6NanZ69
nwyFeFjY1KPRXWFkORtKisSORhpAYiNBeKcSqyZW+j0sMB87PdJRDROBwfQJBeR8RlRn0ypXDM8Q
RjruKKusR8WEnVfo/ToS3bsZBuFFhIj29IhHz+YgInMwdJ1OEcQU8vDZ+phWdJtE6i7GPmCZGbH4
SoSr0leU2Rd/PhRz1J6eDiXFnDje2hpKXMhVO3uCZrhB1G3oYBFLW7POeeIer08eawrWLII1Njh7
thXQUFM3bm43OyAB471SZ+6DqIx+GSfauMxGXBfyQpni/vql54b5Q4m5TSiBb6zUoDefTz/477Dt
oDTNr4F0peNCSue+7UxH0oeNaYiTXMUkvd2F3O8WrUOvdd+CfaJ2ScG2F/ajGyLsd0RpPlptjn1y
2BrP9GaqpD6cLQ1w6svpn/TZZ5+0MpIWFGKwubWAYlUdSXvZ7ppGDWguiKD5NUZxRX753Az7XfSf
Pb2haWyT+HawczozVUVq5l1L236/U8DWegBFSMwhIHRoLB4ra7h3HKw80dVp/bPtNFzbZYy5dWlk
lOJjXJzvFKsEQFdpA3l9q41RYalWlf7S/d+5RK7zV6TVuGOWvKifJvmKZ9FBekFfrj6dfm3TtDl6
FNMSRHWTUfl8CmuQiQCKyX7XAULcDmEbr0rbTc9s5+KTrzPpflQkTdx2j7YBeo1NMSTpsEuFX66V
wjLvxnzMNwVS8kdfmoAgk9oC/FKIOysMyoex0XljQ1+vh8pGSV4nDTgTU7/g/tWfWcZH8ZNj4L48
xewaVRVtvrQECuw6GMNhB8+uAZPXJmu/8F4KlzXmt112Zp//7JXrFpakvAmsi7RZ9ORQWZgK+sOO
8gHlR7cPQar1+ZmN95OHQiJDrgn1ipikV4crtJQ1enwtR0dvqlP2M6hoFA1oR8Yf+FarxP/gqQgf
pIG5BNOIbeFwPK1RkHo42bDrTFW5UjRgrsIGUfrH09URBF4kqaC2Y45yOEqSe0GieOWwA1bCx4lb
5WeS0ft1epS5lQRL2jT4lwXiASETX+pwmN7QOrtwQrFzQ6u8agqjf7LNiHbcWqeqk5BA29Zlk1yK
wnQwsdXdXUYCc2FWMr4JjLQg6YSUYCBndSsh3C4VOyAadsQ1SIgOW/MwPTOFj+cUUaIFFAdHVP7P
mv1gMzHy1FWE2OWRF2zyIsH6raFj6vR7OV7FjMLLod+MRJ80ZhFKqdiyMV1X7MLUcbdhCxJ0KF2o
TnUnzzzQ8fRFOGcwm6ZjhiU5/ZQPB0yoytqho8rY2QbJ9sHS6VO3SvPW0Yv+ivK4XJ1+tKM4hTnL
UKrJgmEr+H3l+TDeICZkSa46O55bbK3IgAZCzzR91OVYCPLjwbDNyRD9OD3sJwepxYLhKbXpMAHv
dPicmhGTVS5rZYcwCugNRWvlLi/MHnYEs/sO0qt3mw1R3nwB6oGXJ4oz4wfUQXryRlNxdpVOcXop
XIc06Omfdjylpl82pTMmvxDU+Ye/zO9MJ3M0w93V6Ee+srT9b4lFx/LpUT5573StcNvH/oq8+O+w
58N7dwEQuEodKruoExEAGa1YmZ4oqM/5JVgEMwi2sjvr8/XJqEwtviTHN1LFufZVFPgCpHSv7Anx
IWTgD/EeYWD+Esa1v4WrZgDIi6Ob0496PKURRpomUj5ibp529kKrAXBX7IzJviT6vXTCnopvjHFq
VWX+NlSxETg93icf0FFVhPd8Jf7tKC2gKWobFn26Z44RInKu3QaI687sCcejOBwwUzLAwqHCnCf4
qPwVWlmb+d40xjdnIo+oVXLuMJtvPFyATW6BLE7SiPi0zGJ6CkhajqzJ2OeudcvGZF5b/igXvpEZ
2z97aZhYs+8ge6JPhbh2sgT5uO+kkmRrTpy6T2q7uDbQ9cLa9twz5pPa/K1NwzD7uOmxzZHHm21v
lqAdUgPHvR+DDo5PgzVCcDc6o9ZvFdHL+8H0wltKBA7uWKWZ3ClqOVw6mRu3147RGiWNh5Tcxw7Q
5ZgKqcDyEKlEAeM7294RYb5NA7WChQosJMTIXrRfnNF2nktVoRFPTcpY406rpudShfM5/vu5mNus
GIHv1nw7A0GXNdzseX1AOHCNy9ZD0hVASPV7pALn7Hs+fYv/Hm3uj4JAEhgZxgP7phYwNOraWGUW
PXWnp8TR5Ju+1XQUEXfgEzO/UBJv1CLRrWRfhJGyjGN8VF2ngF3bte9/OhLR56QTn3qdyGDPohu/
wsIKdqa/92K+XaeYXOpy7uagov80A0CAhp8dbViCAFHjcx3O8yQt0KfGPfQWWpCv4wzQ/VjUxhU7
/FlTtOlnf7xjTGNN4ZrJac72N98iujD2Kxzvo31a00RZ5noNqtOxkfrWcHFwI4O3Zdm5uoCz4763
MsVYvZTdDb3oWUtfqB6dCS6O583hD5o9vOJVsHcsFXMUymqXhkhgjcQa4d3pz/nZMPq0X5GZFRCZ
p1Pow9lWCiwxylxGe2z8wEw5ifpgyy77eXqUeaaMt2sa+nRITwEE99/ZKFmAboxe3L3aqv3SiNXm
htRIf4003vkOa4N7pgT9Og45slbXD8/UIeZH6TS8TSKAzRLnXtomDoe39Cbx0eple2phFqiDHpQH
jc9baQzBysOZdRf5RFGnn/mTN3sw6CxqcjW/QI1nZ/s6ahLw8V2xbey2PTNNjoIzno3kI82HPBd7
mjl7tYbZo3N3s3zvw676kaE3QK5WhAgaRLPOY5RRPmwVBKI+MBzPVMxliNUwZBGH5ODI3k9qzXDW
p5/9eIs1LZqDLO3vTkljWm0fZlVYob9qNLfc68iwb2LFMp5tVHroCWNx28B/O7P9fTKebXEA06HI
BBPO7OyN4sYKQq6Pe3Jq432PZv+hKKx+4dmpepvrgbM5/XzalD2ZbRcUNCjLcDqiAbBmA0qQUJZE
Hbp3rVIYmzBJDHCHVY1CqW5t/1WJOvvZGVXlrY76Fn3AWFz4gAxox+vc5K7sma2rgrPz0iBMNheB
2TnqqqBnS100WWQk/GWxtSlznAIWem9bv8wajcaZ1/bJFKVKQmKQHYCOy3k+XQeREUMsrcCkNnAq
RxuzFuG6Z17W8SjcUdG9wZkzKbAas0xUg0l2g6FJvTcSWHWeEqgoCMDtnf4kn47isAg0VZIomvtz
BzE4cB153d4EZbMUdhStkB7LP13UdAtrdMHalMR0ehRm371iyw8CGY37hCsf/o2ju0bHGpxZPkfb
pWQlc+axaU63vak/+ePymXorYE04zZ46h1KtfV+nq0TGoQBgW5e3oezVS1RzXbxGvq/ScejEZyLm
owXFL0CUSafUFCMxwQ9/QTIO3Hek2u6BIOjXQ9sBb+tbdE9Jj8hiEpyf/nqHOzTnLoUU4NKmxiWZ
KTmfiSJtwMiZxUi1Lv+O7pLWe5xgetTVhrwwDBQifjBk5xq1ZtaOfw/LnkE6lu7C46wa8pS6yQ0x
7upBZo+JldWSVpMWsWwEn0wsR8sCBmd5CrJb6bfqpUlDNlFcmOLTcPoNHEZwv3+KgbM8jdqWoWPR
PVslWoDWK9XJhdWjnSChhjYnAhJiee80f1SB/D0Uz8p1ns5WlcrGbKga7WycliYNHbS0bDNaT1Dn
+O4Fis9zF/TZRvl7LG4JzGZulQ6GdNOy/XASSFdJ4rKP1Z2TB561NMYheshCF3EroXkbrDvNK5/a
EOkZNFAK0Sh/W3zdhgiEkipHV19lCM4uEPTRRiK9XJXXSp0W91htu8qD40XeFVoi5UkRVMcXKbPr
ydaL6tvpj3O4IP9+CvYVOvIl2UPndy7uw1MMgQmbmRzljrbeyqKrohb3uqjqZdF3w+PYd+oNrSzF
z0SmLRZvVnrmLvbJ5JiEFFOelN2HwtvhWwyGSolNOY47sHbVqlJQmwUETDRklNmfz0PWIXUiEph8
tnl83/ZpXSt1oe70gM7tBujGpePGJe4hNGycfqtT2PXvQ/Tvt/p7vaOCmdq7ZhGSjLVBpqoldglK
z1WA8um9cuE1VqqNy0ZEcqMuFOfKV/3wj9Ic/4xMT/Fk080Gq802WLyxLdiLkbbr46J8DTk51vyv
9Skb6l+OcRWeK11/9gHJbsjpakGi+6iEkaW+EY8KS46OxxWdQxgudD5oVUOUZ1b34dY9PdvUwsuh
bk9+4HiBz+ZKK3QWViF3esKWCrIyCDcSR58fNKDTzRT4qf/99HectU7/PSQUDRIsRPmWKWdD0vVZ
u20wqjs7LFtr09o6Tk60QPmP0Hu7XQpRj+b0KIi+gIfJb9hzUyzXvHBZ8DeeOUmOJ5XGcQV+nIIJ
17j5CY20siXem/K/aB2AQ9shgdk40O6okb+gLTKMn4KyR2eZ5trr6RdxGIP8fg9T2oyzcyJmHCmD
RiUD111LufNsr72KRzdeqfijn5m8x3MJSQuFPRKSLFNVznJ0gDhGn15DZ6cpUNHVHhKSX7Z7b6ij
M1PpeCQUKsxZdm/CeaqJh1NJ66uuZq8DKeWYYgWyN9kYpQIvTcGZ+fSrm+l1pndHyKsKixZXU5/6
XA/H8inPF41TR/vcc9KXqKe0hnxSW3se6t+yxbxV0Iq2pqlWf1Y6U2fbr9Wlm6QIPek0gTiHFjhQ
inOR0CfvQEe6pE/qJTIs8yzYqBS4kDdWvO/sEMxwhbFRNlTeVguojp5+B8fTh9XDEKxf1IHsN4ev
AJ0xPEbDS/aAgBKc4IBuZb4uLk+PchxqGSijHAdzQXKHaIMOR6ndCtBBWuX7to/lTUmeh/qu2tEi
YwT0AvTWC3qH+sxW/8mjWVzQuKRJQ4eEMq3aDwconXqGb43ToJ0hl1Yvw8s2ByZ2+tE++VbE5BPO
gPXP/589muWrSt8PYcEdABc/KIgICxRF26SRG54JkH8XXA8PL4PbtoqSTSVIZu87fCITxdPkY0Lm
WrU8+p6c2ny1PcW/lm7U3zPTIVYR39d0UokJPRujjg2Ag+HZvOxs37zgGozr3FjGCnCQrp04oPlI
GyjRLw0zuFvA05Nj9aT1EN83amiKKyNQZbg0lQ7fREE7iVw0sHpD4tFe/QUD0bYXfR8b33pSDvmi
YO+heWu6Dy1qS9JVgRgYR52kwRvW4Dcii2iWpbCApNY1tldNRL5WRiHoZ0ej/HCJihISo5rk2Prm
ObxlSKTFknRCS+uwXeSvJeRCbxEgBkoW6L67EeBvrV1X8OUMqgdu+Ga1eIhvlFT2D9i2kT/L3BLT
e7sSdErW6TDiyxSW8PprGoWAZWYRdgZxrnruKqTFWFlqUa29euTnHmvP739lBr3O1GBc2t0xkCr2
xghqb1nWqv0zlU1M57cXZMDO7V4scGVJyI1bNSA1TIZoRE1Hib/W0I+GCe+z9WiFQx1SrxN7on3Q
h2c/t32ZnMtkfhIGM+ktNjYKtuT15gFc3Gst0yIt9yZNcP4iR3FxHcnhPcB74SF3pl7jQOkvAtGg
ydBgyRX0wjyVugHL0C79VSHqCDdjQLw6+//lWPn2ukrJOXhq3V9xAaRnMo+1S1gI+plD4JOlS0pZ
1X4ThTAUn10FfZoBey0Yyn3alTkXshKJtJmJ9R8vXYdzE+0F6VdIL7NYsI2Lzhz6Kt4XDd2ng9Nh
oDS2qPW94R+f+df+P7337OHvNfr/pln9PmkmUSgmHYC+qEjPgj9Plx1t45Id3Rmti8TEklLEtXMJ
jWg4k5T4ZK8F44UHOy9Pnfa/w03ClXTwtUac7BXYgAtJeYPTwyvT61YZC/B7tes81nk/PP75y/x9
20IvQ0ZkvttCrgBNZLnpvjGwLpRSYivWuXI5BrZ/Jhg5jjZJ6hJuMj2oSKPmOHxCIdMQtLWTQnaU
oOHHNlj6vh9ddHqDQ2JXhpvTj/bJld1UgcSoNiIOFLT6bN9V8gYuXhyTSqbSty4KMuJR2AWrSsOw
MMAr8DuIf39dEhRc6brExJhq9JmD+ug6SLpAo+mDlDY5GmqXhw8tm6F3yWPxWUOaiGqqWrfSqF3M
LERwj7Wou0n4idisD9G6GGR/5pg7mlVc23kDXM+YwBSlp2Pww2GK6y3evmMiyKaLCmNt613oerah
tya8zJF1XThdlZ35zsePzFkH14uyI/E12bzDMdMxdULOQW3v4dN0VdDrWyxgzkKYwrDmIYo7Gtyr
Jrm1irJa22P1Z40gLFqemdiBF8/ok0rrcPzOBK9at1Lb625ZrwYQzTfhaJyLQn9Loj+e6sS4yAUp
bDGZEd7PV05HkhyBWGJgAFZW+NBBqock41UOBlpeDNyzGsDb4u/i/NAres4gdniATVSu53CSs6i+
8xXbfKkdBaZAlpR0DyVyyDQ6fFoDW7muUx/BgNjXTSab2zZ13XVNU0a11GI6QjMqplN3j/vLGqLs
1U3xQMrNCnsLwWyTS9xPsKsEnSMu6JLOzQWiPppHPNmOL4rWaT4t3y6t2H3hj68Sggy62VgbMQoB
DPbNdku6CVzNiS+gWNmXYmgrdSvMFrhMyoEMSR/PMgwb3EwYC4OWpALdEM3g64lifyMDrwVhL8r8
PssSTV+UaareKbif0FkV9vLKM/TktY8CHRoZExd8rk/j6Yj9GvYuttbuKnrCto6lg/Zz+0QZzm0N
015z+PHoqmGbxTBgukNYs2XZe3T8Fn2v78fSdQcQQ2CjMXXTTQIxYV4SiSBiFF0WPLgVNkKXdHLS
+VkoBHlwo/0kWA2eFnyRimI95xo52EXXW/oj9kHtneCd4OQZY9BxekNDajz/2TqNHiT+DJ27HLWW
2QFLJ7/oopxOVEmbMx24Tdi+lGlUOngd2uEK1DNMDzrs6b7XZAF8vXGF+oRZfbbXwz6mltVCn1uZ
lofJRFzn1Q1ue/XP2A+Vrw5w2hIDQw10g5BNaeCnXvbXGNnVI4ZDamBt26aFLYKrc4gBx4RVbQr6
JrADsZ2fbd1pP82YDtdFCQPDXYyu1bubPu4ihDAdSO4FiBnQbJmW0jrlgAbCrm4cQ9x6wIO/wtnB
5DTKlOTJ7Np+2KKFxg66wxJvWGJAaYSTfUPkfIXYlQ6kfGxgXK5fx1/hjOG6Gkw2RFy5IMCiBsfn
vMrGF8fth2uMLzHY9PPKu22iGoCIMyh0UqhlNH6xggYCvhflmNx0ZtavYaOEt57a9O7Kd4wUarYN
72Mlosb5YWYNGIO6guAc1IP9M/ay8TahSVDbALBScCEhx75PS1297416eCE/Scd/qxrseNHQWu96
1NAmxgbsfkmjxG7RgGWRc13HmbfLcAKk71gbQfJAxiDGjnyssgeJKYKp1+WjgUOSgxN4maHbixvj
NepG/NDTPMPxg15PXP2KIAifihjDhFu1xEJ0NTZ46l6htnDxp04r7z12k055HhTUxStfFVgYhkXd
D7dxMdJ9PiLG2Pd5lg93jhEp4Rf6xt1wZ+ZQnxGRFU1H/6oIlOoRQ+jYhjIQehmA+7HtW39Bf4MZ
33a+ijACgaZiXlhUirGXKr3sW0iHXIVTrwJmO/QitaJwTlJikSVxs6VmDwGD64ALHWgw83fLrOvv
djvyR4Th4+kDZKl6wiu82ph5VMrN6LrVTaIovkq3bAjEt6eGesVdDhOECkg0xMOhJcBICs0J7wa3
12NspCrRbbM6whoMl+nmopMVvsBdVObY/Sm2jwlYowzRdYKR2TtZBvNm0EP8fX1XM8DOdMK8JYlW
vuqyAk1NPcC8hncW0pLX41zs9DkUEFA9MK8QqAQ9uB018djq9V5c5njmUdQkbzxeUq5L1atGx+x5
TX5Gu7Gq3tdXiVKAcNUbBKCXUIqKR69vlfQyrZM8umlN3wnuy05ayP/JZFyKpsquaCNNC8xllTF+
9X3XurNdXOUWuewU4OGa9MqFyBPrlieUoNWHlI3Kbc3iDmym8qupc0TZQ6BIyEl94sJAiDGB7nSw
IFd9hk32BTpijAB9gqMlsz2ulmotcRyLZNdom77rg/ROz804WFbCrZKNyFoIBZQf6fgPMzuxLrHt
bOQFujSoYK7q0QU7diweJP4V+IOMH77I7D5/taApIE7UKPltND7xD4f+3nppe3ELgQ3HlMdWrZNi
UZAZfaGe7BprofQRxGPfdS9rQB/WAsRL/NqKAn0+QPRRXSVDyX7VRRrOVg6/Y5U7XnBtBPw+wGMC
13mMUf1XWQWG3E4XxwLJdm5+8SLQYlcgMrNrqgj08KNnol8HWEaHf2ys4Acb6yOOsIGjxd8sl8s2
jlZG+TRyvv4qmgg3XuCCHuprGDU4BbpDsHMrG9gY7bwOnt3+2AdbuxHe934s0RNorV3hCDvUQltK
N+bin8a1fttgqIjEpBwDfVWQo8gnRJdvcBOXproxm4HiVw0JNVhAn+La4ELFwtXM1kZQ6pGDDN0t
6mcMdfJfdpXKHZs4DKlMevr3KByKn3lRE5eZShDyZqXlY5dR5taejztilFhbPacdvlpPSo5D2YrA
otGQC9dA2RJ9kv76PCXxey3EWgYlQFQ98Pt8YfiTaxQpAuwIOFREsErbjuSqgHmwHMM4U9c1rXbD
wmqcGDoqzm5iNXa23GYet7FlUaruNy0zq5SqiRJ+oxfb+DaYdYFLjlUF2rqGIfRCvs2zV1rvRPdd
n/AmDKcQN6VU6hsgatrXME1N+voD/hS0j+bGxqnTW4pMCX6yZ+jJsnJo+l9ISe5ga7mjfqckHTgC
dxigLxFDklap7Ry8II+Kl2EA5oeUhptZF3hba8NKd9WQ006qeAuksVnbi64J9E0U59zP04z9dYEj
jfqiB7HzTDE48SEuFo1B6BVaFzXub5wLudB++eHkZVHigPKaBT0meiFz8Vqv47EBXJSpYEj6rNPw
eoz7l7Jq/Y4IOiuw6cbiGdpmBBAK2kQDbCuNAvmFoA7CV45x+w9zGPAujLsOr3c9KzwN5won1hc5
FIFkapDGBorghpVVpSOIMFX6za5IleS1CJTRu4DVpW7DIQCvSOv4cCXbJDDBzkHXWWhJXD9j91fv
clAiD04n/OKi0RvdW4XIe55wdcsfEUbluF35SG2Zv8SCGH2LTepqGW7rhRLdm7byahayTqk/JGym
Xa80IcKfoOVrh70t1r1wFBBYmXAAzks6sKGGDRX2l6pK4ixogzfIefi96SRMva3baCme7GGOiwsb
tx6C0xo1sBAUELh21jJ9sMhWS1r/h1HfVkNEqaOLm479wgzkexrVsYbRlXRvg1rtKAmwfzdYJQfm
NzZ0Dpi+CvGoHOtIPA524ky2CaHxjZyHal0HNhbhWwFEJF5QYXTtryl7bbeEE9INLzD1zWYhe7AW
26YC3LMhjVtN7hRUA7f9qHPYdwPIiw6MZL0l1GA14XCUDVdOiEvyTif3NF5Gvsizn6lqgsRTx2Js
No3tmfvSxjpnYfaj/yj1QgMl1FVGfNFw9/tOzRXscI/GXbkygY0++7FjkWdzLAfT3qE1V7rdZzsn
EDHMMfhh3RrSBH5PQ2bzJ3yuQEsqRSGuQWLwu7vYLXPjF9+vUV8iF/0SuMtAVa8K9hlvXTulFt/4
7Bqgm2swUElRdskFhuVJeSXj3vc2XR7V5nMOvfUGhLn5FAi9kRvK/uIXeIYBW/XEq6NVzVSsVklH
h9GmanCqxcoh03PKR02Be0sgm2snxkJt7XaQzEJomfWERcmblUoyKljRxVdn6N0znXyaoxQvrUCV
ithRbftbTcSj9TDobdRvs1Er+5UV2J2HK3WuYNbutn3IzqVhLiTrqHtvwsFSlkjHsl0iXCW/HJKS
AGIMGvXeU0V901mOD9JOT5JXiUkKJ8ZQRNFGH+LIu4GPEdyGKcnMlXC5yNFKDx9pg38MRnHw/mkf
IpepPqDX7QjUbat6bmu/Ky65xQDX4bGTtzxXrTtCCUXZ4Jsih0VV1la3bFMRaEuD3ejBMMBCboHL
tda68mpTLoaorN65KKtPsHTqPfu0km0ylb4KR+8SD2mRqV1GQtHxn49b+V3BsLvivXOX2JQ82k3I
XZVtY/Dxarfb0qoW/I3VFxzMCq4cSaHkW9Az5Z1ZFmq/6QUXtpVMNFz5ejdS3es8EvlNgjzDWqqd
F9f0wY+athZhnNzGCUL8hVqY2s/eLzjDWwtk0GTFKTAWVya7R2jdGww0VB2P0zZIX4jAwrXdY7FD
Nxn84dygjwN+ERiupeMVnGzaMHDyhuXoLXGKAgnva1GFUU6SlQglHFksW1hn3CrMyIswTkxGvBxU
SApb+ty6cqtWmrq1MDVRb/KMnQezSKHeRKPQHhKnKYylXnrY3jVTgZPLjqqYq7hqwl1vqP0PVQxR
CmQVu61VVlZOucoqxepBpSmGuzTaqYtToxpw05j8wyILKCixsvTuNao0/Zdjj87jYHQivIwVE2Sd
4ochl7nE/aEWzXifhIoOc7RWjX0LKlIHvqrY2YY9t0eTGSaivstL1yjvtLwfXw23yMqrcujAfrvt
BGuGYMt1nFPnVydLs1232Nuo+NtMnD08oPSvcYotLU+FknvdVQMmo70xjOZCA87r3Ngwr8ZV2xRd
t+q6LrmLG7pk6RXvOP0E6qN+GaRhFlyYVur/UAjYf1quN9ZL4JtYrPqgplj6UqFGGGqJ/w6uNpFP
dU/1gHajqrtFODu0F65DUWNLJrT/VUBfIzxNe+MnfDInX2UQqI1VbnoORPSJeoWhKWrXpxgsmb/M
cmpTbF2TE1KGZynXCj7fPguxg+K6ouHL6wVR/+YAI4eoFcLzXzdKo99zX7QG7sekJjh8dOuJTnGb
lgZN8wD+kBytMc/jYss5UoBfhfwX3sHptJRLsAAJLESQkeKqFMngrWLZkm+Xit98C7qJpKibiUU7
shthvhJScp5KMhRZaAOk/cozgnJp6DBsLhTRpnKtdVRq6WBOQCnCuAseKqyXeAelIZ77PqB0wqnY
7Hu/G+4oH3f3+DEO7qVO/35B1JUrd+BB8NDUZdZi9EjKB9PYPrtVoyEBiIYkG11KL+Vr6weVe+WM
I8LLwarMiwLnkPfRhXi61ujeVBbNqPvJyumS7AkgYnntS/JSuKzB7VrERVx+haDb0Bhb1wOZTMVR
q4vYCCvjHiiGBYGzyxKu4sgJLlqtJ/ylmKtf038GndSVUPeXSTnAVtQbNbwdsAza96WFu5IWCc5P
UFE+Buw+t8iF1RsVPt1mW7/gNke/fmZZCVdJP7Cve+Aa7rUmddIeDWGVilmdWT1NrhHfRmDtN47M
O39dZTgMrIzQsu5dXzfvwiAf35JKqfUlf1fxy48j860rCJ4XDu9rB1ywgkobWNqebtJIY0gfqx03
i+UPsnje16iFwsTlPNAwsyH8xy6ncPIHGsI9mrrwqcXDGFG6xdYD3Xtdq3qvPlHenHy5M7iQ5DMa
l30k51QmKKjSGxNVM2BB3AGqrTTL+kfZh8Gv01mkWes17fHILjRSk8j/kbVQtD3Mj+YRO13q1ekb
O9Ki8X4lib2BxDraTyk2fk7KfpxeZuHPKHgU0OPOjD6vEc1Hn6WwRJo7qoWJ5RtXqdsBcuxr9lW/
rX+YX9gec7EMsOu0VvX29LDznPR81FntIZV27ukKo8aSZpvRwL1vuFKUctHjkgURyRz0ZVO1l6dH
Pcoyzt709Ks+ZN8jE3iVW3c8K4w1y+L9PgObiXntNaRWVz9Ta5g+3EFS82A4EoSHw4E5VdXI5SHN
XlvFcbIc1F+KFYFD9M+U4E4/GBXqw5E6hbyS1rbpW6+091QQGEkuTbvlZgPmqt5gpnn6TZ6eNUze
wwHzFBJ7hZHNWx5RAudtpsHD6RHmgoDDGXIkBjLS3FMAkKZvpNUWUxub8tr1Z8Y4St9OHwgxDkpZ
dCuIAw+fglq8QY1PpG/pZbXVV9ZWufwzs41/FveHIWYvqh8ro7bxaX1DRr4uk7fJ/fX0i5q1ERwP
Mavv0Eko4A3xFFx+OWVT3HQX8XOxKtfjlfPFexiX/v9k9X54qGl2fFhHBk2zFdD99M23m60ebIuG
nONWz9Jt7F2kyncat8485Kfz7cOIs7qZVg5VaUWMaNJJ5JYbrzpX7/10sX4YYbYLkzomHiBz+abi
Pqsr+qUJm9l1r6LqjPzkqAz6e2Z/GGm247o0/wZWM6RvNFNcIghdDlZJRBOvmvIWjPZSFdUmTN9L
cRas9Ok2gUALiNEkIDZm8508/ZhTC07frK/oOK6S5+Aqw2ZhEW31r2RlolV4C4z+63AzLM45KH26
4X8YerYOqMkMZqDZ6Vvr7Jv+G3dArytXtnxTvTslxkNc7k4vi0/3jw8DzlYFuuYUu0grfUtYcU6N
/Z23hN18Zl5+/jE/DDNbCiO1XCsB88UWIjaPDw/AsFegf84M8+n0/zDKbPrTouHLhnzZW2Jh6UBE
GwSb06/r3NSYTX9t0BUU9LyuHIptvSY7JCZMxbLHWOtce9Wn2+6Hp5ktAEWPcFgSjJXZS2tj7Kwd
EOPkzCsTR6PYUyMTJX40kPiMmbMvU4yZp2tjL940s+8e0HyBjm0hvY9mOK4Gf5LWFrV3Sy1S4riU
xkvi8uhnCK9/1fQ6kvWwSnoM0k19VWZKuxTI4xCG4kd++s1r00w8CBMcocK6mQQJVMfppj7cTaXW
5GpUFe5PBKOIHrha9tid43PlL0lqB8GqLqT9K5lSBou8CSFf0IKAcUkrK+uL6B0JVtYY02tncMef
EY0ByCo62dUL4p06v0LkYeGXYjskzxvFJ1U8KRAWrTbatABLOL2uRpfb6Yf6/FCahCUT8mvq0Dh8
KKugmJ1Mx7cdXsBYN7KFua9evG/OF7LDWJLfYQ9z7iQ8+uIH8dYR1CsJkzoQkigosUOuKbvRvR94
cTlldu+cZdqR6PUwPkH8dPiAyNBhJiUEd8k+uAuuoi/2pfmAdM8iq3KDB5oHx/o9OXN2fLqpfbgq
zOa0K9rKQCFCnDd8HZ3veb4EPHb6y326UX8YYjYbh6wKE8rInLQI6xaK+KIwD5X6ISrbF51yQdrs
Hf/195h/5GZ5GyA5rLJf9X9Nf+yVmiaAW7/+P/918E//33leTl25//v3Q6BwW+3r/f96T2sKanf7
5P1ff91lZfPu7f/65z+8fPvXX8io+cd9Vf/rLynwugS5QgUdLBf3ZT539z79N/p/TH1/iCU0Eub0
6Eygmn/MLi3+EFJdiBfoFRHuTn+oypra/9dfhvUfYEgQhIMUtNgcwbj831/2j/aumv3zRy3etIL/
vW2ZztRCjtQZKAwdyLR4z1a4raeZM+Zw7HRQcl9MReQPZmYQyiikuqig4efy+OHd/PMLPo44ze7D
EekFpsUKIimyRvTWh0tulP/N2XntyM1d3faFDgHmcMtQVZ27pW6lG0KROe3N/PT/oAwcqNiNLtif
AcOGbDHU5g5rzTmms6iU6iiNl0r9gvnLPpIXKy8cEp3z+Xh7MPxOvCVAQ1sE2F7P6NWD0tUpM8aC
3vazJk3lowXe/aHJSjQnEJb1Z6OfnCTo1N4lZ73qqdKh3SAmoZMVZa5U7bNj1UFcDA1peyCGp6aR
kRj05Kf69+XYoiQ+pJznHstMRlCJX9UZpYeafsYdTmeiQJJFNGtUyYYaLoE7KYB9JES+CUKkDTR9
1JKgUYtmBYc2mKwX3hbWNRKNEd/PuRx+qfS3KLdPzSBDK2u07zmyk2ePBBgz4BsvkhvmkeljKtKx
i7qU7FqkGORW9RqudZ8AGwkg1aBX6+e2VY3X8eQUHzEyThrE5IkaKDVKr3psFqOsjqtbpM5phb1q
Q1EsqLtJpzADdC+yjKA2GJsjrtzg/ACVI62dxL2yJKmMqEI3W8mtJ0H4/9Vla1VUrm1SsjrzkdaZ
rft0fpubApgw1cWekhBCQcB+oWrgugvfH1+vRzTALBpWcHqQ6MEUPh9f5CA1BmoK3L1GY2BmVzTf
tmhAdiZxQXCYnQsj7a/gcTeg+XY2jek23DCenF8wdYklc4qB4sDa1n1IoRaPO50VaHuW0eYPMtH1
LoJuoXzwxr85JmMB/xxSn03KsEFzF4nJnJhhXSz5F8sa0h/Gmji5r9rDNNErtLQ/xeL22UHplvIA
YKlFI9aO+odRumL7qaiXwTNFjY4RDkb4WIk4mDTo1QH1VDRoslQ67xDnbXpVkkWl+a6zkumFKYnY
F4Pe7Sc5ktbJZhHUddh1vbimV5/XgeVsdcimTLJvmCEumrLOl/q/3yhWPkxufzd3CMfO35y3aKgZ
iFGlEzWukZ2uMhhUYZ/ISnjW1ao/Za2n3b0/PHZK8P9cdJNTs0nbbCV7rKVWOAP8g0QLk9hwAIMp
OSYwowksEPiZL6ch/1AmeQHXPUueG5M+tj+WVRe5mdd+ggJOzQnX3wvRWOhq8Bsgt7FUdSqPpVZ2
X4x4dVLcnI16mFz+X2R41hcG+I4Lsz0BvCUH2yhODmfTS56/tqQmxa1eYwPDZoM+TXLfN1VNaQo3
wkj9XlI2fiwzclYjNBQU5GPkTwRiU8mXUWWyIQ5rwp3aMI+1wgq6tU+RL1A7pendppv6qZMDOrh2
BKeXmC6xAW089L5nCP2hymbSUnpX0vpecmSXF3Yu2/R//jVR8NdpRjpotsEq7E63tjRrjeBUC/fB
vBD/Wn9p1rW7IWfFvvAed6e+7T2yqSXx0uBlbmXrbaX6pwBCdrIjhhkmNhAkTFVpMW8Cu8JpaJRL
2aVBxvT9aA1e/btbs+wG6dzk+YVRF1rw/qB8/SGQNs4KjBGSVRGewfmdLMpSLgQOptEyDaS/5drn
tVO2WdPlRJXMuelLjbCc9y9qvr6qRxiHw23rmL+0PRmnr5OC1kSfRua4iJJ2lbk0h7xv23tcw1gN
1ByVYWhVcPgblJCSTiYjhqQzMZnH3CW7xl/Tkv6O8JrRCQoihB9QHOQETUKg0/wBtnl8a+K3EkGn
pE1Lx1hxP4xdzeSWqnp+g6S1NHyXDg6XGLTxYXCLsTuUksXqWjRG9tlKmX38lrrOGjnqQstWR11I
poOHDoyOjWF+cjSXNBlj2TJ6kzS2m7t8GbKTVsUwZKcyaa+SBG8LWZV59YDxprcCJtL1KL3aJGxk
IPjMT0mRaC+M5FcLkabi9AQSRSN5M9TtftQ+XZMYJHAZ6dXo/a4Gp782J8c6zWSrHNTCbP6n61mb
kY/fFEzC+SCaWQ10ekJllEnagY5w6TLanacEo4W9Nl1Kq7swbF99qxqwBzgF2EaAEnNIP7/iMuvE
XSJgiwxzrk4rAorjItPlhtrA9Pz+YN1ZXPlYt2tR6IVhQwMYO+T5tSrkrA2BDWWkTfN0O/eZcdy0
ftS7hqH/3HqjOoSZYqFKr+P245rarvRp9CMiysZB/3Phbrap4WyW4m7gjrDYI+WwX3V7+tSOW120
ZcQHqvVXgLeX+6mF3Cqssbil6N0ENEfXX7M7kBJGE+tFt8Aar72dhcaiJbeNyLpjHXeXotT/RsHv
70zHMsaQA9L92p6hbdh0Yi8iY86IS5VFoz252sJWL1t6ZJdxsbS5302bInbqspi0b62sSPsQGVGG
rbfaQbzEpILqFgKcgJCg7FFNs9Y9ORbBeijelbK/obGpiOP7L/WN0cTPS4ItCGPcOn+n63+m43ju
yN2cMo9YyMU+tU7W3fANqx9UpWv+66mfKgxW6S3b2kD1vecWWhOzuOwJVWuWWvvRk3FxIp22+r4k
mXbvmn3yLbVX+4oYj/UwSt39YaXdemHj+Mb8sJ0IGUT8XGwdd1/P6mDjS0ifC3MW2exAvEnzPNhV
flzNVdBRrmQ9X6hS7Zilf78iHlpnZ8w0Ac1gN0dAzOwKpa3isMzSlgA6Wal5WKpmR9ceQfdLbVT9
QxKX5RCWFpIRT7ao8wbqQ17Q1NWs+5M3OnaYDB10TeLWO0xxpMAErZE5L/lKZztAKZq/jHVlXwL8
7cpR/7l7jr7sthFW4XLfbXwaTuTbjOOEFoGaaGe72VMR5guCjabYJs+tMHVr9g32d2No9lCZfJz6
Iz5E7uanNBOlOuC03UKTvEkfD++P37+O092nx36M6Ym/FBbSvgRoElaboQl2wkGBm349CbEoYdHG
08MUT5lOT1tzH5EkWAia1Um5KfiRMJ4Yma0c5nzzyaeAXdAOp568nfNRApFC+SxCi2TSMgTKp0xB
1ov2vlwkpo+pqMVvZdZ6FkiFGNOw11er2kqc2hiRAUuzX3ptPbygWJ7ncBjS9NlGkgK2giuMX6cE
Gwq4R5uzQWblxT1I8Ol5kPg9yW8u/6BhoevfsX0fgh6RYUZTvTKIplQ9EncQlyD1LRPLfVg0b/1I
63L+XaP6lXdWknKcGR0FhRMeBfSEVUJWrt8KA6oKQ0U8EstG/AoUiA8y71KEuas1nmRuc2pd46T6
mrWK/augff8bMHysRqqawv1w1qH8npKLTOCnrFnanMSA3B2LqmQw03220YfkhgLoq2n7EEFicuH4
8MZHuxEkNhII9RxwC+fLELwHZA9Gq4RAVdq7RsDcqxtcrERY1lfJzP7k/UH1epPKaRswJ/4rRHVM
irsx37djXmdLpYQj+qOPYlqQtDttfMiGMr1244bjbbI4xoFDp/xp9c5woJDz3+G9/n540G4BoW7k
W07X21v5Z2q2SK7V614qYZWb5Gtq1XqFg7QOrX74MS9ZeqFE9NZL3hZVFv0N8fQXFP7P5dx6rbwC
mWeIvBEdvuY2YYzE72fV10/rZNPWuPCS/0IEdp+u7bKTAZS1obL28yJQBcVjdlDCNPH6MdDNEYl4
MNRdOodiLTkNcWoaXN+ecIoTh1sRD1qp5kbOIVqcxMbYsY9LrfJRuzlJfX3DVgzlqzubkYrO/BnV
UpGH/TqrP5qizDFYILaVJ4t4x8lHocq3bqQ5RVpRkcTrmwoGdZmmCBBjy8s+FB2WQ8IlvVoJusqV
pu+h/NrSAteuDjudPDu/SzX5rFnUk9BNz+7DlCjyhbwI8zfhjNVTX4r8URZZrKKfzz19kwGX2hER
VPxUNmObHh1lXX9ZzJJlYLFC3uMgJe+mNJac7LIZbMoAgWJAJlfOTQAyVG/9mUzBO21SWb/cDCsL
ajecZqG5KgjIHDRQ3vVIDuk34VgKdtTKVL/FcBzUMMNWTk0mbaYfKtnwmT8vwv2wLPU8bEpgDAzg
YocPq9QK2ldG031oiqxHHd3J7Ftrm43G6bMl4WQw7OzOmSeXlSAnntp3CPF7aOQA/BiSzyrCBB+M
gRa5HqiFLRj2fb1RCIjsehvZcTfGpkKIL1ButxGCNcRylC9ZnKW/OsuhkQsi077fopu/WCPiPA4u
Tf8bnStRhIM9tycRq9YfDSEc0SOmWT0uaW+/tEPjPQpz6D4iU5w+LbR3CKPtY2SweVqwrkuCrFG2
68qEnqtVks+LppNQno+KRy691SuJj5iyoRqZNeJzqghMOlmv2VbQk0AvcavX7nNe2zNpAnmr3GFU
JzyHZAdgJFnTqMe2yr3i2rYXVT3lTZU/FI61oezSWrsiMJn+E9FolCITcuEHatv/v/z9Ron39fe7
4VEIadowuVAfd9OFm1G40hAbhgsGtYgVkACVoVnurdSkcuVNU/T+9V7vHDWdeAlMqojRWXt316sw
A2VSqVh48ZkE/EjxcyeU6hPZceLCkef1o6nb4QqHPJV3Ihp28381loXVZGh2RSHcT5lbFvfuRKgd
4OTuSPntkmTi9aPROKC6SFeRTgEb+vOZVxuNgWgt6YUNxoPArQj7qxPCIqqaTcP7b/GtpYZFjb0h
JtwNLLvbHGIHUorGyj002oLa1lx61h2oTuVqyhctIjTNfFnNRBbHesqmG3av8mkqBvgT79/HeRP7
72LjQo5nm0f7Y6P4nD+y0ZjWauajF7qIG72TFCTIRlORVo9DunmCRixdxYFHaGxgsMQkX7j+q7II
vRocoQYVQsM2uI/z65N6q1WGh7MqQwH75A0jVeTRccJ2hMzoJepyl+KRunD4eeuh8eTCGsQ2D1ho
pzJThJysZi4ZV7NuTMeUPkEW9DkwNCSEjcpeTNgP1TiQVOv12QUL7BuDmjHNo3J97mGP2METpIkG
k2iYOI75MxP9xKGwHwK3ye0pGFrZfn3/J+aswUvcLbj0ndAk2joDnM7++UvW1aXKCpyWYQOEhShK
sarfk2LY1KhiFctp9JbZDW2rTOrQm91YO2i4JeynURhpH3pmM/1iV9I4wYIL4TsWS4eUdUIlvIOr
bpN4jeWtwB+6JlVQTuyxA1xy6aMTi/xHPYycCQQV0LvSYKkKM7dPvmTs7JtoMhN0sQ2+Y3FovM7+
QnARGEQd9RcmGjWXBvsRz76jOV2CN12b4nNDssFAYhs7w0AhgXLxpxYEj7/kVXIzOlRfItrrVFG9
LO6v0TkvZJYT+MLsPOXqaVE03GNrNVGIyyjt/KyJvM2jMdOnb8SGurTIyEgLJh4fMQAuEYQwnt58
R9E7S9IKZ6IjVmLOTDAwA0vcnBQFieatK5twQBN+r0lLJcW6J6ky8jI3zpEwr8VWu9aV59Ir2sRP
kad32Dr7mGbBkCrfWUbQELWo+FNfzvz1vliKtfdbyvMKjYq0/91Mo/VBGFr+h61r1vhTlyTJx4xs
8Dyc0hhv3JLFTlDKcljCsjGmj3afFUo0z+3SBZPUSCSv0gKHetWnqeGTfZspQS4nkdy2k6o+YfnE
cKLEgzxNFASpS1AXdJD/F2l5xIkhf+Or6Qh8bWb1c01bhAKlufQ9hJvJvY47bOo+kt228EfY2PTl
OoNkT4Bz00+mH2qqToHBIKjw1l0ZLRsXTlGLoM/HdkNg3WzMX0w9w3aqrOfpqGK6Lx+MJR3biD6h
TUJt3/K3VPBHzVt6PKt2pSV4zoI+TmL9UOnNOvmm1xRdRFgx9VRajK6FUzvjma2kG79NVVnVRwlO
u0VLPjhfZvy9pV9misfCj5uc1oJJLFCgqbX5NBpinU/2pMw/skTEaL+gwP9U05kUe4/PyW9NxfvD
Ds1yrt3CaJrjFg6fnbZw0u46o6aDG6Bxmz9wDGdJ1aHKbwm7ScfAEmQIh6KOybOoV3P5OqLRvmkZ
NtldmiFtCcBgoax3a/OntsYYpvNOYSrK7JlWHqHGYjjpWWf1hwWzwxo6yrBovtFaaxLN+GqizkKQ
jrNPqDwXhzIiuWmmrkFna4oVWEmMcVoAmLBCr6jrZ+6kxF6UpdCENGWdjStNxdtzI/JE6gfQ4El6
4Zj1es7fhKO0HDi/E9jn7aajJfdEWbpYTjJRUwupgAWx7Zw6NqaGuuRXMiF+ocBzcmHNfWsaRKbB
kcqlaAd/7XwaTErHmt2FOlTJNoqOXIr91RlNjFN9Q/fO0rrIIejjichcK/XNhlL8+zPxG/sL0pZg
3W71TLYZuxtwejXvFYlbvyaS5toaG+0uwbSJBze9IOV74xXDBQRque1kaPhtf/7Poa5ve5k4s+mG
HixwTh9j3UVaNiW/FGsVR6u1jMO4JJdIMa+fj60oPGqNDg/QfGf3fORC9aoK8yusymY9sTYsx8Fa
jRdaMR/ff5OvV3CutG2fTI94REqY58+3zAZE4JHilL6qzV1hJ3OoA5GgLGEUD07FC2XzbQ9fZF5e
WE3feEZoKSA3LBgt4KR3LTOSsBItFypv1p60e7XBebmmpvtp5X1e+E7eKMHBbWKXSCIVG0UqcedP
adVjog5m74VKXybj13bJ1HAYe3wxJX3+kG6zuV5ntWOjWKfszeJtq30aYCNTRGC0yYiqPTVNidsS
GNf7v8Ab74HSJgm7tEaRmru79+A0DTOIS6reBJDozissIzIXSxxN7yLs+q1LwWOEJAouhIVkN5jT
3OrzcSWP2hEZxZ9KS6Vf9/oY8d9BGL//XK8nic3Ao9L/IEfQdO39GDbscl0Uk1RYulnJESN6fcrL
pdI4RSt4wxJXaa7o32p9UI5m+lCQLOhcuIe3HphDDx0kfn/iLbY//+frpRVQaXOrxiH+xOpPPivp
twaHlvAr2oBP7z/vGzMFne0taYm8gI0oc34tQVHPtIsGOGtDOu0hJTZ88VNm5/ygEa3FU6fqJ3BP
3YVt8BvXpXjM5LRV8fgP5vl1W0xq3bzobkhiMjtBW4ML3xZq90lWBBZ2ydQfMzLg/vsjHgsP/Jm/
/W6EY9vu/J9XO9uxYkOby1gliTE5Ogujlc0V8Emo2f2F+uUbsxRPiDaKTSquib2iE9qvIlu+jyin
bB5B53cRlJiOG43JUv7Co29eGdbkmL7tCeUSVv2NQeQAvSS4lJPGVjc5f1KnGFMNRUUaJYubfKxH
OVxRu1fvlFJeCkB447fkcM7CBiWM88W++Vq4boGoCQmOti6NdmuYLWbm0t1SaykT11GlFk4E7eeS
E+v1I+o8nkWBGE0BOKHdd9JZdUnqME1YTRrOH0ftms+q6+ZXWjxap/c/k204nh+hzi+1e5vG1PV4
N+mIwm3UdTI+yTT1LRRVFz6L7e/ZXwfa2lbs2MJg91BPipODruaQ1PI6rW9d15UPNf2sW6VeUayh
HDu8/1w7zfdWACCoAMUeYE+TA+5eAjJwtsp1UZSRN3YjypQcGgA0TZGbbeSsZnsfgyX62HmpNx9c
RJNPeN7bz7TOxDGmrZP4lqIp+aGmUgS4EVY83BqIPWG7lDlBLjHN2ffv+G/9e/+K4LmrnN0t1IbW
bubA1VvChSJAZcElfZeOAoILgJ7yJZ3atH/oKLHRf41xWgexZnp9NLGf/DM4xFmGCuCZnHTUEsJB
oqfOFxWRRR9Cs5io+BJz8U2ULS0No5Dxx7Ey0m84QsvHfNUASyH6GV+qFfRlWFUmFCZE3MT6WQO6
qgtL/xsjm5o1VXJGncNY2I1sDBIGp540i+ScfU1mrXqc3eJ7HJv68/tvcyfK/vv7UxFgBYCRiy51
v5PKh8WpHKVIIoPy8GGqpHYojNF97N3cuKdyvT5CPZ0+DJyN7s3GEz7NwFhykGtxn2MvilKQXeCc
Yky7F17C6+lz4z7j82Qvid5vnzi4tmMJRz9Lo1QT9TFb3a+pPebXXUWFLmEXcMDEtV5l1ppeGGJ/
VYS7IWZ6W5q647HZQ914Pne62bjkc+vRsa56uwplqWqnTC3XLnQkvPODzo7gyjALDQRHsejOswU1
75euDp13h0mdRErhTdRL4gV6o480zfkCZDCrjtWA6ft44Sfctlq7u0WZBr6PzT655/tSIoKrJBka
KhrSoZZh9ktV+qKbSxgmY+4pURtLMyzstLqxjHz0iZ8wZGSCOLznSOj9fv9utq/v9c1QU9xSOsmX
3v78nwWWhd4tXA11FT9LdRC1Mv62DHf9/P5V3pgmAYwiOCViTke7vdt9dhw1zH6NqXenVv+bAYxh
cyV0DVtuD04WnMyFLdnr72RTrkE6p4KG/Abv9/lzVUurN53IrEgFWUQ0SNaWz9bqdHdon+OD0qTa
Y4oA6GgtLfEB1NlA2yaWSle4cMTHKYXEAFSqOEIhurRdfLVlhc9JERPhI01L8F27w1CXg0fphG1F
5ixdsH4jnA1/rRcBqlEanXZs5g50AHx8+7mvR6tCJGWjUXn/J3m1CeAuUAHrLs4c3eOMe/6ClqRX
qqoZ3aiZ6wl9G21LlNIIcnoFP/i4FNcJwzF6/6J/4+vOhhvHQDqIfKNAS0CE7gZCryeT0mR5HA3S
lJTPTHPtDuxe6xXiBNl3kVfbuXFIytj4oEN5+Y2IUv7kW5h+TDJuKbIZbvcHRDIhUsJQ4Bpkrkud
a13K+DuAH8gSSrfaUCb7cvrjTKjfmfZL4R6SPB6fptEUT2xlM1Tg+TKlYV0hWoaRVLlHF/pW5Zez
Mf+w7BxgFBoY7bEc1dIJVjAi69VowpQLTKC/vlbYFrAV7jN9ZL88WtelAyzuwi7mjd+IAEV0P3yF
28Z0/xuZyti1hhBR5hBBUgN/eYCvkhyImroplT4lCCYhAPv93+jVjMB2hpozPC/kcttasxsYElxA
1+Bo6ji4nRqqxZPfzo4zXbjO65bKtm/SCYk0Vf7FinZ+oWGy27bVVp7ONQjeoucSKLOVHE2gCVHn
1pACPbmcPKjd5KAR0ko5T/v0/sO+9YbZBm8Z7MgHwGCf3wMyMKMjS0tEQlNhhmUZPjJoOMG8SCMq
bLM7oRROLzn3Xq2UfHkYVNG18n4N+gbnV9XQAiHMnGU019K4qtdmDSvS4K/sNC6jFGcCUDT5HQ6+
egGX/fpxN+0Yygw6kAQx7hdK9Nh6PRQaqU38HF91OklBMSwdyB4vr9YwlnoeCA3gy4UV+tX8zwNv
A4oZmX+8fUlArHnlQIZBYa2J4n4mAOA4gvm6GvtKu5mqfPjx/s/6WhG5XZDdCK8XBjL7kfM3LExg
VkB2ZJR5hbpsmBorjKucqGXEEu4fJ8FgYeeigjanGR1GNgdDUzfNdOYzXajDhbH+2nGz3Q/RXNQz
bTRG+8gq2LnpzKIiI2VZmjoLRSyAAiExHhIA+QpezHQVtQ1msyXvbkrJHAqsuiK0GUJt3AUOZaEb
VTRjee12hlFE2E/k5Dsm2q4oHW3AKcycWnsUgNcaX1fW9PcWFWNfI+LOHyb2jd8UU4ptj60rkWeX
QvVFgiEm7DacqF+ABVpv5bDmXxUy3kp/ypxxDN1YypdCnxbHz02VmyqHzH5IhzJ+ZtgYXwxjLgDo
TuC9VKUAHVbKDYxemFpjgUdXuyvZANI8tkmXfsFMYd2vU7UsoUbb6kQEnVEgw0WTGeG2MOLQ6spm
/gUKuBDUGKryqNOSqGENrhoclByOZvYsiLmAlZR1WlCT3tacQHIt3RV75eSgZYRTXBmcD4CjaZT9
8fesxgmzACqg0eg7/ViMg3Oimau6qEeq5c/iCdFFZpchkXt/EG5j7Hytw2fFeYAJnJogWp3zMdgm
NJEAMDSRUAAMoU7CN2nm68miSH9hXf1PrXZ3Mcp71Oc5hNII2/MxurYBHJroVVRwcuy/jIpZfy3d
WtPoKWx6OGVSnB8cVGMatnM2f2V7ZOgfa6KblgN7I/VnbkmyABHGNSqozFH80fQ+VkJXVdblZiDa
7aWgkOpciU1/eF0qEFRvJ5BdCMZF3jYYfJzx2etFo4XCXrAU5+qqslD2Rf0xL4H8BW0Hkc6fZw6n
4Yjq7sWT9sRRBGm9+yhaZO3RbNlGRWRKroqwUw0cOIODMWccZDuAtcVbFUDvKgmOkCXCJ3MaLOvW
EiRdnzj2eg9zXXS/yqxeZxT3RMX7JZLGJ21ZVCf0Sj1Jgqk3kRhaoIc/NswEauQkaXNLfzNBwdd5
srt2urXqIW9SZApmxp0VJFbVfCuUfkTV0pMuwAkhHezAmmzn5DVETx0KoC4PzDlWEm1Kb5DVKAnN
QNBnnULIjaYdwmOqjEM8VCxumDacBe7NVJ8yEP96gJ9H+wXBsqu+mMloWOHcq9SEKSOT6jbaA4Ke
2cpbHzkiQpgCY80vtjOtHllLktyNZe9+nnrqVfydWmbemya/LgiouR18xST8+WlJupbIjr5wtAB9
Q/8Vjb050roxst9SLzr341zE/Qz4lCYdMp4p7v1yECa2Kdpf7G6qcY4BV9rZN5F6W8yHh3hrBCfr
AJYqTyIlHAu0Tz+Vzwx3WTwI8MxPZeJoZbQAV6vDPvdW+oUzUR0yz6Yx9PIUfFzTDvOH2Ugy89gP
dWvBBrWX0JlEbQbsC+UUqLE5CqI2qNv5Wgn86OhZSr76wCFlfpRxNaZB3C4x20n+sY7Coyt19Npi
xUqnVQD8wB6KP7Qfc2C3ntmJoCkt6ztQLm8j8tEdduLUWO+T2Fk/yE5VvwhEHTIwxwTgyKR72RdL
AQIWWrOUzwWGdNgBxcBNyZi2U4DFbblH7pL8sHFNJL4HY4nSjByTX4nDkY6uFXIsqLND5vnkdPfN
k0xKUT4Zg71SkMhH9wfS1cLA1zMtX4ZssJ7fn4reWH83NwteFmQy7Lv186nI6ASrgy6HiNrjRO5V
nF4tMc51/HVPVBkuaY7e2N9sRb6tX8h+nwX4/HKJ1dVLmRpDBHQTcisdDw54M8oUKhTFECGy6Q7Y
O8urGgXbhTS6N7Y41HE8FJLOVuI0tnv750C76P0MHq+uorWuU0pg6RpsGoFT3ekokfpZ/1LmRPr+
1++XszP1aW6dLc4+IdLqOJuM3UySBXROJHStFRUoKg+uOeuf0m66FLL+xkNyPfbmWCxYYvYZD8Ng
zkOdsLTUdbIeW9vgHGQvA+4o2V85QCAo+1WXZDhvbaoMi3bhVudiG7cX5SuaKlSDQIlIIYTPicoa
OA5EsWRBa1xMCnrBJtGum6RnikRa3pcvrpPW3QkhmP1FFuYk/ofXzvHB5YSFAJej/vlvLdXKhgCe
ichRvPRTt0rkH6SPhX0m14gkn0uf0Rsr+lZhwhJOJ5Mm2m5cF4RwK7ljDpHeNvmHrkMcgRLHu0V+
kx3fH1GvC7306raWO30I9uJYtc+fLWtTZzKGfIo40xonFArlVcv/NozZ20cUBfqohJd76HuCV906
Ifez1FBUSmsKOKYWht/U9nIAczkZfgfjMLQXUR1Uvbfc8MKtbo+923tsumckRrpDi2YflUj2JBXR
wRyjLUT4E6655KEt6+XZbLN1yxROpq8dlvEoVQwL6P/Yn4oB1uyFu3hdViEyjLLCpommPbYfDPHW
1amdbESmVBbwfno7qZ6rBIlCVCL6lGFXLN3HVJODHY5Zrqm4tIvqZTBWjVDXVt9M0VV7P6HZ/pm3
mXq95ljSkPiXQLqbqRk/I5GOP5qxtl6Ynd/4mhGwczxAyE5ZaF8da7Ikq2259hFpp87NgLQ16sds
vFHbuo1yxPzX61pUF7aM2xlz96NRPd6C+ujT0m/afTtKgl7S7elzOW4uQ92qxSdSRIyLhbg3BgeT
sM7Jj/qfwZH/fByjocht5k10XqSXLAfwyjVAaT25d+VkIrwFvHuqurY/lKnZtYdt134ba3H9P7xj
GsVompg0XTpt57fhVZx7LbcdInoRy9GcVO1GrKkIKVvmt7Vcf2ks3RcOAK9XXU58NNypd1FSoeZ3
fk0EG56XlFwTQGl5VQ7p8oNMZsMNOAICt05j4wI85Y0ZmsMu52wswtQWVXc3aeSlbQ+Vug5QFTSz
IlaMcCykT6WIfd5p+qilYOWx8eoI9preyqiTwba476hEfwOsrP2+8E2+/vHxZ3AQ3zSjtHD3MwO1
hSruCGiOCGpJMZAxR4DtAcs8EQRkS7gAxLSMd3mhbl5auNYZItqv79/Ea1M7HlM2Iyr7AVpvBEKd
/wyeNwqCcawpGjRDalELRhuNVVV7N4tnF1OwkhqpE/omOwrSphBP3bosld8srvnkJJa++HqfjIDK
hRBfY3vuyijXAK6HM9WMr4sS44K3x0JcFfhOptMI/rXgBJzql7gdr/scTLK0/Dwq8DQO8FKdPwmZ
Fzk5N90UYTWqUACs8lSB+M/ZYZHQly3azBwr8quCWmYEdV4jMJoIhtbHKUUFVIWf0fZZc+XItrrO
UrVlC2+0p/ff9+t5GGL2Rvqkukynct/eaPsZgEc1wB9m937E44sjvm7QuSGi/YB3YH4c60G9qhBD
RvqYiwsf+puXp2Co6g5VPc3efXRUz/IZfdgCMmHsZ3/MDTH70M+d+JYIbcUNJKRh8neS0poAZ8+W
2MSosXJhG/q3EXs+v9rsQ2kGquwXtgiy899qtVy6UDqqF5ah1r2DdZ+nt5k2DNoD2lRcSAkdtEf8
FQiFlDRV7i19Ghu2LpV37dV9XZzs1DDgLzTTQPiMSTZJVGorxJVu2cIaR42zru8pNZk7M+1X/cqI
ESfgO0yN7sokDeV7Dfm3h7jSsSedYYQjvo0byt3apOSnripc0PgjKDR9HtD8LsJKbxKw9JYPvxgH
Y550yUlfHRkf6gnGBgSWJL8SZZ1Tsk3VmNCRAizF9djb8rvbz+0nEY/mh8ROi+IF1mhxRRQKCQ1E
5zWRq5dme4TRZd46o01kB9Vu9YKK7vX2DO0NDiWVwwcCiv2WaVx66lqjyYduL9ltbW60SFIiI1Vv
6sP7g/zviWn387IXpn2yCX5YVbbl9Z9jxuStnjqq8RRR4u5MALYah9GwRcUFvTE3dRGl1Dyqe01J
yMFlGRhK7I7z6vzUpOjUK1Pre/2zWivqy/t39saiQ0sRpxbbxi3WcXdjSBWHTkq9j4Y1U75aaVyH
2BS6H9MoPwOGWcP3L/fGPhV83BYNz8aL3d9e/DR2sTr09VZ4SgzMyACye0IsUztVOWYnYzkcnFJt
jOu471u4ziwHIhwrYiAIc4GVHiFFa8agGkdUsc1k40lvVwPvWCHk+DjGc/w4Iv/+78JYaaPzhiBP
8W86Sgcmq/Ofz/GyycaoSaySG9NEygG9HwZA0zethJJw4R29HpdsRxEGMnezqWcDcn4xydKSLPoK
FkjrnOtibuzQIUThkNBru3Cp17MfSxx74G36oxRo73Z1dUlukj7Va7Sq9RTpbtt8V6hMH8zSTghu
carmNLHLJPVAhRPY1vJSa+P1XpbiPRKqrRnPIcnd/vyf78KJPZ2mubdGFhvrn0hLnOfZa+B1iLR1
IuX/ODuzXbdxYF0/kQDNw61ly17zypz0jZBR8yxKop5+f1r7ACeWDQvZCBp9EXTTpMhiseofAOkO
YMAtHE1u78O3w312IFEfpgKqgY2Dwg1z4nzgGGGjIWxQwmgnWGb3IlLV57abs+zJwjCrDuK2q9Oj
DiENK5ORFGhXDmX60dIw4ziq+ej+pucbv9YZeVxgZfSKud+BZ+5SUTfTLm9xEMQrQGINZYZLEGee
eO40E/lBn8m+3sm5QFBaYOmWQ7zGLstUevdr1cpI7GsQeWA/C3V6306JOvm4cqDa1/DbftvU8gec
C/A621GujLK7rnPijbBw8V1YHlaGhjjsawffz/PlARAZm3qUzIelFpehaFPUd23fadUhG4Xm7PpR
iQJ3UDZJusuOW38X8Nl4jJq8y7gRVwOXVshr2VQPkz7G5f0U6i03CdQVZU89O/pWhfABd1BwqA0L
01W+3t4XF2ePeYM4AyhJI9XiSX0+fBbBAY+zjsdejrmOdK0JZmCqBTM+T3e3h7o4ezR3gGRiArnU
DMn6z4eCHApEqWxZ4q4sApmK8XPc0pjeRchzHuJ2XNy9eA1IDyaJF4fR8fb4b+pMq6UGCYtSHbpH
FGnWDYckUXlIRbV2QJ0IhicEDdzMwEM1jxVSxu5+opdb7hUcFU543RSKb44lVVMUZ9L4RIC3qOAW
qjrdDWEEh02Vs9xTbdfTQzyZ4bBD0838oPDzXdRF57RHbiZFg9/RKqxL1EqXBxfPoNqf+6p+mScu
Puiq8JJS+tVoyWEcABCjLbqNrf3WzFvP2wTuoS6IWGRvlw/zV8yxRq02MGDTDp4rxvpeVTTt14S3
VPssYgwwUVwXmvAbHUoGxiXerD/1kUGdBFn4qT60jXSORdeauLBUtGcmUsLQb8ucatLtD3TlDC5I
VvRaeY+4QPnOf6eokzKUxlK172KY+VD950WQxnWnJyqi9niM4LDhaqfPYbJxL1zmKxx7GwND9KOo
A9trOXM4WyXhsccEZSyV2ZcycT8NQy//sDSEowyvoK+uScUcrI7z3FrYNEFhiaNvOAhOPpzbZOO0
XLb/+UXgJqkSo0LIbl0FBtfAyM9V2a0GXb33VTlInKPrVN87eGSceKtV9z239L4teuV9BaL9fZOq
9kZ4uLZ3INJzbHg2E6PWmF89D0fZZgMiCo7WAjgcKrgJjtejA4qKwVTv6WuHP2vsK3PcnrL5NJSt
lZ3iHlToToX+V+0UPCFfiWtoMBgNLG4fBnn7envrXGR1Bk8qhC2xQ3Zc56Kirgs7cYvKMQ8acpjP
FbQYn2OrvceSqPyU53X+45/HQ8oQdWFqRASSdakXJrwAYwm7021MfOgiswsfUkXJvjnREOOiVlJV
2jgdlxcF4isUipaPYQB/WIXPsbKSOJoy88BpDf2u85AyUIsMe1FDwphIU0lnMA3nwIVdMG+Uaq7s
Rm4nlLeoJcNGtNcNehjKE2xy1zwMMQXdNvL0RYexbrWHDsePEM1iWZ5UF860NppIDmNTFD+YQFg3
NuSVD82jmSVYetI8HZdV+iuWNZmoLTexzEMtIE720OK/d7yhc7ILhFv8KQE3t3ESL69IqPEUFeiZ
oMR1mcHP3oh5V2QdJtpe99TyRLmv8lZ5aO3E3LJKvjI/apzWIgW5gCHeuK9/zS+rdNr1U8FgrqAw
3VUKCoJ59CST4hcwkXoD0r8eDj970o6FmcGGQkVqtZyY0kyaSJooSC0DiUmEH+9hi8hur42hdR+D
ddvaxusg/zYiQnXo8y35Bgq0Zx8QwRNCuaUqB+4P+xG+fI82QVO9U9F6gaiuV37nik1M6Vuc+vsO
XIa1afvTmkG3ETD6+bCDXmJ+m0buAblM/ZlM1quDfGqmr5oAGrervd74ZaqhgmpVXVGcQc9Pu/do
Dve7Lgy9hSijqa8ogCAGN9gdQtyir7K7Uk/jd4jvTjzjS2Nxg+xk9L7BPO6DDWoAHU41E79GBA/H
IKyihU9axt33PlHFl2LCGnKnWrPtkHHbAgU6pVNzX6IefEwqUvBn6Nu4/xS4k+4iETvBCPJEve/S
SdzrZeMgWzEk8X9xAsyA9mmNuL2KaRKuW9ge/0wrBdcM0+0izPeUeh6AiViwM1ylG75HgP3bpY0e
Dfsl7eF/BST+N7tEhH4xk2D7SUVDXqIJn/mx2Ve/s7gFy5ISzZtdG8opBa2aMvEWZzxzD3pJefVo
/caHUDrpo7QGrEXHpOzvPJVvfUgz0ytojBvpTx4JqGeUbLRwN3l2+ykkBa0OYaOjTqpZUhM7GtzU
7UZhZE+KmkD7gAQcw+jNdZi5SVeAMey0djFP7JRufkb3J519oTcDLwXTwEYmolT52PJ378IiQjrW
0weMFqay5C2BW3QjeWY1BpIwQBaCoaqH33bnkhUimNh9rejI/u6HCq1BXr0uKLc+qr7qWCOheTrK
5gGKZYh9ekShFukQLf5D5MQDJZ3sWveFmDwJ7DxERk4W5lyjVRKig5QCL/jiCEx+T2mppqdQd0aE
MDWwbTtSnhpcabs4VxJVJPCmqsKBkZRjkjs6tPE9rZHIYDR6hjuEXhTrMzezAQRkoDkD8Xcq0SaO
vJkagy766M4QGj6mo6e0mEuVA86hiOvKX5gWwlIfYbdjjFck+ZMAy414mJj/pFi+/nKBjuQ+9ApK
btDrpz2RcYgfqeJm/6VWxsnVihEHaJHF+E7qqGb8rCTaCvAXBuexqbz0BwsHCdlSEEHYuASvxCvn
f5sySx+Lnub5MZ5NSiLSslE8U+Zqn0QeDMKu6vYuMpiPHZbOGx2DpfSwChs0X3gXojRLdriOVpas
KkPJ1TgIgeCmtAqsAQe6MtygyVwJijRBEPCE9bPUB1YZuktlerbzPgoMeqbaAZ+q8IX+qoP5uzP0
xyHN0o+tZm91rK+sJuRhMifSbRDH64Qb+Qw8d9UkDvohKg9qNGsnRG6MZ56g3bMextbW57vA+RGG
Ee52XAuUH02PNdnFMRpZRqYRgrDTne6HmKf+G8/9ukVdQEm9B7eJ4lNhlMh+tdDNv/YDbu8UD9EK
8HscBfLPTmeDqSqoFD9nJRy3k4XUAv6BIcTsvR51Su13vaZ90jxscf2O5sXPhPZuFZT1BMpC0vBE
OwffHwOvSkRGd7LMjAclLNRhhzKufKEYZeLGEupGGbjSUh/jrB4WRYbcxMgS8ogC9KooF4A+O6Io
QlxRcwfADGdd1WzfSHPjk1B03gpx3osvdiaBBlWN4ih7Ghc13Ql16Ht6DlGmI1Ib4Vydyrr+ICw5
i+OEUtEcwPjVkOuQtfajrhwU/aZcJySnMnVAOYVG0u0R3tNG0r7SIe5EyEW0mGqg8tDFdonoqV4+
hxp+1Xu1pJO1CPDN6YE66yiPnE7vV+tRht3NFiVXf8a576dU8/Iprz1VnG7nyvrl7iZ1hKBOCOQZ
SoJ+fmidBnc5TR2yYDZi3fJlOSJD7trKYrSHIEJu5bqPc6ISiLjS7rpZKL4nMsyv88pFddJuR3Vm
AZP+d4mjCyTHekTqmhcXbg/ygxGazoPntpIHuFol+0nO7s5rI8NH7Kb0W9ucnlGaK+Ueaes/k1KJ
4Pb8LtpOSIrSyXEJR/C3yNBX9UuxdFXT0SsC5EQmIH3SRgx6jgfKOcmg19i5orgAUMGy6z8qTnQx
ebosfkJQi5y92Y3Fa9LghLCXdeWeanwldD92XRweMSjVlY0IeuVj2EBBAIQstIYLaIyVYXJrhHUd
gErQfCyLjSABvP5d5MmXITa/Mkn14+0FemOhnkdRUksk6NBsoRBOBeh8A+BXS75Tt3Wg2pSwdkYV
Vqcpa9TqUKcdxcM21uzS12UJxNFUygHErFJMcl/qfWf5ndSbdodQef4RBBzmVvbY2+GL3Qz2cQxx
o/Y53inIZQxCPyWwGYq9PWk4v0tEXbgaAM2+JpBZ+idDejO91alq9x0STfN7UcVG8qLHhoSRaOLb
OsUJlMBCmQSchjBDpMmMfkcisr5YgAgT6MPeJO8zPa+/z/TIEX6OerqGjouH/U4dYlyz3TQqnxNl
6n8U8xCxqWGtIjSSav1HGLJmfixZ4vd2zjcKPC0rujvqYc4XHiDjcG8BxUQ1B0zINzEOlPWddEye
PBP8NSlCUf5p41ilucUliQR3JMt913C+ad2GyhGJO1UByTrHKc6IuahQuQRy6JNZDF/rSZuwBzcy
gVN9a4sY6k6O6EzUePmnfkbD5zgCd212vUYs3G/sgItrFC4X4n+2gf4uvZfVtR0jVG/Pg5sHpj04
x7HH8ZQfu68bi3aG0xYPvRP3G8fyDRZysetoLICuoe3FW/F817XFbLj94OHyk2I+v88i3eCVoZqY
stsNEMphahy0c4b8hP+jgRf6ZFufKsCx5VGP7QnTc+gA//U5zg6Pg9HqxTOOl/RuUIctDV5lQ2U9
wRnNEKhWC/IdQyJqjFEmJsIBYXQgpVbDsnrxhqh/whNBjntchzFGA0KlUN3F3e533+YKFrat/cuw
C5Qpby/75f2OpihyO+QuFHDcdVFrgvHplKbMAmuqyns5I/iWRpS08an2jlQao42X8nKOVytOtQoA
CVwG6BPrQuMw5u0w1IvAVhHHGjpHWtk9eXk+H2/Pa/0iJ+CSrVAzZzBqUmu1akuLsP/kaggG9JSe
Uqet0BVtuxfZ4gH/z0PRocZECqALteM1Tw6AK/VCa8qDDijnEclFsPCd7b5SFFI2yCdv3NTV8nFE
lqoSTQia4qssMNQjyKsuxl590VpFoPAcH3YKMM1TBA7Aex6Hyf0dal14Jywhf+FoXj4J0QPMx3vb
5mGXo3zqp6olcbHH5Ork1XaTP4epO0d71eqNVy/LBbmSAB63Z+O08X3fNy2iBYoW3XE2rT+D7gmo
fppAI4gak/jcWObChy1mGj6SHnXvq1bXfsIlyLBhg1GYfQw7e9MZ43Lr2pyjt0YtEE6agueHt1Eq
QLh1zyqoylT6w+gJ7wPevsqDkrc8yhV3GLdYyhf61xQOlx7km6INAJI1CCopck3txrEMUiXzvF3X
W/qxSzvroRCKeg+J2joVCaZV6I6J36YSSem3LlbBnlFaJw8Ph52F9OdTW866QH53kRH3ihy4tKaK
cqd3RrSRWl1e5kRUhAIAeYKhIIk/XyXiFskUsLwFFqYGaKsCW+rAP1q9nvktyprHfDLbjVN+efo8
xCQW9wht+bMG14a1mxVcMW0AY6PF6jmzrE+YQwMTq6kB3j5+S2p4fiSgXkJPAh7mEsTXEoYm7EJ0
hboqmOfaO3Qws7wqDyD5W/hkF95zhaSeD2lD/XZ73Is50h1mZij5WBpPoLUEhLSJYjUaTkEr3U/U
HFLaDmZmBnIwmve3h7rY6QxFH9hybLTLCbyrU6+4E4SySauDOZbZb6PozCMFpuIHgAAqNk40bzxp
L0q5QL0QnqMJpqNu4ZGYnW8akxDttl1VBz0aoR/isOgsbEmgDtZdMx4LS4N6Ecc9f88Fck9PtAxQ
V3M3ot21n2GRf+KhAfiMBHrV7SnyoUbEIG4DWA7Kz1QbXB8ghn2QFlQw6maj+WBWqWLANXTznVCB
SEm3rDfi++Xq04okIQEP6PJGWUPGJN0odbZmEai5Jp9E6817Fs+90/JoVPkVWFltXMoXW5rtzNt9
UXrghmRzny+/NsCfCZME+T28m065TrETWk16LKJpfrK8AoMVgdI1/cN8o8pwuakRN6LTC/yHHBxI
8vnIgzDMdkZKK0hskWlw6XRxX1kktyREabgxzYvQxDQXtXjODhuOUu/5YJxZRcI07gK3M4zvAA+0
U9ep1b4x9XHvwd28myBRbwx6dYagO9HCA3VD5nc+aDsY9PAxyApcHlB7VYe339SefsrrrP/XKMj8
uJ48GjmUHAHvng9VZqhDRrrXBYYa2zshhu9o8w1fzM6J/rG35dDsQeVnkbR2SObWGiqQU/KiHnWS
ylhx7uU49e+gyP+I09jtQe7x8LgdkC43KICl5RYk4tJPs1cBCSaxAtuzp6ejjPlPJ8xivChD1965
Fs3pnT4VRguHrUVVXlruh9uDX55HKL9Q5FSSoEXYbkkx/+p/xGnn9aAQSVm13D3GHHvCku49OmoR
PkKe/D8Mx6nXIN0uaLA1KoZ6BV5bWpEHczebT+bcyd3U0FizIif7NiJDcLg9vctTQdWOzwgw7i2F
Xe2aJcMb4tpmeh3sG1vY071ainDfCFHvtE5THsrJ2MJXXRsUbdgF3QJKAcLR+ZoWpB8TUETuTSHt
QJaee0TqZjp4dCSCzqzyR7seoo2ZXh5FAzciJDMcoO2AcVdHsXak59Zml4MV0rMXpXaRD2Fb7T3a
KRsx/Nr8kDfhqWdTQANldz6/qHX0kddyHoyTNjyWGa+wMC/QWY0L9weaSiOQyk1x5QvEAFg+MAq8
ZmkB06ZfI7nABjmzMlt5YEdj9S5a9LSPc0E/BGiUfodOIJ4KaJnSykB37CnJU7GrC8/64WJ15M/o
mH+/vbUujy24Nkosi7IcdILFEPLvkwO8KyoFqqCBV6jVaykhpwqDlwBAdySr3C4+OJ2h7L2qdf/5
U7PwSGBq0BfY2N5qU8c8UVyJHUig1ln2eeioo1h6Je6SxN1yDbpA8DseJB54GbyQKCCzr85nafXY
8/GsdPCacrwTzyDnmS7S/LqIeJ/ywTLaXVoJNxhTA76IFcJ4yrT8c16qW7Cai0jFL2EPeIuGClC+
9T2OWJBTF9bggBsHHlTp00ca78k72UV4WBWmtXF5X3xeDzLbwlEEGUOWuIaD5GlpjJFhT1jDTc17
gCOPlQfeQOma+gHVgvDVrET7Qzi6crq9ry7nCdIYbWmdZxj9Wmt1kFlsvJLSWQ0aUVl0+3n/mMg8
vzhZ9D0r9S3A7LXhNEAVJCouhZt1AzxBBVav0loLerTmdhWs5CMWHTSoRkqrg6iVn7end2VH8cxk
bcHj0+Sx12+oxCtVaSuzFqiUYV5Nb0xfRGQnxyomC97JfGh2oWfzPE6z4mtqlSppauIcZjOXX27/
lDdlm7PXDl0PE2QDsJLl6bEO1FXBz6SFOsP1KVT5EqVt1+2GiVuC5scQRacK/Gr/qtap9hXaCFg5
b7Ticc/rqzeRbS7dAM8mWT/SKOzJmXNj/qw7hIJDExravFMadbR8/GQaANkSRs6uKxu790uUfAtU
okNMqMoILte/ZhRLN2chObHIvDfW4ppoxvS51Y1aUIE8l4CrHOcTnpTVa2I6S5qRp4cEWa59bk9b
wJUlHvy9pFiOwFIn06Z3B3xmTUnswRIIHKxmPxsN3Y8q175P66HagFGsb6BllEVyjq8HWuriw00o
GZhtrM5+qenzz9RJ/isnO3/uE095ojNEGzdut7SCLi6g/x2UngM0KShka6370TUhJwzm7Edk8w1N
w8EALeo2+8mM9I9ai9xaXkOO9MGuJR+q3nN3syfLZ2x722ObDM1GoLi6CKRQ5N/cwchKnYdmc7JR
r/ISFQRFSdx13qxxWS8JgsJFhqIYjGMDvGVjc71VFVefmFo5cvDkrLxo7VV6YxVhS0e2n30Fe8ld
aBTeUWkz72NpVtGvtAHMkdaIIXSDOh1hAZeU4ZvoLtd5ZSJSJJ8BpTWBF4IrNp2yOKG2CHis6POv
U4TZRpS78cZ9eSGEy5cD1AczgjDNdb12EEurbkINHlhha/bOo23QJo+Q80NmTYmgn9itAzMj91Rk
HOIxaM3M3uPs6hwcPVU+AvIkwenTrfLjBVNh+VUL9BGkHyGIgHj+/TQFdbgy0hc0Yz/+p+fdgF+L
HLzP41y591USKuoewVYt2seKoKJoogSj7IpaFXcT1VD6nzzXsWBSFfVFQZHwc20nxisVwmTYlRZA
kOB2uFxnmMvv5Wjz1uMRTQa/+u4DfNuyHzIJ0i/pXhEGT+4FTip7YdtbyexFseJtLLhaqAQsPIW3
L/rXs2TMbbK2HNBIkiXOZ25+5Z2iAMuK8kH8aCLV3AHaStnedXKQitMFs7Br/9/ny3NzATAtKcea
UmNHHYGrR7O3MuZfcRkDbwk176PWd+am19tShFidqSXBova1XEXQBc73QsvTGSI0YdOYBf21TuIA
T13hBD4B4y7cjPBXqDLnjtOmHwsgwbtsmmSzq41wfHd72uuEgKVfJNEWphwIvIuEYPAQp6yiZvYL
OjF+m/bzPkrN8l5VO4kA5mxsvCbemGfruaNnTlagQZMAr3A+dwW9sZDxZiw0wuZOH0F8P1vV1NFw
gx0qdm4XAj3MlY5cX5Qitf0IcP13YcEt3JmLPeAhM9IWTZJQkT+GVEE6pRQxaqSOMSvHiUiDyVhr
tv9hg22+i/KpYL9EdX9n2b01bkTla8sHmJB9SyWTsLx6zUey8yxEg6jpdUVO4zlTXqKoUAg43cJ0
Dc3n25/ryi1ASRokCwRHkql1uoiqfxqlVSV9O2wmX8vj7KBMDkYaTVMgaq58E1GabszxIhJQgCEz
tUEXkIgjJXX+xZo5AiyGog/Wgqb7MMwFtEA3ixCf0beMWS+mtwy1VIUt2jQ8/VbZcBPN4xwqLkPp
nfKItcd4TMpSwmazbPTYKvswV12/saZX58e7CjA4Fx3kofP5hdhHm0aGZxqd5OY7EJJ437UqerqL
JPrtz3eRLzE/NPUWCCoofD7j+VBtyvafENLaO5VdfU0hnPh2AlJu69K+Oo7JRlnKPIvU5/k4NQZA
qO1C6CzCcL6nGkLhxWNh99mchB+NMCt9xFHq/+yhGF5iTQJnw0XNL+0C2ZSwd6yfZMRmkCHYsrEC
FwcGK3aoUuCsKSVwS6/SmFZvRj3E0YbyoeF94P03HSDjSPif0jsOiCJt1OOvfFzQxa6NZZBJo3HN
PBrwaLITrET3TeU4AVAIgCDY9PjR7G193GtTY9O+TY8juo7qWZJKUAucExy5gcqnADm7KK79vury
Yy01ZWMpr02Np/oiCQK/Hej9+UeGTJblFsyKvaAx+SEuMLcrnbp5EI67VfldwthZ0Oarob3CnGAA
0BReVdVdOvaqOYMJRPRGJvsxbQpkyifjB4fFeOzwaXlG8GpQgkax0oOa9f3+9sFZDv76BzBNQh7c
QtA1q8BQ9WrohCXG6LbTTE/gr5SXsi2a0+Lh+TzLKbkfUYCLaQhORXB76MvMjclTgdGWihTHaa0n
xLO26jUbJuuY9lV1sE2RDkcYJXhnk3SHp0bl2XVPUYLWboz8k3MMzWLEdRlMrvknm8smcDRk+p+a
OTc/NZLa7K6bkemPUGdE8hRS0EbEvhJGz37x6nNFRalELc/8PbYz3QfHlsMd7LcULqwJYgdR6g+D
SVZ+e52uDUqniYPGa4FNuRyPv5I420mnlAdwtR+8MPkj2xZJLi1DhafoxhdwdyKIgDAcbg96+Uzj
47AtaSwTVCHyrOIJEg9UBZWi2seN5sXfEg/tVlKDKCyP86xBrgxTQJf7uh3Muzzusv+62eqTA8z3
aXqd2xA1LBe62ofbP+vadmUNSG945nMyVx+gylMQpzE5zTAWToCp33RwB+QI9czQ32WYogNdb8wi
cOt8y4r3WhQCHkF6gMsft/Uq9GtpolI7yWscw4wefUMVwRlW3/rsUv/GD7b5/s9TXUzU+eguIisX
aJEGg688Bha977JG33eumaIpXIU+1pzqoZjiX5VqpF9Ra9zyEbgyUfoYCP5QdlgkR1bhD7mdJLUo
xu6LCP89zeyLO5FnYq8rinmMtM2s/cqdanN9LzkCFCH+nO/v0TGbsAojFna0Mz0QrlXGd0ivbMqo
LF9oFeuQjiDjWnqmwA5WA9UoxYTuSC82NBZ82SxT+ziIsHscsaJDwmZSjo1SZ34Y00bdjaXon+xJ
oAJQRoW9ozIR70ZNT9/d/s5XjjdoiOVJyL/Y06s3Syo95PWEhuwhNIBnofeZrwCcOJVt2L0HXWc8
tmn16faY15acFABS2dJc4Y5bLfmc5XqpJjwNRvxq8ii3nxwlbjZ65RcbCUAQbhR0GalPMshqlCSl
JqfQbGGly8QHH4kbbFhBWJ2Eei/ADW3cZdfGIyoscv2YKVDYOp+VU+udrg6O61f4py+lR+9Ig9J+
Ut2y8Ztk3EQIL5/mbEMxwYW/x54ClAry6HzAmZ6Bo086A+oKXBslj52fID6m6NDh/Zrsa8QaXkAj
YVNqzTWqy3qEglcMT0JHmjvpoA8DAjmmld4aBwUzWd/OiTGBlYi4DCbPTeSuMZCg3slajUHzjepw
xMe083ZK5NRb6hcXO5Hp8BZBrAOOgmaua/UG6vllWReu71oKpDQd2CoyOlARD6Ws9aOGCGVgWP+s
eod8lEH+QX2ABhDhahVvVDpdEtlL1+cGR9GomWx8x/rSmPfAw7z91EmPile95V1+cQaWYZG9s0gG
ANmvw04hVYS/LYY1F6Oxk5s6mE/gPx9tKWJfGwjFDgp9OIBxqa5u0lrhJd0ohQdJGXC42dvj+6qy
is+3j/S1zU+HZTF0Jr6xoOd7cbQrQ82lBH2vO/17bcQ2rRJ5hRpEot71DfJUt8e7SJLpmi0cfDY+
vSS6mOfjtbEY4IcVsK7KjLqfKLvqsUeyWNtVetX+uD3YlZ1JEGHt3nant5baGOHoJGnG5WeBI3zS
DPlnNsZ0Z9aZuPPKvHjM2bwbud6VBV0UzPHxBGTDq2oVvSQaZrw0LM+v3AFK29TYoBMngjPOmj/m
Qd/E41+JJtzzS1+WtsPC2zxf0cnK6rmi+OrPaDwBES8KnCt4KTei4OmTIV0f5Up86FsK81PrNJB4
Z+9oj+1wQq1wS/Hj6vTJspafQ/ReY1KQGAorocfhAqIQx2IgsxqXAmsRO19JrJPg9he+SOzYTktu
5UK30CF0LtvtryTXwbQjn2NCqVKGln5P0us8Z944PKawen/M5qyems5w8RnRhLEx9rXdBQXSxAx2
SUPWSaVJlOkHB+JKGmJrbKGb/Ngk8OTKou0+iCId32P+O5m72zN+a4utbg8iHsQC8ixQbeoq7nVU
8vE1y0O/bCNLPqAak4lvAOkRxhaVMnWVD7tVIivgevk7F1e/wR8Hrf+pzB1GuZ2pOBO0P0iUR9dZ
rBP1KXTfh6E+tn7CUwSvlpi2887ro77xsVHxij1rCwuvCadY/zEXavwxHbCioMxnIxJtDjaSuCbC
PYfarlDrRfDWKx8yZWpzCJpRrNxFrdIaD8iSDacyUatx13ZF8ckOLVS7peGG+UaD6vIVsvTmlwYJ
kAz8XN/A8n9tC6mGSVelE7pSrbSR10BQ8Y8dVsV9A7J23+lz8R86NKhuCa++0+a026W1N37IFVok
uzyS9ZbLx5VjQS8fRjU5BgIkF8gb4aIA0k26n4Sl+DI3o71cjunwkCI+vMggR9FGoeWiRECp6f9h
ikkR4R6fn4ymrJtq9FIyhqkzfTHTVQXOrR1lAfBxNyg9Jd+0bmBRkom0FNsSmK+3t+qVSfMUIDsl
a8apeW1uDppAoZDX6v4oRwfyTV92uNbmqndASlo8K2iAFP9aO8RWkumi9rZ0CYEsnM+6wjeF9m5t
+FVazY+j2RQ7fCtyWJ1ivvvX2QFbp+7LIDi1XbgY6LEueHHQcMzTkfeOWsrAEemP1E2Tg66l/6pR
RUCFIE+sw6PTJFFdhXlbGVUj4R8fECdCDNMQH2s3rz5Ljerz7Zld3tE8p0hQ/xeqirPg+SLKQW+j
qrZ1TGccL9tNVSJ+CFHaTkC7CErP7dEuNyqjoYNCI47rgs7yajRHJtpYxAbpY+Y+uBmGwzt4SjLZ
ZciyHuck9rp9nynQeLWsrn7o+ahs3VqXudYCK0fqnO4Lfp3rh43Xmo6IzBH0bd2qD3M+Gx/YNWJj
ppfnAcQzUnSggOFXWG/eaH9FpdHCfrTOoeqlU4V8lC1DY58ZUIxLakCfZo+oe3tpL9Aey6ZZNA+M
pWEIRWX5RX+NqLYNslZJAbmn9twq0CZdHHrRufcWCu2v4AhgUOV2VvhNMTRfQtoOSCGU4bcob/TX
27/l2qaCMIiqCp0zHnWr/dvJfmimEQ5Wb8c4KVZFfEp6Wz0uXgkb63xlKA2NJ17qNgQs0s3zWU/S
MBQHiogfplr+YqbuB57I4WMXTR9vz+mytQ0PgZBOtQU9BDqlqyCLKRuuSGlr+s7Ulu8pfNUfQxKg
GotBt253Vlkl0ylrom7aTUnr4CTeQSja6bPrZrRvmsreWTY8WF9roM//+zFe3FBJDilK6zT4zpfB
1RW1ywcg5blLbcYXtQhPiEIUI5IOerXfWIolrz1PS5ZNxisBOAQuPhf1CAuxkr4Thl9gIGIg0FBr
YsaPSZvj924mTYgLadR+m3KPOjxKP+PvwqUpOJv8d75qjlW0tfmXz7z+RXx+RPbAnVPBWc1/uXrU
ok1V7O7i/ICygfFL4IkR4GSk/OzhKXewHApcHAAjJFhTlGog577bWJgr4Q1UPRGbdw+Ig7UiYlzO
izhkhA5QHU6HzpP6XqLY8GviGXk3l3Xa7CJPSWLSjiH/Rot060q8EDUiCCyZEGg6gJvwvVebNEF7
UwmdQvXDMh/vVbNPH/JUbT9ZeBHfU53EA6uYKj9uZlLAXIn0/wZVrU75lAzHsu3yDyBuqv/GSs3v
rcpKf9/eOFdCL9r1bFNqHjwL18BC10SitKgy1bdrzJ8MlMJRCWnteEOB9RLTsOhyghbhrQs9EkrA
+WmQblg1MsIRrG50G629EcRC28Ox2EVT3cAmNaePNS83fVGAUF/SGcIdIq3RRmp65Q6gO4R716IW
utRpz3/GaJuD4yStSjJWxB/1LGm+mHqSfIa6bD9M4Eg3TsGS8KwOAdSLRSOKW4drdnW7aujbeLWL
ZYiFwsBL6TrRQYx5ca97Y33XGy34KZqOd7e/6dUtB6GM0weGEm2f5Vf9de+MzKaeeTH5Njfe96Up
dV+PufzYmklxmpK0zCHuhuEf25bt12JRsQJiv5iu8D5Xn81ospFRjNTCnzO3fzcWFcZIt3/i1XWh
+EYtwl4AA8u2/OsXVjO9H64OzZ/LNr7TO/Q4jTqM72GtodEH57p555hzu7HZr319diC9KODbRMpV
cSDJPDFmZaH5g15FWMI2MnlHwoPXx1TYSePrw4BUzO2ZXjtgwAEX9obN4+OtnfbXTJXOUWuzkZqv
SnP+gE/cZ7wvx2+3B7ly5ZIH//9BVjEmw/yhnuhE+bKF1bSHYzYjwOdFZYGIZT/9X5YR9Co+bfQ+
KT6ef7xwbrn5S5ylUIg1igMvQTEeOATSN8eGhlcXb+njL79/fYwWKTLHIgciQVzm//cizqamlHVC
SpzoxV0tMEScss4KBEY6dzgT/aLuUd+XgK9P/76wUChgFFHlAKWwGtjr0zlzOrQLgOtCyjRMC33R
dniG09ZtbJSrc+QwcEktTpBrbc4U2IJiE/79zoum9ptWaOH4OKV4QtPqLQ3kqlB7CiIDNylf16bo
Xw2hl3uKQ0HA4FSC+1jtobRK8jF2ebHqiFIFkUQSoVXn8rVBEOVwe1WvJW7MEOAD8BJuhLWiXU0j
q8JfSfdn256mB5xpx+kFYbUx8hFGYJGxGQdTXKpZqzwNyWj2D0UudeU175H22PW11jqB08fic6wS
1DaC07UwgWov/VO62zzdV2EitLFJjlDp9PUIdletJfh5zHH3iKvQL9hn88aj+VosXJhWiPLg1ouA
9fnm7gUAEGuihoUuNbTDwvg8YL92CkWe/w9n57XjNpKF4SciwBxuSUrqVie3s31DzKzHzDnz6fer
vrIoQkQb2MUMYIxLVaxwwh9O9lhbfqBH3c6+3kpNKBLS/OAjkGg6qzkWlhFrg8K1VCxNX3yz0yk6
641TTwe8nTIawnlZ07lcpN7t40LSzmObjoUrReAFXVLlqNzbExsXJZkoaEdSetLfNRkLGIBSsvNk
L5KmUjrJoaF0R3DGdfqdTGMpT2FEbuN3lbaMpyiM4aMR2icsz5Dp3xMlVweSc4DKrjxhxAPyXAn3
Nu7WbxQ7VniowMNZ00g7VcpJl1uZOl6tULMJ1GOW2fPx9vEQl8rqtuNvR5IU0QHM2d+Q+3/cdvQ7
+wEXdhw4SSvup3IxvuZ9/yontXR670hcquwA0ZfHp2n9DDtO0DRdWJnw+Mf8FIc2ihxUyv9J6qH4
dHuo613OULSn+IxixPU7GBVxqLVaa3q5JSNuHEvykc2EW4IEA2CWlPE4GfO0s5Kbg4LTE90+4Gxr
kYN60S04i9jD8SR1FDBMKvHUAOyjg9D0Y5zr071Ty+rOTX59f4i2h8pVQI0NfLP4VX98vwwLGU2t
LUzpYuigvL9oo0yycUJ4Jz9ZJVZ2t5d2I7iGF0oLXsD1FNHauRwQJamxTynweM08L1+ivKL7DfQq
+wT9tz0A5Q2eFMT3Dkmjak/BZM2f23LeeyqvrD0Eko+CuLDNEVXAdaITYfo4IhdnEl1VipWieyVU
pMJkGhBfgWhdu4raaeewt6afXRmpL9kilLaMAIKPqyZm/VsuTfunUSRVh074WH9DyQDNy8iY5tJt
B2n6Vdd27RydTLfPsW402hmuh/Tl9mqKxbo8fUyDkinLCYT1qh+tRLPeaehgeZZSj/LJzJXYxrhP
LSnKR5jiAbmepmPPFZYe0l6LS6+kRqHvxPDXNw2FA5qPlDZQUkZT5fKTNqrZyoEGeU9NGhiNRhK/
tshv7OzU65tGZMZQzAWUjULFapQFb8hKWmzdk6dRKT/WQ5VJvi5cl6uFhHrn0dkcjSoYaZcQbTFW
2xTb0T4NTUf3tKqvtHNuKnrxtKjIEnmW2SIZePtDbg1HEQrtARRVhQjc5RIu8iTYVph7LF1s/zTt
pDj0QRR/L1X8qm8PtfG1AE0I+2SY09yjq5JXh92b8JywyKKb6H8KsnpfqzDeiRM2rhUGYeXQbSd5
0VbXClBgG4wjgyxyJWk4JJTpkaJeBNNmahbzPkfcYcfEY+tmuRhzFRQ6KnAQeygsTDMgM00yVklo
B03HDu77Ryqb4adlVuwEW8hxOiVTJD8M7TR+u726Gx/y4kes9o0RNIs+zJzIGd3IgyXw3mMcNa82
AI73b1E6mhBlQOSzZdbYEJB8bU5N0fYgktA5GVj0s7TUXFDStOwVBzaCMJA81IVEyCMSxNXqVrQN
KyerbE+Rhkw7VVGmfdCNdtFOjpLXqe/EKiqvZpcu453VjM3XcE6dBUeYcLwH7xrkO02rrYWmNswu
ZqJ0jlY7DPdAvaFHzTZOW/MXZMz8HxL4aXATTR33EuOtwTgrZOGAaamRrAYbaOEXcBwYLEM6pglr
+zPxQ3On2nO/Q2fdGgovPIYhMeVxWq2zHsZxMiiJ5SmzJSk+UgP26NZRE85+VKjO99vb9a2WtXpB
+Jg8Ich5QGFdL2NeUu+wHQ6qHao6zqXj2Hde3cV97KpZpn6Kl3imCm1yqbswXIrT0GhUYAoAklk3
RK9OpKun279pawXwZiSahEwA7UrcLX+EJAsKhmGEIC/EGr3/kofN4FX01GFNG8rOUFt3IcpSLDVb
WnfW7CUbSf84oxTqxcnY/Eyosp8rZM6indtdbI/VIlP8F11W8kiwrqvtE1gzDpMFAJnIMLDMxvFY
/oX0LkpEnaRpbiPl8s8Eu+6dm34jOkBaEPQCiZoora0eFb3U5pxgwPbGSrcLlByi+hgRXepHfOuW
0J1nM18OqlyFn7tmyvDgHjtL2fkRW6EWd4YDgQ6qtOBJX35Ox7bzKtBqxwtsp7PP8yApi99YQHld
0GvSx0jK89ibTCvEdRmASuiWthLTeh+V4Vkel+W/OcvKH0BgWcDeVLBy1nvLCl3Mc7XWs+UWNVZr
Tqp7qY5G0CtahXOu3Y1d8v6jaRC2Cl0cYVq57pIUXdioSg+eq3JmLJucEYuITF5+tYS7X997BnAc
YSSQG3Q6iaouF60dtakcgi7y6RR0j1aMNAx6htkBd7hiZ3NeP9UMZXOpwWVHUWWdASidlVZz2ES+
MfT1KTWFqrKtFad0xmgYwMYeFub6eEPLFSE3RVOw32scjkRm5QCMlbwqgMfeFVnnV0ZlPNp9sgd4
uh5KWGMKw1kyRiQRxPH/4yapl7jI2g72hqSpBWXjlMefStWzVnXOu/cGQ1EQgCsvsqk1WM2ZBhvT
sokeaQm6pan63k0WrB9aWyuP790bDCUGYg3Bbaxx88Gg1WiI4J1rBmZwzCh+eOjYyQe1QnTs9lDX
ewOxubcUGDoSPRHtcgGTHr5jEqWSp6oZYneJY8yHWApm0EvWSy7rv28Pd31PMpzYFPRKbUiW6uVw
IYW2GaB0QIpfBkg5IOKH3Vw2/zuV+csctvlOo/lKoJaMV8bwjDiV2j4co9XdJKN8jI4ZEMMl5Q5z
aemgWZog/Zs/pIXcia5kBPkX/lrj9G7XGfIPGzHW2M3lRP0vscrkyWkbo4YDhWvPM82MUT2hh4Zl
j7uUNb44txdoI8blPSbjAxEg2pXrrkBABNvTipG8KSjNTyZGI59SGsdu3WNWyM8b/NCxyjsz0c4q
2slPYYxw6e3fcP2qCNIAWkQ8meTPayxbNBujTlkLkeLRxLSyFJj1qFaPSZOX1N8q9d6qguSAKneC
LhGcqtvDbzSMREjCKypMyUmWVo+pFTnFCAAVAf+Ud8J1IOl4CZL5v1RNwg4C7dbWzWFa/ohmpfkY
6Ut8pJY8/MJvoAH3rvUnI1KcY5kNQ3BIHEz2bv/ArU0M2pfaP9e3oFZcbuK3WmAiW9xvtWMf9DRI
SUiUCBujqD8hNDH7Sps3O4OKv/QywqBrp6AgzmfhwK57hVncNliJI5VMemd8C6qy5ElsBl+trM6f
KUne93E8e4k0RDsQ/K07VqhXIF9Li+zKqbWGEwxSNENGVlHQNkhUy3fywD5rRrFXtdlYWdEbJzZG
f0vsvsuVlSI1LmadlYXrTHhojekCVEzSdE9RpsDHJzf16f/tteW3Dh3DEh5Cy7T452rHYeQc839e
rFC1ZvtHXJWdT6u09+V+lpNDpmbhbxR1nOA46qhVQRE3HDeaij05p42l5ncgPsaho1KwpqAuCNxA
G4V4OuOXGHqGPYDbR+exP6XKsIe12rj6QQKgyEWDh3bg+kErW0sJ+j4PfSfrLXQf1DL6GIZyObtL
NgVnvTWMnVxka3riXuNgC5jsuqkzlKpclw23f+2MAHKkrPyeyyCD0azovt0+o5tDCeMT3jYRY63O
KIXkPnSA33iSTuac6VZ+l7QxXh0TkqF/MRQNSCGFJYDOqzctaMcKASwt8MIpcVBI1VHXyPOwiFwp
Mffe66150QbC1h4hJFZR/PkfAQ9M9y7HPjbwdD0cer9wRrk5Ib6MjWJu592wcxdvDcfrifYSPQCV
vXI5XKrVfLFRCjwVr7enyBxTr8xQIic018Kdddx6qzFp5FuR6wOLXb87sYo8T9/GBAf6UDUPgRG3
n/Q4Tb5plVL8XoK0btHuqfXnWI4t+UhGk3yY9MLAo2xcpv/1mB0E3IfhhKw6gQx2MqaWvvTI0f+6
/cUVMe3VZUxbCOF7hLh4A/RVhQ2KyRyhSCKOTl4hbpDZELSloOoOSW3pH4kee8UNl6h6qWo5mv0Z
bcaD1KNpHAdt/2zE6F2CKQEqKvW1Nu58tI33W2T8IiEDG0rAf/nRwhbts2I2CB9DSwJllFqPsC8c
t5FH7UDtVfe1csL/uR5aw81aKCu3l2fjYoGKixwb55z1WZMQwjgfHT0BTYiHaH9semkAd8/TGEzT
M6SVvSrZ5nBCqwMGIIzDdXrTGDNFY4dLEwvjs2pkhYdpOGFSm40nZZIPtye3USajGCcGwsoDDO76
Ic4XWW1HGYvEpOviY0Px7gDjIrp3JswLai2tCmwQjP7zMmTVt9ByivuoHcz7ZlisnYxkYxeC6EQg
mNo8cMMrVHerDj1i1JKnDepyFoa4qNXq7d3tCW/sJmoLXNcEzxzPtVwB8Y/khIEa+T3+jnfpEoUf
pGR0ziT1lZeDVzx2HB137tARi5X+vaYNBPBIchL1iFeK3vxqMxea1NvaDOQHd0TlmOPXgeW0gs5c
E+m+URuya6M+snOCNq49OGQ0299Ackz78gR1yiS0fciYayWwDkBTUx8jPesQjPu33jUykZcD/r4g
73Na1hWqhqvb4SRGvrI0S+wBOjG/6vU4nRtdjg6qk06P+hQvLpLFVCPGFFJFF8Z70g8bM6bQgH49
2Hwg+uvib9w6NTp+ZujHy6icupKgknpN9m9PsLZ3z4uccnV76kJgA+wMQAN5rWwdYxFlASeIkJnI
yvuKJvbnxpS6UxGn2d2Qt/X3LO0c8Z4WWJdD673XmwqeSmYE//Q1ROmpg+yyk/Rs3CIwaQTIQvwk
aniXn7wBYaFrCegNyYl/ay2wFi2M7IOZD8mpdNpp547cWm9yHHJTKsFwUlbln6XWwV9WKp4tU0Hf
ecSWhPtZBH0Rfdm/mBuVViBflJvpDK0Go5TboiTfM1jZymSvk/PoZIl9XxaGgv+M1i07A249kNRj
gLcbNNi4m1bhlzWqWbwg7uEvlayehk6zThbEWj8wghO+RC9AcWG+O0rjtoo+nypcSV/aZlD8FnG2
c6KhYDmEVXC4fZVtLTp5DHQpmqlEoatnO8FhdbZTLfZLuUQnM5c+9jqc8bYPwp3PK+a33uLoFhOf
4TgDcl4cgT/CNAqZ8mIZXCCUwV/MqMv/7XAAdjWr7B6dQjFfDQv+v2NJ2U7BY2OKtEsoukEw4ouv
z3EgmXoQBEXoSwXCeNO0EJC2MTx8bfiL2BCIC+gYSjmCm71aTfBOTt9VdeiXQ7GcDJzbH8wIylTa
FntyAhsvHdUwjWP51m9cNwzmAFX+XMzKDpXgSYtC7aksl+j07u2BbrcQTaT8AiR3NSHYWlFWG3Po
F/EQ4lXV9E59SEa86dtY3mtMbNw3HEk+PytIY2Id7GpDBzwoJmqhWG48OvnAazYXU+zGtTM0fiDp
3Y/b09sakXgBvD2nmptnNb20mHK10Lji57oMTnaHvLu92IsbmVr4AGJpj3CyNR6JHkobwoIGX+PL
M9CE8jLUlhH6bV0jvmsZg6chmupFS2R/SVs7/ovPJxIHhBBgYkG3uBxvQdQnaEs99M2REDcNKMGY
M4b2WIHt0Qm2ThkbRehNWMi1rndKUWNwOOjCxquuFj8Oysaz8th4DXiZ3h+KsEneDHe5s2ATX87K
WjrYXoWWoWisLm4Y9NKdHGIEEeHp8/5CD/UlBhP2MqA8VkPVcexYBeKu/jzW7Yum5uYZy9vxMVmk
PT77xgLSijDJY2Ei8DCt3oe8tnNg/XHqq1GFZEHaIcWk101Ru+kwTDtLKH736jIWrA/hnUvB4wrf
qQ29vVg04/zUkOuv4GnqhzbclTzZKiIhVAbfEII58c16v4On6kWfPvVbyKUnIsjPkRHId+Ni44wF
od21GkUodc491Oukuosa672uhgTLkA8FhU4cAGVtpljzTSsnGVlW06qwCLJ/9UGcf0YItLsvpyTY
2TBbzzwtVYrFDEfKt8ZeT/Q/Mk2paZUpSH+gmVHUDxnYhHNvBqM/BU7+1FFZvJO6wjr0ely/AGMs
PrVgAB/DQtdjr8xr7R/dGOP/3b7sNr451Tycn8BqUNBbv4MKjfRGy8vEX+JBBhYpQXGJ0j06zcYz
z36itQ6KH8mLdb8wmAmlekxM+OSzDX9PkvHLVElNsNVdUvM0jZb5IPUjquBxXJk7UdbGIaKIxq1A
gkRdeB1kwEqZAWmkmZ9lc/JfYUnhYzjW5jm2i51q2tY86dcD/KKcQNdm9XSovTUUfGwwIEVjnslO
0nuiAvlA9V47jCj4PyLOnJwIB/S7299x4xHhJaZ/o1BqEU2xy+uvbyO5MhLmSBM1/t0ZRnsYZ23A
idio27s+H/dAaFtTpfZMaYcZQOgXf/5H5NZFiwn3CZB12svDkabz4LZJrLvQxqJjmtT2azAslavq
Yfn6F1OFMKcQn4KoWkPuSXliVHpYZB2hChcx6/FLa88/Z3maTnbhWPe3h9vaPRQPaEGTYQsqw2qi
M6gjPZmQKBiM4vvUGKGnTCjcylGn/r491NZHFJ7eBB0i1lnLilYF+oHFIme+OhYmPLdC+afosvzD
oNC51czM2QGKXR9+KmwUaSB3UdDnJbucWtwsTTukEmaI8ZJ6eO2Uz+2w7Ml9Xi/g5SireAOvu7Qo
MxQRGjVTvgxFQYVNKboP00jL4L0LyBUD0I6XhQ9F0nw5IUVq5jbKFoFcjaxPSLf+xAPYvHMAzj9k
xbAHGRb54OWDKaACtGDI4cAprwuI+mgodSqHhW8L64ySVLV1U4hyz/K0NKjP4G7sGiMZnDVhEMm7
lsbNzt12vWX4CQ4VAkAEYDvfHts/jmEVYAIkI0/kA7KzW9RT9eqzMbX9OUBI4JShkvNuxUZMc4Rw
h+i9wDhZP99DoUcBbrmFL9NXO6RVrJwWO3JoRel7cgxbO4fBcFWm4Q7+Q0z+j8m1etVQ5akLHwGc
jq4zzYon2H9N7yJy7+yQHbcOA4oLIq1BdJsU6nIwYGidHTojCok67Fv6QYWLEWu8FwqIJ2C9Z4SX
FXBTaCNXUnMp2oroB6EEFtetToXKHNzMHEwa1YvqJ9rkHOdZzQ6V2s0nOwpAGQRq8N/tY3J9d/MK
0McDOEG58loFykoju7TV3B/KwXG1kZyqAIdyj3V94gX6NN+z6WdfnvNhpxS7tV2FOjYBFtkH+KHL
RcZdfrGCirugS+352Ujm35mhDjngSDSSMUUZD7dnKnKn9WqjxUC7iWiT1Hj1ICcZMOlQZjzZWn6N
yqL3blmMxeMUdZaHMnPl9lEX7dBVt5ZXYF/e7O/gUK8GLRFIqbMuLnxHpyPUBoRTqDIg+pIbKUAO
JT2lsRN/VaQ+fH8V2EK3QAgPo0wlirKX61vEVUd7CKVYqeojT5OK9nmOcAvqUKvys8IoPdNM5p2E
eaPUz2NMz52eCFuKqujlqFJhV+bgoJpJiRbVpsKRMt2LM1P7yRURdoewwxv9XkJKtHMbK5hyUCND
AyR6EOqr7ai+H1nFDwIUAQ6J+ITuw+UPKggC+0RG528xGsWtU2s5I7GPfpbaBb9v77DNyTv4lCNw
RhXvCkVuVGFr6Hie4Nxqjn6V5GnlRmgnVK5VNzyoRjw8lmO0fAP0ThRG5ji8zkbYn2o9cbydH7Nx
u4gODy+fQw8CV9LLiefNBOVNE+LWbWWdIKtnXuhU3wbxSyYliO9sbKaJvO383kAJxQ+6sD2+/zfg
esTPePNfReLu8jdwj+VSkJKJh4Rl8lMdGeOTbs+OwVmz+v+6OJA/GASIzaNkxtHXSudOOBG9ltHO
27jxPNP+FZ4bLAg0idViTIk047wepv6itNW5H1X7LlXy8VyUQMYkLdDOZTdkHnIQ/ZcJCvPONSDu
ssu7R1gBCIVoBPdoF6yGn2NdqasBqatlzltPxbzPmzQpcodeavzba359zb3xTeiL4OqEKp348z8f
yqyvphhvWg9knwPBV6m+DlU6++ir5/cSzirf9MmUs/fvNgouyGTAjyad5l8vh+3KRpkwVnDwNOnU
uxbaj5/qbfEEr2v0sUHlyllM9RPUi7t5tMsHZWrznd9w9Y1ZWFM0vXjRAGm8CX/9MXMpa9us03C5
n5UY4FcagxRFK6DMoFINkuUq9mJ8jMo57vDJbqbiQIE0u3/n6vMbaCLTWCQ9INFcfehRAvOgTiX6
jYERntO5K0+WXieHKJGs17HPsHOed21Pr17St0HpmiKMICQIV2lJq7RdOFQVIodSWSGIEvV3QaX3
h3bOv0lhMJxuz/Ga/CvGEyI8MA5BOqxDa4jbg4YG84jyZu58LTOzOjdO1J6rZZl9DaWou84xxzMP
ufWh6ZPgFcdS467vnP6xnGTtZx12s7Hz8a8eWlHwA/pGA13EE2vQYjp2KUqMzQjUVLKPRVmpeMAX
nac32eQaTjp6qYVgmTpgmHp7Oa7OthgZaYi3uglB9GrnG/hzOj39e6/LnPBQN3Xjw6pPvNlq9lCG
m5MUFVThmyPGvDxkOf1bHUO8wbPMRnpGmlF2yzhR7pIobk8l4nmHRq0bV6YXuxOrbo7MkCLPJvpe
q9M45lJITsUkbWOA0ddMtfJUgOb6d1Yh9paK3bxiN4mMKPJ22k40vrXA4tuCIKDbyktyOeugwLle
yAF6w4KA1amMNe1/IXXX9NiOTrbzZF1dn+SKvA+Ye8HmAT24OsAILkxFO8GuAKCfn5YhAikZ44D7
aRzb8VRqOboWc4+b5e1NtDksIQMpDj30K6VNtN41p5nSAXJtvpwCbTTv1GLCdTVZ4oPzZqiSx83O
zt34qGg+ohMMVABk1PrCBI5Nfmeib9imTYIvctP72L9rbg1hyydWCX5p1hjed0uyJwK78UmhliB6
+ybiAmP88pPSv1YGWAWI3RZycT8rXfpia2P2n1Ip6s7O3bgcKbPyHMJoES2c1ZlJ51rrCEIHj8gM
2ZqBwAM7jKp9zHpNfyrKsPny/k+Jpi71WMJOgTy9nJuqhkjltPWAgWWkH8Jkzu4zzUFlQy6aQ9wE
iAlOcfFe4hfb9g2KQGWKC2J9JXMd2wqo/sFLymg6BijQnceqDR/ggkc7J2Tr29EqhbmD/CzNlVVh
RWY5TWPghDQopJ7ipJGf7LHJvdjugx+3l/JtrS7iJjEt2GUmBVR6meticdcamDBY4eBJidK/9FKa
TP7Ik2J40F2dyEVzMW6Os670pltLTvDDCYf0Y6Y7wehiLNM/K2Od4hQdaOrso7+ZfdAkVTK8YpQj
69xlreX4Uhbo353Fyp+Q1Ql/1mjzT17b0QBwZ6qz70Z6USYlBuXEwQTlnVrdZkraoik9ONykfaI/
9lrXnro6Cl8LXBcEbnuvrX5lU093Sqgti00hTvoa/mgqc7hoNRFnA9TBxsKjs6L/qGVlhptkwRie
l25Mf1is5HI3FHmevyb1nI0+NU30NnsriD/YQ5A7rqEWCH5QGe3mb1M2TShcGKgcu0u/DJ+yQRl3
guaNkwvIQ5ArOb/cxKuVok2amVEgTR55FGx0zOLCX01v1N0L5Mc+cqMhyY2dPOGq8sNisa8pnZPC
EbKL3/RHDKlgCdaMrYKrWTVXr6Hj/NuppbqzrbcGwX2VQrnQFqAEcjlI3i6x0rUqEUOU9W5U6Cbc
mCI93D48G08KxUjAZ0ANQBytUWBLVdmx3EmEosqw3PFJh3t96YSuQDjfLXnpeGnkODtPysbloNFX
oUonDHbJBi6nluhz5+QLYVjaNMXvYV6i5RhIlkYbAJW4nZhva4Yg3FC8YZ8Q/K6KK/KwtFoSEvBX
VZzVAOv06rVDnO5bgygkdJmkOdpNaL7eXteNV5MyL1BzGr6Iia6hWAkUvLGE7+FNpdx1XliY8Wsy
Iww54KeL+llmpI+ynsZPWTdKO990a3mB2IEtZItTeFttT6B0sVI4XB6iWXfom1kOT7Qi2kWQBKVx
51HZ2qdsUMG/B15/xZ8oZGcCUBRNnlUU5g++uaq6cmLuFQK3JiXMYqGugL2Ft325ZxbHqRuDfrmH
Yd2MP3LVPgwT8gLIcKD4ePvjbY0lFOEt2q+UHNdN9InXGWoAyOOe0pNvRBPhTqvIzWOSNu1fnAUh
PM/DRaxjrUU9CmQlAR1iUNAoCIsHbA9vpgF7nmUl2TkJG1+KbIxLm6aqAEaujl0/LiMKpZwETUab
vK30AKpWU+3sh40LmboeJh7Q6wQmTvyKPy5HTS86LZ/pzCp1RINhrBSLpp7R5a4xRGV9njPT3In9
r0tqOOoB1iVCRdyQEvXqEaByUvMk2QPqa1UsHTjd8n9wmvQnFJ7m33jugX9QkrYCBeFMuexDrc9P
ci21qlu3JRJU794/IvmF/yFuVgLLyyWI8hAkVEEugtyh6SbTbNGy78vTiFLKztQ3tirQKl4+ci7q
1WuicjJOakKZYxAsE/NktJ35pa8TDS5bmu0MtXGlGZTodBqOHHbQEJezMpNm7JteB2yEnMidOiio
CCnG+CxZ6vRiLKl8Z9d4GiC/q31493rSORZaInj/CaWPy5HjjnUMNCZpGHP0HGaVRjwRjxXK57k2
7+hvbK0oCY1Qm+fVQLXwcrDeimOtn60RC9A2/ZImMKJlSTMeAdEm97fntXFUhNwdUStlGRBkq6H0
2jAreVB7OJTS+Dy3ino0BLazZYv7WjPuAcc2nkLGs0QjCfVY8JqXU0sdtXUqxUAIt+iHY0iFzJWG
+oupRNqdlTnTfSHvGmSJo7cKzrnX+HbES5BT19BQU5IRN42H3psNPc3dkN5d6+qzYz6HyH1UbqkN
+beM/9Z0w6ouP6t2Wu4ZLG58UqptQDo4KtAuLbGz/7iSeidQINexzqGR5v+LdCn9OMvO/GRiGL0X
uW+tMUUveo/0PK+VaM3GsONQj0jsMB2/77XJOCxaODwleGb7EJBISkCV7NzsW4v856CrjdQpibKE
JhlQZRaDly7WfJ8tIazjKLVwGk/iB8ksfuVkv0II7i+eMBqU9EHpKKNZc5XLprLRRmJ0dH90vxyV
6ggHX8LStdjrFWx9STgZYKJImwWj7/JLNnoYUktidadomO+UgsQrgyPid4mpHG8fzjd6y3rnCqEt
eskg+K8iDvyAiqab9N6zBrM9LE2VPCySmjw0SpT+LC2tHVwnqeuPda96RtLf9VVu1m6uNzEMg8w4
ieidEHoxf+GSsCQk3b3xT9Sjt3r7h27dIvDjBB9I8CzN1eNnT4tqArRGFm8upF/WFE2qW6Ry/bGt
oGcjSKJ8uj3gxkeAy8CVxYdgadZxBKjuoksTjhNsMTwl7ax9yqkpH60mXL79xVAwjwRkiJbM2txA
G6n3NYPcI2vdSB+1IgWflM4591Y9aDuZ5Mb7xuMCrp5VJEJa59y0C+q8MAAR1jYi1ZJGI7DlnH/u
i0RCKLOo7irQjm4z4aR3e5YbgRkjE5YJVR7ql6vATJ1bCt7G1HuZZkp3+JSanqNFys4+ucZRAlag
qCBgGI5g44qr649rsK5INRadDS3lan42m/SDZdXjYbRD6aCHUvBxHJzEnWTYSGGlowJpFc7Oi7e5
dYSTlRDeFCXUy5/gzJreshC8BjKnVg9t3ZdsclzwfLN/e1E3hxI1fnQ2oFivDbPaUDZqI7HZpc5s
32E0kCLvmSpHbpV3gwbEwtI+h+MjxLXXCBdbDrNooSnoOZUVHOKBelEXqSFSll3vdSTQyI6Xe0SX
a1bn26ggl9E9FFaQq12zRKacR4XWewOC68clt9IDioTLs41Q3R0sCWs+VqVeH1M70bBELLMStGww
PAZyNh41NRlPgzQi2meFfXTIwFf4BV3/Pb3ZjfdQROai48Q/OFiXX7xu7DAJM4VT1YbDSx/PCc9E
6Zxh7SWf0Gh0fJNO493tb7/xHtLlI6MiguM8rVEcOkoGQJzYZk0/DfcwQpofabLMT/KyJKehz1PD
VYM+eEwaiP5S1Kt7ht9bs+aUCVi5RqFz/U5NSUddJyLq0aTJPmWtPT00IUleqCPPU0v4cCyqlO1g
ZbauEbEPhEYkSOm1PEzcqa1aUp/3BqO0n0K8TNw+HPfY7VvnCswo5SJxk1CgvPygk65WiIpzWel1
3R6Uqij+V+ftf0FSdzuZ5LXClkBXkW7Q8hCKLWvcfB+wZ6DN9V7VBraL7qT0UhXdd9PsimdVCgt6
l7rqy6E0IwNbAKqXyxb79lp/LNI8+nF7T23OW2D3RKWMBswq9CiHMRpSVTwPRtAdtU76F0Ha4TMd
kHKnGbGxeXiCDLQ6KLUCDl4dmZDqc5OWEsb0eJl8bYteui/UpNVdlM2Xl7gptVc90Lp3UwcIkUG4
UwTE/wZxnNUEl8Tph3KpAdFTn/upBLXtTkZnvkz5tMtI35oievMgSSk4oySwilkiJP8D7mEyn17W
j1UVTV+QG6EyoY5mLyiolm/VBW7yY9d2mGIhinhMY6u+BxdenBy9nCfXLpJEB0/YI2kcmARhoVRK
h9Gop7/Y8sDeILYJzDupu5jNHw9nlSlNFY8OrsURVdjMiWI/S4Lk0Ryad7OXRJ7CfUGZ661Jv3og
J2kue6muepzKu7vMwT+5mwDgRH0VP5hWae1stY0rQ+S5IipgY1/pcjVxLOUhQ9I6YdWc1swPStCp
n28fnY0IFbiDECAGaA60bpWe1POIc2aP63MnqzNawGPuPGZA2n9UU2c/J1La/L494MZZhUhOBY9y
ARWLK5wtXpXjXGqdlyIYd6fr3WdFkrDCids9jbbNqVEmhHSDFzOVlsutoUdZVdcjIwXGQoAIxcyL
wwBVoUye7vukiHZetq1Sl4gQRSxM1QDnh8sB50gPVatmLWmzBACk5OjbhMDlWdMHnB0a4DWHptSX
n1k8JQ9pH0jPEi/w3ZDWvfz+MhfxPwGr4ACRkq0+a1uPzYDnI6KHY1O/ZEGu+TW285Fr9sn0N2OB
myY+hy+BVv/ltAG0a6S1rHOVh1HuoQ5gnNsSRUVXk9Lp4+3ts3U7USegcA9wBSy6djnYJDWZtNDB
8krkmn7EaZ9+rwGmvJYQqzp/NJe5cNVWcXZemK3D6CgIxIvSATzJ1afVrZa/2dA7L58CfGa7NDhK
fSkfb09uIzYSpm3AX5geLYLV+63FvWXGDaMkTjf6wZjILpw7w63m3EDKUkkfgy6LH8cSV+nAGPZq
MdvD050gg6fXuM4ApHCSAgS4uAtyuMvFZFQw02btoC1dd79Y3XLuDK07OZMj0azVg53zc/1pAVxy
agjWAdpdCYw041QnnQ6mIFWW5cc0ZPYhQMYv8cvJoTycB9YouUNpyTtX4PWNRMbD/6gJE5mBtb3c
UoVtlmURRaOHCQ9lmjmXP7Rm89IYmfz99ve95o6RXKErD8UGgUhq8KvwYZaySUtaaiRY2jbGYURn
4oMSY8fqIhGX/pAbUz0FqiX9nJakeKGXqZ6dOIkeRCH8e6UM0iP8NvtTIQd78ntbi0//AV1SUjJR
I7tcBIAkhZZaQU+5JICJ08oYMjV4QpdYVbURBpK24cZY1e8kvtdbjsNMeVXA7bhB1ga1HQ7Ylo4v
mOc4aV675WLPAMhbs/0B7lAxPYQQkpM2VMPPaEFE85hqC65Vt7/K9TvBb0AKiiIZt+VVl2zJgddO
FniPqBzqUytnw3McdtVXle71Z5o17xbaEIVO/juoc2DvIMpfLvViRaVqx5R6x5zSEwZIqR81WKAB
bzF3jtTG1mZGgDxAfrHb1jCdHjFlq8n4uzOeY6+OhhBQi20ioVTskVc2h0LCDHY8+R1V+stZSUlX
mLVOOUh2oufSFo5LuaMUD6ba77oVbo7FNQUoCI1iQpfLsdTBysKiIr2mWqI0D5MxVs5dmWJGLzvF
/PXd2wP6rGB8AoOmabs6GVHkxPLgMFhVY5EQRPpzoi1B7EejlfvKPKZ7wf71W4PmHSUtAk18PHkM
LmfHKxBrmBVT3ATF8X/OzmxXbmNp1k9EgPNwS7KnNclaGu0bQrJkzmRxZvHp/486wIGai+iG9vbd
lq3qKtaQGRkZ8UIHYhZqgpvg9rR2Dvy64eHWE2V6MDSuRzHbXLH6mZRCohY8h4nrZJMvkiY/y9nx
PqZ2qx8yEdX3av67s7MhNhCfELe/Afxj3ZYYXXPRRIo7BV5apyeIHOo9quXeHuGKBbbjUoPzuP6O
3xIDdaBVBvQYkMdoYdJ2EHnLyUiCFPgtvL2Uu0Otfxu6m2v8txkqF0WUTVSmAkOoCNghnvVQjuO/
5lC5d3DQHZwQETkqJSTdnDQC9utZKag4rEAil4XbNUFrdvWPulrcsGjM/FIviv1k9uZrPE7a9yxN
ly+YJt1rlNv7gAQpnAm0KbifN7NFLtvqPVT0goQOpyC2l+XYuWN2Z013HgbKfFQRHDTRKE5tjjiO
aWXdFiU0TpmghxhN0WW0ZHkwand47huvw8yvB4tFzvvUGN49A6K9Twp9lPowPHQg7k28Z4jWSKyR
gs2wpNlxVvImpHl/DBp77g9/vntgb0KcX2MPnqDrT9ols+KWVY1JdZVZQdcgwjxa2AHOZvPH7X78
7UQf1IJoEec+23y6uKf83Kgw/5Bj776rYyc+eUlWXhL4YXd26s4CsjtoSDNxfaGVaHO9lLI3K2UR
1NrIQkKzTJqDMjuIBE6d9+fvNzpoNsE5GqHcaZutMqnRiIgJiKK68AKkej8ivL2q1LpgbnEgcjxm
bn+yHfRrbclBUwRJNNiNW1JDW1rFqK7vapXheOaXxVJbfw3KNGmHupubf+3eTHsI5ENl0ZKXOe+b
0tFofewi592c4ypyiO1KG77d+Vl7i66t3XHe2rNOweJ6K2WzFSu2y+1QVHNzVCY7b45DP2HYxqUh
ftoWnJKA5sBE/9wlk/2s9kkKawer7CdFo+/JNzNcEJ5mK3EoExal+qE35lzcCUp2jvaKoKAZT7WD
qGRzthC1mS01zQCY4EWHNlBRgGy8efCa/F3a4MXIY6WdR9kMQOHIoN5epL010nUTXycwYAO27fUa
1Y5FXm4D/4okTX063ZTHNNa+q4Ot3cF890YyVtILzCuaC7zNacu8IkbRFHNXkWMqX9cAoBBwksBa
5nvqhzuP+Zoysqxrdy3UiOtJGcRcCaJMhJRJIx8FtgoEs60LCSM14lOjS/y5G/D020u5/q3XVVhA
SdDQlcxGhWxrAOAAr3a0n8E6idlGkz4Xf9tWXd3htuxsF0ZxVnog1yOtGtdzw8NIy0YTbouGn25Y
Lr3+mHS58c3LMueo9GZyRGDKDlMv1v1a7czX25P8RQfczlLzuF/gZaxo3GbDpKNnFrS9j0E/YpN9
1iNac+DZRJH0o05LoiBqaJE5OINQzEOU1P3sY0rR/czovaUjdlD/aaqkOdUYFR3HKEouE8Ksnzol
T+1DnE9mdzSmRFf8tEg6UKKJy/SQ1p0tjhJMjC4/q5iKB8dSqkNhxF59Z35vc1ICiZXuvoIOgCpb
0CHHEqy3iY/wOvM+p2I8eZG9lnLXpNRTPGpUJU5SUtKYVELK0tYLDzn9r2Vqv8c84AJ/7P3tJV8v
gKsVX3cU6me/OvEJqTZvx4zoqeYM4BCy6LPPOanLR2r686XrPP3o9G4ZKmkXfXLK4p5M3/ot345M
PYywBqR9q+IpHPzKCl6QIJaeR5LudUezg/a6RNKBHpp3dx6SN1fEr7MDs4Sx4Exsz20JfiWQHu8D
1Y260zzrzXmkfhD0rj7fiff3hqJ3bVX5cAm+t0wQstys8zBfQPAib4OomKqTaeJRWnL27jzIe98P
XgBFPjLBlRJ6fWKHSre6tBzp3XLbqKZvqze/lbkWfaFDswvx00QAMcvml0Eu5p2wY3do8OWV7wIv
YVtHN6ypzlRz4gMudoIwrW76rsjGkztP8dOspTHqVW3hd7OIT7c37d760gVPhQ/4l3lvrqlc6bBB
6eATZ3TR+X2B6JeDlPwhKtp74st7u1SHJ0qzJjI/NIhfr29utFZmebLHHbMrfBBFGc4eapmlZRXh
Mtr6nWLf7nhguzajEY1vy2tAknxk6gGBqirqocxgujemiVWOiyUnFb97Pfe745EaspZ0jHAlXc+P
0CubpyVdTeHz6bUfGi+kRbK+tHYM26SV97xC3pbrOYaGs+pz0wALAW+zoLpSN+Di5YC8LRIYR1XB
tuaYKHQ4BcbgWO/KzC7d0PCcgafHU+J3tWr2019qMiysf5ZMk191RuX6bj64OBZU9G3yh/oHmuSt
P05N1h+LNv0v418S483qkITOGmISFFB48Q/e7GYvUUr6TIZbfL29p9+mm4wFi4hMfXWJhsN6/SXi
Ka3KRVDujBRV+cqZFV9zczHPziC1731b0Q6rlS3lLy6BV1Nxl5+a2g7un4Zs668g6MMUkE/kblv6
IklXQoaweaAW0RIOupt9k1WPtKRw1eLz7Snv7T3cW+Aprw5DyFxdzxiVxYK2thYMfDCGdzxF/eBH
y9jhiRNledin4h4f4U0Uxey4rGgbNIBdwTuvR2ziXGhO23BbdrXy0csX7X2SRHeCqN1BVriMKjKh
2hbax8hlWSZH9EGBieMnK1fs53we9fPtxdu7A7Et/v+jbLaLpsEnVd26D0YU2MIk1b0gQXQ17LrM
Ptweau87cUOAYFG3pHK5iRHcoRydkgJ0oLitfAKPVN/XBOFfBVFc7SuSW/fOq7Y3OZCAVRmCOxC6
zPV3wlJzrhRBpVkTWIpFmFKf0sEFd2zRRL89ubdtc+wJhA8J9aCLkNhuZkcvm2XNBi9oMs5GcrD6
znivA+XYRwrc7QdlEn2GlVozp/gE9zI9EM/Ejm+1Vf8JJzvp+LZZa0WQ0P5pXbgsaJavdH1M/LoQ
tuGnaqH9lSUdHCir0PNLNg2K6Y+ITfyYTJyF/RFZSf3OJ9tdQGazcpxpndgich3fxK4ttw88Z9GR
7xidY2/k6smjynxnAfd2B1AtCI6KAiIgxPW3ctxKOJVFBFnNuTy0Y2l9BxfLg8m2lHAy9Hsp7d7U
1qYeCtrcHKR81+Ml6mKkWrQwng6mWSkDIZxTZkRY0f+yDdFCgTeHKB39zZuhtLgwwRqp7DpFlCKc
PDVPmZQ0wXRVeieB3QmmwBJIHmlohk+6LaCPlmKPpkyGYMDy/GeEzHztC1OOga0qzQO0y/IwCbUO
J2to4j8/bSTpcOENiiQcu82t2HZuntaiAiTQS+HbjdWfcxiSvqNN+fH2adv5eMBuEAShhFOD2hqw
OJpsjaYitEjT+L+xr42jLoaRKtSU3Rlp/Tab9IIOZixlKHihVrlFFUWe0Iqt8pzGlVIfsjITR9MS
99T69+ZjcW+AnvJ+vUkquHo9urKZT2+hK+onTTt9bXp9GkkuRfH9zxePh4tyLYQzeFGb7yS9TrWU
lFgN2bkUZ4epeyjwgn5BdVv7dHuo9a96s3prZyJ3CK0I2xbpGQtFOyvAUzQvxfNCr72TsYzDMc8n
C9sYTwORnv4YXFx1g0EWiT6AIEicrk828rrtIgYGhdISPQ2RpyJKO+lHGdFjOsI5u5Om7U2SBI3M
hb2/ZjHX4+kJ/S0Oyk8B+W9zmMxhesUj3DyznZyKHqq2vqRo495Jm3buy1U6mzuFt22tSV6Pusxm
Z4G8cakQiR0LXC6OHpozGD8jcgcHdTzc/pR7W5SCCbUnXm5wwM2uybM0rtF87oJ6WKpD7gzquVam
f+Fw36sj7Kwn3drUWTEWAvTbNruvxYW+c5SOdw5CcxIJ/UtuFqiy16pKl4CjtgoWoL1u/nN7hjt3
5ypJu7YOMToVtusV5TKNmnaN6ubWmEM3Uyxfm4v6uS7NZVX1N/ysthLqNmVzJ1vby2YI15F//UUk
eWM10OJV47UDhqd229evAyfmWR0W/EhyLT5HtjZcQFmnd/0IDI1ZiRE4mVoes6GvQ31p+/edN6FJ
j9Lzv0Kq7SFWsvqe4OjOfuOC4keiDrA+LpvVEcZsDFZNsgwHZjooVqNfYsOI/Mrr5cWOLfV0+2u8
pWYhyopiHBcv53jt/L3+HEbrJkDO4AKaAlYfdEpNuJTrZeqelXFYXjVZdeZxyLz4AXi21sJJyccs
MIVs/xvdkUji9g/aOQD8Hs448rJrwLD++W/VSa1JcaZV+T3JPHR+ISqLGpdmBlB27ylB7601R5tC
+eo9C/PgeigDXjdASwZagH5FcloaUktfOkYPudMqk5fMM4p7BPi9U8dbSqYB0wV/je1y43pa0vSI
825HnzWOg93ByPM5rEW9vHarHeFgWHp4e013B+VdXWsyPOXbJki3LBoU6jBPzeMu+1JEI05Dwm0e
XFEmEFDj9Ggp8z29qL0PuQoSAkyjGPKGmev2STMUvdWh+2JGvjl1amAA+Zz0XvljqX72MLe8h3PK
2s2wff+UxSkSq9E6upUMSqJZkz7P0vthelP8ensl97YMcTMq77x+IN7rn/+2O/VoKaYWN3WUB+zk
bHWILOJY/VWxO9yfepKE28PtrSE35NqoDlETXsf1cLLHoCwh4Qjk2OWBalU11odGG+oa/9//MBSl
mHU09A23enalYw+F1BICdY3tMaMReiA1/lEPtrj8DyOtHUPUmdgg+rpbf19DNxodWVIFHMjSoE55
6d9djhGBh0rvh9tD7cE0EG9s6OHQ/td21euxvNTqssLluNHfUnGbAA2mde8dlFbDjSSfhqPsXSVE
yAxHI73sTnHrmHeShb09szZoIeBGeRkG3/Vv6N2W3gmdJ11zqzxoFpzLdeG0/kxlKmwaNKxvT3pv
02BXwaFjefEl21xrk5pHtlrxJZOIFkAzi72DjeGLr03eH2vzcPBWdhrmfQb40xY6T8k5NLfPIf0v
RnUAFPsh3Lh5FZA+7iziXtSwVkXx/1zdCbc0U8DFdjIM4jAbqegg9bry72hq6ycQkBIYKl0evRyB
GWKK+M4e2klNSF4JcCkBsZe2RVl7ztEB7oFukrHUvlR1KqB20Bpz+6OtH2UTwjPK2vVDXoL8xibO
7EdIT7YAtaHBQDlDBUj/To1KnIQ7zQdj6lAJsC06pMpRpU4xpHeCst09s1Lv/t/wW0n3VkypXXpM
sjSETSF8tv5C0KENDLNLz7dnunscbAouhPCIV/0S9fnt+JeD1mpNzPFPy9kJE5lpiV8poxnEMfUA
bZ6VO0u7OyBTI6xejX+3WaySpcPCtLEOV+IMmppUQzNRrSAhxAtkQ0P+7QnubtV1NFiF6629eeIz
q1k7tBivLpPixUvK6CTHtQmUd3jOD1FnKq/ZMvSvi+bWdx6MX0SG7T4ikoO2CVoPGWr90L+trt33
eam7MUAjdRZ5mRpj1FCuW/LP8B9U/UJC6qC9pivJX1M2JDavc5EfijGJUJXAv8cO+qxRPdodoET6
Ue51tT/Pszr5XePoykGanfrFzcap9RWcqc07a7e3D23QyJW9iMz3tp1nKix3wTSDn6/V5kGPlxkl
UcXED8SLG/VeD/jel/p9tM1NKetMqzKdm7JFietoNzL3xywrv7ZpmT4gchizUI4WqEqV3dFr2NuT
QAMoUpAx4gm1eQMnqHDd5IFE6H2zBGRo5VlFNjVwC1kfvU4kf93ek3vXC5+XZhnedx7EzbaIlzIr
pUL5Fs608mggHan6pi2lSpOnHEXQoI43hYM2JJ8zvsG/szRpdb39G/YuUjrvVlAaFj3N99dbM0+T
RLHzFg6OXIxPkd57n2JMSg+3R3nLSuBNIsVbOb30aNEKfz2MzqfMog4wta6TJT+lWJX+iNsJ0XqF
Y2D4mKh/LCv8jZBKLsow1YrkpxO5TUrZCHdK0MOYgso0z+WzUhlRHyKrO0p/Uoxl8N22XP4Rg+jL
wDVK4fhZp0SojdkWG1VXtFK8pJ2u0WBeNFURTm7f/DFNh71BNRUcBFgJWfN1U/92wp1G5G25NkzO
Q2m/G92IsyHU/Nj36p03d+cw8rSv7WOUb+mCWj/obyM1S4NPjgBxyRvL9NG5sM6EWZGvZxClb3+1
vXtrxVeI0MClyfw2mwORUSIaF1TAi7KsChwhaOpdUE35J8105T1l1szx4wxV1otjzZlx6Vtz+Fi7
Rv3Si9pmN1vxVPqpZZNCLTwqzy5QWetnqhjSp7Zrp/edZFGPIsbK+U7svJNfrfEBDOi1FEcTw/VC
LVCGZZcBBxe5mR6EIuW56O1vKFF7n7IoiVPOdXmX3beXuqOcAOS3lvVXUsj1sMIp7CZNyMBbozBf
lG6yQoogSenXYCe0ESMaTef/NOaBm9MyP0rF8+3WrQ+cdf2/2x9wZ6+QXergOaBzq6fz9W+B+94v
zuI1AbIRxvc0GfWD1rhwYbtR5vde2J31pnscMh8vOo2NW+KRq4BEaO7ICxs11ZOb90YwdmN8JP1D
B7PQy39wIx/ufOSdGTIoQDgXC+HgttaKPRPaL+1CgWtqirAeBv1iDqoaeKhCH/54MVfXY/ABHnEQ
/vX1+P3gIf+md27bBZ05lgdXUFkdi1k/IJ56D27ZW8r1eENXhpPyhvi6uO5slQVlu1FHMAIqTBF0
NDSdbAF9WKRe8uiYyb0e6b2lXJeQ1IFcmnbH6/ktk2vHOq5iCEU2WmBmWX80ewd6QNr1d6LN3aEI
+/gfz8KbXtFiUlNrTKsuSEo9OcVeZZx6T0xhNVT3SH97ySZVV3pXaJWhSWFLQU9TtYYMAAxRpZy0
nDbigCJRcph1iflMgfCkNdSYQqdiDj2Pwrk65d2dYPeX5uUmAAQBgZT3S80MFun12pqOUMWISusv
PfbmWPNZPwJaxJ+WVjgI8+cu16TIlSI+u91I3+OsCiH8su8LN7AXJ350tJmCIAigfZmq1vLCFjGw
T7d3+E78g4s44emvEr+1JUGPSVMjG6K3gYvSMkWfZDkYg/Gpa7XiIfKs+A6Kv7ML6KDDiARgneBg
SzitVQmPxQaLgrBT4MId1XRgRvGTEIt67yVbF3jzAdaWOYRC1jZx3HyvPwBR3xgZM5CDaObIPhjS
GUK9NQ2EwMamOs8VFuq+FkXYURtSOWW4GZe+rVjK8Y+XmJa6NVigIwKzjM1GEPiMOulMnqWOEjth
bOnDRE/lwfKG9rGumvjz7fF21xgK3dqeo1K72FxaQiVtmBcydMMbbFhmxOwAH/3DCD7wx4EJGY5n
cG+h6MD9sYme61lqem8bmA/FhXfGDAR/Li1Rj2XT3+M9vp3VOhSDrAKEoDebaLLD0B3jZbsNBrWa
jxadw746RsOxiO72ib09EyDwkEQoTfKSwl673jiJR2UXCd82UEsa9lVzTC7EzPnRFEYR6DKq7uRa
v2DR653KAq4qo0RPayVonftvzwzqrE5NGY25gfEbQTW6Vn0clda0/JEz8k4K2ahosNDj6wurNx/r
3PTwFjDduEOCfiKHMKa4GP3Iqcr8gJKU8ZCV0fgjc0v9GEVpn4ftPGtPrB0uhALB5r9iFD6Sw+2d
t3PxgljyeMG2pv5P1n09kahWpK3mrFxumtNPYP3yUqODd6lK+tF8R+n7Qz4r3qnBiPfiuZH6xRJW
e4+bsrdVaBf71QfNVtl2lid13XdlkWKCoSfpX+yS9CWzjMJ3JnHPAWwn9EOBApAPiiN9QMRb1zP2
2sQwlPVCwwDceq7mCXjB6DPlLIrEd4vsmNjm9GTZXY28jjcee7asZt1VRnobPfAz0OTT4Z9TRdy2
VZgS59Oh53U1YnPCD8YZTnORjOHUdkTvuAOdczO7h/bvnBMCTbjZAIEUUraKMYLkaC46qw281qUZ
yKnlU2Sk3cvk5flAR/iI8vDtDfYWJ0DHEbYlnbWcljfxyuSoVR2tZmdNocAVaFQZFJOO5HlDJSxV
FAtruUkNnVFvPt4eeQ2bN0d0la3B74QSykr1v/7OwIKzmARAnEzmtQZWZ8/ucl+fYXcYWq34h4wC
vZjrYZqhy5do9rh6zAa1iciW9cXtpFwxY0IETRZSPyioHh5iCfyapUr2cSpTLVS9PHnfu2NRH9so
SY5LYriX20uwc6x4w6AOI5e+fobNe6p0SFjqaU5Ak9X6R5S4uoMTQ4AJtQi8L7w92N6GXnWfaBRB
hwknxM1CgJyDmDGYovbVoUxMM0h613nXezmqdAqPtgVSdmfQvQ39+6CbjN5q6qW01YRK/JDb1Cey
JvQU4gXTjvR3IyWgO9HQ2+3MkV07JSFKkbVu83pVnbIpzsdfhsjyAu+s9ZuoVQ51my/+4MzTAQDT
POHYfM+5+81MqUfQigMIBC5KRL6ZqUgdaVP7py9GSZ3ubJptXNJm27pZ4ESLFOdqmeN7pi5vNhDZ
KGEQqRt9kzDDNtB6tCRZIWO6hgf6rcuTPhjdk9VG2mNla9Efa8Wtg9EOs+p9gMNuJelll/dCr+tV
QU3pHvNCt8JRyZ3Qayrn4+29+uYzMhQ98mj7rEj6mzpPqtLSRCwHAWcak/epoFBAJ6UA0nYWX1to
Zpxm9OO6Wt7rVP6V615dSwzNPQiKR3ZqoVN3fUxWjcm6VoDJZOtq3wa9Tn4S0KLyb0rIAkRhxmoW
baQ/sN1ePiOHFHt+PAvvJcpaSx5Egb8lxPCofb29JG+O7/q7eBEAGKE18QGuf5fjltqs9Mhd4cqj
G+Cqi3F0pjEN45Fwre2EBQqi4aBwe9g31yelvVWiliMFI5zy1GbYlQvtrcRzu4zyL1XlJhp4IXHb
nYviDYq7joMBJ92VVPP1LdGWkKJp2QyMM6vZqTATN/c1d06NINH1/lMKKXvx51J6SLZVVdiiVXu+
PdOdPbeWiHX6crA8o9vweqY5qoS0r/ALljhZqf1tf3TT2vRLp/PCJmviQ9vaIKlteY9+/naNUfYl
dwOqWMPwbdW4mSFLpQ4YW5w5w7MWKfJDk/b3quBvLygiSMJ9uDeEFm9C4iHJJBMnhe8omwZZN5pn
rO2+LUs/npMZ1Pf2cr7dr/DK2DbQvVDDhsV/vZzYe3qDYVLLx1i9RkYk6oeHXO/jc2ZY0WtkTfpD
q2Tizv3/9kJkVCCRXz5+7NjNi1qKkfTUgvm1dLl+jOsS+klppEGaz+LOydgdirtp5TORDG9JkEvT
5PrkQbExqzL6ltRz9GPOCu3dqNjG9/9hLdd+iF84JFHT9VoqWjKx1JQwFRunhLNdiVgLSz2OE6TV
gT0vU9zJAasP3JPvfMbdWRKLrqUVROq3Fb/JaqXABbsP3M5OT6MObxz6j3pasvSeG93bA0h6CDWQ
4w8Zkdj/epbpLCxF0YF36Pt3T8Ic8/Tktct4MozG/Qm7qHZ9KS3n2awS+06R+G2eBQ2S7rV1p6pU
BLaEKd2YliRyOyg9i64LHxqH+Fzl1mSHbSyWL6lpT+UxXsb2o+VWy3/e4Ek9UBpntP60aWP9IQiA
AH2v4rNvvnWU5NMcUWLNy67EPIee00ArKte482F3Lp1VcIS2wDXfgLN1vdqxBucUBncfWGbZPsa6
0hylnt7Th967dH4fZf0Vv+XhwPjZKBDWCZx5yGnmxZ7W7SKI43Uv+iNC4OPP20flbZf+ypGHy/AL
XabGs5lXDQqo0CcEC63Jjc4H6mtsPyp056Xq3eXvkUv4AdhGQ1jXnYyLbsv+qfCM9LWMqvLBSQy6
627/pN01QA8BgweyHK7E6zWokXpI85XfUedF99lW6uJB5o72d+OWTuhi+HwP+N47s4RDK2AF4wlt
kusBraEv234BHotyJT1PVLrDSMj8sAovXW7PbXeoFXqEt8L19KY81DvLZLuQxhoaxo6LUxUXSAh9
mGmT9cfvM1VBeixp7eCCIAi6npVdKkPWx24HXOUUTmi5GVakSTT0aE+bq6gsXsdqm6pH+jKy0x9P
81eLJ0eTfA167/XYy9psUaECEoxoWj4PYEfv48mhpZQem+PtoVDg3TmaoFfEAsShpGtbeNPssM5o
Wuj1Ds5O7aMy5y42xw0lXAxjjPq1TRSmGduJvpxabRg+Lpg+gWW7rdL7ZuLk6VGDZ/tByW3lm5Rz
9KFuo8j20S0otVCqUTOFndtono/nppQnqVnxGKaFk6onMVjiR9Mapji27dD/a8NNnf12ae3E78a0
ey9VOteC1BbmD7eZ8x9aP2f1Gcsgs/CbTsx/4T4z1D542hqvZ0bxL+G99rlyiZ6oFAj369Q5Y3eS
S519XV1wa6jIZmfT0hrlr6lpEMK2OvZVmMR3SeY7qMM9d9noiTPA62iv0ScMjUxd2h/j2NrFS2E7
ylHaEYk6ASwGYNiCRVE4F2lrn3DvRF/FwM32mHiLm54jL/JI893KGUPUL6skkLXsigPVlGoJlVpL
5yMSIsXZE8UEuCYU1/DLUjbx+3aM669QaeNvVVsNX3HstOqDXpeiox8Ufb7QHBfrGcNaTDZpAx5f
gIk0JVSiYZgDxdNn7THKSmH6XBLZv5XVJ8qz6yTaKxSzBo+u1Ik+aK3QvHBAhAnNyqSAp96plZO9
jnjFZAd3hOHnF1Ylv9AxkKQ+sfEg+Vea7PMyL6NBcoR+q4UyCaDZmHTP1aLgAbJoFb9psLRoXhux
0p9e5cQ4rNHXHwfmnM/dO9HTK4hGGBpbxxhpLRBHJdVfFCxi0gc04KqX1HEiZpp4+UNsKaV1LF22
f8ALZX6txyz5NtEh+xVOoocHOfr/KlWBTJ7KttWNQ6pZVAiKOUNnLjJjy0OuJKNaUOFa+GyqppwO
ce00yEemGoS+OGlxYoVmK8tTLwxMvao4+jKWi2bBPEA+J2wnLTOPzlB7BT08lcifkSzQ4ECUY/LQ
aCpcNmahHePeSswHxZwBuiEPmbmPvXIifHdEqOVsjY6qhP3Q6bivAgs9KEQBPxFRwgxLJABHLGjv
TRf49BneObHqfDMnr7GOdkSnkF9gruT6uoaA9uswV7k8pV4xu5dKWloWomdZWycjivjLFGWWD5OZ
WgpiEln93tWb+l1UZKL3C7XtnqilG6/TlKqosA/l9I9tU+8P9Alu8AnTriKHo9fb1oPmRpEBbYls
E2N5GP/HpXMXDS8fq4PYlrpMs3BGKM9JMlvNoTdj9HEsJVYQk1Tjvj4Wsm3QQBma6N/BdmR+Npuo
/7eO9OoLmeWSwIKfTOn3GBLXRxlL7b8ks7Mnqc4pt5CdNKNvzk5Lj70Tm45fNa33oYsVdmotm7xb
lzc/z2xDOjIh3r6PYoHm9Uw68DAjKeycsBQmn6xqvfqvyyhw+NIeexmUONLmvjI03cVxCsPyW4Lu
6liATAHdJEU5nKfCiUIP2j4yw4kb6Re4CXW+nofxX8BiY/AnULtXD+8NNxzbcrrEljt9akelVn1p
5tHf9swuCSusXtvLGM/JT5Ju+bdlNnYTjqUx8UhKa0bzn4+shsL1lDIo3MF77e1xqmBtJXl8UZJl
mtHLVBA50itBZmi4k6qFhjWoiw8fw1TPxB5ue+jbPGr8uqZVOpgk2tyHVqsUvDoXdcFeOBKxG3Zq
Xal+WyVZc0Qwe8hekmRADL5LBzmGMq/K8ZxG2Rw9elU9tQ+pigKAnzg4JwZxP4/jpXaVAv+ovgPc
kzMqFmdFzqLxnURV5n+SNJ6Lj2S35g/NnRJcSETS1s9QGHQA9Xyp2+V9x8+ZDq4hwcYQpp/LJ60x
nPnUL1gnPbL4KNjbEhq6EnhNkfXvpDsb6WO0KGN0aFCRq3/YxmiXX+OkqLgOpWyUGHqb7aIDcbKt
1nO+22ncud9jTfZ66vfR2EqkPtHOdb7ouYXupj9Zy6B8aEwr835KQkURurmsWuWkJtGsKb4lIyqg
/qzpHb1YsPxzIf0K/pNUg1rN7fyExn6XfEM/WS383ljc5YeijWNj4Xxii+YcxZYeO4+R63FdBVrq
9erHfh60+TNsxQhdMa3WphdEFdP+Rz7oif5FMbOueFR4UIwAocY4+q81sIIfjsJduTyn1mxl9h4e
rT49z3MizYaWIw/atd+VmlJnYQv4WP9MvUWvKgTT+3r4gBR6Wj/m89Q41PbcBYPvtuzjr0i6Wapg
+6hD/JJNjTCx/4vn+ikGt7fxXi+tzvjoUkUrgOPNYaRzZjJE9qoUdpfHh1rPjYynqukjV6DVoCfK
B9ZNNUKISXr3zqWAGSv+0iF9iYrNYsamDEgtrXr8Uhi0Rx0ytXKlCGZgadjrMnan6NzbeZ+89KU3
ip9luqwSkpPB1n8xm0laR42zARNHRRwXIRwV3Cb7SeGki9twNPDsviRkz3GoR3b5Mupz359bDPhq
avXmKB7dGvnZ2PdKZHyMwG5ETWVOp1/ECTRnkabrV2LyUPjJEnNIaUOti/7ZBEz1npPCcWJflkMX
wfwxJDpSPn6mnv2x7FI+Ciw1Zcpzv5+9QZzm3Mvmc14Opn6uXaszL3k9W7SQq7WXHYUNUc43izWO
rRWjqIKlHAY1xonAi5MfrrOM8YuA7aj7i1UiTxc3ozR9dRgQk+qUhAKjbkj5rlulOcIlKohJRWHU
uEfpk8DmAvna8jjMtWEGzYQQVoPNaZ96IYaDJQXyPNVU+rArDEAqrJ/WB3KJkhBzMjX2LW0o3sEH
R8F5GbTsc9LDAw/qsbeUkwG38Z1X2bHh67XiDeE46v0XddH60S/oGMTMQ42nS6TraE1XrTNTuUqx
pgnT3DbeyWLuvlLOn5ZgMBWt9UmDovmhEp4tQ/pbBogeaaOnB3QwUDyynb6Afxbp/PvqVMTfSwvZ
lUB4Y1ydpbUUT5iRlllozKJ+7BVNTZ4j2gLkYRmj5N3IvcfCwbT9ZK0ku8Rf9Nx2eauoAgZ91RQU
Jhz+26DMBuICJ3P0KhgTkNUga1HrC0SMT4VfqV2n/iPyrqQo13ut8IkS3cb3IkcYR7z2Ru/kIoph
+VNXCTd0+pqbuRUNItWNNnQ4E6iD7D+Ksp+aU5r+H0dnthwnswThJyKCfbmFYRZptMuS5RvC+m2z
NdDN1tBPf745t7ZCmmGprsrMyuyM/qZrdP0Unk80fytLN0hGyFLQp2JiTWx7LHXltUdTGm2slEUD
rX7GvZjt6GjI13YxgiuCMVdTqEWunDKxvp11tL/kyJa/iyu+2i+2HnWchsiyea/qpo5ymyh7K93Z
7elgf2J3vu+noDnbRVD3dyvJbnHqYJq2vDi2tm1a72CXh9IuepOHDHPj/T5v+4Z7kHJnetpo6XjU
m9k/kKRHxK7TJUC0YbeZOQ2dVeOkjPz4QgBUZQ7J0AdOvtYjLVnKJD2WjxRjp310dVi1L/XcO/3T
PhD9mTfeMA7ZbMXbG25+hTgj1YtYJRSVzGRRS3PyawC2a8J9PPnCBDwbPg1vjtPo1r4M4e55eSVV
fDc1lvkbSQSPm7q1pL2o+8c26MZPQXbXlEbKpkVRG9wDkl3dhWns1chSwbnFN2/N/B2wkWGnrjIy
vEozyyUf7C78F8ZLyaZZqFV357VD9G9d/ak6lBTP6zDi/HYowxY1d0dv22VOMIj6sKmke9OUiVd/
UjOLj4BonNNd3RePBBp4YzotLe4vGAS71QHHE/d1k3UzpHTGw7PpON0uU+Vy0sq+McUd5/CIzWHV
08DOY3kzJYt2PkQcVGp7SEgge2jlzVhqHK21TSmpasgqS/WkY9Td9ItttfaFWh4bqO6++9jaVtQn
3oTqrZABv3QJWdXMNrS9dGartY+5bmqcw9aSIMI8nHf+/ISd8tlyHR2lEMyaoJk2uUHlk8UkhmVb
kk0qECxMb4X9UtVN0NBWOYTazfE03JfbanefIHPT76JQA7LD1ZHjHe9kdLIWtEdfYSXKCta7a5qU
cJHiY12bVaWo7Mx0SEox2ikNXv1rDtV8tFTSy9RdEcK/mzDuzHXypVVnIMDzfCe2RX6vXmL4wOwS
In/1gInPs08V6JohWY4qGldxF9aRubQjd+t1KOLq6qxUxnwfXePc8WoW/QWgY+hSXxE6ctWLUdMp
9iESjq3qyYKwEuAfGod59fI5SmT3c3J12/90tB32KQ5tffOhOytMMssMfpO2Ta/wMOm9pEDjpObf
pSUQeDD0NLWfdXqRUbYl9Hdg1y4NLpYTrjmujdDxXTWy7Zh1srLHnzhu7nFaRnXx06W24swhyvWH
38zVl90a/RkbX32oPeof906a35BcjbjElI4trVee5IPbBWt3Koaq/xGxJQf6WXPxejyA5t/WEnk6
9UbE3jpU8YeqwmQ9l/OUfMfFbKZTUBar/5qMjR/kanf9/wrL2cJD0vRBfKGMU1KDmk51NK1wrkE0
DNcqpKlKOShiZK5K2q9rx6x+xhbH8R4rPc7TWROQTpGJiqF/EJNZ2rP2ZeP86Mwix+fWod+9yrXe
Tk23NRLZwGrdcSe3/3yjVnnyrUH3zx2NqXf1F3/5V6HNHA+jYFU49WMEXTRDwzRky9AQkjcHKF8e
qlqMUe7goug8FW5stRjPBfEf296Sd3h7M1/AMWo31Y3o7YeFZKmLrtu4OASWH6+ndfIKWrE5EKfO
63V5rge7frbWTm/3Ye/O+jzFTnGsQGPma6+b4BKynBFkpXaNfd9xdQgkv5nw4Yvv9Bd42LC5lL3n
vXulEjQX3tzeGKHY+3RsQ+LaPADaptYMiIhPL9YZuTt5bstfR4masrvNUDEQefpz0YVqSK7hGW2k
Xbi5ch35inDU6zPOTOtejWpsDjrySFTwFX84xfRj/Ot2VkHXVsy1jyBa1Aut7ex/BdvWdhd3lHgY
FeHo3bH50UQZ6yWb97xNS3wc3SguToHpXJGOo2nmfCWFUadrx8N0oIJS3Oj/tv8cv6r7w6BWy07j
Mq7/Ds24l/kShttdrfF221LhlB64MaGu21UMxTCm/kIqCqN7HXCgDE0/HO2dMLoTQ96MIWVsmUoP
qdMTSUQ+Tzw8ugEpEWeCVQDRbLzgKSYsaY239GVx75omuN+bLrJTG5zaeWmGSZkjeJcbHFdY9k9v
S9w9Uw1unkcbkKC8c5t+NgfEt9iVFG7d/O0L/PLTWQ2Wc+K1dp3TSo/SnTcfm9iLX5q9vm/27RZp
EzeFn4oZJ2VmQKuKs5h7pM7Kq6LTsnusU1J1HJYscFQKjmWxVCpDz++YBzw31znvk8FdPmaLPjE3
fJycnpW99hI5xZCt0msroDcGHd7RpAwwOLOBTSb+tEprK4reSqfoo7Suyq5Ky2EBZImrUrGF1PaF
lbl45D/VFin3acvG4vjkV3t0bm3RjAcgK+eZIi5+hntS+am7+f13ZfndXby4qHCtrrbbi9T0iXg4
3tiMpjX+a8Mq1S8+7S1qonWS6dQAT3xhFOK9d7x960m4Sokc95zgs0/2WqWep8eH2edw+qdn2/+B
+zViFaT4zeNSrrFhIgmBfUDP9l+s/PhEiq6bW2W6ce36ao1cLJLfB32Rg4dwq6hc52VpWts6VyMZ
bdcAJmA5YP8c3vfsobSHoa8TeUTQ5r3GnTUmCI/dZkzD0CpGhr7/31ujE+sPAJ2UbyZ25PQU+URf
5mrxS537/hSLwzI601tAkfhrVjrVDKOxLrh4Ylp/2CMW6LlE+p7kMceNQ/WP1+vGpiJPPu/Jqd0S
Yf0Y+nb5Nm6kh8MsKk8dHV8LViaFb55mJSdxWdl7nFPOT++jcwJTHuJuqYqzt/vFi3GHjdeJPavz
ri1bHYa1wmoJ81D2daqpYq3Am7dySxczK4/bWnLblsJET0iagQ15fGY3FQpNy2FHX3nWK5Y2qSvR
y+dbb9vjwW9ZX6EbW3pcHdph/72iuJVZg91jm9bRUIMYdnP1imt90eLSRQN9xp4YHKcNpvZlluy6
HQFqx/cxaBGYoUacx4yNJrjNuhrjP8w22yWymB9TsAR56moX7CGZxbB8z4mrpuMw2Z6874NytH4b
QgX/JWM9F9kkKv9ajEL+icGE27zZtf9jWYr6YtyiFDktQ1Cnga4IooUltv95LbhZXi0jztijmrTK
6Mhg4lPufru8joO7mePMKtN6MFSKi08zLXIWDv33pBg2Qrsra/pIvH573UKOHrGDE2WqHJ33Ya9W
/67bpHjZdl3YryFNwXK0bK1YYmRZYDztljc9CdYTREpp7Z8sw/CY+2rsLzEEoJtthh7yIdg6c9IY
AzInGEd0uVs186eL+Hm64NoqHqWYULRGZTCvJ8eaxDneBre+624yEoacoBsAu8RA68QZwbJ0obs/
Ozj6Dto8dm62zh7tvC40i1ddaObisLvx9hmT5irSNo68ZyusK+bBLbYfFDmVc47P4fab3lQ0mT0z
uh0ienyRYXy0/ZRJETzjdth0p7KN/B9j7APWrWHYGIIh9gQEeMBdb1nr2612TZDfdqq/boxHlUnT
Nz5LhIt56f2OEQ5vCxx5jV1UazqZUj07Fmug9EbRwosgu+gYa7/Qj2uokhIZhZlz0yzh9LjEFh1T
Gav2gbZmJ1W5rt31sEWhdtIE1Px9KEk7+2hV23GZjLCnN5sB7KvcGV0y6RHP/Cj3ern62MYEvA3s
mzeUPOl7aUuYxj8xwLCd9n2Uj+yOhQYigMyNJ68OeeDAmWXauM2tmS61Gk5lP005rRwm1K7XkYzr
Yuv9NiMu6++Dsi7OEyfK22B69zq4t3wzN14GJMJdUpgXK6lcdnLIfEo38EzsiWxLug/lYgXfgIOB
vDDHBw9GDWF51kbZuAGQRPALnXz7XVCxALDZdrvujqiHlIZr+hBeLSzoG0s/hHqwePVJ7cCAeFe+
l/ldXE+HuCjthtWKjveTVxUfg8jiuwC8btF1j8vIzx2cyJ+anmDlJycIwCf2ZBEq4wbEdgri5Fup
W8XmXY4BnYXad1TPheVBxUyWLnC+xx42Kx0pyxTUg5eHSQsMlJ4TL+DII6uF9gEO4xI0u7TBUI3b
nMGn1zfOaMs5tDui1TyszFpfQ2fi3Nno29QjCOXeXNchYfzBjtiVl84pK+8QNO7+VDSm+9WoiF2Z
NSBn1YvJSnzEm5zLhoNdbWWtnIV52Dqv+1wDOrAP0YXzb7HWQfAqPG8idXAOFucaExl7t29+veaa
GBneqMKrfbDUPvwj2qR0UviyoXqopK0f5mmCQpnGZPnplnXUgEBiuUdOvInSsZvUvQyBaw9dV22P
Q9Gsy9u4znWcB5ja9anvlRLShqyau3JrK/Ej2RN3ud3WEDN/rYcvL1JddVmZhK3cw97/XW3byhNL
9k/y7Y2AcYQv2eWH1iL+ZC2VD113JcHbSVhsxWEZtmU4hJtXyLNioXy7F3Hbv+w8oPudJ2XxIyYI
z3/vhy5SWQX7vH2FshnvSDtG/GJsr7OybnQ38Ll1TAifpObP9Et8FSqKwKef1RErORfAxNa5nyzP
ehDI8vXDDUr8HTZeuOEaEdKWrHJyzWHv7VEf9Bqse25ZjffLW+bJSh0r6ae02FZVH5WGSDsY3xs/
gHQS6zy3+/jt9DAZj9Lrxj/hbDdPs1g9VvdQubrZ7O6seLbOpmUW1Yl6gYNnVSsqq+Sy4y/mvrdB
DY/keBhvHTC7iJLPDQKtPYMob+s1rsPpTXQQZt+TvyxNJp15oNCH3X4QTAE78x8DeLqaLQzu3YT3
6VyuZIJfayMDCezIZuFlx7hbvE9VNdYpTYyq4HYMcOrEgJdkbbV6NVcx2gGzw/ZRB9rvXxI9D/+I
F/eJzELcRTXtSms8z1CE8kycKV+Ic3/i0lSOCc4oT6I9GwiRPO9W4Q+HBA+sG3tUFPewPQHzQN0n
DzjrEDnf1UmDMUKi1D/PZ+I4eP1ELGxoltDc1lCGFzZxtifViHHLJLaIBSeoJBIjhJ0C/aaoLocy
HtzzTfXF+qaMlvoZthVXM/jy4j+biR3fji6yIHbncDRZHDrjY02W55hWTm1+w/zCDpIsGhQpLqV0
KkhL6VlvNpX3Q7gO3nmSbfMZxgmVo2tM+d/UDUWXM3PzwxqNL+a4LOeZVC6g58emi4s/JuzGv36t
aLZ169T06X3w4uMJqR5VXQCtT9KzctpJqzqqWvXzS7BqeXbo7wzoowiGtKqYmI5g74E88V0iF+ir
29+8FdH0q2L+Vqd109ZHIubdSfdVJc4Jf28lLy3W8VPa2tX2HMO6NPnsmqE9MqfvGvsSw8gCmjTb
pJ851EEzTc7+09s3BY+Y9BvDaSxYCdjIHt8yE23261Jt0e9FVU6Tmf8/Hz1bIOKwobGG/jbaaQ8r
sryf9mgqByZjEv/1ToFF9GAN7HZWnR2e1nhq6gO/snkrlaWct6QnhSTV7iSmYzIqb8JZKNpBeBYP
GqElpC08Qpf5DTC/zXqEZkvXpMFQyP4O+gnvRILGtvEYy9q3D205lPtDgTnnk/F2ZDgUJ/tfP0Xi
KtB9LydhN0TLteEW5g0l5QZFdkogV+E1rxK2rTI5arfBwcwDwpLLHF/bIJbWxZPO0OTkBfXygdGz
XFLmfQZ5rwvbA2zeJu+SNoZ5dhlNoaljdx3ylUMAALm0AOZwn/s9el4L4Rv3s8yr3lVMKosru7Rf
5faFGcPEubd54mRZS2kor51fn5O6bCZSRnuP6+DcHlght/IQlrRelwANbp15kQYfm4YC+yJwFPwI
8BrrfRzY3HDAKqNKtrQdqoSwNQ4oRCSe4aW3elZ/cqEW+ajaGj4SWUkVpwwm8ov+udlTBnURpk5E
S3bo92F47bGlj+8bHTEFWVNAzAO23N6RLZxuPJg+0s01CJTs8qQsYgCUYCvvk8Rq96tFQuR1mLRB
vzu7UHj+VrHLP5VqGc4cU/aPwe3sv4G7k1xR3dSpIDlDR1S4cFqeN6vYWsz7ukDmU+lNx2Jt+/5r
6wVN/NoG9uM0lx1S+K1n39Z3Rwd81dqnMY2HituBM5B1wUAEZsHXgfCx5/Krt7b2hXOclwIui/Zm
uYfF1tVpcnxoO+OU/HQ5IcG5bEh5rSzc/VmmBlfoEYZzX19LyKgpE1258A/FCg3vGQwT9y5q6iM9
sw7B8AnCS5mz9CXZ2yDKoNladbPyMK9ri77/ULIXFJ9FxR7Gpd7K4EPBT95pM+9DNkDTl7RMixbH
XfaWlQqGiVvWhSN/dOAqH73ZTZBZ+qZOWONQzIeinnAlYo28UXcWBPWbom3yfzANTvLZ9zYV/QV3
r1AIRDXkTQcgtB2ErhwwHmSIdL2lHr7bZZwki7aTS+vu2cWl6Boc5aad1fiL52wEm6DhpFbDmhf7
v9Ay/ODKEPSGSEPQr3uT8VJ0PzajkUqSYx1XQUQ97Xb3LIRs35pS1b/KBR4ZC5ehRKvgJKthtbNv
/sJpOBAMBi6uppxv8XTcjZzdA1gBGgj68Zn0m8iEuH8mc3Lf7yOpeRHZIIijugA50TpI+c2kQCtg
4kj8N8CbrelWg0LlTues5n5vWy/fCYBfWXdx1SFA+i4vzBrLlIuSJYMDQYXhnevfhAdrRS3PUF7s
nHBBtcGUy6C3M0Hc6fg07NhEgI0RQpcOktKmBJqD87oM1Ot4DPtnhDzKf7Fd7tOvUBphzgu1PE4n
e63CtyaWbpRjawOFvWHiUj3Ce1DrYJYB4dzJdxN2fXFdS0tgLt7WUPTALJ2jQd6E9wFzxNHfzU05
foSasv8p/Fowgt7OfM53b8+WZJ7eEfwXbb5pTM8OXGb5qfQSLQ91b7vNBZQF1r/7/1cxdix8bjC9
zktZe4gNNmmaTzYJK5W23cbSXSLLBmfeum48trCNvGwbLc9NZt3GmasK7IAm/Fh++kAZPFnoQrps
Iw2kPzqdz1EV8Z+/lQ4CDaoe2+/hsNV/7L1qyhS9if09TFFY3RejIoQO8i6cj84u5bse9+5vLMVo
cjyeGn2VS7ckhJ7FCjdRr8K81yz4B985zlT+66wprjLM1zB4ZJvRfmUGQnuOQQ6yTJREAURtjAir
CZyZ83uipBN+XEid4w9X/reginqfUdFrvkDjhIfYV8CQo+9b7mFM+lL/ktE0vJFln6BPMlMpjgRY
u+gKqjo8dAOW9fiJKIVXke2M6AeMSmaS9XxT1ddJRO6WNi3OWwevnADvFdDk1SAEQFS0b8E/JLeY
AWPJrn4Q8jZiUzLG+1sXSsdJOXs8mOsWm8WrkZTEQ2TmkART4OHiQY0TEP+kNivKJU6X+tey9raf
rc242A/Q747K/V6aOnetQjzFU+9uIFWCU6yY8NJ8CbUVogced63ums2iZRjb0X8IC2/Zc4yv5upg
tiaxc8qbtNMqDoioUdA1+RDL0RzmCnXbDZ/dr308OeFx3VfsH+tByT3vrSYM4fl28WGtKAOBCBau
easR/70UdZRQsBcZ3hf0CW+F56P18hIUqys4DWsnhQr1MUnG6Ik2ZPiC8PLGx3hqm/Nsu5s+D4pf
jTuGaB8df1hxNFNSPll9G/0LjaBLgHCN+yM8vP800vp+QRYg22dLBoENduGuypTcojgNKgQQl8IH
YbJKjK//tl5l9rRBHQI7quXWHugykb5MBgpEdhO2IUr1q42vLN5egV02MYSHzciUoruhB7Ulqu+c
FFzOawJ2ZjpRAVmT90FXIv6Czn9V7B0F2ay96U+xU8buG5IA3EPhCGc9yNskySjbLDTWRVk/LdPW
je91i9TvahHP937Tk5o09ndzDkGVpy/G2ekbqrbzHmdRbN0B1UwR5Bad69UM8KiZoy1zradt81P0
EEmQVuD7yxW/qPGtCgKCxniSKUH7HFD+yOuVj4MJyTFFf7GLdNV79yvslqC94zwLvnWx1I87Vjrv
yaRCPMn3AKE7con2B77/a5H5NogrSiY7fgbj9+eHKuTgSeVYJWG6LOH6x9Q+kDxePaU5C7dqH3a7
qVFJweUDbIwTcohYifiOJt2rDpUDA3LYw7J71ytp2UdMIkb7qalWKg+z5Pin37fmqRsLi0eyp9pn
cyHaozOT0gKBCBL7ufeY7eNRRdAzjkrF/jhoo8f/gsFsT4vrrfGJ5r5w8rmY1wT5opX8MrINGAgJ
BABVQlXk/Bd5yATzdvWG0y0/g1W1zqto/XSSVBmlSE/3jVduM+wBpnfZGtbek7SC5TfHrt7JkfGG
LXdnZ/gsG9OiP5oSIJU+sbfyTrbLBOOpuuTRkUvoZ3sRQy3jDybcc5nM/Q9m7w5KeqvLJ4qAwpQN
ee+33KPmy1tLwPgbOPbpd6p6b4rBi7ISzIjvjIsPD2Pbxscibqs6j4xd/hB2NTjncEZyhHpIFHho
yYGCWm6TeoX6SNJCkyqMiHTyAJ8mBK20D3H1Uyy1mPI2TuR7wSJMeEAxEDyji0XI5fD9XrqJ+GlK
Rdl06TIqf3pYOqv8AmAlkdeu6wGX0URSZsOyne4832x7tg01Ho/Y521/QfXY4ZywXBXZ0kBw5zil
6RCbmjAZb7NIZL+2ixhc5GqbU2GvbnWPJmm9nwurFe7dGjv6jqHN5UzjVFlPrm8889ICfv1u4n2z
MrlETBWMmWV4rJc1+jD4SjePW23ckglW9F/BbkVLvoVcEmpsbZhK6mmw82iPZoCfSjTLuVlYuUVJ
4ZUXsOimP/ZO2NyHHqJjOHHBkSr2HZTfGOH+tjY/sU6lECVfJ1HuQwPIbPGU6lEeTIU9Ep2X6/7c
J0+EJyT9+uwyBNzG/VE9x9pyq3wKAp7MGBHWF+ZxwKK69HpU46J6rceoLDO1LMF/XRihOOrI7fvh
dL3zVrfWaqGSC3H30Qm5s5mKaD2OVjcHX9E6i//q2lk/MMkIwywcuLz0aZYBwWqSNV2CyPxbkZos
JzdUFlNbv3hXgWbwZ42KTx01NE6EuuNGO0PKLWw0Eqwt0XbTtdW9L/cMcVZJW9xLcT8Xke6zcXKb
H4REOXumsZOxTqa7Uf7kAa0vHdoouJMiEh8oePwBNYLDhXLrMIAyZo54roO5JOe1TvTv1W6oNhZy
gGtho7A86l3HOgWrLb+KdrER0FqBg9uUJ7o9tRqYd5pHbKVkWbPrD0ba/ewQMiLNmh1BBpE/YDkz
3Yx1zgCkE1XemVxQw6Z8KXis0ZXXFkDFNPYxkhY/7HHCXjz3XC2O3Z+VE2xPIZRGk82IfaIU85St
SXGaGcebn0i0pmWwQ7qQbtIlz1FbWK/IpRBllNPc/FhXOLo+XZla77BKaHv0VbpG7zzb9LsVrSLE
kSX9ExbX/n6YxyhR/MISOR36h8GkA/rhOa3GQh4B/0cIw2SvfGaJtVx/JZhQ/df4RfQXPVB0740B
QLKj6evR6dRhcoiTpZrz0ttc9xRxDd6jpHb9HBHcclmwy5kfSd9q/9PKquxHxBjBejcNm1ieKkfG
L/CdQ5/JdXSfG40b2d06ON2vHr03kivfJlKus/TySK5hqNN28eorIpNZkQ7fWR8whBWSYzTqmStD
TgpXd+JlkFb0rYd6Tv5DbOjNxwbBuQ+fqZsHtPKAj3Lxkz/DGgMreSjL8pHFUgJC3HbAyWudfevc
7mtj0K/upr8LcOndTt3kdN1hRF3oXyFDiuclhv8/bmMvgeG9srCP29RA7lvsxBFu4NXAQUytbzb6
V3FksAiP417Z2/GWWMJyiJHximJtgVhsId36fIuRgryuatm+ymlYn5YwLuVxKRYFQRCOqshqUn+G
vA18HyRgtbwRK0E3uC810r/UnpKBSABB9fnQvd+O35i/c87tnWqsg0HW1j548d6r16Cr9ZbakmYB
zf7aOunSbsshVAy5KQk5tZOGM4w2ruDoLo6ycCKYGBmIxzK+RX8iirOPZKq4rEAs835f9iulHl8I
pGHj0JV/anakQ5pu4Jl7ngsv73VPLYSAlS66Y8URjkW82DHjDtS3dmPWjYpBj34WsrsO6BOvS8Wp
oVr1w5ldYB0GVdhFfVszQEWu5u5EjN3QngvisF9Lgnnb6+jXS09P3eh7NC7yY8dc/X4XpecAWNWU
NVuxDgkltevNOfiejp2cVJvIf4gXbfen2Vl0f5ZDbe+HfqYTBmkCCE4d0pI4sFmcO6sAGTdrxl6L
MGtw2m+GIp+9otHRU+7UaF9Q4VeEsKK0rO4DYcEJVVHV8CTE3vbQ9Ri55QjR+tyuw2Fg3I0lH0Vs
45fP7uJRybUbLokrYZV5IuDDNXdjeplkiRBzFL58SCSnRVpaexWmCEfH4ileHTxJumL3k+cqIQwn
bxfSCx6ilVkoI+IjwUxPlF1PuxGK9VBtIdNoi3jpCt08DCcm2OUlWHz0aaXP2jXmRbE7Xihb08yo
Ngx/4whgC739PFPITRL3WYCaqTgGJB6hOxH24FwW0AmyIWIqyUo62PtYi/ZPFMGT5QSo8fJGalp+
WsDsHtWQgS9FhVnuxwGpGSl1spnQajmr+OHWla6OXevZDo6LHK65VckAYlqtmpOmL4mODxsZfxiU
EzTkSViBfjQb0n6NboB5YkCYWyPPBTIrFvj/Krbbw74WXZDpYF+fMHyQW86Oej1mxiw7BME69+Kh
hzySaZ24zXBoDZmxqeG6b7zX7b4dIF/RYsxWaJ1Wqtp6nIjTqY6V8W8ag00Xj/62StBpS1ZFqmy9
fjZBP77oYZwZG8k/rTOJ9D6AsmRHJg26tt4yr106c9E8zYC53V78DPiTz54XzW/dhMVM3nMhYAyj
FaHxKKJR3nkgJQ8gWQvuov7NbMHl6HgatWmbY1zJCHv/vd7YvkH9OGblZtvN4bbND21K1fyOWBrw
8lDOusXW2W0Yx5eNVJ14IIs2rf0B8WziUxQQGaqCEXtFFKXQ4CyYznTNm7XW0XhZisC+9u4SA605
bDFO6B7BDoLBC+/tiP0rdht080qg+wTDFvXT/dauES81KNV3W9hDeASA5v+KlkM1A5yY32b6jiL1
5qS+WRMFcV5vgdc+RYFc3nTv2dtn41Wle5mJo0y++zXcLmLyRguyvqjsPztM2fjYj3hiHVC/+zKb
nVbMp8Ld2pOLWL/568RKh/9saW9DijAAq9TGnRzixGNlPxOVAFAnzRS8mdHruo+QMXkEjq3H26Nu
bo+M3Dugd2uMT3xKbz+zCbHcCa8rw3PoCReRbWS63AER23IWdDsB94RB46Vkw2nj+4yw7QWg3c+y
7KktFsr6f33p238wHUR8hG1v+FSwvgTUvt88lBugpuS0aGDtbMGJZoamFQsycrvxP0HPnDGXkRw2
aNg1+JPMknUSZJOopx0E0V+zlPavYhyT8GEUq1k+NQfdT44Rkxz8EN+6DDVHKSF1uvCbzRhg2pFt
5/pxZWIt88ZRYs/IA7dibkurz76ELkIRVbXhoVcK3KOfpP02VnCcJz4MSkgGFvkpkARPh/8RdibL
kSpbun6hjZnTw5ToI9Sn+gmWSkmA0zg4Tvv094sa3UGZ1fTYPikpAtzX+lvQXKffOXQ2yR2LQPXT
41SUv1aQNt9lg4LjIPvQNVtFj/CTX8C2Sb2y/7vAJr6Bas6XV8FjTY9wQb/zJo7X9V4i813OvN1d
+1rMISKuZBrV+AlM0pmDB0E+s6B6hnpCjD3mpRoyRz6Z1vcHptIAbb23xvXftPbsG1dPQET0mWFQ
qyNy4tNsAk22F2EvFySI1bqRazU8mbDB6MHdOZ0bb2yGZLFqJJIwhryrOvY4kd2h4uzRgwke8qCa
kbJbWXTbu8pE1wfGwPSIYJXlJnN1nL/XcslkwghJ8TPsjU3KUMG3QSJUdimQFOqTGcMOLXsfsBCk
UcMcSqWWZkxu62XaWh4OlSQabL0wsbjMFvwSzsMMu2QOYyHmZ14uPR6lNFIcMi6+I0wZQirTGeeW
mFN7+RqhD9IdHzJCUY/QarROw9DexCUZJ1s7ZB86zbgMPRQ/tN0ms5od1GLSXte/xqOY8N6hCCs9
jLB03k0719G+kqNj7x2iUr8njOq3QE2IsWcQoJ0vr0wPH6+ANA6n/zmK5ZiDNavh14hofSk1UtbE
1kPxxyP1atqKqtf31uIt6tAEFfBfY001ubx+Bkbnrrzo+8GgF9hSVK/mTWl7fvPVhH0HBml36S8g
S4m5xOnGct/1OEY2ZcFDxoRTZu95JSDRmFmneFM3K3iLDMGdN5lCsHKeFnCioe5BaWdbCmiGFlye
vVDW1VHCZbkP2prWe0wWjZtMJlguFTs6VzLF4tzavchNsmKwZlrzanyUBWhicDePmDww2nEgRJ0j
nhBGzNXW5nYOb8dWN91podUSaxmJbPaO/Wq+ZyaVZULOwMhjMGFEBPsl8RgNV+wOW/S3wtv6Bsh4
W5psfI4kI/PZLnMWJXey0kvLfUlYQTC8tX0KJ+cGCG32rNgI0EzESbFPLUe8TZoRLallN/zxMeQ9
4IIHP2nGtPqwzJg+CyBkcLjFlGrTdTr7BttjmyqNNSAiYyb4J1zQVaA7Jnko12p56NZl5KEvMccc
ItGIYFtyNz0Cu/jA2wPO3UMUpf7L4srGeomlmzIO12H0plS7vivmRlQWa8HUNfozgR2iIWrZGgXS
Qm3X/V3Fg1oRFYX7kb1sCoqbjAAIOCN+J0AJSkzPoCS+2HtDJIaXyq/D7CQqk12/nzrHMpLPLgMs
kx2kyDXILejC4g9gZFocG1HmH9hjxAwO12j4Qx/L0p4zomnum1r4d3TqFOhHySp8rsvGeueraZYN
Mrn6RV053Y1ys/BnpDr5V2nBeD+4retvzRrp6ntojPSvJ6gzKUjjVrxoh6q+M9rmtfkD/+5nnDwm
AruRJFV9k4WMpZfeh47xV+Y2g1opnA2hZCOCrMWiSH6MyvKShqM7PyG9dc+DJq6R+DiUBcemaa3u
6PQA8Uyv0eDtQREKFOMTiiGoVBnDSGvvywi34p4hOItgt3wyD2QhYfCUONKf+0KIf26fLec+s0tA
zQruHIngOj/g+m0fkatlCliDbJlHL/e6l0I51utQV9rdDMwd93YvrPTY9pZ1i8YzNS9Og+9uS1Lp
eIz7BRDbqkf5xJTodnx92egkeLvFJepUiCw35glKHNAn0gL8WRzDegjVwS2ypTt4SzfOu0wOyEOj
1vjyISYqp/hwVazje4CBebzVmuFy287BIbauLROD8+mt0vkDrSN6Zu5+8Q95Kpzi2GNsUFeyy/k1
RZGCobbSPAKPlfkRUWNxXy7rmD8APkR5UqzB9EPsP8dTjlF9thLC+oph7xV2qMDpmmLd9GnIDd00
uMM2rVd44WGZAZqOfu2H7a5aXO9QGzrU93lGu8aHQ3ZkvumM1HDOEu0Y+BZQwHZYIgzeKBxYEbfL
pPLyVLVD98PRnT2vrrHGnV1JqKrW7fHJSBqbfy2m8Auy+WW6qJCtd+MVU5jvBnt1d5PT+uW2qyMZ
7Ve7LHBTzCD2VcnnSn8KN7DvL/UIzVvbGF3t1HZPmNSLNzQkUYnJMoIrZABKu2drsZovPBvQP/Qc
zWQCLEPrYhTR+DwLpdSlyjrb3oeG2sPD1GPTfiWtezJQYWDYcPeqCBjifY9BuVqQB9VezKOOHvRf
Bno+s7I3Jfpy/MrA446FOBGPAZLcznb4VfQcFXv6Clof5fUYZ2BlAp8W4+jwDrFYfbpcAjYPGAs1
ImSZ7f2OXNyrQiB8hobI72ZMOfRUVJ2nDpHfIr4dg9WF+o5a78ZmMv91mnCx92sEv5B0ZMT861nv
8xPkXPnjFD6qxGwcxy8OkXZGY88Yuscmp/4WdhFG+Fw4dBI8bo5OlhVD7LZiL8TJ4zcpxLIXh5/Y
ZGsyQYo6smGSavUVhtilNXhruJEMfJc0MxHFadrT/xgF0JCpyfNjAi4a1ZxclBJPDd31vJTVPPvg
lKX6HQcRfXgDlgdCkSB1nWzmvY8tj5ux7fs2OuhFIGnNgmb+gtaW3RHxXHCH9bxY7leD9OTIMg/B
SPz8OuCiNOIb3xngGD6F7FwLvCQIIe2q2sy5O9s7DKyYMkMTRBcb9K3aV2uM1ZDwATR+nh05P+1q
h2+Dboc7eFog8iZqxhfDe1zzlgf1BTMMYrdmwCUlaxfOQixlcT/1JO7slz7zOEoyjdI+R9x9tnxu
nC0tYvqeiPD2Kyps75e0nvKyLvgBoMs8BaOH6fGXwjf32WUvhS2NvN7aF6ERT2s5gjI6brPW23Eg
ABy9Yob4hl+Q3RbJxPrAW63/oXikCKBvYKKOpd0GRwYAMhQaZeFGsvoGHSKZkXKbd67jf8SsUcNW
Zn7jEI0U58vRNasznqaqbM6NL4prL1cTeke4b1VvMlIHSY5QYu3ffWtx7BNycnh3gg1qxEsI5nqk
IDz4yRQ28w1bXhGfbVak/nZEgvyoZq+m82upC+7ziNl2FwnS+RIpx+XWna4QjC2nONxOvefxj1hh
U34WKz6WA8A4j3lU2pZ+Io7IUxsvlfElt6wr4JYG8t6ndfFHICIR/N+L8CLyKPtkE4hXok/TKjgR
2NZUl7YCzX6yi84qTs2qi3WbouhH4No0NhARNpdQyrZ80OUk7QSYRn3WcQztRJQZLOJk01O4M5k9
5tsSt/kdJlDsiqyVHmbtYJpv8FjCvYcMHk7SOvWAJHUIiafsy9qbt449lz6XJpWmm7Yfxhsn7Ytv
JzKe+gjz2f47wws1civqLm12eI/yuwh4qzpMaolR9VGFEG8MB/U9YgzX+cf7VKeXOlfOHedkzuGs
/MncKA4EDI0Vf599UwGtuecyyAp58uEE76fcjH9D1Ejfgl3yyRCz6O3mVfbvUV9k4y73TDM9NQi+
tzm2W1z7Hd2MTTSE8ZlKzewoVD3BemY63xVOqrJtiKI627upF9UnMNemo4075vTl99cz49ZUvgxx
L8x9VRbyEvLsLPBWHVhDOlKAcRgAgcmKqspqY6Oox5NHIvyrPV2FjyjR45cmwsebBFPYfWZj7l05
aFmYRAW0421iWOQi8fwy+6saKBnUE2CfNGtAV2y5VOY/Sga8X4XEjplYnGv6lMp0fPeZVx8yu1JM
D54zffu2np5nSQ0HQ+bg7mMsWp9SF329RTxmHUXTl38jbVjIS7cxCWyWQ4g60mV3m0Nij/vUK3K1
peJZvKN4Un8tX/YXnoiOGzGX4VPdFiK9ODQfXEg0md1TFhHHvUc5iyWShKDhiTjkdt1i3MOQ0hIl
kl7YnpDchDWEf7JAPPSJdoLBZQ9S/gekXJwfbR57rsAyrF+BkfrxJkOeV+0D6kjHPfEIzS+Du+/S
VBA7glvKIXYet0PkHTUbEDa6vlNYQpw5czZSXtVqqpB2fUPy3Djty9i4MLhNpR5rWEigIVtGyPrn
1F9vG8kIzTwzBO6p6ZxYMbU4ZbpffICK3RTazj4HuWYvhoNAHJfW3abE7ku3Z2kWXJ6LY52miQFl
NxnoqUSAj6AoWFRO0MQ4KbYtQpL0xYxXQbjjcNsQJd2HyKlSbGDoM+U91bNwWa6cNSk000h5Wk2P
555g7pW7tiLyJSFuTn9OU189p32z1OdqaZb7vkyHO+ZgyErXcxZkk73X3aToRrFYW2nPEO5aw72D
09/BV+WPl75R8fqK+3+9C4Vpc1Z/B+U0w6wGcFsjjOS8Ek9zSAbS3gpWEoH5VKKQdBdOobOMuO0P
vqmraW9BNXLZIqSTO3IM6nuagXlpufq8J3ZlrzmmLYEm5G91zbuu0vCy2hz3CYNt/dq5sr4drcBX
26xKzZ4tLMLIBshzYtBFwVQqRZQ+XWbR3mcMD1hwVQBtHYbd+t0qD9VEu/rd1hRpekeWiclugAr9
XG50LWL+rG58tcrMP7eYvPlUodAOc7V4465HRDgkCrgUYL4InfrbmWgYuAwSw9uYWIU3q7eKdJV/
deeiHrOMPTt42sm8n0bPn5NGuSrcM9Ix/EhCBMqEXMIOuqxc0CVC0NvZrh5TcVF2cLUKYfSTCOot
FxnCVfW4KWdk53jgHA+U1pAymOh2XvxteIVhAGa8FP8cPvU16VAimTtrQSty35Zh8NWa1kWjz4Cg
d6s3x+KNG66NzjM1fCvUOYdvks9KYw+bAws9hC/Xc1DCxzSJNY3G2rcdE+HWiI4TvEHTuRF4+7NN
jHwR+zB342YuovEOvDzmxeqY6/a6xKe6iRt7di/IqaggBxzokBwWUn+nwWCyF5SjeU/4i0F2YlRH
sFAEu4W5vxw0zlsMhPnDkDrtEzKiET8su2C0Iasj/udNQ1SeQpWP3/W85LdDNAbk+bS1f2+5vu/8
LYlAQh2do1RJWtiNYXsd2lkK8hLjoR6XYCIxYLq6yJYseAwEXQBc6lYLEOoMff9Yl7jn+WENtrEo
mIt+FxWd95RerbBM3MKrd+ywHu7kHmkGDqZciUfEFUjjRpGpu6vv6DTXSD2AVmoQjlrn2Ju6uOh6
Vu8mLA6MTfga3GD5E7SkpH4uGQ6wcYyj+mFRXt6c8jTXzc9kgfonWCgg9xU8dX9Enxveomc3MGOd
g7chBlYDBkpj3vwa6eAj7D+DjXYGIn8CsnjedIh7JHEXf3kGC/ce9aDnrwIW9GO2LLt5deNuPI20
/2LGYg0GoWmbmlEgrH7tLFt+BEROmph16P+U/FZXaAQKeFvmWBRZyArx3qswddyEopaI91PyJ4/w
Zm0dw5Ya5aPcZ1iCwyX+mCbNdoKWAM7Y2RkNQjnKXbPHPiTO2RrYhTpwcOj8zHlybYtDyRzsHMSE
XJ3CXb8QFo3rlq7mKDqXJTjkxvP0fOlqLrFd6ZRZRziVo9w/QdXl+hw16fBXQX9giCJV5fVqay3I
UyjmO45Fhq6w4Ibe67wGe9Y9KzuRG4gtdkiu8vozt1oO3kFIHZ9kP9mP+UJ95tHm5cmSbCnHO2uI
l2ETk7/ApuHTpYnCQA/jhuUe/yjEwIR/0yaHGMG/an7snMzBpI5L3+zchuoqUr0zzGH8JSkYmBNk
Nwbl10cIqwEzUOSEkHsmzONtRmBKsZGlnB8UvQFvVr2s/bNxeUx4VHntkYa29fDCFi+HtzBAn44P
djUvFlk9b+A9VwN/l6uHNCv5a+BKhxviOTqqdGgua5O4Mf4favMIIpgKuXI1sOEjisR9EG1iKaL7
2DYaF/iM5HeEPChUf+OFboRcw87Mg5uGgd7bBFW80U8Z/OXjdv2jl66Crb3HvLoXupyDIzpbebbT
PFUbt/dtkDMQAoKhDJLfzUojPSw4u290G1czO/GoIv7ZJQiW6NKpZbpRWdb156lIQ2i0iKyYDUhS
BD4C/IAPlv8FnAiiXu0xA2AVGimgKjb4QAasXKVYpy1jLPkd+eLwyi1jlnrbss9R6Q46QwcAnsrc
2pKgjGCAvDR7N2MKOiC56IKdhZ+PyQCoT2xxWTp1sjYejnJXOeKx61Ps2JyTaocBNrc2w4BQYVP0
6+pgJoqkPk5TwCEjK5XJfzULliF4hxLaZFym9iNf1lgdEfh5QSJMlz0XwZi9jDjhITD92PiUCjT6
L3gVn1eUl/1HXwkBRYSzJEwwE+kbuHmoAaMXgrgcd86jAwbD7l85kFhNoke0pMlQNJg/Uuyiy35Q
4/S4enyYML8Zm14OcPkWBC7t4DjI7Ix3uYle04Dv4kyBsTNVnHACkaRFBF2FQsnyzxE+4fZcVCFh
BA1zfX9gf5d/lp6DfpOhZjMk2wMq70JM/dO+aohfSaKCRLitm8fpn6EW0r63VR2c0AUMBZ2DTrYn
kbmsjguFqsUF+R1XW4+mVZzjEcw6gUMzODViQgSRJwUHeEmtb2xS1uxNpEf13E9e/Gxjp/b2mrfn
an9X1mFoiy478Ixez/vB0pzXQ1vu4XcHdESzE771QY3gsJ8tpEyjx4sZD453mLoB5UZVOHV0GFU/
BNsJc+n+StzieMGIesUqPUBRrI6i3c9mip4srZB/FF5jqm2Mav9jIcMr3Faohp/QpMM7pXiPEaXT
7aiToXX8mmiUHDXzrDXuHgvOJEZuikGLQaxgZZt9tIQYjWbC2a6ywryzO5kYMtm+R27Xl1mtpA4g
RXK6+4mfdWevOCl2xGhYGT+36o8L5inrAljr0jWMH31CpFv6pxSr6rCtmhzolONjihN8bP9zEHdR
8VBLBwi0g6dKbFjH9DItQyP2AyHr8TUpx/V++tCL7qLO6Alinhwd1HOyb+0EH3MoNkUaD498eWMF
rdGor5h+4PcWaU94Dt1UiqMdiyVmgHac5sadhzXglfOdT4xe4St3fWnvBrSf7L2FHX/Z2rL/EBPA
HtyrCcSjRuOrsTB+x12/OpuaYJnhvKaZnR2As+OfNmjb/GS7IiMIHTje2kzu0K67ji6i+Yb4CbfY
MloxEddq1G+rTr080VaksDJbuY2UJfKZ3kvUGOPJDmrDOxRX9bx3FXaCbZuB8+8Cn3wPQvco5EUH
kFrhHzIbsGEEGTrc/QrICLznz97JBgxuoWQ8Ith8AhXPQ5SxIZM8RuLBPPczRX/CizhHkC4+ym6W
Hsz0AOKdIxi+uBEWd0JhHaLiJNwR6X2ONf8layV9cQOrKY74ypwvaCPSORnUJrI4B8fZLaBw9iaI
+l7BePnYiMuxJHkuxzHDhS5Guqf88ZpEjYSY0S9E+d0kBAE3vx5GL3UOfaa0jay5/3cUf4XXKL8c
xybvVcz6TxLJ8MLYxbekKHFct94S2vJDdEE/I19riUbJ8rV+cGNqIg8z8zBPOAhB/URQpwK1XD1Q
hZJj4d2qUJ8fEcr2hErWIdAibSQNiuzGCVJcx6HgS59sPur7SkNSnJhOKufEXjWXZ+Q79JVmwHDk
j/pVHuHwjYhQwJ4NEbjWHdc5h8W6XsJqaHCN1GsV3WGiNc0dUHTwEXaQc88WeTDRbgHB4wdaCLyI
uFhbTFJuJddDgFcV1Gwosu4rRgB5rrFxLTcI3sR6cCccxIcx0nq8h1lN7wcVlF+iMX3xhBwcBSPP
4AJYieeYfaJzqTURw+iHny7gvzzjnSvktq8zxoqSL1Bh9XQQhXW9MtY5d1LxWi5Ueh7LYZbPQhnC
DkalJgwFZYZjKIqK6sIHMz7EvVLFjjtI1V+yZ/DZ9VaxdofBL5ZblOUEkC+2Dt7zEqEhreMDr22m
+xwxbJjN981VZwkWFT0Jgqow/jqu3Hfg/hPkC1TCU5MFyDBwFJTDTRm7c7gXVt0cVsEuhFtXdIRT
8G1cbLsduw3JaHGwG6U3RvuRQFWU+z7p/Rgw5NCcJjfSH0SAtpAVLnfRsZnJYt9NPSvOURIPsVtk
bNR97Jvm3S/W8i0iPJBtyE6X52WVUt04M8K6HbNN5OwyByXzNpvXLN2aaEGPmRPNxLuRodoCY7bh
jFgJYfrnyEFQWFNinRMktF5mooSGg4qz0tvw+ZUjLt9s5mFVunmqLDlZLwiNqeeNJbVtNyE9mekO
HTLDM9Yj1iV7mprqyDZX6tve6voHMbvtuBvNNBboFWTu72wyMN9LNFrFPuxjMxygWfIzCXasXnPr
oPeALqm5CFdLjrsh7tob11WtR6JMuFaHPp0d3mIfPS8biFUPf008o8NqfdIAMaPH0WFF2JgnbBYO
m+Vq1y4xkKVRbzN3EsIP2zJ1glWogUcDnZ/xW3myJgAjHNoEcas7PzAUOu2GdEgg3ahU/tmRSL1P
o1ZTcWr5LgAMEMG2N2hCp2m3ome6LaMx8+8nU8bl7TQXM7R02c8HhKTF92RZoaC/S/Kl2c7qnMDR
iH1ygub6gveW/9vkYzffwQKHet9fizvPs4UnEBphwg4OyWaynU3wJ5FYvSdeLeUPYCJrYLj+wwXY
hwQdiYE0KCJ8C359datZVBVFphEkB67wkmBwTmbf922cTSSWBaG/a0n75kgwjF57uwU9IruIiL7V
taZvdBv+b6k0TuyolhiQXaWWWxxw+TdTSFtfDfBmG08zSsDrWb5l/5nhZ/M5e1JagvQi4wAbFFq4
Erqt0T8klxVfcm2gklKGvkMIGpDf4BujyEGhQxto6TDV8KeYFBueyd30sexs9Y1Ph/yaDo/8vCvt
njrYvF6BN+zIpo0hBPeMSXVwCNyKODS4iDA6vOZ1p6JzmqnhdW3W9Q9xGiQxMJL/YJtSHD5h3LfE
MfTx0e3RcRHbsy7Pouz8q6xhQRsY8HQ99m4uj4UVZA/sTlBRgcFCf678nmXpmj+mNgSFEajgaduS
SWRGOzy1ptTfQzdhlnQ0BntCaTtcTBE4xHIU+BLa17YiiXZ/7Qr765ezGc4N7+4B33JqLrNpyl+w
xV4gM6MCzUewYQgixY3yG4/4psD00Pzy/mZM32NUu92OeDoVJ9pN60Ms44zaqBpI5DxLWdnQf6sD
guvjWUA/05Z3pJZl1R1xNRzFaiwJYAhcwN9tV7E3XjfZMT1HAopxJ5w1VDuhY4Jr/QZHXeIRLItS
E5+7uVO8aZ+ejs13F6r0hggggb55MihD+razr2nyrDcM+EG57tYotx8Jg0YEpeOqfUQnAdnd8zUf
e0LBoPJZFD8FSvhyi6CXdGcyZMlgX9PWLndW6Qa/fFna3jQEcecnr5gdcJuWQMRN6lelf+GqG7ID
yURefsBPyVfAfzkeI9lU3Ey+G/Y3KeLoa5fTkvII9k30ljOj6GMmyLK2m8b68QV9Jse1GQpnP8th
VVdfTf2I9hVUls+o/mm0BzLpl2b9rWsC924JctHuPh+F+Ueaff7DUjPfFYgcH71JYQBsKrt9LSPb
feHQi++KoTbvMY7JYZdZcYRZvvbwbU3OW8Yg+eqv6zQlGYkIhl1tldSfE4Z9KtE3oY0rhMd1LhbT
b0v2DPztUYT+37QD2cypl/r3FYJ7iyNUDv9YmuExq6mw/xaoNT/HwQ0/RDtSGmFLYo/YuDP/T+UM
SKQUdb5cU2UwXUjKCtxNBTqhxAfkWJ2elMqiaVcDgHkbiY1Z78G7rD9rWqyfjtBabymt9j8AzHnM
aSpiUyKCVj8sJBoQZkB0CyQ4wqR7LwMSTxhiHEalxi7urA5lZhKbTE272AoqMDRYoW2vi2iAWoeL
QLjqTD/eIqsHen5T9M5cYWRWpV6PhC6le3njh9Msb0jlFC9mZC6wxiqlU3acATFFBOM2+WFjbdLY
jYO7aI1t8jd7X3wEOB4e0fHk+aZEmEoXaUPNPKlY6XCEG8HQ33RW9EapamhvLWbAPbAmqURDNRI7
QvPTnO8bbjwUBKjyNviktNzhDgPR9GtC2Z4Q3gtcc+SK4ENrBzjs+UpKNNC9mC4qnEbT6tjmkCMw
uGYD9BU7VwEbnPQ+LCGJFKY2Z4RQ0wvlE575NO5CtCNCHcs5VPZM31IKFOmiE2+D+nUICNFC3czP
ftRBfw3RrfmNlk6b76wgSgcKb7LbM7OUupGTsYnamKf2ZwksceMA1ADqQ5XfuqXTDvtoidFYl7yw
7g2A4Sq3vtvGnLouN/advSCe2K11YdX7thqiN3YDatqEJngxgWLiLi2WlTC/TmpDbAwT4LSvo5Wx
O3Ujpa8sc1Zs/Qlvw9aTzpXwtfz0ZQmW6tc0TOm/vs28tyeT1B4udUfUTULcH0H5YwefmHhyVcGu
oUFygm0AP0nywvNfprxVMA+RA8ovuwIzOcxQ+70Eaz2T01j207bA9jom5JJ1Pt30TvBTo/a76KUX
v1eJUZbYIzsBpw8QRDKQM3h1HyHeJxx2if/YdTaWD5MVDfml6NsASx92fl5Hjf21U0pikNKZOdQ0
wBIt6sUV+6e1rl8FuA4xeErbe5UFxgPXiTyUgoZI5du0I1EnodG9r45T6ANr4UwTOkmN5f8pCA7+
NgHpyIS5xNN9Ges02/huzwmbFry/ez9HtLCvtL/4yeK26o7cXZh8i6QWkmRn8Rb0bv9lyCJHW+Mw
hh6iYBQ/kk6j6o7bVt1ha6LFu0+FPewsnQok0xVWRf6ATAKCktd9jiYjnwlCgZkiPE+/tF5nSOlf
5PiPrK5OJSOFjT/aUyLdEkABpUH2WfRgqiBnOuC0JdWu8+RvzCtIDrAzSvgnbwpuJgZg3Er5EP6r
CbMdSZ4iRSepWAXDhDwmDoGmEtOE917jrIshYM9rx7jB6jWLMiGlJ/gOesTevdQ63ThVyu2hXB3e
okPH6oImKX5DXZ4fHV2Qy6PrCVOy9InmpoHORhxCdLlBujNH9I5qJ0d3Ybtd2dyLunX+KdQB7Skm
OrImrbwX39R7WO5myRoX82gTGHkQ6NbvvGiuzSF20nXcVBqWc7dQpyMO6O+WuyCaBwwsc2bP27r0
279VlhUfKZLGFy+IZyLfZs3L9E27oagPpEANfRLUIhPIbobhsaA0Ij1KXZbFCdUDMzVyO3OKPGUT
J4WQ/G1uiugtIl+f+WUcZwQw9UjetL2Of4vaZVpfTY+Or/JYOZFG+s9r5IUgmgR0YUj06VuBjTFl
fg8u7r9YcYUr2Cq96truCdA9kGUQoJqodYCyGMjpOgZQ9az++GblUGxbPHfwnv3Y74Ox8T+GrA0w
mjur+xysSAupTcjETsJYo9kgZcOBhfbYTnmHcp/kUSwXW4TJIfbLFqcg0EbcWTCtAg2bNxJ+m2Q1
R+s2BwPbTSQ1DZw2cPabMUT+fYcixJBcBh1ExrXADuEUG35W3O3EMJXVc0bmSErg9QwNiYoyHnck
7+JASINyhphLo6U+ciEX2RY4xKuOrouubtc6o/vlQ683N+T5M1zX2rrGWhlF5Lr06IPgObPcd1tn
wXPKWhvt3NpeK3RKeNy2boigY4t0hwkVG6O6malLea0RRXwNSlsN/F/kvdT9MhKVgQEbZCJr7XcC
6KunaNQLAD9Sr9uYPApSABvK/ZZzJwJadGJA+N+GY3VB9qbyiETFsQVzJwebXo0wml/qcZjfuxXF
uxXJEh1yv44XXcxgzK4nCgJxEXm/VIjxnMtMEQHmMMara7YAXqsDnUz6wR4dno0JXd3z0rqK+kLF
B4RwCA8zSY0ToioCxvFhBMg5rT0qI8KlDKWIf8igy5xPP+jBzCe6v+5yDvB/np05yz6QJFTfWlhM
wIqXOJKcrMS8gwPWbvTgVTkehAEXR7dbabUdEpkv7rLN0GGeuEyGilRShXy6tzz/aaj9gUus4l5q
MZIOSeF0VskoGehzMBZxvJVNHjKfEBPj7sLZjJ9ruLivdr40zraHmg03YuwinuiMbjvicosF9LjB
WeOiPaoviy9cAb4Sp+Yjn/Bw3zCqLGdMzI7ZaxdMP+M0wGcPh08oOJ5e9YAAlO0U/jZ/GaeQkywe
MlduoYMigPkUuGPLNlW+W4R+dBtyK5dwT3NY+d7kfTCTQGPN5/86dhIWIVimsPK5YIQirWPUHUnm
/3V5PE1dU9FEE7m1uNH0iHy5di4BgGsBdzKmGBTI5+7cf5nBeYoXDQ0bYQVT9tT6MDq0ukiQPhrS
yAcR7O6oXQbCAT+BxofoodN5M9zCZzuM70pn6bM9zGLdOsXqnTAcFTV2my5vkv/iyXWXhrFui8BG
XuAVYsLDedTL/X92C1jRgg1u8zANviHszEvjyuI6O6HFEtiT3/5bVxyNYnSxAAe9kzLRChSLFhJX
YJC2Dvb/4aA0sQjTaqcCJ3c3gnvzLEpKeI4SIfPyf9RC/S91Z861V41/JRSkVVyrlf6/aqwerWMp
2u5awOV4b5WP0GU//z/OzmxHbpxp07fy4z8XRqIWSoOZOahUblXlffeJ0PbX1r7vuvp55AEGllJI
odxooIE2YCZFMhiMeJe+GfTL0PrJ8wTO7vvoxeO1MZro6b//63/8n//1c/if/r/52/9nZ/lfWZu+
zUNqXv/7vzcsqYRB/5s03jBUR1t5HfZkM5Iox9gZEvOjZ8ljiPQ/de4ZZR039vH+eBs2UYznGEAc
wZs49soM0I/GCu8gXlCKoNWKJuMvpW2q17w1hsf7I934SBIwwKAbqs77x+TLLr9qHwV+jsIWXrOV
Ej71UyvOXKj9wVBwiTBT/Z/K6pE7x27jqTbbn/cHv/E8pBPHkJo08IC16FEvBy+Dzo9h5eMkkVXR
tVBDPCwR7jjVfgNf0OgCFHni5KXf9vegzFpVgdcJZ7WW01j0TWCCgZvqtvis6shkZ0WpvEEcP3yp
uyITc0xDt3XUfjAyWy0jXbOhwe0AullR1KdMOpkLcbVxBw97pfuf8mbHSEOjrqKZ/Nc0LXXl9mV4
oitQxEd6UlofKidKXg16+ctIu/T1ywfiPWlgSq/RSVVX7myJZpnAnNAOQDW3fhioCrwRhNcTzXC4
mvfHujl2TMawLcd0cNyzIe4u9wd8W+xXUsc4SLRHUZYexUOs5zQtwAw/YI/RuffHuzESm8dz5uUi
wAiYc8vxoqLxkT1jvAps/hkFSOVotFP67v4oG7PC4VM4NCpUyhvGaqnS0p+41m2STnzJDl4eOSfo
o+jkNipSKHpvfbg/3sbWEFLC9HWEpCu0PuKaAis2VUHkJWqLI71p0dUtESsyenv6fH+ojanBtRQm
+13yDY3VgnVzeSANMZ+YssT6FBUtTQdZGL8a5ArPoFeDnbi8MTXc0EH2USLggIn5z/+4ExTcAbgp
wdQpSPNeJj8nKwdQdeAa33Nm3BoKq2qGkxYXzPqAoXjQzDQG5GdQBb1g78IJaGkhwGRrD/e/4vZQ
6NLO/zrs/OWshAdPBUbRfJaN8kERoXr1gBNWSmTsBKit9SJmEAsB3hL9V+tVCCCHQ8BUKgAN8HV5
ZPf+EJ0Ds0d/bSqj01/MjM6pYVmmw6dcxV6cP/qkc9iKGc7I56HXfdfAPOzc1NGvvxhJODrCI7Yq
ubqX3xDKP046Epp4XNGan1rfO1Y5pvXR4Fd/MykdcqXKJ7RMfTWUT25vaOFAlOoFqnnoBlxNDxIG
MhByxz7y9rbG8xmRT3prwBVxt13OCmA56BsPgWGUcTKgzT0aOiefxJymPMahv/qqArzXCIVOyARK
+XF0dB69f/FpbdV2DM22dXvt3J7zgM+qAdUH4SkljkhwzylYVhfV7qOdgPz771q4i0vYzCqWFpZK
B1hoq/RE9dMmpymmH7IpC74qFV2ch2bA6KgAc/ZGDZL4bVhVxhMNsvoZVzz1DVfudKTdbl/B5Mh/
x7jo/gWkndm88QFp0eGPL1GoUeBVIMPsXFg3Oerq567WR1EArcaWrR9iehZ+FtCF9QaMELC9OCLe
rh7SsQlRHkY25P6a/M5A730osdwZ6KRAeOkZuUbKEdADOnOp/caieHYoNat7cmZYAIWCX16lV89q
mAaXsvV2fsVW4CL4s17WHLjsVTiGSmREOjAfeH8oTXohiuM14P8rkuHlzlDzobqZL3IKnHBAwZa1
OnSUXaIWIp9x8JrvJojNM42ZjNYuqrIFkkL3v+7WYPrsMAraAzKEWOU8ThE3xqyGS+sx87VDrhnF
syKj6mz2Q0I93oCDtjM/bWtMm5IBGYmwpFj7GjswrskiMONEzqVG6RdnAvDYXnGVpOvXEe8vACnC
OiEe2L8FXdS8GfWet9AUY7tHNdJ6UEzfOY4AwUsXSo16Kqman+9/mPl+WK0CPGMNRRWboh/3yHLX
ZfMa5KhqgZGDa2mXQPANenDH+6NsbCvuJoeslltKqOpqb3vTQBsWJYRDPaqo7BpopkhTPEDHH0/3
R9qIr8Rwjdtd8Nl1a7WBk17vwN6RANImqq5TkHnXgjbPgaLK3IuwsnNXawHykI7yjJlI9fLISlZN
wMNWmyhx48Y+QAYN+8A8OEquvGssFbqFOhb5Myzs5Ov9qW7sLxPDY4PnArtLWz+nwUtCCy4ZSwAU
vrSglB8qCnaUXyM0P0gL9ox6N1bR4npkCfHrNmnrLfcKvjroe5rU9kGv1Y94pCMHWDT2cyVsZ2cZ
579qtS0ZytEEuQ3P57WhM8Y9NV5BHjdyIukFJXXYoloaBuiC47N27A1VvMIsS9kJExunwQLIZFsm
4BvT1OY//yMbTbKhxOwW4T1TYkaEHFfoekFhPb944ehOoE4uKMZIxEeXo1gKyvKQTUlyJ0/9YJRF
RO8AAPIFjmXsgMXrSrETjDaXzrF4VXLna9JeTczUG40YyF5Rfb8pjwoSY6/QOTEjN4Ro/vLnCh+Q
1bNsS+hkwMv5NTycgBVkyBfyhgBtRJ4jMe4+VgUQz/ufcmteBC3bEQa+sFJfzStGVDsHiGweoJ+Z
2A2hRawkmNW2ABDd+0NtXdDz5ufxQEkH5udqWjD3VattmRaWT9I/FHbemUAFZH5BikZFZzmBEJX0
TtbzThv7f6sKADzOPtXj1Gok5/d/ztbMLe4yGujEU9Nc3Wh1gkeU7FHNxH1XXlr4UKfBqT+1PRTZ
vxjJcVDHAuPDRTHHoT8OBa837Er5BWSLAnsByGIIHwmwr/jj7XzjrWMv5/cZHmv0fu3VPVEPFTCt
GkhFAeT3ijojnTa8rNyKPs4jMtLKFaKifbk/v404ShZCZsptzLUh9OX8fInq44iMNqjixId3CxQj
DSzt22ikl2JyvJ0X7+YcaSFJgxQLdcvVwuWQHWwxouLkhXn7ToZGdMCRZ7qgrxE/wxnEgALlwp1n
4nwO1vHUNvUZXoWlvG2t5jghSAfGDiH3BLwq2scO0mZQrILw2/1vuTU5W9rsSPalRYxbfkvU0Axv
QMvjYI1m/WmYHPFY5QBZI1xJP/eBnTy3vTL+5/6gW0eBsjKqog6POMOcJ//nBq0yWRo9agnQYQY3
H5XxYCUK/AD6xOcXD0W1k0oMtcC59LP6jphsz2wzWgdQgDU3oEb5TFk5PiWl1+1cgRuzokoO1UmV
vBRJapazaqEwQcyqUYt1VPUUg6mkFZJYSGDbv+5PamNzQPVjK5IwUYNRV4s2qJ5Xx4VWH3QAJa8r
jKsH+J4ZPp33x9nIzebcSFjQ5VSmtAqgtiyzOELeFqRL5VwSxVZOetqoBxJzGp7w09/qHWiFgksQ
IwQZ/7g//MY5l1K1gJTQJ7OoEC4/qF1lrelLnXOumv0H6anTe/DcyJbaXXYqx0zZqbNunAWJ3yl1
cSpbur2Om3HrQTmO6SjG2FidQ+HIX7UCsTOksY+ICRaVadTXb148SSI1EjC6rqsqz4flJJE/Rrgf
lPahcxCoy1GKeGPRlz6hCYmuCe/InTX9/dVWkYWrkP1p6yZnUK5CtpP0I13SGnG1No5/mEEqf86B
/YcqoXVCnarQaNeCIYDBNEH3AMflf0ypO1ru/Ynffm1TWg55hE5uhbv46rhA40DCKaQ8qlqKeIdx
YvKLRgQuqFAPnpBLMOXDCL/G2LmGbzeVyabitcINzMByPsV/xB4LjeHQxlgJD0Ncx8DmjS5mlPEj
TJZ/2YThziw3h9PsubPkaA5X5XI4ZAs1mEvAm2YdwI8geIxrlYhndK9AFOHQWciXz2/+onh9QYTX
mONyQNualYnzvob9o9CVjDiwH6bWsK6R6fWYaObNzgw31hFTN8aU3CMkq6vrUS+7MMVpCfqnk9aX
UC9QsMfewVU8L74EgeJdJ0URO6dmjjzLTUwln3jOm4ZnG++p5Swpy+Y0jziq+HqAa6oGjAZj8hyp
FcV/rKAs/xM1NR4C0It2zs9tlJ9HtsgHeIBbAK+WIxuoC41VaXJhomF6pPMsr5Vui2e0fvKdRuHG
3qFuq+nU4ijgEgSXQymeiIrAMEA4FOg2VsM4HeFXA3Oeig+5h5v3/QO5OTNWkGoSuDrDXN0qcSoD
ZQoBnUBzzk45eSMAf085IZ+T7HzEreXTKOs4lkOzSZWrTRqJAXZHOmvITPD/ukrxjwbaO6h8659p
/IozokazVcKg7ORyc1BZ7hsewwxpOySPfNHVZo37EXeitGogf1BVUnAqOoVUOnaOxO3C8eqgaMy+
JNTcnMFOQ5cE8ndzqOsIWR3oAC5CNMUJtU5Uh3CH2fmc2rwT1tOS85OMfpMgJ14dh0otEEpu9Aas
szmLgCrReUwD40ihvIMkDpHmrBY1NAFLTS9lmSJXGjrNsel8HWmPvnylIqz26f52ul1jCw0/QQGP
fjM3yGo7gbn2Id/Na2yoGXqSaa189ONmOKMVZH1pGoiYl2jQUcoGwU0wvD/6xhI4vC7J+vgHxsYq
zDvSGqDlAl1Q6um7jwQy7RaMpkfITITA0/3BbvMkopBGc5ZzY+rkBcuDit9OgSgiDhUqoO4LplwI
7cipv3gptrlU0uQ191MEJdumiY4mAISXV4Elh4jx+RUWouyr86SaFd5eWdYecrQsTjDetfdqmegu
2kP1TpJ0e4IYiowMCimXNxNezrWduQexCd5GDBmM4zJoziFdzp0dvTEKKRjvyjk3oBWxWj5MhaCz
Izx+EDZM3REHoEc0Bbvj/XWb/5blsZFz0XGeDcwW9styLjnCtchJD2i0zppeY6B3V0uLvur9NJ3/
YiSLFE/nQUedbJXKdiiXQVzpu0PvWyP6NJGDVo13lXbX7Yy0sRepmPMI0VCqpp++Xp/AxprGmvVj
YO7W8CNa82QMon+lCar0D6lexx/TEcZeLbvyS91bLy8do0AHYkgAS7Dob67OPSK9VHVSUFQzXvGZ
Jvh0zHu0KWN1MP5i/X5DFZzfq7duA6ID07WyFchK+JH2XMqY/lzaRm9RPNzrR8yfbb1VJDOa4Ssq
otKrDWl7GFVpIzzLUp/0D2jeFV8KxRJfhAKy96FrbMdN8yx/8XWFLy/ANR6UGhWz9WIi2TMMiW90
hwEk5RPmSoWr9Y65c9i2jgEmd1T/ZhQB7dvlMehHzKFVA5l2uIZog046eq36VB3w83t5aYqp8J4k
fNBOpQ64HEoTcJWBVwN2ktiWSIRaj7jhmQ++jiTLy4/cXEGZoQP0vc3VkRNVjTFQp3eH0qvH8+Sg
jh3QHj4l3fDj/khbwYr2G9fMDKqiJb2clNXoqTMlOG6UVdFem6q2DpkNxv/+KFurxIWqm7BqUcY0
V8Gq0D0KfhGsy9LGOgRlfuSgK7O8TE3e7VyeN0MxCbJqXsIYfYErWWVJE1pLtdXi76qanTxjkTJe
yr6lxgD/6Hh/Vjfnah6KL2dRGiXTNVY3l4KZN4wiJI/iLPUvAJ99ZIia4C2+bPU3SPJIEjjazCp7
8bAWWS4WQ7QNuGXWUZIGNvugwA+TG4CsuvmKdaJ2TtJY/Ivsqp0jBGWWO+fsZp/wYPhz0NXmN5HD
Sf1gmJHMhiD5HJvTGPbd5f7UNhaPrp3D5HQwM+oae9RWjjnlCCXMHTT9isPRiEUSdm5ViezA/aFu
Urx5QmAl6c/yGUFILDe+B5ok1Id49uVMBpzZUHY1dPR3wCso56IT1ndSsPjDIOudE3dzya0GXu0a
1FzA0hvBdGgarT/xBES8KDThZ2pTVDwith64CHlBu8d7+JlOcrpzFjd2rTXX3TjztEwoRS8njsbe
1FQOTidqgAfVQ6iiaun6QZI9e+gCRPAySjRBRnQtrn/xxWnAIztFx4xkczkwKVepYdKO7LeH/oAI
HfurwIXoDP9FuqUqp3NeOfYRH7lipyC9NWU641QDuf6Af60+eV8ojpZ5+TxlMPwHNOjD/hk5cVX5
OXWZ8rYL6kihgptXP+9PeePU8IjiAczHdnRAdcspW/lklCMCOIcWDYzpGLXIeh2iJguTnZiwNRBJ
p0666YAhXbfcuC9EaVdQpy3qULOtzlh5T0EAZWVnETcHovw2N05UXBhXMwqbSRqJF6uzMDIOrjkm
DFPd7XVkN+KAJIL//1FWhzOIEWpH80M9oATSnKXlIeUeOLMKkXxxTQS8F8k6rRF4mfRlVvcFYlJl
2gUCrI2Vi2+BMmrvRCtpcgEjcu/vho1tKMlqsa635m7zGj6HW47tZImnHpB9Q3IP4UqkwfvxGsl6
uFbNALIflamdN89GnCNhQe9mzo/AhqxSCVUGUsFpS0NnLq1+Unr5B1nE6XVPZHiCfZ+55jQbzDkS
Zfn7091aRGsucVFOoOC/3io43vlNGrNL2tQazzDScWOMIPgJZHZefjtJ0nbQbpRGrBuMrEOzp/Lh
98BTqvNzXmTyhNnkHvh9a0JUC0HuSYiL9rphGPSV3Y4VVm4oSZUnZ5LltSlz44I/sP7Seha7cq6G
zHBOyct4FaSdAcs4bL7EoTKz9JgH7XjC+Ws8w2bcq4FuzkoSO1RSdZOX5DJG0akp/FFhVoHSFtc8
6P0LAugI+STltHP1bA7F9UdNkbIgbYrlUHEIPj+ViTjUeGJeoS0Y1wL3lEeLbZLt7L6tw8ZKERAF
GRptreVYuCZETWPxBXW9+jeGoHgJG3hyMe64boNZBMbVU36+v+Pne2Tx0GLVeOr8LpdTS1kDBArg
7X42EO5HZ+40aWUcuWPZpxmseTwYEaDOdtAdtx2R30MC/jE1YgoM2eU0Tfzrsz4AKhijlIw8HRUH
opl9CgMTzTkIhdppCHGUh5XV4ZxShBrCCoOj7azsVpRh2rzcgXfRm1lF0VhqWEQFIWC3yBZvFbxY
VAAZVn+mitb/zPLGhLCEIn1XV/pePnw7NqeesIqHH1V8SkjLT1AovjV0o4dTVx6VbmsYQ4w63oNw
TjCSarc0gv7YUME73l/s25uQYU2NbWzM2Kv1+xaGPuWsFpIbturGUY6R9ypG8e5yf5TbIzMPALSb
BzT3g7qeXGxPIx5yA8BZz7zquo+PFvoup6Eov7x4JGkQAOanNPnZOoXAEp3a3CAFnERdHJ14Cs69
7ZRnbeqtnUndnk365zNK17ZAXtyAyXwrNJWsDsHhOyiq61mOcLiqoEOV2d4J9KvyIFH/3gkIt4eT
djPYC565vEHpfiy3SSthb7cmYD0Ym+HFKLG1rXCYuwwNVNs6BDT80u85V5F4xfM8pMW0/p5ZF8c1
1lPoYgVTC7l3qAgMOY+O5xQwzc5mvD0Dy8HmbfRHZ7BovaDvZ7iQrBo0qO0acQi/1V11MntceiHq
y1zH+wtD750yz9bI9M7YpRZutVwhy5Fz1WxMn47nwUeM6bMdSuilBTqnKJHiFzugWVpWWBybqeh2
Yt/tglrckHCmZgIJx37eZX/MGZ6tn/k1nmpEeJw7QMBeBy2BMY6y8vs4LaedDXR7FBmPpjNMFQak
3LIcL0GuEaUfZ8Q6RzivqC4PuJ8Fuusb7V5l4fajSpXQIjRh8RCGa7EcCtGYYUISo3fNouowE+jq
5lPoINKutU3cQg8ezO84rVRPPvbrO1vp9rMyNmsJeNmgjLJmUSWjhnbqkKPeUUTFe0+PvMuEXetj
r4v6HKhau5MV337WOUek60u+YwNTXD0LscgZFCuUvVvpJSHbiYYHVDNwNlWrr/dP5O/+5vJ+ljN8
1RFzH21ucC0/axJUcNEdf3TxikWNsU8BDz1UBt6ooPn09nOHNNZbC0GdN2BuR8T9IzohD7MiNKYE
OOo+9Elq7TRKb68RKQi7KgnyfIGtgX5oRLUqIGE+t6fiMohqT3DQ+2z8dX/u8wW8mjpULXPOTnj0
30Q/OOHYbGlGB6jfQ8E6BVXrgvApw7OG0SjwMx00A2Qo20Was9Ef0hF5vPs/YWOhKbPMo1OZQ/Nh
3vR/nFfD8dCJjW02tanGzyQGzUWtTPURTLy+80rdHIrmGSwbIj243uVQdaSTe9Ra74pJaTA/ywLN
OAR1jcSz1Pt2JzBsJGFUhnlc6YDd5rfdamZBx0qoKJMgeNQr2aEVGtxopHMedViph67R4KjrY3iG
Emy/rqfKf+tP2h6lc2uFocfSDbIBaUP6Wc8ZqUCh5QOGQpr2PAodY5gQL+wsnZAlxP4VQUuhuEkC
l5/cpf14f3U3h+dcETxgVMMrXQ5vJLUXxAQON0szehnkpbTwOjjQdmQOyCKCfk+gpVHR5uTlitxD
U28tOW8ykPAU53kJrtagscBxtEM1uH6XFj8KLArPCUWRUxmJv4iQXDzsZWifVEDWvBVfa+1GTP2A
GkqMYgaWyZd+sPQTijYh4jaiOd//tFtTA2VEm5aupUbKtPy0ES6YsSHZXmXnDB8tBnAhMTZPURHu
wTa2otFcCJmTJIBd653ctCpOkSHAxlgvRH4NMhtVJZzPcBq4P6c51K7iEfUI7m1orZBo16xWmYxd
4efccHmp20+4oZpHL0dtKG+b6UNjInCNqpZzvD/oxofk4p5rLzOMQvyGIvwRgZAzlb0fo5tn+UWP
axjmQG6hz65AVY3G105Y+A1/W8+RhjrYIjgiM7tguW4j2OI0U0c8mgEY9xoC55mDw9+UqfI0lZ02
HXsvbHI0ltPxBwIMJmLyqKqi61vOqjM9NdH+oVEjVD9jbCxeA8FuxjMNUM0/9S3a8RO6Gt9bVeIo
i0Iba4RPjDW9UzRf8R7Myu/sI9LsQ/MYiTB/xcT9BBVm8WJaKHtFJ98hPXLgMYhViSkL8iqRZov2
HuKXH9S8f/R7VBUxzZKPiYF3wotXEcYbb0wQsSYVknmV/1jFuOVQBlBr3SoV008TNb7HHA2Cb4h8
7yGZNzYMJHkbUijAAcghq6EoKSWlkrWGK9qseIckTPrUqGZ2oaPp/3N/VhsHYu5aUYaxSE5ustm2
DkCmtgxF13t4Iqe2Xa2ZgscooRsHtVI8C9yOdpL3jVyP5JKmJl+SfpmxWjl9EpX0UB5z08zK3oUy
pKCVkYRVPeD3ptkDFG7N8c/hVgciS+aHNPV5d8Lgyrk0to+umjrhjvjg1FxVHe1QrGeMQj3e/7hb
64gSJrIAvDkph65yzBCFVFQFKej246B+iynRfC1Vv/yUxOn09v5Q8z2zOvT0VHghGGCogPCs5lhr
KJz49OPccpzUYx2WuHe3+i9cdXDtGhRxyHF8+VXWdCPuD7zxcRlYgtNkMTV4N8tjYcIIsTuv1ty4
kWju9EL5CETqF2yR7vXQAKK0Ri3b+a4b+8eh3EN1lyY7MW412d4uUEiWjNl5lc1FgQbJqxTEX/RQ
C2yZMrDIp/uz3FhJmODqjA6hPUgxdjnLGvUvp53QKe3RPfqmqU39ejQiPHtp3u28L7c+6MzTZjUJ
4hS3lkMpCeSvFFUH1EUbFRHQpurt5p1sMknPoxHiICrbftsXEIJePkeIi7qO3hKZlDl/9T8CXFhS
8NFJIjHaQ+X5iGHX+KVMFBTaEyetdt4fWx+UzUrhcs6WiQTLwSopmji0VQ0Nv2n4TMu5ruH02cbJ
ssNxJ0fc+qLmfB0CxwcZsobXxPj10eUwNVc6XlVj/KZ1T60zVYBsUA450toSRyj/7U4LZCM1dcD1
kGVQDGbcVWpIVJ2isjIwMDALpbuOMvEv0kNM/lCOPmiwJhHG+9TTrY9pZ7a/spp61P0V3QoKVCZn
sDwNSH7I8iNjASrNvi51Ks8VGunWpDnt2cgT858krtSrib/4MQDg59ajX++Rt7amT4EGUNPMFL2B
KehiaIfc6nUkwYIsOY5S90vULEX5IXZAzBq5Fz/hCGC5PFS7Izz35Hp/9ltbjIct8gqzZBDX6HL2
MR125NZUHeCmnrkd8u8PYeEYFwXtjb8IDzB/Z5A8mcFNah5ocRRIBMndtA8QbAzs9pzSzbimBX4m
92e1tZkZAmwTT3dyytXBET7eEqmMdBehxLylsh1XLrwH40fWAz9+wMalf+qwZ94b9zbmIqbA8aGw
CAYZ9Znl1/TNvEAWrJoIS333toUVecSnE58a/u/wT0HBxn3pRG00rNCPmJWQZhGf5YDIiKNC2tWT
m2gi+lqWAkM+T9EeYhX7phR/xAfEloed4Pv76ljeozY1RTo3s5wDlZHVkRmEiudz3I3ofPpq7g7d
oD31hun900MZ/5B4Y/Dc+DW612ORWZcGdsurGIfj89g56n/uf4Db/UsSSNZA/x5C200LtUPLFBkI
hcIfkv8fVTjCPzKwga+KrMy+3B/q9qySBM7AJW5UHkXr7EHofqdHVTS5LZraxyEVzjHAn/ZYpLX5
MbRDD2tfBDSSMFKeigLr9vvDb+ytueSnzhhIUqU1xNyHBm1RDUP3oqnCDF2GGDW8CARDfNAH0zs7
TpLvdDpvjxGayVzlpHbABcnQlrvLjgyrw6BwdLWZgtElVnXUW8U5YsYy/cDuqDzHQr67P83bcMyY
lOZtLlkSzXXlGFMybWhL1AirOgw/Jal4W3t2/p5wqFy0PkBZlLe/a5ML73zfrZ1EBAQWDOKaJ+hq
sn6KSacTxCpWqygcNYPwn5QEHH/cxP7OvX6Lq7dtEhdQFFj7sJPWddW6aaukN7Gx0AGAAp7tI3Tk
Y4wD7crLX9fp0D8kWMq6keiHq9T88X1I2vURUVW8T5skfiVK6V/uf/it/UWjkmI9uCsSgNWhxk0s
wrKAUBJOEAseAlQmMaHISKfhS5nZNXNMRN3uj7m12CRR1GmgxYGTXtXFohzLrmjoJ+rZRf/sTJr4
jDFrcrVrPf1Phk/jE8gd6Wqx0e/EsM3ZchuB4uRlTHF7ubW1HPErr0QYmUp/83qotfxAP1b5guhV
81gFvrcTPLZ2F+GD42QCuaXTtRwvBY/byxAnSlii7WkYuPJI+nCCGOx8506YF2oVnQlTfE0a7ISq
dS03T/Hcnc0w0cAdmne0JgyWsek/vXjpqNTMrykqUmTCq+NSovA32nU0Ih+bDuUBa0J5LTPUcAyz
iC6qhp2MW4cNRqKQOZSdfbMRmMjUIPmSHfOoWsN9KeSWXU2dyp38qcAjqyyvZtGL1y0GZE8UytuH
QRvy4/0Zb2wZ0gmu9RmSxK23WkKTDr8Zhtmsk1pj32oYeGpgAX1SO/OTHYfifH+4rSBBD5uaw6xp
YHLhLrdMT82xmDp4hM6oygPoAHmk0gheoTetd4Xe5t81pJ3dEVOU46BigHisKtWCX+rFH8O2QJge
w+5gJ0r+LqusdxdhgqYInVMsmOYj/ccDiCyOlmXdjK6VS/E2dpTpKru2/AC2LfvhY/t2VEf0UuO+
Cr4WPBV/Rtj5qIhBGvkJX8vwOOEN8NwQgS5qHPU7G2Oj3E/FhGbV/PQ1KPmvohiU72KSeje4vZnX
qOUUfZ+4Ico532pVV+RJKrihPlqoX/zsU1wjDzQq1Wd0l1EY2Fm/rf1CTVilW0cDFqjQ8kulERXh
IKfob3Z4UT6kZJ2nFvXmp7mpztMxzPTHET+1i4UTMmLmTvazAvqfH/UBbf1SKtkr4K/GOZRF+hxX
PS57bayYO7t6I6shAJI+oTU5dwjmP/9jPcOulFE2qoMbeflQnPXJCJ/EmKdP3JDOd2Tb0c/NUXLn
U2bIpKrN6H2+/6E2DvNMDxAo2IBzIhgvf4GJCB+WkPSK/ZDQ8ehjiv2IZ0H3yUpsOjZdg6j2ETs+
++VXAJwqhpyJiWBUVldA1JSiozmPGR/gKkxFK8yg/w0qXYEkLUA6YOcuU3F98WRpimsGhCpgavr6
vWt6GsZXYa+6uAlVxXdfGYNLRKuzPNv4AIQPfhik6qOWimZntvNuW51bBibZ4KkAM2l9MEAZGlge
ZZSDqrgo3THCMxRXaXwhH7Ck1/O9ODFHw/V47H0eQvTkyXNWVzvcTgEfOkaWPrcQstO8PsY+sC2e
nG78oYM0OkVq+1bg9Hk1PFS5afi2H+5/69spU5SAPcftDrYEhbvlxjL0aOoDKrMucDLxheKQCVXO
RI6pztDpvj/WRuABvaKSt85gC5q5q9MeODxw1IlzMom+zp9SYlPm6kkgvxltVVev0mkcbWwHq9HA
+B0G46H20NfGiibN99AQtxkAmA/5m61FQovU5XLifaijVgLTAu/1dgRAU2rBecIJZ+fg3ga45TDz
n/8ROpq+gDhi660LqM326Vvb7VNdYFiAVUf9jxN1xun+R94akLNKvQicAA2w1Z5qIqs1hzTusJiD
D2nnGAFhUwpDCmPDBw9QzU5KvPUdwcTPy0kZAYG65QQx0NQAINSdq3eV/yqf6uyjMIfdi34ONMuj
QoUCLQwdOSaSw9/6cX98R6oyLR2uFucwo0p/RQVMOgdnmbdd6iAshK/z+DQFLZL4MvLelbGiv8oL
P3Wbtrff3v/At/k4tSgdCAYxgnxmzT9AP7oVEwwWFzclYKZxESlfolTIR1/TQCbQHseAIxPev+Tr
8V4tbCO1YHQKNkj+0D+6Kc+XCjL/vmg6NwjxlDhgxOE9yb6OnzK1sUq0hhCJ/e1k+DXArPjgGUX7
uSnbn2nQ6B/rcEqOcREMaPp18pmeTfP+/se5vSnnnzdj+GduJ1Tv5W7Ig8HAySftaC23BRVmdH3e
K1YenEel0HWMm20JN6brUQ2KdPUDgurmTkq4tR+5ohEmJcjweFn9As/ODK9y+AW9ifHpQ+CloGYj
e4+Ku3XMIFgCu4fsCZl9FT5iHO06gbmbqyhq96nM1RiDR7xPx7MzTeWpo427cytuToxKFuQX+BG3
XfSwNlDxzzoXH+78p96m+WvbGV9euydDpzfJvTtr862PM1zqLM8D4lWWNOqxUTzphmmHJ1euvBxP
QxUBmDglDOTdeE8v94rHLe7YgUStorOjc973jmsFanD0fKd48cU+FyxYp7mEzKCrTdECqUtC3Wld
cJ2Iq7ZtcxSBwFk8CPZKJFsbQxJ3Z0lDQUVoFQ+LpqnswiT+GpyuN6GVGJdG4EouVAyxoRDuUIM2
7m8NwjEKctBj6fGs9iHdhqxocQFyPQg8qGun1bkaSt9Fp9nbuVk2Ap9QSX+BPPB0ID1brhd4JD2i
vtW5jbQRefUm5+BnSgSWo6svwndI3xVjOFI+9nbO9G8U+Cr6CxrYVBRpZTPX1VYJBHAjujKtayhB
/SmLRxm6WGHKBy0EJ3cpC0f7hrAz5tMqzmXjIegpb9YjGersbY4VFJu5xSOM++XiFxAB3fthb2MV
aF1yKrmiwJ2s+yP5aBc1va3eBWhonacy+VZgyoNCt7UTXzeCwGKg1XLXHu/qPgDcONHGH1wUPHAL
0Ruz3qm+3b43eBxCLuRWBxpGm2C51i3e132rsIvFNKlnp+sq3qSacqwMpXqw1Ux9rVTY5dz/iluX
G2RGi0o9Lx3obqsdJijTt3qNPWgbWUF+mJQR+119wh/d7jPxQylSFQ0JtdHdaCzCHpcV3XiX6UXx
HikhNKAJHG1MkuP5TxEPwjMnZvhy/zdufRig7HMrjIBirMVvYkwALaNAtSTSFOtjghXqUQ9b5ejH
DvWOaJAuFtbWw/1Bt7bXDMujyUlR5UYDEx17XE+l17k2m/kSBfn3zgspEAx+vfMk2Trj1DZBwcw1
fOoDy3X3onqC46KQXjh+9s3Ku68xQpTnsGiyZ6XpvCsVFtgJpbHHE9jol5CucgABIM6uI2s+a2H3
XqNZ84UKkr9207rKX4ej9J2HMR/Nc5g3ySHlKQYdRCv6S5WA1+nrDLQpXew9TtFGEJ8fRXRMwJzO
oMjlZ8BPMvG7RGOV0zq5dlFNQSJQvzSyGh+toazP99d3vn7W4Q0hDIxW5pQODNJyOIyRjC6CSeQK
LejeY6sDZbhJC/No9iX+5ziFhk8+gmyv8SvO3yh20/9F/LKpgtJepm9DbrL8AYJjh6eR07iK1F4n
mFx+Hv2+oC/XDztT3drKKO1ye8x3CXyb5UhxWgT0jhmJVHQ4JinWwopV5afYlO3LE3VgjnT8wa6R
ka7LCFE2jXGKZ6kbStGHx9o2sXujJIlVVl1fgLQ1/6KpjFUoMGnx5f6KzhtktaI0ixEJnAUQtFsr
FOHnceozdpsp1qlVmtnoC5feVzb/tzwYWdQ8Dla5Z6SzsZEAz9B1JFrML/rVOgZmmXCqK9imfmhl
l1hV+4fIUHjTh54yvB+k3pfnTij6hxEsOSIGtbH3QtmIIKAxKMVac1cMkezlAlt45tmT4tUu2zQ+
OWPyQRYdLtKTaE9q4RRX9O0Dt+a2fvnOAp0wQ0wJ6wjyrErPXigrp28S9nAU2t+xgDXOySgKukRZ
u3MLi81JQknlzke0F7LRcpKZOtnepGJt0w/S/FHhE/xIa0icqy7prlPTBm7gW8FBamH2ucV50HLt
CLDEpBrYDMW21/kwhKr+2g2D7kICSbAwGzMJ7CjS669loQfYEmXWm96bQh0586n7nsKc7vmeU//Y
JmF5IEqY9gNFIsztIqu8BGO4Z1+xOUtonHMdDsboGhdp2wHOsXXfuJWp5B+VoX9MkEAb4XSK6oHm
9qhgDzlMryh/ljuPnY0ADHqIpw5BCejweiMLTASDStaN2+AI9Y3A+aHUc78GfAo8wAzEp/vHdSOt
oiI1cyvmcH+j79GWkR2QODauVRe8mmEJtjj/ZXtiJRvBjwSRl8FvQyFecsttI8va67JAaVy1bPGw
yOI0xKytqMfHwsZE8/6ctmIBkNb5EkNOkzbxcjDMVSMz6SZecooxfqrs/8vZeTXHjaRr+q9MzPXB
LLyJ2DkXAKroJYqSWuYGIUPBJFxmwv/6faCeM9ssMlg7ezHTrS5SWUC6z7zGVe27bcigb4+zdu5o
neBZNlFKwEKSbPowC+zwXv8KLxBWAD6gWkD/EA1vioxPv4OBmsI0ORasRsuTC7L5yLSi0NDr7Nbf
WidPVO6oP2ync5u7oFjt3Xl7yhNpD9aPafCC265qzmm5vHA0E9TSmSFSB2t4ekAVOqqR58IsGKjj
fNtUuEQz1HBs8nY9lErbRYx0zTmVsBdGhcS7Y4giwipaQ0/fRGGLCItHQ6ZTr/1P8JOlE+Nvtn6w
SoWoMf2L6EYUY/fj9Rl4aVgXRVxoWLSrWeJPh1WhmsCNIj09VaGJuCpsnVvR0UtJIsxGDsg3g5Xg
pjqzfV8cFu09YMdU67iSng7rmKVV+NmGLXjrRZ88aS9kDm5WActXeX80h3Y8+ku+nBn2uYsEhwXn
4C74SfuRu//puGZrKRHaBqh4wd66cyyN9fvkRPX3lZr2QxUpR8Q13OrLcXVbP7aEkHWazZW0QZoX
+LmG6NCmFsLaSCBCG1B4bOL+FW+dkT++PjUvHAa/k8W9Bc3UnEZClieKuY9mVKVUa2P069ZRud77
DioYDRaJozp3ILw0IMc4Hb8dwUEh6enLAUfWU+RGxsoMerD2RNH1jar78roZEB84k0i8sALYXBQm
9iXAkj9ZAeMS6rDguk+zrPI+aeV/7PqtuQsx7k0XOfXHUubnIoAXLg005Yj0flejWfBPH3ClZ+iK
PqBx0xk4sFS1DrDtNus8RgBu/iSj+VxZ+oUzFiIw5O09T9hz/6cjYkLsbsPQKApXxSzgL1TbcFmE
C/1UUUaIk22WUdwFuTs31/MmXaOKW2Xb3/7jlQS3GjVqWs57TH3yrku6AVmjpEytBoDvGignNvKA
c6zAM+74+lgvvWMEcOhHozVCiHeyiKKaCgDbWaZFpaaH3KrXj8KcUFugmXPRbn1xpnL3wjqCuogV
AxpHhAGnkq+BS20DJAgJYW3Jd2jr4cq5mFWxoCU5VG9lnxHhoeR3jvzyQkSwq8NA9COQRvTr5PZ0
aqvybE2rqgQDcygQYkitkLz49bf5wpZExpFyNb0EB+3Qk+O5NKMyiESv01qMHcRud72udFAlRSTk
f/4i6UTRNCCm2sc8eaCtW4dmcsYhjVpPyjgXIKtEl4cPvIFHOD3BEYZBfnj9+V5YLRHuidCk6Pch
MXb6fFU3dQ2swdTxy/ZuWnGU3VzsmJt1tY9zdhaf9sJqQZhjF6j6834/GS8UAgF9yXj+OBS/WrMB
qTuAFuhNZ30jK1O8azv7HC33pYekz0Cit8cT1MyfHgJj3SqF0vSQysUNhgNXbLVd8rajG7Oc8z+G
xoZ4/Pp7/X18PskvaTtAA4MCDG+J5uXJg1rCK+tpnagY2DVyA3OAyMJxpgLeVHE5WV2VSm06H60y
2MSVNVHPPearHC7yySTkdKWZOQhldZ79vUGgpb4Xkm1wFRXasg75rKrm3cam3LUanOw+123+sxj6
Ads1NNlvp2kLP9Vd2DTJqp0lONJArvMzseOzqWQ7cI0D6gHyTc15//wvDT/yt2X0SsUTgkN5V3FP
pYujzLju3e2y8qYfvIKPr7/V50PCiqc2sYuqQQg51SIpNnCIqLZ6qax0ON1setZV7E3kqzGFArUd
DUGscz0CrTkXHj47buho0nAhf+UaoXt2coRrFHnmdc29VFfIOxzy3VW+zJj7Mxty/3uerptdaYC6
BGf4Lj1wcnzrEBiBLbF7QVRkXuMV8e4Ec+fuCvX1s34zzzYGDwXvBHTgTqmNToVN0MhogxFJdCCa
rfNOoCVxq5RzPxpFduiakcvw9fl7Ybw93tzNTHHVoEL7dMnYAa7odrm/RDOzMeHeCm99s+lt3gDR
s4bfR06L+sDrg76waOiTEWwSAQCyO00nlOzNaM2Vl27L1n/KV6jTPd0HerASnSAE/W96i0T99UFf
mEZiHPrAlB8ozp+Gch0uvqMuKz/VhTQ+TjmgscuqNXCdyfuzho8vHDa0xThtyF4I6Wg7P32v2h5r
E/N1JwUWXPexHgr3VuIGPseEHdU7M5Q50AI7t8nPpY2otFdUxlur88IHDFuaX7Zs0B5gmTZOClVl
c2Pf1NNyYZe2ja6XkxuX7lQO6ERkxXI9VrCWYnswQS0G2dBVsWkge5cwddVXvxPrl9ff5fPKMy0O
Eycr0n6yZOpHTx/PLTwiNizI0j4vzVvA+vYcR4vX7MheVal4XsLRO5Db9Tejp1CmDFZPVbGxlMGA
C4gTNJevf6Pn5aX9G+1cdMpZ5KqnXXRTu4WiPtmlEUiz+cCkCn0snXwzDggf2rQ4to2kpNVAEWLM
2OtHl4QHRcYcd7pkq0xfJwpjdBWboNDb2EcCu2OBmq55LCECiKTUVXXfSrMuY+X46xfq3R7+3mjD
i0OHpciH1Q7QnqqFixcFJsjDVbnNUYmov2fBsYEp/+P1Z36+olHOQLAcAimaKBShn07CWkuIT2vb
p9Dv/GTt7PpSNQMAh20+19t6fkxABKKBQy5E7/4ZaVQqmBl523epHarxSzG5Pjwq38IGByG92CQb
PLNbX1xh9LVIEvYIAUWUpw+H5Rtu6oBRU3uo5gMXu0jcWolD2A2QKqcW4o0MTTBmm3fYQGxctmuW
JUXQlX8isP7XE2d3/dvp/UfXr6pEXf3kj//9tn9s3w/q8XG4+9b/7/1X//2j//30j/zmv/7m9Nvw
7ckfDu1QDuu78VGtD4/YNQ//4y6//+T/64d/e/z9t3xY+8d//v1HN7bD/rflZdf+/V8fXf3EnJ79
+G/z+v2v/9dnb741/BqOHd/an99Of+Hxmx7++XfD+8fuKg+LlZ41nBCiib//bX78/ZFl/gMJZO6J
3SsAJci9NtV2aij++XfP+wcKb8AdoQshwPEblaoh7u8fWf/A2nwXAQaMv2vpeX//nye///Oe/fN1
54/dv/78t3Zs7jsY8ppHYd7/722Mey69LgJHKlFUaMBOnZw86IZqrVfVU/Cyv/iWtx2jvrMP1dYY
F14bNGeyjd8U2tPx+Oa7SgsC8mDKn65DgaA7iviMp1uR57GRoazRc24fp8huj4M/DRdRZnUxkA2V
FoXvfa48iVcbR9EVFgbr9TDTRPB6cV3Wo5Uaoy3wG9H01/8yhS+8l6eHwe/38uddSjuMiOj0To2i
bttaQj7KYuqr7ObiunBkhBeQlGdazs9nICDk2w8CUjySsP3zv0SZ1kgDaNP97gBUyIt5WfwLuwqD
A+Wy7muwRN6ZJ3saLexPxqmDBBNFMWDP1GKejlfaddkou1OJLWY7WasNWRfR4mFbiPVunFsVl44R
npn3Fx6SzJnRiP8pBJ8mKHVV08V0S0xyncBIjLrpY/BzIlXjKi+dzvj1+uz9Vmp5usxYWzuqh8YB
1e5T4cxBU9WtS0GbCxfjEm0yMX0EE++0cYcMxOeKRL+IWUDGeyforSjNNuW/l3Xo/QzMrkalyOmr
Kc5XBd+bqpwXHHZpR6orbrktKX7QNN6tyflRzK35VeKeOMe9vYXvcXOy5OXrD/PSu2OBcG7Dd0LT
eV+qf1kgqpRW7RW9TJbJDG/J9MRFg7jVbZOL7tCOtn94fbw/m/knbw/PDmoOOyx+B0I8HXHz0DSX
dS8SbQT6OsuxEohDaY/3ZWn2BbZUuryAFI/Wkh6XnMC9dj5PfhfddDIfMVB1G6d6464hsMhqq9oy
dsMWSwIbkapro8p9ityBz7TIqF0fnUZ6n+UI//Iqd/PirtANXZZF2K6+6DHYvBY6r5yDgnr/x6js
3zruYbFcFEjZ1Enuet5dS86tD0E72Nc91d13VRZNQawDMv7EDYuwjjsbREYcrl31sMB9f9vryfyG
fp3LvFlQa+M1UuUSl6uOHobNa+2DM7QY7tjd0NXJZC52GC/uIP+IOGYhW/dQU2OrK6ej3M0jYl/t
Hj1blUnvEvS08SMrF+8PzrS+i1ls8nPdb/pejNrroAyUwWUgTfcdYdJcHaY5Ny81t7Z3Wy5N/QWG
d2/HYWnK71mtwo+uiiDpNEUepSicUHxqiEndlNx0GdN5zswfsyPtL24zG/W9tAsnSIsVnlg8E6nS
H2sXhACbbOs6vLVKfEgKX5m4YoIlKmIF13g+dLKy5MHqC9nFbT9TL2wD+6Nq+mCNDVSe1xjkq1Um
XuuI9bCusybvrr3wzrArNHe3SRQB0XUelpfj1BsA9jxRqoNbZRW6uDoYP852z/GJr5jRx+NQul/0
bAJGniAUaFL4fvIOq57U1wZKkk7KvNMc8EtUHYop6LIjkskmHWTb0kWyFbJ/g86h5k3YLdbsgZxn
M87bzXWP2hmG+Yj704ggRhjk9cHuHa9IDcsvGxT6WUQzous53dCqalK/j/DkbubO4d8xqvkU9T36
nypSxpcaqRmQ6Es+0+Rsx42GRSCc26EZxxEIULV8Uv0MQLxD4nGMndWcv8zTxipSCLB9C3ov6OO5
HeR94enV7+No6MMtHsMtL46uK7c3a0GF/GAOBcdtNS71RTHiEoK809jtkledHlMk1LJLf91WOvjV
jLlgDw9jQEFeW/d2HeXlQUxDBXE5K9b8gHzofIcHuPg1bT2kGcea6k+17833/maOaAdPmxMm1Sry
NzYtaZGsrOv5mIPZa2JvkPXbvrGdjyZqqONhJdu4KhqnEXGuzTFupjmajpG/4Dk/D4H/fW6n9k2o
QpS4x77FwrjgGrPjXI2aLMxry58wjiz8+vxC+VDA2u29NXehG5th7eeHsC5WariB0dN5DuVyNeab
jNiji9ceUG9HYyuvCvMXr78vk2HovS1FyNP6tYoCWWuFvjUWRmMNsHwLNtUdPOH4YxJ5lnFTDKHV
prMLVi1daJVvSYNAPFa9U8uOL7zSvfUBSOLcMbYUdg3XX2rgLrUrkzE36Y7iGm/mSesZc35ojXp3
VRr69XvleLODb5ss7wfABaiAjTSnwTA0FKr8sPM/28YE4roStWpTCn3zIaglqTj8nejnaI182awo
jQ/tINZ3zdwH5sXU+3mRzD3mpaaZPex7273wsXP0E06p6Yvh9tEnvbGhYovA1YrHtZ3LJOCMa+O1
b6LHKByKjavUnG/kYnl5XITgDuOikCUrcLYJsXSed+/LYZymuBy7zmC52vpW1IO3EkOZtR+vvvJh
XMycDP7SCrI3XXQf7WEDYF5R8P/pDdvwdSBy6C7mSXvDVcb2Tq3cxKV4cCYES4ZgXZykEt344Ldl
2yf50C7jcZ4qHIXrMKCtOs+LOV2hy5y9FW7pag6AKrISLyhMGftkwTXmg3N1UQSZM6SkhM4ne1bh
h37NUDH3Vnv8uotG11fOMEtxsGbD/bwWne3TyWw8dWhsjJDivBjl3bCqoIzbTcMWCorojl3Zfy2m
tfvhV7ZGQk939sjpH9Apqe1mulkmlPVviJ+Kt9QTanEwfTolMcez93PzDEWL1Ojtr6OAd4oSXtS/
hZvkjPHUYgWbWEid3CFrVk/gPRstjpPvaYdEHU2lX0zn3D7MA7pyaQZtfEhF4+6UjyG3f1boaGyx
Yt2kpPzBR20Y9detCMwtLQxrEclSz6N53ZErDEmNeIuId67+Z8gcIuM22by3GyA0h5M7aLrLbEKL
BE+CdaoT/is2eBKDvNse2cCGjlvm/aAWW9WHbGUzxEL6mY0Flz2FyRwuxDHN1ED2CZtOeVxohshp
dqzGlZy6dYkBg21+LOHldhj8GDR4smprbyukAs0DyUS5M+IKl4M9QBMdSktrGBe224m3UizZmkpV
1kYckVt+pOOPdMbSSsorKDXUn7jABk7h2evpwVd1kVR9tn33RauLAyt0fd+MpuRtNIqrfLUQPztu
fucsWKebbp4CcokUn+LvFU+NkE4ihsanE9eiydTAs9nioBHB9zDIhMN9MPcUMVxEwFhxatti5ta+
7ZCGU4mu90cgglR/SFd2RQqTXgBVKrIFAzdjZVPmeP7Eg+62z46/Uf523NpsYncNnF8NktEak/de
GESbG0fraNTtF9O3DayDKVr/sKK8KG63Oei/TtYoGw7H1X1wNx4hHkqnuiXOUgv+zZP1I5CB+egb
rZMGJsFUbOop+4UsWRfEglcljr7aunsF/qGIaQ/0Xjo3Irstw9H56WzzgGT21n1txtV7S2krkjEI
CHVfC8O+M7qlom/o1l8C31juwxLHyMQrs0HG5WIOBw4YcWwqxSVjOsVRBHl3VXaVjdJ9V+1WSO00
xHlnjI9dX25fPK9wPxidO9/YgSx3CIVWxYH6q/4y67XxwAs1Y4pIjOffuU7r6kuKDfOnebOqPuHF
mXcd2slrAllp/DQRMH1bxkhbV4XcxIesa3fED3pBZTLDxjxkbj3IW+kF1WckLbo+Aa2kjxSW6cMN
raCqlO+akvGYl2wsU9TjteqDHiYprJANZQJ+JuECXn9lY9MQIFkO4vfVJJtdCW6y3tOuQtVLNuv2
SXY+tTm9UMutOhn5sRKLzgGx9Ni/V8MSqYfFndsunrIu+CDRM2pje9G+V8ZB4XVFgj+Hjo5Vmw0o
HpZb9m20HfWT4r74QEHT7KlvjTaszarTH5siiqrLTCvvM4s2+FD0c3/NPZcHcQSRxEitJWzalNBQ
Rqlrln4QSyiJMg3QVrJiE+W74phVfZ8dKouaGnKKaANem3XYXdGRWcoLozKcEg8B2/5srAEXot9A
jUkkflOYrvZ2cWsXpoPesSfs7zRhe3iBJo6BhzJqqu8yXLSHAsLqEE+hkkqK3MjyBljZUh9UXUcP
5ij96NLVdoeEuOnp90PGL0KkL+aP1uZVl6M5IRioKcx+WWkAPYAXiH6CrAaKEgzrBlKkRNWshbtO
KNYHoOm1YWZfsnqa3JiLoJaxUxt2fllGc/tOw6MvU3BhFAcrs3DeykK7VpKBozBjc84538Mpnz+W
rT928VKsxGxo/Um+HIEAtFkvMu5VlROu+dJur6aOGmbsGIb46QqT4G8b1v7damU2qiGWPV33ql/N
OBinUGCw6pXRxRLQZkymhn7iQSB2HqVt1G/3lZGpmugg6H/CCSlIQyw7w+ay1NhFwNyxrsLc9y/9
rtYXC6iRg7ubiuMVu/qX3TDuMkfjON0va0GkjoJxT/q6aFekpq3Xt1irT1OyQnsw3tHDcjZqssWM
rey0WY8u4eKjLnbFKwzZ/CF2c0mNYWmypo1LdxYatSqcCi47MS+gbIdyOfh1TWEmGOX4RalgdRJz
ojtMhV3IRxnmQQqQx5JxX4mtTcOgKQ16KFbpH/1pLII0bzMqOp5oV5UMtkBjBQeV7ttEMJTFKhMZ
WgoYRlNGR8AJKVNVBHeV1MI5BoAQOQfQNI9VYC4rSu1qESTltVMlxmqa79wyW704KGXnJOgG7HSK
dVjddJZyuAscbD2TPFJco0JPsXC474nQ+ek4Ux7U2cxwpkc/h2pKCuRZLZFxwxRiX68u0WlWdQqh
GOVRb6LTGU/+tODV28y3oeqEEy/E/VfC6jGan0iaodbRwmQD9u7DOAFJhCJnfZosU5ItsDVpaw5y
+ZrZdoNsbmjK4yaJBym19PZRe3JQJHNc1Ycersq7LDCCDGdOEXxYfd+Y4qULUbkIsYXJDhaFJ43w
N2cOTpYGHulmNS0P7tpysm2la93n3eY9DtZAiC+zAhVOp2l+Rc6gf4giD5c3oOn7L15bjcSDQZUX
FzzmQMNNdn3zbtSN83lUaxkkoVtgCoiaztAmJd5GBFSmZufknTmKQ8GdW6StU5kyzXS/fdKDcpcb
Wy1U7jQ2nm+suvVALToVJ3EdGPiSqXU3BWbZ+7GGOZMdQPWvFvdb0xznUNkiiZYNpWpjWdUfxmpH
U8rkW2/RdaE74E30XetRo+PTm9q7pjjqu4ld4RWGkERU3EY6RyGwQJWLqDLkQI5nq2s/CK/ww7QZ
FvEDIHJ0t8CJv8X3Y55iKZW/QZLv6y9zoJZ3c54Zj1UoqzJeDQ8PaGcSc5DMDVa+cUfkerfl+5ky
Z9VsHYiTIjvWInTrmAQ0vEDbRX+JgrbWl+baIvvo6OVnFK3OehGuaqQxFhplnm69RXkBFGL+3R0d
kwnDMSbxiY6cZMHLbUhA+c/iEGQbL1RaBvIRlTQr9H6HViZ8p9w5ciNGJm1ox6iOA6Dby8KVWUfA
7IpvG7vYQ15ibG5rvPWYuGIq36BD5v6qYDE/6tJWN4jKB9MlwRvZ3EIX5Q97C7yPdptzXvj4lGZJ
X7TV25VgIUqYOITdUEkqsNQpEeLyK9/9JdHih/0UQPn4srbQWtLQRiUWKXdlXlOnoMOounxT8Wg1
hI7YBq9XnVwEjt4asMRxqmQP65O2T33BzVrX6TCLqSNrDMvwIAJl3CwuWq4x6VDF2VNO5MxGyHVJ
CNf/GOwCawqvy+c3AjTy12UYhltdrsZXuTTG1xo5sxCHALo2SbFGaDbkUjpEBdycuMDOvZLXApo1
2g712n+jt5UF+/5f7aRHBb9ORjhZ4RvXas33bVkF62EK556SQ6PMn8MSuogXRnvK3DlF9lBr3eVJ
DSNsjIWyqo/eMLuf0d9E0L4ZpPuIsdv2IBFmyZOodouKbCr3exaf5Q1x5yGVFOeSDCSuKdHcCA5h
/rPowo+0eZvoonRdq0udDqEUsolRi5jias3adNdJXM3OFN5GLZqDnPVFceUokC8JQieSkLQdne+B
j7B9bHeubq/AVXtTGvSqutaiHXtO3y7TcdvVAUX/bDGDtB2wRTmi60vQS1NuuBjryG8SGFBjg0Ks
Kd9QSy4Mip8NNBg5bPqPLNDqrSwdiX87bN6MahBmTMdGUq1BLttWP8uVQDPeCPaquFnM8V2z5UaB
bLAQn8HPkJmW8xA5V4rNzB2DBSWlkLEX8rqoNKFk7AJKRYJXA9slOmzKOeXTcHg7V533vYRcyE00
rAaXYTtWn+xiaCPaFq4KUr/J6jnO89XoWJJGJy7Qqtp+zWsV3m6E9rAEo7L5zhW33Gqr8Yt0L08W
BBwzPrCtrDIvtfi/Q07HvU3doUMajmMpC5LSd7N7qWoim7yyQ3lNLaW6IaFYdWyMJJSJ1K6/3Rr0
KgE1T9QUYiS88ZJA0rMkvF8mWm/vF56tPUJvcxNrChDQH+iApsg4j6gOOBNuK/5qT9+5f8fhSKe2
uFtElntX2CUG7VWF6iERUOB33qGAlIMfml/nb+uuWj7/F3rJltkOBpNLRfG+n+T2MIf58Oa/2kys
m9/MFMXr1q5Tk0sbEhM1kuPrBeQXOgw74pZGg4cEgH3Ko/Kl0tk2d5K+AgyImRrLrWHA54XkIt7I
xsjeZ5Wvz7Q1TpQdfvc1kKcCkEDNfyd+7GX0v5TJ8SCbx6ypJN50Qw02z1zneK5qyKiurA6mUWdX
li3LY01ZGDnpxT4qjRPF64/+vG2EDTfefLDjXQ+4yQlOwfBC3Tn0sZNtGe3rUo4WdWrHe1N7S3tG
9W3v2J4U6XexdrS/A2rDz9B09qh8Q7kccS5FvRtXFF0sC+ynXn+gF0fZEc1wDelPOftc/+Wtag88
lgwI8p0cse166Iz3bSfOKag+H4UYFPgo6KbdGOxUg0eNUUU3nPBmmqbyogWi3xP1VML/j6cHSMP+
xhxY/zsG8enTtEWdOXOBXvjCD13K/UG63KU6OKz/mVDz7+VItAKNkdqYh1jDCTxuFRkFD0kHqjf9
/HoDyZUYeV3dWEFDWXUbosMYqCB5fbb2xszJmkDKxTUhWtMbjtyT53OQ7Owt7gEK3eRv40RsDrDc
v8AC7bvMrDXVAVFaJoL6TM/ohGbx5+Oi8fYb5c80nu5508j2iiK7z5lsdNrzeq6LuFH9cDVUhPwk
Y8GlgSLlneVXfax6Nd50NGjMRG5hn25G3p95Fb+5+6fvYqf5sQ09kDGnTSxPN7RuFO/CDET/IPRS
pzbSL/CltsdxmqfbxnB0ordKxDhcTFeTq+rLyNVLIoo9gZvK/tgawS/UofqbNeozujzoUhMAYGf/
+rQ9PzXCXacYuhyvEPzmybR5BM2BiUhl4pGz3BhdFlzZdWUelETV6fWhXthp0BIA+yMLyv9O6Qmg
p4DFNwTp3IZODBW0uqSOeE6B4ARuwnIA1GARj8I9BDuJa9TTjYaCuWHXimGQTVsO1S5nzY0afl+g
4hxEVyryRCSdWihPB6/uCDl65HVgWvlnhIuf3UWo3tnIKNHuRr0QR7mnXyQPfGWMXtMnxgTeNJz2
Ddm23k29ABLTJdw3J4+sM4fms23IoCCJgP+Bx6X/d8K0CWaCk1JxnLV7AusQQ8aZRLfcHXIRa9vP
LyZzCNO6pLHx+vS+9OJRH92BPujgoHJ78rwWADfPKHnewnWCGOB4hBM8GnOZ0di3ysitZI5s+03l
K/tmnDqCeDwm4zCzlzNH7UsvnjUGhZuXDk395PyzxswYBMlWAgtGJ0bZwXPae4+aDl5OyeJ6M0N1
plP+/L1jSgGzjSuECxgM7dPJ9km2nVZSmeOU65GxtWWyYTZw3VZ5lGRBp0mrnS0pprw9M+MvvHfw
pTt+BmUpaAnWyYIfMoMuZOGDoPcBz0ecfDcUcEi327z8YxmUSFdRt/FgoElb+kod8tFtUvrZ+cXr
K+DZWcINh+wSACGwRTt8+ek7WKpQNKoJO+YZ+o5q8b3zJsL0ag7PSXI/O0sYClz9DpLmiAUJ+nSo
epZw9zwCftGG4lLWdXbwHHM9c7U8H4VVxHZCJhqq6zMaxGoVhTsuM1K6pqkAbDblw2LI/zgy4AQG
6oilnu0CxjrFQeEjvYQ5ylFJ35NHTkUjLgpXgGWYwAK8PkPPdwYoDm4lF69AyGKnXjRZhWoeGhNt
gn6FOR7m3jWOQxn6h6byKZFtI4WyOtfiDJr9+eYghiNchIrucRaeCueWUhm6tacu0YEhjqtnODdL
nbW3kzWvt3qwzbgBgBb7w7nT8IUJ3NkrXG2AK8E3nSwTq57NLBwglwT2snyouU/T1THF5etv9aVR
wJQTQGKHY/KQTxejly269/umS9zGDu/aLvi8VEb/7v9jEIS+eApAW5j1PR1kwvzQMkech0NHYFpr
yfoeC9RzFPoTEZL99gTbB26Jf8Ii5P58OszoLGpq2qxlqkb3jTNPdBOJn28pIBmxps8dW5Eyjz4g
3XejiYjQpkchKWdXNqSoCnMVzy5vQr0YHztvCoEu/hvdeP9nCPVXyOCJFM6fXw+JiN/SQogVnqKV
7WlBvJRKX9I33i/IHPLL2MsHf966GyeizlDrFeUUb6TGj5rueBeGbnuwgnF+4+drEXfuQk/QquZP
r3+vlxY4FBGkkSH9w48+uXVVBKGSRnKXNL3VHPOupGUzWXkaNb643uT0mNdtc7TW6Ofr4z4/cQkv
WBI7XpMm3qmZDuW1ECkZFoVAXJUWUEhlBHR0PJvNuVPqeZLLikAbA/QeaszuMwIlrcvJ2GQJiEg0
IIf62oSVtjqHpgYiNayYik95Gb3pdBu88XYWZx1txplo1d5X+ZPImi9BkIEwNjDCAJDY0+VZRyt1
pIGe9+TaGVZt6I7VBB5xYGpFzXatrqx1ia5pWCCmbwz2VydafqnBtwhA6IdI2yjeilC3h0LK4B78
6bbEdiP998VKgybvlYE3iTW3VgJcPDpaKlN4fUvzHBj1hQWzk6YQxw13AuzpxNEpXM3eGrlZLHd8
9PIyfMgoDB2w42wftiAzPlmgB+4Wh8rd60tmr0WcvMFd2ux3osSqOY0WCtccepNWQdIw8vc5zMwL
ExDsA2GE+SDX6NzWeOFw9AkKd6cnMISEpk9nrAVWZJuF3STINlgPRNnj2xW7lzNP9cJGgARqw7VG
Fh7c8slBzw1TViirNEnLxL43W0dyYuXl21D01pnix4nq8u8ziPsE+UPuURw5Ttlny+C5nDCqSdRg
FYnlNDUVtnW8sSYDcMaQg0aZTYt2tcleKe3+Qs3NH1aZ3ZKIZzf2dM769/kbhikBZpJcY68rnNoj
9bXMxThBR3MNq7pwNWFmD5DxzNZ7vm6IGYBlUiLhGCBceTqPkZ2vtcMeSvJ6KT+1ikLlhOTIZQtk
903X0hJ4fZ0+n1HGg2rLQbNLI5/Kb7iGQEHHZjwXOYyjdumw02POjkWnzf948TDU7ja+/4OlevJo
Jc2+Wi59nQTjqK68PT7aRLhceWV4zjjvhbnaQ2Sg9XuSRrB+8hYFWI2gZsVMddkdvcZ3L4rJMs48
0ItzhVEny5QgD1DP01FCqzDFMvNAGdAZpslTNy2djmRYsKdDiGE6EwC9OFd/GW///C+VumBB6z2E
iJNMatzeSz+cYpDl1bFYmnNFhJeGcrjrdioJAjT+yXGiIp3NhsWjcVaHMdxJK9FDrW6MMXfPJFYv
DcVFhyQK4T9tx/0t/+WpoJX1izUB1aj6wb2aBpHFztJYbzpzOGd/eSLdsJ8p4OEpmv0f9s5sR28r
zbKvkqh7CpyHyyb5TzHPIemGiFCEOJOH53B+m7rsi36KfLFetFxZluS02wUU0IluIAEjYUv/RPJ8
w95rw1VlYUKe0/evhQ0VTVSPWq4hIeC1w7J0GO3CvxEAeIp920o3Gmp7eCxNMC2lkst+G2aRdtsl
UeGIrg6bLvHjHrE5W/8efDPOCuNPbsmfL97tTXJRGUi0McJZ379JvaduJN+uRqVXing2kgRbLUHt
f/XGJ9gDwwpmNIpqcBbfvwrraEZHo1dFJgrDAwTT6tR17hrbpdP9yUv93A7hfCH3lYKamven0NU2
H9wKK0KF8mhtyhixgPc0+whrFqOfm80+ZqTR6C9/VsX+fGX5DKb4iKBM6diDHy7iBI7RYlNMR+My
uUnYpJDseK3+OJvluYfi9Y4fX51xqa9X5miP50vptQfhJknMTlZn6dI27ZuOZODB6KY/Y0P//O4Y
w7jUWTqjd/aoP7y7NOhnoffI6XBuDfeanraXg85EKUthrf/xb/1zGUQgDwcX3hMevnTY3//W80o8
UNuWDGk9OSJEt+p916tbDl15ZZqlH46IsyD16/af3XE/X8uwaJh6OsaWW8PW5PtXLgQihE4wL2k7
Wz36k7Xc+XJ1/4zyun2A76stqjsLlh6MA6xOP5pPhJM4rV/OTOLYJp6tc41ae2Cph4zanzdZNiKZ
cfKnk8YSMgwqFGB//A3/zuek4adcxvMM8Nv84SgoFWFlZm0UEbV0sAvaodiV2Zze//Gr/M4lw1iX
VKutEYGwsv373zwqeVBKJHd9wVbXGu/6ZbxlPFt/dCrOmz9+pd/7PLj/CUqxoLhwyXz/SkuXavmk
jagZ9SDZJ6IeXz09EA9//Cq/02cyvmKKyhCRwY/p/XB5DJVv5IPHB5LM3CrknDjSvQWET14G6c5V
BIuQqpoxkU/ceHanL4A6/INAu7tn34Aovlh61IT9n6V5/d71xBW1NWAYn2kevv/4pTGxgUeaAkAd
PzmhZSyNS/b1q5oRjnBH04q7SbMXbtVFTgAV5Y+/mJ++fr4SLhieynic+BF+eDbwcJTJ4MCHKiCg
PWZaUF56Kqn/5LHw89dPab2l7mBaZJJMwfnDx9SmSnEgZ5GORm9hMJRlh2JKUKA3FTtrtyz9Y1D4
SEANxNe7OltfbOCRhxKd+U7LARxLrfIeM9QF376Av+Qhvcy/YOppv/bfG0a/N57+6zlNf3Ml/GQ0
/R/V60uTc859M63+4kzl/7xsZlLT+ABjB2iEAeuExeNmvPxmMzWCD/j0DTLjuZfYh22F6K8uU9v8
wLgcJyaPJP4JQ+jf/vary9QKPgBB3RjSmFMZN/w1l+n3jyZqFaar2GC34oopufnjFdsNXd6huEmj
pMjG27LZFJzeWKAfrARn/G++lN+ZT31DxP7nA5+Xw78N9Q0Qg7vtYH983nasjlFSEqrTy9b+uAZ9
/qp7HaFklRraSwimqComv2EL1dbm9EqKFVakKjXHq6VYXOtYN1WyYpRwimtE63iI0kwNQRzgALyF
ZeaiO+tdPCiJFdTnaCeZOtbYpk7joKPtygOnJKmauflHRBttEtpL4syoCk25RCnmVsZiZlE/ORkG
q9CQBWAK+KM3Acoz3sumR0vL3BtZF1U2MFrbzz/KRKSnyatQgKKXqv0I8Sw1R5IL4YQ69C4krWVi
fg4Iz0Eus3jZk4JMb8ARrEjlnpt69kPHgRQfsezE7AQ2Q0P1V4rxKkXO8qzmpD5vJ1HcpY0ni2Nh
LTZjaAO0N510NySRzrRHQ+TSdTfj6JnpzugR4b+j6ejcXW9gDknbwLnOEpRt+2VGvuyrQYNsJyvs
GUFlTmgYyYB60idjzo+aqjGjrGW63Hoo3eq4WTDLRb7Quk8sFZPnPJirNqYzqLzQaRAjhqm+dktk
6dP0Gd2zMkIzM/xncxlnK1wI6Hita3RX+9Ze+jwcOsUiSJEDOUYzK77bSUtr67jBnJzYW43htpgs
Vwu7iSixyBpyXwuprUcdCy6q26jBdnLOVSv0EK1z8OD7KPq5XnxnxWommjF0Nc/9nM3UcGHdm/aL
Vit2fNVaWBxOJXTTPdFo3c0y9eNrIScUmAS19kNIxTs7UW0rFEycMOYj7Y9co3Kd/f3YdWt26NMJ
SCc4+uWxF1PT8PlttuaoNMbrMcmQuaoR2laUZJBiHC3w9o3bkoZn9bZ8z4XeNjsbo2RcmlwyiFiz
KdiSdt23tNAKI1yYez00qanyWM+kXHeLGJV+NHSpdplRjcNHG4Qq+ZsLgPrQwobPgK/0ps9pNs9d
mMyuhWSplXofpZgZgfkMRM9tZoqgPtWLIv0UU8GSRVwm2qtf4KiJTU0DpclVlzih6vOMXzZLCtoo
H34PMWAVRskh07p7SzqbvFvOWbM3LLIcdmZpm3OExMK/MS1lYkWdArvckhX7MhSAQMsdvja0vp2W
43TU0emWiBBLVYfMNaavwJAEZki/4m7mbTw41jx1RzfPlLej8ratsCWOCguWvgRa5NVVb+zNYBoe
ELlaQcijC3MZEUGcsgSHku+hzf5VPTdatstWp3tbKQbWyEiMwcUlG7TLDuNR/yIYqGxehbTFPOxP
1edp6VE3moNIZJzkuZfu7DW13ifLqfvLQiye2s9CqvawZkbunBHZlT5k1SSgb8yNbPZO3vVfqmx1
+4hJk27hcFKss9sZpSLytGxIQ0utCDBtt3I/r6iDgF4V0rzuXW958nKlP4hqbO5S4hOR7clqvHGC
yjF2a+ebSCuRTf86Yf3/B/W/GRvH4R9bk5+O6ov8/UvWvzeqf8+/Q0n88ue+HdmcsHR2JD05Oifs
Jtj5jyM7+ADfnVaAzQ/dPMvP3xzZ3gfWTtvZRl3GlGIDKPx6ZNseJcAWyQmibsOP2d5fAUP8Qvz+
zSEKyY+537cCl/rB/hG5g5uQ2l92LsZ26IKDu6jztbev27IoY0Dpwz51KusqcyQHhN3NO2tevdhq
FgSZ+uA+YJUFR9bYqKhbZR/gB0dmn75qdv4RADX0Aae2o9p1rgMXl0eZCIw05cW4ZhiOS/lculMQ
yso3T+AURehzf/Rc5LBLhEWrxV2ZdAoxf/s1Y9cf2y3AdszTCR69YX3U6hbXOamnJwF5gGhDx6XB
95s9lnH7eumAavljrWLsIjeo6kfUgiBXKOzH0LKK/NA3TbYPjCY7JF3h3dnY0/8LJexDW/O/P6xf
/8+q3MN7u6FI1I9/1Xdklf87UCpclH9w25xU9aL+Fr3k9d///bvbZvtjvwJVvOADLfRGiEdaxJRu
mz7+ClTxf0Gj0GAxhGdGhr7pH6UuVTA/MpMs0HyMOX6R/v1633wrkBlCcTOh2GRX91fum1+Ky/+8
b0jnYyC6TTO4OXkXMF++b5sabKRNA2J+P+ZlfyjAsF+b5F7Nq+HtDTWn+94y8k/c4G/+ZKY3m9/l
IFcFkNlgZ1COSRxQSB31fmEXJjeVlsixBo31mtwoe5xRDBenwR0/VXppfAmyxTi5M/L033zvv1dE
b93djx+DQQJaQhbQ9H8/TBMyDLC5tNgyrxbwnrR89AS5gmY3lejg5my4WpblkJF5QcRSJvC+FQLz
L5Ok8ZiVMr9uzVUcKmN2Lzptts50Pe0j4TezE24Vxr2k9LzbcGWQkP6kcf0F6vbdW2csQRANnRC9
C93ND3sok5TPLmUNtlc8J7OdYcsHX6XzJ7iMI44AaegMT0X70gLgJbZjesQorV82qTFc5XVTW9Qa
TXEz6rV4KroVp41JxBXKCHeAMkDEyntmjsGpyXrca9I61Xo2vmiWhD3mL3Vz2/toHTQ8ITyRdO8k
g9bEupeRlxi2PSsa1Ndiv2T5M/jrJMV/aSRjqC0OniUr74vXX37I/44jeHyX/SDf/waUSf1tP8A0
wt3R/As8VDYdxj8/i3d8CvH3//Vd37z9iW/PE05NEuo2gQqSdUZN29by2+PEMkE3cQoHm1QYYvoG
pfu1cTbsD9tQhMUjSm8TMwYH9H80zh+sTbIByod/AUmRzeVfwDPBKv7uPvQwCzJjI81po4mitvpx
3l9UC1Zcbjh6QqP1zqj7nRsTCoSGoctM5Zks+hQcRdW0Lklw+HQxdIzlqn1SUkrK9IL93Uc4bDbs
ncBNTSIBxgFHUO5VxScLpANko9nK8tibZe7GOk4efPUZ1eup74oqP5NDi986qwvDPhRsxT95juBJ
1AIGACGELS7WnKWjlTON+q0XTfm5JITMixQbkvRQVMZ6n3cm+bi5ZKGBVoyeM3Z9Acaimqf81uqs
/gYLfKaFjps684FuKEVMUWPlClfMtGVcMKI9N4M+dc6KZfUqenVd4kRpHGE8AiGcxKkrtHzBFAhZ
nY/PMP9EJELAqN6Wabqfaz3F36V3gX7d2IsmD7Xjdem+TBowvmtq+ipyPawoyFQ1iQEsnGYocddF
26/W1jtgsyUIslsmurDCJQ936nu6JQFXIxNx43lZsXNaKdwp9MjinuNuZiMEqmEo0/Ued2iqHsYS
seTKShpNvf9q6vk8D+fNrPX6cIsJBG161I1aVgRXA2R8Nd2ZRAavZDYDYhjq0zzODuU9Ywm7xtOx
QjEoh2jkQwHQKImhwYA6WjmtHkOO1Aj1RtIYlm2thp1rtFh7ccNb4lw4Rd2f50NVfjY0zPeEMHs4
h26mhd4vXPHHDvRNshnv04r7BTeahyrDmU2juWvxVJWXlupVefCqcZoiqyqkFqO8XLPY6Aazp1sG
Mw+qYqU3tXLTM0mjgDLnIjuHd0FX2wX5cXHM4aSaYVb49pNgDYsGmE4sIR5PuGAlRFfQJzZXVTrq
1hmdqN5etsuUu7uZcOeHoKnp/2ej7G9SLANjbFhcc4wTPDtWTB0VPfTq36A2nY1YTTSPoctfdcEv
VFwDpyE2Nhg2u3Rp5fNHzysmvQxbf9quWxeCwt7V52I+japNTEw/g0HB6Ktu2k3FuJiHGYkI7VuR
WxzsUKNgjThyNj+bWt+VsZ83yifihbzl82A2xyJc/BrVL+mqLExv0W55dwHs8/wI0UkRHbkmSbIN
SnRpPMKZ0ImNguTi7HOudbEvK60dTmmVZOYpCaoRrCiuTqe4dGgZKVvzHKTER91I2wbki5sV4Nt6
sEcfx3L0ejx9bl8d+oJh0ud+TXWBzbViErTP+0CjQ8Uq2SbXK2WLdelw849XWVenSdQ2vdN+Mciw
mSPomu6N3o1NACYMX+owQmWMTLeWV0bZdVdaZ0yblcnwb7u1g21fzcT4hXarYLFALxojCDuQf/Jy
EDZj8xyHq+OU+q1JE2FgzskWLOUAoTVERGQB7Lw18e8Hf3GOAe76gXYeQ90O5FB2m84Whq6yq+dQ
EUWP59bO8Nvj/1Gc0YM9Znu9HvKTB7kBvkW5BbwW09AOByJrxKuTFgtO9gQbQLjqQVFG2OGDM38w
rDRuuEZu3SXx7jLEyu6Op2nuhiPUIRkBsYBnlWKKt3e10/bonVo/fcT4vbwAOtZhKdZ1iuyLydS8
7+yEe0GWeQVtEDkwU4MF+ftqdHbc6p3+2e013Yg7I/FP4D+DOZosozwjGwPAAS5Q32Lt5sAr65e5
G6JEZdSAbZCYI5bBkdGfSVDh2ZpiRQ+5Q+qv5FDD0seW+zg2VZedAE8wHnoug266d53tObIYwfgO
nM1zznJLGWB9ikQ85PjhrwTmZfzfIyv/yJqMYWWxXCxX7uxzGJiDDogUQSnLFUgqhQLv7MrbVdZ1
EvpMQmVIoajyPSdZtl6UPPNumtIrnZ21NtxQzFVHXHRVYHxytR71J5qn5VY6ItVASaVgZNARmIN/
vWjcyQxpqYrYoFAxYr13VYBdRwT67LD8KS1+AlkrV0AEqW1OOp8+8VkU6Qy6tefhxWhVY6Js9D5+
qGKR6TxGHXOpKgRomvU4fV33Ni/w4ll75iQUs0hcVp/JcKE/s6/Q+jN3KXJcqGZvgkQJ/NqLgsY2
3kxdas0OgaFqzkQ1F3A6CZUUMeztrtrZvRfgPHUt461R+opQGT0iiI5ZUHKFSwlVY2/NFRKCWmuS
c4GFvgun2h/yuClL6xLwAPy9UAk62R3yZswKWAis4ZFZ13CfrKTjYKOuuhtuAT4rrTn9MJSq8VTn
CR+bwX/7vJpcG2FKnDnPGlVj3Kb9CIZzd1hL5mYMkJzyKzw8zz9xbYgV6IVDGoWYqch5k4ssoUUE
GTNsepzqySsVtka8/UP6oGWOJq70nFb/tVDQ75lktS1I1zJxCt3e9SuxF1Ex+F2bI0mEbLYXyLDM
nfLFDH+oEJqOAZDHdFQD/HDDavIKjWFdIvtdm/XGEq1gPW5KvjySWVus08Ah0RqhXmdetSu1snrh
v2OQNfbB3VIggwRhMS8Pkz56V5OqgN4E4AA+OgbEo7CZZ886WyfTb8NVTsFXDSt5Gpfl0FwF+pTf
B4vd35hBInwmA8H6HPSJ/Zm3On4qNLle5iWdTOjJXNxW8KserFGsGxJmLod9bXM8hkMeyH67xNoy
bMx85F1nLWyQ2c9hRGWBwjquENFQyljtpsKnrVNhNdd2tptq+H2Jmmb2k02dHjlR+ylaXYS+Lr0L
igvX7s8aPoqKIM/IO82ZpyHKLb29CEqTeWTmO+2T8id5NaYJnQdQu+KOKYl6m5Ry7soyqe3YQN6Y
AvICS4d3CTRcBGssOVQsarCdgyQibnqavBNUYmfgFxHY/uHW1c1et6r2ETeSONNkSlANwCTx1kOz
tkI3m+VHKrTBpKDMrC88YGeOYtsB04vdu0cz7yfyOvNEk6FmHwnd4TphCmMECa5Urqbp2DcJNLbJ
UOXFYgkQnoYv9C/ggkHmjPkkGf0A5diAfYuOfbhzm4dVT63mfK5TIjeL2qfmaZq2t8IBbpU6BCCv
tDCTo/tJZ/LbhovVus1Fxg0qNrZfwcNeGySWtN6wxY7gLPhghLikfqy8noV/xTj+02DaxcfCMjr+
2jqj//ZXtpyRTgHDrAll4xCPmkEjO3ir9iYHP9fJNqvzMmQY51ahzJcEdlijUvjS/eI/bq8/7dit
gGAh9KXrdSQmUGCAciQgUjkxusEKJ4zRAc84qzOO+Nvnel+K1WX1ZGVmDBDZEnB5Z7BiWVtrl4PX
SuOgUQ3mBzdYqc2FbbsqBnqlH+cmYZTQqtpntSYTf1/X2nQ3JbZKD4tDsQjjIbP5xsLeXK0qAgzh
vLd8JP1+muHNoWOcm6fWNlYgmIltwzYZIQCp0AvMVb9j8Gh4D1LZQR7DwVYXsNxHDftkL2613ggQ
mGJ+eg66CufTIQ/8VO2XVZM8kXOv1SCwuZPI58sOHGDVQsdDtY8xhlu+DzmzV2dfMkG/lWvgX6ey
4RrJs2G+S1zFeqC1BGTzhrklWBfKSOivZltbPNl1W8L46Guqhc4md9muSUDYp6NYnvwUl9V5U2pG
xoZ6aipgN65aQix36YuwfGhhs/SXa1ah46s5T1hOy8YYiljUMu2/DVX+O3px8a9FSN7srf+8Aw//
/j+rNP/yXQe+/YlvHbj7wda3Xvo/u+xv/bf5waGzRuWgm8j5HWPzHv/af8NARv/ubmhyPN+bOOQf
/bfN8JxNdgAv6ttW2/4r/fcP3TcNKSNDZkkOokDkjj9uknW7mKuOKXVYOou+S6YmxiTzPFT2eTLK
fm+ufxqrwdfwm7nbpunjFbFumThZuHAdJgu/VfFsWqypwObOApPNoFG+UKCReVE8qGS4N4Ph1hcD
tc5kPQeD8wVM012Ri9elZhouNWsvuZ8zx7lgpYpkXn1sraXaqRHeoq38P/FWMgT54c0ahKqho0VU
4DApxAT2/ZsFp5G4epKYoUynNUKETU3uduVVlgeQ3/lNm70L/eJIBKb5IO1yvS3z8iAzOTFKWB+X
lgCsKgU5TNpZHtkjDxoLDj7Fl6muKiv75IARhLGUQIBiTvAZDMqttPFsumuLhiszScu6Rrff7zow
QpynNigFz9qNQzo+Ns1kxY5XL3Gb5Ec8qsVIsPfyOpv91TzaXqiBpAg9WEOxZTQaG1LoQIqMSlPS
pAzS6g5rwKZAmnN6wWbci9lryEh64NRW4q7HFQRwqOia44baOM6cwrjt+lG7TZPU3cOzzvdBI6zj
sCIv6ECYRtWg7wKtv/IM198ndUeIb1Ms1ntCefOuWrvYD6k288zHEeEQ6av7WhexRrxXvqz2Wd08
Z70dnGB5fwTSfu8oFAyp0UeYm+Hk2nlxKAad1rxb1wtse8EJvc6TMadjqM8BoLyZL0gPUhlDJtEO
A9XNXm87tUtH7SwYu8d0qfW7deTMqtcRz442apdIM81XitDikCwW4p4ywDjfDtcpvKOIfaJzmdf2
qc6KtynX6psqSPIL9vXAuZuAEMk8L9qwrLPyUIj8gNbSKuO+052TEyR+HmpBYp/7Czv+vFqze8pg
2hzgZ8Diil1fMOXCa0TdMiJfWHT7MS/rAwDT4BSs5ksTSJQMLXPzpaGDWs2m3hmVdeOswGeHHkrV
lk8At48gX8pXqIRl2wHvpfIdS6ePQauIywr9QNT4yVcCn9O3dHZe1ELQL3lOMMtyN+uPwq3b2xW2
RFynxhxpLldoAaQp7si5ilLDLmI4LOme4d6XxlvzF9PXniZSv68twNMXrHPVwRT47TIjffHWtvrY
uUq/L4k+iRjXbZ2YQ1qpsFL7UmLx2qGTpwh2imyKGsqoM9QfFK2JAHWDjb4wPFgl8PxjVQOm0nLR
xNpilDtb5lPEhOM6o85+6HOv4MtxWMnLxosEo56rJOm3eULgvHqE39JnLE6kD7Pc23N20zpVv/Oc
hscNYRlHnn3pY6fPdzAMC27QtNrLfjlWbXLMERSEwpXQ2YxexYkUSGTS7ChlPe/8bgKQY5vllTMI
52A2dnul6cH6aTG96RNUK/u2Wgy5m2RWQ14aswRTJwt6LwA/qoZz6S4yrB2Cam1q9CFMiBevTC85
9AMNF1y24bWanWuXzLpIVHLj54L5MhfAt96jvVhvtqVs8DiTd1CtP4CFBa8emkXf347AByPmEHuL
LMqD7sJ2o/ztkBsYptqp3M7jcpi7NxK+CJaXtvspSdQTLFgGVlmTx2kuglA5gmFgihDuyW6Gl9Ws
BUMQ3z560n0uLLN47FJX3SprSPBhGeklj6A8Yj+J8Z0V5A6gjXkNcqeNZLuYN/Dw/c+L1hSHnGv1
VnRCXIi8qW7MohwjrwVgkLjOsjNzKtExxxRlJuKlmGp1aBlPfk2yzoBb7aXXjo1Wxc69IZrMviXC
Nfu81DPf5dCjBtUhkSjHPq8RLAOk1K8RmTxopv08O/qTUw61S5KqSC9LhgfH0pamu9G2jDtamPnM
qUzj5PgFKWE8IN+NufHOUaknR2EkAyNPGFce+NE6aMKxSI1TjRk6kuOQn3t9BvbTM2ArWJ7gvkb2
Y9MYddYRr/ZyYG5rsM1NSthv7dKJa9E5kJ6tuRNx24nhk9dLA2hLMtgrfJMM2A31s/7QLu3MNyub
r7YY6uPam9YOt7tXXHipcei9JPaTvHoz+wW6aee357aY2uOMcKQOAy/xXh3mZXtLyxkR0/KajPGM
fFf3ljxLHWng3Hf7OGlT59K3CnELx6+8tqtqOaazrZ3SxNKtMB3ML2ueMzlx/CF5UN5gRPmAlSRu
FzFdJd2cnQFLam7TYjB2XNYn1AAMnEolrJAp97LX9HaNhwwWTepaY8tcyXOIHyFkpWcmdNPKpNu+
sYpEmiluBFkAdcYq2wpapEKIcy5LESRfmXONNzJhErI3IO0iayfneNDWkat+mkLTBlIEXWpAv2RS
118MSfZ10lTw1EoV7DTO+JcebtO5OdjMt8FADudmlpVAtgdXHKYKTrbXGnUVr7Bhr0WR2K/aAlcW
lsp6nO3x3uya5CxbvOE8BT2xE3mx7gBrv2d1Wl2puW53rjcZe1VNZ9JTTCUs5rYKlRc4vPpZbh30
7BImwmnQZsclb3QMTmz1m9kvLisGQRDARmIR8mViilEF+m2rmf2OceGchqVPxrUluu031OZPEMLC
ytHXCIjVPqi760yt+VU5Tf1phIvqcwJdUhkUTD1odMOKTV4xFGgaKllN92D5xF7r84kp7riqqyQo
7/raRn4kzYT4+cB6tqg7IrE2zbXjd/ZxGZxjDbsXXG3PCH3HWC87tpPnk09kGaeS7d7XwZtJCOTE
ONeYJB7pQOWxNYuvufKtU+647TmI/+ApV1ykPLKJOSaemmQEeaYXAt4fNNjKifxU78+IWPVJdpsH
tJQWOcFVo+z9umYF6mN3vrQ7bRMffzUJSTToF9dgX9XzzeIoxk2VobwYrvWlzAwkFZUZxModx71W
Q2m3y4FTTTikQQAOuZpIGcLLqYmPEM2TYwc9/qhsrHPZnMiLdJyLZ0Tg614ht45Kjr9zOc7osbpg
mPd+hwuYzYZ4tas8OaepUu/anCRsUuq03Zl1O11O6eIeILPLO9udbns4vHFDPtakDAicUMmjFevx
gbisMWqTGq7k5OjEUJv90efxsxvSHuJp0RbnraFZ1/7ku5HfW/YFLh911gRLf2BmdpMnRsCaqY0K
ctXeHah5ewdT29HLiCb3rXw/DBpyy74K4KIt3IDG0saDNS3RNHbNERCpcWXM1XM5OvlFZid3kJa9
h6l2FBTPqjmzR/Otaaf2DBUoOL7aehLj2N+m43qsMl621eUbfWTcrhiBknEqGTeWlO9Zcetpo73L
xTjcDv6ABs5aff+Kk7R4Yj9XXikrbXk6dt157xUhQQHpBesp9z2xlLhUszSf8jwNnn3ilKkUliBa
AaXPsSga9yYzm+kGNwXI8JFpYLy6HkGg7TSMIWw7ce4EDHHbvPjoyYTi0YTzaPkdSFirYqC/pBSE
Gqgir29vEqN+sJUGzxgyXjh3hXOwBufM1Jb8vhTuZVcpnDum3PWeVl1Y1vKxUDAIezeoToUxjHtc
UzCT9XHvCO+eJ10e1R4oWYc1GZiF4qvArRbT5b2Vg/tSJ/3D0orblV7ssir9L8K1XrDnZA9tkCUs
lczL0q8fBEX2WZ1nHyt7ZrHEO4tzsGoxsNYcPnNFNQnR9pVJGCu+bpxOBWqhyGEWFFWVMxwZxjp7
AiDrGJpxGXn4Dq/Xer2XbePvyTOCLqpmN9LZojW5fcMvWW2Dvkvs1uJOQFqOlpoT1B4YLtlt8kau
RR4KMjk27x3LHsnLLpnaOXqKSYADDG3TAkvTSphRNUo8uOC6LrCLk7HjlvuUsZuTduNJV6q+rJyK
JAzBrHAdtghghU5qHH3zRs8rgnDgdO5RlOLMIuc1hV6+L8Tk7yu4pnfTLN5QREB7WXpF2+RFPbzQ
cN7GfZNrnY1Vr18hO5vCpl6tnZd6nz2hqSOb3/maOdZZMVX9Pi389bwR9oCfDUTFBVuXuJlsGi6Y
xACstThdPOO2anlGtq4de7ZmXwjAozdZvo35ejPFmVD1Z2r2Bp/EQuTFvUJ53ORsB+bZf2Ok/7xW
zavekbVgdTQ4IdpDCJ6mPr6m5Vb7elZ1j16MzSMaMC7U2ZHHBrfhcMIjbrOcMod4Ial7QXwGg71x
0uE4dAFbPe0ILrK1WCTB9g8BpQsuPVrMNem/pgz7Cb9izhPCtSSnrGdJa47aEkulf+rU1ymd2foR
JFuhupk/TdMYXM+ZGXzRynWNkZNPUUuFRKZFpYeGkc57tmf1IXfsO1UjzLSFdSvL4LWR+j2o9vTM
brkb8pU2sl+8+zwr+uNmCP84N25+6GjJAZY/9gFT6snJP9dVt1zp25OObQKc0SKZDygNhl1d2z5+
pYBuFl9cyRS4Bh68YMEsTI9Jptm+qWGt78uUaDbVOPrBTkuIgAQvcLKsITB3uJE1WRcy5511Q3DG
e/rkLk/Vki77xmivadbNO+nNh8mFAgqzcblzWq/eAwhSn1oTiLYFrfgwJGV2QJxkhDZhpgd+GD5a
QHS8XOmXeH/jXp+2r8nnhhVgJ2Mz7+ERVXyAnUyLM1GX9Z4LiAi3ojywH73x9fliAni1V/ThBBvc
BSh4LxkOcmQFKc4T031svepopz0/egJeMV/pXNnesW3mubiOmn1vtZn2RM09XIywFE/oeJIv3ky/
7vqgv8FqQmIt1bMshzOvlCQkttkSeUFrxZB2fTQMULbZ7AsoTZbQURWM4pBUunbJctY89ewA955s
HbZvdfa+Wov4slqy2MuiW/4LU8L/F6WB5mbw+udDxEsWzu/NeypbBoe/pLZtBphf/tC3OaKpf7Cg
UqBJwLHkQsVkGvVtkmj4HzAAcsgBZ8Lki7j2H5NE2/rgOCwmISZhnMGigjDoP/S0xgff0VEF+psU
drOI/pVJIv/998MypL5oC5Hy/G/yziPJcivN0lvpDSDsXmhMIZ5yf671BOYeHg6tNfbUq+iN9Ycg
qzLIzGI2e1bdkzRjkm5PAbi/OOc7SMpZq5nmn2xjiqGoxqDlmZdr8KNdkt0R0A9jD480/imsn/t6
foPEjdx+QGXANCodSeaYy7yPDpDHUzOol7lDClirIkDPal52SDHWIE1oUX2UauJBV1fMJ4XZWp+Z
hlCe7qFw8ktjswNMuVEUfqPiStM3p4Clz+q81zf/AD0uC3grxFRAd4DBoImm8Vr/aTuYl40ZrrMQ
fqTxpuxPECwwntycCgBL7V1Fpbx69A7aI+sGNrjlT4cDsSsp0oe5fVsQc551LbIpQjqre9R0NCCe
zjeA3j7UQ54l0B9J1yrWnMZIYtBUpMHhyopYYEVRtNtK0/UfJqB7xUPPV50odBPY4HGVkJ6Arf61
n3tSqiBfE/8QppZF90A4CBWnYdSXzJizky3qeriCG67aTMhoNLSW2th1VkMVBx2O+kO+atEpEQPT
N3atFpVBphVXmblZUqFpm69K3hvPXaex2l+GpbqwkE1AcidRZfZ68kUa2p4qYAFZL16TLjWSRyAw
MIkmdbwRNr2tu4kQHxsFz7MbR6y/t9nPjD4w7NLIHSybD1HTsH1lg6GfWXpn19Goax9GOWjDvsB+
wjOvGhyTx1bhtOclKuSJ7aNKKA95ZgfOhdwnznO+pSlk+oF6oziqmWT1NU6xqbiJ0nY3ZYVCwRkc
ye8cZ5c4opLnRtbOE1tvTsghRHMDh8HU3Twh78Jr8h4nT2E4d1am5E9c4NAdh9EMGfcouN0DJSwd
4MGhUTucklnbXmV4Fm7Wvl0v1HqlMHWSagQfzcVnHxUGBk+Fmksuf/rwIJ8mBtSR0QBqjcIOFmSk
RO/CDNnDKN0kH3XA6O9Eleur3839lO7AbcyMFUed8m8xEGW4NeaN1IWr3r4KsVIpYbWZz1FGx+VF
pdaChq+y/i6L+vA8pYBfAMbrScnkLy4mT62SnDPDBNPO2Mx03HhYoecoNlqGzmEIxxR2LhF4iprq
A7ETNXmvwkD3JgIw2MwpHa9gKDxKCKUyzSsbdGQaoPbor/V0rJSgnqexRRYmEuSja1wdV1GPZ0fp
ohOeXnlAt5CynKo2KxS5XW1xqjiIjh1HcLMzMA+XyBBYgXpSjCnJLIN2XsJJ+JHTzLfWZKMjYv2t
cGEmOlkbRdyJ2yIRojzWmjJfksgGcz8uhZF4auNI/aEvGK0gl7BG8//iAPs/E67/dwsC3fZM//UJ
FeT/4/49H98/q/bXI2r7o99OKMW2vqFA56hRN/TmbwL1344oxRHfALPBzoGDi4PhpxfzH2pTpJ9Y
jfkjFl7mpgH9D+269o1xIQAhosolsIC/dURpf4pZRrsOF4WtDOeTKkBu2H9aPln6Oi/aahq7dAwf
Bgii98xYqncVcP6hh9iZ70Ro9MHg1Eh/ujaE005rAtcJ5PsN0b+5ZybMFajJBW11RxhW7Za6sbxW
slsukF8VdPlmNF9HnDUYizujO0pQB36ZyPJRGnnyFppaedeZ2kpbHlfyFjGocFu6u4u6KuKDFUUT
IxN15j4DzOpZbVOxk7Osj5YHsE+ixzpgJRzNNGBmxxYARXVFnpzQnuNEAYmJ7Gx5KdOuXvwsNsU5
DruVmBfyTm/B5fe3hSyMTwaw6LScNSaUZSCsSuzYlUBHz0BK9gjOSCQMWJFXBy3Hx4I6y2CykhuJ
5RzSWc692/AQwNs5p81rW1nrJerJbNewX3xDQePYXq/k2URNrFeY6BcDCRP09XcirJZTmBfCz+1y
elOHBRd73WlY21Bz8FgiUgM9zSdSL3wyBkUob6nWjZw5fFEwM4z661zVWj76rJ3lLNihoC4SJxJp
9uWEoiTj4FhN+0tERv8QqTwV3L4jVntcV46iZlbTFF6uXZxlrqRXTHRveGKnn8QizQwhWhMdhXCq
safQ76LCM5RcPEZDbIa+xSn4TjqJ0MDsOjESj7l+QaT0MmcNKzy9VA55weijr+vtNSc8cKn6Wug9
sjuEvcyeDOUqJGZrdIFAR18hvK49ornUJZvwkQPsqhO9OON81zhhHP1tbOO3LGbt2AM8RRPSR90F
wRMxWx6e4gygVX/AnbjXELFYUwduvSj7c9Ir58UcrqKOIscihQtBFoE224gkO+Al2I45JV9uw0aY
54yHuEuoYfewEh313egjtJPLVCR7oyYNjQvItp/XVWp+LPFVzvXywJM92ql5XB96rcdEXJQk0bka
1lZsj90cRG2PZjRlRbtr8/R+tNiHzrbh4U1FxGX3eVBo5ZfJOMwDlzwGLCSVH4Zk2oo8g9gCKiqY
8C+TutCAa2xvMknImRyHy7inumJRjCt2eDNnrMUhn9ovpfbRmICy9NikMVcdZWdhfBwaBFguIhTl
kIJsO0YaM2Jk392udKC4TeyZ5p6NDJvJnZVKgjUa5weriwKEqloEQ9Xe1Eaf+VUtG4o6rlNFKtGK
9bFCmwz6FLaZgp0WfovC4afL+TBlUfJWOUK8tFSpO9A+5M/qS13uM5OuVc/V20pkiP3stPLR5ib4
HsV03esIYvLCfFpWRk19NWtop3m0brJM7aVdRoMLKGzJe1zwlHhNmTrCLRfT8QiDu2Efzt2UKTrX
6qL5i8EgiWPd8Hst5yxtjJGY8mUkVEZRT1Frx0FGshSD0EH3NGzV5PEhjaNclAFhGgQAK4iTFh1d
S4WTm+iRzFTCbajjPKmzJS8VGwqZT+TgGMxhbrOqzpvwQXcKhQa0SeyI9t7udvpirHtSmDT0zwsG
M+bJPpL4sL+Zjbg5OU3TPS/Mi+5nwjb1m8oZWXFLPfFiJfnI9E1QK5bs5EzTfJPnqXlf8ZlSX5v0
+SZDuZr6kVzkYSWn4j5iR/DAgH89ECni7O2WlV2mWz8LYixwPDV2tE7M5ZZZuZtALDGknAuCoFls
kgu4ytEr2a/uR9JarsdplpfVnG8FLvmcHv+63BtohyiDCbxzV2MOT1ikmDmnqVnyzKjGH8am814B
dL4ndBQawS8lQ3HHrjOE/3bzzNqw5g42a/O+bKxOXuZWj237l7P4Xzia5B8hBNvhxhoP/gpijk2m
tJ2ivyor1LJMFiMZSSKJnas6YgfTmAPrw4xRonoyCVJwMSccLH4k8mnVzq0RC+6y9qGsmuesbJA8
2YS4/vW7+qkg+YNZiXdlScAtrPw5wn+C7n6htmgpFpN4SYzdoMQkwijhs5FPT2s1YbxMGu04yvVB
EhfFNOu7xsW4hX1tYi/lIUvMKwxQtDuI+JmIjS7NB5FgNHkueOkHLaewXbvhq6hga3ddetounr9+
+39mZv38UgkPR7AgBD7WP1OU6DO7Ggkvb59Yyr3TxKdp6c7RVL3bM8L3vA4fTKe6yZuOkYua4AcR
+tFI523DFwxmto9Iyzugh/k3tNs/Cnd++7HlxmKG+AMU5888X50lvdMbxM6goO+9uS6fcrJM3d6Q
AxpulN397/y1vyXu+v9xbIMF85dr5p+d0D/ou/8ILfn5F7/PbOxv/EImlQtWKxRd9n+6r5jmOJB2
mUZjpIJXrFOL/of6y/5GtYv6S2Xy5zAtpcD+vR42jG8/WXsQVzEA/t2ZDYCoP85sBHU3IjQYaJum
jFfa1Fq/3J3ZbBEfyQTURyFbfhVO77yWxRZJVEXDHhRj9CMrWRSRMjjbryAMsyGwF/pOAblf30my
f57MdqXs4XRkRU7uCZUjktcV/VMNIaEFiYY0OMks4jMJqWYtw5aZdD+nqV5DZFdDkKJMM0/OPEDZ
awcK0ADVB76NzAhx6gyLqHbSsEL1QusxTXvZFG+hgpzN2KfX+fusM2XB7qT35FPXNoVEVElBGAV0
iRyO8ZyAFEEZngZVk8hdBpt0cnmIC3LqoMq+aLlN4Qt5wkHrxEqyBoUQa4ZL/K72nidzgyQTBgYq
60pvxUGdMuUUSm1xjW5ab0YnLL+6NVZOWVIVfjg2852Vr+1taBAn6YtV7eZdoan5e0H60fC8gGPN
UHYJ59yrxXJlqAupa1OqL0/LwtEYzEMdHx0nS4pd0tpyS6IamfHW+ujs2EKvL4SzbhHlCK/e56xr
WUURdUmZrAnWxKaG5dKNR6WVgZ321mc7ITRnDYAmFv1CYpytAZ8QUWE5iaJJ2Q7YywG4RzovE+So
GJEfwM+2wKlH5PnlYlLOcnO4YExro8el1lvi34ppfR6TvKL5GWLQL4PdrYWfYDDdAly76Im1zBx5
bVE5zb4dbdG4DB3aliO0okpPOo21HHxTnSlfDlsJ/wBSbi9cS+s4LWVP2N2Yys9hcLSTVisFMhbZ
RshDxmy46vI6VvcIqQgXsGk1MZxO4Wzs6nUcTksBf8KjiEY2nIXJZtoh+jb0+86ijCrbns30WA3y
xekR4uIMa0mKVNTRH2BkWIFEayEofxrOGTIIh8th1LLSx0XKexhx1E2HAdjEh6YY5Yve4o1xO7ua
P1CmkIsr9V6hIyOoKvH7QZ9Drx9IA3UJoFs1Tx3K8rIlSCT246RrbnXFyp5TuYrSI+8o+5zCUuk9
zAsmU0a0WkFmpwK5QhOlAEAI2samJ52XfkSiRtphbpKNaG0/PdUKxbDmDG0TzNWgPOtLk5kHfFTR
l7CzaaE1Qv7iT5ta63oWGcPZCvVeg/6g3jzOU+GA92A56oHwiZ/CNXLg6ZNO1e7x3zg2vYe2PrHq
gNyTLGQMeZA5iMxR2naKvbhQrZgtmD7kQF+kRv+YTkSXpflE7xdNpMOZjdO/zUOjPQOPbkPkiCv2
KpYnYXeGO8I5im/CKoAoZClzocIq9SOBzkN71Gy1YG+Ss96m3MWWts/TPiHIbSLV+TBZcgXN2a38
5lKJ1Q4ZQ9jYXstKyPCI/YtQcDVQlPaKDXYRCTqVmQdEbp1Ps4zDB2tBP+oKqhEycOtkvLVbu5Kn
RNFzg63hrE/3YAoz+ZaUml4ErIAZhKKkmWu/wdP+0nIh4FMlfW8mDIbwR3iSKTNm05aEcXmY8TJE
l3XHD3SdZLER3kaTyjYwDpVu9FX6vOlyWBJN7gvCimOS35zka3PDErKcOaPDoyeP+G2TTOv2I2bM
J23jXQVOVqffiXyx4DyZcDR8SyOW6UNn5f7WVmv0OQ699okATeRBXCJ7uUyGkeS7kSrnqQTmQ1/D
cyRoTakYe7S62bOstlLLiEfS1kHpRM9WoXbN5SBFYgUlvdAzGyeIdIPe6iwlQcLkwdxVyFcNg0wG
7GNqnwUkG5nRrboUAWOeugyKrlk/nFESdt5O2hp7YOwGZPhQhlRC5xPtYTVpNrxByKHywdYi76jS
sc32ai7CU19J4iZ52e650fPuQ5uyPgxaJJ2Wi9Ucx10o9QqOfK9UC56Kwbb9cA5RI1lkVaB+wL7q
t0Mu06MiyLqpu4a9d5KGGivrkaf4MTRjRwsMkE2Rl2Aawh/ZZSNMJL2xAtvBcOrZdV1MDGtmDC+k
L079oS11+yXhAMCnoKnyo91sPjw8UlP4LUOh7oSJsF8PMaQPh7zVuv/etc1AB90364MC0xQxFX7L
A4vYV8XaEFqFnq77PI7M0xq204eBxfVioBzV8EISmOAa6ugN1VyhMrb7M5v/4msApG3vRVwuh16J
e56fvMT3Gl/uF0IhgRdHCovDZMpH1ZPmykm2aZ2QyebR/MbjG8uVxSX6YvS6RCuXSvtutc3+2W5k
R1RVMg83OMHbKcjWcHrOEoVhTqgjwEUGkBl7SELYp+JkyY/rQv6Lt1DoVzuQKkRRl1Y6o23MFlWF
ikTSOHvzcU8EkXFfDfkc+WiKqjAAbiKY/pTsC1zGis7ryAjNCuBjxe8ZG19spnUqsO1mTgWbOaTD
8EZADLrL44jIu5xr5SJUkALvl3S09cuwFMQoLmU89aTetfM1rrglQiQp52bLZcFXA05sBKooQ9F4
SQfZkNY5jmk9p3Axf2vK/lbR/P/mqFijkv2vR8Xu0MJX+F//89c58fYXv1XFmvi2gSVZ5/OTgkbd
+D+/eyKcbxAHMEtYbCa3+TGl7+9VsaJ+0/j/+NcQIYUlfi2LFf2bzlxZQjrYTAUCk+ff2WXaP5N0
fulaQVfxxhg42/wv+Uo/2ZG/1MUp4xZFaPXTQo1y2zVGUDjKhMc1Eae5I550yfVTbCKkIZQVxNqr
Zu+Lqvc0dd4NPAZN437U7mfOFh6NPtoY+GQJDkD89xM3o63c9es9u86d2PYgxUXTh5fVMA6uOUfy
mSWdpt5J5T3vzYPKA09rEWsOw6g8VfKzRn/ZrxeNeigtzTO6D6VpL9BGZMey1dmNSc6fKhX9rqWw
iiWSZwDjIRNMCOg/Qox9pUSsN3RU2LZWpf4QporXMjVqous015xA74ZjrqeUeYZnplez3d4Z612i
JQr1W3RPIiPR49MJL/8JF7aroCUmgUd1kW0o+M+gIm1yL8EZ7+L15gEx7tm7HpR+2LcqUssu38eG
uCAZGcXY22ixNoomFqyKo/ixGX3CoCOyMz1P+rkSmPCoAsgmY0yuIpcgoGzVhlM38v4x/jNoRB4V
+TE6UBwMjI+U3ZTY/sAoTahLMPVfCvn2Nk/LWINHVu2r9pEw7lgz8d42lN6rAwdZXvWyEW439PG+
ozZNs+GcGebjOhNfTZZy6s7CjnYOWhCnNHDDIegZ4h8x0D4cPn5hTBigrfQpnZpdk5A+WhI7tthM
yJc6o760mrNItkjQNDopxSUwvWw2Xkwz61xHVV7X4iN1Zl+xzpNTHVHRaYFWAxx3pfoRDmu5z0WC
y1XTu6thM4aUxtOANQPdtEeQKe1N68KEZIVriIdmMn0rwhVR5j6YNZVH7LOZrPuqm64KVpr0OlZ3
Yjx34+B33Cf2RVnJhC//mEeKbxCofjHrM0NX5J1nDQnfMk47fdJ95v7w4Br0iEwY0uFHw7HsrVV7
ms0yEFV9pH7wAXF8yTRj0lvsGQp64ZDsJJZZdr6y9XB5zm60gicO7bOZp6cJS3BTM1wPYdYjs1T2
CvLuQt8ipkS0lyNR2Uvj96V9sLCW8Ct7hN7ggZh8qjOWmIo/2UhDs9vBKUgGdhY4RIxw7WWv1Hag
6sk1kunAysZdMcpbWHiesO/1ZOIQYDgbtQ771zMGoKMggKm1jYMaIZe3lFMy6l6q+bmS7Mrue1dx
YAexeArBaaj6fFzCPKj00LmRDhm0eLswweLSIOu2tiUFMHLL4W0GRWCWt4NRH9V4c8KKAK1ffa0V
LdKzeDkw/r2DlbiXa3Wt15xDonU1HWynUqJkssXdVD2HiXLiOHZTVGqAANgzF91OEHzNctMWA9WX
uCChOrCmL2V9TsSLOsltLNXcTkXmowLqGa1NO1W5LOdjj3O2i2IPudWw64dbCR1DiGKn9qet1h2a
9Lh2bNaBLozQ9cy0vEznAj/E4obWtToyODS3RJTIazA507Z9oER344leJESqjM8haCHkMgY4ajXt
XqbcVNmrGatfYZSwDtqW6g9zmLyEBncD5kSuqo/Smjxr4hLRKr/tZxQVH30NpD7McDRypxnSxi3T
4YF4LCZWT9zmtYDyiASfqMNQ+Sqzip2I4dXG3WiqoCBu0zTkEXGFqNW5WFGjGUnOpU2gi4w+SN/G
C9w9VqaxOVxEgGD2skB2sDJALFRvbmIy5pf4ZOvTTduCDedyKfqpcpWYzHcAAYdR13f5Mo2+jXlg
F5NBZ2yKkTmjLuaryW57/Nb2u6MM+C/4hkE9MpMIuO4cMnfHfdNUIW9ep5hRmiz0rGL8stoVs5dy
uc73Ij7G/V4gPbllRQ6mMfHjqH2tdWsPHv2QbTylimX+Ma+IySEI2FkvbdnqvkoL0RpJf9UbuMeh
PuUfBJzeoMspsZ80N1bhvI3ctUnZ3wrJ2INu4hW1x11bZvNbO22Kk9KRl1HWBc0YoU5GbG7qauP2
VXxdFMYtm1K0iAYdwDQlF22aXbVhsbw5qfBEI49h0Z3JufdrozV3dZ+MV1VV0xhj+Ttl6rBriKs7
NLocgiphDrJG3V1TxNJbWsY5PaEVx2YSGpF+3WhcanU8P5tt0u0jJ28fNQS1WsIhK0yl+zES8/cs
RZcd2hm372h2bEBQ8b20zPIpp+tTaIjZj0p6/zDXg7Hrwn2HQtDlA+6AEBz0xv5OklJ0gbQhOhL4
WDP0cBKo08NwykdreGR7RBHZrvTbyOqJ9iZoOun7bcBiP8ewK/AJsT8jbbzDxw4Eft451nSLgJ87
Mj43s3wMlTAgPzFK8bFZkD3lk7Pw3bX6XZcQk5i1jJBWyOz5qgLr05/LWISl26hzvZv7iyiqv3QB
2daqRPkhm9o6RV0oVteG2AKvx0nJe5f8c1YJ2kQ7lo+qEZ6ycbhY9Bg3yPrcY24PGZMlfWb7fAJ9
pyYzkhLz6Fj1EYxE4pOaxiOPKOymTAKdQ8nTDCYRUFUSxMIDbrb4WZTTC5Ts51qtgwj8Gfnx4zEu
mpuibndKhe7QmvawVgnAVmfs9FIgNC4b7N7XgGv9nLO/s9bteHFrwQDKNEgTJEtGORTJpgPt+TIT
pT/ggndH/Bn9zBK3sJ32AiQw7DhkI081df5uWYjVbIxOC+SgdAPp4w7YtqRPtH6vm11/2yta7QOf
1a9zi8z5HdsiAw5sHw4POLXiDWoTvZl6Exs8ZVucMHWs44TvWLiZFVVDrUZYruuFh3adWJNvAC71
zKFWb0rWAOz/0+5cTpm1pw3WmRcwqcNqEQ9PYY0V9Gj2Om4aQ6Md7TDWZBjAtOSQdUnP5JJN4Nrg
c1fziOgJkmEZsZVJmJbEV1bOyVJqKkprmCAak4lenLKG+whLjGJdcFd31xkJE6/gnTZ9btFf6gW5
3zzCOuOtFLSubNXX5INBdLszG2V4qbgYsIr2vfCJ8JBEwzs1rW3L+Xqyxz4nvUgHWJRm/ZFnohHo
I1LZbI0hQvUq8GQ7W/YFwuALdtg09UwEPTgW5VnpES9k+vfWeYCae2FQXjwx1lyOPRq5HbM8ZlKQ
Qi61OZzu0SfNrzrv/sokdNCf6L19J3VorrvOvK3WxT47cOVveSvhMUm38Wk4+kVq8JRK26cMqssx
dXLskQW6BJc3sH4fJjYtuYR+GaINcAo7vOEwFrsuZt+YzlpIPSguMoRBV4Osyo8yEeVTbFXVpTH1
JrdeqjJYtnm9ElkAOAHGfoB/Ak1P48fOShiX1M3e2eAnDAdQhBU7xOaKq+GIOYHAbpHTZo9R3jLP
hTfhYIflliSYKW2DDpcsqvO1OkW5mgRtaSwPyppV7wVBqk+J3oUBYRTTgW1/7+cyxl6IDGKnLrb5
aAGc2ClTpR4cM5QQgCeFKTdptsfFVgB2ZtGtk0rEUdixzjoThYtKG9M7PTe/J1V4asv+eYLtlNi3
a9O9xtFDU61TIMIxO2dxfZzgvlDCSesQGtMxjML4GjYVvsppfEhsJqZNCyKBx1d8qc/6g9JvzA7R
nJVwogHCzepJgyCRMUl+NBNNA/tG4TK4u1SbGW8BJqKtIKE2PFgZXy6mue4yiSjY8+R7hN6YCt18
kYP1lI7C8Nq536H0ugGr3J3MUb9Ms6+c3xLZe3IXpl1/A4WlYKWQlH6bKLiqovUZjelzaRB1LFNy
6XvMg5EKDDsanbvcjrCjREQZwzzItenWNMRzOfY3vdZ1p74b6A6aHJh/ie2m6R6XUX+ttr5FpUmJ
WBdLtWmZbyqeaU7ZeQQOhMMXMLHr6PPsx4zzKxOQUmfl9zxMKYpbue4qpUBRMQ/IHRT1KUrm9lwk
OoLqPnbSG8vpCH/muv2Rsvb2tTgMj62iWMEEAekMex0LtWJUDTxplD1uGzoThg6jw6U4DFcZ3uL9
AJ+iAhFSZdwZheOzkSj9qLUGMBh5YbkoBXEPmfEIB4hBGxa/ZKWPAsh1uax9pfKddO0na20FPU5d
kafH9e1PbRV/dH3Dt63Fp3pRuu4S00XirqUObq+a2kOtMEbf1TgKkguT7aa+HgwWOy8KNIugUca9
ucgfTKj3LTIUpCLoUuGrvNIUp66yzu+opdjiK5Fz/DlI+Fsjlf9uuroN7fAXwxJmJT+SP4xK+O9/
G5VIaaD6Jo3DFJqBjFhl6/+76BtIo7AM8iBZ9SK+tv6BbzS+sdhDaIdKnPxCFZDEfy4Q+RtYXZBf
UGubhg4o9u8MSn5u7/8xJyGwCh+oqmqaRpCJjYTvT4K6FepRzPCwOOKiw7cZgXfLFjSu5eyazvI0
YYpwnfQyG48IhbOjRWT7YV3rq8VJ3375yv6F/GHDzv7TOyHPQUVDiH/8z2keQ8ceKYS6c6wznm2L
B42U9u/VcOp/l1D1Lz8036FKfIi1xaRsQoxfhkPQlTURFyALexE+x2R/qrN6OSPsQ3ENF7cOw9ll
8ZFfwdJpPeKHlsBEDLVbVTU5yAFP6l9/dOZof/7oCAAcflcTMQVZR398P5bD8BvZUX4Mq63BMJwX
spA5emr9yLjaQj6YxX4vzMe/ftntY/7pG//Dy24xMr98DYqZaXJpmP5OTQV802AKAZpI84htvv3r
V/oXv+2vr/RPQTlyifOslfkxjqcPJUpoMMlWGFbrM0/+7af6GY/3j8/FVUzwKz6Kn18mPy+a0z98
rrB1WoSbFeSBPMQNwDLan/QwZ6zFKqc1nljZ7gtHfrXh0UD4DHiTElINQBK+qEsX74t5z21LRE8t
WQb6DjKqYz/t8z5ZgqIooYdUsPn0UvXrqPFliCNzEkp1h2hV3gzke7udon9AR7hu1nHTvMmXkB+f
X5BuTJWHOB4fs1Vvdp3ZPaYKx/I4DjO9cgsm0rAnlybmlQcEpL8pd+FIwy2Ta+PPqn1FZJAaTBre
/pZClRSJsXxVO+VqGdLqxFHwIJah3Rnp+MwqCfEau59WVe/lSkCOY0fxuZqdszPre2wXG7qAsy8y
JoSgHJ+DsrPlZMNvkKg68X15bcSN2MXDo5ljluqrYgqqIpT3DphOPSqz6wmIXqv12PsWDH0DCSZ6
O0MANModFfMPu4w+GzkzI2Jm2CO24/7C+KzEr/Zq7dj37qpJcPZtaz4NqX5SP4qpeJF4hmlbJYEa
jL2+m+qkQMdKwkPaZtVxgI/hR6KrD3PnHDqKLZ4TL+PSs6FTf2TpgrMfy/LeXphohBVO2QZKgzBV
3dWH4VCXCQvRSXsElbHnQvlgoUtoMZUWjuw3u6psN2pYWPfQVbrV8YtBhcoV8Thqzai4NIbohWZE
7MeO+4W2F/4K600Xgch92/abIbO56iL8eSCrRTBmfRSILrxRjRWCnc5/UJlPluS6cJahCERS2E/9
YHYBi8c3lXmpW4QoczPQA5ZT88xZwdTzpW+NCGBZWM3qCT0mZmLNflLU9YPtqPOcpdOjsW70KcXE
gFdQVada55Ujcg8H+GRtzYdV0wKEEJj9mdHAzQjK5phazfcZwQc74iFDscmQQ0GgulEUXeKUNJ+9
FANPfKZ1k4AHKeHRhAJDy3QXKuotbdOmP7aui86+tZsN74D7Uoy9yl1TBGuf3K0p04GZikXM+cHJ
1SczEg9wHU88nT18RizIhwCzNruei04CECqP0fwZxeplTqgG5L99Pgb1YDDJi90eSyYWCxQVRxBu
Z1Vj2JS/Af/2Ehwvo1AwnN6jhQiqSQ9KtliGYoDmR5tK2ja+k2bA3N2Ep2IQ3pIPcIdce1Zdx6if
Zx6vtvCGmtsvqm4SwEASq495KrpsT7qcqpwRMMLv3Gt6djXk5WWd2VgEr9DZRPZdlGRHPByBWGlV
W0/Mb1G3H3o+XYYIobnO6s1pDMq3eTOICtTj93r4BFLgDQiE0cRa6SfG/CCXN5F8XGOdktSfibYR
tK0CTnc94xuuD2bsT9FnWkL5ib/mleFFwpjmM5mobwfwB8pFr447uz7NxV1JLxU6MpgQLNPHTmwD
khGhTH9VtkZADg8jWCq9TPViomAgzweK84I0N4djiaJ7UdtTCDIxeebrpcO7m3VQZGRIJtNVDRBh
G8pIPDWwD9uKHWG8bRHvlcYnYOwCugq7w9AFd4ZfiSFtjnlRYwETcQmPxa7qtm1o7GnNd6OAm4ru
fej2CkMUO9J3dhEzqxy9tOQbnjbDzgAtp3YJTfCTydwxZCSrgbsSrUejw8LjNnUQOWXpTivUOwMX
UxuBSqiCkX2yWcOIEKoPRHrXNOOuRk3bMccow5dCrsGwBqx1mJusOxkXp8XpXJmofgYJs1aXC1t9
T1jPJLGfsj8ZHHHZx/LQiPbJDJEnlfpZjfPXdmEgbDKKFJdL0e7BO7gK2FFKdUQWzAhEMGSkfbcK
K+XCa5SbFRyzbt7pleNC9vUKmLjqOjCnx/pmvK/Tvcl8g2fKuaStMPXrVH2TTPmLAlowFz7NBPzX
K6d9n8rrqJyYxH0nQ3DnmKCTevYfFbiT2fEhJPrjxIAyvOrzYa8WguVHCySxgRjvNdvbbugXaQGY
5oWp4fh4zg4yFcfJ7BqGnslb2QILZMYBptDQul2do9lOI/tFRBHSdNp5V4uZOozjeSrW1mNN46+L
lDuoGk8g6r4awmOYPKynBHzFrEfORfi/qTvT3rqRNEv/lcF8Z4J7kMD0fLi8u642W5JlfyEsWea+
BIP7r5+HSnemJGfL7R400IVGF1CVpbobGYw47znPMVoqbcipHutebEV/M4Xed4sAWmOsaRXZaTbU
Q3zMZxU0wLGlMW8gltFr+RMGI6LbTX3BM+vMTvNvVd8Y+yTtrk2ZnRorPxkK1ikIid37GxjQDa82
S8umgnQLJjvcezz+oL693lQkhnLaBObjvpXMLJJJfkjDvUcFx8e+yHrqEuezrKPJr9ENPwvYoTh4
NDxdP6PhR+5wRhdn0ygRoekMvYQFSfJbHvpcbQ2leFZC/vLTr0T/QFwTZlDfwlnaLnMvhmxad1f0
wrohlPeppaBsAy5yZdTf6pxo45SyL6B5JL0ZW0YwTOLHCxIa9DVV5rmdHvxJS74b9CxdAVktvvLt
CPl5ri8hs24SyLX0T/NWiJCtoCiQSIjm04wZJ4k+RZbfBBH0HNzImkaQxtBPgy2aVWoQI5z9T7Sh
xisTuhkyNDTg4S6bFRyh7uCKNnyoiEpOfd5/NMibnNmVJq+8hb9DMhsABAAOYg4x7MreYw2Z6aKl
6ml6iKe0+pTgQhhKed6q9gIyPnK862lrcAj3gxOaXNAeIQNWk4Lq4BUIESyILK2RVwf60M8sB9WD
6bkbg+DAVSjq28GK7Y0zNfgJU4G1MJ3w8gR+IVjhzenS9KcFOKBkgB2q2Tjx6DH98cMz6D1yBQaT
qFDtZ3NQVJLnbp/r2z6fv6RhhJ+8l2G5HwbNWQyLPEpM4B6dPl1XrfGpMisn6Br92Ni1dg61lesV
g70I64rGNv+baAiPa5TBrUpZpwFhVxeMA9uSokyqnT9M3pGNl72WIRYZr9EwXUSsyCwhrE2+NA8V
MnhRWc2lynscTWW1G8v2MfXrC9bB0zg7t9jfjyWOZgs802Yqii908901cXsfaTDk1IyY7U2uOlgt
t3VmmnIHNq2D8ZIa57pL4K8YGiJ7TdJ8CU2ikCt/NPgFMFVF/JKzdp1TRPXYZlX/sbT8T3ZBBVtl
86Cs7fuIvj8GL9FV1hqnkTIeehn7r7NLEsVWdXo2ViM5mB62d4SbsGAbMpMxMXGm6B2yS0wBVJAY
SO+tifaiteXiAvwEo5gdhtXfe2kuyy9V6LnTeh4rGa0KuGtHxUdmysN6AvBaw3rS2yaD5thcHKeT
L311rWVtCxQmGrBguTzRTEFnBrmkc7cr449zDXY+aKQZrlOuGN35mupHSACGjB8zv4ENItLopmu7
+mupt18d2Bwx2M5Wq/2D62TRPl1SjrLokYwRaA+O+oLezL536vATDE5bXTRGN34So3Fse1NcZQY+
WShZ87qecaB1oHO0/CwDBFdWEfTj6VD3ZXIsQ6xm3n7MOSpo9jnGr3s70kCoYM4XK0VgAlLEINee
/cVs0+acAxK7pm4i+xp1m9zG2ikRHYEnLw+02d8t8y7m9t7a5Dbixj5QSJaHoGL8+twFP1jxvMxF
vvGts4J733eYDG/HhIuD7/SBtK82ZIQ+5afeeKjoaoMqDmGVRE25M8dqU0LddeSNTY6MyPen2lon
jFwwU32sHAGmA2dTciVJDlSRdaZmeWU2xLrEaag/yf7MnaYgW1I35ldvuKJYb5t7PQN8+FEq+Zq1
y0hPrZ0OLZmhHtvs3Sy1G8kNW3bqFHlQZ0xIfpH5QGvzsYqJ3xixjcJbMcYh++buFVwySaQhZcAR
6Kk/76tElxuV2VvdL1YAfzf+MjkaOCPl993wVCgszCTWkqXfnpidxsrV6zClvI7WCHcj3eHY5c3e
aSp/t+yp2EavoYCuau0gXdbKtsCorRXFGb3Je9u+KwxB0Zq9tXGJgcBdaRIvosjTjTsX7XrGTzbd
CJaILr1Ma/ss5+Gd9zd5nDxY3lM3nlLYjOiHdr6r+6ReA+25aEbUXrZhI+43MIC01RsauB3SLYSc
z0fFAzUiuA+x6IkkMtP0AeOFM1gXTWmc2UCinp+bv6X1/efsU/8/yYTl7dDxwyoE++Z/Ro2U8b67
6mvzQApXvZQMl7/4UzIEM/wHUVliuCbhkCVczWbkRwqXf4TszWbEInrgOQiAf/mrDOsP3NLsTEAd
G2IBTfwlGvKPoBIgMZE7YcZB9/LviIbPbah/CyzO0hTte4iZJkBVXZDtfb0XIsDGyLG2NUrljRMd
8PCj6DNNNjOWf7o8/MJuWHRMbeaMCwkFR6ZmakFMXzcUZSzKRzDp6rvD+Z9upiwfnnpYcMHcVHaE
20VwX7aWMXyjeoCNvKqBqzhlet644A/+3Nf9N1yfl/+y5UOUYL/Y7P6Ufzk+NeppenUlLn/w41I0
/0CPRJjUSR4s0Wv9L6cfdj7i4HgAYV+ZBsHwv51+II5Nl12y7zv0/P6pbP/Iv/CPDHxOiFZC8HeY
AH/rSnwNI+bqx4XISyCvLxNp3XrTZZaGXZZMDcJSo/MGEYkqhclMq+rNZA86QlRVZp+ruer25HFm
gpGt4fFsZvi0YuUbv6lskJ85BgMDjrXsJhw6mjDoDHPvw8GL7sKxaWAq+EXzGXQBp3YRPv7+Avkv
NwxBSH5nGNLl0dfmdaDK4i/+vKBM7w8uJ0A2FlXQnHBf5KmwhzoEDUlF4ZvB9cR6+MM5att/mAvg
Rui2of+Yofz79WSQz1oOZvz8C2fb+C3AAL1ar455jFosrmSOd5hUqMfS7eUY+EITtweKV7BrD2Az
ovSS8Ii5RkOyZ7bflQ6VJaauo85C4TGGs92nLPeqEOtYx7k80VX6yfWka2z62sFYYyehCmBdpqgW
c0FTRGq2871hawm2z4YdE3J7T+bB4z9mQzQ6ZhVA08dxXueh/DBbpY+ukUQ2oE+v5qkdUyd83WkO
k2xjXPp6QgitGGKwI1A77EcGYis/Tlo4410aT+GJgDcvC2IPKaapa6EfhJOLiWTNk2mwc+yyiIQ+
BcnxthnKT31RbJlYXZpWcRk77b2GKWocvHPNAQZHJNKnkXKgAiLsu8CRYICjcRMSto7rcR8iIJjK
2PPfA1KbWqSRYPEcpBehb5FcIziMBv7gmHf0zTlsEmPznGMbE9okWMz3nmBHptdfZSsuQg2YqJee
1dK/1bPxmtE65q203cwGf9mJYaWRfVBsug2OajolXcCKwFzxLxsZiYab2eMkuLIm/gS9EIE3qIlF
i866j0S1nUpGPx6Dpa1G9L/1gIQmOKKQTkGPGNrThKkgMMbiLonSbZs114lbPURSFyu3HiDr5jBL
PEIicPDqxYub3djsT+m9ivN1EV+rWd+2eX5w6v7azrDpyvi+ce/SRKfI93PkWdtUVUeiZWum3EHW
umzZ8FYK1EEfp6VmDdG9J0NkfKXkCqrmx1h8wMJ325uAYJJ4F8GPWCUd7oYKrqbXLVPezKfkCj2d
ogKX+W7i1Ed8AzDapHmGSEDtsX2F33FDKDzw7GRTUSFN5TWURfeDq+dn8E8D6qJWg/A7vjlCd4WG
UlWhxIjhZKmjooiXbMJ2Tu/0PN8aLgHyQvCpzdsuqs9Uay82L+tDq31xK3Fe1WDYMvnYeAPkNncV
LYXl/GqJUFcqajZj43xIx/J7R+/bPKo7G3HbVipfe1O/JqezMez6sqyjtaoybpxiNeJJtAt8J5Np
HfLxIjFzsAXeB69Fa+ucoA8/hIMWUDQGDF3kV36vZ7fx0MjVSI4xD/O9m/V71EYD8l69MXXt6EKK
+tzIc87r1ooSDIwZWXMHL2hvaiCsp7C7LBApx3w6Cc++yYteX+teCtC935kz0XNO5NjVdPyEsHLY
iSualwbcUQaVTmSGtkaSnDkyDIYOhnnYxOAukTDdnEYT+J5G0p/DSl4bHg4xPfEuBltysybnWWjs
9To/xh5K/dC6V6IeD4waKGZCsHNDHUvo5K/IcAb+kF2EU3yAEbgfXef7CALZK4ZtzxVCPdtii+Xc
11yYqFCXGXzYK2seVxXJuL4gQrUAFwh49FP8EYrUwpKor4HYnsGpY/RE6dheQ3angP3JxZWeTmFg
MrloiRH55DpXHD8/T3qDT5zRGhlIpg6uXq4UEGQ8MfuY7NwM68KAnl01yXbI6h2IIE5oA8Yc+3Jo
TApfzLVZ8SMtbumEmVSngEAJmX1MDfdj0XL94RulEI16tmaXh3x0LzoKo9inqC+JxvGdrqjkzGrK
K8pXLqZxPge1d9KZqEHJXpfSDJi0HyDKBsq296aPsTLDdD1Y/XkRsTAQ6+HG/T7W+VpD6XG9dm8w
psnmLjCKayfBQNJIDFOYz+6nHN0xRDJS8uiiwgP9DBpDBxCPucRBA0Zxi4jCwD5w941qAWtPDJO8
dlqXub6hHgrvtM7Z0auch7lhShR7fCRfd1eu25zroGnGNMFIhvpiyKPVYMEW2VOTuTUHaLxkWRht
TaXWvrJOoZ5+wV24BjR6KBwnkPb8kRbT8+WY6wpmI5RL0ZZ1nPqKy6lEWcblkttuME7NtZ5b32ev
2jqTU6x5qo37ybUu1TPHw9t4DvpE1sInrhDL4+FE7PRg6e16iBeNbxCcK/lsivxSqIljKzpMx/K0
LEd0yVDVjTg12k8aztreCREIxbdRIfHBKBfJFcbOntoVLINgXhshlywQlhPt+xiet8V4tGex77z0
lFoTVLCqOXS4e3VrvBj0eNubBSHIcPpiIlekMw4jpZIr6hCDyO6YT5J0qO8LWY+PIh73dvXRa5wt
vtCzMNPPZatBpQ+LEN++UaCvCUQoFsSxmpghDZJlT7RD7wdhFVbfMDG29wSR6k8mfh1kviakP80Y
LP+aWkFs2m2leLTQlgFE17eau3H28086zn9ybb3jXI29xPI2W574UsUFJksmcw+gKgwsh8iRVGul
qjw5FjXPDIoWLmmhS+cyZMqLG9oo/UerGCaebrHp305oKwYTAOLJDF9i9aBw4qMGTtGQbMh6mnjD
JGbWbe6mMcpZ7Q8ngBo0Uo9kRp8QiDC5mvXYnOgbDCn6UR0fvdfRVfGbc1+fqtwunsADDo/CavT4
gp+4ah7o0+beiWG17CQt1PMmw+fY7WLPzuWCnAzx9ktKBqAaZa295v/D5gzehnXfui2fkX0RO3MZ
OhJnuA0JLXGzkhnT0BfVKS+6NDlkOgUVh6rFdnZO35SDGQHJ6DonpMTeJ0tIs5mu5i3qiBqY+bXZ
pO0Jt0fGaU69xN1RVFUwt2GJnYK4pYrgYlZtRbCj0TV7M0ZpHK5xsFN+ZKZmjdYdzUx1yWBAXx5c
g27Fhe/tryOto62iIFKITXpkbHERGWwo1nxVUiCWKQvaH8Pso23U+ufershnSrwa6VHQHsCql1AQ
t6efgaYIbM1GAKBJqUCrXBjhmePVWPdVZNQbUux1vWkHzlfA6JvwUqIsNStS7TYVBhOoE5pBNLfa
+ITWrT2+UOKVxtCO8mwsPf/RmFvcAqojbbeyp9DC9t5S9g5jz6AOkVXYpsBwyIV50jpXm/d1F7YG
ZtsyjbdYAMQ9JA4Ur7ifrGTdDF6omI3lvXEw9XLWV1RakK3RyMoQD/UcrThaiLP+UcPdPJyKqCvz
Teh05S7qlNddjbmyLqYK5now1Q0T71wmUbV3h4Gs/sgRUSNV2BJy8IywZtJFm4qxswTtA7i551gn
3jTGdIuMg6hPvDEAptLl5KVlqp4uhVsV7kn0JhVJs1enB73niqbNsQBGL6LaszdW7wMFcxh5QSBu
Mljqw+iUX30k5FMol6GA6UNZBffOpIJ9aGqv+MPe2E69yktKRdv+rIacR9CK/TtLit7ism6bQjoH
yGgko7HRCqay7giGqiUs/QXUEXJFGvV6vtb1iSRKXo7F2kp796wbaw1grpa5p0E5ebrWwxgyCicL
jqqa0WXZeu5J6awis2FMYnWabIEs1DEPdDa//CdAlhD0yQePWyiZmHmZTHjUyM9Q+FcAsdSXqRM9
cnwdDgP7jFS0ATVqWF14BBn2JrSRwXHVJ7G/DD6rZdvgjjlGdCmaTZTP1TcGHv1DZ1HTFUhQigvJ
OXROid/VT0oC8uOvfX/JGvQhXEScLsowPy5kvo1REPNa4+6kI8SxumkV53mxh2fvWPg42C2B+h4+
2XZBQaIJPG02FMQklQ7mg4ODkcRDOOAIqAcjOfYZWKwcd3++ccuwzInhFUmy82xHu57MYk62fVRF
nx1xFzkMbWKCL98ojZjyC6+3x9usbyyAXrTzJjh4I//RDkWCeWRup0vSPCi7MWbju5QlOmRIJnhG
a+TqwxVfsPtR1Lb1aFVtBXMQYX7hIg31o1d6CkSZbCprV2BQRiXXQ4tNCdXth1iORN2KsWjvJ12j
L5btkuuv/NZwkSg967tD9dE3G3R1u9bkaH0xB8uhKcYWNPJUEz5ZSPbxwCpIgANjvesZ36OhHuyV
VffmhMLtZGza58qFR+O3gq2CI8uCnWklPlTKRlSne0U9jpTTEv8dOn6+Vro9TX+YZ7Go4pZhrOVz
WrLMKYkDqP6rVuT5B6uRsiBan4eU8ki/kkFMiylXk1jmiXIiMxeYxVDlBApGTEzNbNjHvrYmrNsM
ItxAwiLYTrXAsOT2ITVAg1XJ65iAU0vVRBp/4Z71v2GaGby1M7sL9x3UOOO2KO7JRblDn25rMx4/
gNihhZzU/FdYSJCwMfzyCJvnxT5DTi+cNmBL5ZGCOGBrYxkbGg19NdEzQEJM00nb0MCiLDXbm1mv
EM19NZsPQFaJM/GvbRCFCwKDKWiCzcZ3Ejv4fdXmPydr/6tpO+JdVs6Gh+YbVs7yB39JO4hwOilv
17EAnBlI0z9CwcYfAqUOM6uOGkws929pZ9GzcSsh43H3IBoKBJcf0o4j/iBDjDEVPx8io47U/RtF
5cbiZP1btCZ2LEyLeTv3j7mgLZ+rwl4oO7NZg2tIUlqfOt0EjKvu64hiRs2YnVM7T/4xMYryzIfE
vPOMXOwsNmvZSogciSCeBV6KKuyOVECkv7BhvjFHLm8M3y32AmexFZgeX+hLyUkQ3wVrb+ss97U8
A56CHZw6S95o1tAuCvli9UKPu/rzM/+vsiuuyGC16t/+98/fBHquQOMSaPiOeGt/tfWBTNaYA52o
wy7QG685wsFo795/FX7TV983xHLY11A6aZVa/LxvlbSOUgwPID5Tv07HXYuPjRNyArsE5MJtaZoR
YEZpXtUTQaL3X/qtwXcx0prCRUS00PD4pIvz9cVvHXqW7CsxRhT8utmXiHZPxsKC82q/ZM2a3Cp3
ResO2GVSngfKg80yx525K2zdvaCc271srdL7/It3tbzqyytweVc8AqE0URdIIGDRHl+8Kx42kW+R
2oBwYWlbRjViL41KtZj26LSq2QihiAyXCfHrM0JL2SqejHjv0noM3Q19hwnPtdbRmsxDVqBT/+Lt
LT/IT2/PtWCNc6eApnrzg3mz8KhrJm83Rr6H7AV1U0/t5itImnEvSAUx3dfQp9wEJdQw0jbwGyfe
heycz2oVtWfvv5+3twXfFhMu1gzuVcczn3/jF98WTGt0G9XEG+gk3IhESbpN3cTeRtS6dh87/nT5
/gv+01XjcLqB5cYEzcWA//r3MYXMMVXJZAPbKt/OAK1MgnmNjq8TTyn9WguoeRhwNBFnjwm4XEzo
vBuoWLTQojHiXcUX/P6bYs18+6NwKWMJNx1Whj+BuC++hZGuXGnmbrIJhSuumxagdaODO7KjcNyX
SU/9blP4v/jq3y4QSPMcSU3AYib3Dwvmmy+iqy3sLwnELRFGO89SPV01efWL7/sfXsVe1j0szR5c
COfN7KZ0IVUmGSFhMFh8oeRO3CDvrOLDb36DBiNU0xOCzk0CFW8rIOlHYUcF6nGduVN+XpmxfSix
7sFS7NpwN3ecHlOtcK/ef9VnP9iru4mXfR5KMLNY4hVvPl1rl74jOc3h3Z21cL/UU38HMrokiSfk
9mIwVBRMFk1Q60FrJvabZVWooJkHRF7P05pqrfFsJHvrN+3HDG5svKsshBdvqsjWKcccYCpAJ6US
o0RCWdDIH9LUiU5cStZlOqTGtcSw52zqVuge+7sQWwRZak6HnTORkCz08Bz1qRp3HcvBTumpWV3w
NTqQS/t43LSlVW8lbC2EpNGsoP37quMcAZLiDsXfvdC1YiiXmq/qyHXCSG0UPhJDZscW7pokq4aV
2RG2Ul5CGYlnyMiEed/V/SE3e3L1Y19GdBdWubcjiMA+Npv7/EvrkMXGczLld6NvJmHgZZqGMT6N
jWSN9GmR9NMG8aCZKdFYraB/2e3kQQER/cj0Rt6BvmBXTqegWr//m/50Lz7/pDZlotwdy/j99W1B
A/tshgR81sIsNLK4eYjRE5+ZK8neWnPeX8RgkTfvv+hPD43lRUkAMZnifwse2usXHULMO1ZU07qG
/LehzM/fyBIDvKlRTfr+S/3D52NPwItZBv/HxO31S1FGlLF18nkp7oozY2r0bUjNWlBbtX1kfzZt
XRdHye+/qGGQjsKR5xPSfvulRvA1x5lWY6Py2/NsGi9DLDBrWsmweYETJcbc6L//nboG6zuce8s2
/GU6+fJBDLc+1qLJ5oMmuG+wWmCnS7xyazE82r//8X56ihms3hZbENfiFdkIvX4pldoFvI3KWVN+
hs7q+M0BERS9jsLJc5jY4y9e7/kifLPueDSCuDzCSZA914W8/Gy5cGTVZTGhIbdlg0ME+7s3D/lD
Es/JTZcV5r3tob/v9Ir0I/qYnD9osco+OX7M+qtznhfBXHvVjgxlXyGXNfoV6h7IQrtU00GVGpn6
97+jf7jEPRZILCUwxXgALw+KF8+4EL/ZoLXEn0tZUv7XLQ7pGoHSrdX4X3gpNqX4chea7U9+AcDd
CqN4JLCrUxkyeFpySDXNg2wB//n9T/UPdxORvuW2FQIivv1mWz9huvLSHsOXmh2cezOS88zGlZQ/
5ACmOvSXMSf/AXnF4BQ9VVd//tAv9/b/8F2CI7B93QdW6vAvr79LtLNkjLVZrDuRlbiSITI3psJC
Fo3m7v0P+POlzTHCEpjQCSNanvfGBRQTP4Af1rvrEpcIBqAQAvTcNTt82frayNr8F8Tc5a2/vrIt
JBECe67h8EzV36yEYWxlBbQcikVc6WyVNrUnn8fsL66Qf/pUVPFgQViWeNd8sx5J+Ou1bytnnbh0
1mlGQuCjiLsLasuqwM0I3L7/LfI/+fPnYnlwWQP5vciBvll28wyoYW5SEde6vWYRM8DDG5TGAgw1
2hHHdFmRO16rKa5pLJOMFztmgswAlMGQz0MQhQEOaWGjPAa569F1i5sq6XEdTJoVZgGtOgCl1Mhe
opettffndr5h605gIqSg6zEhI7WLE2v4rtD7L6OuzU2qADoe3zRcD0tGiwcsnEwniiDxyOQCRE/z
ZUzJN4E8sjmH1g1BkNJR+WeZjpiYbT3qMOrrDRWbVQUPp6+puWfkZg4PYcUeDJmzQtqK51SecVLT
H+0GfSfgpy9uVdfJ24xf+3sWq/AiNBduX9/PRKBAg4MiTaRWFkzVBdq3p4CArxgoVQ9OZbfh0Rc5
KiR9etPVgt0vA9tF8doqfELYf8nYXdhagxCaap1ggJPNNMLRpykYedK/gr05Gp/MVgoO/ZFbfHXr
VhYL1NWkE8/uP+UZlTiYVwcjOnW5RcIMHsj4QNk6Uz+FFA1NjPm7jR2eMH/ci7LetjMe9tVYmUUO
zUIiHxrxNGe7ZKTMeNuPFnEI3hQL0tjkxeM8Ke1DnflpSsEs9nUswxlfYddMrr0NIU/Q6ef3zmPR
UJPqYvnlc2VJ1G1pV44+5FMe1tgYBiz+rlYTEesB62ph4jB/7+fSW6lCmvQnFZqKVsBwrYiqOTMd
GZ8ZPd8LgxNt1bcjAjBNF7o4AekNu0PHXPQ2R4hHg0UsxiIgp/LYmiUNDdns+R9owpT+jqnHcKYb
eYl/wLCZxoDsJMLgJwzpGPeV4Rm/4EivjjORhZignpWrKdKwdPDb8l8UtZHMAYyJ7qLzKkCyPlji
m1QvtRqKK1Wq50RjqwP41vibWZk+rd2VFR7mdnCnTZbK8oDJmFFnb+nRNcBN84YX0vNgVE11N4zl
/IHrOqGPOa77J1k1frfLqpF3axJyW2Ydobx0mwTX8/u3+bIYvlm8EHd0orNICJ79drFMRsfIDQPr
vIx1ZydLt6LivDTPGc4MG/YeTLExpMHRAkTW5Pbh/Vf/+WjLjo6cqGcgz5EcF28w0aVpSGkWxLTq
EgjSyiiIkza5OeO2YLZXtE697ezFbOFq5bpWjX/p2xXAKH7wted0wwlP/I8aud94VHE7u5xt2aqw
HXPePKqYxHqDVkBfkx5HDNs2sivNkz6ebD//Rf74J/GP/Sx7r+XDL4F6bF6vH4t+VlmdLVprjQY5
HMaqn9YETcoTHi77bHJH9RXfabnuU+R5A1jFhlNIFUyUwHA7UwQjuomFyrPL7fs/zM+XBVZIrLqc
gXHFuc9O2xdbnyR3B0VzkljrTdXiWRj8AaG81raVV7M8ZrDqeipig0TSRaW1/fCLy/JZ1Hl9XQIX
wEvssXotsMQ3j7s5rfXEgf+1LsI+uqgTln5UwfpQdlA5GBl129niKeNqmbgSSSsAHXXM3ZlTqi9a
PRf3738f+JXf3ijox6S3hYM1FEn47XHdaMZRsyhzZy/Rd0eMGbOzxf2AAUxaIcRofZwSc8c4nooU
xrpErZ750iF7q2PE1fytnxb+NCMFcRifqdTFM6HaeqZVS3jabQDbu6kPnKBZ9Uo/HI/MEP1u3Rgy
r4M6spy7rNNBhbsZjLnSkD0xFmU0ezOFuUsWrsorPPkGD9TQZLkMBnBMn+Bwl2ygp8kglpCZVsht
1SUXOW2spIRMQuSrwst0EMeF5j7WpCOwnhVyGOHu5Tg7hNMMt5gosLEqrdZwxdlDdIDIndxbtZW3
ODkiihUaWXgT/+VEFY8yAsa+KaZO9475hE0pwxDjGWoMyJbklb21qIm4BPqhbt15mNutMVvysmMF
toKwdQEK2RSNzSBJ3OYGoC39wh1ZEGM/eJi319QTnBdV45ZXPatLuxpHYRlBFev5newiK4jHhcxM
ng39i2IWAkSSGT3RvqSVESYTzA6B1Umcf1XrfEsrr9R2PCHz4okBjt7eJLPQrdvZjx1zLycMEqto
Aji5YfQpuiOPcHWYh1Be0Mvh9icpUt/GahnOGYSZsbIPUKpls5viNku2gkywcW1mXrfVYtuS667x
dNyLidckgdPVsgbSreJLxvM+xRW4Im70aHQ85AzmD/yakQt1tmsYZVVJbci1qYe6uW0sXT0CfRmu
eWRHj4KLCMQKXfAPbH+XUbJfTiaBJ62+p1OERyb8L/WZ42WHlpU2YRpQAChDmlCHBGOeGnqkuyJD
OPChYK+SDFLAZpBxe6OUuzwExomg/FR5ajOUhbipJBNxEp/5uK2TBHxvJayOVDC1N9mm1cZO384l
l+kqUVltrWK7F5ek2zwT+n4K2Ib65Jhsm9mqO/YPSsdF6TOUxYxVEJri7jNo+UmK29aCg7NhlOyw
0aMU62mYlqbz2q67IShKw+wCXBu4CbFk5M1O5rFzSucGzpWeRJ558svldQQYmn052jFUw2qCOGDb
yt3VYcsYrp0H6vW4CMf6NMJAuyVMzgWIYK49uEMqyKtiLxVrqNxOtq+Ykd5HzjjstQJswSYJ/ZHO
WSO37meqcz6Tvpq0VduFrk2CgNnCeqLtCwTdmCT6cn4lwTVN+iS5pMrxy6ChK64tolP3MyFjoEM+
V9pqcUnsZDMuexwSrRrF5nhiFWz+te7bsmPbqvTbTrUArhMuquM42+mTI5R2HSl9KVbMk/7BcONG
D7Ac6p/pINJu+jGBEM7+UrsuWmuwaNc1i4/c6rhPAC3mn7PUc+970+9uHFCb34fe7c+bqIZppWF3
AERuq/nW9OvoIW8FXt9O78BbQflamhiaGJcQ9xnsgKlkWIvVYrG0I8jJKeCIvVAl3RFjTxhOeG0G
MeY+fkQf1wWNu9naDHNyxBZI7Us8RESYZSIpCC45AHzpizhjbJrJ6ej1Q81t4USpedA02VNo3pY0
MJnMVx/V6ETDBpR3Np6JnBIlyChqugrJt96PcA1tAlald5t1kXNUUhoM6HMK2Xmyz9G50dPKhvNZ
GEtDz+Dl+ACUCec/K4Q8qnKynD0PFqJItPSa0AByKgkPdScwHGd9kVwUZQM5kjY1FyXQyz2Kj9yI
+oLScMPruq6qOyOOMdQl1CfOG9Ps1TdL01jPvCjVLsEnZhEKf9n1QcsX25GCXrj42pjpd0OrQUKw
uCubnf9M0U9AMt7p4cLW9+em9INqQe4TFKsk0I+FxB95VZZdCrstietSFTftZt+PvlvPDP9hwfnz
S0P2r3BVgwOIBzbczjP9P+6NJFv1SykAITboS89NAelza0D+3CDgZ5172z/3CkRdlX9LntsGiO5n
n8g4y2v53EZAJUV5ks8dBXU42w7+y+fuguceA/2502CwSoJ5jUfVQeSatB6YSwFCaAB3b2It7Pfx
c0NC+9yWwI/ZncbnDgUHv7iOzW3pVggZOwzPfQvec/dCt9QwFM3SyBCX1mIIeW5qSJ9bG7Sc1OFq
fG5zeN4i/HdEduqn8mPbPD2151/r//MqJPZ/X//b/yGZMReN6D8OVpx/pcMPDtyrqM7yJ3+O312K
glG2EOjZSgqDBerfx++O+wdTWJjb6BqM05hC/pWs0Ayd0Bg7YkYj/CmBXGSsH/N3jYYbx2T6Q6Mj
23Ny67+Hmnq9s1uG+NQZLWE2qEsk1Jw3ehFH/ZyuP8GWi3v/qEkx3royhThZdmNBxQlKA353d53K
tgVgWM3p10EfxHcp4+kX56FlV/v3rvf5rSziDp8K1YWN76Kivdh2lz5HbErdsftXkdqjE89YzpNu
L+pcROCL4/Y686LwUY72rwZ6r/UlmhjIwguGa8sPgSxsv1GxXBlpg7Lmau1r8Z3XGug45fiUjt62
iaT1C0V/Oda8/Jy8GMcLfjjoXjbTojcvhsfUBY6LbyzXbE48cfeVNpbsFzrgP7+Ix8mJj8Xg8M2L
xD2EiNzhfG4WiXGgY6Bfz8KyPr641q/+fNMvhc3XJyW+t2UIyi/lLx/F/0ltrFWPNYXd8BpV+trR
8GOPkbyh2OYpMubP2Vwf/h97Z9YjN5Jd4b9i+J0G9+XRyWTuWZW1SqUXohaJZHDfg/z1/qge26pS
W4V+NwYzGECtzkwuETfuPec77pBfsuYzNtdPncK7a8jwEBkKhyOTqb338YgGMhDjfWf36wxYlOdX
mamcwKU7HIzHJHoI3dTsNpwDUCQyGH+mPp3PZJJ697EZpoA2Bry2617kYq1BAJBgDBTP8Kvck18S
Y6gASekw2FachPFL0poZIE4hX/PdVhr3XevyL1qMAyP5H6WPEDwN93UxzQjdGXvudWI8dDT8rV5S
1QEqXw195Hp7r22ceWU0SL4BHSTKYyGMx4ZLFu2MhlizldbR/2K2btFP5IBQ4I2zLewGf75rvz0b
3Ggm6py6UblgBvzQdyiR+2GniPp1XrTpGfVoH2Cgdz75lN/eKYaSi0Zgsb+iz/n4TiHVbHMk+5RX
alevva5Bb6yG4CzlAKph1gv/z7/qfWt/eRbpXKDkILaKBddylj//Zfmwlbyy+hi+NoMY7lxPxMlo
k8dKDQeQJmXaA1fN/ec/kmnVoiFZ4uB168M8AVGsQ2AvNaST9pe2qdJdF6MdQYx+Kabks7Hc39y4
hU/lmLQGNLaOD01ptZrmMiLwah3ylWCDqyR9moQ0/flCfmg/cCU9G0UW65PJ+sRy+GHt6DQi90YW
LkxGYnokvRXsXUHsIl2gMnHv3aE6EfbheBRzoIzWpaIWg8/Ezbm3ydW8TlrmEn/d3P+vL/7d5e37
v8uLfZs9t/+2+d6U33+tMJa/9FeBodgYfpmaLRkdZBRRLvx3gaGQGm2bjIZZnOH8WUss87+smzau
ThZPNH5UIMsDxVb8r/rC1vgjqhEP16bNcJuC4J/o+95vEBZbOTUK6wBSD2A9TM3fv5R082LN7AvT
5/TV3rTC0/ZmE92HbpcEwzCFe9AdUNaITQepQWiS7orkSoSZfkhEWmy0Zly7lR3fRWpq7mbgSu7o
0JJTuvQGBfvll0v7N7vZwg/9ZWf+69tyXRy8y6q3pAS+/7ajW4WiVAoCNUOtfUT3rAHFLxv3Hoi+
jSvPJKljJby9rlf0yUezr28R0ZL90xF2u+8S+ukBUzm4xrHh7owFrpLFWVfSkUCJu1pSpj1YMsr3
VIruSq3z7krUdDOriZM1YE0x38S2rhCbNlt3Fezgxjc9xZhXIsyXcVGuLtE9Q9g9xLWFuQv7RXrR
dKaySeZUS6hHmH3z0hw92J+vzIcB9nJl+C+eczrlMJJ+ok9/XVy7MeMIwz4IJUtdWaJDEj3a+VNG
MHC7cxxiQ4RLa2Y1xNpVVdGSRKNZyHvcrWWOPivBTgj3O8jUKdZgwFX6TcJYmSGPhdFp4hT/yRf+
Wbf+b4Hw8wtbps13XVSvjPs/7HHof1q3RcvmN0ak3HVFmO1VUOuvHWIQmvm0Vw+qXoUPiRVZHfg8
Hb9MaNzrrbYQ6915oE1lWidH9BGe0qjmxD8a6vRIl657DHN+o9+H6Qg6O2zjW1oSEuVM30u0QhN6
6WmYKt9yPNyLoyHFt1mkkMfwO9LExlKNeLsjfA/9nBG/9cghwaoNJnkCOANdXHpk26xbKaubeey6
IMTZU/uOMqWou5343inG8CvyIOEP0L9vmZNVz73Kz6BuEPp69qqehg/RWr7MXeUp1vtmN2lu+9Zm
Ff0ZiSwfzlveTAR4294ZA7hyGT2nui5zKNGLaj65+fPzs6xPH94sCyQTghL+s7xfHzraGAJJqFMV
zR+NOqFRHC6eLsILVwRFhokvo8ZOgxGDC/h42w1oQnkbusnmrRhRY/mKghUPH8tgNsOFXckxA0Ii
tHviFBD3EZhckw2vk69nw4IBLjhG4gzBHidtTfBXDBi6ms59WO6quGhGXNcJN0k1w4ERFGCfURtO
KLFwMlgZsW50cjrsF+BRA5Q22XNRAPvKhpJebUreJEZNkJ0FOZmYMO1U3HXoTNwV7rfGN1TsHqsW
d0TKj5pACZqjglEV345G306s0NGXAVGYNFSJWcAYq+dHJcrbM6Ndy97Ug1JfTWk7gSkznGMfTRCU
EtlleFMyvHxxnumV39uJcUl0+xqVrOSkRl7kjnwMva+xcaBY3VApRJuiCp0vNv3edmOXVnzXuEwy
cfopR0UPgZDXEY3rXHMfbTKZwd4b2a0+e678pC57f6z76030OFzaTFMQS+kfFlXmWamtap0OyJOH
CzCEekoJd72qmcxt59GgQWMRQlfiOPpEm/BhwPSvj2ZrROuHWF1XP5SEeTS7YT4K3W9JUieRpJJP
YrmsjaUfW5Bhe7Pr661lDUQfo3fOgDmu9aSPzwqIxMCreFTGVi0+EXLqf/MyLJUqQbUOv5yo2Pfb
jCbNUrrZhPNrTAxMZ86wFVWLzyxxevJSxnnDbAGMH+Iyvx4bWABKlD1EJRFKZUwIlG0M6rZvQP6T
qqAeGKjbfowH9cRMFWhUVmCf8bzar1tSRP/8Ii9Ggo8vMqdX6glKBCxZS/rYrxvB1Jt5k8ae5oeK
KU42rCNoA5o+Fbsw1e6KEBSQL0TjfVWznKEOSY1QNqsfcS5CdLsEIVaLPcYh4xkUNP+b5+q1mWq1
2NiyigI9aeQmG2dgSNrkzP44RgQ/YW+rg0Yj4IR+WnuFSaimBJ6qwOI6fsksZ/I1bwSqSfwc/ftK
rY5lM01vujoAGGAoMB6hPF6LcLye7QZku2o7yb3egY5dqdDDrvnnsmdjCslzVbTYOYsQXkLh5tke
U1p4a2VY28G/8eSq9M9ZrDjWRdoRNsGsrJTRc48eqloBYbBKNiiM5l2TslKZRjt91Ts3vstCQVsu
0XS5SvSFKj8rerqd24HQeQGFLFQMXDUOkWacUlp7Hf7cL3CA82d/voOL4ePjHXR4tWy6As5S7Hw4
soiZDQgUpOYvu/293mvmDmEAgzY4cFhNHDJX5lb4rDzq0ZAzbG01htWqkP6Um8MQ5GoUk5vkqCvE
2LglEQcEtmKb2z9/T+NvnjRaYGzRKN+XHpX+/klrI1yQfayyZcBy/FLXhntUFIYxkaltCmHbG54g
Y6vaJTxonG+w4eqnekjHg+eOAhJA4vGMEU3VKSL2C1vT910/1MdZc1dFC0JCc2PzoZ5mVIBz5wSR
XU2XKhYKIMeV9URDQ1x1CCu2udPnu0YhifHPP/BjsjyzdSKYORbR8qI8htv0/gcqSRK6jBr5gVqq
X6LGTA+kE+H9KFGlaQ3oN7QzyUkriZhUzTX5KYMnk8C2B35BbxGv0NtvKvvZZy/5zwbAu+KJb7YQ
hFicUICqH6v2ys0JfLRzjXAtU1xMpxgCZWpw3jvDPsWHs8N+74Ho+Iq0KaDAP0hm5J+cQpeTwYfv
AFmGOEOkEUuP9MNCQ0gDtlokdX5Vja+YxYjeJYhhk+vR/Nl6/NsOZfJ0MSWlAcoRioPK+xsh20ko
mcosv41kdgnrqr2eWNMOwGAMANvYbS+tXrTfGPNFj6jGIsJ/pM782LKUI8RkhoiOl2kvKUQjdFxR
QsqbORCFxzx1NecZsd3EwBZU7kYqtjbtpRu3hA2q1qKCU1M2z0XmdHBT1KQ+OJEn3cA0xCfCfmt5
nD5cUMIJ6FEw/zWIr/3wuHFIG9SkqBmKUd4QUjzlvslE6DTG7vzQTyZ+3UhiXp3JAOlWuNGvy8Gk
ocawEXW3MsZ3LU5NatZ8QFUeqnH1CtR9ukvm5qj2TXm/iLuJR62G0kLT5TbPoA/cR+oCazMoEUEW
WpZSTFvQFkYoYlogRoZSXp30axctgW8O03TT545xQODcP0al7X7NxtQ9GnTQXkbiVMk+w7B1gmOw
oGfK3j46vQWmgpSCPd7rrKZVl6XWqnbv7a6XXytJXl/glQ+cuwZti5O33JqaICpODSGKtnry10P7
/22Kf18GF/93m+I/s+/58wcP4vI3/upRELbBXoPKZwH20qxYgGB/eRCt/3Bt0jdoNqBapau1KGP/
1aOw+EuL/BK1wUKfYnTyPz0K0/kPnQYfbyq+Le1nesc/6FG83w8dFfUVdl6TD+G46FrGh2psdjjN
GWQv+eEURk60YuQ/4iYHxiDWCd01mJ2eJV81WbT7X67R5a9379fu+ft15+cnL4GotPQsdgJyL96v
O87YpkKJOIy1bZ6HZOCp6kttdyGbkVFN/Zojttfte7eDE5H3eflJLae932GXz6cHxAGZxuVSEfzc
gX/pmHbwXhFxiNKHC1eynYuM7dK1eUkWYeoDTODsu0lpp6/x2SN36iqt3Hat+tlW/36p//k92AU5
Gqh8GR6PD+vvoJZZXU+KoHCcraNqoDIwjR5sZyxBv/z5mvOo/bIK/vws4jwwOCHEZhDzcXBQjdU4
Dwr1Dbkm5nDPcQxbdIrb89zhzO7XLF7y8ueP/P0BQ+bGssuIZKn2nQ8PWCvhYPSqSP1uzpZARgb1
6T7rBtofXaIQdyATtbrC+6q+/PmD/+66mjZHDIj4Hmy3D823trDhX1RaSvxg2NhXthShOBhSAeqj
RMg6//xpvz/NxKTg7aQJycNk/nYXJzhBMoXCiiLFOrZ5+yZMFCFY9oAYDFq6UaaZ3SMbi+KT9+hv
LjArCG+uhjIQ5/iH56fqO8OdUjapFNjScRAyDaJBU9dZJN7yhqSzdHmu/vxrl5v2v7vpz+foJ9LT
NtHj4CH5UEXLWe3tzMC6X9FffbG0kidVMCX45GN+v4UMJFk7LYdS0aIn+36JIC1Ad3XyFvzRYnkA
vbEkdhb9/DYX8T83m2rLoY6PgWDK2kv99/7TABylkJkA3g3CFI/OkFNWAxnuMZYmfRvIyjbJXc5o
ihDnaKA9pTvVuf7kSCWoy4KSNI85qn3yYP1+DdCILmWoxoJFE/nD+5O6KsUDbRMo9rUxHVWiMf2i
89LxnADS+OTY8Xcfhi6VSpAdgUHLhw+jZDNjGWWsidVoHTvMglsrMuJ41Zpj9fRPn6Flc2PkzMiF
F+bj7N1mBRK8I6U/Jr23NcTIM0RnMao+OWn8/mbimvgpM+CowW7z4Td1oSYxpUcMKsdiONN/zui7
jGCoZ6I3CI30oldVkfl9HiqD+OSzf19v6XLwkXRhWNtxdb5/pMDfRIjL+I0xY+qXuk9AS0NpS4Bh
Af1Jz2j42Xr+8XVFTLwIGmySuH57aZBeRVBLECLF+iwvypxlj6y8n3lEflt1EKItnmSmJZjq+b/v
fxk9jFnM/OJV0UBzdk0RnsPaNQ9p0oc+IszqTuPl/aSK/00zvujVgbQuYx3Mx5Ty7z+VaTJ2lEH2
vkugIKkNRuTuslySTdPGs7tTMiiJ2yF1szEokDnBIc8I/06KvADkOMykPqpOauxSlLKfdhZ+WxO5
0YCOF7c63sjf6hmjTL1uGhTyq5kwbxlYCRpbtkW7QNM5s+KIJVwQcsgFCIHnT2Iu9q0YIl7jOf2e
EKU7+JbEKUdvt08+e69/ewmYCtOAJFdtWeMYjL2/cOj/ZlcY+UzYpnC/NN2Qf6PZqWEUped9M4tC
Uc8JwdQwJm2HMlCb8dcCv2d4X1AgfrGcsdjhnB2ctRcN+oEY1HEMzKYnwbDNGjnBia9YklPGKNjB
Bb0GgknGxQfDxUJhUBXpW9nwMPmDng7zZpIuXkAEpTR0K8WkADSriQMUClj1PJKT+H3ItULu2tAW
EN5LZHmAWjiar/QJxRCsxDQ7RJNHFni0vFuNysFtRbovX8Lru1vZaMlFNcJigwSE8RI++OwVsebk
42nISUmReRz5JtckRKA8yEuZzgrIe0mjRY9MjEhDNVARdTMK6SdhC+iO4N664M8v68f7wqq+CAWw
QaBlwonxYc+RWSrjHACjr1xl5IkXvpEF+LPt/pNFYdktuMW/7NkmFloEMYtkZQF1g/d4/wgI2aNP
BFbApC2x42fw17R6CMIqIbCpCQinuWlB2xUa2BtVVPCzO+MSJjRgQ6idBIh1jXGyZWRd2UVUkRdp
e/EFss4mS2NiWQlZ4ECNimMchemzp4W3c7p4OgxevDiIc/Qjc5FnW33MdUZO4dxsxi75NoOJVFb5
jEOoHRM7KKsxCxJZqc9jO+1KWYuvapNGSEgZON0lJgbtFQUPAEOuZuvHUOJW7aTNYm3X9c2yJCYb
orDNXYhPCZa/7g6nJEmFj4HUbraCfD0mlm7M2h/1oXFgPXDWcUFGGLFsTjH7WZKOKrpj17kZiWYj
NjNGz6uo9qaPFZXmhwehdauklQ1Qf5IbRoZNudJ6bf5iRKhCzcqYn7npmo/S2FrcNaDItgp2THMF
h2gk2xhq571KQ2YVzn3rt1VK1FA3iRsNtBGyZL7FFGg1bUUaKq5yUHO0WYIxwU2oYq6vTSe9Q8Kf
fzfbxfjgxXXr0F6wYLsh95DbsI+uieWtjW2TuU2FNLv1fjSV1pS8akQ0hAP9D0KeZ8ICEkM6fme0
Rg/1UPYXFbv6DUjbbI/9OzkVMPIOSmds7AYAR2NI48jFV6+KCUYquHWxTdyefD5FQ+UbREVtdjtV
s77HwBDpPE4cJWmOfW14om5jBXIbjFemQWXCBBnDmvHUqTXafs+dCeIIH61i1C/E1dBdmvU3kNhF
IBLXxYk1K9rolwwWNwDUPLp/iLPOU26LIxHi1m3labiU5j6yydwSBpwSxWp+SAArrl8qlKbbwe21
9AojGgxG+w7KI/FijT5O20HmM2a3OYN65hraY0WCRLQNI13fVKJSb3SYavgGLbmG8GuQbjW/NuNA
PWaJyG+HZCaS3ugJUq26AONkvQ29HD8AxzfaLaVwfZsHsVuzarWWn/ZcQey9dtAqSneAj9/lAan0
YegnSePcEy1yHzOfiojWaLJ92qhGjFCJvHLE1zC7ZmajX1rZzVzJ1MpYMaKIbUQhZkdmZX8B7KBu
Mzmqazrb85keqTxwzKYb1yRPg4HPClzVXYh3A2Iqo77e2MTq/NgICx6ZSVYa3ehVoxT7SYL1IGoT
qx8L10qPx2qNyCjdZHWvWcE8eNabTkBFTQJNR4xZaxTyuipbJsdzTD6ETI3Ej6xxDpJM1vgTZBMM
ZmTeDFJTrvUmvpRZV/khMxxwnPEDUY/a3vGIyKq7+gZrU/IWD3a+L8rsJLr23mNUvbbR7q4a67mS
83PqEH+5aot0+Ea18+aZbG5SGV4a+qZfxQQ4tuHkspeznvrDkN9KL7pWprI4qrWpfBHhfG1JB9Rx
lDxp81tTJA9u5L3FIzCK2Z0OkxqdWaSYPvVD4HTttp5xYHh2XQSyNZ+iyBv8zNKvNYXp/+JVE8X8
YDikgOWqPEa2PBfk87Gblg+Rohlba0p/9JO1rlz9ybOqFzVOHjwL5pptlwy7+tpd+q/PQElQNqTV
9Ep9dyuN+d5F0b1RWvofukZys1VVhY8wul6JNjpVPGNLDOLQaLd1GEHeZOM9lbmxajTMWvogCUws
RbSObe06Myfu0DxIPxbRifIzg9lZ0uapbH09lpNylRO2vepzYH/wsgw+QbUO0o7Vte7iGcjz0lzF
hcLo1CivCs0jIq4Ox1VnVHAocfEqRaqsMF/eR+NPD85MgWDVJOlFQCjRbGdVdKcz3Fu5RXmdTqrv
dWNOJZx8d2MQKFRvlrtuat1syXOy3lIKj2olckW+dRnob6vTikPIe3YyS/KgzCLdaBWxaMQQezul
Gq7TVlP8QdHlHdbVDlJu8aBOw3GGvh003nLIiBJ4cvhJZDXvqSbOjKAwgta06+YlmHv0zCBjJD1o
7dciDQ+YXEIssVgxFbOHl0ezaBkr+ZYlDfKSkzioBreFzpQ9OFGC1gNWPDcGk0w9E5hctP2D6CB6
W9FNRv21okshCaIcb7BbvEbIxXzW2Oik1FYXVEr82pJctR7gfe+KAiQ6WUy5XygYvz09jc6iql71
uDnUceoePOwxAIqLH67Sx7hl8+QHx8PYN8kXDXBNxW+A1otjk1n5Brd8dmdaXfYwhzU3RY89qhuF
ZMCqwPDVa/E6jdLNnKpbquZtNWKT4Zn4DtgDSKVGU6Nvp+Sc5IW7b6rplpnHThuHu7yoTl1f3Rat
FF+lrG+SKEGtEDOQ1Cv3VZuyKCjjzNjPQ6PTz5pIkUkQCGg1aJlMgkTvkquZ1fm2qYdb1Soh441y
a8M8Z0Z8NlBZ87ybD2XK4cLFzu3W0UWk8aFWrBM4vhsymFjo+uFKJ/8wdar7cB6oOOla7NJx+IFk
AQVqNZ3iSGPdwJEw6D2SlCguMTerP2woD0SQGrpxxKFbUqqOx7RsGW/mOikg2Xhy22hbE/G3ospw
9iEyFxzFkYFpLawJcuCG592TEw3t2pHmFuO5WSPhiNMrNRoX+6y9IjyyePC6/JWTDVjUph2VVaqX
DBxp/PEszuSARs50VbfToWu8OQBz9MQCDms3mb+F5KIzDYvYxA0bbgOMkBNJgOrZlPB8dbQhpTv3
N2POQ0nrIsd1nYG+xA64ApGJu2LuyO0uYWQXodgMXhLUagoml5RDc+KfIQwz1YlUq6xR9Zsqfx4V
D+z/XLypC0GRboC3cXt4j2ZBtKEZgzgcjOuCOprZdHhvF/XJzgAmh8tIIveq52jUjgMznGsgSv3O
ikxtCf0kKWtSvgyVnZyzfHL8vgqvSgJEA2Y+24wMZzW7D51oF44owocqMGvtmKjxmcjPQHUbdmNG
tP4Yor6q07pcd6ERDFn9lgzxK7PsfbRc29ie7y0VMvY0m85+tJrUb2Ht4iqnDdfomUaeeAV0aMb+
FSdbkKZiYzX6xdV4ytS72jLDDYzJrW0ojyGntlEw8tPNC5UG4UszMZVptaaj8YZx6NAm5XFWlS3g
q0Vtizi0tZRNlE6bwXEvdJUf1DwkFNPcWB24I9sMzB7AfencjVZ+jZ8sYzSWPjnNvK4NPJbwK2Pg
+XSftcAcTHPT6U26wUp0oX+abWQ/kBKag+avjcymB5aEVJzcDpT26xJi85UQIwW73eL2Y303wnHn
SZ6CpDC2sYUtLBqbuxriO0nx1caln7ayhqXgUcpHtXOxekr1lCnqrR45V2ZOu8mWylErO4FqLe0O
NlgoHikzJiQxOipmUmxLa6GRd3APSCnwviV0e4IwnZplK7DW0psu0ySOs1ucUlsOV0NRvjqTpfjO
KMSpdKnIqaa/MAO+OC6JkejAYmwPCW+Ny9adz6tGV5IdsgTlIeFUco+E/MXuK9pFzn5Q61vXVu6t
UPE7uIE+IbI/EscdOIYulFjH+QZutAHrDOZ9XNJ7emM+40EsfJ1NgBJ7eKK9/tx3rkNihVMBemVq
Nmr6Ktb0TVkwtZSzFAc3N+7TyL2LY+Cd+I9umN/cOJEsr5gbI+sr529InA5Nh/4wtvt4nRnOrcwY
JDptGAZ5VF2IQ8v8Nlz4DjZeZRbYSSBK8mRjMfQgFZem+XUSDo7fQhHZMG65KWvxkiKJh+YfX5dV
Rr2Fbk1ClqgBdmU3OH9Z/OkjrVS7emwxOaHXqt5gcd1okEJIgpiMB0XDsqKPnUXQAFkcPR7cwzDO
151jgYHVo2GDkw6KXT3lzsqNazI6+pOeVeeEDexQQwhbG5x68BiMpETQC0zPPHfzUSbDU1dktl/k
E+sc5cjMEnpyvKQM13jn0cLE5SsaVXnoOq/znTi5rrvwumiTw4hIEMqX8LZV2bHrTI4SKOaY+lpT
jSs0CbpfphpJivrcBMKwibtrUuiyIn+sZ6SWrmQ5Y2UhZ4DQhVwpTpkl5hV9j/XcFw9lrnyfrdq9
qFEbn1UX02Dp1PomT7jNstSUAHN7dDaGeqPiWYhHfctgSHkaCj7YzpQt+Yu8Qe4YbotMuQj4S247
PUZD91h6SYupOto7TrNlNSNSFwQIfohT2bU3ZU/yg17VJ2PhhFlT56cTPnmroshJ8/i29/DNCmki
LmkutWp9Bbh+7fXGrs9Vbd/g0fMVFzFbBi1eRO2DOSsPWoIEpXbLG1J/boEy3uY92PV0Tp7Uod5C
lADAa5mnISslKBX90FjeYZ7hWdfVWaoNxxJOMGzVm7iTrFGlszH7Biq5DOhj4JnvNDaWtrhyLWiB
vu0W00lvrCGoB2+f5OGNZhaRPziSPMwRpXKVE2Q7PuZZ7q6jTAukxqFWkjccjtqPjrQV3t1KW8VQ
WAMMmBX6E7AHJXZfXeXMyvTf5YyqEzlbi5HAXGVs0FSk1kieCofHOwDpMc5PVUnztSIrnNeKIJMZ
7rSmzldWRgF9a6O8gNDReRkOqXSIz3WrpDcyKusfbTmw+ClNS8lYG4lxpWdNSTcr6UzlEEp6Pn6E
AvaNTo71qAxArnC4jFcdJsFuq0lHPqJ+rq5hbqmhr2qJkm0Sq9cvYaWAmm5wiNr70sgIcrVwdK95
pVyyA9oRAGSv3ZdD3Gun3uowAVRdfMEzFJFbOl1DZ7v33OkGDYz6IqUkONN9Zr1DZTu9GM18vbgX
ocfo4mBHU8ZeHwuRbVRV7Z4Ieup5wlos3WFJWokZDzeWnvcbh36W0nJYEPE5VKJ7aWqrueB7S5nd
ot1eAUS46JF3QyO48Kdm7P3cs65lnNH6ANV31qWShhCJ2/DFikV6HYsqKAWseHjNfgi+fj3V5kvd
uE6Q6+G4zxgSs7aXo8lfmi1fVXh28f2yyzRjdJgNESFrluV1SWL20A9fFjz+qq3V/r5x9CfcE4+O
g+FazQpa4VXsvAhpEVlbhtqKMdV8TDyilIUTf4lTC8mn1qiEiLKWrLLWeswmN7vLq+grJGidZ65C
YZHym0ylNNZO1hkrqr4a01pZdC6NA7zEUUSK4hp1+kg8abFz2mGvGPVt0hvX3VwmhEvo4ZHx+kuZ
inIbJZO8i2E2DKde9iDarTF6qYvGvWRVWm8w7Ge3UaXT2QXAnkydYjFLGG9pUK6nyD2AqpiJVSAQ
QCE8dYswg/VMEMKD6l2c1CKy7njBn9tGEuGttNeF14hy5XplGohCKg8chOm4hgx27qaumfdsi0uK
u1LcV4D58YHP4uJA+zg4S8At2JkDtLVLZIgvJvfhWJoFKQuONz8qiJZwGZlxG7Stq4LG4UTfxykK
4LjLH7yZBoKd5NadFkX8BFuLcXoZ7l52NUR2yx4vROjGr9gs7FdrsIbHHm7RKuvMx1pT3SMZr9m1
iBTqcEuKM9LlgVKCKToQHXUlamDY3qQf3YYoJlmBbHTHNlBBM+77Vr4Kpz1zW5igjfBblSRbN1Z1
M9bl+FzFdJ94Yza5RLepA2s8Mh4pgqau8v0AOmOPYCjfJUNY7crKGh5AEoAxaDz7q651OlgOdGOU
UtrG9Mi0Wjl6H6RengZYTAMyJwhTqSd9h3DS9QcJ7xyNubtWp/nOHgCo4oJOD7Pakv+RMRcmURkt
ItG8q8Ztv47T+EMYxWZyjTDA2I1Ottf1IIlBvGekC4jtNNR2eRc1KgDGXLebc1fNdKwMZKoPphWy
LyCLrCBViieaJBMNFVvFB4b076gnUt3ibaF/pkw9KRH9ZTKopDPLzvZDGpIuC44a9HpDOMmgVu0O
uisZ6ZA6EQPpmbKH3k7AZm5XBzK5FEwaMTnFpW3A8XSj6M4BnncuRH9Scj1f23gynjLIB09FKxDH
au1IjigRXM96nDYbshqN7y7AIIYEhiTUKkqaZ88TsXkSbWgGzNEztI9Nq71WS6eZ81INDyoE1I9V
cIhM0oJjwQM5EdVIUlE6US7KqbKNTTX3Aw0k1+lKkFTSVJybEjkWMrqeFGprNzUNnQqFrjXv92j1
ftQJ73lWh8nmcDLHHhW3G1XhQYuTptzjAYkLutT0dg+Y7BLze0dCCm9vhy54Zedz0XwT/DvHr+RF
sxdAfjOiF08vEnlS585O9mPet1GAYz57bPPu51QCK2nQo3dWVkJ3K9Vnk2AWiTeFRorWq9q2rkPD
2rNX2CVHIDtK7tTctF+iPLIvNQf+aOf8HCc0ddqKPeXpZFJQFO2uV5PKvcmg5gwHMFmOsQnhSo27
ssu7L6Wd8VAVmCjHHZE3BuqzSTLlpxHiKOIQ6yTjEKjSG0aMkFua8jCSNJBfGbUpL9nUi2YDzNog
NoNsBB/6ccj5ir4j/ewmn9SXvM5VxNSqW37vdKU1r6fBNvNAWLlpMSqzCAGpo1GRmwaocr2jLZ/j
C4htVQkYXuYeeAVVodMzEDd9MIgrcQNBV3WNsXPNcXurEbg8mZKOrFu/5A6Qcn3cemN1K8d0/FoK
2s+e9qqMgkZhe92k1WZoWoxEXcVy42n1jrRq62am3bp221g7crefYqraeOi/u526RLuM81ObJcCp
6EZOrVtSBNG748RFvyGYRk4+nQQXNAkaLsshPt6YZeVw1PzWxAjI0TsrjI2iVttwig/z1WDMqR81
b4nn7gZl/Kbhpb0qYVqvUk9uoiGqr/kr5h0t8/Te8HrrUdUqsest+eJ2Jlt3TBhQTbUdcIQCLJLV
unMo+a4rkTout5g2ZdA2RkG/Lh08L9uaKskvN2OWuc5aeKjAI9nY07Y1B8yaBYANXhG7zo1T76jF
SwRlB1qtSAbzULdjjj8oW8atG23UxbgTbcKB3gQY5K6LuONcgDST4wnnxr6nu5N527J0J/OU1AK7
RV1hc/PjpkqKwBhr2zkWidIS6V7oRb7hgXHbjTEMUj06eauQ9NMP5N7pZaI4gakgMQiL2UphZESq
fRwr1Sj33N5k3mmDDq0rlB3f23FqZGNoRpjCouaIxk35X8ydx3blyLZdf0VDfdwBIBAwDalxvKVn
kskOBpnJhA2YQMD+jb5FP6Z56r0h1b2NJ9NSpzpVlUmDE4i99lpztcYtHrkxT8kL5VyluBSTzVEA
UJB/zpxCFIzZAFY3oulo7l7oktZeFJvdVEVdukul19icLuFfbJiiFhflLLN4LsSonXNkIPsd7Kxc
xkOoZNFQ2PTXMTGEea8+Bt9vswevE7m6AuUDo2WPPf3eK9EkHRWwvrKta0QQKzvwJ2M4JiZTnh1D
uauhk+I+8TQTFu0580nWileiV3T3PMNkYPQgjLUVGBXGH31URVuhp4bYEMTSg7IYA8sSeeOhsGFQ
4CMbbzufH63pMF7HTRdRbMP2MuHeebeQDDuyi/tDYvyNVypDFhfwc6vFfM/hbc7Yfs/VEJYHyn98
uqT7m/NjRMsR0uyVWy/bdEnrNWQQUCVtxN2o8sZj2lGPpm/L9xm0MyOH34vfVFdZO3bm8XtckfK6
yWrpu+qydNx1I6Ykpnyt8wMSNHfLQZv5Uukm5VJHuuIgO9GeSyg/MF1KP7pT0zwd3CykwbmPcvrU
ZBVv47qY8w3PMjd31VXdy22tsuvBX79Puoh4zEVY/WqtYt72Wl4SaEFfU+LMj5YTuY9Dl43ZfgwL
2tetJTkutv3cA6AkImdnO+wZPkJOCcPGLbuY/rKo21lJT06SIwIGDgPZ3u3L7zKx8k0Rxe2zq12m
GgQ5j+9kXqj8qfUH/JrxOWV98lFk1bixy6jbmMqr1iBqS2dl1xY/0zkjiVHNyFuLtolddoKecyee
HgIm1YeA524dueLNqxY3W7OpdUHihAGLs8C4MNC9+bVg0fojLUT9WDjBuwAvvRkdFW7VNMSPcdw3
07YI5wdgiTYnQ00htls111DrALHehPdF1I8xUh6/J3sm+5QSVB+OOjLlPvSL6GvsS7NvhrG+OGPV
3YnY7lcBCiXTt3ShR91Ouzb94dAQcw6a/ksXLtVIc3gMsni6zBNAC94Y5o4qF3HCXtSwYdLNZ5AV
WbxxWhdqoa5uGimVmfWObaLYwuuMM+qfhPfVW2nSr+lhah2KyRVPWAHo8LMNinwkqmm5jP159hCx
uHtPvdm8j7Sk7/HaP1r8SVfhLP59L9gMccGolpPN5jjazKzM7kauIkBUq+G3J9vusVrS7sHSYLec
AN3I8cfggKCAaiW1QChycumlGMgX8TNtiYaaOWy3op6ru85L7IOmNRLlEnMlcMs+L/Yqx6/vY9Sh
aNde0o809kPIXDVMLsNemxVsgyHdC3uMXM2ETpy6UCoL97ykaIYOkVlkEgUKfWykjbo/JrQZ6TDc
UPIRPAu7YhzAUblnIRmx1Etjd5+W9N0QYCptKjqrZbd4dntNrEF/BXMu7vJi+O7tivq/rl2OzDTJ
OiDnlG2EsuxjpeqJknYuorKI5NnJ0LJgysm9144ZScYl9h4nNxh/Nl3jRpt4aOerG9nyqUpGbh66
KemvqcI7BJyQ0oD4MMjlwPxGRsfuCRzb0xOeEOtl9ivzqNmKcX3NaCLNGuwRkZ3v2jITb50jb5Nb
LMUxoSGyA7lG60+c4QAI67wkwjxEhybv40OfByh0WbTJQ7s+8ZE9FlW6/MRNh6qdoD3aRB4fLS/u
NinXfibaLi+eezE676N0kzuQouBghZui4/juvTtFPwoY3fhnlMr3vYS1btd4C7DjAWvlgs9s17mH
IqOCO04hECxNX3LNKGn5YcXxLca4+w3M87vMK+BMFEp9Drkb3LUQ7bpV0+NADbqev4edHsvuiegJ
riCarVIuNnl5moNuF5bOrR1L7ryWMsu4Go4SsBNqqTy57tiuRZA166ief3Zunm8xkrwqVfySBpsJ
9LKVMzceTUX2pZa3TN2w4BekhJw7UUt0EmOQMjuI9dxvLKukrK5q1ugq06VgGofNPKVPSOHVebLL
p4Gb80CtG6zhjnGCUjisFdhuT/Vk87DKmZE5UdacEvZqs100DMkZn4fhF8GZGI0RL2CFhlUOy/Ni
j/UGMFi3HXiI1+XYYaWyo23Sey+BnX8p/GI7IAzJhoXglruX82qc4oDUnp9UNH80ndNtQ34231bN
+whOL3VGvphfqUIbnVWTjVgGVbfMivRmmJ6sRUVvNBwqBMtghp+fOSR1vUF1VMXGDAY9HY7UDcrK
OpdQRzb1MFovMPbMye3H+Zzwel7ptC8OxLtTRPipu+/aEEEpoMqTNXF6Dgu4uuD4+7uwJJIFyPQy
eyGlIKwW6Wsij1yFAudfNNjrvFXNS2Zb2JU4VLdVqSRAYQxG3uLm29lSwaZBe7kmjo8WbNPiV2VO
t3a6IDqbisL4lNj0kx0HtIrNffsqY4ZYhVL5bvnWEZjKiQpkmwrTvK4vqNhr2+iPrJfqoe9ldKbg
JTsBI3IOrbY6aC2ec9atHV7qpG1/Ix7bZzpEk7PjgLSNRdbjV87texxeVrzlPGPrwJqMpU9SraXJ
1aGZMRGCpOPOWN8gNJMotnNZRTsXpJZhbyHNA3xc6y6E13cmv+e8NFYTPsQ4TrelgxZGrGha1sNc
1k/kwj+p16guXcnrcNfdmjqDpva3tADma1hi5isybPmp7EKfbnyOZ+We/YnR6zojcz8lY8pmeFFJ
66wHpN6TNSA13q6MbIDqgRIzp6A0IZj2aCbOKRhLa5XGfAeVxoCVgwWrdkXZdSeQcVGzIskYnqgQ
hrfMnexj5qSZDnyqo2ddF2Wyzhs1bdKgAyhueqs+zBPJcJWVZntrozuogMJlvAl82jKp9RuhHYKk
GpOU3gz2UHQrlDv7PGnLOyVoKu4aPGTw6iWu/ScN5+hgNHcyooie/dpIv3scPc96ragYvuoq0CfA
1W85dYvXiRHrUeRSn1Ts10+WAuy8ahIljn7Q9hoZ3V0Uab4k2ohqYLKHGnpF2i+3ksHQXg3I+PWx
9CtOeX9IHPTrRAPesQwcBN+HC7cGXVP9mkWV9tvIXWIwCKb4IwoKTYPR4l0QUmqxNgYeCXV8Q84j
D/0nWjV1lr+4zSw9YM4IkUCLW8kd2OnOpuuKPQcad7ZSLnjAmBtHLL8wGDuzBOgJC0ZOH4W5mPv6
gcaQNHxRI6efP+OMuwU3w/sWQS/HQONo54eHp4LLU+4np7Cq4jUTuS8OboXQYDeKqNiU1qw8oODI
ekUcFuAehIzk2zb5wF40wKbVpMXJFZXzJbqxPZlo4XyQYmKLIZZLE7EDTMqhutajFb+5ywL1EmiA
lOy+C8k5NmbZ5Yb0uhM0jAKOtUaw2f5tSvbq3144Ho3dQNCN8msd9D8zHnLUxClzISWlA8YkGW5B
bBUMNk2jFJH4rrqXOKaSLSY0Tj1u2wcntkB+uxnKUi9y0I1uXO+dRLXwaWdV8z35VoAFiXbQwQ9+
IeNlO91W+07KcZv2VXct80HTe1fYrK+IKGDJ9le2g7sl1zLapbNWR5ehYS2m8FcUUFIChdfbq9Yx
b7nlJMeojsmvl8BGD8hR1AfHGCEYdq3V3E7JAz9vfET48c6wNia8p2MNEJEgzq5IZ8TjhV+SlZpm
s7DFsM6RvaiXG/OcImg1kk2j/em6eM7yQCM5mMEWHPZy4lxlRxuwPeYGhejFftRjGbRSPHzhdspM
fuySijs6/87edhzSLJAVkbuyx6LCQJIcBl8IvZH2CLoHY8kO+c/q19XoPY2sGXdEKNgPBR4mrEl+
DIKEIS//29PnUkzFhGVAbWbjwRFNycUhrOCIAqZ9F71koUpXZvCupYVXMKAo7WpimZ9He+Lr4NIX
s/NiXk56e9hYg/3AT5vDuatzfodVvRwzBNj/rekSS+U/Wy5x6fjk/gMRMvuG/2L/ruveeIOu/91O
v4R6ntaj8n0wnxxyiDFcETizblOnCeLjPIbmk2V9wCLYdJqATMQUfKBvpeSJnah5u52G00PERpLb
GFXlxWoxogehXZrU+laG4OGmAG4x/pt/+P8q2fdSw+hX/wwp/Ct4RofkrLMkNf/1/6x/cP9d332q
7+5f/6h/oiH+/4E/BKv1Nz/v5tN8/qdvTBFmvn0D/+U/vy5f36wyzH//b9Xf+UR//V//Fv4LxD+I
bNCDRabYBskSYgD+9/Cf/AeRQEnoj+CfuCXS/2f4z5P/oHbBD8jkhWRt/l5AKIJ/OCGcwpDEnCA1
CErk/zn8R7sJzRW3Wg6EX8FX+K8sPtOlPh/mMj2oOMO3ZJl2P1ntuMeQUmyrznVfxkT0D3/7EeHa
m5O6+nvuj+Ti3z4Ut7/U55smF+FxgyTy9i+WZ0H0K8i9IDv4vQJyyLqRmyyiLNGI2ilib1VGTnkt
hJsgK8OD9cHqlJOz+Y+/in82Xv/bV+GCTJN00vD7+tcEkxgnzp7Szg9tqo4ZhZ+3NeWKCuZxbXz1
oVz6KCL313/8lxJXuOWM/9eRcPt7b907LsFOHN+SbBr//m+pw0zPaBWSkCE3s/G1l91lZlk/Pw3S
axd+D2J6JLwbl+fY1/J3VjcdK8OZIyRwek7uIp/mXxq50/sYdOO+JXnQjIcsX4T/itqTS1qqQEtv
HF9WMFBl7pbPskCkuDjTAMa5XSr0NlXdDZEmZVCKKCFL3PsPGJbxIBWc7NwKJ3dTu7Iez3FWsJlG
fH6rPMhA7LNRX52SuxO/uzZnRI14PdAQyMKjTxav2VRMaPh7bcNc4bPufcUlXn0XDS0/q8Vif9j5
x4UhHJr7mHxzeN70elEerLGQm7xJItgFBcJw/xCN6Vsx097Nig+JeQK1jm3cPGucZsfZcZt7ewFm
6PuV/YehoVvNQ0Wx+ug/J15pHSh1NhjbHUKN+NdZLubujnG42AftXO66abn324UYEFzsnxjSvto4
frdKIbcc0NgCGnErEuFV4s7wh0Nj/SGMTUo9Ca0Og4mLZ6JjZ36S+HG+DFfURDH5tinfor841XdD
9PdXONCK5ZlpsJ9Yj7ypINdbiFbnSTZ9vhuxzXCtbifcQ1XmZ7QVg8S99ryO7inrhRatWPQ7rTV/
L21juuMY+fQzY/HkAj2jZZUP/WSB0cGg497n/SD/1AAhacIt2yI/8x+P96MwElpJSj35il2R9z6l
bLJWaciwTi9JPwb3qVQ6WpuimLBm1JXl/dSTU8CtjnvVPrnZgnNI8ouaDiXYxK8+srrh2rYBF25Z
Re7JL7w5g9RVDWYLG9oO14xbChftNEJikpUbXK0JD+paZrzez0kfmZc4qvuntMipFQUxKWkjj/v0
6NSCnu7UtQkmTG7G/TkNc7fa4yBh5du0VfDkFin3yaA2UXWcSOJbu0K3zq9oCvrXEgy3vWMGjpp1
CLfMWTfjIG+l3H054kTMGaUJKTn+vTeGM3XbsAtAyIcqhYLhecU8fPVtyaKM8mtVbvuivYnzbS9B
aRYwrPOR9vLtnNbNE9xr6s9cP68+yDjb+XrKG+BWoKpyZ+9l6fzUg0W0cPsAon8ZDDLeuflr86jK
Qge44E0FJ2FI3JDFZSjkeqA8yAO9lfrVbjJ5nWydHjcYKkORvoyRdSNO9JZ2/1rlEO70/MQ9ennG
mrkWUdE+Z7TdzTvRaLGrc79lz25K3LylKsP+ZJJE2Ufb3HDPDiLpfVAn1Eq0QweCeVEiZLCka89s
Bzc0xVqHvjf/zAGLdBes7tHr5BeifJ6gSJebjPXYS1vF4w92GuIZwu7U3uUAc3Ey+S0g6zrNiD2M
lc6Kn3yqsZBR4iaTt0G0g95leJrwbes0jBjjRHXNqxLqElDvGYEjzTv/GeFmyH4jkfO/2tTOByde
kUJvvdLtFZdVrzsOLoZLjJPVCMiUmFLJxTVyhpdYu/OvbOya9Ky1RzMcSIQKvQaHElco1uu4jNJo
2RHEHc9MuemTZJsqd5aPcrFhnz6nO9no6tdSFs5M93YMhQibao9nTM/9K9YtjZCbu/1zRKNAzyvr
FuTSGHR9/Dgqr858ckV8GTPY77BMp+XJmwDIrTH52hU4jSmq7yg0AAMPrWI8tSzh8w05c/0d2Urq
TatT5z5upRz2uPrlspk5hX7Z7HaK/YCf7WXWnqN+N670UcwGrtdtaTQkNl+MwTbwguHTnXIdnnRe
GVoyQtwxq0QABSoClc8YY1W1bIBRtP6afIT6FYgyeqwdJmjg8xHuwQZMBiNTMH2WpWb5OXdlusXF
ZtrVAFIVtl2I885Z3AersifGOC9Nz0WoFKt0kS/2SsiZ9sc2u2lV09gd7AGjLWqym/onSSmE3msu
r/1jqTkYrk5TjMtVx3GtyYAlaXbo2qwZ167fZffBPNK/Dpi51utqtjI8nb7IaRcyuefdUZmBxCvz
an4gDNHc09iGMb5umFmOErQKbwebverKnXhwGI86ftQW6/5632f9OK2NBA+/5fUbY4Gx9UUPgI0e
DArVsq09D1QbX8gHh2dyH7WWV2HUWdKDVHbqYdDo3vGhH9tJAWGrGfRL5CRTvTdhMdHaw+Nx9gft
+yA/svolv0ENeGXk9q7uOzwxBP4+2x7wCpFiByl9CbpF75PeCZ/wVHeAyjnfS2Ff2GPoO2XrZniL
cnfCwajxiu9MWPevJFWsh2ayewz/LDEf2Btgl4M1j/I1esSRN61/IxZYzIPuxrXmuVyLGRQZYsjc
w+sV3H6Ylt3+YqeGr+1GIqD9IUGU3ntkNrrNAL89pZWr/A0dbgw2Zbmoai85Yax15YVJdtRE8IGg
hFWXnqZGzvxLM6zZ5bibwi6t8K515ukpIv2qz2EIP2s3DkaYnVd45XKC8gNxYfbadJ2XjtZXmkyW
Za2x38RnIL5ld+xw63A58Bjge6ivF3ZZLKB6NmlgnZ1WXnltj3RQdn3w2RQmbWheWDqLhxw2/d1g
svi7DwdbnfsM9Nimax38l77u7XZX0D0xcjw443c+D0l+Ke2kZE4dsNVvXHDEwQpmo4Rb0BKLxr+N
4lT443c1tOyRu374hZ3yPqWK6Fz3od66ogk/og73+Oy8GU9gBiTmYzcBXlQWVJuO5tRbdwwKu2NO
Y6zSg4MCQA9BW0wrP6BYYN0Jn/eibVVyAKDZ5Jel7MJPYlbxChW3/4O2HZ+KMa2OcDi9wxAu5lSZ
5lbNhdZBrMiBEVaYb59CZuzUbfxqRWXxEzUTWyovQXFu2tgNyOgNxYU2G+e3SVV7sgRZoSZqeV1n
4taCkWcfAZuO11w2T6O+GT5UMVk7FXNRgBn4tETdHbfSatc25SUW4qP2NHZhdfvEWY3GwGI63PmR
e8iZGda5Ry0NXXbJnqUIe+3BPvQJtYczSeNVOZj5kNomOwckVLfoqGodRBaSemiVd2Wo7rkLYfzu
EHJIlD9pQ4w36EYH9SpbAz+8tlEwbSBfn6RT7QtKcXbz3MpNWFaYLIPD4MmzB6Fh03vjeyg8DOjZ
SM11Te4QDl628hCjt2LS0VWNc79zBsRDjoc/PT6tvQz0R4dyZ5I8PthB9AN6aYTWk2ODHMiyxJ3a
UqR74r+JT9R+NL8St3hHz7XXZM/dfYEsH1Ipo9Nu10UKFzFREjK3j7EebpBTiXTfUdxAQ3e8Sp38
RPl7v3KN7ZLoKzLUfYXxMNBr8q7+Ka57TZts/oAgwx3J1OA7UhWvW98hZbcI+staVwLotsYYwPUS
HyqW5ms+ShNBPczlZLZ32dg0D9ze6cCgw0lhdTc3b64lP42TjmeXPrAXrBz+J++39G4o2g8EQvkg
ILpeekyS26YOypPlWQ+u6KdNJ+MXR7J5jge4lox4a3sO3qE2XLUO1YFRyHw2WEqPUpGbVEA4alnL
E76FdJON4fI1FMu+TfE6RelPt/edzZjHG1+z1GbdXpPbe0d651OEzkJsfmn2jS7E2nXNFZ/20Umn
7K0a0qfQovxtaKZjzAZ+D1ynuEb275B1IYssf6UsGmSc/qXRPi86/qxTl1rFmsbAO8hiNo2Czhs3
F4pcypGnr1KT/2508CO/qWITGSZJE9WeAOy0het7ew1RodTzmM/mDCWXIjoX7K0olXjyyEud3dB7
JIv2JFLZ79XiwiGBcfolR+wubE2DXRi2Z57R/sXXxQUL/aWp4uqSZtYaY8u1Elh1oqLR68Im1JUU
krpTU/hHCQxiK4bkqbSGXW/oDtPLSEwBtYyKLgDv6zIZcaJQfel5T5Y771muEYJHawUx0wa/aEJK
30Pk6JdEaJ97Y1RiSg7cuzQgWrId58C7S1Oy/FmjAV4o33ks6fjYWvGtKQ8pdp3lcG1Dp6v2Fr6M
3ywqsh8q4y5lJ1l46cmfbKwIUS/G/1AOatk2UdOc5FKeajvnCRVx/9joPjix+3mxIys8YMcKfk7O
reVPowNAzw22kLZB2av55LWFS17NYhlfuII6lpTmR5tlPBuoJGG4SdXn0tjPczt6L6iy/HwBIazY
pmIiT32MqE7yNOQs1lVRcul1afSlupnqB5HVm7mIf+SuPkO8yHazygOJP2aUKZ9ItIF5Nv7PxPVj
AmORPotQMYE1Fd7kLMquio6MHW0++5FfDWbpGkNOCuI0ANAPx7Eld8KqyWHRvCGc4Nw7XsRRT7Ri
5dYW+bKoWBjBPXZzsYMR0pmX6uTMsXBWqrKGT0KR5jFPGnHvZ2QDb42SuDat5Mw+pt2ZKT8zdbKb
nyeL/FOOJij6Sn4FwfQYZSb69OTNGbOqYPDndyMRmHadcfEdNn3bHx3fPtV8eLiQl+Y4RTjhbN3K
t4Bf83XAgEa7k6muKQxeomhByPpXJGrnzFa/bzEjrFuZmJcqLy9j5UCOLspqrZ3C2ywDt4GFgswn
cgzV6daR6tct6IEG7YJCAOXfCzH4B2VTaTrjQuajGVfnNM3eTDuZP13P9cEtehuPCytrTrnxImqK
yCj77K6sQX/1PmflUNvHwHiHyhb7pQEUUDIZrpqBzoU4WnBFYm4/gQRd1t1Uz8vGrlrWRUEJKHd1
IytGz6kcWDSSCAzF9OAJm93X0YrjlPTIZIvOf8oMO5tsS+YUN8Oe+YzSqg2RLN/a2thsgGh2GIVa
i8uhxH9mYkrWgeqq2VesweKM6/N2LN3UwQ87N+1XGOGwukU7Suklm2kyqY/PavGbcGcLVERe5l09
pmKXm8Su51/OCA74wevaV4PbY9iyd5B0QlGKWY9UT9p274Zbm66x/jFqnBsQGFtLOjMnZfUQvCdT
7ir9CfKiktVhaoLON8eIzqyQCxJ++kxhPZOemPbLIrG579HoFYo00eAZTkORjOzXjzBummLBYbIM
NtljpsRJWLs0jnR4zVmE+7uadrePpGO3EreeuxOpTcI+LHW4W9DYN+0Y0xDvJd26iTW2SFjUfWbW
EY1kz7rNh2xVR4K9bWbNu8Cb8OtESnGLrv/UDTZjVfIz7YL21amaLSVh8MdxYereOuVEBra5FS9r
j/A5K/acsoq6pk2UM2BFS4D4OYWOZqnDo9lSJriyZdsfNF5+Rcx0cHADC6g95PPelezUiY+i3iW0
Tj1m2DCu49IxM2IsONSjTVI38XGa1DaOtVFat2YH/6wXIIiHBbv7kQ+vIonNm8T45hFskODb6abm
LVzyGtCp0Ym4GWD9bdy0zE6EofN7CtuKn46FpdnEfrEj318DfG3xyZFUzTLMa9icoS13aV5uLGTL
ZYWchCIxU92kNosMrGmF6shdwoka98gCNt3LjIjPppkD8ZZmgGE3iSQ56fKrJSdWJisvBBGasH19
xVQRrLJUTxfMhuR9lpl6O68AGKq/W+WDbHehouph5ynPYJoKt+k0t0dRdeM2jMGLxsSgHj168Q51
p5N7kuvm1Upx0NIauiNKld4VDlPHiuvqHzo7ExDRo9tdoJA4F1qwnrJMiD02MFikHEO7sUyvY6is
naalSzt2dQIjX+6jgast5Nky2LBLR8/CexCQGh0lbgpLrBO7m59bMfmflpW0VIcQPO3wuq5wUzr7
yrd6UnvuWyOihgpDGmrRYl/xCl9n2VFd3C+u3tt5+yiAHq9kvwiswsMfA1+anWpSH03gtdsCrvrR
8+ZDXjnTYz0Suc74qN+nWesfswIPXuM3bJytuvanQyCEde27ngTJiJDxEIPvx+vLU/GGRBNviba0
tMnRHMx6OdhYeRASzAziF+6K+dH3Mx5616of2sF98j36LkoayR5rgHZceOiILGPLsXaCpeVG+qoB
UOCrXSaguAQWC7EwLw3PszUkBMCJ5V79FHI7d+0lPrmNF+5LLxrnLYUYwX6M++yS0DJGZi2Xz5jL
SffZXc73N2hClVU9mk2qh5+2DJofQK2DvcwjCiQDB/1uK8fiWluBfFA992EdDe0zLfdkAWmWWUdZ
WuyQNTCtcx44G2U3+d7DRIGk5tygpi0JyXaHF8N89bYHWAvF9pD31K9jxlg2corHtcOISGGjp885
vjEMbDLdG5sRhMw1KQcTlzsrWjj82VS/MbHLIlylKpF+jl2Q83zjVFVnH4rC8fU7heSCT0xMqiVo
uruZEfsS8fW/oG1MW8mE/2F8lMm1TCagFAXZ46I3zEhtmeySiW6oKk3brWXS6eAgRw+jo0+xrKZ4
HfmJ9WO2q4WfblBjnqH2L1gWb09PdntyYlWvjef1r6Zj+BVF5vwm6/Yn6bgkIxlXEsurGp4bDCYg
CDTUvIJM7Bz01xij23E0f5HWuEpAwUfWA3SeeTBjIGm9s3W4WaNbny0hl3wHWYB7HG/gMIuDPQks
96LY6h9ijAIbt8KtaJaqPurSnnYqkP39lAgftkqJ1Z0X6I85ybK7QMvvHuPTg8i8ch/ArLz3uWv/
agYz7Eph6buhnKZNbnfLlmLpaSVpgcM9XM6PY2zeUaL25BQ2fcStTobJycNUsbL7YdzElT7ybFVP
OCqrI84Yy9k6IPyrlR5nvWPsiRl84JARyDPtE82S9kq3AfyFrE0POA8N36z5qVw9HSMVphc0UoJZ
hEmOM4bgB5uGgvXSRpRMp5gT8Vn15FMCwoYy5RY4FkFDe3evxRfsOWsPKo/Qb13DcSKrUXe/kaKW
X0Uh/VMYIaqEiteCA1Fw3aVdv419H6R2bREsKi3y3shXihe8SV+QAYAOsW5YL2kjjxiJcC4rdUZn
rFdGeYfMYMrDeXvFiBPhN0vZqVvz0bTd9EBTXXqoQHG+hdw38q2uQ/AzDXSCYUWLevA4xy3VPjPG
f668Q7YnsXxUnKPt5D6PIx6oONevtDYEu7TipzO60x1epB7kVbsnAc8iwpOPkz3yRKdyoXQVCaq7
pk7cfLUudr1VQSyIjlRcwsXOD6J8x/9uf6AgdMPHPAZLuecS0tB6YQfH1o4tjRVUkZPgtu6cbRTh
k1/nVXKUQeK470U0bpaA3mKYOclvLhbzJxYo3ln2bdUUEWfb0vq6LfvpbciJ05vpgggCEweQVQIc
vLnUhFa2oYQJoTrJRXgWsHQpli3t+7TmGrwLonTTSidgxHGxHHUWkZsFIhQshWoX43H9noXqeBfX
0wZRs7pr7cR9ifvIOwV9zPSUC2pPwQLLx7gLl3WB2WvVorStpgEM9mrhLrCG2KOBP/PBlA2GMiHy
+blq3IbHZnEeawkYqgssXsCEYMVeDTfAyuyZ/MmzgLRvkmxkajW5OcC+wiEXjey1JgeVFEh3/TBZ
Zf3m8H5buQ2fRji+mkt6n4qtokxha7DI4PwW6Qv6S78rucOtR0vE52xmBOtUWr8BJA6ubJWi00y7
79NcYQO9KUaP6DtYFfOuPc2yBI5TVj6dcpmI9iXtYo8Db7UXiNtsOpTOiwPX1WYTNUHD/JtPT27k
fkCELX76Nw7jeuxwoxPTvf1YKNBwPhYfvh+8gYrXCl8Rw4qR84cZ9PLmFKTKARpRPazIlPya/YwF
3BCGPB+Mp2AL2N3knTgwY4co1HXmnXqRWBenKVssv95wKXIRvxGc7tfMTTbmT0xjKx/T7AtFYfU+
ygGZxkiYB57FaJ2oMeWYJtmIPBwstE9sFZ7E5FNm9ZVAxC1jpadtlbURc0bhozGtUl5PfOu18BqD
3ln3yz4jzT++2dizblZSO4nXeEnSP/1kGG7W3KbR3kI7NJgyQ1pGlWiKGaiAaznnG0FwlffEdudI
RywfWKr5FTgxyBnbnojz89x3y6GMMMtqnB27RIsA9D9Cyt08ttWHaFyfFSOCW8Gc1br3bWF/sX8L
ho0f1v+DvfNYkltJs/SrtNW6cc3hcIdYzCZkakkySW5gFJfQWuPp5wNvz3RGZE7EsHdt1lZWm2KR
CAAOF/9/znesxTMu7yjWsv2Hm0mJ3Ulq60tF9O2nwahpDNB7WaKaYxO9mXD6q4A9TesTUbVty7H9
2829UDwlVBw31C/nDwjD2cbGS20dbtxmULjRiuoZUjYDZdHwTOFd3C/nKe+p7Ohd+rG3Cef8Q1Q7
X736G8bv8rYdqgs39AFr+IzwTTuqa+bGNZXt5KpF+KPHnpbCTAWYZu/epR5KZS++GhwfBXDq30wx
LWg70Jx5u2tueKVTqTe2Ch9rWU27WOBos+ehJbSlgc+7dHMKwNlx/qBJSyGsSFCGCe+Csth148w0
CWLpou/kE25bCEe1vQAa5nXYoFe0m/hLRkDyJrFZKiLcjUvWHDpL/8Kl5h8gJCVpuNsNXsqf81+v
pMxNP/lSYtNVhrmHucnZw4AokEX+sIXW6zw7nAK3cTjeCyNYAyrJ16De+k2fEKw8lHDjurved2YW
m+YXOJCHmZPEWrKbfzRoF2OXvJQaP2WP6WuKKirn4boqx+SingQ+z8G9NtOu3/iy/GKK9DvxYvd6
klQo7Ts/zaqNGzi/rBj1Qqdc9ZREWfCI8esWXeSPNKiHdclMSpGEiGnL2WdlN28r1/M2bpSHVylL
03amSgZTghNva9rRdaSVuebkToZKGjob+sLhbQBkbORIRQsjR49n+RXsKcp+wdzdUK2OUE0E1o9Z
U3pPjNskjx8zi+pLXbOD9WlKryI29NhyRUa+JTSTLGteeD4XUx9em7X1YnnYgtfgU4gnYQrZs+PD
5lHSfYrHMbp1h3p44UPwVp6ZR1gIe0borEb6G61NAoAHvQPTGjQ7XCJuwKc8WfecX82asvNE14cy
rSexTDpWQFidKe4UGxtqvibyyKyIkVTkcOXMzv9mlJncLvWJFX3ur53qrF/L/LXuBMJunw5MfZWU
hsd5ao7t4iGMw7q99WmMjRQWB3u4rNXAwW6opK3unXQq2L5BCnpWifDItfE7GxU0xtS4IVi4gP5D
jyjCnK578QsGhrn69xaCFFS1LroIwYOmX6TM+52vq7b8fFqOIg/xpIhRXI+4QFB0CyGZ5t4RxDNG
Al4XIiR/EaXZY6rS9mkwKw5PguPEuBndXDgr0+x54lHXUYOukAG066z1/C95V8h7BAvKQAWaps6e
wCg9POV0xhvs0dQxVmQB4LioAXbG2z4bHGxHHspZ5AgjpAQgpV/AyFFX6qweiQgib3Nb8vblPzK8
PxKv/f8p0+7/u6XzCmRN/28uPW6hbz+ib6+laebyN/6DS+/9pZYEUw8NmE3KiM3o+EeaZlp/LcRa
hgS6MKqRCu4yXJM2/F//UuT2KvhJnmNqfHyvpWlK/qWEBbXwP1VrfyBNO6apSgtWL/I3G7EUBjD3
aGh2yKEQwmD0yCXrR2Eb2E3yWuxePY93tGjWIrf6TzkWFEouYwsSkjyb3TMHrEM5VjpILE6+4sAc
md2TLRvxiTGOxjhSVf1EwHcpqC5g34WVlPcjDXCPWm7sjpOxjmZHvITNUs+YsOkJKrc1JzCb8861
zu3sQ5hg1L3mBIEC1bOEvvMGBA6oZqhiIwEZY7KwZI90Slmm8SXzTfN5SKP4U79ocfZstrFXh3xs
z1GBnozkHS02fppT8E3MxFirJnHv3Q6D6h9Si3koCAzJQ1aCbhCMo8OHwpEx1ynCBhaBpRHrQWd3
n1X+MdCMtf87HN95/IdSwN9P/+BCR09/DjmND3Q/IcpxZi+LOyZv8p1AWg7W1pTeyh2ByMAfO33Z
Zey8euncF1gkZj9vyRHVjovy8rUGj2Nt17OhRJM8QVxF3zJsgzgttp3v+DtcKdQ3NRl+py96FCvD
KOaqktgb10F36BBLeXjVStjKx7cBH9HqyGz3+mibpBzYhimTD1WCZ3LVOJT/hgRXLdL+Yj9OCOpS
RvAZrLp19NzxlliW5LOX5iJLFu7RT2knCMl2OhqrRndhtem7UN9qS3LkAQdawSMpBLu+qVHeHUbU
YdyoJs1uqyjW0UXQp162E20nbpamnr+y/Hp6idhg4FVKOkx+hTddlbUJr7NPiO1i24Tmca/ibip3
bMfaat3S1M1X3ZD267Au9KeRo8OwyqyYA4pZOfr7MsuInchYe1ZWreyJg3A8PZVBb+ZrRJ1Zs4bQ
MO6KQjfeyuk5NNFpb+KvoRBJdUYqejRH/H5atrYXF5+GCu8eUei17QQzhh4gtaXblSvXrj4BpZq+
lyNIkDOD5M3Q5M04hAW6JunniICPrpW1ZWMHMe4+OqApDUrQXKQud+2NZZTRQ9yKdj067K4bmMd3
RmKUWyrj9aOmuHyBeiVHZzQY3Y22wgKEJe14FDnsfsiDjs+M58O9A8OZX7oErwIPBANOhMbhcHad
ZExgBwOayI0BZp+kEjAZA4Zaoy8es17S9vjzh6NIkiCliPBf03QXbe0r7Sy8s7ICsR3Q6AaOqVPH
/duXWU5doqyDfJXFBqTRSoQYpid0zwiTMmLmqFObn1skItCMDH+6rOYoAQpG7jsWT531HyNOVHjH
or6R+9O/+GgRW54RGU6LOBK1NlPOkdR5nvo29mlpQK3rniqaSfTmdM6Hfvoy7wwabUqiQwhSEYSV
Hg0aHFqJDV+SmYXK9H3LUXULiOW5Mub2IZVIiUoOf2em7mOc9HJvfBMu05mD4AK12eHLwCNEMFGX
GXhpJ0A9s882e4/LkVpPXHTlF0Vc87waGoeGBw2dtN83k2hZT9BvfTh9/+88ZraxVMjZerCXPQ6G
VvSp2EwUBjMrF7Nba94B+vTPDb93LyMVADa2DYs8//COM52iaNdkiNIIE5epnRTbBM8uPX/Ld2gn
BApRNrS+S7fNva89lSEmQOABZVFGd0UK8W7VuRCYAieUd/+FJ8CGzXF5+/hNjhbSqegSUjVbBloa
thvdCeOSnU3w51exl7wgLU22haxjhw+gDGqj4MRgUKEw2wenAHEpS2m9nL6XQ2X+74mFj1vy0Qg+
GTizh1dxXCrv88hjNhGnIczEoRbN5YPL0hqt6kRlF7M/BOs5wzFz+srvLItsN4WtXTS7YPyPPldo
PD3hvowjFTeYSzGELdIbUCCPHCI9nHioFQW1jc+oEomyGcogfjz9C45S8f65eWVJzQHL5NtaYp9e
T3ENiiFO8ctaQzjmOjJyMEkxGJ0oseMngxXzghNSsG84Ml0qp6yvk9ikuGuC2J9JUbsy02G61QF8
kNZtKIac/nnvzPl8YMvML0yCJdTRMOvMImJP7gZrw6nN+8S2u8egwZW4TuFj3tA4KOvd6Su+NxhY
Bpd5jf3Tm1VmzEfIrJYZrJlmM1CezXwNb7H4ngcecGXTajaR5VgYT93p8+krvzOp4rFhoyFNYUpm
l8M34WEUy3QBSAk/KLuw2mJAlkNP/IGqwfA1NgqopvLPTGXvXJUBSPCCoNPE3vRo8I8yqOmnwAEg
y5Yi31AFX4Ye29+2BiNBcwWDM3nB/ZztT9/tb/r/wZ5YW/iMMTTT63eXg9/h7dZjnQ2dTbUmAp8K
3ScumovGqCQCOyivVwFCOb0NbFES4cwu7AoDg9VfWVln/Jraicr1kCkISFUvxK9I+nGAuDtAgh9g
/OCED2qy3ETeNH+PMmuWF15XIWfUQV+i8yPaN91yDEPBZKakcrqBQpbejGx8Lih9L5onmU24V7O5
yeHiSn+8D/CiU4zq4/7aCthx0gJw7Y/SHS0IzyTm3cVDh1xD1tiYMfjFJCq0TpcDJvfQVGLgJ/iU
NkKnEXJlQ3Mue/edL8WlsmK7fMyK6srR6mhR/e20IB4182R77QeEZcRm2iMNq4twTwOzW8PeFJuo
hzJsaFVce9Mo7igLqYsJxO2lO3XlJQHZ3l2FCvC+twYOmGfeOa/0+JWT/OjgguLjksfT+YQmv0Ey
h4U6sK0Hcy71Fh8xBf7Tl3lnVsVnxnoheB4OY/twZKFBGydeP7svus+bnk5dtkFXSJXJbUWE/7+Y
bkwYaCQhtxgBosQRZ3bV7yzcLhU118M4J1kdlz9/tW9sh6SLpolyv4139rMpJ0J6PRncnL7Po2jZ
33M3ZynNl6skM5Y+ulFOcJng4EwtoSTLWqW0+0xBWdzzVbabdNeHBEOWHrmmQu61RDTmVmP0IBty
acookajspjr/FIJoJ29gBo9uhkQPTMiizzyQt7Mqn7qi4kH9hklmyR18/UAmZHlRSxUTgZnDSpFb
kH5KEb+UCBrukJ6al1MQv4ytsM+ssOayRTgcc4qN8LJ758rSNY/mt1zUnkeKM5j4uNIXqQz0fd57
xaWYAk3YBWxBJ+rtX5R74M0HQXMVi3i4q4uu2Og8RHN9+p29HRn8nCXqiqfBHv33z301MiZkdlJk
aLcs4iI2WTE062zChX36KuY7z5uhr5cp1rYVk+zh87Z7KtW+Cfl7tPEhYNBusHlAZ+Kw28s9OTfz
w8CJ/8sMsqdc1/EQr4IymzZNJApF0q+Vb1E5eBm9ggpdTVSkj9KZnX1eRQphYWB+P/2Dl8n++C1R
EWbhlYQZ8eEe/t6BHkLRttQHhqH4DvUefVwq6NsgPEvaMw/n7YqnKPGJ5UQnbSAjR88myFRhmBPP
ZvZjFwp0nUYYAayP1STsj3Dt2VzoyT5zg++OQ3eZDJTL3IJH6/AOm4y6Wz0KxqEXfnSUDxDY10zP
MhHQoKaExBojC801mQQuOfUz3g+rcXsYAyOyqUgDXPzzR84xmkonNQa+jqP1N7cKUoQ5UsGpajCx
VSNVKKMcSJYZotE/s6t6b0Aqij9KSgpBTMpHn6EV2hQHPB66zA3rCSsMlCIrHiv2HKDUveSikIaV
bDzO4sNFEKFswXeGynMdpm5br4XUuL3IdYtQhMzh+NlLA6r+KbgZ1GxV7kU76BBZhLDTDs2L00/q
nY9JLSOF445H/NjvfPlX32xmBKaTdPx2pzeHxz6OUeYB6gBM3td7IqbSW+l3JHhTjGvOjNW3Sxlz
BbWO3/VyHtzRDE9oGDYIKsCc46yGFh4bsU8AWNoYIm4fGY8LmPimjgOt/xbWMH8YezOuN6dv/3cG
39HHSUneoi5L9ZKQvqMPBm2LP5a9yY9QefRhqGIkQ2VA3MmoP7pN3Vz0My3tCMDXtpuN/jPtdDIE
cLPFH6sBB0CsPXZnfok0//Qve+fFaJMXAutgqavro0EVT3hsZBCwY04d80s3tLG9a2BL30a90SCH
Qq2FGtybLPCbHlFQH09f/p25nFe6VK2Vi3Dm2Fk9GX7jNQ7aN7hYONVAo23GKTh3IHlnarQlx1OX
Bgh7iuPpKnfRgrsFE8eALhubV4X+sZCxA64axd+ZdfqdW7Kxd2kqDo5HbMXRLjIu+kR0KRuXGi8k
ZVlQp5xNIzxvf/zoKG/yzCAKsDgfcwASJ4m0GSyfVO5Xl2FO5A3OrehM2dl85/NBSiW1SdFQmZzL
DiddJ416+n3LHOeBrq9LjAGYmRvrEixR89XOZCgvnQSU2ZSSKDQHZowj3wh+yqHr8JS0KSYoyNzQ
PJxfWRRUKfh72on8Y2iJ+mLB8U2OSJ///OFQ7rA4DTpkY8qjpYKaosah3+MIQUe8RVE/rSZRqjOz
2tsDg6JGSLWQ921TAFiGwqtZjT4+VY+Aqxh5Z68bptJ9BKjxo1WEzg0b2ObMEiCXNfxoGkEy6vAa
aHxhAjla4wmRMRp2wQaeW2qn5VgZL5I8lY01N90+qOHhAYEHl2sLWKk4vzdtMs5AlAZY+2jz5stu
0Ej68H1e2LB5d5Vby5XH6fiyMKwb5bV5swQ31Wd22e99EjSSJeNH0LAWR2NIzsVolo5voH5LKg6k
dXRhTGLa/vk7pzfK4kKfyLHEsml59TbCtjY6nXKqLeZGX9UzRhDHrM+F/703l2jTop4GBwRr19Fy
MgdJpAZ/acMUPmDQ0SYaqfSseJOaGRDz07f03sWwbZuML3p79nFTb5y1yOp0MshIzMIbaJv1ZdFQ
SlJF4F2evtR774hPHOgNEworwtE7aqykGkjSZUunXSx2Zt0Q+Jypx9NXeWfjCE4F1LniYLm0Zg7f
ESAjp4aXzACOnHbNHr/eEfhDw7h5Gpt8g6Wg+uNRQWeGz8VFLyE54h2NCt1EdWl1HPACTrKrRI3l
vUaWemaEv31RGhILCm/ILMtp9Wi+gfpmJlPDOtZ3giQAw/HR5s2ms8XsF+xPP8O3b4prUThl1mce
4Ax0+Aw7hGJ4k7gWBhBBNAFYq6BConb6KubbyY0CHsJ1y14GuzyOwcX9OKGLJE6CHEnjR53a4woo
S3lbEdaxmgaVfxVJgDkpC6trHU/dRewY2GTRyG/MuvuRDNDexqjIb5Wc408wun3vzAr4zkO3JSnh
HALV0tQ4+hTTvrAiWCZ8ioCUVhVMJjDy7eDRfvXll9OP4+3ApTiAflUhpOAMfDzzwoSnBEK24boR
6CytnO7eBLofIxokYRa8OniOUBLrM7f4zsbx8LpH9+gB9BgL4nvW2AT8ra6tb3FZIuOCYLBxgCh/
SC3L3kPrNC6B5tn3Xp98wyE1k7hhJMWubwmLmZKh+Hb6cfCE3yxF/LClncSBBKmDezQKM3uihezN
gEtEWJWPzTQbxkdRklx8RQKajp/nvJfpmr2l+ctt+ArXdUQs7Map27h81GWfAz6vDVIpMVbrXRx2
FccBsoGfae3Z6oIXjz4pCgL5CXzDBIXBGdHFQci0F06MBzSnjKG2FWImAIjNCOYAlzgQY+26CUCE
GNNfctV7GKQ2tLDArTmYxcgLm2dzETwmFmcBFE9/pzN+MWrhHGHnYcCP5cEvWeUBPIm+MKPmuu00
SlmaSDByUK6OCK0Dd9LramB436QOFU5W2KVZ2xZA81YoQKYXkr8AMHi16RBsgdcGHCCQRrzxcUXQ
mucijUnmZPgxyorvFyzACAAN3fuNg4ZPb7KYKtPKQCZNCEcZYYTtAN+sbN8zP1VkYrvXeihBgbI1
o5cVCRz22wEiGoTYzjS/t4aZf/eoRuZsy0KhdgnPBCPdiOlwmyBg/OCBhWHL0tfB1nQHRxM2Am9h
1bA/DrdQxq0vTpWrn01TppKYCaDmgd/jHEl13+/zMjdQ5+GQX1ENJLMraBziUH2MCj8qqytf7NaG
LcgTHvwcvSZGm+Kxl2xRsQlYjUfKn+VkO53HMAxlXLcKHUGtvJVp+u7TENLr4WQUlgNBpaHq10YU
hkRi1VH6lKFw/tygyfg8TtmjVXXxZR3ZiNBcP8P51EjzB3wNtNWeMT/MaVwkpDa3+qdLhg6JDaUR
FA9K5JhzwWxhv7eykESuChetua4UoLZNY1i6J9cRiyQQGgdRrdOYnyh0WPNVDEoR+qYT9xhiQods
MU2g0t5FAUwucjgN4Ub2rUZt15fyweHbfRQ1MVyryHSNlzaa3B9xWStyU90gfAYcRKt7GhuajsIf
lI1nAHRFY1IFR7JpiI9pBQtdtzZ2gkyOhDsntWllV50CAsR4DmB0MszRbPba9p8nHIsSp1Bg3gwk
VJJdNYr2rp+i9DvUnuEOb0v7PakJk7l0BjO+rFJ2f3M+EtdA7a95LuIYw2NVR5FeUXslBzaxRvMa
kFXtbCGSE5dUWkUZ7mxsKvY2hKFDNgnSD2zxvo+dDf87YaWqJQZuM1Sl/02NM+7yLFPoSubJx2ot
egi+YVaGQMvGxIY+P+tn3RtBS3nXLgE6I7gNNmp063Q/usH4M7eM+GtVQVzczKXARF+YOSUPilrl
pxR2S7FJ4RIQ4Udr8nvnJMh5yzwipqgMFM6AJrOUvR/p/WR42by83o52NGVE1VVlgXHdnLMLo9fJ
8hFO1ktSNwWR9uZkXfN7JcomkuN+gQTPP5h4Np1VJzUxNoSLDlcEnjvOZpbhQMLGkEV/FyAp0pUj
DP8zbvPiJp9c8Nre4HtfRZH3oEcIOV85M8XtFZWswVlRR6sSvl+wY2vhddm9kRLYSRyjbD8Iy5o/
Y3OcP3SYTmCekhmD7baVabgJ27mFZwB3laOAbu5nU09wZ2ctvzh96D9ETNlkkzRR98Thf370pgDx
To4uZFp4KNa0R5NAaI9vTaq/qlwFnTiaahMopUnKFWbW9AeICwzH8POHrS5jZWOIMIbHuY7096pP
m3tM0xB+S9WL7wNQFKxw3oASPBYVbKWGZWrtQhP61dVavEzxwoROVBM8It2KiJGLdGOv+Y41j7h0
iWHA/mmrjaQJ8zS4MI/WwM+Q88dR40Aomdt6g1e0u01xjdkbrfoK0pnRoXgVcZRiiB8qvHFBqT4A
RWiDFVSj+Em4VUiYhk3B3PeV+41Ql+Qlmrr2Wcl+nKFCWJJsF4evG/xZ376IMPd/T0BAkIe4uqvx
g0ergLhdxodl+L+KUU8vLfqI5Nm25vQzM7fn3gjF6Zio1LL40dp+grmhM5Be9wOeH0yl6UcIwHO2
q0CYmyu3j/pnMoKzbssZlRZKNXWBcW1UQCSp/kCSwJNk4fZs+q4e+TSLiWjPdCQS218M1a0f3hqV
L741ZgPVIxjS6eeUjICFY7TS86Wn44hMcpVjkFRe6H1NRAJhp06H+jpk0U6vNN3JdeLFpo2lzJJ3
bVqzbrXaaswLOdl4cTBxJPc0rP16g5IIPZgHgBuGMmVJrHk5c+kG9hNA6oLcRrbVxiSLFQZhwsin
yPG+cQHf4s6TJRTCbc1i69RW+BFmBHAIH81OHRPgkFpBeBUMfHCTsYjOEz8GCde5USnplhsGTGmG
4HQRuLNx1wClI00F//WPWU0ZOQZqkHcmAmQcyEiiSZ0HRr4ywnz4oWZlDZTPLIx7Ye4tbUxRj8Se
BcQBrCO3tnPg+4qwTeV37nebbN5PqV16GAoD0gRgbqc0citoC/PcEx7S2Qq/XJ0p8ShxUxNeFQwW
VsbWoiHJ5BDYl0o78isWHbg7hs3CsaJP4TyMpknzdRQ+/56RV6FcFb4jbmoygI1NKYziPpiUF62j
UbdiD1BqCC46ZO+fq8ANMKNFIJW7ycYOEVf1eMvULOoV6qTZv0tzE5i6JO1lk/0WDDU6V/cjmcCa
BiZJA6sA/RtxpaWY7VWSzJ278cmYz3DKtZW/gx2PhcoJqXducTKm3Y3Pm/upa+D0FDBVShPLd55J
+Y5B2tRxCnutqrJv7AnxY2eD1zDAewyuK1MP1jfcXWTQhOz5sAxk48JFcUZtAqh0mXlxbkkAqSjx
7+ym8+6NuG2fSj8M7+y5Cu7D0HQmLPR8vRJWcsp2wByfwAnheIMYp5K126NhJH+tmb6y+XPLVakT
GQODICtmRfRb0kP7GUnuY6/SPJLKJr8kpB8yac0TZIOks527tAlxeaiOmM2OfOSurLxfcWOTKClp
Z4p5CnEXGATRrU3WUH9FChimwGgQ/c6yJvNCw1luQd2B79vXEmeUQ1+6erIbbEcb3UrIHnwfITj4
NvCLdcF3CF4qMNwvw5SE6VUZg027TpXq+5UbdQRtOllYI1TBdlNvmjCNk8tEC3XbkSIACM8BYwf7
haIZMKwuqG91V/kVy12WoOrXqWdtqq7K2z2MqM7dE0gRlVejGyfsE0RcBzvDFzrGg43HKEmgnRB4
0o0fIXjFz0UkvXFb00pIV2ljKGItg7zGVm6BN1az7k32LAkwhKr1gmQ76hhLa9d7yQuSKIVH3yvE
J505wQddjJm8Au0WQrXHWLzBx5nt2sQjWaRlqDzURN/VKE7d+MIzrYF8zr4bbpdEEzpUxHMSDVFA
v9gM82IQ6UcnJYjHbpxFglZ5SGaiebzIE9fJNpY3Mq4JJHWWYBpcMNgOM+cmhaZH/qiaO7YvoeFB
chga78nMHJD4OC79n33fBs5uHtMgheCsZX4hySaI13nhhr96J/b5bWxWblNohHfal/NycUQM8Mdc
+YPVc/zEx6THtYU8/JEUIU11pMyA+YShf1lKv/4iSi+/R5edkCAqhmpfDH2CZkGSK7RqSpME78DA
NVl3AQ10WgHNDY5imFu6FFN2U2OtC0jH8qEelO2IVxNHZoMViU3BSkxwyHdps4Qb1HYGZANulU8M
udORyKqSAGBmnE0xuYZ+Pq5hzXGkx/yc5tVKQWr5hEa+utOo1omcmiejBFKMF/cRHlVSbl2R+v0m
MPuqgiNaQXBAwoBbXlsTf//fgxlmD4izgAHN5mrFJhF4dttjkabZ0sgzNc53unwUNRzXWZwE6Fqc
o4JNAglj6iVisWTSJQrk9mcHw4MqMbEIYHZ9ngMkUicZxPem7uqrUPQNmOvR/9u2x/DP6zo2vXZH
0W9cJKFH9aoJaVdeZ8RRMWbCfWkkzd9OAiI9yhXG4zNn6vdO1C50WRohLjcuD+s60K7ZXQPTXCMl
WTjr5NwMTdz8yg2pV3S85Zkz/Du6NW3jo7Dp5P6W6B49aQs4T1KSZU6uHR1i0ZLaB+519pYAlvGn
H2bDB8ztTIFmVn1MDLe8rybC1jst+1UFtQYCgu8R4pQa47hPZoe+9ukn8l7RxUbDTkEXJQphLYdP
BIkm3uSmRK4c8CtHkMLEQEHtXGNJNR6I7BNruKvTmRG41OoOi+ws1XhjSenjsrTUD68q1GCO0B+Q
2NSVt4s9r70WTq3+Toi3W0x0OX5geLPUM7DAOgMBbqfvehlTh9fnA1i0qo7QlkcT4/D6EhxZ4kL+
WddzTBZuMrgXDakbXxqZf2Nn7D8ALyTTm/CRMxd++7idRepj0SWjp01b8PDCY2R4VjFoLBbG0OHs
5KRpCb/azpQ+gapO6Wd64fGZp728w6O7pXsOTZuiDv0576jAZdSmR1gm+k0riK0rTCwcFmb2QgUJ
Njf8Qbo//XTfGfVMLh6zi7UIJai6HN6lISDaViV6yAbexw6iU7oNlJ+CvmXHybpm++YGTimrJQFi
hKf6HnTPFXrO8MkTVQ6RvxNXjBA6fKBow/UgFTvj0z/ynYfCUsgsiPaE2v+xsG+Ie7ckRJAo3L60
F+pBvRPFTRhbO1GZP09f6+1wR4KtlsG+iAnFcY9hMESajbmDAqon+cQrnNq4iIGq2lsrdLRct54K
Xrp5NII9fCBMp8J1c/dMlf6t0YaaDh4Q2pgm2nucNodvBW0dGT2LokT6E/yTQs7kftZhpJ4zsx6e
jKoyv44+0X0bAKmG2kyESaWILSL3p2EI7L2nH8o7dVcXLCoNAxdrx6KwPPw9keUa5W/bQh/XhJWm
s0KoziajnBP3EfM+Re4sLPdwWl225vNECrRV7SrYBBd1HPdfeuqB265s/M3pH/Z2ZCy/i8YTGihc
LcdC61qOnjW1jIwYSPBmnFE0ONGEFwrG9UUKzujMg3g7GaFrpduAawSNKy3Vw+eAL0RUDET65fng
vkw0qehoE4TJDmI5FgQTO+w46VDaaFcOZy6+/OOHcwN3yEREv4MpkXbb4cXtLo6t0p/QtwIX2dcV
gNm2T50zY++dR8rI4yPAGKNs942wjmiH2VyUhiHHxg8JOuqHWpJL2+Rzc4nnajrnwnnbt2BVoQ3G
h4JMmUbO4W0llCoMQ7OsdRXkJbg1RFzEOVmQLU6c08PlnUs5dNpwdy4eNvHbVPaqJ9oDWjFbhfsm
TLt5M4Pi3I6IZVZz5Y/nJta3EwlXYLCwx6UzzY0d3lbg4DXrQ8FCPYbZtd3l5QtmnrSko5i7t2Ef
AAjzMRvdZOTBXAyz/CWB7G7QVIp12VJFhg9RXKkaTWXVGfOWqo2/sztFAiS02wEiXB+e+c3vPh4g
Wyh+0ZnSZD38yb03Iv0k7HJddjZRmD5BqdcVc9EuEvN8efpVvJ1S6Enzsj00hXzDbCePLoZJLknd
nDBiZqwMDhpcqk1bVONP7OhktLl2n37JwYHWV/GoAtpKMgr7bxU5v+22nusqW7sZKrCNRQ9DPpah
F3gXp3/jb13EwReHWsJlFl4aO4gTj/uYVisaPyVnbz3TFZxegoi0x/VQWbO3JoOY6jg5eFO6t808
HPbtKL3pYynSBolw4vib0dGkJKOFqFF5MMfvqrIqsPqVFeVqNy1Qj9MKMu6CtJX1DjxpC+tBkYKz
kriS4Pl1fj5cZdqqbztiz5ItzLORRFsRjpdG55PORQb6ON01tCrkmS/l9zp3dOs4hJbWN09AOceT
DUkynFlJ6FnXFkQRaBHGCI/DTb5SgLCKzex2WbyliOgkG0KS03LH4iRhkoPpha2Guea6IaXcWnXW
TFRmlGjfIHt6GJ8h1Uw/HCemhBh7ai7Wdsu7X7H/6r7GWQEQUfRqAgc1RiEQHQF34PRbfTONUsXE
NevxVfIf+hqHA68K/DRhxxmuDcFxz6u1sy7raTgjhny7sUI7wCnJ0mye2UfaR+ObR+XCrGtRgnZ+
eRNnnTfum3xqwk0Khgk/kGvMH6fazyl4R3l2Ubtx00HMKYsNGWMkaoa59oxNMLZ4sal3+CAd3JGg
+T99GljfUMjSuZQe6UnL03o1JdoUvM2Rxh7hHPEIu5toWcExb/vnV/GYCF3MXcundLR0URnRMV8r
paTQCaiMIxxYgzmMyjPD9s2ki0pfOriUmcNIKbGPZjCD/102mR2tIQOHGx3Z5sqnXrKdsjYv9jGB
Tdf90jMCpamaq1ozLnen7/TNDoFfwPPElI0ISrwR9wwkl1nVzC9QkFF3jRLFysFwdkO/NiBnymrH
LQwWIkJoFz6cvvSblZtLe8ihOCkhiaUrf/gqR5rvnYgMOqwDeaED3pNbOo3+E7OO+Tj6SXbmgPT2
Q/otLnIWFxWAgyUX6PXQIWRFoKel5NKWibgcU/UTZpF75o06b6+y2LY5Cy0OzWVPfnQVzsNkL/fx
OrIz/ZJQrE52oaeo6dfsG8Jt3CRBQpsyxG8DpibvtzMG0qlEETZQYUKNUVj9fRE13Q9DmTCt1ES/
2CFfvLvo8zx9QVUyfveNsGMeKBqq7I0c5id0bPIudZzW2ckhcrrVOBdWQ2qK63wdS9MzCNdIyLZb
EslsPh441Riemoyam3aK7r6YSigLKbJIuv65YRBuYcb+325qVf0Fvhk72BFCZ3lb2rM+Xl5kwukm
MZAJbFqVtfOW8nMGBjQJAgCUfTi2KyRY9ov0cVdv6rKUj5xKhuJDQRFouh5lMiMzH/u22qK7Hjmo
NCN5wHnZZvAE+6D5DOkIiClUcQ3rLgwLQF82AJR9m8yEHSazVdwbhu+0mx7cq7MhR9l+BHYDNCgb
U/9DDBrsW1PahIYIDA3Nl5I2NIi0klhDToNz/c+U8T/Ik39BAX31Yb9J5Hr4ln4rmgPiyfIX/oN4
Yqm/KFChuEHytGyXmQT+D/HE/AuTHzAUNlOHYVzuXwKZ+/KFesxM6KD+9W9N0S0sFEmAF3tvb5Gg
MXz4P/xJFtfR3Lfolh2mX5RBnnLBrhxNCL2sQEMWznTjRVm7MWPyX0MFK3E0o2LVwxSlYQ6rM7Ky
M8sLj+P1yYgLay6tUBmzvnAzRxcWZTB5YDjqGzdE89Hbsb3G2Z3DtaT9/epdPPyzA3od/XU0Hf1z
KY/FhW0h68zxlrBPq3DqwKvfoHdM10nb27tR29GZG/p96Hm1/Vouw/aLgiQ60f/N3nnt2I1lW/ZX
Gv3OBL3pR5rjw0uKCL0QcklvNslN90/9Ff1jPSgV6ipCagXyvt2LRqIKhaxM8ZDc3GatOcdUt53K
y1kvS3rMm6WQF9dWyCDs3HTXq1b53lns8YSiYNpZRanp0bD18QY9F4VfK7E50qZzLbDPy0DSR6vV
Bg150YE314kMpXdKk19fHahshqQtPZmqeG6y4ooBJyV8mGV5r/H5PyIamb6OWao8OwqhIFAWPUQQ
cz5ejxiooR6SwXRPaKr+nv6ReCYpyzkn6fwZfoV6B6NxQvjBnsVfYmpEtNWr+aO3aspbdYnfvAw6
wmy0Nm2zycL38inpGiYYbVKHSzE5csdsWIWITN5a516tq9u7MPh8GF/8B2Pbq3dh5yrM58ntL9aa
fhiRF8vrlJiKvWETA/3n0fV6tftxLYp/tol+cnPSvLyjXiZzBp+/v8RLtsM/hGIMt1UMSXshg/JL
ku9ayt9eAYO62Lwp3U6Ow75fVJyIMnS7W11+ott1ZOH/Rnc3omGzr7wbg+4k7WFII0FRLkE6GaFV
fcCPDEGdxWcl68S4aN3tmJ3Ac7T9fazmfqp+NLPHfDz1oPjrgEz7IHXULQkpyokUcnO5U8Ycivde
w4462499DE50uSsIXPPiS76u/pzfLfa3ePgAWeE8ZffMSrtSO8VjFbTaNcG2wQS4300ifZz4n58I
8rlxW/1Qy/vuTdvJ7z4qg7Q+3GDOtv9/7W6UWV2PDTKBC/FOGvk59Y74M3WXk6+dFYjnlkLLLkTJ
fqpIhtk7Kxlx6TCm74gSu4YPqe6sOCVhnND1c4PX2K9igEmDxI6p70bz2wgdOCgRH4bVWHd3OWeX
2yJDcuUp5sOw9QKH1DACZArEfUza17K1hmPhWOPZg3J+ZZu94CMWWtgR+PRgELFyxKo18aZqXMB1
m75xBNf1X6dNA1Exk7WJ3RPB38vBVuRsQnNpDxerd43QickNYEJaTmu7WoFZG+PfwH6Ywx3CBvKx
Mp4w2+rHmlRaZBaeHYyxTYasxq7C6ohZICvWwC46ekFtEawaM9mQN97zJ0s6tKSTvekj2kpDr2ZJ
zlcojHFruSxj25f70+FFAfqT8mCHS4UCNwA2L1CqefZ+aBcz6t2phhC6FOcJBpPfavIRou3yz2om
3z9YhhReLkSfGtvUlz9hqhH80DiSF8WdmenIezkrxWoBiYztN5ae36xy4FHoRTAHGZvv7+WlajNF
97VKeaEEr/vU5LWowuz3jAElfWMeen16/X5bmAeo+dL+oDzz6lqqBnvBomB7KVtEc5VLKKuRV8bd
NA6EjlEm9lFQEvw2EfmRIn2MhN71O0tpFkjAwrohatne6UPeX3fE0b3RhnwtxubXAd5iaSQ8lP+2
vxtDfnrvidOsEzEn4pJ0HIuJAJ181Nskr+R9CyR1MmToJK4beIPxFIvMCOmzx+T4TdOu1lZ7jz5x
PdAxIlsODsp1AovyjXf161aIQxgrN77E70XUVzsSM05SG+0G7N95aO6rumuitJjLk712hAEuaXHM
+9W+aMZQv3Hl7c28+CYIQaWWioWMfQN8sO2j/+nZiETVpJPW9XmhoBaRgtqGCe3xf1aLZgyyy2NX
yV94fdTX1bt2RFIj5tw8k+o1Q7mi+5A7tbL783L4y8qL3h4gDAdJtndM2a8+LjtR7ZWz33pGGbo3
2o6k6FVFMqY5IlSIafl+tX904vgvh0/capb/5tX9cpY4f6tfwRO3f/7HUcLU/toSelkAOFezefLY
Pf04ShgG/w9HBXpgcEO28ue/4YnWX8w9vG5WDDogjHFeyb/OEgonExMCHH+furfJsvKPDhPfffQ/
DWRW6o2awjlCpxexNVxeDmSWWoSpZKhbm/Fcf5qpT2G5M9JhmJ48An6sew8BoHJURpl/85bFcHBC
17NyARYcTyEMmlXx9qpjSVomRawNy/NPj/I3R4FX8/H3H4gmA/wfFZeN7vLyB+pMQ21cyK9zysY6
Qg5pkrVeUZdHqylb542F5uV37bL3BECGv44T3Ma7fF1tGde56whQxL6WaCiC+7X8AGC3vfvzPf3u
KkzfKt00nebja39Qmi5QmPQa8/6yKRCrHN9T7YxvUJhezo4/7mWjcrK6OFue8Ks5CtCVlzi6yFmU
q3w3thPYkDmVh9q2kjNRQ16kpu035LHLG7f38pX968IsoobLooEx6dWyJhBQ9ZMJ+nuZknKPJhHW
ba8UQPGhlf/5Sb6cu/51KTqFTJQcTNlevRwdCMlbS6wdrEwtrwOJQtlPV/FpUta/Ebtqb8zHv9wY
Ez5Wam9bbUgUNF6tNx4TsJarGqLiJXkcTAq4rtl/WzBkvnFb28/+j6+S22KfwyU46EOcMEDCvbyt
XC2KjqDDDG2UpoR6nlVRbU4mWN16Cix1qs9eFy83f36Wv4xK5n706lTtafUyHzAf/bymca7N8rnE
91EAEgf2PLXyb03mhHr9J65DyLm1lTSpOL5qRcJXRnWTc53VTJsnKzYaP8na/POfr/Jq+/L9GW6r
5ve/WKm/c+l+WqKtnDiaQcfhjpxL+ilBJbRCRhN7T/EOP8RVmaDiz4nb6Kgpiu7AcDkU9nhc1eYK
U0Hla11zbdjrG/Xj3z3lDaiw7agptJLL/uIpj5lVN6mHQyGnRXnUcLFROASf+ue7/81I9XTje4MZ
uBVD9eVVVIRS7mjyjCuA2C5i1YYUXAtnDYdMYyneApf88hkydDDBbs7nbTkxXl3ORD2kuDn+Q2VL
Wp5M96M2umc0c6fEat7yIv7+YlCoMdzqsHpePUGroThvCi42mVV9qFZ1uKP0ZaI3Vgw9inUh3hpK
v36O6GFAfKEnwJPORV8+zdginWTS+BxHbyLCOHWfes09ec00BYVh++pK9uAT0Cp/7vVwjds1RLKJ
tkUIOphUlsyEX7vU+YdUIbv2z2/61/HEMWXrf9EE21oTryZbemK0Dly0UjKRKL2njRhvVMsbp9hf
xxNXoRGBs51VC///yyegkTbicqXUF71qUwhv02QOx7yMp30SZ/lbLstX0pzt4+V6YId4vcwGPPiX
1yPYmZKWlRCnSnRadRpH2ybADw7w32bXQOu3jCR5yqFF4ero+sSNBOIZnBT5hiSLp+YNYsXvHvIP
SeDW9fmFrzDIOnGrjtvH5ij7wzSucj7Mi5H8C0H+Zf5fybfmN7udty70aj1riNK2ppQL1SIvDw3b
hIh6x1uzwysm54/Hy+rM0QWcjm58h7z9NDeW8yQakfN4E0WN74eslL2veHH6d1cbxIoMsWF/mOYc
svyAFn05IizqgOfLgjSzPw/f3w0sw6OTRpV9m6devWjC4JwlG5gOC0chwpqpcVcltEc4+SiHP18K
rR2j5sWyui0IWw1zYxpztW1m+em21d5Q6tyArF0nUy8OJSl20jc7r6+YJ+sEeX7meu90cwbqHze9
Mwb6vGgJCxUF8a9arLnvYR3UiusbUz1ihEvbZl1IcVRGt/nMVl/UX7o0kc6117VySyXCQ4hjoZ2S
NihoxsfPFE2kdnJg5Gj+XGc6hF6id4o7ZdJK8HcY79V7YpNYg+pJ9B3GiWGN673atRYK+MSdCtL4
FmsdwhgX6nXazokZENmncCJfRzKDPV0K0u1me8BH1c1kzLieoiA2ybOvMDK8Iax7fL2EkHprErpa
hRO+nwgg2ZO9bcDir+rGJvJqMcaAYEDMOIM6D9W+89xOnPjkrY/sjYzqUnRY+faV7WQSk0ZlOYtv
GuNU2v5cOilGsLHidEF6UJLpxMt2fesk5V2KlqPzyP+Bjpg/522tJY5PkFsxerjKqtEDa+fRUQCW
2nXu4oauknTy6DTx8MkUxnDbVmV257gtVv6+r5oxzDv4DwT2me0SUq1fHwqvEAkJba3qBLhRi48Y
kquv+H6JRjIAibchonaExCMeuVskxPEzEbkaGwGJEsOXfHjZSU9b2z1qpJAVkTvj9gwz8mOyTRs/
piebDNPnUbFJs15r9lMpDrmFYu3IlrB7UidT9H6elMpzb5Tu6oQujw1DyrhlPPtDaooTYNJaMX34
FOYtoZG1cxIovrfUHXZcuETm3A5zNy7361I2rU9C+4IDXDOSTxsAfMGOE1el3xSKhuE3KbP2nNL6
+WBalSt35CpWpHbOsXlIBPHypLo3W+q41kxb3bOoNJUeERGQ2J5sZN/4oOd75ECkS0DYcm9yV3h3
lYeVZrcW6opOe0Ia1IfdROoQnfapzear3GkUy/PXVekoyeWem/RcuKxLRhwFq0fU+3DI6mFo7xSI
S8TUGnZ36XucRyFbI815R9jmrN5PVU4ofWXI1Nu3praWRHcAjqw/zHMvw1ZLBvWhcPGLRi4dXm3P
oRTO9omMb4UOcz3avZIdc1at7MjhpiYoVME3FEypLKv9nLvqraOo+We8p0N61QDl6sJ6LDeTjFK6
16nWb+5IzgsJyUK1kwcIw0VJgXOtgfYsEwARgjnTb9ZS0kAu0n72IqKRUGXOs9WrONLANfooPlac
5N5okGpZK3YcFmNbWwFMR1XuUrES6mLXMErJr3G3PxLM4uTnTc6jk2KDo+vGbM5hO1XEudjuoONK
JGPqAqm63xyjnpWGI52yLmxJ077hWNd4EWYdugWk8pA6JhyNAdETSk7MSr3G/lAnQOHjtmzp2xPr
PHPOzLSFTI2aOpxNcAhUv2xYP2neaj2Wi2ZO0ZyO5TFLUAqEY93mRaipSvucTtPkPZMXt/aPZozF
PBz0uPgCgl/jK1g7Wydb26w9yvWNZZzczmk3BgWh4hhHes7SFCeNj2NMfD3irJVVB0uNUMLYVvMv
qetBfK6WVD3oHEDqqMVEhAPIKXCT8JRmz++7XIgdGwLHDjCJaDbAhaqiqdHKJfUR9FRG0BKBeN1r
jflEaFL+d4Mj0g2mXpJNmAiBrQeQQkXImLrSiKl0ImQqo2aWMFKjTyM5jbRYijiei0AZmmrYQ/S1
7hNZlzawMqOwApvQWJP2Tt4YwbgkaXmuy0EsD4OtFbqGSG4Q5h4uTo0FlbQ/crP7olO7SI74wcHj
zdmNsjoYWvD4Z2vxAQl/4hYH9v/sZyORya7lLXaOIYfhG94gq3tG62sNwtfQ0qQLY7HjC5Ns6+Xt
PCb6EVRW83GCsNwTbYStPXQsURSntLFMIjCAwy5EWDVqBieQbraCRceoJpugc9OZEnPv6QsE/B/b
xH9U3PvvmaBispf4f1cAH7rsf1w+1cWnnwUF27/yowjoan9BP99ofTCjTYjVlAd/FAEd7y9a0OzE
HJgqHqenf9cAvb/AtCNLh8uw1b1QB/67Bmj9Be8FvLiDN+h7k9z8J3qClzswXEYWvg9O/RS+sCYA
oX25KSJGnHzkUc6R1o3WnWfP4sygFo3f49/f/fRUfrO9fXl0+9e1OCdQZ2Dribnp5bWyuSQ0z6nn
CFUqce5sx67Wtq0O8dgmt3TK3uKX/u7eaF5swgsYKurrKA1ntr2idlr0nAQQhCMHRsAARRWawpne
OHFvZ8D/2Fv+uDXqbEjS6JXjb391a2bmKL1u6xO+YLYVWO26zzJe5DtnYkUBtx6zBcqx+3NE7vq3
5OS/uzhHUwdfFcf+X7g5s5J5/YJ4NCrwTh0Mh6XDr1e1vsl1Mu3Ap/e3qp67Rw5s+Zc/v9KXJ5Yf
9418VUWchjCGG3/5SvVEA4nq6HMUK3AjdJyCB6OVWfjnq7w6EH6/DKIXTp60mGi56K9GqVMu0D0b
dH2lNhenZhwQbUxNvm8roT9025AixRHdhQ2T8xa77+CLalhu8REDAPnzb/nNHYP1Yzxt0pStb/Ly
juOB09BM9FYERaUIofkp7Daat46cr85oP+6YIjHydnSONlqjl5dJdDYrucs71d1pXaHvFNplFWWG
G5KglI+E8VaOT4euTmFo2ltmHS3+d5pbDtobD/9l+ePHLzH5Hcw61KvRMb38JWZCTC9nNJJTZG8f
3LFKPmAbMM8Ye5MvGVFFYe3o3v0/f8obCAodAcEpyKdeXtR1xaRA9lkiNc55uV7yTVu8t0pJv3uV
vEDSqzZm/C8X8YbWKVzwMhFb2phEUwI8mY/+EwNGJzKK2Z/DNhPRqzfZYSdIoVQwYEivO0tyk7f8
7vINLfRv7oWaLaUSOjmMz9dBWLpNct+oiTmaiyIOCepk4dcr740Z/Ddjge3fphHdmobfRXY/H6E7
VApU4gk0HFAzUJtI8EbXMmveL7S5QmselD3dsOGNEfibedygi4H+bKvC/AJUM4p4GLOu5wkSggQx
u26CZGTOIWrPeGMef90R29ZDRgL6Yj463tVrdmspWrMmPmCMZKaYjk8QnfHJdRszDwFJqGgvVlPU
+1kbi2yvlCNJOojx8m9a3/Y3cDQwy9ecP+ej22jFP/SObL8NvCctWpZ/BtTrjwJvJpndOsDWzhq0
EzyEeqcBAzlNpp6+8aJ/M//wImmtU1KkQYgv9OUHOIx4nJuZ2G9y0QLFaPesL+8yZTxpanKBR5P6
Vu5EUHXOhRKLfzrHgpqHmspeiWgD6uSvvv5RxtoCvqiPJoc4HnR1VdS4ZvLGsNrW5BdrNh4sgwWF
a9Bn/AWwNs5e5wxZO0SrYuRB04rF71QOxyWojT0FxejPU9oPb8/LC7J6oWdENE9yAl/qy2c6yYbz
skqcm744xoCSuJQioDtskWKQUnULUjfVv7ZUiU0IajRjQupjWXZAxk6Py55UgGMJkSPNTrchoZ90
pNiIVIQtLwR06u3BG8bmC7KISgslBNpsVxID51K27AuDc/5gmtFgxZJj4DxCYciynsMWxRUt28V1
6gi87xwPYCgAtgA5hhYlNbAEB45bqR+c3CWgs3Tj9KmS6CIDPWMxDjmTpMluKF22b71mSC3KLbfX
31Nx4fRGSLTL2YQESyO0Rz1Pb+uibRYKJ43t3oqZWkq0eAtPYDLz9IveMYFGxJvFn9t8VD70a5qd
yLjIn+rZkw89DWrKATH2KV2bByoT8Mqqh3oE2RPktdSNjz2He9NvFafMARWOTBWtKxoM5wkSd39A
2E2j0JqQwEEKwnzeEAFeqwaKflfa4lMZl7oTqE1W4xDDrvHQpPQagthy8k8xWezgxMg+/tYnVU6A
ET6kb0j09TWSTL7qQUlQaR+x72aXXHor6jXeuRXRmKC4KUA+eT5YNLMJCrkK81qXa9KcBRCc5oLI
e5WLb4OoxtGTCCSh103SmVQlRxh8mB9HfQxWNycJ4weQyLFazfAnZoDiSGJVrx71WKk/2gZx7bTU
UOxDpeq8zwlyvPSotXrhRM1aZbsOk/twAm6oX1N3cB4p0oxwdi0nziOVTFb3fvTEmJ+cQVfuXIWk
b/JIURX6xlyTV+v2bEb8omPvEZARrJJB7PZy3A0d51i/cRPvU2t7stx382BDJy/dbkIvPGTKCf+V
6fDzwSFRG9LiK7Mel/i8jGz9ArGWyknwkNugmXIz33kmmcRnkLpqEupMPxJQc2zeotY3upOiC4ua
GE/z3VKuc3PCvz4skbEW3XBuHFPeVKaVmmECIjXBJqa0j0U+U/twS9hKUZ3M+k02xtllhuXVh1gT
6r/ZCyyPTHppvc+stH9OlhomDVQxR/iDLg17lxYxZYOucvMKlUSTfRlcB95WUS/UJ5FLEIi7bbLB
YlXd3yUzgRf2ZVs+ZPbMnzG35IVHRMGuOQquQewoIQn7ATipYgTCdfMl1Bv2BlFnYmW5Xed1rUwQ
mCCJwsGQ5s6z2pZibmv1AyNC7TEzqW6v4BYYzYrIXNFA/hhMtXSPjWtPDGQmhymY9VIo18NStvKL
k4i0ek8dCzy5Z8v2fWsDpH4C7tvfzaRTqv7AbMickRoZ47eN13inWIz0oJ7T1AvihQksoDyjHg0p
rTXz9TQeNpBv/Gj0pLWSx5CX7k56if6jQ/3/ywv/E9/jT2vJLwqjAw2m7v/87xflhe//yo/6gq7/
hXLHwWKGmJnd2U8JrfZf9H/5+6hZ6N5x9P53gcF0/6K+gKST5Kytd7ehF/4lMjKtvxyIDIggNUps
2xnnnxQY6N5vO9yf1r3vaiakNdvZgSv9sjdtwMrI2vMQjrrKR1zAlFgf0ngdDjDfrIOhI3zGga/u
3B60mh5fjxb1QKdaRZg7qbFzGlB1BdycMC+q9zG4sJ0zrVBBKOP7Ci1Piq6knuPbmyKgMcZVa+jD
obXsT4ab5bdO7rRoAluKosS7ExtuPy+T9XUk5Joc567Xy6hpXXkmg3K9pUgioAWxFutdnZ71TFGi
NusBqifu7J0w9ia3c9KwOhJAvF/z+Di0BHQgbydm3PuYLzV8unYFnDxfFJZHX9HZE6c2CYyx1JTd
yKd+NduKEamK6GDf1WsTxm7ssFTH1T5V++J+RpM3B9LL3XcJtv9IxfweCTzbH/hA44Nh5aYWGn3G
3ptMaDjb0M3Vd62iV3z8jfKudYHUBnMnagxyyfhY9Bh7y43k5mfo0A6u7Fxuh34MeweprsfW8ZR3
kn9ie5ztQCXYSo1IqoPFRDnTgPIrANTnTEm1UACrSANNxZEEgywJ2WVMVZgASZs3EFrz5KXQOukO
RCn2rI8rlLgdbYWk9zMOrr1vj07xYCajGUPCX2UfSReWE5NK4kUKN5oT8JEpF05svR+PJYVeZ82y
KB54dWZmQ/tzOtylgaRXQH+YDlawSEd/HAlpIghpqY6iEMthbssvNLG+NeV6NWSrHZWNufwN6AdI
Uaqw7YI8Ka44WZ+19k5LDphpK/IvLfaBYosbLfB2xFLmCbgyuTwtWtqfZ5y4nxSpngkW9VeyEoMk
6409K7lfuYv5sNBCOPaj9UWIdq8oyvMMGk934s9NkdwU3bqvZ/VAIfq+8xxuoBx4q9AMbiVHum8I
bE2/a9Zuc0xWgZ2wdpGsM2Ni1kI9wUVri/FMFafcS63ybvGvhS44xdnqoiU+eNjnLklrVHtXUziD
WN1nClWHlYbupxltPBbZtEtg2eiEbmSjWh83qRMoNMB6fin15cOiS/44Qy0Umoh1eYG+3LEdEHe9
KOEqTq37bhF9dTcvgOfrEYiiNk7KYTCLkX4nwQYYGA24Jg5obTtdzkUNn3VO9gC39SOMuCSiGqVG
ZV7O7yHvFX5uDdlFtsAVOqHGR7svE3Ywpfs0Ko1xNY3NppKRLX3IoX2f192zI+EEzS1buGDIk9iX
o+2ENbl7gcANwY7hiQZKQ3SWoE+UG25YmaBwSWd7T5tCXMNWS45S54RWbEyuZtDx8BhWdnHE+GUp
icP0KbID3M2XNJCLylTRq6MbNCbyDdzn/pCxL/dKFfpto6mhXjb2VcwW+r6ylAl9P4gB0rzqS5F6
9jOpJw8wNZ2gb/KHLK1PSmswUeljfZqY1e7Zyqiho7X1cTLcm6b2aDpsffCB7l6hQye4qitvjNif
2WcX/89VtaH2vQdMEV4EGpPwdNqVtln8ba257usKORbFqOOfcJPmJhbqRaqTvcdpMx+N1XHuMwrU
/jZDn1qmfYafmURWUTlXgm2tn9lMsQlturqIpqkN8tE92I1+5WnZXrho/InYgTI4Ht3auIoHPrV+
+kLMhhFQJdstgCv9SiZrTKrGSD0ovVgtzV5T+l7fRav0Cgp0lRPMbmFf4s4Kgdt9Ey7wFW7nRE+4
Crx6okablu37rk6Er/b2fdVW2Z1XrxZ+lgKYXeyuu9k2mq/WTNuY1tZ0a1VZflBpV72zaLdk9RwS
gZjRPYa8K6sPi1mvfgdZrrCsE42/aK2150VTmSVc54zr29z2+p2vm713nEmkAipiZ+/SzY3p17U6
HIVVAbgjwYB9caRPahuwRcbnhTma3drovJ/rmj/ezZQIshPvgF1m0Mg+5fnXV3o/ZUFRlPHBtFYM
c8tXYqynvSrbas/3Nh8yY30cR4m3RbGScFqEfLS8KhyNZrSAefYT49cbb/MOCmIikx1F0DbKxyGL
Bvwj3TjNpzSGmeaUFSzctvLhTl8vkAMHI1FuNeCFt4jzOQlo9U1FPDent3OhNfwwtQidPrtV4vZ5
MuYsaod0iWxdZE9WAsjXxF4YOEw8gQMYVXeqxNclg8foh/EGvxxKy0WEsAUiUHvG9SarJYrcWK9g
fM4fxkQMh7Jcj+6UF3srzeErSlWGqd7KE0yfSCtVaHGXxe1t2tsi7/zUbbV9vHi6nwqani2rb5I3
hw0I5OdV+zT2i+4rQ/tQ9Z17qrFB+6nGkpl0c3ycuqzfN7KKmb67CWFffUd+bgSBYzglRr2vmr48
jG2vngZyC98N2jVnUfTL6wjYtVxBLJq5GjWIWS99/ry6wKYXNXYcmrTDPYGp1iEGQRp2g0KSe5GG
DELt4AjVu5XFkjEzDO2R5cE8sPkHHJfo3g7iM7H03AJWiGmKBUolQJqWkuT829AYDbfC2CyvSK+u
b2TnvDfyDLvbEAmzZ/sNFc9v0hsvQbugO6HoS5aMNP5S8ixo3A/PgGf5Z/N5ClTWmJ29ZvGTUMbp
PnFZ8+JcpWu5SfpXL50vg9qCWxtt8TFtujEmKKCLI4c9WBblTDegJjKkdAkViKkFH9wwmuZE7pjR
Hycx7JZB2y+ZcqYLepmLp6RircyfvKG8tq0SRFsfmXOzR3PJx5Ya97A6gt54nJvloc6tu6T47HGO
Mbxyl3jex6pDw1JceXEWOsaxaOSTLllXxz4ch+bGlMZBoF9oCwLvU4HzUl1y5kVjuCcDQz2JGvyP
Bo0sc7qjnSePJplKsFbtezGmwyGdADO5nXHbUCPAiRYpo6FGwzj2UYabcPJ2DaVXM3tahLWTqtft
p6r+RK3lRkW8V7b6A4bvp1ZNT5Ypr/vBvOkacTswYNaJ89DQeU3YG2sfESHURUjNJtxY1lFhxxrU
2pKF8UjogEVl9LpMk8PawiCFbcYxbcQ6XtUfObAW0Mndj0oxYavpGS7uwMowNkTJCr612S9USOUs
Yvh5iz6OYiOxjrmw9cNU1PuiVp9X0UIVtdAdx3N8KxwlO5h2Tc1HiVdfzOYD4RNGUKiLjBwjE/dt
x59li5ZyvdJ9TNMxj3S9ZLHuCutsyabee3JwSfVZAjvt4l3WpVfVonxLPeeqsyYGF+x4Q3Rfl9S7
WnSxWVNDb0h3xcDuSxhmZFCeDYztZzmie2Kvxp+hBkkrwmwLZFWwsj6V2sB7xOP2xECrQPi1j2Ux
XSNC+VJL9aHiBHMNGewbG7P21FA+ezI6465SB34V+NcpTX1beTAr7c4de4aSPsY3Wj/di1S7h+Ky
75gMejpsPERjJ3E07BcudFDVpPlEGnj+QPrYfMzybxLctV65O7BfNCBLNjxETQTSBPSqmml15Y6F
7uP+926qsiBtca3EPd/UrVuVXxGSRI1JqlajVOpxpEoXQXOkljaisws7WqwXI+4nX5qmFQk1OTd9
X6w+HPSHQXFTlSQc/L/ghp3PW78lSJupuMSkQ4UbFAgqPAnRtnCHMB1rJvNGyFADYeBTwywhl3c1
vtSMACPbvlGXdYlA97O7SNIjuUYYoZpCv+aQJKOhKZ5lHN9TR86e4y69OKz01Hm8KKXp8WCnpThX
FK13rMgdPE9+o9bAa2kAwX+CuK4fUAsQ9BTrCqUEWMs+fSqmwy16iIqHOCccGRTdZN2nlluddXQc
Z3yYOdKPhkpEZ8lTM7Xdw5yu/Q11FnSyplO9Uxag6rZDd85PKh4HFDjvyGopzgTNJbsMNauvLZgT
oFFnMvIK76PbZtQXaYgFPXP6fsVbEIyYJgLmyRGTZNOEUHTkqd1kPcLUP5G/631d+D5GULj5fV2i
1M8FWtHZGVSfKupz6hYGkdGJdsSvX5+qRgLJThzZHbsu0d7Pmr3ibampdipe94X+uNgV/XKuibYu
/brQvPedZB0ePcUOTHVwTmTVpmHjVpTL3XXxnWpcAsmv+gDmFlb9JCznZk63suWkOYfC6c2DtCc0
Ya0WKwdKp3EwDcvjtMxamICJLnmqpbzJvRYUdTE/pyuel1CQE0FQjljElQUz+6YrsAl3SCj3CzNl
NLTKelXI3gsJaRX7pV+Nj/i19Z20h+mkbSTjwDWZiUuhkxraIcUhsCPQR5uSL1CMnax7ceqpDJ28
kQMxiaPvHa1QH6eR2q7Vy+nDyk77A3FpEJpW2ZHOaVV7zYWsA8pXBlh+y3sVHPLqbxjTcyxkH2oI
n6LOifurcomLcCZM5kYgP9nGUff3aAxTILxCv+qMYZ9p9f3sPZZ1quhIET844Lk+aWkVR4UjFFby
WD/oClj5tRZfvLo399OSeK0fL/Hkt8Tt7B11Ni75YsWB3WvmLbkCz8JTrPfNiG94XuE8D3xnj4uO
UAfUR32JIUfv47Tt/MRWrKsiFe/yjnJ0N5nWEUhcxWitnoeK8RV3c7h0eX+yS1n6el+7wdKp7lnf
vkiCgj8gLizuJBJamImFFrZmdmsk0FSBM4eTUdWXxrHmKw7m860YNS9CWPw0Wn28H0G7XtqxQJ0J
F4XpKJnODgiqSz7F+RhVkJ0yMqZyYMnLel2CtmedZa/fE/24ZwVZU28O3FE3ryeti59c2YjDSIhD
RIXT2nkNS446Oc6BhqsTOE6q+ZPt+SgnhpOicS8x5dnTCP/vGI+FfWck3nIQzljtG1RCdViL1XrS
hbfcNVqu37NRsz4bbjdcz6rMJJtAY7oRzOnMRKn5VakJdzCq8ZgYrYgElKu7yv6SCgIi29v/y92Z
LceNZVn2V9L6HWHAxWxWVQ8O+AAfSKdzlF5gpERhnmf8Tf9Gv9aP9YIiqkNiisGKfKtOC7M0KUIC
HQ7ce+45e69dtcoXfM1uVnmiuoRF61jGDoPmy8Sevs9mokXsAkmIbTbVxjYraNxiiCXsuLp0k4pC
XwUgYR6ABUeuBDftC08k0cwWBMkMYPdRQnugSfEMOEENnrjx8WFUzeRV87XRAfmOaTix0zsavSys
MQT5Sp7vRJtzXEj98YHJif2UDy3nlkFUn0Ykad7kq/FnbGEWpZSP3ErrScEm2jwrdoh53aQwSZXr
qvRrYWNrcVqAbA3LkjInTk2nW15LIYTLlW+pc/gpU2NySoygPeBTD8TasCRZ2bZ1A3BcGzXpMlLU
cq4jJeVJ0wIpof5Pu08BmZs5sICxuORGXpwTPuM2LSgbHVLck+OkagOBGXmlXBNII3vgP4BcT1aV
YYDRQ+UkxlJ9NKI4uxpTMVI9KJBtVmmqhbWTD/5w2435gHGBSxLGUhlXcqSkD1KpaF6mSPMlaxpO
poqZll6tWoXtjsxF7mAcULqgJjfP2pzor34XQjCjJGYTswrYF01iwPNhUngwNT3a0p6eSqeqQsvl
ICpe9NQUK3n0pQ0zU07PlSjXOqMPd1LQzYai4MgUw7sfzKLdy2VnEsJhI7s4GOQLSQ6nd8Yb9nzO
/ErcM8np9lleNQdR+3RrOFqt2OZs0/VpgyEetIzajaoJHa9CAs9W+NazHhZe39mFI3cFgz8pzxyN
HsA+7OSefMqiPAVlPHp61+9HBJFmLB3yUL2ra8XRKkGweFAx97D2XdD4N51vljttCf6q8qJxuqbm
5D6P/Mh17U7WvMV2VGbk5EVovYUvbvgUntDbJ80wkZlq67izQpcplGfVJCuAADH6p2rondhUAEwM
Tofd3YqsVTtcBZSul8kyG1fXJUax6E8jnQRatvWiYpqpMwXbdUOUC5eAiWxdA3eSx4ckNW7KaXYF
2i6iYe40OVtHlQ+aYtwN6WvSsKH1GCyMyLjoc1PccTLst/JofSO3gpwVmcNtb+mk53RqRFekr+aD
ERrGHnOA4URxvLHk4MsQhK+qMk1HLUp2+qQPDn7LwpkEgSGRlj7QvSA1iJ7iKva1cGVb01Yfo3wL
CeaQyySLZ6F+sFT9i9UsNR2MFDfHhk0FL0My5OipsSfcYI5XGfrJr5Og+DaLKLuwA6/NchodJaYH
aGJ9AnpJv0PQrAxB5y3oi2xZ8HTA92B2GbhYuaKtDIM6jzH4s4pcNorFhsbeOrOB8FqwbsY6RWwt
KmcsfRfMApubftGBSMW0ULKB6WDUfBWjeT1bysnmGN+V9n0OrdqRYPgC2cCmzwP6zFhXRcxrEjFB
toqsTwz4Js4mVsCNnXgqcgBc6mvT3Uhi2mgD0TRJIFP1Wuie1GJN4/1W04u1hYVBNPphtIPPprVj
6ubMFWRU076bpaUtZh2UgfwMgIVJRiVrlocZDbpLktC9X+qXSsLUUNcA3FrpGnfRtivGZzlMTkHM
J27FyFHAWGvT+NmI8MHF0wZJP5t7dhX7xzoMx1UT+fshrS9UqleJRn+4SI14nfvWpyrSB3eeljU9
uPR5R4ZJZBNX6Atvwt7BeNB3o0FvHQHCg6nUFkcGqbO1gu6bI8yqqCsNuX/xEJNw7dN0dPuRgEi5
vIyzG6TCUzj3c0Z0C5lhNAc8G8IWNaM+Mm0lgoanMVsHvbmnVcPorAaP1NdYc6Q82bVBuzfsgv2M
EGeqpQKAEVocopcmq9gNZn405Gw3qWeajpT9w7gpC3YTf8C9NeRk2XBr6IG1e2SMDnEBMO0bRMnp
kI+7GoH+VDKo7CFSOvT9zoOVIgJuedeAH7a93a/oQaAgrrw+IK5dGi6kVW0NlNCB8TwMFge92mcz
t7+aEKjVmOF0mryWtU+vXpvbk5wLsD/N1LtmWLK0Vn3iIHAPHshA0dxCE9Gu9KHigr0pV5yDnlPR
8dqEPN2FdDIyFrx0JOel710SuHzQkKgH9uAuXAjrn+r6QbHIErTta+IG8VPYG7MihqTvkg0E5CWm
R9VuGZfakeUWfR0xr/dd4q3tQSF46bFUXkExPlOcD6tGqeq11FjnJFd9L9DHQ5HCTgLJOR9GcG6m
L58RTJ8wcHEUFsVLLo/XnEC8bBgem7E+ytOjLZpLXoH+pcNkroeGkoC8yMc4irchxxSj5EspYVem
fr2PupYNd5TuJXGKpJJxBmpnuTvImb6yMhi0GAKE3MJ4OU5J7kmRtcvrOTjU/HdD55H7QXL3OQum
TdFvpfqo0aeiCNL2lp1v/fSevgPq8PtquOoNVhRzvlVER5O/3UT2tqcvWrYkkU0GZ0b609hO/Mw6
MU1Zhd0hrh5ZilbUHCSXMNEIyVyrLxEV6agN7mSQzDarZ0O/t7rGUcQnfXpJmnsmLRz2OA6yHzSs
u8U8HmpG5ma5aXAfyhI4QAXOY7uTl2Khza9aiZ4biE/G95PLefJxlBp06UV6mOXOXJWRPd412qS6
XVAka4TqOEGFdddD+dvko7hoZjedcBxxDhEEicztqzaa+ywp1prorlOOeBub2LW9VjJmoH5hYG4p
h9JP72BbXlWx5DH9X57qnK8stDMOjW0DyqiYjxomolkNiO/pzF0ocwyFr0fAhHUTz4g9DGkaSj4D
57vJCA5C6T4T4AZ8X6o786Rm7R2OmmBntfp0pJ2lpTdq2r6yBdH9MKlktLA7wj4mBSpZVvIWB4sf
t+N2wNDkzAmND5ZfhhlPfhD0Jaf55maQ700pv0qQMaSDyrscqsZ1NNuGV041LdzuVkvoDhsca6qK
rWOcFXydwVPbatPRhIlBbc2ojszsclqh2DLJry6OQpznmp1WbJMomXbNMNobQAPDWhnNuxBet2Wr
BzmWr8vyYaihiDXZXSKZq6ZvXYF+ZpXLCrMBbTNkDNfyeWmatlkV7HNN63c6wpsNrfB4l8+BQVhD
Y1xp8mh4SVueIlmnmVu6oRxeShq5tFkAYdq5fZMRSMdZRh/5s5RiEh13WSXqw8/oKdlEXhQckVZy
woijaai0JjtOT4F/iIXe7VKsDpxD/Ir0mqK+UWzzKY6CyGuaKiZxMyK1C2DyPjITJ+QuOGhYzJNd
ZV4WFQTsbCqYZGz91kvBH1vpIpW38pxWri6GS45qd13Dh7mMfihvSzM8aLit1NCS3UBv1n2AA8cv
MTYUheb1Wur1FWEjWug7pdY80Mu+a1s42cUSNiKZU7NipJA6o92Pm8qiXiI3R6bWsLr2KqCOvpuM
3GT3jilNzewyxvZzNmhbRfQk11nRdtbyxymVrugu3Cd6siN5ZaeU1s0cBxoeuI4mlt3T8Nf3c2jd
qFR6XcPkFgb7KmzVaJ1V7X1WZecCeKWjzq1GPzgilS+phpPStGKta0MPgmv8FlJVr+bYqneIj17C
yadoxChPs49SC7joc2w9m3N1Y0JOpQsx3JHWcooC7d7i8CjRkd9GKoVUoGnKgmMjU6/SvQwwMmFc
WujUZXXrD1IBbdaa033TJtnWbsIvqcVgL1xydtkcA/mW9HcvnxnKFxnFsTzxAMZFvrJwKZl+4cpB
cpRMwO8cDxgrZFKO8Q1REF03fzMU/bTtK1LRSLJPnUBTt0jbnNCo+W8mcMNGN3hRUUnOnM7yfZBZ
2B0H46qXiWBGFGQ7y6GF1DjCBHMSMnsmr2RkLQO46obNN1oM+5Fjd5WxrfLhtezoWnQGwhM/UZXN
jGzNwfZEsDN0tqskVa+jeGg9frRwVbdW5rV1me2DSmUJKtEN+V2NS7FRzZ2htJ/9cC439DAEDkk/
dKUm24yScsv7eK4juje0tkIKLqGsq7ll0jvTHPPlZHwCaUTmzzANHN7q6jCkcvzVqLXCI/Ot3s9F
QK3fdxpNvUlsIiLICSaS9XU0d4iujHDwqlFvPMmwYt7NLHGKpF4qPrygIgbmteSguCrGNzKC0D7I
Ef1YAGrVug7kr1DKHqWMMg/W/1bpUSAIdUgdo5Yit7XKp4Ap0llwAnEt+lMXa9TyNZ0kHG1VKrmD
1UkndcZjVhe9TNbnSIStHd9OXX03YYFMO1naaPVsH6kWkVW1DMIjAoIcu1nYybJxKjgTk2JWHySS
Zz3SfuL7Yu6tY9OVuld3tLhxJ9B0nuSzWCbLc5leF4ZASWW3xdcWQdZuFLV8FFVgv0xDIz0WST4+
RXI+b8HETrRCAwYCWfVZkXKD0898VRrh9RSKi0SOJ31afgCrmIvbsVJxgJsMMWLYEflYERiHPzcp
VTe0+3xtCjgjdKaph6LERrBAFZFRnpP3F7OMaKmFhkAMxiWINOFmZnlvEMWKlc9Ca0BA27oZrXkX
5PZ01+L93FlYLu9J4DphnIw+M1epdyTf1SuFdLTM4B4Warzto6j0zMjXnbiOSdNC1+KbEY5Tgqno
S5Ecm6lrAMmZF7YTLkx1iLwijDdwaZOlEXYq/LS+Jgz22debFHk12c6rZhYN5gIqCShhDaboem/L
xymQn1saCqGkbCRQ162aL+0q3h7SBEax6jpVJYVPv21kItqLNC12hBCqvzOt/5YY638eyAkV8/s2
rv1z/o/T8/Sa/2jjQn37Xz4uycR5tQRuo31HJE6DAl3y70Yuyf4NgJuCzEqxEBNTbiCnyot64b+a
MGMNgl9I0H6LczLl3ywBvowTimXqf0dlZS4Ihj81VvSUCM4mSQeTmY5GWX2Lwom0oGxgNcNFRNNB
zG4xBV7cK9qmMcxkF6a+yTmC8IOeTbfurqpA76KDPLMWrJiNBCmotihi7fNRhq1aNKlYt9uBnGGJ
FhEh16YdPfa6tHAYInP4nMLDMDeIlscFQCnTeR8VmQDJWATdMkTv2xVqZ4zGoqS8laPxm3KoaAuP
SspOjVPH7pigbWcA3wAZtTJ/jud2RrDox90tpZ7bmhOa3CRq5Hs6sUHGG2Znh0GS59pVQ2naNHPF
JIpz3cCLVTfhfjD0+AvtU3r6RpM5sRiDfTlqI8c7o+weMGiQXhjiB902qLOYbcoKea+hdkt4jy87
8Rx0d4GR1W6t+/lnmqwUL6NRZNuZN+1ZcESdGGJbhFtXjXgey7j9jBy23BUYvlc6ntTd94fv/+s3
jD7O4t16/x3zmvS5+cdtWT8DFP/xPfvjT/5BYFaM33D/oDYF/QU17U/HJA/4b0zt0bcvbCscClzt
j/eMf6NBnOIPwYhUmbry4ja/I5iN3/CPLDYiGLMoIeF7/Z137Y03QhKYEzTDAAPPO/gDQKKm3dkT
f2166I+JvvziC4M4TP8+VxTOjYWjlQXn4esusP+WU+HPC75xFWYk+JKzKUaoRAQv9hDtO5mOyhw9
RFP58sP3cP59qfgRuvzG+fLnRbhtP34qOVCGMJWDyUu6C7JKV8tbd9CZsgfBuofaDkOpj8Shpp06
k6neoozTqPw+uLr4af368+raz1cHjMDUXEskD975tsgSN/Ulp6gZRzaZa5ZnaniHD7xqE8IkxuzI
rOmDK/PE/LBy/nnlZUX94dtUbWyTeSVRkFna1ipowkeejlQoCKYD7d/zUNG1Js6zJnbQp3PywWV/
FsX+ednlRvxw2USrgkrHkuBNOOquu6v0un0kZTZ/oEv1Ub7f4pP5c1P48xrLR/7hGmAhRIs/3PcI
SmAMxUDQHrZTfR3Yo9vRvA/JJ/3g4/y8//x5qTfuNoKgZLsi6dzjFAWugjY0Q1nmdCvwPedUV1eW
P2+PWX/o8juMDm6W/QGxfxea88Yc+l+XBjvy86c0ZmQFs0Ldr6XKtpfP7WBu9TrYsWcwZhersuGO
aofKMujnfASDW/7yf761/+SGtOxRKmRzBios2N2YZDHu20qAxegDuNrob/1ZrCJOlh/c318/pf9E
aOx1GiVVa1le+VTeRq8QVWA5QFnxH+sTet35w+fyvQu9WWsSH3+ymqiVZ9OTKNQ7ZEkcqe3vj8/M
ioaipJK6jRKr9/KHCxzng3fu55vVB3UJ/R+/Lrx2QwchelCe8lMRnsLbqLI2uIU8sR9oYCWz07v9
F9/Yh6v0Kj/1zW48UBh/8eMDEBRf7PtjcqV3TvMQo8R+7o/SSlqxViIHr56Lq+JCxKvqorjd6vpJ
WtsOuab89k0ce+2JieZjCvdjfJTW/eoLQhzhxiNOl12r7hsNkAek90/tpb801klZK05xtFDHbRsv
XpNa6kkHf/LGzehqjupvpm29L9atvCEzzst3db7xmy/hqb5qdlG2b3f1lX3hZISAMV+Nd9lF2nTX
1bkCrRndaP5L/Kgeg63Vb5mYHopdLDvKekbA8DW9YeQi127/onHOz6+k/RC547beQruND92u+ddW
RiADP79YypABlUHz4Wk2R6XWdgct2pktNj86AGcTIb7iqwC4BQcyC+3V9NHauHzpv3q53izJkjpU
jHNl4XXL6yuLFbYFyjGyf8XncBmB977T1J8jlKw+y0rflucsEtuJYFqgBR/8FN+x0r/6Kd6u0MbI
4kmfw7O0g8wRU85s9MCWO9jxvpmRWDGhCpr0MR2QOGSVui70gK4Qwckc0nQYKaumVOQ1HG/aAQMQ
aSSNjYv4WV6N0yBtu6C3vQpdVhzRiifesEPLtB/gqWwyLYIGUsN4Yq5eiZS0EPxVVL3ZSrTKETtZ
s9LRjegNxJLaIpIveISgxcM23cfIWeC6hBsdUhCN++lTlIfXzRgC7aYyTwONbHD9NOVAQOK02qiZ
ubIqjGnwe8C1XKE4cjHxuxlpUEXY7AKl0VdozXeymVSbKda6lRzpV3khrtHq0oF+CQD9tR9gKN8p
QyC//fzQxTC7Ug2vledHu7h6su3ghdm4O0bd2Sy5g/PSOGLkeVoENjXfOOvwB5vYe2v6mz2sCwMZ
b17ue4pfvYSq4uag2iOVEsA33SgwDwWPYlurH63pv94zsef8/FG1miYboybfw0nMR4NiTra4+L5r
roriQv48E7ZLyNyA7uPONM0PPuc7BSzA358vPKujQEYuIbbXCoyYpFGUFiIAGicM2uy4PGjzAQpI
Xlw+2L3e+6RvKmYNGUij6nW8z73StvdpU9+Dx9ktXyrz7XUinfo6PS+ACnpFhznY295fX/nXFRC2
o58/6STlZN2VRrzvmSkjCqOb1h8asr5C+IUlv17KoL++1Lt39c0WVshDarVpJDzUMufQl/eWfqch
80AUcI8knMoIo0o7Y5RL1x9cclmKfrFEvWXsEsIJqg/EHS3P9iBF9CeHi2VP5CaQYKcoh++hXJN5
7VPa6vwoyQSf7a+vjbXsnYu/WaXRSRpqGlHyjf0hGeydTzKdxeaAVppx8Wj7K5Wkdi1doEpJe8zD
5JCliClpmVX1Vc4sa04HLwWHR/r0URXMX5KtakerRbggtTth4ATbJOq+ajZFcZhoxinbpN5IfHu0
vFrfgca/mgSjWm4qlYElscpilWHRCvlmfYiuY7e4UJaN24EIvBou6nwYyhctPQON1sNt329r28ut
HbKTEZ9MvTNRbY3rYseqKEVbg4KOIdxiTk2eVHE1ZAdfe9K1Syfu7PGx1L612kOW3yr9NlG3vfmt
b3dm4/WNJ+sbFD1wUGSkcePyQzfhpsb01u+kfhcGDEQ9PdxJ5SYW5J4zPfRBiEmlOPaYiNj3kVhA
ed/FqoppqLuLRX1UC6hw/nylBMnBLiuvs9WdMdH+FsxXon6TdDZTZTSj1dU4Jd4cq7dG3W67yZOh
BGrWo2rc98h8o2napQF7KK97W2oHcH7kfEXb0Bq/KosV3JpQyYbVqlGtb1KuXKbGutfaK6WoPTU1
7mw1P+Vq9qUFZGFG4wVqGGOs0JsaYx2mNWZbbRVC0Viiu/AefBkka2NT5SDZd8s4f57lJek7Cm8i
JB/IV1lztPssjfFQ5Yt6hCFLg0QPbNsRPcJdXJkeIx49fQ0jYuVxBTTV58b/FgW7utuktsuAKlvR
Sz2FnYXtvN7KhT4DaBsYCxm7KuBQN9qL7I9GvLUfVOEFGPEyMZ+nSnaspl/gjB0c7q1u7KsoPVhM
fJSw3uWgZipUBnaFMYJoyoDtJhQ7kAi36QhXhyE6zEDKExm3dwFCbuuP1XJrrjlT3rXJIwRYwJGg
ll2zw4jUx5ckG76UC7mCNBR7plmsdV5aNicjlddTHBPwZY5XU2S9amK87cpTpQ1OQTQYmL96wIRh
nPppJ+RoD77rkozaqZuM2yEwXywkRlD63EQW9PnSzaTrxxaayXSuEom6Ub/p5eEoaFwxAvQGudsi
T9+q8I4lv/AAVjFHxewTnrNJXpO0drDa6hB3REyKT1Lp8/6ON+EiWaDcRo2INSSJnrHn0demI9Aw
WJGfWFlBeJpOHp0VI/pon3xvoVl+/4djLMQXhiui67xq8uZm3FlV76YSNh/0Y/py3PyWxT4wFUoq
Y94HH52ev/OhfrW6vilFTJ/sZbNRMTuRYugH/iloecGzflPE8pXa6TzPKepjWpzlVYMMpciYuPlu
QMEnG7dLopBlktsRVG6JsFxGtSQTHGTmgDkz5m3+LkaChIkB7iEiGCt2ElTfWn7X5J9kmWrna4Q1
wEa5OSgaeyQDAkva+siqe0q0cfFMIj0b7JugP5f5JSE4z7Yqx7zLho9Qsd+5Vb+6BW9Kojns56Tv
g8RTw3wl8oOf7lNxh/eAHYaoKnQkY7e2kJ6RseuM07mxwR1Ss+LGY7R/042enDvjAGsVBADxdS7g
qiOV21VWGeubMPmI5fGdHfaLH9R8W0spWgifNam9bFK9kE3YlFqGl8M2x4egXWT7qkaIacLBS8RN
LZQjamUvydsjYV2kA5pOHQFhLM+ROPXhARmcJQ6pXO2rktuMODIlJLjDmZk+qS2P20tXIWBM/S2s
xVVSmfhgaLYzRQ3QyRp+vlmUFQ1MpFmXVwV4/1xaNzrgR50QJ1aMqrjLgnVkzxAIEUGoX9Ls23IE
AFPiRG3I7AkRH+Y2BQllq2VYWWTHZ50q22dp+KwEJDiJY6nrjpCmm1bFgoYjVtQ3SeuloSfiaw3Q
uYFoTSGmG3yUo+TRsXgcy3bDZHpj2QH6tsqpBtuZ4maT89fXhF2NPpH0mUGYy6ccjXxmIuuIV9r4
YrLodnPt/HXt8D3i4Fff1psCVDLzQE1Ih/LioxUr2wJK2TYVxnlqi22QMPFKPL297eIHZP04WT5V
4Y2e9YRtcpQ2OoyEFkjt5k7DCWelhzhwGxK6aggMHLL2gznd6tXojhW+q7o+qX5CgCQ6c7VzJhtt
VVJfA4Q7xkRAs/StMkN4mQ58E6hFaE14Emkf0O0Eh+vkSbCu+nmnVYkTG/pqTrN9YiPdF5jS4WvL
er6eq2KNsGGt5IFrwAoSlCN/fZ/eTHX+X2vrbegakhm0B41fe3r6yW+Ek1TGic37ICOt1wKsddZ4
hUbrRnQavJjorpO3oSmfBF9cEqRXWGA9zF43Su1pPObxJF3PBqa+OrlvQu1RZI2HBHndtcKVcFOA
yXP0fDlE9wFnkk9GUx+HYDxYUoE7X1vJ6XNnoxlmL53JAR0naWthlwt5GqdcupbS6rocDC8oBzes
aqfqup0Coqyg2zfXDPeLtdGOp9LsvCkqd1Hrb7NMWsv8fyUb677Gphp2bvxQDfHaWE7Mxa0flwj3
dIdfgRhez3KyTXTLHXGu+/5Hi8ebsIA/b/ObUwI+PYYGahzuo8pAnoOqrWxuOhqYlt8fpvZ6lPjt
1NqWgY4Dz77PfNAsiACxMp2rycbX/1HTQX2n9cE08Ke9bp56X6MFIHlWbDcsXkiFputmwmYYNRO4
2rl7UVNc2eaAkkXF0nvbekFikbyqsP7C8qjaG7RlsnBmocnONKFmuZ9bEuYM2gpD9pJ1s0dbfy/s
leOn1KBWe5lBM+xVMkKEvRt0r00+yCB57zBvvukg4WDRzRYYtFf5Gr2x8Emlo1UabotuWoMcbxzy
NngQsnooxoOhSuTEIxX965fn3Yu/OZ+AqlVQKvSMaWgIT8g8KlDBRYngR+sOYSVW+dQf1CkAJtie
0Tsdar5WjDofXf/XHf5/Sl4B4mxIog5ML87M67r0D2qlI0FJzn5Mj7+gW7n0rgb9PBfxw19/5nc6
GN9bWT9USnUi2bIyTrqncKwFZ+Ra1nk51y+dk5TSZMBqler/6rf7pjiQI7mFCmarXmxU9wZrs+6n
m1L/KkL7oFt3GZHThW66DI7Pkj4dzHA+6JyD/vqjvnOyf5v53Ve5Yqup0D1joCWXGdu5u5oA22KV
YTfwtwIS719fSVme1l/sVm95a6Kfp3DG8kn9ea0Q50i89r3MZ1zurNRJ2/pbU1kOTCq2SiL4cjjh
BgkEeqx+9Ci905Rf+C0/VsB53tatqs6Wl7BbLjpfEHCOktAr535iKnNxpqLrBXZM6YEO6oN7/N5o
xXizMKYpdqlBmywPESWF/dPy7lb+QyOY+ecwM7j1Bh7psUzOVfHh/X7vq32zBtoRgWsoHXDidx1S
r2jX5A8LD2sV038DM4opboecsWf8EHfoIi3tZgyeBr/93KnxOaAfrdYQn/yPhlvvvFXGm1UsrdSo
0zvO1mUqnv0+WDeafohkfZv4E0W/fKil6aD4+kfP2zsLh/Fm4UIuyRS5L21vEPELpAS0HPW+grDI
emWRBSEiHTXkY8Rh+IMn/L3nS/z8fDV6EOiSxROu8+ZEwMaEXhLkh1bWwn7TnIeJZnH5VJlbWQr+
tbXqLWExC/HmDpItUbH3h2DWDzHTso43eFkWrdw8yAwrFXbdDz7je3f1zWrVoTtNawxTXkDrb1kw
Ct7TcVbZvacDkjRo+uilGgI2df/3a/4tCcddkfHPvy1/5kuBfjgKwvY//u2nX73LzP7pDzX/8f0v
IUlkAUT99It1DmGAU9VrPV3wh6S/X+CP//K/+y//8fr9b7mbytd//19fio61hb8tiIqf9FAaL8H7
8o7La/mf/+cljb48/8N9zYov9X/+73b5xdfX9B9OkQfFj5KP5a/6Xe+hKr+B6F9qLbSBFol5PIe/
C6sU8ZtC0g+EeyLidctYxgJ/6D3031ST7EUbejWYShRULCN/6D0kRf1NI4qIdD0LTRSEV/G3BB+E
fP20BVggeC30VaBV+Z9AYfVmKeitvJfgGYb4tEY2Ghv9arZqOmQYxbcCnR3y6anEmFqoWVqhoh4U
35VrIT6VsDI4jRlDEKzoguLf1WWApq6PINTrW0ysq8zO6J352TxHW5RleOmCqHo2ui64DRMGQGs1
iSRMEP7Yzau4Tkkiqn1ZUVe9Wsqericxg1PLWFInlBDL3AzHQsVVMkRHLYjbiuSJrifaYhrFo6RR
WsIZStP7xgxowReqXGqO4RPI4aj9OEubSZrr0OuGHr5iF9IscwJjxsAZ+uMnbnpLLZUYHKvGvEi/
+rXJbtRT1Zw6eVF5t4mRYl6YTWagajyXq3oiX9KpwTVDpJ8g6qyGuvLvIzXKv+hQUTqcqmC6VlNU
2ArdxDa9a4oleAFoEcc9lKL5507DUuSOjSK2citopY9TmdNUXWSQtt4Ot1IyIsVvWxyjWMrxo8Da
rUvejLgiPriROYwr6CSDdesrw+TgJp0m1CYzWDvRjmW34kA8PA25WBoxEFw4AcxR+tnSClCavai5
Duhb7Rt22Pk6E9hIVmWiBZcxlWZt10Z2+c2UGFeB2oz60SPnQMppr8nRvLEJ+csdXBgINDVyK8ZV
3DLS3ESNBN44F+jd5DGXS1pHEhSvONE/R2afkvqRtNaD3odNvxVFrD4UftN8SYDMQPIwR/kw12n8
qtZB/9Cr44R6u/bnhtxOQ9yEhaZ9Nbu+UmB8BnKHBRG6JojHXmlxp6lTvJ77AqYozTXLwManKMYN
Yj4MIPShNAZE2WDpJa2IaIjaU9KksrLSSObBuFtUsrXufUveGJlc0vuGfvS5asfpSo4Nc/a3MI3C
fGfUBMavUr+N9zV+YmMFdGqSGbUHEkH1RDMEyIhSLJOLZLDnlGgOEeZ6Px8b68ZvzAqqmpbQnzhW
2dgiQsYBq/tXdSsqf93LJICtLbuaogcQl7W6gUuMmdIQUaIhy/Ahin6ehMbntLVaidZFwsN4mGPb
7uksR/7s+ZA8ZIK+0TTwE1e0O224wibm1EQU+9KCRwIEyVAtp8Wk0dDbSRP5JOXTwqXAkRHczmoe
6Y5vdJrOUNqawcn4CKnu+zQ1UCvkcBE/p+C2sgdk7GK4kkN0iAcaErH+BA/VJkNiGBPUIiU9Jftl
DuIyvqRm3oebkWqe3hWq5WohsvgVFsxxGK5KLLD9oUxyuhBj0pm4ikhDllgJOgsZ5NCgxrklJ6fn
sY4XGkse+/V1zJfIZRSTEKCV36r6p1Qa5mDdZZXSkAcUGS+ZBsnXlVWko5/IkwlB7sRD+jBIAnwk
DARMAYGk1w4Gl8k6TkaDddNsddnJBg5RnpI3GIb6BN/TYCYMlEHHapqT1MUoXdsS+XwI6Eut3aC3
V7vnCaEyJ/yIEB/WXabgY2qX/5e6M1mOHMmy7A81UjArsDXYRNI40+kkNxA6nY4ZUCgUiuHr+8Ar
u7qzRapEclmbWEQE3Y1mMEDfffeeW9yCvPFTBIC+GZ7slnBsUkP9fRRTF1WsKVLzGM5wS/jcc25K
sGmQF1MdTJcihbDzJ3NXfYTVwLe5AABEHJCNMrwMPXXjLg0s95nnU9k8B6S0n4pKsTupyNKcJ1Bf
RNaVyQzdjjoAeGnD83usBjYYaxGNb36Vy69ClJS5kKSZflUZJsSSGK6CxaPLIkeocgEjEUIbmvLs
VaGLWzv24J6OYcEryXQtrIOainqAZ1UoCD7tjHBX8xBGwMYA54Orsqf+mNGhCkoNxsM91wCAg2KE
DYDS6De3uRtvqfcwxyfbZq5o91BWu3uN87iC7ysJ6P+h26SpTgSJozkpsnSOiOvWDUnErogkWy+7
vq5k2ZMljykRukMIrX6EABjVYaYHAhkhtcOHugoFzvp69grYDJYHySUvijfdG+8d2gSp+TZ05Lsf
oowdpgUsxg6qztA/9VSKXgBd6TpxnCbEqNS5rZ+sC4CCfc3X+dXp43E5OCZX1m50i+m9zUrxbOlQ
DfucJMRy68iMJnjZpH+6oeDM30bZ+tJlephOvcOFd4aexFYEW2KGzcsZm5c0E+1IQ9M4K5ZBWxR6
EWSuEt9hu7OjYr07ef3GjhPl9lIrIisQwkpdELINoH5w04m5lCDObNtCOnPMoUoRW1Dro+Uxb+rl
vcfMUdIuXQY14JvO27KmYGmvIy/Nyf01g0QB9uaAvEk+wgTz8hFo1iLg6nqWR8cWV6537qyBRvd1
5n62S71xamDBAr480AtoXxppa7HzS1JbSesWQ5hod1XhuZrAxu4LCeQMOW2yUFDMEEqksFqc5oAK
gb0ugfO5XcXnN05L/FTDJEl3NWHJXzVP5hZYR8ntrEnX7mGANZKi/TreDyNXL6Lusx7uuSbsD1ZF
GFjArSzrbuDd+MWJJqDPUej5nZ1a8wsTO3S/aXAn3mKvZzQcW896yQc/f1urPv5du9XUbkcAwuDw
F3gRQQ+xLAHSbPPYzKmgCBWvp8LpEVxsMIA2DpOxMghXIaiCmK4Drvu5IWIMnrQ90FlkBc/kMItp
b7cOCycrk4pQ5AyK8CLqNmsSBaDgu8qGsDtKveXnMk0IdKUsjUJE3yHcFE1QHUxcdvcjQaMmiaph
40XHnbp3s7rCRsPjuji4VN49pCLt9QlaAgGqWXO4IqNOFoTZq25spHnuTUp3aU9SrSP7RQVX04No
bu3i4EuP/z0tCFuT4BlJmhW95JxSzXOeHrMqry8TqQJ5HqqRAxq2gGU9rUDz2ru1sJZ3Q0WPOQXG
rH88Jaha9oeC6HfQT2lzIZQSztu1t15C5UkQeIX1s0rd7CVbMhnuIj3Fv9gvVv6Oe+Ty3dgiHfcr
F+Z7Oltxc5ygnF9UOrJM0IsPyZB/WZxJV6+fnhqjYOdCw9NQBT0YAGtkly1HWlu+jo7g81ncQdzV
ZpRjUtBJRXa8ngJ6VZUqb7y5J9+GoSm9tgODH6pXRj+2HGd/T1mzhd2KoXkeVN1/xGYuf2csZSuQ
xVByMEh5xUc/ZROh/0K1P0b6qb4Zo+RDOUEsxfprxy9KxBVzMOEYjq8pn58zqS+eyuqxk1AqE9M5
wnD+keVrERTOH1ct63Pc9et5smD7JEVvuR/Gtpqn0XK25E5X+8tuyZlj2OJ1nMsGQklwP7Ofi6iD
T4GDm09/HNpfclUK8Fq1xBdNG+yW4E1ZcHO6jN6hTujbWYzQFInyIEyU3gQQq9U1qjcutpq93Cqj
C3sJchRLVs79Pu6sqUlsUke/wr6fVEJ3PP1UWo3yJbPm6dzkM9RY8NTRg/LJ3u4mVyGN+usaPy/E
ioj1Dety5XDLJ20RVdNP7mm2xaOnVgv3ZQHr3FpBnkDHGOCfEXmCECq3q8WtDNuNPizq6kA9F66U
IQLvdSS7rr+li7EOqghQ73DqIIFPeU+Hs++CvEtndtfEaO2XkjuGTHKtrQIY5Sp+LCxVNEGlcuyO
sQ7X87rSjrfLatqnIcgPVpqkeg4XFsvaYOOUeUGsM7VVd5bB6sfQXZYsSwpHVe2htSodn3WpyOSu
PVWNu1VwnmbBU5HvDTqfOFu6+BGRlVpaL+kA0jZxLF9e8yPpa1+UgLhczlkWWId26XZOhf/zkNHU
5d9CdMQ7ruKVbU5v1eTH/dCEP0OH0X8LrMiCbDwn9sToBtW0Yk/ICgLM+/c8mzCG9cZ5d+9GyufI
CmpxAgXglZ+aqwQPB7E9xZLO2B+zNTEBmlwOWyVtg4cOuq+OEmnzlx5InnhvfM7ywalgE6nI8jIW
jGq6s6y4fku1O+J6JAgYHbQf5QBpMnywYrXQUJktu2bPBEb0ua3S6Xu14Wfwkhy7TEj/aJZizBnn
tIvHAEtsPWEgawPCNuQ93YFnoy27PclABkiZBkubNDXwJnBQdZgf/Xlqlr1JewbLgQ0Rl5Gu6RSI
8CDABQu0rXchdUoW+AXuNccBhka/c4ts5qPJwcbs68Bp5GlYZgXDy9HRsSyBSLDa1DNTR7aw5ox8
C/29doFH3VmBHvpTHQ/NrZhL4x7LLHI6rDt/d3P0JFd7PS6CbYuZsUaOrc95UxgCRIeKTWu2Y7le
hM+1V9bu3rOybdM3rXhDOq/jMTWnoZa7qcOyemrWCvfo3HW0PxqvwZOlWeu0eDEqRoTSLDzQ7TWA
MifXNB73AU8WmGvw7tsTh5nhxQqrrrpOaeSqdx7gUW4ZlYMmWkuYC3uTBcFdvDYgZ6kWheHTcLSl
WXqk+421ZRXj1eg2Kgntfx0P3Dj+XW59lEkvtnmYAgGZHuk7IFxFjnpYrqvU6Ytz7Wvzo68rlGYZ
yg0gEQ+uew3tJM5+4LrXNmjqasKVu6BwJSoPSgLctVMMe74vOe2MA97xvZgVcKEYjBhPVZaG3amv
ubRIpJrC4s2NSo6dXs3163s5hOehdkiMMhL26d4EKeqAGo1xEtisMJCAxtXp9dabx9QDH09C7REl
q2eRZ+Kc8WDu7lLYIOV5jTJJJVST0mDB859Facs5Lz/EwL/0lbTrjuR9uoiQuNn2X/U8U2aEC5aP
2Q3AvDxwzAYN4IZx7/4mlyblUYZ225Dn9tc2QZGs8TvlHk9K2lPX8lRijc3P0oS5c+AFVt2xUpny
DmvQMOjrMdDqUA1DKvcAroI/pT2tzklsj/c93OzYu855aSsI1S6I7kdm9frOEpQkohb2ZKD1grp3
FQdEgPZZv8BMtdbFLSC1mLZNYKQ18nEAwVsAGK5wb8gIcM+ezUzanXw7TcW4j1sOg7vC7VV0NN44
TFfT3InpfpGLbe5qDcL0xuEeUT9CwVLFC80DwJd1kZrp3QQZ1yPlkesqnszKsHlhERJQFTJB+D4a
AJ0/F2kwW05c1XRguvgEjvjq0vQFoknhQBiIoK/t1rFvF0LyllGM6SgnBy6oPibHx++fUMa4jpdK
9w7p9d4D8FrPfhYlzPCSSo0mxL/plr50Dm6tJUnmes17PG6FMxzCsI3LXxR8WG+RaJr+WnbDilvc
jTrQabzFzTEqKAW9KG9YNE/UglWyXjJvYZk+TvIEN4wpM/LXEjVKmtZJXOJhgDDKqXUOfumwpndX
akQOAz0RRRLSICKvCoiHeO9s4F9nSjJV+NR7fl4+jaLduCXBCm1XEG1wjsFUjBCMnI2L5KyAWJLO
463EfQg2zsLTQvCw0LCKZJiRhgTqqJ7KsC4/6QfG7CIHWeMlGBVHXzWsFojWEc0BDko93GH1FA/2
DBx1t5h6/Ii0o07rPJjo5PKNCg+zWlW3b3nF3aFrA46EtDXaydT6y3Ph2IBeYAbNOB3cmkL6cI3k
S2h3kN3yycGUgfzYLocSQbA4qEpAnwNDHQHoKNb6AXlAg1ioAUIgvXUs5rsSTvZCi997NM8dtPUp
1nfF2jXL0WLQfStUFL+Sl17kbg25apN07MSHQxYLFtuyEp6gr445y1oCHhGmoPnHdwq1I/di4QTn
V2ErLRtmWYpX8Zf7lBdLwFIQXmtLg9ZYnZDTisNhi0dJGQ79TokOUNKiLRLbQvXLNUgUZ/mpCuaD
K+q95tdxbEzBm68UUyPEfY6ilaFDBTUsq8byli9TCwNzMTMMLOosCmpGik4NHKQ6m8nZS8Y2z1jD
WU1RA+uRIXPbCfL+rM6AEMbpDnWrzF4acquielBgqby7wXJiY4FtavxKHqu4wSxjh2OAVguUeZDP
dkVAfBcgKIWHIC2r6WuMSK5iZQTHlKl9rmDQnmD0YWCgDmu22xena4L+EHlziI8/rPxin0XoRfLY
gQxkezT4Y89af8hd6ZO8D1OkztzkpjjC1rFGngBxHZ5r4aX13vQdoB1mQbMe/IoBLt957EuCk986
QaROpRar82nqJTZPdWY30RlKRuDzYYeZeGore5m/B4D7GwmE6hgXJ2whgu6EMGAzwoAYCXjyMCDn
3C4qCSvgK49zM93aUjHZKU/YxqEmiFoqooCQoF1qZybXhdU/9s3S/0pLtaQf2g2r8aVKG414Wdgp
UwIZ4BBhbAcOTZcLgNk48N84UOfDS5DRZYNXwY3y325hTXmw4+Y9h88Cozjoh6YrJFZDHRfEqQrc
SPcZl0b3xAMpDYCNq1LSb+tQdu2DFLkuvWz5oXJnJoofeR2+h2gUd7baBN5SuKiXlr+eGf0xevSu
NQZAmlVzlXZr2F+P1qjJ0ecz7pppzutve0n7b+BPzqt2SpSeYurt9uD1PsdDrCJ0q00Mi/KU6Qpy
a+y0q3WFK7JtCQtqcRFSK+e6ljFoCxBWKSF+xwezMnttNJ9oZ8AIlgHrL4BrOWgsoSWX58GKCtpp
h37S4ETHWu0i3m/OsH0VcSpi7d1gUYGUyVjmYAmSMWoS8pBNVsKR+W8LM2+MllRZzzLvoCCXjmzc
w4LCtCZxxRf7CtRG/gBMgc4ECCH6Fpkom8D3Tfinpw6mOILmHDy0bueCNNQaMJmCuTlTmTCBN4za
mUKmeLL2RY1RdmesfB65rwwS7LNIiz8OKii/gsixLDYqmBEB3BmsMtuLbABmG5mv3tM4SVHLJIfB
FKv6oVwm9da1HgTOqDbuEyCP2ewdKAlfjGkbEraunkBF5FjfotzarRrTAXBBKrzHNRCGFTgoToT0
bbdCJUEZ7W0ZZcdp0NBAuJqZxmePZjy6/VbxQb1PIKmucNW3EWOo971tqsdF2Do7RKvgMjP2Ks8V
1/9T2opoOCxI7E8+A0q3Z8jLv2lkj5+QQ3h3jFbTs46XETHQUmnFWzIED1aRAUKG/Jdy1y35Jiec
HsriKFW0NTy1BRbK2uqmn01g44400oeaLgqA32peOWBiuuUkupqSqXHKkf72xILs6lDQW9BQJK+i
T6KrE5h5WzZ/ugwckvGAZ6SIRPul50ZxsdKAx3ehGhruc4RoHmUFVi3qT6PqHVRjuuwpxULtn0jf
vaSsXvKruLayiTVUMUd71+GJm/iWmG4BLoIb0tQrfDNHsYFmiIguTVVOFsQ3wEOliUI3Ua205iu3
8HGi1nFd/AloZqB1QresawIZoK/4Xsk5uZwce92X0oYzwEdLsV7hh71/sFBJnANYOiu/VlCqOCJr
BKQOdBYDpl25jK7cG+3dCr/uJctqg8GyxIpyjBuscjv6hryt+CvjpM8ujB4DFBrWQSFFX1hQlYXw
wdAbYtX17NdIpzGtmquXP3rKxlesyxUbR43S9Lvi5o4cAlFDouMYxnFkDN++VlJCnZ37+YfDN8nf
GWigd6BpIAMKGGuP9MYVeBVEt2ApHzRbr7F20xdFYSJphMyjfttTdI/soJpaBfSmNHqUczdS9NHV
/CTVV3EPfcZ2CCSETUj1V93nb3FPZCdpjBeeVzxiZC0ilGGo7z00GB0ugGS0KceGkPjoPjO5iWtQ
V5mPW6EMKNRJJZEGNbOX27mmBBpehhjBoXV7qnwnJaz/lL2BQmI3tfkt/LWpnkI9kPpzYeki9BQp
iyBK58YnTfu4dROK1rvTcTCLXe/r8i1savtxYv7SJ1/6qrgMvL5Lj49N7CZSC68+aydJyMOFFTpT
1fCHnDxoGXtyOWXQmqHmHdCJ/Mk0Q/dJcR61qovdD699vBF1bErnv/7upP+ttfz/NHYJi/H/bvF+
GOrOfLfF5/+7YP/7M/8kKoTUPfm+TWmnB2oVTMh/btg99uiBH2HApgXVh8Pwnxt2P6S4OqSxCdqB
YJW+mRL/uWGnIwoeu+8I1ws9FAYoKX9NDXgOHv7DOoVd4b+JcP/tk/y/Hith8+HT9erz98dU67Lr
/1cnysorMJy5imSRdvPqcR7aEMOWIRQEGJJvt0UeYsnMEtHyQVRtXzvIIQkaErM75b/T12Cox90F
MdJSvozQmzx6ae9sf2mGvQ787GvIWoL28PusO+kQsjvbdZqRF0I6cXkq883ZLZxw6QrUOEHRr/Pr
oQRVN4LI9CWz94koU/Ej42DfQSLrAOBPTY93EFBi+unKEnsAGm5NeQX5AW7sK9bX/dawQ5owFCHi
FWYpbma1B1GlQlRjUMekDDCCXTCSuzc45xxpY9p5LZkjuy0BTDhB34Nh2lheXheomwrQMoEmFtYf
qopCol8stBg/uzper2bqltqki+zlt3IGns6QcJ3PsuuK2xKx7NLXs7kIp1tYlptRzcmwtDR76DV3
OBw6DjYDuYyZdeNZtD2fWCGzarHpm3OZXlr9VmYZ7HvwHCY7o//z9O0ZWd7c1e+fPFa3ANhHmyRW
GbnjWyD9oDkM+Grfmizw34WTBa8im6cPdgX9fRoWkO+cOUQQDRRMF3Cb27Kin8s7D0RYYQi7up1h
xbmeNyS6ljEnIY4Rr3E23CC5bruVZtciDrFj3PXSuhfpWzMjnNY3qSTXspCJiv2z3xzaPkx6H3Rd
qQp2wvulYANfz59R3j5yt+oMkl20/lzzKjy73arvVtaSTMU7lAgWMY042F7za7XcH1FauEnQjIl0
+vtgaZJ+GW/pGTmFzXqPce3FTuNriDGvdEOWcnros1d0qm+/p6Ios9+KsYWGsPH9kBg0JaAWz5eC
6Ck1h8kESC3Nh7e+omiyLe/6iSy53z/y9dthd4ScA5GSI3fiuB3dqNfdXPHAGMGOhe6xUTwi6Xc5
6Upe1qhRJ9eraFBrLtqOsFeIZ2ybV2XKRpqFpPsCsICYWL12X6U9XHkzl2AEyGGfi9qCq+c5L6kR
NQhR52AmWzxXQYFkBV0QOIcVBf7BAOp/w/hOdKkf/7iVumWZ+xCw4bhpg6HEuz1ML0hQCR6R45iO
1zmL/jthDBZ2sctMf6XhjTE+R/5Iabd9hNi8RxP+GTuf9nKH0JvA73KgkE42Oi2lMenykxMDuB8+
U8EjOn1gVsabD3EoitdD4epnQKdb888uxlFR2hxc1o/QN4+0zT17YjoyiCZQ/LlYsHA2834q7+ow
IBdBEavI7skxJdws9348U27RH7HV3NDacPw7XVvlTUbD5dpax74MLtFQ7gHrJbXdngOvGg9b9MKX
6tzp7nm0fuT1lzti/hUltLs3N2QdH/dfaGWJXYAuqHHN1Hjqz4WTfeWh4GXlB8FwjMQzmPec8EdI
VE/kz1PsvPS4bU65H/9CJv7kqrsxzcKXIzds2Nxmb1WPU+yz6VD9C5IRnVnTzKDAPCwi+djM4piG
NFj14YSs2b6FSDAGKHy0hHFSzeWx0dK9Il+9NxuOzdIzPSb93vCbhQBncnSYsXRxCU3fwbgwlPij
6z4WLA/2rrcQacqqB05+aOT1ZW7683ZNR/iOT2lQ1Xuu0uaIrFfdzLRsUW8nIcaad2F1FFKV5nYp
wzt6O3+6YXDqUMWoHbJO7MiuAgqLmnVJzDAdWQdC4ru3i+IaxenY1VBifK5kqkDu7Lr4FecR4Nl1
xJfDDmjn9TVaGTf5+NiL8LoiZHBcU77Fw5tnnA88JWfRNuVzO1F6C+XCb7xHKYp7u7kEhX3BWX+S
pn5BnLsTrcIbToKWBhfZq2dRmifXmq78SB8ILlv0LLBqf5pCc1F9dd3qT2JamuKrUT3XYr011p/I
i38snnpyJ/hAihFf/NCQpiV7TiqLWpeF48QGv5DTjCPyIli8KIv7slMW92vZX9bSvoCsP/v+Brwc
jkv/CNeQpbt1CZoV58pdTWGHR2ojhz5ZdU1BVwY2ApMJmOWk0pAIDp2wyQUtqM/DLjYKvb0nBupJ
WJJtTdkTqdEj9Wh/hhk0aFSdi0mkN20bq88mCLd9XXQWsr/nMY22YxGqIiD2w4cVsct7YN27FZwv
RpuwSVjVzyXal5YXXRNAxt3Fc3bV94UOLkP6pWr7wgovidruqE1zqCqeANS8q7FJ8J6c1mr81Rcs
iJfwgejpFqw5+huyC0XADX6t7lW8tvdivo/AoazDA0aZPSwGn+BGCGKGafgcdw3jWAi87BMYp0cP
4wSgiUz4fcU8y3SdiMWePgs5XNRi/fJL+Ydd8824VOHOA0290Ma36OLYAxlNUI+OgsqwqT2MWfgy
+bX7k50ybR7iYtEAXlTyvhm32y8rmh+jCt6jVbl8277o5tmXtv61kledBqv7VS1pQbWQv6PzYzek
UXQYFv/o1WicQFDecov2qqGwH6iuCffL+kDEuxlj5p9yKxvaW12eoAsfFm8+ew3xJFF8FqH6dFMg
E/YAgdy9xdB2ZsG1Q3lb9zr0mU6yC0xLVjCEtTNBIYGJk8Au3pQl+JCqSzb1zqNV88cvr7atB8j6
Ig7uVsU+we6DkmLGY6DihGfpfG5J/Z0GFt1mrUlgvw14hW/UOuPHD9iGqj8BT7iK9gNyWFATaB4M
luncbY/ViqNjdO+onz4aKTemH+AKqd2EYoPL+1GnD1EmfsLZv+rj+NikMOXmX+wDhh2uuZvepvgM
wIuV5SeM2ddlnL1QD4iHbTYJ6v9x9HVBRRbp5aWdDqq0f2LB+WqQXHGenZUa7kaNH87i69OB71ki
LmNvE8jH31kYRkkQFLdDNF5PmNpDL9+4dAUkrMV5CUIiMiqdlivUCzZoQ3BBFrnyBM8DqhoJj1tt
nN+V/G4MbbqKT6Nj7IcMZHPp4UaC31L+BvAY8tyGq4W87JcN99z5swlDtFV+weW5LrNjDwa1rz7o
3+Vvad9l5uLdXJ7wdlId9+GBBS4I+4areSwG9lZEt9rqHRL9bl5xbM3FHVV97GkusDLBorMiIdcb
OL/HMDu73OAr41zqjlNts6UAqfUmRxi5JFUH7xgU7TFoYNvgJSit+WFbIWq2t16FJwqC0up3ryF8
2LJ4X+XPvBwW9NyCvDOGFJFTzxRivFgWyu5ozamXgVtER2p+JAhrfO3ykYXXWHbYurJaPLMBuSpd
1ArDL7rcFJF4U33wPLl2+hOx4AjiHvDNcFYBzjHXAXhEnyh1R1n6tfU07RvaamT2m8aT/cq0rThI
0sWdbA/X2VuOEy9kZnPRpmCWw5DLE612sdcfzEUHWNT+MVKPE8fwx6LEWIq4vetXiQIpAw7DPQ2y
lftq+m/Lz05Ld2/sGzRhErk4rsAXbh6TWv5CVj+E+UWYTwJuSxztU3a9vB2nJmT0+E4Dc1U194Ok
Skx3NwN0xDfT5tQZUJFBdr9CTG2WJuVO77Lr9Z9RTfakoq4YvrG/T+O3TzcRGT2572sNY4ZUybzW
FKDg2sVRiSlsBLbdmgKENOlUvJ6e1T4UhCHb3tWvaJb9FfYgGAglDB0NMnqx/X3rjB1MH++5bUJO
Tvu26kHfs+qZrSTveX1diQFiOAUWKK+S0mfcspP4PYRUWOBPDagBx9RA42Cfa57cbKdcgU4ytkxP
qxh+FU5M37T3W49megRyy5OYh07qA9xNr33x7UfLR6+uvYXjeYVf1tyUUX67OMG5WEbQI4Ab7JWq
Wfe7EZxgOkImCtsPKeykjZkmbLjAI98gwgJnOgQSYdMxo7ArcN5xQ2zY4Xocc/c49eVLMfNBBSBX
519TPRMd8W5pQT2hMJ+GOjgZ9Z0h6wZbNX36lebTvfYmVqETWB0/IaOdUOh6k4n6GKp4V+bt0QEA
Jc5N88RrpT2F9gCaKl5DnjRjLR5dihvdETgUuNqS4oUxEmc/g59v/nhENoy7vKghvDWZfYm4Wd75
DVF86nvHST04W518w0I98spDzU5zPzjW4xLmn87IKsYmfRQoB/HXM1CllefgMbcUXbnWs7cGOymC
i5iDj3kxzRlH3XneSDoVIc+9t2LBFCPHHVhOTvlWi6eawGtNZ4ZTBXthWT1dFLX69ABu9yJ6aDNK
Uyv6otQDRg1xMKtAuKmbrL1u8alHWXu7ibVdPmaJEy4QwdSfNXN21gKkCCxUALIhr+y7NHtd2mE/
FYeClTmr5/I2W63Em5tD3/vDyeSbsu4iA5bj9JETTX5xW6DYHA8bpmQot3RpchvwACQoN0RpHjnz
eO2Lyze9Yf5YFHQo1MSIPj1DPJ2BkOnm4iq+g5qlcxGMA/tAdD8V1M/NUuLaCi2+wBHzKm07QN0b
VR+d7blhx8tvUeHU76h5unamVd+4YvSSOuusbyuOgA441qWq+q+evibPtQI+/vkUT8RywihHTu2z
m9JL6ZzwLUDCsuJGE/UzS8X+IFTdngzstHAyu3H2boLVvvLHeF+BExt99bOFy9HgKaeHokDfzFmY
Ifm58fDZZOYkWFjsaTVxD1MJzLRMvCnGodesV2XmGXadZYjnC1ISHApxrmWzb4nU4tPVqY+zLhwT
XBpPPnrsVSEf5XAac0nsFitC3F2Fy/hnLa62z288snLkDyn9gtOLq0p24Zx35tc8jtlh6Doa3gtE
R8yPY6r/pK5PHdcyTVv8LbbpDQTciTenJKuKgpxKO2RnOVocu9aYH1qmbuEc7Sz+/dg1bCtrVze8
B9tiI2aJmbKbs23FDcOZb/US8mXGejpcyyzKWEtzbn1LU2fOzjRKpDRndKFD21Lfy3vTzNLad2vt
XOhC5WGk+fLSUOE40jrMziIe4jhiNPDLkToVlxXYR+nQXn01aIxcjBBsi+ErdAxHHh7URw5NzMHL
ahg9Wf3lbyXbROxBWbdiPZGxuvyvtenYcFVWxlGJvS7rh4x/Nn//GU/U4hz+fcnyv4wJ/UuY6H+a
sOn4xNz+60TRX2Hzsx//Vdn8+0P/oWy67j8CKhYdWLFCcJ25/HH/zA4hX3qea9uEBoXjxA6hnX9m
h/z4H6HjRfw71wUk6wf80P9RNsU/hMc5gIOPR+DHt8N/T9n8/zL8m7IZxiyC+TsANAe8xn9VNodh
qSgQQjpJFRbY95StBM15sW22g/jWEiZhC1NgEoe0hykvqH9HWE5xaTh7YUaKaWiTwCf4t3vMorTj
hMOu/Fi2arJ0KynrJs0Zcysuy1hrv9KM6FF/sr5wjoJxsBWd0f/eUA2kgtNksBMsWyHa5t24QQPI
3yZh1ieo5VDPKFBrotU6U183c9cy7RcZimJPwY15lWazsm01bKnU1kWWmy8jEtS0BWJqINPQmr30
BBZ92tyU/Wr4Harso87FsSj9r6lsH+LqIfdf5dYIBzu+PwT4XTHqDgl1AXAMEDafsbzO9zBqQImo
ztV3Yuuayxb2giNdIo8c8MK3lhQOsI3IpUN5a6pryil8hIQXXsVbj11pkyMJiLdfS9IbIog5EM0W
aOmxjPDGIXv0OMeOQPXDA70WHH+mIH2Lt/a81O/xOdHY2swTpXxkXHhq2DuU6xVuVfljFMAWdlbP
8umAw2q+eL2cbpqts68zIHg2r/5lDHhCpGzUwyH44hE77vXkzA+tCOZbzGdUDlacaFOfEQ0F4yHy
pAPDfSsNpLrtcariV7dIOccqqgXHZuBX2OoGw2wYrrtUzXvp0EDYNJJ8GWV7Eb82QgyBpbB9sQIq
DOOtzHDs9HwSW8Hh7EqZBB5NudNWfwglG0JDOIQ/yq0b0c7YV2oc4VYvvEsHqv6EX2veTUxkchdt
FYsLXYvgGNrdtDTeuQpWCwsalYye8rpPOrYpQloy5nf1GFqjezttjY4m1n8kZir8ZXJ07put+bEN
O+yyvK6DtfVCsoQiwzRvZZGI4vUT54oxmQ3nF1FlPC63fsmFlobEYB98dSYxvc6GN85QMfDTo5oy
sKkctbEj3Jitt1K2ozmi1k7UROHfkWRdmh5bSzT1rAUDxRzvzggwjNHukfnO/5DgJk9DjvqTK2nf
YmOaD8xYZPO73j34W8Nm2UX9LbIzq2Xdl80GSJzfW3cG+rn1c3atQJc2W2unob4TvYIC9LmgZ77x
iHEMnu1THK15KCPyJWZrAVUxTHEyRXSDtj7aFnAnbLtbcyi+JlpgZ1dcj1uvqCVXeVBFkf5o/taO
MnHduMaliXTrJNVbO6mWzrrvt8ZSP/PUVZoWxLQEU8O1qqVz5dgEo7Kyeud8T9Oqpl6McKJ9qClF
nePAYTbamlK5ej7jkpX9sM5otFufqrc1q5ac3tARGTJZ8P9v8s5rSW4jbdNXBEUi4U/LoHx7f4Lo
bpLw3iVw9fuA0uxSnKEUo6ON/5+YCSlGYlc1TOaXry0AHxV/J8rQV7P9NnNC67diaWol0hLfHpos
Px9qWmWXRteR4gs6GmpqXucZ8Ag+hBUoZWqirqW9plKkuc9jpjbhEGsULb2xMh6Gk6XTJctgwSCM
Zv/BTmiaNUK8IsSBO1ympYjWXjpp+1Fq4J/01BZLYy2mdDSqBmXvngoJ7Vmaba2IMjyXc++9Fku5
DTPzLOfygsk0fsV2dNdSkavFLaUyS2uuY2rVOVqadDUqdXGsTNuKkt2oAEtzl97djFcaUpguXjUO
/SZrMYBaNU29zdLZq2kjTZXwF5vwe6Ov5OAlQtP5MJe+X9UqiOvcdO6L73XADcXAQUAJGZPvSMsT
rcFNDithc/5DQLG0CpfVIA6TDYqgJx+xBPrTkCI40td68y3U9jZ+iY1dSuCq1PGxiHyYpjRLP4/G
8xT1RP7XcPSrQou1O9nhWjTcCTlsReO2Nm4tx6OTYqAVBd0D0WHxUG2jRg98HDPNoSF0HPxyfNZS
wB8hQOXoA1la05h6Z/D8MAEhMXHfAG8ZyMpPlKkUBzRJ0arvCrn35vbedOPriTAwpMMDRddGml/h
fSNTs4/DZxFQn9tL7a2lYmWlQsu96anz8Bu72MZD8FJYzqGWI1m5k/SOo+ntCVbAXQDA7wD16FHa
77TROThg9F2oiZPj8XfwPRNixtBGbTXVpY8W96gM75uRQEvINN02Nf14kwrfETxWW00f9asEj8bR
tGN0sjmGhgYJy2c30G9EMz1HMrvqVhJIKbQt+nBSgXpTBijIl/QmvC3Vt0amr1FFNoCp5fKB7tPQ
Fxk9KJ0av1LKoOjx0qP9or7az5waXmM7ds+AAs5Ws50J5sQ8DUy42xLAPUNPZa5UPFhH4EsFCusg
zcVZc3ar/qKmZjo6ZNFy+rvlJeM4EY0psz0IjUM2oJsm132W0qNHyeq2lINxmOaxwJFCkqvv4gPb
qcHs8W1WETgYQNA3bwiGR0unECozx3Hn0Eh3VY7ZW9lCeYYidA52OxoHO6Kod4mWcyNv0ft5pXuf
VoG5BgsUazTF4UlzW1DBjmLjFTxKuglQoNzVMyq00OurGxhmGJ+uIPXPjfI7q0sFxeuefeznLrjk
5Hf6dd3j2pmy8kQD6kRLG+VUamw7RBuJ9iiGCNatHEd/mhJ2u26m9Y08WnN+9MIYnTWsU7uAC0TF
47iVmwbubO2wT3wgxXVWpIKZR6+gLjBDhfyUzH1/k1DassJXP34psPssoLbJGQ6c5pInqctRsSN4
CrqUqnTfzO29BbXpZ4SDHUQ3Vb5Dvx6u2nsE9uaXdDS5sGzZhwyi8DwY3bDtW1NtA2xL4FNu5gCL
2TY0ohZcq2Sy9jhNIds06e6HzA3fWg27Suwe8MeflJyQWaC7Qhto18IXBp1SlUWtjQiOaUwgXkKu
tEfosysp65tZvEfNiHxcKBerGqEjJuNIkgQmH1u1G4NgkDjtszP9mKaPNmaX9upIm211Ow22Q3Gp
nfvQ0aVvh9OnJrRDwEl7bouVUBPZXKeY05pexjsDBbCThK8qbY2tpcoLHUVXbqjmdUsSRmcBiJQ8
yLveap71FOrDweSLEnJliwZyHch/BhNFIfjupQBAWjpoO9kSGloCUotsn2vmIZuIa3QdsQEE/ozo
HNtECQ8x74gfc0be0F5C8JKLfTUdP2rtrcNuHPOOcmh02crAOxqEVKCm02TduUHj25zQVnjHMQkn
5plgw8fU0zMMpTAPrsPEFZYnd8qqXVxcexORb+Vs7doQFGMq82adtMCu3SQ4VYcDrLocN9h8qrXQ
wEuMxeyP7D90mL/BJvKDJoPPcvCeSFqaZH/JGbuxINIaT4bzXUNvgtYMBAKRYtJxjYOsM3hhWGQi
+Ey8tLgaDA6wlYdobzLjnRnqDzid9npCMMfMWeI6iLovETyRirphk06AjQjunjrT2KaifzOK8r7s
si9DE34L0no7imQfgfGtEIbvGspXV1NKC6BhxbdBMFIcWuX5WUOG5hsDg28/9OdpQvuji/xohtKP
eoiQOurjbTsyW2fceFwglnvvca85DUAI20bqh8NzZFQIpHENPM1T6A9RfBVaIZsleB2J4Ta7c/ZY
lIjcpqp+Ch15JGAdGS8Zq1bekeOSoOYMD11vlkfEZ+pam8PxWS7LpjasvepD64yHAe41X0V6fNZ4
k10GnarlNqkeeL9+qKxYbvGdkDeKMVsh1rsqrKI54vmy9hMRlgQtsp28VDUesDbX5LdsTqy3TAVY
Q0A/p/zItM9NLbttHRJ8Z6Bry1R1lfIYcrZQ0cbKTKh7FMYRq7+DhNBARRb2RMeXNU+5NOFyamfe
ToLabpIFtasR9RksjP7Bb3fMNO2SDx2hoHY7XCM8dB/B1ge+jBJXDr0zDEWzu601u8Fq2Nebxm2A
TFC3P+tJSwqoNyz9tbofzVm5G7paO+HKxhUze/kFVZn96KYCN5JtV2QGOITQk5htKL42YG5HMpHe
rFv4wFgijUwgKrsMyRsxStzCWdjT2cVvgTJ/bZvyqoSpquK6pDeoiI+tG++mIXmdcD9eJ52FtzId
jjR8sjJNQ+qnIw6O0b0C/xWn1hxqn4o0/cJMYpNYPuq8BMq3s/IyOf1bKgYbw9F8aXEhY5UzjcOQ
ZN2+ncfk0NfuDVsAiT9zcOrGDgNCWatnk+QGRujxa9EnitMO1lGzC47DWDDoN4uCNURZkNeN2pWR
cYni9q6rMxq2ZGfzOlcm70n8kmFC62YoCNL/mgBkv7Nf8HmHHM491jbNbHHjdiScxNhGDcBbQpUc
37NDv1Xlg5nlT4VIWco9+9uge/dwWnfshkQ/xSZuL+eAIKdcgVaKR9Tw9QpJOe9xBh0RjDmbrkk4
8jzyPQGREFF3820+juR7Ftk7xX54XRbvWprYDBAuelzyI+SnxZG/4BTfxYupo7B2ogiORVpmG01n
CQvdKtyGVpU/U0+1dQxTp5vGIvC2Rx8N+ggp4jxJHVA386xjWrrEV3rnSGKAI0ZYHSodg5gzs6jS
c3Q3ADnjl7EumetsWcDI1NJwOE8YD8nOcF4Dnj72Gju7NCWuPophPrGsPTEYXfe5CG6ceb6VVnyy
CvNVJkhXs4LpJ7ckiWRBwFRCjlWki2cKNkkeNwvmclcGIPgjruCmfCo9cDoVReJi2KSJMPBmO0bO
6ivi6OnYGqQhxSYq2sqiQxv+qv+CowXNLK+pCqm0y9wDOtfkpXTd7mI5FKAhhyB6ZZjJv0iqyXkv
8lnuGjQhi/0tzY4yyYMXbR6M53lqJ9xqsXaCHBvxvCNvSELoktII590U5d6haebqUfa8Y0HeQu3h
ycWGKRwGzAlTBVvVhHHUy63nHLef6fde/ILTHFBgZpVe4vlsmE8xTVd2DU81VEXxiPj1rSc44BAm
ZX6sS2mt08qVm2FiNC4w6azBP+GaKVM9ayQFHIq+g9bvShgHrEWUd5biwKoXPxSWnfic8DTMaBO7
rtOhf7UCs73qDFkgiRfa+xik3W1P7sy6MzvrGxoYzAbzRHF1QkVsjUZuL0JYJmlZc4GyjX4v+tvr
53hQYt+hIDjwMg7XvFDSXAub/A6E/CjWWjMP7nUrIIwC0w+Jj3BEd3DuyVvf2tT+zY21tyLMGHPU
anelR3G4y1FgTb2Rvm6qwtoauQm3mQauHwrwXTdpNWxZceY7upMEq6qao1tP0iE6NjZ+NqWXJ8rA
kbAZrf3RVLCxet96R64ivFXkOFTDtgMfOuOBXg2GkW37emYbV4WZk+rsTkvqn1sp7rFU/khcg48H
yT2lqXIJthjGlqnGiSmRx+O77qxUv3ajqt4OpPFqq4JU1lMWW/YrClxxaUK0XNNAPIBTp/UxXfh2
jOntQRboZPM4DXzXlMmjbYbvNdjdrXKmd2tRUZSmo+1qL2oOVkBJbuZhCB0jlqu0LkiY7hxzS9IR
k1+5sUPMJEZ+yZlQqN0AoiPIpMRGN3TzWuYc7yG/UvJSOyt6QPEJ6ZlGm0r1+hcLIvbIkO9tNMea
97FWu3urqqpdVPTisMQvvRZ1T516kK2x2NEUGxpMlWBp2k3RRp0HX5JHR0208b7RTO+zFGVFLWyj
fVT9FPsdOc07vP1VtO1o4HpMk9y+11ta5BLNY7lyBrUq0EDfzQIkaQCeWY+qCW+0AHyB7V7b6Lnb
7GtHDTdKH+tbU1bOM8tL9uwNVvwQRgF2DqHgJ2Vr3AV9yCKQ6RrIpfTMwxzr2RMavytp4kTFSliM
NOGNwXhP1AAjnaub8JljJlWxRo6SX+k4/J8NK9Ivyq1JHqBfleMXvmeImaLWr5Vhjs7WDKf0nJZ9
46wTfEM7x5nKm1CoEjbFzcEErKx/HUtToyMztsKXkX0LJxRrwn1kJxapqmQC6WBMRii3BmzcCbeq
/Xt42/9oNbNu/yXof3nPuj8pmb//+38omc3fyPtCMWWaLJe66YKn/4H3m7/ppHRZlDTqngTeR+P8
B95v2L8JF4mx50jpCXLBiBH7A+83rN9cYUt65ixLsj0a7n+D9/NRwPk/CJklulhYB2SPrkkVo+Xx
JX6MbBR4BRYvMjlf+HsQNmwlAZm9BX1t97cFNEA8vXeGcaNn73N04/aPPSn1MsHEG90CUdP8XjG7
nvMu3bbtPcs1vfF78HTDlCTLiAXp34Z1uW6SbAMH7uq3s2Rgs17m6mKz8i0fPVYPUu0w4a2Hk1Z9
gkp9D+Tfh4+2uhXZzmmIrCOV3llHCi80MlejWvEGr4IyIGFwP9fZjhGSVLB1RrNtyf/lZGJjxwc3
zzcN7iDBCSZuvmb5oi3AO9DeENuC2ucrxSJLkkeMUG6gvDmtvs2jhYT3Zao45+X1B4f7a+pqDpqx
JMkzBBHmbxkX5lY/5qyk8hc3/XAsibsxJLcbDrEH8yOyTw/W5ehtGxIwRfoJqn0urXsRyF2EAsMo
nyzOhCoYfWsipsEYaXIIFn+jT6CMn5fRKazRVxqhryv9oJUDF7EjYJ1QdyICyDPYpHQ6Q1GiSP6G
FR56Glb9dorfTLKUI8U59rUPiY9FYo4HXqRQMs1VHqPM8UISXTsiOD8h/fPF8S73mfiqz5/u/IBc
U4eBpT1mqyMajqYPC61OF8Y3XhA99G60TZ09rWVYOtOdaNGtOC+MfYeJ1rm+GreaSaiL1V0CAlwy
HZYyIjRm3YI4eyjPAId29L5f45xmLqrZTdGtGqg1I4NpveZw1m+batg6nGIMQaIHtlekw4IkgihC
yaLJtQ5BHdXvxXeXJo9OzLZ+GgcykaN2l8xsgn3CLBKfqiVbuLw3aozCXwrEuXVCvLkzbszuoFwi
0ps3oeKNRNVaWCzOWHhp8uX+GjvFKc22sm3hhGugd5rO5ZpwCNCl3dLig7F1x3J7tlGDOJwZC6Cl
qqAd1L2uOmttONsQWrqQ2TG0n4bhFWScLL1L1gb8onwH3oTlE0PrTe97YgjZCIvXdNK5TDypxNTG
n44at1VDvgGnoZq3za2MdUj50QDhjOgbhQrwEmhLW4P1xPO+oCk7hzkitm8962oTI4ktUJOl8b7I
gXpVMTHahusumvxa6aizKf9yOC46N5hX15o4D/p9larrPNj8QH/+4Z34safRWTI5/22BsYSEuXSE
KRZTxo8LDKGI0os6hMgy+0YsjtPmj+nIvQxy3x43s7wJ6f/1NNQNjXs26+QwOfmWxKVtNVNHEtCy
mAU+IlwM6Lo/hDZN4jd5EPmQofwxdMj6R6HuMLzi3O6+MrKtY/6MXq91DzRnyjai9Ee66ZuU9I4B
Hf7dXPulg0VJwgC6WC2XE43xNoHKGJzUxJOnlVvJ22wPEXFUvOPIXIixMb9EkDRJgaWoPdV5CaZ+
SNBrIneccFKkILwPzP7wku2aTtcVcHwb3eUQOZb6Pajz1wYUtp+/vKg/Bd72RLSksHGou7NH0aU3
Jo0rER7FGSVzXrxNlQ7+/QKIObs7fWq2U53/zX01/tPGYRowD5bDqZhd6s/3dQmYdEdkz0gkHIYF
cI0IbfYmbG+yaJPYHzNW3XY9gxwT6AK9YMk70z4UGumsBxVs0/KapULIJxGfees1CumsU+gSsEEa
RIwMbl+JRUPzN31dy4X56WmEc4fkdpZvDmn+529N04vDkZ+om8b76Lts0wvSg5zzlM5/c33+HArM
vi28hdynRFxyeXAJ/fmDGPgoKUdQSHf3WmbEsq/ycI2dNqbDp/67z3L+7dciNJQcUuYIYZuWLs0/
f9roCgWSFxEMqdEYYd85gX6I23Ef5uV+sAdcEfMGzScKbeNlrOB6LWOnW4e03Fq5IOLjkjkADQVH
KLIYHl0aKfU0g4xD45PlzyLUNsT9rSNyRfDd7UkevE/CHBzmKeLlJXPxi9ag/QPK9bL6QHTiWiyr
eY+RMbwa208daJCW5JuZuA4Xjya0u7o2xW3t0nIoGxptbjFDrxzd2oBUTBaKAMMDzYaocpDmJ4he
YIPE7K0Bgd+G3DiUQp0VTksTKcI4Lux/tpeLdcVlja0PVRNutEjbh9k2oXZFu6Gt4dhEO7d1GHIR
nwZq0w1XcIqyRMuAIHsp6YvZEF0aAbrgQWQHEujoSUaIdlsaWCGdyh/R9uoOyTRcBud1CBt/rJ41
62nZhp0m3VnTcwR+ZNTgJ6idOSQhJr2vnIlxW60mcRmxOKnpiy7OKUkn9jzSiv4wJcTWZV8mNz+K
fMscfpz6YZV631z9i8MlMBBe1Bgbi/ee9ojIuXb0uyS/psGJo1DagYHoLFUzt/45TIeNqL/vAHn5
3CHZql1rLfR402tYGuV51DdGkq4xAazyErbb7WE4p91MM8diE7d5W02Gts7lSKg2LTEYopxA5THX
tmf85PzqHoCUQn9qHACmHtys20Why/6J1dYcxk3mmHtFfgAO+nVS7inyQpNbLTwnEpGeR+pT1rz3
mX6aYX1o/vPiPSLHMJPrJCDeZPpMyOdIGHgM3pOFMAzZ+/pmbYXnjCTt0oy2JrMZH1dEKCIak95w
7LTNU+rMx5HCAOoIDM4wFjZ+yCT7iTPOdujrvWPfANeylDv7ZUs1CD/IVbKpGGTgwfYA5Gsoj7Vn
X1nxl6APblW6pXmAd6bb8ej5IvVz+eLqlHhZ/LE+3BvK3MEFrgfrRCwN6Dba2YRwagysIzmlsJH0
AC7pt8WqaO9maZH+8zhYw8UwUXfh89CRL4SPLp01kKqrls7SNtombrZJJShhgI/c2LkaJW36Wu9v
6/4TPpfpC2ARLSIWXzAXIpCQjjn+6LZH4ElmmIRUi2/9SNK8a2/dUt4VZrPNqvGgY96QFfm/e7u7
qxooc1LdeLcC5JmjqdN+5mJcfIkX8ZtIONpr1PvJQ+TdMP6N7tcZr4QbMdd5ILhskfpT7V73FknU
895g4sqpIpxzj41ae7Di5149CENQV8zdGSNOtotJHA1mgSBUXgdC2zq4j/r2Uyu5X+YLxDiS/WiD
RO8YBeH9MlKOCbU2HsF6qCLNaPAJtiza54oYH8msOaXXpi38rn8VcfTIORbKQRCygjXeXBktibYg
tiB2T1jnV6QEQzSROMmoaU2Ympw1WnCMwiuG7omBdEJ1UFqcLSiWGbEgwRpnKe+L4lmZAAIKMhqe
HXkJWWbb4TnQ7RXKwzUaALApoi5A3wsXHZ58KcWx1baVxTsP9R6VhwLNe4ArwZA3Ol59iDhzK6On
Gu94CG01lekTKjwikymPjq3tcpTo9ezaccKtXU8+QgFsdPD3VDIZxJUOeLDzCEAVlZ/KphXSvuta
J/PGVvvEy1cUWRgNcwvgnU0KX9u8hc2E75wmNgTqanzqEzzh38gaIemEGBablEhhHgK0mnHy1GK5
mEt9k9xn6ovFsacu+73KKz76TtNsAnDmY4Qam2iLtYiaW629q1MSaiUzL6ChTRaKjZqVgFndltj9
YKQLkr0MtXWLe7aGlkCQjNhkMZ4ihJ9zdhjcU62962QxLl+lK7FZajcEPW5IGVjTb721G75pCS5i
4T2wPlFAAZHw2tIua/C0dhSIEAsk+TgEXz4PEmh+sw51Yg3Yh1JOtm5DYxB6AOk8W9N9bsLZUYo1
p+Uxcb/oeP5Z8vpAP7Gx78I4WkVWvgKL/nDn40DZCJm5qQU7IE9B95iKfU8AIAxVOuwH8Tr2bJvd
uSZtpnKKg2Vea9ZO0YIz3jaETwz7UOwq1OTd2VD3FCXVwT5jKnD1s9MQQUMGnye8fVsLwOuvrXoJ
OHsx+3igc20qWQuI0LVWib0b67e5eKqWz8mzK4jmN40ew8Gq32zXIxCnWFNKQ42Nm84sLxIOgCzC
8EwTz2bgoSWpEmsVfSKhWPfqOrWmDSGFa6cieKdyrjTO3x2ZrjP69WYo39x4nw407qgaWgOVN6Ym
zrDpFkCJvJhDaV8N6etABo/MHvXGXpv6t9xgDJzJBis3U2SAcvOczj5R3KtZcDCh7XB+UyDE6ewH
BUVRVCPGB4OYcI14ZPyiPbniZo6d3gJKZwFPWYnA37zbmRuWzESP6FRYoRKWPKoEHq5mjq6LA2TY
KJ1NhpZit+n8OihJXsNMqx8bFlOr2uWdsR/0x9kzb2VpbZVL5ZJNR08z+Mr1oDe055qlfiwHf+J4
FVX3qj33fb2CwkJKU5317L5lV+4gbtyRUDDnhcP9leGCk9SPgfqqadNVa8CnYvuWEjNWm36jfnZV
E+o2RwcSOUEluDGvGjB853lkl3zPP1p3orh42CoCxUKckuUWcJx/QJW2zoHEVd6jReG8wmNd2SjD
FUwhv787cT6KYLnNArK6g84Ld32BhaCE4C2XTS4lgWcJfx3xLARbEEsUgCuNHCmc9WtgxZzrI+YA
1g+iIWcd4eoa/IYWHpR6Li5SVthFoi38Nr2F9AkO7OcY2kpcA4XYR3ly7AQkUjVt0giH19JXXSJt
Y/MtaSEzGU4wwENs5kJdkTG4icBVuuBbrfJNKzNY3oDcuhvlHYlPwkaAqxhFOUwSFNQuNLWNA+ST
SmuXN9guS/x6+Xw2EjKOguTrIKhaGgiDzatdgxzEbDM/F+5VtEwpRkuEtHo0SBeJzb0+5f7UDlTb
8fSI6mKG5aaExSuCcpP2T4p8zh5zkh3wpMJya5grEnWVpYydaX6puus8ZfygBV4tp1ZVvEMTXfVN
eJBNGqzyCDUS1WN5/6VlySQS79gPOtUNZBuaI8fVZq3qm5nKY5KW/cSeDx6DKFl3Cwvm2PkXw4n8
gWWfvBxAl7dWKV+qdpVyH8uMjgkUCVOur1PJ9Mk1ci1a9TSfxbgTJ4NgEqUpoq4JdbNfc/e+78z1
ELL9FS88zWaw1iexw8EEeRptUtqh0pDcw+CtxT4fafnenDgqY7sby6dGzn6BOyArH+fikUOBrFpf
zJZvZjNrmN9U7yEJvsWwaARewiY99qZ+qpOX0H3JU0bKcdiN08VQWAK8libosbkajfYwd/UuluMO
EM4ysyPkDG6o+O6/l5sDAfLff1Zc8SdF+u5refWef21//lH/H7Zb6CZw7a/F6Odefc0/eBj/1GPx
/Q/9Dk6TsiHRMgkhLcd1DMsAnPkdnLZQlSMC9/jPgtvYgn/yryILAW5teiYRG+Canlwg43+J0b3f
TBN1u+s5HukcOh0XP8Vq/FXMhmH9dKwlNf67EN0mssMhdf1njGGqSOo0+pCM4LbrSBFT07bD2IMR
JGs+CSvGu1Uh5o6SXL9FcY5wuNaMLRFYOWs/BNOQzniwAuIxiI+TO87PhDHI7MNq52436yPaGGTc
DL3de5zb75UTPJWN+TorRJ41RLprxd+AQB4EFs2VHRHPrkeLwo41Z90V5y6yvKMzhXeUKXwxFzim
Nav6QPyis6qiyEH0TaiUlJl2KrwJF38UfNTKG187vQE5naP4Xo0x7pswYT4NhXPpaKpnZpsK1Duw
tkMue1ohStJxq7bCKNrOvhvqgpkyN6+hHWkzBso7ew3sXxjh8G+7YucY06NbBG8kkHXHVKa3EfHg
C+2r4a4j8ZjgyYnXV0MQn8YOqVe9/uZ48hZHktoNyKedSGVHryOAjYgbHCkBoQLL9hQarl+U+YcV
j8Yu7rx2jX6w9qG0ApLAIPPEzL7FzcFuh/4e+DUE3yQ2il/JfR875rMBsAB0KOqOSiGFbjv3rWrJ
MMGJKz9KkbA70NFh7U2ZN6cIPHeViZIpcnQeCwTUEMz5dMmmTsOGQIxsgpyTSF2G3SmbD7mrnTmj
65DKTX3FqRylugvqywA00uhZ3CEKttANe+2mKhiOZSwv2RL9MJdsMuyE9qqG2V5bVfOE489ZBTVF
FcQmY1jw6kcjIQIPjo3DQ4+Nri8fBMUSDKWKLTIanqqq63wMQxdrbPX1CJF5JQnZW6HlJhoiJmIl
i6bF0jvtYyKPWJ/xzEf68NxRGbAxZX3fEmLK6DBcOkJrV2VRgH03bM5xNflVget1+QacD99JlWMz
1c9W3ZkkpyH6revoamYn2bSB/BBTaEMfJ1y9iphxU7z2Nm2PqdTgNKIcPZVxylDZEus2Qdp7+kcz
MI9kxXythcUjB0c/LRENSQU701rPGUJUvwtsRVsv+Hs3yHZdVooQV4kkIjf65mGsxJ7SJ6KbAvNL
OFpIjIrx2W6pCkhKJHoRWxt4A+c5r+lf6dh4qCIV3FtaPezjMDG2hLmSauNhIzcJjW3dPYxZwW5f
2VD4jlR881j347IrCBAwUURVqqW1FR0bOrrX1slMDt3AuRPZbjTWovFvuuEohl7th844iMR1995k
7Mj2InSP5+tZdM1HZ4t0oxN/vimXmxBGWCptjTNXPLhvog8/3aF+xAYhOU2FEzAePbEkstqg7bO3
w5xqg8gsocRDdkWAHt3LJhe6bJ1T2qPCGmQ1n1UUVkcS+RcIzqYLzCrR3qmIgFw9fmNNiNYRgj54
exzGup0+o6LKfIItMdS0471hJa9xPG478uA2LjLZnWYw2QUL3EukSXZgbZQ72qYdpMsu2Xl5HQ0b
W7dd39W6Kwuf1+QifugIuMUhUQEgxH3sYyohV8URwHduat5NTms9OEXhMiIwrPWY0wamaw8CRp84
2XdE0ciGV82Ot0nGCUGmpNj1KAMAQU9yyaVItBjU+d0cZ3WH5eQQGBWaycz53hUUYsMVwCJ4ZLxw
+sCdzvGtmxcfexB8icKYWKKK/8XOo+clPWQHgh8ZBh3mvfmxL5yPgVT5bCDvgCQ4myg1mI8gqJ+z
kXD2Yoz2RQqxldeCZhLucuZgQm+zJPCDhLez6Yif0PrplDiaxalnAMXCLLrSOwx6Qex8TZse40yG
8tA1houS6ks5MVolMQHKY1seCKxz0C+M7j9gw/9XTi4Ln/DryWVdNl9/r+G6Kpvu648pYfryJ//g
1g3xm80U4iFQk9YCgP9rfAEB/013pMsgIphUpM0/+ZeXzvhNQKyTsCPld5cdP+5f3LrzG7lWuovi
g58IrfFf1XAtmPv/oxp+b2klSOTfsHhk2hV1tOGd59CuUhNBhf53Fn/TZvmrn74wQz9UZzp2IEQb
1NptkVivedeCW3Ey/+Fa3/z+HX/k7H71sxcq74ef3eq9y9uchyRJJtfkyrqb1nKsf/jDFz7phx9u
dFVX53IIbosseatsKQ/02wzbf/bNfyKjDGJ1rJjt9K4dQfehHE8aGo3f39Vfsm6MvP/phuo/dXZ7
hLZhIczCO1PTg20/auV7VghvEzKeHf7R99d/oqVGPkGbZz5Cn3p1wpLjI2AILv/sh/8k8XArj5i1
xA1u58wOAVjMJ9WJ97/+2b+6NrxnP97VNhgSTrdUOztDCZHUpAJANI7AicXfPDd/JtT+7+ukL5/8
w3PTlUpR82S6t6FTzZdsrCoEGMxXyoq7a5UuR3m9/9CEk/4NyfqLt2Cx4f74gRlyGdVluXub9P3V
HKJFzgL6N/76ev3qh//0+lqeURToHp1bbD9vGlMDK6H1/Nc/+/sD+R9WHv2n9zd1m6pHQzrctjVx
53W8HVH3usGBeA13fiwJQqurdZJepzX6frQORrjP+s8gwJfEXnoovc9ABH/zi8rlCfhPX+an970u
qYOa0Y1j18AdV43+jO0mvxuTi43hxjI+FIk2SkOvKQGAXxamq+CVzer6GFAvxK7+x19q0Cf+nXzB
LAbHz7Vpq5XfjMD7m2+q/+qb/rR4CLcJcsax4dbQooNhfNBCsLa5IoY6NehxMDzmBINojbtBOUCq
w1qS9+BkCuWhdyRjYf3Xt49d5j9eMfHTOpN5eaI1cspvBWFp3YgAkCvn5t1Ot7lCdLTJw+i+4IIJ
UAVRzMf1KTENMagloN30Y61U1+35l9PUDwi9ZqL562/m/OItFz8tTzmWwRgGMb6tc8Au+gXpARAv
bk1nGvqvVZeRBdhwTIuq6l7XYNezdihuSXp8Qj9xbkX9La68c1zlL54R3+GzvSxKY9WGj1pLS2gP
5Kur40hMdBNNJ1fXLg6oBsLq9tAFxqM9Nh8pbSZjYEfrQldvBMBusUtuvCg69Rr0ahDsGzc5RvN8
ZXfqnrngKESw63vnpCG5iTRxXK5YTM3lFIHUDv1uNvXbRGvf4qK+FJVOJp+s93gMd1Gc3ca2t3Dp
rm9l8Ya6iicyp/0MQrCxyOxZUHKZqSMJg0dHlmTk4NzMhitDL+6wzmMvSQti94n7q+1/tgqKn9Zw
faRYBRtafSMHNrhIcZgiCiPaEdmbX0RbmNfRjMcvINr5r+/5LxaqZbT6cRVs/w9n57EcNxIl2i9C
BGwC2JYvskiCopU2CEqi4F0CCff170BvFuwakYzhqrvZESiYzJvu3nNGYNWgUXgGWe/MRIJfK7Zf
u/RZRE8Hk8KCwqwDaGzP/tyBA6nr71+79lnwtqsCyGhtNUHTmDUy+fDa8/5nt/H/Og/Qz2I3sOwi
hVzTBDBcWurDRiemjl+mN2kjOHX72gMsweHNcAdJdXLZY2gDyHe3ih3TVM+Cr136LCK7sjX8tnGb
QGtQIlCS802lVPF+fPH3QsRZENWc0dNSkuSCHivaWnMythpayiazTje/1G7Ym/zvqxkdz68bYcig
00glwW+7MgWlUR/f/7/bu+2fhTjlC8Bk0SwD+BIOZ2+RPAwyi780pwAYfHbr3pi2np2TGzXm311y
AoSIXr9242cdtfDjKdFjBZPJ72cYsnNg62xPfu3iZ12V0oG86wfCTh5yzO1z5+uycL/UV9lR/u9L
SeF/VTaF0EE2+r/mPPFXVaJ/Mhd673Oe9dXclBO8uaQLIFLsSzkAycDX+Ukwfu/i/6uPTi2WAy7O
xueubrF7DiGUt6+98rNeGjqjVJnlEWUaSS0SgPENVtT8kw+69JX/PSsjbe+/77yAnO6wRdoBzLPV
ypmrXZ9nd02WXhr5/GewE4CgeR84aRl9knn3zsvyznpty272rGfLy6qzP7SntUUtytc67aLUfhss
/Yra7QH8dWDKmmjvk8RW2fbh4w/xznzMXvLz3169MxMvSmqtDvrOLSnEcrTvs7vsSLPriwBo1HcZ
zYwK7ca89lwfSHYzcfKcOcY3pgzNTYmOaje7k3oAQWFd55xwrEpIWzhRDQcE2zQA81S/MzZJV6I3
xNcakHcWEPDGuOOo6V1Qe94rujNjpeANfvxOlhf7j+bjncWDUBUUHnYFH9PNtEPhSHelLPdRtwHM
YNE6qSJW5BoBaP74995rPMvf34yGczcUfqk1XTACTTakjpq8i+Mvtp6zGOECBCul0hhqFxCKJl32
uvFof3L15ZX861WdBQnD0po5V1MHYToG8IDU69LGt7hplWF8aUC3vbNQoVKntT2RyQAjKyuGUdic
KZfzJ6HivXd/FirCxqo75Bpt4HZgTCKn/S2m6LPFjrHc4z9ej3sWFnAlTRBVZAMyloIovasMskxI
fKcehgTKeiZlodeOnhdnVxNyVeqArQbSoOt/7encs9BRQSnKLHLfA6prvyEvu1Sl/+dLjdY9ixuV
ltpSFl0XVK79q9bt33rb//740mJpPf96bWedewhHS4UceARpNaqj0Uwkv1goeEWnkTIY4X7Z1IuU
K0vdJ9I3bNDVOMUygtUF2+2KDE/Yfv4cotQcfHXnFiUl3okXUlBYVKxuJm2tAbxa10XHcBxmYJFN
QSVEDV4/j537hm14VGRDs9EKz9z22gxv2yPZkqgOMgin1aHL0fL642AhT8vnta03za03OfUxzjnl
6IRKrjWfvBVLhO2mMGfvOSPjnpUfSf3WlJl3uAe75zAbJirrwQgMxTBxhKH/UhNHdfrgppsp4zR0
HowCopegwlL4zy5Uve1gYq2fZY/Qaex/jpQNrpuCpN2PX/47HcI96xDtoFEZPVZN0BWkGk7kjK+0
rvgk0i3t/h8fVpz1B7JvPYzkfR2MC6R3SrCRJHr56gqXPQePchfKgamCp66erKcqjvYfP9M7Uerv
iv9NgO0lKTORLuqAUB4f2xBME9o7zrDN/pNfeO+tLX9/8wumyvFze3odhDI8aQVavwqA3CefZGn2
/3hrf2F2by6embhfe92uA9f2qFbiHByWF/VOY0xBAbz/7JOv895DnAXzcSbTSHfBp1Oce6Nk+EMv
q/uvfYGzID5iA/SmZmiCIS6s7x5S5W+lTnptKzJ98/FPvHP34izWTXODCDWZ6kCP9dNQT7/hxTx9
fOl32o84i3Wynsx0iJgjyTwxLzuFinZSQr9CzPXZMP3eT5yFPMURPyXonQjMRPdPdav1B4vEyXU9
eeOXdsjJYPlvG0Wo5kIrMkUgarJ6R3t6SP3h9PEbeu/lL39/00RnDiLBVXFtLZdqpVJ5Vbdf29m3
lyrVt9fOpgHgKadfAagF6ezjLy6G/44+b+7ZzSCXOXYmgrzvjtSVvUSW/7U5izhr7uY4ika2ugjc
ZJFXhBFV25QRfRIP3nvZZyFa+kA4Js93ggZqA/bq0V5PRnzxpS/pnIVoaxhB4uWFCByNciuZd9fh
pFWf3PnSYf4RyZyzPioXKblqaxEgeKuvqaPVUZjK5KB8IChUF8Ndcwdt8/GTvNOlnLNeq6Mqctve
cgJvRDSHaZ4EaU9q16Ify93HP/HOl/ib2vWmCWmL+s+xDScY8J4OonnUTP/1a5c+660UV05mLSc+
ckPNf6ST8DM6xmdFVe/d+PL3NzfuIYzN0l5x4xOpsAin7/rY+Now4pz319jXcQEIGZQgwIC6kmde
288fvxVzaeP/akFnY9SSlhen4AIDyrHLzt3rXgYOaGeW90jgN219NS42PGM/Fq+m9TO3nnR7vrTE
0aXadfmv5iKZ4eqEn8S9v2eX/7qfs55ux2M1wVVwAy8keW4cqX7LN8aCV/fNox6eOKiw1Y1LxWfW
X5clIKuQ+NjY+5GUsmY5xGgwaX38ct77qGdxAeYz5kxwPgGTA2QsjkWaEDl3X7q4fRYXSoDcNUvJ
Kgg958qtmovBpDL842u/c4xm22dxIQ4zMeiJV1B63w2/HDCWRwCbL2zOY2ikqGJlNg61k0n9Mw77
e9uoH+tS976N02yta0cB7Y8E+cRZlGx7wblVhU2YrEdzuOkNO7pFeEzRUQf6varq70mL37sYzR8c
NlxZDYiJj5/inde/ZK2+7VMjh/+OCmUZaHr8x1wAhb5HxdrHF39nDmifzQ9AW4tGN4wiaMb8qpoW
RBcLO7B6BZCi4Ws91z6LOQMnSNRFDXmAEOxFqeinGB4/vv333s1ZvEFCUFmN1hdBOPrbwk+DNCTN
/uNro7f7Z0ywzwJO0sXg2ecxDxRnlogFZuMOdmB6ZWpztyIlPjr6RQtw16fscQOZcrzG+J1/m5UF
eYtC0d2QdQivBup546TqT0iB9V0E0gi+LGUFajDuHXM0d2E3vI7S6hpSyQcBVJ9VCxSZ/ceP8d4r
Mv/bfKJ8DjtV9rx8jCjSjPesKDZfu/RZkErmubRyiQ+KXrRHFfnodPknAfm9uz6LOa7nsHIlyzLI
vPLVr/1nQ3wSWt+5snUWcJBlGa6uqhRliwPJsxUSClj7tZcNX+Q/fdVxJaSQeUgC9NMU4keNsZkg
EX3SIu3lxf5jVLDOQoFVak4NoYDLu7t+6tfMatgcuy0VIpHdkirM4LvVq5cF5xMlr+BI94Xts7I/
LscmiHo2MXURXYx0UDx6dowFhgoISpvDAaSucUc/pdBo8TpTY/FEYgNz5FVmmXcAS7ctu5P8Uuc9
U/hEce/u//+sEblf21WyzmLRoGsQw+wcwfms/8wqQqsON/tLTXXJ1X8bRDmNpno7w0pEcRZn5eOu
SswvfvOlob2Z8yR+FgktK7MgbKITxKKbWn0tblpnAciKhjQmCX+Jm2z5eJrYRmP+8LUXchYWcgJM
PDmiCBxxDO2g+eJ4/pd88OZtVEVeGgOktMDqc3Pjk1Z2rJV0d1+767OwkIVZWbDg5OpVcxWF6pl9
uacvXdo8iwsLrjIrpF0EcM+cdaSyeq/lMEi/dvWzwBA7YDFBmmfBjLOU2vDsGqGG/8WLn4WFmkJv
TTQKLl0eQQakyrgd1RdXhX/nVm8+aDgPnkVWchlQTAj8cyk3c6uvfc6/I++ba2e2Tv4bs1qUOH67
7XF+kxqOaORr7/ysY87sOkV4Q4rAbuynIi1/ljVL/Y+vTeb3v2PxoqJ42+3DiNp3heA70DEYEohP
dHtHPBJrIYUfdZzuSXFsx+MSo8e528bdk2Av1oSFO0VI52yW2IV2G/Xz1lLWXlKiPLS/reyeK+Rs
DFu5czK5iuh6orU6sPe7sgu0ZMYpAR+RWTTS6gnbK44wHIgLeKCTKzkHBHAQe4dKHXt9t4Tq1h1W
tZ7u+ctMs9AG/cj40VhUVoofY0Xuu+yu+J9mBtiH1KfOm3564W/dezBCCC/2DYvdE4OBNXu/5Xh0
BWzUjn1VDKRk8DdpvAwLFfWeRmyD/Ltv3O7OgTM18iBJDW7hmPE8WvwawqEo/F+tcv7+Dpc02AuG
Hr3qUyxKR5zBW+7DMSDJgAHg/f19jZhmdWntO6rs+fm6xQjUX/NsafiqemC2xonRrNfrizCHvpXo
m8INV6VsqLHc+WHEf+6WMW5yDco585vKUJfsGDyFPpmW9ZMJyWOIMDlYS5HENjLFE/cA028d5agu
jGfZwqQqoXkvuHqKyIumpBgScmaE1a+7MgUOx2kVU5Mi2EFVVEZHurFdLG3giw/LKzRGfc2iDBy3
khjIKLrvvqels9KH6bLUW+pfSB+s4Wcdl2c0FVQsccUmANAO0Mhf3FT4e1L7prPFA8e9vuukQZtG
ycoInR9RKz7pDkuk+cfExDybCVI91Rd6zTLC7YZ7t4MvkI6KevuKT5nIGD09vMRPfmvpvv/6rbMx
wKukkD05IUEWR6feqRAiiMuPe/U7lz5PVobmWGelarNAqNg+ehXES3t0h6/d+Hmecq1G2LLLUpcT
m+diGK+yrvhkD9ZYos4/XopxNgQ0HFo7zmAlqEdCMtzitSGHCzpYjNqP9r/MeNrsdqDp9fEhno1r
o/tkCfbOp/+bGPqmWeVjV+ZjGqbITXIw1DAkQ7+t7wvhZX+sxPGvPYUs7OPv8+5jnk3jJHI5Uc8C
k4rtN5eD72CRa6n6K0PqB5XSxqvSgwgTpfAt7VChzhKIw441kot1Scc/Jm5kfDK8vPfgZ8OLK6w8
l3lRBnpaURpNpeJ113r5c6LbPlFzglqeYi/7+Mnfa5nLd3/zlr1Ms8U8pWXgjMNLk1M2PEUvH1/6
nYHsPPEZKjlqNJJYAiOClFD4LuVGGdbQtLOSI+w7/6D5+bRBQF99bQn291j7zcO4ozGF3pjlAaDa
fk2CC6eNqNo+fpz33tR5eKDstnA4LIWBUX0vy/ql0M0fX7r0eY6xFctWw1+dB002PRqi/8F+5yeN
6Z27Pk8SnpSWdSnQ2KBz9cewTZ8a6Xy2Dfbetc9iQ5W2stMrIw/8Xn8KM58Kz+6TCdzf2c4/4s55
pqsRepXKMboF0jWLi3ECqa47hX3fTpMLvBAZHdwEj9PlSsOzkw/TrUttdEqOIDRJUPMGJfSxCUBQ
Q2w9NWBcqIHfJpHfbNhUMA6yoIAZtzE1lTzEZjCNMtvEYRN+8gDvLamXUu23HUu2Uz8YtR8HagRE
4mS7kkiSclZeAvQZy1vmMxMJFfxDR16Qwd9YplqDeHJciqWdYJlRzRQSMaq3c2Bm93UB7R46VAqt
Ud+xqO4E1mOwfMzWYmlDkoi3PeiLZbaVWD+K7JuCsGDZnMm39qHrf+vquVefjAvvffrl7296mihc
vYaqFC9nXMm0h/f1cU8wqU7/94hzntAr/UoO7I7C+cHBfDcltaLKFu2qLQYsF0kOPsn35TYzCmTu
Qx7tS81EoRdDVN0bHnwL0q1DZjiypK66A8lImkXxmJkx+xVaa0dQn5AFwmEDhSATNr0rIVY9Qu69
pSih5GCtvx4rTC2WQWpYU0MbK3sTwXAtOmPX1UN2OXRYjSSAsgtd1sxE2hSVbEzOIV/I1h68yv+m
gzp1RuMm7qhzt0Z4lblDQkaHnAQXF3ItN67ndB2WbgXTGGsC9HfrpMW+xUx+qna6KqwHe7Dn3WSW
2dbKteSPpob0xfMH8drj5XiN6xRZ8yIdSTI/26Kz7nekcIM3UYZ6or4+2tJD3FUzuiWbyx401HTU
TyFJ/OhbxvxopZq3qSzr1jOcn2lsTdvQ0LQ1uB95gE0xXpBn5zaoxdMTxUTRPmual8STgOeH3r7y
7OIVFGH0GM/xd7+q86emsJ1L28RcNth2u3P0uljrRUriR2kN/Q2l4t1+6BAtTEKJTU6CClC0xL2w
2xa3iO8yUx2QexZV8pgnsr5ONVQhWh6ieiBBD8CAV4sX7Go27gB5y3C97rTYPkyNHUEj7eAA4FTZ
ZROysLTjVHqo0B2kmJm2gPSimzBrk5uk7oF2qg4gapL+GMa62E4ZYWSidBjG/IT0BSL+OtPh5mop
mLm5tv+QOGTvPTMqgc76ZHpI7UHlJFSDYyNLEHYqr6pPJlQ5Sahzmiy0n2lHla5Vws+P2qQ7WAZ8
tWi2FP4R19y0UQyACGvlMbUNvs4oK8xP3RRROw3PQ1jF+F0fHGvjN7Z/TMtR34OnQaA6WfAHqsSn
Al0gXfNU+TOGiA2llISgXYXK+iIU0KPI72ZW5k7TfV7mc7zStcVpbfmT3QCiAuojia2kj9ViDced
DKS2Y9WiDFeJFcbrIV87eTqfKA/ObmVnR6+dCCt0n7n1045s5ChWFiIi71W68zVQkobS9X0Vmt4G
pWxzXXkjgN1Zt54KB2vTutXC7iXFgnDE2hWhK8+ndRrrDnRP1bd/kC/SQis9u/Cot3sBC9Gv7YnV
pULUxlmxlu1VM5m7XkTAsCwt37KDK+Cu1D7EJzV2hzlv66OkYvwldKRzUQ9uGcFqqUd6RGdfDG51
7GXPglexpFo0x5357DRw7swYHv8Qb4pRDAcKnWdKZXz/dspjTLX+bH1v9cS6MmaFlNSY/ORC0TGZ
euYRdN2pu43bGpgZo8leB/bWbNPOLR6NvrROjmbLfZX0yHJEPrk4nHLr1ck8QGappasdCSbtpVRs
17BxmhjXcexnITykUmAm0MfsErH4rLFLmhpHT5nljdfomb+l+pvcUccpHtE4pPuCipqHru3tluqt
hhp2P/bGrW8UCJ2qJqGCZq4ooILyxNqskcV8N/l0nLEZ5t+tM1Ox4uU1+urOGfVpV6XUY3PqXBgk
v3oaww86sPbWEnWkyAMfu1+p5oK2YxKhHpWfsamFe+5PLTWCR6oQq1IPZalbb26Rw5pmMW8xUrcb
ZTeDxulEicslBAGCwI3SwVDV141Z9PjjK1RAtaK6ygZFu5kjs7xIE2rzC4enKWMDUmxr1SuDsvit
hGJ1Kua2u2xaQ9sWwEHKVeXp3Ra/uLbBeRRtfYxutzobhJsxFfq27chqy/rBXyelBQ07kmRlZG71
mnbd/NKSG7eC+Aw5aEAM3TTrsIJONpenekDHthpmkspKGjxKw8Wjk7bKRPMRDZtJ+FikE2ewV2Ev
zHJjcpb2EzoBlUyD7gRWZIgZwAL0bmoLqKWrO3NnOW22dqM+3+K4llvlKBuPl+lscyOe10YfMX9t
B3Ndx5hVvARgJYqothPXRlsBGOZff2A0UU8DPohTRCouxHsFaa0Lveyub/zwFrJvz66J1PHn1bm3
UcB+NdCFVGWtUPiOqyLlzKbWGghSPrxOIxHGizU53c+pcNm8KI3muvOakKl6hMJnhO9txSM7CEbp
rpuKftQ6DWSv1hI3YkpaJFOiYnozcS5fhmZ0EaP93Gdmb291vygftEaWh9h2kut6Moo/+Dcp0xvH
G68NmbckrXXDU1nrGGPmaxhO022PeGDd1X7/s0htbzdPvfZkd4Z2HFRtfVeFkdO6VLQZLUBZ1JXD
o0z1H0aS/tIL9wbyDHwLZE23eWUDXZvAzTmGGnZJHt4NwBrAWUEt8doSUKMP+0gg/qLljWqjlPMy
2xNsG9QceO3HfJfDMaByVps3FHAWV6TJdTdtAXaqnZlW9r3l0kdn5lxGUWxzrM7ExhF6WRw7W2kx
t2syDaR3Topm3IXOWrkwDpm1gpDi75H1UsOa1lQBGtktAIqq+pb5zC+9BA0GlQJvSuFrV1TOy2NB
duwmrx2PSetIrou585v8iG4qAci1PFHURTsZG8bei/r6u6575d6zO/daamG/87Na/zaI3NhycJfh
jg8tsnr1DGoMsDx+H3o4cxG9vi9r37J2VWvkzLOUlhxcyL3xplHoBMOFuZjgkdspBYHUTH2xw171
XfbqV6U0XPcTLpa8yhjGmLtj5Ei0TW7BNC3rsbjIdJ8eQR8Nt6Y5djs3UzEVctg78bo4YCrL6LX3
62kduQnwEF/ipl8niFAKKicTeS8mDxUSKwFYQoA19RpgXOtX055gxB6e3ep7iXB0nS61mQluhwvL
QLaxRklY7gDQQv/IG+tE7to3O8m9lZ04zWq2UfpZFDCT6dC8LjPbawp1oQSH5qBj1eoirLW4+SCf
IjpsY5muND1T68SpHcAfoX3EH4ZZqaJPFwo+b8FIclFUZrUKS6GhGPGf4zkFtJzY2qmoh4dI7821
TrbvsW8M67vw02iT2tkfOfXuIeuqR7dGe2EzkWPrNCM/RM6O9oA+QnthB1RfS4Apu5Lp3FMxJenO
kRBMoIjHjqe+t9zgurWN8jrRHOPgVU34gBxXnmaGz81S3+mXE16Nath02tg/IDSJf3lJlh0noDlH
s4EeZHlEbXpstRpdb6RztD7mtrz192UCi4ciew2z9miZp3Loq10DlH07Wj2Vwj5yNt8y7uZZLYYi
amPr1hWnCqXnZZ2KjP3H0rpImZuUq06W3orpw/jqF7nprgeY3csrAxqw0myUWgYBYlXb+QAHWfdZ
Qy1adAXH5rppzfYkmpHZb2T0Kpi90buvpFRqFZmJ9Ss2dWMnMJhd9nMNh9M279O+f+zbNFwPpP1j
5o70zaSZxbc0q5hpkC+yTQfLv5GhVK+6nQ0XkZ/8EX6tb606MR9mUWkQgHGNHIbINA6xwK3qitS9
yheweRPq7LxXKp5OYcOSYl3mcbOM2c2qUv2Ex5VyBp/qqo0+YNfZEkrhy5fd3K9FlmUb3U4yYiG6
zTj1vZ1K2uupidzLearQB4gq3VPkLADuFQuBM54Oo1f8YQ+f9Y1q48uMuHupqDDZjZ3QN2FYvuaO
C4OQd7ThhcXXk2XS8w1mfLXZS7JOjWknU2dG5Gv5FEBkEm6zyCH8WIRFO7Y5tR2QBis1/4rDGcBS
5aWIn7XET7aZ0xFGY9+UO1/qdrcG4pTMi/YK+l79jMXJO6WlweyQSQyludmvqulhUE5VszWzqKJF
wTnsV709U1leAtaspG9eDjHq0tSDpBcttb2VOyH6TbJXW8fObFly2io2aHdj6TbdSrVace/XdkEJ
RMHOOvf9W9XYoOE4aavUTFGaylrsIUUUxyZ3fea7qtyB9STNvRvq742orB91AivYcmd9zfApACUl
44Haunaj9YPaF3XYQq8yokOKN+5KIQw6QDACbxVCa0ba26H3VP616i37QVZdfXI62a9bUgFWfkeT
iiioWHkx4U3vmpzFAPTGqmK4STWE3GlfRdeZAufqJUCrOHXAlmnV5aM31Mu8QegnnVvY5i0qsSlh
RiwmiLljmctrI446VrCcnTV2220x68abUtoxKYkqu0sn7oCdc/dICU2MQNXT/Ke201jHjn35vWgX
2Z9XgeFtOrdLAWBDFMLE2V1BAZpvciYf67x27T8z+wqAhWJZjqxjw/a+n3QwqfoofkdhZhwq0wUd
KnSbTDI3JjUhHneJI54rNEjrXoc/YfvaH9tCewkQxgKkGNrEVN9FQ0TV9L0fMerFeVRcRrYSl1Ol
G5u68tPLIbfwU5ZQSbGhLIdEnbiALEVaS11CJRvTJ1lS8iVZMbC8SY2bYW6BIzt22QFTav+QYvDi
ZE5f4YzM420z+7+HEChmAS1ulZuGOrQtI3ZX17wo1SItpQGRBk9JZSYbZzdlRChPYUvsFdFtqlEX
D2k0fWMp5X+bTA3sdxqPW6UNCfBNPhBVD2JT5nBr4TaaOxm6VGDYXnVVLmsSx1SIR8YS+LIOA9rS
EqQonott2JhgUHss6YlCLPImDa2YR+v7VreYOkIKHMj46ZG9JsK6K62m1wH4cvRjSQicyiw0JIqi
3HWGYYOtpFmZvtU8puNI3gaBfIVH8c/CFEPxBJ4qHjxjQ5VSvgNcX+5TlNf7qhfGdkipDMZLna6i
HtVHb8qkJSTXf2Isfs95hqGVgdJ9qJouO2qOuSzXG3tlgBXYzxH6b1uTrB5nVR1j05uuKz8P11Y+
23vLd6brkKvuR72fD8wNmg3CtXEXzogYajWhoa6M4ZYzWl5+BSK+7c3599RYqC51jtiK2p+DZOL4
py+LX0WeaLci76E5I5B78OYiPNRMvy8bdn+hrLKYGItwWnnjzKzD8gBxptRIUSzr3Bc1atY5t8Pb
XpZy0zvUPxRMT5jl53FypYCffzPMLlwIm+ERu4ekHNDpH6hpZlXBSuPY270EAD08DzaKhLwt2WyS
rsdBpdseOgaolQaX4TLkSGGVTK57LQZOWFVTeletruATjg5wZOFPyDeKqD9MiEuvysJuaRdluTck
W1Yi6pNns+A1YXx3A3Y/bNgG6keY2NT21aL4Xgun3ZUSHWhv35j95O/HCfg0wr/0uqUcb+VWgxmI
uAnwtepwobXRvtCrGGl6A9OQQ1RXi3dd4z2KyjWwLSTPnqrW4Pu6jd7Nr6zAnvM4/J61efHHKzD/
SeVuEnfUN2pU5rQSTRWvczH+QB/nHD3KwJGNIa6zzMJbd4xz95xGR5uOjZxdm9TZtopHYKSiT06T
o1GGpNGVI9E1Wzr7y2QC+GXPwqFP+a+h66K3mRHMGB3rWGW1yQUbXbcZWXjslcz4nTNX0lc7Ab6O
WdFWxaAsUNw799KU5gWQPmQ75XCYxkZ9M+ZR2+XJz1pnPeqRUrnP7ClgeeQeWHj3a3fBE6m8ekrj
6MaGzLu2ZTuwOhPjU9fq7m+oarDpI1V73zJOni/NVDPBFibUV1rI66XEfhJ2Ul+5VjOu+lqm2ziC
uD1lhrhg48S4ThwWyJXuhuQe+c+tmq+t2L7EqjcevTAHejua0UL3my7DOEs2A5iWh4Lthiudqenv
VKXsI2mAqzDEA0mL26usSh94Z8kmt+vfeWc0bCf5ajsUAAKnqnucOu+OCVkAS4Bls2G+JH5+3xXl
osa03XWhDQv93PFY5oYMNePALsRkXbNW6VZ0litkougm03I7D7DAZUv/xDnoplcq0doT9viB/YZy
DLrcm364I0acwZHQclPImVCTN03l7JLWP/kqhUdcau4FQgBAyhaOnVlNYsf0Sd9GccJmt6/iRwPG
PDTAU5ebmJQ68Swc5wEQ6fho0VwPiVFJ1D6xuGerP9lpqHX2okvMlSxCj88JlFepfdV6xW8kHwZ4
f3eoaIZ6dRGLXOyGstMPdmWJNYsBTNyTGKPVUJJ+snIKUrKH2rrVLBQIpedtrTKRew1AyoVmtRAH
WM9vqiKJdmxg1Rs99u1DIWu4JLKAxAu9b+2if9vmzIM2QtPcTdnZ09oAqvzUxIuf2uS8V8XOhn3i
9Ho2MUS6bsqiQY8u9LrdVLKNGUeNYVdSjXdSaabh42pS2Ja8db60j4K+bGDud8wCNPPG9QxWio5D
9/IKeGAlK0hmA7+cDjxzUtntmhn+DXFLbBoGz6tmti9VWJ1cIzFOddSQXFH20DmNQrsJremln7J4
XdRMUhxX79fVWOR7zc56ZgDzL7HsQpHtd+dK5a/rLkWE7Ulrw7lSAm5D/jJk86zFS1qinlxjeEwo
tmbDZJbG7ZgXl6YVwieIrMe5cMG21P6qMd1TM1AsZLbqJCUYeUkzWbWoMNrKTrFs9O02641fFkNb
M0J15VCHCWOvsTZQP3p2UyzmoMYY3tqOz6J9LqaDXsjkSbjsX6dNGd/AYgfMM1XmJVA5Z9252IOF
71OJVscX7mxeiJYzXdPYN5YDMVKgOWke4sb0Aq/E2luZunfR+F201kzWeaPGis/EIYwBXd9kQqid
LvxjElcjDiyTaJvRmnUQo7ckmKa/DEChdq0/0CIYArUkWYdOB9jQ1A9DByULZg1zvYPo8xMM9pfW
Ci+avLpuCow9hTZeJvNtO2P41VHTxMBKe3cg28PRog0OI7mz0bg15oy8VPNXcwOXVtrPpAffWUnp
b/qJSD8V3/o5vPA8LTu4sV+zC6HYD8nmbWP5lx0DXNd5u4nc4Kic++1Mm1/FhbxJa+skIZIjiVcP
HJ4GsHUujXC8bVu+fomCfmNkjo32dB4OfT8EEalQgB8TtZmcpAyyzMfsNM79nRcJdsST+Tkq4WQn
2ous05fZYl/fhnawFg4HI002UDc6ucnOc6X46RTzRTX1/QE4PWq4lKYSM01rqpWf149Kpfc5Z16y
cx+wvm7wjDJv1crvbta8Rm1OJjWDRVjmxlKVeUoY6Bev0JVWRt84YlnDKr81pV4cTVMWm87kMG1u
JvCbRfw4aupP2lsHS5D9CjKUBZD8xnZBtk/F4G28GRVFNPYn1nSnfNC7TTkbh5E82HWWgQp1Wz+7
ikekqW7M7RsD5olUv2zIZCb0FDgcy9i/mzs9Jo+Id2Zw/jCGcDvmzgYz3jhb0EZ3jppwIyQh2Ch4
7r5kJ2n4f9Sdx27lSpau36XnLJBBP7g92N7Ju5QmhEyKJuiCJoLk0/e3q1BooIHGxR3eYZ40R9Im
I9b6bdYeclqcj4Og3KGWdbmqy3F4U1E/b70sId2gzy5S2YfQXv7gqrK3hnbxLTMe9RBpH691mfyz
UO6mbRHvOtNX5w0HBkmL+OZqvZTFd9DF+rQMFGAEtGdGE2nxbf5eqPzCfn72Z+7+ZMja58Rxzyr8
oQHxrbG7k2unm45uspTWuxwwJIhlfi6KAVUw0Dx7jbHNsg7qPn+rg/q7NxwXsSN3nZv/MckQnr0p
0qdoAPMTqXJvKtE8guUSr9+5zxKEfdWZ5dQPHQ2kFjZoyzHWWoTmPRecLsodbiRl4aU/3Htzc+qb
9B3ssyET+DOuGwAwmpGQzRP061QXW7FSd7QJHbOOokNDVWBCGZHOMbfoUdwJC7l92jmkQYuwOKoR
r0a8vFWxTbWFafczwhaammBI4NLWIXnSPGfCOy1LukvTJ0JNzpRjOIa9doo+OO5vEvev6UuqlhaH
aW9chpsppBTEK6e/qReP+6zhiJg961e61sERgTriUTmy8tRHlF4FVMtYfpmkKa0TebKRv8ceUwBk
LynRrejCShjt0pcM8i5tQWP50lrxzL1C3zRHZjjFaNlCouuF+ektqClYTvchE/olub6qQVw2kAgh
65tDS2yWWrSqwVYD0NJc81diYLfUeDt3rOiVYoJg3ZfP4Pt/rdJqDxauUhVQHFHK9sGeWH+FXxJb
jU0zs21/6+rgHWg82IjW+e3L+DFAPujUhMOlWTmsATXV1k2aaq+SLzqB2XjGhkqLrgd+lG+zk0dr
WrJv6viCfvxaW6W3suedtTSd2+HsP14LUnTZ/h2Z/2xBxhnVWopJ9tpmONswP7a3s5CsW0PYUsUR
nKn9Wjcpy9VishKLTnXW/Ij0TNGGnZMKbJ9Dwx/F3asPRWk/Xa8zoabzaHf13RRMj1hltpk77EOP
upk4D2lVGeIfkj73dsCFl7AIwYl/pxVdGMbMfwvZU8rlA0hHBIV3PYa1mSg0q7yPuvTRVqzcrVuH
kJLTuQiSnY6aYjsnxaFqLeorqjq7oYm+2MdieDV9F67noL6B4yw5hqBJXE2wScJADTrz1ZSI4Ubu
1gXWYky7CCy6eAfqAhsLMkkyHkTbSBN8T7Fy0Oh6GwTZzNlTPVmTfLavudNjf+tSz53T5DXwfK57
NTxHfeFvs3okwztePpQTU2kuP0Tcf8ExLlsrEi3FQVO94YIJKK1pnsZFXAr7x/G6EJjULw4equrL
aCRFgCktjFYdey8Tw/rW7bOTQzoexXyQGoXlqsdZUTneDnRu5uRnc+9pqGdw8aSANrIc2rjyqfPX
bWm/tdoaNlYB6KDmimjwBXGacrmgQlG3j2PG4pTSNM4uOXdvbIGPCSlSe9m6SDzDSXIqzd4hSqxu
nYeawhzPkYdg1K9+Y/W3dpIn2yVykKLS7bPLJzk9lZ6Sr5kuAIa9rH+KQqC4LEvNDcxfsLWmKHgK
Rx0+tM34rjJvZv6I6D5hQFjup2ZIblhtvKfKyu1nbgL3MUwbhrRwekggC0j86aKdECMjCmVff+yF
OPiw6mt+1pzliW3cR9XWhlo4RtVYSSqecfqMl5Yr8OLkNWrCfm6e3bnxtr5fPDbRSHQKgbQrtpJ6
szhj/GCCJToLRfV7SRIVRZ/5J1bW+lrCQjvTYogycKCxUCDQbF6KGerZTw+Lqp5nlQ+c3K5+KDtf
MR3WchWP5PVlDeB3WpK3YPU3mtHgHLRhvrbwLRwaK5Eb6YxEPQ/tdFhMs1scnt45Kyg9IWn8Dyd2
Ch/bf5iF7M1VM0CpxFh3N77fiK0dpOrsyNY7WpMQ23ys5jVBDOeyIuW8LkR8S++YAAlMRkwnWOee
M2pXLkIs9MviyWAimx/EGKICkDaGO9cpSGn0Cy7KhMy8snDvECZMD5myruob+9cd+Lxk7bvPnltT
T2MNEI/dSJlHRQ3NBDdghrJjm4CkN3HyFAYesJ3m4GzXvB6u4hUs5g34gvVCagbA0oTHmQeIzviw
98vDKKg7czSYAehiQPd2FC1nWuqbvZ797pgmhicZmUwqNh5X/KbvPdrYZT+f6JlpN6Xxzb0Jr5AD
NafEnZc1g5SVv5qRZExq5+MHYcwz6AJ9cNDoHud5Mh4Wnce3EynjFzEM1S6ZSvQExnR7navlIRJG
KAY3crJaN09upmEqjsGUu58qp5xwSWJxyQuBOH/wYLJa73op+GTCDzmriIRj28P6unxmbeWdcy/J
gWGTaKUMLSpJ7xENpCuHAREdiUAhvtjJl1GJPAaxL46D6pejEaN3IU568QkGLKpvw2t1xx9u6R1T
9vIa6IH0pnJobuagtx/DZig/PCnc02RqttMsad+8yLhfkGQUzy0UmBYweWvkXdwVIKbeJl/m7Abk
kz6DNBW3ddTFK9+1KxBkysbXOQ7Yi6inaQ8LRoFPHmKfk31/7MYSOG/W0R4W2n3rKtu513woRzHU
w7ljunmWTPKPsSq6n1SLOcQ5n7sbu7KHK9mGHt9B4kIlQ7p3jLI2izVm9zTWqF/Pyqq9swC3rqek
MXqtEwnwXSZxvWkKWRIXoyyQ/GFM2Oc4ZpBX01QzIktYEW8fnhYti9upDZcfd6kH3pGONE/djp+d
rdgvmjo+yNnmZJR5s0/TxPvLUz9edOpVO/SL0eOiBwpRXR54WKYqm8Gjff89FVl203VRvZN6YcV3
GuJ2KU7uPWxazTBl+znM+BpMFvSbuc+7iyEz/36oU2qzegopqzxstoU37Kj7gLIDDI32iu8TbY4b
on9TU/Q5ekF1cHqA63wcr3ED1eJYANRCfATBRJNHVDfz36REGwpbCFma1umntkJztG03fA5VSYVC
FHpmI6gqhq/h4IWQBuMDDQhszQMQAwM2kfoteHKdou5vi5APE1mcF336cK0PkKKUBuWB+W1iKouK
IgFgE5F/P3QhB72a0t8p8ORjPlThJhxdaL8kMac449UruwYmx3GLXeUx5qZc95fS63HgzOZcBm53
LAMP6cQkA/W2NFw+cfmVpWHaX5Gb8mAJZdZGdcSzxl5ykKHcGlTu22SaG1Al69oAaiKc7lF2Cy/2
Kltuzlh6PCV28lTGRfuydHOKTQNUo6GFrwq+vdQALVn866m51oQIzuFCDt1OONK51D5lbMJAB4Ul
Mp4EtPvTpmnktg01NJOkMA/aN7wbXY+IE9W9W0OnOvo4l5wzMVv8v15Vauxt4CxFQal1HOXhg3GY
0VKTDnLVwprcN8jydmMvsqe+b5EI5PQAq5g/zbLGUX8VblN+RvWYq/lyrDFtji1+1U0W+WJrScWq
HjbuuY6S7LOQkJB2Vr6lTW2tak4Ca00omJ9vlFOrjzANmjc6BojW8iduB/zFBKshAZo1shrKPGq5
V1n/aSQtJr3XfdChPu3xTvf3Ul1bWejJOQiSK29LL3BfQzn0By+fK1g4F2hqapn0e5rYuqlzdnaT
DNtQlyg9/NKsq6VFrZZm8OEOw6xq5g/hz8F+tk2yg8WJWJ1pbA+L2d3UhSNR48MXL7GZdnFEB51l
4uGmX2QAYQI3lCZEMDvGHVYK4uanTdDXmVLF6xHhzyov8bQscZTt3WQC6LJTeZOGvq5W1L+ne+F6
PJR57W+CPn7184g3gfu5fM/crrtrpug7GOzuIkzKodDXNjeLKF848/U2o/dlHJ5tQqCevJkmvKhr
3GMyhrSpZKE8z2Bkl1rAmg+0ClPl1/1WFV2TKLmqizGFYrwtyOQ0Zngy6DPh1X3z6k9JAcFpw28Q
EY4hWQLUuHXT3yxCUoueCDbBhFc/KInhEyRT3fle987jHx6Xdp42bGwVvYa9/S6jRJ/mzEAnh2iX
+iG1X4rOQskp20fGsXY9G0FbRpJZd8bvp42gTWmDQs1h8SslNCNi2DwZcipHPfbqtOfbL5B0dt7y
MaZmQRAUuLwWlOSGWdNsh6hjX2vb+BbRf7EbQqZpCrT42IPyJ4vaaK9jQKsso2zXtTWqiGDszwHX
UAPTZsRZN6a4tJMnHnMxe8epmZK9ayV/KHYX+ymTFqUjo/hMVMcv1TBfZKj9Y4ZNe+/RlXmUXdPt
20anj3ICF6CWx7duc6XpedWu/h6qYm743ryneBKKvGG9oK/J8nYfJgs0fqe/I3dEREx9/H1aFjPV
sZI+Qz8Ni/Xsw0gp1/FOHmKfdlP1Y/cpm2TiIxzZI8o4/pajU5/L3gvuyelEmC+tP2M6l5dBQUsK
ylm2KgFwskIajGzMe3tQv/l2Kaxxk1Z1TZnJsPxxUyqWsip01643909VF3fPylS08naudySSU2wM
d8N7buodijcKGxsNdJKtvRyVhWWPjwDpwOC9661Gq1N3yeTIbS6Ca1dZOPBvN3RODlXGceiIOwig
nxS+butp+tDaTKEEro4Q4RtDHd/KW/r6RNU7Py1j62ddzmprUUT/nFNeuApTMX5HYFSAbkt3UlRb
bcM54ZcUi4CapF6z8ifvlb/an3zu3APJzt8ZKkp+noPeB0lefi7k4r0YTw47Dobk0o06O9fIPwmc
cONtsGB7mB05fDroKj4sr6eD1q56mu20/TryXe356XqPSdp0T3EQqWzVdmO+Vc2iNsnUb9LJUtu5
rpKzo4kaE4OYnzBK0hKpPHcTzmX90DktUijZookXKiru0jjyD8ShMXt3znhCuEAVu6+aTTHNw0YL
Fd/0kFJvrMpsmJnnVt/WlGG5S1r2oLYIgbZHMVwKR893bNAvoVvNe8JUfeKD01FdUse8tAt7rVCL
Wms3+tS5L84dedioYACWIR4lVCSqSNyGj2TofPhF8x0laQEUkIOvEtYAbBG05tcWC9SPrMaZQ7Ue
NuyqFPNm7Bik9dlfIkzcfdX4xdFr4xZrG5RhQgdN6qp13gsKsKqK/1yWjXWY/VRSdxTQmpnVH5aZ
0YAuZNQdgjhvLlU+o4uKcDqGbV/ALLc1/Kv/4NJsfu8kDQxXmHcPc79Mz3lISB1V5zWWOxjzrJJm
Lwvro5yiYo0Syz/4LdSJvGZH7klNTM9l5GcbSFF346YcDoSOanWLfvlltvxm33lteazJzVzresHI
vfjvPtKVc15p949PfyDqHZ3t4il5DcrpKye8byOrytsiiMAM2PBIdYmbPDYyOtj+rVkQXAR5+2EF
VX6roq5+9LuAizLqNohXnCW38A1mCxn1qN5TuItVUFp3S9lSYOy5Xy0HMsXOy29Bp9Tg71P1YLv9
cCuGpr8NcCcuY5BukxB1YpRm8Y1dzl+949Qbp9WAvX0RcXeNNbctuF1Zhaw4deVG37EiiW01hKip
ssULtrNr97spV+TygVNsBx8RaB+jxsNp9Uf3Tblm+id0x05Ca4PoN3gKOALvRC+ze4UC4r3Im+VX
zE39LKjTxSs60rItCslBNNbg7Va4slJdvPlW76KoL6qF8diaN4juUWla4pCMVnuyYjbAbe2L8mEo
J7REYLYK2i8J1Vcs8Mci12m3LSKsgwMFi047Jyy78VLkwSVtxFbP9WEabz/jTYXistr7DGjuOMUi
P8xNwuOcOTSTeiUjJYUESW+qc1ka6rGWMYF2T1PzNCK82yP24sYyZbKNUSU+K7spN0z186FNaERz
wNovWU4pK7IJEB/NghPAp6z+GVKbWMASaSxjIFr3K6IpicPKsYAR5WLFd2ZiEDdpEe9jxHY/Co6V
dXxB6CS03PY6r19V4DXoDzuwkPVox8XGD5TY4yKwo3MWSei7kt3iRs49BRAYLnPUNoH/kIcDdyUZ
DwPbxG8PjH87ekVebNJAR79hTa1zN6LbSWBE91SsB7c2Thzmqbx+MpUQ5N/HoJJDMX/FKFNPjYWd
sJXAh9rHjpMUunjRCKcApLQ5D12LECKJm2AnOgK2HMqB+EZQAFtz3N30KFeB4gvkBmkZPoZ2haTE
0pTHT6j5mFRo9RXqD+Bjtgc95R9NkZAvmf4hU6T6om13uGUHT14qcK19rJbm1Cxy4j7LWUpaHtAu
D+YDG5FYO27VneKxpqidxeh1yRfqG3o9cA85hGlmQXoKGppDdWcwA4QFWo5J+HpPR2l6Wyd1/Kk1
qF4X9Mk2rKbukEmmmUY3E+UVMBynxWhxwLKhGV4D5pmYFS2b0VBOMqX3dPYi9d751FhPnIWrgALV
S5hjVGQiCrKDz/hAYQLspuvkKI0yf/g7CGvKqYVvmj/A1dXj1CP7aHIrOSvij7ahC9e7OGn+NNSj
uUwjYkpCRfHMVOwk7qBjOLAyeAyd7CmzVbK36wI+rnLeEdKMxVpyGUZulxxQzDb72iTOcWhDFFxe
SskwFWDek5tG6jKjmOPZ7+Ra8R6B7fgxrzqMVpYEIPnWFKwMEcJvvOTFbeIhPmVJrl6H+FotL0ww
g99EtK7Ho2vuhErSj5TfXxcRNauEtiebpk2I8Zjz8eRUUbHtiQjetnFKcbNhzy99UI2UZDYSrThz
weuffKTtG/Iz4RHTXH31VGawDxTmkCLcXjvWPJ61s+Bez4081nHU7/Ilnn5DP+FdiLlB91w/7Zr2
QhC42tCmYfUaT0pfLOkWOw7ncp+XQDXp/NZHWN/Bh78Xexy32kVZabvpnNG7NlgHL1AfmVDQlgiM
tgh3BFNnmRo8IvRvgJNi8QjV9GP8pV2lEvpzDHW2KUye7RVv4K1dLLiNRnv4A2VcbhuJI3RhWT3a
cxScyjYqUBIk9YeU5bt2bIDOjDPECzF1JM38blnNgjXG89GG9zQ2oud9lDgYsNCXvMqzH/oS9Qhl
NUE68jp4KvqX1/RaxZr+be7/Zd/7V6fod9POGI2y4X/88j+f/+/FsP8/Vb76xJz878VpN035wwiE
b/ZvDTI2H3/+z38417/yr8Y0CtOcwA1RPnu2byPO+ndhmgj+ETj8x9i1HXQ+0dVC++/CtOgfHiHM
ETiDTyfatdT134Vpnv8PLwghqKNAuLbHq/j/0vfq+P/0Wv63BzO0fccPXRdA03ZESNbz/zD7qVB5
Y87hvini7mJFOtHEG+F9KaRCEWu0o6w9la33lvCilV2EDvKc8SqrCYY76bEmHpo8YBJgro3A8qJs
EIcgCN23IW1iaAT9g/aaXXEo2Pl7pkEWPlof+8l/tR36LJuuPXdek/wpbDfeUylbAF/V3iasvRs/
sMhAlml/sns05l1l/YoWC7wTzE9B3/4kgt1pl9tU0lKpORguFLqYHPpDEUWcMkouV5knxpel4cz2
fGwiYeoa+97PGzJaHHRYclPYGJt2ERaW4bvR9Do8j0NcZztju/4hV7PkKyyrZ904H1kTI0Gz3IIZ
F3rAhcZVyRzuHB3bB5A7pNQ1bNdapH7DALvM8boLmvmGofx1wBDQ7YWYk8e26dNlqyc/IT/XCmnT
yqf8yGVPnVBQBP3Wlyq9K/rhRVSZeItSMNQp6LuaY9XhN1No7ZQE6pLvllSJEWcj5DEwhNGfpYSo
X3WNrbeI0sK7UlekgSDID7ZSTsldn1XtF9MAHeXetWGzDXCP+lZyl9JErU9I6P0XHzBHHAB1K2ub
hcn0HFuO/9B7JY6Vwfedb5s+z00w8+GsPEv1pwS5Kb20UlBZb8egFON4lWdWYXnJess/aVxlaDcV
3mRcv8VWRa3+zvxOHosRU1PedZxniR9jcZAOS1l3bcgNLP+sB+lTSdtZd4Nsg/EKzWu4vMqHJUWS
m1y/+BE19pD2HYkls1Tbjp7Bxzm+b9ImxWpV6xgti198CGQ469IU67KX4kbqafZXYQsN3hdxfpg0
t1lB7t96XjwIfe7ZDRcXzhOEDgcdRdFK2PR7q16Oq6TP493QTbDHGM52fTWepyZ6Q+7WbMqZ1We2
G8aI2uwQj47I971NquabQM4uBDaTc0OeNvVc/j4m+HsjsYmSnnK9VGDFg2LnzdwmUS8M92vwkCTi
AT1TeOHx2rjXpJVShsVWLjnDeoTOy0JrvfHr5T0lPQRAmachQ9C9bz16LJSnd0uAMsaHhmZpY2Rc
Ft/bTK2dHylBvpghOcW4CcvaP87AyCv0gePK7WHr6mQYTjROpVchnHUaBH1hmFGf/Gzu9l6E9n1g
Y96UMRY9fypfnQFj3yCWlR1j4Wlajw3H6jISWXAmgUhf99jASa/3oYbBAbeokMRZUXPHXX83T8kl
aaAXGj2YHXJ7fAgdbDI2Eat8ie06fzFNmR+NV4DtOC/hLIOLvuZVQjLyQnRCr8rQZ3dy89+lQD/T
ReZracNgV+ruBWcPejIVPoBx/0ljTW6hGnhCAPxYqxClr8YJwqhdsvtazfMxrSTVs7O9y4Mg+Bro
3Ntzd8cY0zvENK01HEgHs1/DyuUNpF/upUO2pVdpG+KaUfm653X79RG/X7FRB+H8qCdxqNg4zSaQ
RY3CqwTS6NF0mSS/XRZe9TUvL/41OqG9bBvNunyZATckNsqeLTjScrirI9hBR17KRieXYDZQ+H3l
b1Ov3E8uUhR3FA8LEfEP1kL1dG7Sv6NpmxM58uZg4QSDHwwsVMgiaA9tGs63Tl6aTzdxgrNq1KFs
GapF2EbbUTRjc5ObBRsRKg/wxzZY2GdIt3oawnwimqeeSjI0pJvuiBzFf6o8KvB8WUBVScaeZRDv
HlPLseHh3k4gGg9V3+d86kMbnaDbyM28+n/XecZRu/M5RaNt1RZQBII6a8E61iNkLR1UL10HgbOU
5arl3dhh/neOJeXfgFIThAXjPOXIZYOhZeiDzzTNKAFpS28rMiKNwgaNcRKRrLOETE4cWZXItr3v
oBooqwajCoKcvY2wc1tqVGeFHNEfyFDctipuyU+f+nVGc/Njqi3vwrbDfmdzyLWaAKCGPpINalAq
6hrPch/zjHBJBJc5YPqgw/yDKpbwTk1jvCPhAHjXl8nVIr4aeQ1vetn9MfMVXOXUCzqGxHoLVJPf
tEFwTzYS9QA2fzYp9XLGZ1beRaaGxcXEQqBAQwoSkq8Ei4dXbSLQpo1ICyL9ap7VwWvXnRqsNzoC
rFNm9819mTr+zinm5H7pOc9yl/2Tp0mM8PFu0FxyKGHwlvqu0lO57byqvRtbBVdkbVxtNnZZct1Z
FgyuQDCfaXc7KzldErSMhPqNguGgV2vLGVDfUauZBNw7of+UT+lXHs3uOtca6TelLXt/6pHLLVeg
GywyLrdtJu5jl0dvztrbIArvXTtuT27pDVewz3sqSvXbS+dXO05zaS3dfM/LiDKBfqH1WNxiYmJ6
bmRw8HnyHpXFN40menmqNfqZZRqyS1rX1i7shTjE8JCXED/yPX3kxSnyp/FYlvzg0Wuru6Ku2nur
tPna+8r5ctDeUwqOv87GKqriwrvJw/gZAWbzLhyVHSiS4XkcxWtHmejKa1rur7ygvAM2hVciSw6j
7BfOllY9KLz5T+VSpK/z1P+O1E2DT7MzTo1JbhFRKyBTUa6g8q4S8uARnf71nxyzg0DHgiK2crc4
bpC4FTiqm6woNu1kgWwOxl5jE+mxImQXt8KakdmY7Kj3/lTIlJ5DCO4HKU17DpyGHF5RL0cwbWYm
pzA3rj9WCKfVcOrCukP2h0Qlr3GMrDixokvitaww9nQCtSguNpJlLjHkkYHEjNPMS4n4S7AFwkiu
kit02ISvRVrvys41qJs6h1ctru9DnUzbfIBAHLI6fDEmNnc1U/Ed7RgvDrUVyKuBf4F0KSAPvEdr
TvKtnerm0Nhxc+44V+gYTKfzAqSxhTbFsCEidWXukbe/K9ezqJ7n9fD3ObESZytO6qdhsKytP0u/
XlcuFoLWyasG/EiaM29S2eLbbcpP6YOzo9ONPxfyKf44hP/eRGKJzHGgY35r4XL4NCx6MIlzP35U
feo/BvQTbMphal6ryvfu5zGOVkHmAyT74cs8WP7B5To/OxEHYzdl9kOsnJn8VxxCz+Ocpe8myPQv
JbE0ehezvWmpK1Y46ix5u4yVOuB4w3nt1PoRzzjN5qoAfUEEts347Z8qHNXJdp3sd0mDv0WFIKQ2
pL11YxXs0lkOFzs1wePg+nBbHP3ruccftnEsFDb4LqgNAVEVh9nTo7ta/Mi6GbLg6q7GVfZclNcP
vCDnfmW7KMlmDwZK93G8q3vh+gB9HTh2YhXFEYn5dJ4G3z2FfXY75WN38MKMfpT5mnjSDHjCtHRv
l06Jbxm0gMUumyO2uP6Xl6RGRos7cZerK8YIiuCdgm56m9ivi66Qfwefw7kpiWlDD9Odef7aexMN
X0Wo0+OUMi8UIVCnJYJmAxKBqUD640sbNyW67fw9DHCXCyced5HW1MxHL6nGBO/ZR1/YJx94a80q
n+wz0bf71oyoPuWlGoXiJ2j3z/WYPinUCUGDviBkpq6E9wBXtWmT8qJD/ZBC6hv/Z1qg2plCyiXA
gJd8L0kW7Ke6v68je8S8vXzizrpFbNutslr0u7bAxucxV66NjZpa4duDN2DGFuG2R2NeV/Rhtghd
6l7fdIXb7qNwTLeQf/k6GOuftu//uKU6JrnVvLB9pLCrVvhqDbx/YWmpjT2LkzWD55Zmce7QRiXb
abTLTRbOxVuTVcmKqpN+Ny/ICPJAFxui1nIYx+nLDVFC+1BexAawY6Br4UtZnO8pRks1O/Fm5uBB
rRMMGI/DtTuZrbL9mTgT8VBjmd3aYSZPsk9+naI9qQw/bsIusbZmt3rKFpUcZ0MZyRSn3aaSujwN
khqCwSTxaaS/eycL3MRNlpRrMoLb9SQSzHGhyQ++Y52siaecYIr2oH3M+2ljYaH1/WuaR/flZLi6
nQKxlXT7befXeiMWIy9qdK95tywuUxVB0beAKOt5MJ+kVxc3lWW5dxzIb/WguifavZM9DAwD1yzL
U4iIbFmaacMf4l4vEVNrpuRLy8+cgI2hOqUQl5FNTUwXTvdjH8WHxnjPZSaIP1ziQxeHm8YlUcxz
j1Wisk3SFdNOyfh14FTBLBpcnG6+YvYaB8/MD7xL03Hb+pl77Nyp3xGXwjHajEC5GNQPbVx/WSrA
axha+Sac6uji0Kd1F0XzexRk1cHmkA4Ts8k6TBbWG062G3/u+gMW/GHH0oQFd3KbPWFoQPRutvUt
Z9l1lAUdJib/TSfi7lDO7Yvn0lpUKcsc4n7YRUCNL6Uly484vcmjARlti2qa/5PW55o+jM0Q0CKb
FFdPYZw8ctXr3eypC6qYw3TVCmAZP8QpH4mDXU+H1laNDR9p/eID0a2GNHcZVdSBfigYTzPi64x3
BrE/L2+1L12Jk1W6r2UBYz4UAHipMuMZaNywePo1sk7B3cigEXZoNZ3+NIXFjgKTbBsuRb2DKWH6
jsvnOrW2ls20n+Ao63SfrLxkKK7+igFjY3vKTYEv1ETlxhad3BBJUu4sRD37pRjBfj2+eE5+9OUZ
fXoDERZzQASlnfuHpe6xXBVI3slQIE617Q5yGfEfVegdZxDNQ+DHA+c3IC18B2NnyMi8bPu0no8F
ShKye3LSDq3iZ8rc+97bVX1Q3Ke+XRwM5pOD7Ic/XYuOxq3cD+RT4aZ0yOM2nA6XuLob9V/I5Csy
gflsFs4xLkiAdBLu4PaPpGFiHVQfkqycwyLwN5cGMEcjjKyDn2aoPqxQaP4KC7HAFiAbJdZ0uq5l
7yEeuzFjfJtHwZs7/Rd7Z5YjOZJl2a0U8p8BUoQjUNkfJHVWNbXBbfwhzMzNOM8zd1MLqK9eQm6s
j3p4Ftw9qiM6fxsFRCZ8UtOJFHny3r3n2m8BpunV3LaZnyG77VI0qEMynYhtINIigpVkzujAKE84
eDfLTlbclYzJGo993fGZrSOH1eACXFz6SHvtb11xThI9c44l1AduaOKV2Twqb+mF8Dne5gdEx7Pf
G91NZ2a9l3TDlbZ0z5bAjubU490UFOgibWXgcKnTXYoTt1DrEWcNBkdjsG/4dto1nwKTWtonfZSG
q8xedotpQEnA7WNpRDh3fVMji410iooI+3dZ5ij7Ztyeqjk8cUdcxWghCQDbdsKCFCKABC5TBfCf
cpWuDU63YMCGkOTtIesebAfT9zC047WgfcWKt4D50MpDFhjYcyKmM2o9L7u5zBVE6TkC83xyfIVQ
OWwzDecV5PyON0vFuJlZocF9EsxV26s5SYGeKPX1ELVnUAPnMOs5/LF72nVMOyCn2R9Y4z6GKu1b
4/StY3cYMownTm9CSGP5NR35JZbihDQBDoyBMwAzNG6JuZ69LtLsVaQu8bauY8dv5mm+1YzgjCqq
4OPbRq1dvVUiaZhFzzimaflsFSX57ErEMkmtJvt6SSPfMRaaE/SivYpzlstl84nVlxZQVrwP0cgR
A6YW2jld2WuKau5zCWmpbpV3TdVYnPSSCVUZDUAlEErEpcg3pcbIJjaY0USm1q4Sib2hj7vpDLHC
8R1EL5fDRorVkhmlrOUdz3lj2z1G36A7Wcui0PIIB/y2NZ/FlFSe1MQXqwpOI8wxTI7vQd1ujES5
zTmJb+suvsXvQ8tRzW4hkcqDyPC75OGNXRbEIub5fkZ/FRrhAw6kr8gN07WWldJvFvQLGdYZHEJI
T5BcjRzfTHPThrNfto9mPOvrSCR3k4k3bIGkXcPNzezqw4jKAiuGqaJBEQUmFzrzmsZWarSbmslz
MS1XZT4xnre2rVrsa318tdEc+8s8DpsZ/8oqmhLVG6Iezq++FGuC5siq4NCLbVd7lppSbHShXLeR
/ZLhcOZKh0sxjSWyGMiYxuQmrFLeUtS0k/r5k/EvE3I9BHCXj69zFhwAewhIGrF0bSdgblZTFuH4
Xhjhz5YvbTlvY1s6634IXzNJkgHKDxhD9b4BxFslIvWw14pbfOaW17OJu7ka3rRxyq5oK8+DnSER
dK5pO+t+Y5ECDntrnWuKP4M+waSOPCnpbpRueKDpMDLgALQ2FXHu6mbIzWoGgF1mJmLZkgYbxi/n
DnrsZD3OZfnZBDAFFgtRbxDl1w4EZi8UFiwex1SYsGU1Sgl6KYu4+EYAFqhzuymrOF+bbeiszVnj
AMGZMmpmN1Sagxp3pz7D86LhTppE9xA2zMIT8TrnWANEYHMW0gVNwNjaNvRafEmbiyTAHJl+lpMr
P9vnLJ5epOG89TOnzam3blMH/sVgVRYX6EIIX8gwUnGoGzOL7mSA6ADJPHT9kq3LToxdR3gEjLXm
1gZjhTejDlfkWpAsk3R3GY0URlmiXJG0yTirSwY6mPBNJ422b4D6zGsCkpTMrL4H7fyS6gkzXrTB
XzJZPXAmc/yqNy1oN8lVXSp35aK/dF3xbhWTH2pO7ZkSa4c2x0AzaLd4lSUaF1rOV2yko2t3FUCt
KFkjGoEh1GX+FJqo+4hEA9tS3Cg8kKatCPwqzTcBV3NhDDRATVRNA0/n4Xmc3VGH9aTOs7aSDd5h
prG44hdscsg+kIwpAddNrXzVg9JyRWzkXoFuwbMQpOGDSFrUGDRLItE9pkJnh5ccuzn5iOqi0B11
1royoHlWZ14eUL+HqrLtaZRyWGS5g++mh2CUcApoWMYcuY4Shv1twvBynhlsj5XyCVZwp9Tph11h
VDE14kTSXWP1r6E9w85Z5AM6o9LTZXSGweo2SrTtpw4NFrfcgoHUU7sRxT3b/Dkty2Br2Cp/ViTq
Oh+4hy3G1OtIxXrt0KACDcV435gLZtHIkmlJIPBjvdGrXTI35gNx1AeOWJg39HETq8cB2VfkNNdx
iCcjnfXDMKA9j8tgj6DFbbMPjDjvGkS5yBgQgvF1gf8TzqOd48HUA/Mh70DOW9Zi7TWVPabUAyTd
UcL4WS28aO5T9IozzkMDoVJrFVvNXjZTZz4YQn/rOu0B/Xi0ZXwEM662twtIJKX8sKmfqgibi8xS
XzTzS9e0JsAq8cRBkckoE3afEFdm/Qnn6y4koohr3x9NuW/N6r1iy/MdwUTfZmi1STUw3Ho9Cpcj
hLE1tfGMmKt6TS493TpH7tMrtN+zL0jIb+xKeTKkZbtVqpQroXbMIaqLec9YvkZqV5+CQeF76F/w
kF+soD3gCJtsYYs8oFUUGxFfIM5m1PY1ljW9OdA9PyC4P+jSORYkxeI2WZ7LRRldUUYkeVrsgbmV
pyxzSv1BvgfCgKCJ1o1pnHULy3kbpDfwrhm96Pg/+/BLGehEgOikSYXwMdNpNbSqZ9jjsiUJ+dyV
ECwKA8Noq6KfzwZQcjESpa1NKeEqSYsDL6YGM0btZugvsjfCrvAYJj64Gd8IKIfUwkELXjnAUFsL
WhsBwp5qt85tRDeCNvZYnku1/p0Q/C8NhE/xe1O25Wf375eH/dfc+H/9+0+/O1cf9GSaj4/u9Fr9
+i9/eiAD5+/P7792rz/9ZvVtCHvTfzTz7UfbZ923J2F0ffmX/69/+X2U+2WuPv7+N8hWRXf5aWFc
Fj9OeQVj2f/7XNj9KP7xn3/499+Hwr+xoWq6w8JhMxi2daau40fb/f1v6m+WxUTBcSxQNYYOWYEn
+T4W1sRvktaacCymxqphmUyMW6yE0d//Zv5G60WTjs1E+Pdx8r8yFgZ2+hOflTGwpeuWKgzDsQGJ
EXb3MwJWUDYNNt2AsYqMKd4MBhE1F5k/Am2AbYySyIpg8Ro41ZsYT0cdZ/0QjOXHqCxYdFPQ4e96
ro0g7uE+URwA8+g9BMRsj62dxYGXKQlOnLGoQVMiNISQ19h2Slx3rqHvFIWtXewu5lUkWThX6Rgu
Ge4wGyF5MzVwEMa+T4tTCkQVPB/eTMtTR37kFtMIQloDlTUyEyTd5YG5QAwwgu5rv7PaWMC1JcWO
IU6XpGj2QPepnqWgAfZaS40eRRRieG0dOhf7dhwvtLem7UGIdET/cJwZ1pNWNWxpGi+ePVOfD3hx
6WUjb0lgByVx/ElllNyCYZnNFT8Cy35fix5NvzYlEUJdvf6iF5rD6qk3wX0QgdBwG2NyINJmhk5x
3TbtHaP6Cml22BHhqyPmCKh4yvE1rptGuHWgccqf1IuirQaSg2hdb7VPKfQGUYrdYyIzFtrmm0jB
x7CaEoUSSe/7yT7nxZDgHzICOEUjpql+3aLyeSM8kIMNliTwH006g/5Vqr6i9SbzcjP1mlp5mY7F
ZIVUtrwqoE7bxCUagA8UnYETfgW7EIw25oC4iga7/wZMTBqvpQIE9SJ+tF7gq48nHEf9x6AWIjsY
TVJ357i+bNaTaDjdWQoQ7p1TD1a37Ye8v5CB4PgyilRVWlO2Tmc9wQGI2LxHC7op8MJ9zgEuss3E
J/pEq6FD0zZE+UsJ2Z610hkSMGSVWlvT/Ti1eBXbBO33phMdorwF+Vu6TuM2YCw1xHhUO30g3Way
gsskxkmeudjby7TSMFEsR4i2GQx08qWcK+s1EYgrNhP2sGtd0wD3gCxhn4DwtVD19xW7am2nTPjy
eDCP9gCu0SeYmmI2Eylj+cDWF1LT6pSOZ6uEdJJkb0lm8fBtBrBV6wIEFQc2dL/valDk9wZd2bt+
kKWznu00xA6Qp33uZtNkf01wLz0mZIEtnmguGM+gmqM3FcXkVR0Ogeo5fTileEvp6nsOXeWnYRHy
ic4y6e7ZZZh5UqpJbjstDj7HMIsO+pCFXxmGitvOsMVrN1zgmnQHg7dOKeRnTJ/jWfRDvccqxDCe
IupZlXNbb2UyIGytmiik32rUyAIap0CFZ7bKHEIgNvLa1dVwti8jMuZ3OvfjiH+rpGkLJUVZC2Th
zFEaEVW+Hao5yIZh6GlwjDmicktNUMmBO+ehtmIvlORmjSRF0+Jqvgxp0MyHGVRIyX7vJwYM87gp
5OCPUuaRT95s9FZG9vAEPKi7H1la7iLEWblf4x/njrbn/oP9kK8a8kp7FeajuObbxd/YamSzRlXz
1iQGufJi0ps3JQEz4DVxAsTBauXg4GxXFIcBvmV8hLPsChpyJTd4VE3ghdMh1l5og3eHTrRoZ6OU
gsqL7DCweMGh5axTDR2YN1p9/yVWuzzwTPSvwbGYmsh223pB0aAlidl4LFmcr3Sl6+YzTnuJ+WZi
WchWvaYDu/GG1orj64ICbYN9Nz0TAXvBHmbtXHM0a5s3VbeBayooxXSffNW0WS8hQBGnV3Tz2Ib8
cMpLSDejyaDoNsaAr63Bqw/Vhqa40u9kvbA65gy94LzMNYNAD9AOdYveFlBVOgO6ZzNcFL1BqJn3
uVaVDi8r0cz63l7qXAXnakc7CBrRdKrbwYk2FcbJaMP132iPlSK0+X12bPEsMVRVK5Gxum0dXScM
o6TD5MLb5ShZdkqweGmU9eeIIXXkpu2gMDUdFSok+OH0mgxn6JgLqwJTIWTggr+EZIrwpoCpEI5p
dR+jtnoJgyR4EJkZXHOpc7MEdCA/gRlGVyi4YtrS02BpRxENxtW3yuB/aiSUcH9aJJ3+8b+L1/fy
x6rq2yN+L5Os3yieLWohwCcaAjVJCMHvZRJ/QwnkOEwI7W8SOQDz/xTPyd8sQwMTb4E4k7awiZX5
XiXp/JXQLemo5AWoFhOyf6VKcn7B/19UeMKQukD4LxxVF+KX1AgLyDWJtTOGAHHD7Dv0+8ON4aNI
Xkde4g/bE5VPjz0yvLM9dT+uCj/fxBvrvMzrhT2P6ujwEAJ5zEtvQ1TR6oLtecL1sO/XEa6B9fg0
b439sOr2Y7g1IOT1Pi299uqhXbVuvs231gp+bnOcG2aHcpWbW5E/qAicPYnTkoYg3Rw3Pw3GLYrd
gRc2e9N68G2ChtbB6IYvht97Nz2v4qb3kDX42SbamatoA/XDLQ/RjQTlArPoEMPpch96NzqqV+Im
24Ft2NP8Xot9dTQ3yMx94/kACZYfovjqo75t9tlKvMVrAiu3D+jt76Qr3csz0HW3zimNhWOwliAJ
LFe9HZ7Fqfd69waX40o7U1Aa7sP+5uHBcU+Hy29mrzlmu3b1onuly/Tl2ByZS+7ZzHntuZu7T+sv
X0L3bfKrY+f3q/y25A/Th7qiBiwo69yDumG0ztcRLx4RSf1DRGSDb/GzLfcldr/wWbnJrvM7/mzy
rXeMUC7MP9t9a56hId12PiT/I/L+q9mBUn6vieIWKGC8STqcxsCiLRgy8qZ+Xzbqrtp2h4tKiam4
XGs8CY87UpZch161abe9q527Ba1Qu4oAUZzRsfTtnv9M+zxa183Tsob15sfHcMd18AC+3sUC+JLt
a9CWFX1GHx0j3ZLxuvbJPYwxsrVeelO96SMiFLf/qM7omPUPY13f9Jt+k/ndOy2oJnUPRczXJo3d
ywWNpUCx8me+azo5y8dwwqCVbiQxFhva6I8FjdTBVe8l74YP7jR4gVg1L0xeMz+NdpNbRrvrIto9
N9Mu+mRzTvAS626yDlfdQd1hlTk2z/PLiIYHNQTKNtqQNZzoBKQ+J3tfGze16lvHVl0Nw+NCXZBd
OTeQmHwmno/VKTqKk7xrjuOmvzeta+XNeSsX1UfK77HH0gniF+o+vcKYc8Zk4iXKaRxXwHNTRDmu
aqxz/t/2+DXlcs5ootqMRxD1k78YnhatdMaZiD60k2x3EKJi0+0/UXbRxtIc5rrr6kv/GlFzHgFC
8zNKeFPg4RlPbqUf7DlD7JIjutb+M7jhR/pvC5/W9fVxz+uvPfWu9mFV+UDFofVFT3TaAC9DqEcG
w5zh03wxT0w2NgxI7TWlirKS+3QNPRiDAgbXlfGOhYdrQNv4jLHAdyHuXoc39MXJdTNHH4779MRV
Vxtu/Khdp0w6nklCcYM79T1Zu51buNBDtvppkN7gM4I13nljjosrb92vr+etcFwvTA8q34twOXEw
IL+S5+BeWROtxh2syvv5MUr9VnXbN14XHb7Cq54M1g3LG55QSV2Hh+mraa/qD+WNNBM6JdROrVzX
09bYFOEjXj0xf6FxrW3nU7HWvfW8mlcDk+bd4p+rtXF4wy904rYBLPQ1vTL3CkamV2S5bvoRFHwk
pH3Yz9kbI5JmK56vw5PzKvFx0Ru6FrfyOnZAqO0GQYm+6zztRp7Es32sIAqFHNZ6913dacvJPq8W
z9rYT4GrnPIjCkW3ehPXO3m7sTy4/J/yyr6m2F5hvNtf1TvkzGsN+2t4a6U7igj9QW94Q81V1boM
4nyW5dXra7RlqOXsVPcOttv1PllJ73FFiedezf7KuEFf9o4ay8ee/FUc+ZWLO/WpeH2WLOYIFZil
rLtV74/r6BXdgUu/y8XDu5pW2ZbYjNV4vBJrzbuiafjQRr5+Xva8BTcevHxXHnu/W9nncqfyTyoe
CwTHAydGABP/Br206WZXxn70eUH893jE+eNmJVpm15E7zLLpyXxOd3qw7z4Nw+WX2eeztfn2Kq66
B1rdjLA2UFQfrFXPuggkCJHhsT6Oa0Reg0v7bvhMxL6FhgqG3l28eW26tJYv7ynf8cujsxkylhm2
qm6vGC7zo9xHO6xt+nnd+zyGgTfMo7WS+YvtTVye6kl/D+mDV8ZarsJrY/OsnDTegwMK3GU0Hm24
Kn1ro63o88jX+8RN9nfe9lPZFb0vDubBXt9fFQsNd0i/rvFqeLRi2Tetk3aVon+5Rjzh92vygXy5
ufyvWyk3VuUpL+yxvHxrQ1s8/FK80hGAg90eeVH2E6qOq/GIABI08+hGJ6d+mWGvfGVAYUEDBEGh
n4PVjeMjsendbIOMdQi3esU+ZzxD2fMpQ7HOtPa6UrZy2FK5d6qnl3vTUdx/vYL8/8t2gTTnz9pr
d/3Xf/zHz+21ywO+99fs3wxbM6kM8V2YFk2zfxaOQvuNwBvHwEyAV9S0LuXp98JRiN+EgA2gCkvY
wtIuwe/fC0fnNxpYNq06RxeatE1L/CuFI7aPn9trUkgdywWKJhQaDgTuXwpHrF8pfmrzqW2W3vwS
1UMNxT6skwQ/v13kofURqmOTRH6Ho7RqXvRuVMS8IgcQGOIsSf7wmDQGa1OdYJHQ6wZIhLxdd6KF
i1dfMm6DSspOXMmJQS1Y5dhGF55AbQJJlxumaLdpXvcL9jE4oD6+f0KZAOSSiui3Aej3q2SKTX40
AQEFum9UC6UFjNoEsLwJp9Y23/DmJ3O6tsu5QCZC3iuWta2VNhy0UR1SOkHLiMAnhbWje0wvWX9i
MrlV8G2lWY6emogJ7GZvzFnY4OSbRhIKlDSx9qmphH1G5MWMuLYJATtAQr18l3uFxCbjKymYdCtK
uMvMd2eyYFmnI72I15ZoSUjSFhtaa91fprxlcdF9l0mBDmXRewptq2y0zq+4QjovtKvuVJfhQkvf
GGfqqxyuVvUpGf+XvoQkD7EedxftMTQgUX1lhji5KZ0MA0f8MjOWcuspG3o2Jc2QKTg1G82mpU+2
vetw0qafUJsKQaaCCJ3+QBgY2QzKGCFYR16SEuogtfIx0ICvYO9VBngBBXKVKcTS4jZZVl/3cLRN
BAR6f8fXhb6NQz3j6BqCZ0ovv+jlCWkTfLA6ZXLLWH4KDgk4BGQGfaF0a7yGIy9PZAuS5bIlOWuT
FYX4CrHSoaFqN/QLEEDCe86QRiAkGGa0LbnahuUq0viHYYCSEQB+KW0PBVlMHYzku0dAN6qPtjqo
Nv0bwSNjQ6s63DiQQG8QcUUdjRAIJwAazHQaGHbZfJgFUxCyntBtw7qpZ96lhWnaeYQ2olu+0mJI
X9mpHDB9L4owJh/4TAS6OJhquh/kbIS1W5cEfNT0U0Rvn80qjY2EWbYCpTYlXQoOuIzGjWUWUqq7
QTMm+coJv5ZPaoUpxHKHWmF04zkLs+gdXulFJpshHRFOTYy8LqxgeFZ0oyopsIbG8lw4Ux2AIsdm
QHc35EUtMYlY1NpG4TB5DDLUcTmxFpsUBAimGsjh1z1z+6/0nGnqLYmN9BPfPsI2vJMq3vjZhLqF
/yi85o6dHrhq+RhHtcXTHiOyg6Vmj925iegSeoK0A9sFsNs4q3IABbXGOFk9k+NUtwTfCgK5lIHI
jDBpuhc8K+odxAj9ZVFH66EiFIjibpLFMWvCkrwICzPisY+iHqpOJWK2aEN10IwB29O5Q/CMu5gA
dMbrjaA55EAQW/yaKWS8tzqKb9cezXKnG9mltFWn4dbOneYpMyrE+jQcR0oSsAUgZwLgRLi2zeEZ
pQLjT0uds3FbqfAcj82iLGsLB4T9gjYW8QhyaRAoBHAJu2NCG0YzU7QxR2eKKR/IQ2fGUFlZqsCu
JESJdHelhkvgVIRdOTNtwODleCEBxljW6MLrnEXouybAYAypWcsjpBIlulU6p8NAq9RjAAd9FvMy
ofCY9Fo/hZLbFDO+QCjgSzTtnDKWygDC4rSRRWdvSFV18PVR1ZrdxMeBbWMgR2gV51ptHpRQQaue
0uxsT3Mf2cqB+zay9qNeFjbDYqfG6aZYpQpJT6gQvLzOJkaKt2cSEvBO7ykaXiYn4JBkjHSOqUFK
DfG+PSRijkiFaeggY4mYZs5TkW5VGt52015ws9LZFzlGJdmgFnPGxAzvF7U1znGYX9rZoaXfMxTF
ihW2IZ1AQWwGHJIMxLyZP8GKYSFzBvq5M6B+DZiWekeQSESr/SCgldJX69PuMcHOohyBaVb9bRGb
WrWLojaAE84NE92B65ANG1JW5D6hPRMKnNKhdLSiDt9DFkrqYdE5qrwN8xbvO+qRjlg6gD9e04PC
RHemJNPGAVQT+GgC86tgANbrF7oqXlFYRs2aeCOOrEKN8itgUGbJB7eQpgH0kUsSDR6YQcdqCXdq
aVZmJ6MeE1IidNNEQlFLijrag+nVILWFzbQ1OhqhF0rZuWuzYN7UJNCMm3aOgmtQEVFAC7/El1Hq
jVp6qtnVH61pVk9msdC5cZyE0zA4kVPI3nS5NFR1n4c5kMwxxni/RX5CW5+516LuYrNl9yzZd4Uf
aCwqa0spzRCHb2ZmIfl1A36WZe6GV8Ibqq+hM9npSaENbQIEuxzBAyJ4Wk+oDBjcwRxHLpnwkl0r
CFrYg0BOGob6bAAlKp0LE7AFzp66NWFhttsxw4JBNNqQlWwibA+xBOKOAdMYX2xDMycXqSXEzKCo
LtS01OpYVWn6X/rRVZx6TFPSvW6FOhDPhX4t+i1zIMDGacd1mFTGCyilkCEhhrSqXtkI6RDtlkqz
YJcmKOHWBF9rEosi5YaBtFnuuaCIYaqdyVw8gtnMO0xkFckskxp9NYMMxROyznkvsqCw/aoRdrmW
VTU0V30RNHvgc7cZnn5+ZD7SLIDtRQyAMhevOQapL6PSchydBjOoU2YmZIGdcLRwjUEe0eb72YwU
mv9tHChbODXirJs6Fr62TrTknEXpUu6Sbmblp/iIblhJ5LMs+zTe6kBLPgy+ZT7QPJHiaeiE3t8X
dCD7jWImyLYaxYnE3kbdRMaCNSBmLToLG13q5CyLll4b2opAz7pSbiajkt3XuNBM/H1mhw4AHbiz
nEh0FG8XNNkd40HO+Uqkqe/BBGvQAxPVs9uUGENWM5/1LSFXRD0EY4OFDrkiuUmjpn5tGO8NLkMX
xniTKpf3bOJyX1tGTiab3WbIkSKrsF7TiaapSx0HaoFYTXlQQT/wDbfzxUxIFTOuBKPhnZFfZoZm
oaOwSmIdjk+o4aFsmkq9b4oO8i3OKoqKMMGc6SsL5gp3rDGnrooBw5gXdqRieYm21G95E1qdG6hR
9+poJQahRkaPBGGUtxrIRQGWB/0RqxywoLiEUs5J17L5Ehk14vXouhpZPDvsrk3U/HMwcLm0Vhd8
ttOgPvWUfjB8B0jfZqb24FjjZazd0sYRuOuUQf0YewIw3Mmogwc1HtvPyHDKgKjcRKLyVSvyIZ0B
YMXzlIl8+AIuhDhKL4z6wtqIuNFUUio5K8i/yGQ2/3AEsCRHFKg/ujCFIy5HhB9CVgGlGLHCm3Kj
WkChcewqwzSpqS1IjrTLuTAHmB0/nJC+W/P/rejz6zIuuhZVwK/PqVtM1+iKMzumYa3jRf/xOQUn
psFu6blaWpojXIF6taQKDcZgWlZpxof958/HKeuHXHGLaTPGdoQOUlyeEGbmz8+HJjlhUwAcXM7h
jcl+6/EZ9ystWQDXKB3S8UlDqd8XzgpS6nD+82e/aBR+cLZfnh0RhYmGzkZ7qGm/HLIWEivQsxL7
M5WkBDpmh9VKFF///EkuSb8/P4ljIRXloKmatsGh8+e3mHSEg00s5i6qRcKXZhNWcCtVsQrTofxd
SfMTWeHHr++/fy5TI2pGBy9lXb7eHy6ZQEvasIlLOpUUXfRQFSIIRkc99k3S/1VGr/bHawUNCE9k
c+aVhq7+EnEMkhfD5VShzqpZfczZKqhbc3XZNnXdeXlHfkdF1e3XU1IDxZP2m8I0EYxyTcGJtfSy
7+iPEyi01yor5v2iVIgn//zD/+M3zGv8ppeBnmCJy3joxw8E9A4BuQh43aS0y1VPfvCWvJDvKc//
M5z7G1fSDx/4RSD1Xfh09ZojfLp+/cd/th/tv7mvSdn+NKK7PO6fIzohLAdZEnokTdjcb//stMjf
sNQZhqrSUNFA2xpcQd87LYb8jSOyqvJAneWc++e/Oi0GAihDonGizaLRM0B59E8B1/cF7nfYCIKu
77//8Y75tor+cHuqKtNgFPjMiE2VH/dr+DqixHaaU6ob2FXKl7k1xAVFoWJTGBF8+6y0SD8ZwXer
1oqiTaKrSb5SrOYioxNUWeoEGTwZ2dzNwHlekqkAFzwBijQ6xc7WJAewvoSVE3zRZd/snIqEjWK2
5vUPn/t/8z5+WUgvb8PgwzCYhJqS1fSXpYxDk11Lu7HR/S5yXcHYRKIc6q0LuzS4SIrr2xLT+HZU
HEgxi6r+xcYhL0/wy+do2LYqTNy9UuDy/PlOw89T5s04c1wMsuTYJGp6AiHFpI69OXGD4MKgaJGZ
7CvOwFsyymaf0vAuM8N2V1T0/Rco55IUZl4ludZDWp+FM7WbsamdTWW3zU7quqavyraA2VFUCo5/
qXixbjrPLG6LftIbLcG7RRbH2vgGLfj2Ueck7P35R61dFo1f3ioaO5vVBGWELvRfFr4itDgupXXg
9jEsyhQ+xFU7qQQyLUtFHCbQ7+lqtJ3EdFPaPMgmq6njfEHgppdhlnp0sIm9Ws3F/6xO0oGsnAIF
o7ts9AbgQqQbxV8sg9q3xfjn12yyTlNNIMThPjS4CX9cCEeJVkfrIKl3fZ1daaD8qcmAuPMGV+hl
h0OOx3jfOdMdmpVla+WjytGwM4iEHfLzIKGK+mWBUkmbonoToL6vrkA99Ac9xdK7RLH9HrbVTIzn
0pABNDd5fY/F4BJY74z7OSb6WpqFem0Tbp5gyNnwNdZrJe9gLFet3ExxWr/BvWxOmiMbBNly/iyl
o9yCTMNqF2PSDIIKx70CtEjHSQ+SFZI7oaXtocItfrbnwqbZMRZ3ljE4X8tguW9Se3nAJF9gaiyK
B8UC6AyumrIR8c8hJh4DFm4943coCKSO0Xaivsmnfb4kJlG1VXsql6I4c9aiqA0G+QhcIzga2oKX
yUlvrWFprwCMjqlfWnlFKGs23kmpJGh2lGAHNDwvCGyE5GUNMwxnSznagiZA2C7xFRir85A5WNkI
SHSIpXd69RnleYR8zbY7WI0KEUVoU4j2yxz1RovnscDMMGAdnUj+yUERnsII5BWRWmQ1OYwd6btU
yJsaJpp2Wj3as0KgKgDt69pqCXxV+32d1tq6mYjT+Itb4tflR1O5G0z4yTo6Zoeq4OfLqzLDeCrJ
CvFaexiZ3kyVA5mjHeqNwITB8Feo27nDqaGQEIUGO23geVuPHak6OXPngY1/gmWCA1nHzWTKkMmR
U8bb4XL3CysHN42a4/gXr/pSev14U/CqTWlSfjIBAG/0a3VA80RapLZewo8U1U8qyXRsXLDEqDiZ
sK3cW+jyPrRgGDewESRu8xnwG9rU5z9/Ib8uKJfXoRuSE7XjQHz6de2cpFJGi4VtEE1+/cWJ+X4T
q47puc0aGLza/KJXWvdX39kfn5XNwkLGq2oILIX4pTBVNTMUSo+xi9h7/Kbo2eon3WrC9z6Vku5H
HhYjhqeluE/T0sGEAZ6CgJO+D55pbujMrR39mfTRSx4YTcEKDfHBJG40VXMiI//8EzLNP3xXkK4u
25uJ95qs+19L22a07CJWGubwDvmIRm+R2tK/RTNDDBdharAh+ZzBYT1Lt6Lbs+kG8zAQe06jNgPb
CFdEI39CvFYXcRhSreYqBdm+MhsRb9CUav6oB81bQRwLtul4PwwdNi2jeJQzebu6VqPeL9rgzjQF
E0yUaRvMqPcNKeAaE0o6RDrhlH4QVvZdE0SOX8JcdlsEwFghOqu/slV+QzKjKWAyKfrGCTNwwJy4
FT1HUDLTqFjqoX/EQI8HTY+ca0ODDEP3Sw2AHJuoeNQleokdi0AA07Y3CY2dVeuEAQ38tEFdaxO5
pvwf6s5kyXEky7I/1CiBYsaW4EwjbR7CNxAb3DEDilGh+Po+iOxKyWqREqncdS89wtyMbgSBp/fd
e65qvWe6IMyj0aZEnCARsPD0OngkeFzX9OJfbqpcsIgl33zBZ/eBHEODJg5b0Hi6UHe1YThA2b3+
3Cmre3ARLB9xc04/gPPEnttZcTOllcTb2JmWc5WO80JgwPK35K3xxcwgQVPXeoQSqg7SstHE6MON
kjhxb24/Zg8GAsmZNVW8yxn+TjPU+91MczJnsBVkU1QpQY5uOXcoSYfKDhNSjBP+Cs9MiAzh48aR
IH23OUIQc7761kM4SSi3ICOa2Ds3t+kjRv3ODrUkAtYhX0T07PQEjQO9o+Y4o3Ok7uSnSBqapO2B
LtMlP0H8HW86U96WJtb5Lh+CU4ACj6rofsAetS92m74he1KbRPJnA0/zGmgmxbZaaUYKxHwJ6PUO
OMVwKNwlxJPgl4faa2mWnEpKC8g3SRZG08j77DbBFdr060Jk7toDv7kPpoU6Guqdriw7SHIJ6R6w
mj+YvfEL7/f8pFnmrQkOPFlymqztimnc4UnuuOStAxKKpF0u/kgKahKVwiZUerrdKGahV2Jh4o0x
2jo1SY6WkxQnmk6Dg9DkseF+6hcSTgY4TSmfBj0XF3LjtHLm3nttkP7wDEc9dJ7UD1NoZGcD3udx
oanzpWyCA9wZFckRfM92tZTz2sZKoBAG7L7KsN/mrAZXktvwi/dQPdPW9CuWZXZGZbceJqjBd27V
N2cec/5HS0UKtb1es/e8Cj4yuuHWHokhGdogPzjOfhTONnISqQDrvLQQCqp0xvyaY2UGOPG7AS1F
LJKauf1cuDMvRrzENTmyjPXddTSZTved1RiPAx8Y8PVL8VU3yVUEzgzMpmu+mcXgLUzhegUFePtt
AGhPDhiyiH3h+Fa31nMuE+dMB4nZbkq7EpHlciGz7MmJRtOZu61YVh5L3oBbbaTOJyu/4N2Ay0Ih
Sm29BiVl1LK3mg9G1XTHXknf9XbCaqyH0JAfPCim0A5KVe8gKqVq7wK+SMi0C7w5RZjGH8bgeVAQ
8ux353fg5Ya0qq9ZTxt31jjqVCaWhZKq2y9jbr99SkejAJGUxQL9zWUaegcBHO7iJ8lwycpsuWed
4V58l6pYqmjf7cz7gyu+3cOYO/BoDPcYYmmGz/HTlFTxVCEZ5LgU3mHk2A3ykKKXsKTJXEI3ZZop
/Dc/TMkZTyGCDfNRpt58ek/s7Ry6lKo4pWipgoNSpdipfmvCVARg1zAzGjiRt3paDmPSolG6MFND
OYAFyDXsCUaBW5p6Jp+8Qhk3xVLiOc1rGs089NpDyezAfG0mxxj4CawiooqTGCBJB3r+0mMSXFrZ
1Fcjc+HGByXI0AGE0U/GbjBiw169B3VCZrvznK8x1iNub4Mbv3Z2cW8En+HkqGvutd2RDzRuEXbU
OwXjFgiU6xuswwNZe+dprh0cUz6c1IRGGyRKZ+7iA9xN8t08/5u/yE+P9lZ7qjvTFWbmFA9ZBp+A
9bMvJfYhi8Tn0YzN6j4rV1aedEUckpqx2exnM928r5nncroz62rYzu5IGnCAHfmjxqUR9xMBL/mP
n5Sz5WFjZSckX9aPgQaMc65abVIYPK4FyDxGlPXYgS5rfsaQtWPDK75NTWxXbC3tEu+hZy53DOok
6/ms7fp+CLbm4vIApgIiO8h6nB9UrfsAulSDy3FeBJglGWyXzrRPucvNd6QwgKLKWcwPtd9Y3IhJ
t7k7KZO1FJa1mr1X9NCs5ChmlEuTjSXX61Dx2zWL7KCyOjuwug7ueI6Hb/zwsn0yC6hGX/FMo+QD
KFXaGR2GkYIpWMhyn3WxSb2DCCSN4sAVfiZpUppd9eIm86w7/v1SizBxTrjAsoO2lHihFhb/FrWB
t2rkMhZdIm6myV8LBQ9jDm8gnfXAoyrmKXMnqpo8YrP+67NZhbvKKfRTBxKemdtqmteGIDkeQXCv
CzuuaX4YXH5bFJF509NsVPjJlsbAbZUI5zOHSJXQyQeiBZO+G4t9zoESXlGhskMfr9+ITEF37FnC
3LluT67Vtsu/ZBzyOqaCAJ9vdux5x25oo45W8SdLhn4biTIZAnZ2ORdskzqnMRv5h/T1wrvRw3cf
tpbhQzLspYT1kufEafFIzw9lx4loLA210rtUd+x6yyXuJ7w6KgWLCh6cgJbK2dRi67tG+BbidQDs
V+QLWQ6LbXbjh2+aFSH+RnKxHhPF7H6WsTDfRTjRe9qIeZZ72TjTAyHD+M9CguzqhE2wBxmG+wDT
BRmaeRtY1VmyaO0ielPDhzpcDADevrtVvqOaXeEN5T7MSH31k14jsPWj2S3OZwnDcCWanJRRQ5UC
/v/IXjU9J8aibinhHLHtpwW3G+mdFwKmHUGE3P1u0kHYG8VpCqJYqY9hVxb3vp3LR+iFznUJKXxs
UKmjcrC7sypFtlMh+xyMsGEItSFp6K+M/S/RtyV3H6ma40rVuohBW1uCNuVP7zN1ANsuUtZ/d7YO
mFTkCHFa+PUfUGHztYoH80WydS+iFPbKsvGGTmT7upXjX8sAiGqwJesY1QieIGzOsXVWLcYVmjv1
oWvtI6qKw4Xny57VerOUR28g58YT1M7o/eIx7dPhe8pxAAFEkaLjty3W8izpifhozitCqjfm304A
44SaEAFhBlqMyCeQ605neVHPyf/YOEtydYgUecRL9Rt41XdmzGc/TR671Fo357K79NoUBzqsnrA4
TRvX1nvEn+4raWw6eX1Ky1Ou+HvCLha44cp4BNXPlB5kHUWLxiNNDSGsEM6ShufqHcmWkZ/Fg37A
7XGfDNN4aaA53/fVMh9REYJfNtikh2oI2cSqgmKvJKh3TleJnXCpXlW6S659WcQ3bx77R8pk8tfJ
sN8lLYFHG1jzza7HT2OKm7fOlVi2jVSCHCWkB6tzyI5h3L8lTev9BWgujHon6X466tOgZAY918GA
s37xFPhPApAHy5D7JchIz2H7fgRkZvY4gwMkQqILB7wYDu++zXbPfQ0tfV2ImAOw6nb/C14Z9SFk
QjduH9w4vBDVV065YxJ9ZYOP6cO8N4GSbuqZE5stuq/eG56CEdtuId5rasg2bKqeaEN6Loz8JU3J
PBXZp5War3+fxP4trft/YCP8n+V5D7+bVUju/87q/kvod301//zj/xtR3jAU6MToHv99nvdCgHn6
L0mVf/6lf0jhWAuRudHCEUptX6DZ/qcUbpn/wSnc4j8TSRGrf/CfUjiRFMtnA872KHA4/v5LptfB
qkjIF6Piul9C/fy30ircXFbl8l8EEVR4ZGQg1KgRFhFjd5V5/mV/VOYx1CGvqLETtN2Tm8vlbIx9
cmIVSt/k0qN0gQmr2SUlHDL3k9XjAXZxJTTlr0nbZ1CRnzkZcpB60IuQ0AZWwJO9Ybqg8Ra6xuM8
Yf4Y2cxvS6v/RDVSe+3T5S603gZwvzBjwKzJAcPZdfymfGznHvmYuq9gQtjZMUXVoj2LcjWZhJGZ
iHuLR3FlMuZD26cL0BDXgE35c6eo9xDnOe+SM/ng1zkbflswUzZGpsZbzaoRPin1U7RhgechUcf/
6FA90vhLhOqYeu2tnt272S8+cIKeCX0ml8RhlB2q8SRkBfY9LGBbumQzPJ68DMqHOi/HrT/O5ZHN
2G3pW+sUG+UFjemOmpkLK0LokJn7OGrnuV6wIZvaa+D+Nw3Ur/w+N3S5m+wRK1nTP1SGbZydYI7G
Th/zieooR9j1IWT9EBT9wW98jh9k4jYyIahvwcDDig+fMOrsnqo1rMt5OKvNbNvPSTLfWjmhMzZP
JojAdqRWuOXUs3SnbJ4jjsqnwEzuJtPmiDzeKVlFcxtsYu7tUZWvaAn5wh2Ur2z9VwTrmmYlaBk+
t1zwPNhzPHEIKxi6s7Un8GQch8Wqr9pZb2AmUK2+y3YxE+Gskm+eulHqLwfEYn9b1Kl1SlvGxpwy
wDqNaQxaE94uXMtisVmyF9u6R41ynW6Xp/nOB5gQ6RG+VFCcOPIfaUY/tq53zcpgnxU57gqabhKn
yLbJKg23yUWtZQHIDiR2upXZ5ENwFKTBi5pkjkEdSScom+j931kQQ2yWHOgmIM4NuWYUfv8Q5+P3
5Ii7PFyntR6+B3pTBBniABufrxPlwbRoQfMXTP/txFhPp3pp6l+hSg6sZSDpjfXdUlZvRl88VN54
3wpvSwTxJa6Yzx3SMnO9ExYoKWtgzZSLQyYZqbJczqhSwRdTxQHXj7OnLMCITIGmRB1ARp6mOSvf
POIOfZqxKpq2dwf09eQZhdpMWhibYjSRwxy66rh+3sBI38ylbFcU7JMI2KPQBXhnZGBh6q49Yvsg
NGvWO70USZRZtUZmC7cV9XNLTvuTdJJnSXcXQgZ+jPhd6SXhVzF8tRkc7SX95jTzpuu6PXPu2OrJ
+V58/7Prhwv1Gd++iTXEmN0Xi93B9+hlz24Xn2ZEXdvVdzYdNYVuj1Yy0nyiMcS5nCk8cU9Pz8Ev
5sfQcMH+6vCOtltKKvLHpKX4rbGfWyt5BHz2hJuHtDk+1hXIDr7nxcptsYkLsQdVeOAwA5ikDN/t
pt2OqX1z+vhzabm8yWY/dkEDtHG4DlIel5yElJkjXxsg2/MJxhTkkFg2P0ACT3nwY5UJFU5986xg
DkLoWPckDl3Y3TjtOUZeYAPQcTx4AzpAVwNWc74Dv5tO7KmrvZzfKM6+UPe07Ss6TUGcczisrRf+
AFBt9IGnjZFarL+4REEgFNat8p1ql7cttmVuOPB1zwKnI2fC8h5nUn3yOnfvNeNLu/SvOCLvJ1B1
UcfmrGhEGw0EhPGVme5B0cKyWWT6GhgAphmMAA2+Z7nNsN1ccdOIbUCpWXVhnRF6b2H9Cg+zCmbC
G3azZ/bUoO/sxykbuPkv09WEL1PN1luBWXAIWTEG+pu63WhwoCiGunX2WY/VrUfp2YlyJbBD95rX
+grii3R+jBFqwwUH/nUlLDdj5kY2H91NTjMbu7dX1wcJ6/JhG5ecTwnqykbjQYd8YJ/ccfwr890n
p1wAHjFG294Djqv3EYVxG9sINnHCRrfquK1Vzi3Vdk7RxfTTN8Ay7aQiatjkj/Se/aooLTkoZFTe
v+C1UxwYJPsLDe+LivrqU6WZvXEAxTQt0B0cChvLXdP+enpXI39iHMT/XbOpGIzwS3GMhORrn5VZ
g5BgWuN3/e5RnvM8zelb79RfXuLdhXX7rR3rIanKD27nJw6tp3IKl01JTCoX45tJiBmkN2sdNsZ+
U/Npzvh159ral1KPG54d2G9Zp21a5M7I1PPZa7Mvw0MHIpcOlMhXW1kOV20F38zONWBKKpDCzn4D
aQxE1yuHXZzL+1k5PJkw4woAbEpQB6Uh/HGXF8TH6ixBo/Wmu6ZNfs3K/Ajy8rw41YGwOutyKIO4
K/1vIs+XZpT3GWUUSDgMwBIu8QZaBA//pH4nGd7u2Q89ZLZ+q0zj9yQ4OoVqODlaoDhiQOw8/xiH
/iN65dVphoeqbD+bhYfqQjaSDerNES5KB83lQz9fgkBhMiZK0CiOmDzO+x1svCNH7F06SurdV7s/
KvOPnwONluqVG1d3VxTyWNgGOxawFpHEpuorLP8BcHw+7twy0GUiVMbfcyKehzjnqGJMl4GOSB4d
BZbnIeCyMHddvvLJ0QAwZaFlaVqRc6SjPmj3TlM8oCaeKxk80h/BUXYZBXwJqOSLg18Y2PpXPwek
o0Lj3naK794KzmkIilrXS35loim42XDK80L/XTmY1uHgQohQetekxP5k1jxlsvoAsgJLLywhMdd5
xEJfUgBDV5eYbtU6dg3jnVWWr2XT/zFC+0iVXMnG3P5TNfPO6ILLFKTLqZIVny1lHhwH+K2dgFOg
olhcM/kX/kZeOtW4HunPYjoNrnnD03lIoVFtV2c+7rCF20MPM1TvS03UNA2Hk5vYLGSL5VfmBV9a
VNSNJmOwGaFXacTNkEKvJuZ98gT5WCp1NlLlvCXFZ2856cXWM0UOPCOscHqyLUISQ14dMKBxzNY9
l3Nt32V95USOIW22pVig56aaDnWbgnms3E9EbXKsmbqW9UJiFCPbBtTroQpwxzqTSqCg5K9uUJ1I
cXy3GP6iLsyubTKLSFRAthGEjp5NJ4MYUmebu8ULdd13lhvnB25kI/RGJ6B9PWtBXdEWl5rdtJX0
LO47h6KNoCTePbjOHUkb+h167hq5OAOqjKM0Tt7V3I64eFv7YLuDtW3XJiL67bD5uiX3xQRCVYNq
UuDI498dINZAUPGtTyFrYh48C/Y0rty4z10me7rjTk6S08qu7MQ+QfqSCTAcc6MCduOZZt6CWjqa
CYHGYTCIuSKEFvns7lAlgK2x8S/d4HWw9JM3Zn+pRV+tipqLPv/0R1yYnT/watxigo6PUdYdekTL
kFSqR7YmWmJ25WZNwYQghCRtoJHcFymHKdjr8sR12vw4Ou21lTHJ0EndG5ZNmUVrPwLr4UZTmzeF
eWZw7OESzAMJQsN4rtR8gGRyqSh2ThrdwEaxf6TviIs/q+dFBq+9E+w6I/ijFieMvJkARCn3AwGn
FA2XwG5FKBNAPI3c/g5mP8D6oLEjVRdzNMGN3fYmwQ0aev/SQxKNDoXxaaiIxbNd42ZKwbWctpmn
YxSS+EnRrMCQDEY87HLssOOdEP3AqTtQ28VSN8/nRfR57kBQ75c9i9JjYQJrL9rxkauP7t/Y+hla
6MtxDXxt3OaA2eXEssnRywsxMlS3sn2p+0TuCm1fIOp8GH7A4QeaHnkDUrFxdzfn9gvgufuAZoG+
Hi9cwxVvq3oh2NBim3W/+nC6DmauIjh/ZzsvqUBUFwc6cOI5BDHpHkf5d2GCMlCBiX+YSoBfXWX8
tpr2WtUMw5QgQHHPw/sEXMlmKKeLqtdix4ULUkNxNUkU4W6lNIPSvCOa3wMS42nokz9kaMaD69u7
kqdKbgiIGX3jnttKvRdBkrMwr36NRrFzu/BkOKCITZTdAxjM8Vyk3s0J83LHb2/DvWifFPlVtu6R
sWtny/Sj8WfuOqYcT2ZZDUcgJNOeUorx2OKvATqeUptKuihiLTAe9TgwjXNbPbPQMsmElepsd/V5
cWd2X85F2z3o0Iw2tpHBFds5Ay6rKZ+wmBxpf6/L3qCK2igZU0yC9Bni9xByqfaUeM62SYCNetat
qfQHop7F0dh9SJ1xM+o+35n41CKz6N9tanGtJnsL2vpCC7ANMdT2d9IrPgEt5Pz2ie/5EKyRcsmg
hx1jIBGmzq67fW6QvTdYWei2Kx9YmvQRCYM6EqrNUNXyL2Gly8UZ3XMF/yWaWm6JWAYOtE93BzMH
eh2zq9/5iXmzQVemqfs5uB1NMn5+Gwz4qDhC9obbEtTlJyr30fdbSgODm8MUu8kHvgl82I6eUTNo
PixEMw5+CX1gKclUiJ8107P+5REUr6rslY/rtxX492m2ni86QrGB7n5CmRGVXdJnr/7Wdvnu2V21
Z0G1d5itOcG2y4bVooI6XdJAXixUJQls8UEq050nAEot0mA/UEi62EPxyYqCGU7wtyqqo9Bd0udh
SXDhDMjqSxlQkFLChtEGB4hw1wpglRWSnPTudGB85Ck9IswKpbi4pO6ooq5fFhxYHEMIkKN8ktfb
CAuzSjb9YAtddB7FEyMIGr8zPAAa5N4sNyJOnGM6FU+efR/iVopInEBw8kGT6/4kpT47TXsmYMlm
NnDpfu6XLXGGS2hC+GNj91HDveQ27XJTHD298wwE0mFxHgfzY1awzi3p7GsOuUtln7wawjGpz/d5
WhPK7fLW+qxabH2NuXvHSt+a3u7I1tv3VuVGTegfwrqiZFg91jQjRdZARUzTXLLevJqufR0YwVKv
fu2b7oWG1OewaN6EEkfqBYCOChgTtAejEr4gIxB4D/sHX9IXNIWEDhqLXrnS+ituBrHBWtdx2B0/
8vxW9e1rRxINVn5fHC1P/6C6n6k8cvYOE1is1mN8ip1NjrgP3VRE8eJZkSvnqOwUNAa7Pk9hrjZL
jwqd8Dne2HG29gZR6fBtW++KG+K0tPC5dHqYkvLjUnnhtZEQSiZxNueSw/UU36fdVJ7cID7TKsL9
jOoQ10t/9357JwE6eGZ1MOQKZnbbO5+1peMbG8bMj6X6bMcHV3461MrPAwVfvjHtB8lMYsLFHfuM
B6mIT9Vw6zvib27cPGF3gamYVdXWndNnDQD/YqoRDAilEft2mpj1ffOmfeeFctZXu2cDXfEFG911
Asb3OlLuSrv5oX85gTSy3LrMjxZrBFrRyaPpsZjqwwiL0dHr+pcsbbp9rT/d3P30W98/URGUl/Mp
R0moavOebcBycxf6sxrjh+Bi+o4ddQOf76Mm9nIchwLjG/+KAOTMTVOIu8H8GlleCn6kJW0/wFbb
YSdj4xqybvKLasumCrUuxz/heYCcmtE4CHQ+DH+89oYPSlhn1p8uVQm/MgYdoLVA8J0mBxoTGGe3
9/OLN9gAY7Cogb0Ga+1Qmhj1o/v87yvP/zNZ+f87TCRuzP9eVmYBkP1f7YEWf+EfkrLhAjpyLTiR
YqVFmuTG/1NTNrzwPzxHeP4KRyKD9LeJ+v/4qw3+F2q2jcRrOq4jWOL902BtEHMHKmmRPHFtrLzr
3/t3HNY20KR/lZWZNaDcmbaNFReemotU/V9l5UBNnaVsn6l87CD2skhtWCDlFpIJAc3MUi+GRTvM
2S+VAfadgqNl2zXC0V+uHpyvJJGwAQcBjw/Hk2EMke2tHaGlR+/oSKRi4aw14LB4GmhyyvamlAVu
4yEP+QDMy0ySuFl0Le7bMhjCaKEMEA5EZ3N7MM3G4ThY2X6qXmpsN1eVq7Y+xlPnNvZuwsszOzTT
kjDHMoC09FY2bQsbo214wDmdr/6oSg6/crJE/j4YOP9nmoMoifh8G4f4PE17fulGFNM4bfxdxuKK
Gr9+V6wdPvTQvHnj2HwbCqxtTxf61k/0l5kF9mWZjXPCDI9WCjeQeqmcw3UBxSmT9UZWwqF1gHsR
q+5LUbg9Zy0qyIUnqdCYwotLNce9XdSE9VO62LFKPfZ6AdrUyXaLlRT1uoSTvxSMzGvCY9v46WNc
KQ//eHdzxzk9DZS4PY+T9HbBlAQnk4xSJLQLcJGi2ZXBuRWtf594bndqJ+Msg+aP4DhMyH/B+pkY
+Eyz13KcxoOicXhPMrx5FKX1Fa5zcxeWDvcJ2b7KKut2hVXVKMXFl5EEv+qZCiKuy2ZV7b5tUnn3
pj0Cd8tyqIDdgsOQ1CsM3Wx6xoH8ofkQPGEq8LZdAPamrJP4FW9f8SvjCjhmknJngn9YJah7Q+hA
XMDsokZqvtlomj9qaYs3i5qGnJO2P3rPbZ3pkxdWMUhhbID2TzyVGJy6Bl591NsVvv9bnuFb2WM0
HIYD85t5J62FE0pYJm16TsfAfzbmoRYlYCQDuD621jYTCv+XgB14DQYn9R4oDwiZPoJeQCv4I004
nvou8cc+tBgwE9bwCUhRU2TnnsVkvXUWgoOH1q1o5nCSZXxKTNnoS8CGnoYxoxPPSrrWJ0BmDD+c
0o9jnraPCBLh46T67phhDI8EyUom/iFOI/xt3geXLQOIwTm9sT2Xsg2TgTstuvbaIRD9oc0cVFBS
01bpkew4qzrRtxGXS0+ynJ4bo38jLwnM2s+pLSum2opou85uYrYfEh/cfevhKBkoX8DEU3kcrIuY
3lAy4qPEc879Ijhbgk4R/9C3xrwcQcHKyElm46IYx48BTjFaOFybY7+hdyzdGWvoLujviGskWCMk
SQMaOuY1GE3DVPiF/yg+lu4kkVEpMGCoShI6tmIOybrtXyEtur8M1UBTqCaWr1IZbKBGmT44gCUP
vmGIHW2W4Z7mRFp42m7YKIqFoyDG4mpVTNNpwyQhXWMTD3V7EgrLPpTSZVOkXbw+LIvHLF+Wc+9U
AaYQEtV5cA9TNqPCXdY0KtJmWricgAMMafsgcbqPptLGpRmUvVWYAa+wQXNQhOuhfeayT1iKX5Sd
UKXprl+ypNR8shqmZ1oFh74XKSo83fWXoJuCg9l0wSGwjP5UEniJcij6zL8yvCuWMLg1NSxuoKXm
0XSy/KJSZVwCIgCv2Qq76BnrNn0P70FjiezTuX1mlEHcWn9kMej22dHr0ir8+1WFIO25Y9EpGmZ4
oGgjOATZ0H38/Q42vTSPDeBT1OX1Oxie+g2Vtz4CzPgsGiO7ID0a565J1SlJ6/mFQwRflqv4fhjs
PhJ+X0ZpJyk5moZh3zse/75Wqb0ysSK7Y4H3ReLJyTqypxAjrPvWn9QuKLl6MonBVc7eX9hy88+/
f35DH/i78r3yUPR8BSD88Pb375Ct+/xiztVwCjoHxmRSuuk783vyk/RucCWAb//M+WA+wivJP3u/
rLf4xdAERpv5vo6Xr5l8xLZC6eIgNJFfdOceeJIw5pW+H774RFCfO2TRt0ymmAaLkL0NB3g4vpyJ
ETCLqLIC9SdTRnIt+sC/hAI/mOjqUAbva+DH8E/Uw88mqC3ZenSe4GZpyulsUxDBAR80BwYUxjJO
iatMOQ5nzFR0AkjaLk4Gp/mXPqN/a/b1fBiUdx835vPQFk/aq49zDbuhCdQudRX4O5I4/ri3Rn0c
bftLUvINg4VdTpBAWDD9VUaUEOhsoi9hIB6CZHmfMnaAdoFTR1Kugj9Y9IfFGIytM7El5pmjMWUN
kMWSvthzhpUcjEnKaijpaK8ozEkWmpsqSJ1Lbzf9wWS7HBFpsCOvXqkKFGgcgTkDpFeQZagpGxiM
hRXNYzetx6I32w8zfv/NS2HFv8Yu/nahkG5FbTyLTrU3niVhNCoNfl6ww8pHjjba51aMwIm1bgnK
YzgU3ivphXnLObv/QEWQeBcZ9EEqGIe+SVPWY2I+eH16othAc+N2gj8zjcaL9o+mYA8CuIJHVoZO
M8Q0D9FFSQIf0d2zt5LK8HsLe+dVMq9voXZw7vSz4KLL2kRVgYjFGYeGjfQ1rqkjNhTUBMAdlPbl
7+3AntSzYNMBcz8MAb6gVhTf2E80dRYCX1ZjdX+gbjj4yHtzG/asCboM1bwU+riMnOlH168QHNgB
+F4YYeYN9okDn0PjIta5B/WhlGgDqprJ96hgV5cpt0F8jefJROllFQG1wsgPxgyqeoTrMHD07Nsm
ZaNDsD7X2cxDcbAflePZh0RNceTGbfhQuUP7JHpUGtvnrF7junxuOt86JLXGrVTF67EZv+M2qYD3
9CDLFxA+Tn1EmQ0f48Q+MQ0GdI+FyjoV8EbAa8mUQ25flfdhKSo4CcYEI0YbJgu8uHvvNIbATTdl
4ynI/HDLQBoAgGh4jBAhh/QVxj8ZRIAb0FZ1NesB12PhsPbCBveYmbjUl7ZNToKH9C6uOkyRTMgD
PvfRPnQ+5X6BM6U3FqTtHpLGeqwu4OIpo2m2o9cuv2oq7Q/+SPUwQmcfLUuiTtNUeWfWT9Me6IVx
ySq21m7dCxZfuX+kSsr/mcdGcknmxn3edBOXaVLcibBDFUtrcZo8R7MQmNUcydQAKrIgIUYpFT16
a+Evg8dAhwQW/EHqbZIZivSKl4Z32eLT7yP9kVmxkdcmazok2qLcNxS7YCIyu+darQQHm4nRC3Bb
ycLXvybLGNAmrSyJks5PsDXYHB3dadnhO0p/527j7lQ95oe2TUnVprbLRaHhtQ2IDAQOySPFi9IP
Ulnho4z7dYSe971XYNolYPbNNy4e2P3Abmq5/090Cb9OM/tZhJeNR7/VaVHh2VbaQeLR+vdKLvkJ
pG8eDA/GEBuSbVbYzjHLWdW7cawOs8gJRinPJy7TxBQoZjyTgjz+E6JW7bzS9zm+Fx9DofqrIBv9
6BR1iDDcvLVZV+xkisuNZur0BT9WsfUtNzt5JJkie2AAHTTydq75RgFGPZ7oT4sF3SnmUbYBLHKb
wvEpXtUzZaGx8li2xmPX8TSJw7R6JJOZbZhquKu1s/9ehsNLzmh/TgD/+OH4bcK/ihbXoLqnWPsa
FOWTm8RaQJLQhtZhr8m/PJWHQIaQ5oEOUfgG6VqM7X3HZwy4sePgoBt50konjRg18L4GJEy8wqS2
ITbpEB/Yr0JzuuMsgj9lZgs+g0t5M3ETsVAKy+CSEI2PGpkMjMowUpi+N2PaqP2M2XPbcbajz6aW
+2wlreBvOTJw1Z/DekUwxJ81nkVQFA3qj5PJR3yEgO5oy7lUaVHzNtHg0pXhdMarvESZqZ+J6XlH
p23xR9s+InWvSizlzg3L9CdLlNcccPzeJLiw0wNAfNL5xr5v41X2LQs+9KwFDZ+ZMkiC9U39bWeB
v8lab3zAQDfvBup2VG8w6AI22nT4FTYgt+tnK/XHRyg2QwOPySM/YFgyctsg52Ib47ce8obcMmB5
e8W0tNFyaU9F9r/ZO5Pd2JE0S79KovYM0Djbojbu9FmuwTVrQ0hXupxnGmnkW9Uz9Iv15xHo6oxa
FCqXDfQmgYwboSu5SLN/OOc7HUYdP+mwEMlfoyKeKCdgce1cgRc9XsDDyFW3L2zjKa/tg20E7TEC
ALRnVend4WA9G45YdkZSxkdMc3FY1OCgAsw9OGExijZgXNYFA7bdxMe44tomcbevVXyIXaaZ1JMZ
C63FvESJbbxOA4INMlIfZuSKGD6K54q9hTM4zaUncf4pdq7af6ez3+mryBoKzO/WlN4RDBRnod/e
mdq4W8waQUG1mwIqLfLurpvQrDrkXjkfSH5lMy8TbJjpjcnnCnbMc1eU6/wegXn0RSohr40oGqNe
sOyK59AteiRLgMp2rLUscyWLxrmZnKG6IFwZti3sc1TfgpGglaMXk8uwz4sl2jhVLE9jFFOeGR+Q
cdXZl6MO7dIYf6IsYDyeCiKLy1RuieJx95xfMZdlE+FkcarbIjWn3eK5hHMJgyuMOKVwYgUQ2ik1
T8SH6ZlTfD8R9RMueLrv0jpB+e/VpIECxpjO7oDposJydnZtHA4JQQK3GYfzOoEStlrmsr1NrZlV
d6NRnwm6eBZ+y3flyAVrZjI+6LkwEOXQh1KseKvZGUhHH1v15SSOpnyz5hCfxIwUokyqtTaGr2RM
qZR8LyUo0yWQMHXVDY6cT9ji4t1dJlRWASvD1EU6YfpANhl9vM0TDKA2gzQ+c2bjyPG7HaNj/6no
ffOB/CcHWRLg1eiqCsU3R3AUfJVTWuUPY7sYq3jw7C1JCq9Bmnj7wGncsBlJkiescjxMoD7Yv7RA
sGIvZUlP/NE9P13KorC+dZar3U/Zk/uIAuMdbwQZh16esPloHDTZVbVsUmn1XzUSlzU6XD70UhAA
4JpUIkpdoy8mkqUWogL2mOHNU4VVB+0RPRTVhny42gwe+wDJDyZh6EdNbc8XwHdiQy+c72uyiqn/
MpbZvo2v2I/9w5iIPlTdlD/VsqwvaJ+vii3O2XNLBu++LIbuZLO6vFVRMH6zceAcL1sL6GARP7I9
MYHGIQ7WtWO8Dbansa8oe1UgMrorjbx9N1uHmEeFAhj1LFmcouVwGRwX7UaSPSRmfXZo/uPE/IBn
1j8HjLPWiMGKLZrvflfJqN0t2n1OCemAmTeXb61VtDd53AQsD6f0tW384kZB/TsIsXx21ths2DfO
zILd5QZY3I9J7sIpnhKsFxNTceEovQd8QujawkCaEIA5xHfS74myiDcu3sFVE8W/am336Dmir7Ht
oTl35RkEzx79e33XEQP64Huz9zvyUB7YcaxukJO7D2SEpzs/VQsmgzFuPkioL2746GBeFwiZ/dmS
oWkm/YNPMX6vaLb2QR2Zp4ahA0FALFdWbqu8EIQ+YQ18RtEKTrtFqkO0VD4vhBShmXhuCBURpNSc
tdllSnq9H1OwORPTvLV0YWrJyjfWsmuNN9lEztp0lySs26h8XKZCo/+LGz6YpD2CfKu2fcOMEZMY
6/ocDgEPoa3RReWg1Da4WMddbeOrUkPU3uYsxm5hX/b4nuaScLzKIZODb4p4jQzsmdnCQm/a8rJQ
Vm+qRBjP3kB7knQaQLjl5zvCjhJKGmVuIYa0qzk3yR0xB+IxmY6B4WL/iA3vjLG+28XOkP4ulrT4
rECvbad8KIiVL/vd2Jbze99w+Jio0xifV7Hzy7NaciHrJfgM3DrfZJhp9os7BHuPvf92ZmzzBqho
3gBVArCUqkF8Yw+vXoaggZMtUiUvoglYByyZ+auSQ7SB2oP0avCdH8U4CenjHId1Fmi2lCScSnWN
G4t4KGWimxdGUNGXqrL6NkKlvoZEVd/EDR6SeKqmX1jtXxHw5bdTnLasFAiDIB1B1x+z1s7F0jhj
HJ3p9yBtBo4Q9IljuiQnHNSQv7i4kY5CL7z0rpE9kqHKIVy3zXpCfPJkVrNxrLVgT3ZVbTgNlxAp
jkhxY7YbSCZg9p3zPEhPTabSL0BTZKBw7SC4G60yux+6hWDTEWfGyuvTgOKh829t5I7zaVpk2uwS
z+4xRsAURZAZOo2PDkMkKZdOJsaTMmQL1TjA7GHDHL2rdOZfmLblZ9HkBBJaoMZWhYEUsZtYeo1J
ML6WIjbDaOb+75i5PUE/jU7SU5DsZ8PaWjJGZpyy+1Q2nGrEecYPW+ZyZZnpfU+qyr1V+gSjRyXz
M/JGd+w0ORvz5SyFjHcj80YiqvPoAZW1oCid2a/rUjDghMiNyrU5o6KIjpyt5W2S40Av3Vbf8Xog
rZrj4VtSCMGs/ALn9GW45iNb9ezGqKrXQUSPqb1QD41ACU1XY83lMQkS6xt9iloDD/rwVLYpiqt5
0kbbzHCxeBrQqFMFWaGZ+8/e1KTra7gCArN4K8SARwYTPdkiUbuxsbbATiOLHcLbOiks8BU621ZZ
PO/cFjvv1KDSQgF+BF84PCLd4LHp8/OYxBbHXbFsid2ZAApa1rG1LeTgw/wSV+qtbskOTFy1ISFk
W9ONsoc1x7MQTBCjqCQ6hhUwu+fo3AwoaRaG3CcfPcpeiwKDsDVRrtlBHMYy8ddWNmQHD8bfftb9
vJu7GUmDzI91h9qTNgkLn9DO1+hnGTQSbn6cUg9IRKd9K42tM0ITt1I73jXsOX88s+kePVwymyUH
2DDZNFJYeLO1jYB4T5QlOzQCo9Ye/ucNvZVkdK/y81SRmpxecUhE4eHCDrLsTZls3vzEMe+zbDDO
aWsIVu2LcjZcKfIOazNqvXR8KlOM6QL30MqYJ5RgwyDWrUtwZutFycM4MD0wJ98Ie7s/LzEVPaAX
cpEIsjrI3qvPFbOkrd9N9FE2TXZX89kHprvuPLSr9p8/GY/Dk67mi6woldORSALqTqq+FkrTtbOy
JGyA1gXKmLr6GClLh71fNbdTVh+sOntt+vg8NsZ3M2bQHVJr3Jizj8wz7h/MGZM5QU3zOjYjf79I
1wvNOKD6c4MvZFkd3Ur1xoiHmDAoXTRRZL3Mdhysm+hat5fWttbMf/F0AiqxEJ82Ng/AVDKStk22
9+a8zsgNJClsRIsg7Zro8Cm4S3i5144FN3DM8hIJqH8zDP326rudrhbImXTleoYlmDvpaw+wdkP7
EK081kPbFgv31s1RvqE+MMll6s5OVj9pFwOE3zGTrRBZVzLvVnbHxqBKEiLObV9vllLDKQyarVeg
vWkTfHx1pC1sQbn95Bv9u8Itt4KiAcbZ8K8CKPMU1eSIZTOqohI13ckJpucepRXDLcwVZWO+ZQGC
D2XnbIeVBDxHydUOtj4jZOhz1sjdTtqNfWxc1Iwe3gYH1PBtwWQcMJFnQBmvdbp1K5CU1vgxJvKR
TC8etDrbcdKrMB+siLO3CQ5K5+YT5WO2S+WvJXBt5ncEh+WmfKKOfMWncUejUQMRrZPHlJD5mX3O
bS58c6tMvzo7hvjGAsegqQlNjImiG5qdbJdqP+H9OtoB8E7qc840HglfpNNuvrYBsiC/3Gm+x6E8
JLWFXidyQlI8L0sEAz2LS0hCJZ2tFFloyerTC8j87Ur6HgHuNEwipz/kNoIVlJk2fo4AnX2WHemS
4utevsGPJX4Vonm6eqHGNBXHuDHYy09opUj8ZpNEwXqKh9jd2ZRqN6aXd6QDBdO+h1y4mb1F3s0o
Se1yLB5z09KH2iAE2U2a5sEOWuSjVYLbAGvhmua9e4gXa95VFepkvJ7pzUQAQ5o8caRjzS4nUO+F
mndWyWJn9Or4o9GNCFVd8YibfQYcyDkM4H/4afC+9+64s5F4FNPyXipB3BIKQlvrVavVscjVHZrp
DKZydA0Wzt7n2nng8z5o5H0uyUckonLNAa/YMHXd9Xn6qPso1CgJULZV0X2a8C9h1z91bY+0u28u
bNoutu62ykoOjRuE5TXonrtmI0qUzEvbkFkSwVlUsIuleDEIS8b4fchzKLVLq77zQudhZIivvjQP
SL3Z9ppUegptlxkcDCt4FJ5dkPBbHnUfH1073/jIHReUwvc6q8U1D1qtJBPK0AOYinxV0k+2JJd2
1ZubAacMqua91ca9mycgOfpHp03mdb+Iw8QmMqFbhD40N29o/W+TSK+gC4VcUaEummczATdLFbut
PPvWFg0xMvNsHfA+z7dxVO/rgcTBDucevF5MsenMrstC1jjF+mvBx3hEOJsfR2NSlFnRm3utLFyD
CorI8dBTOI8amNqbYtbvZWJOG71EZ4u2xYX9uunaiLOB96jAnrsi4+oOk4C9DVr/GAeJPLW9SOnw
wGi/MhBzV7SF6aqKhuku8M1Tu1DHebSam9Ib0i2jhubN6ebhXvtOdgSok54lcE0mCX7GNNUjDpjg
O+Ys6SHpDW87WAXJ9CwWmxfEmdOX01Kw95q5Cw95VXziKadbp652MNyCcUFAavZds9GUckaTf3ve
6KzLFPlV0l3zheQSEzHSs9MtzZ59HqOnZHT8jc1vxvNltqmkze1NaeJEGIX7buMqJslEZ4VQOx/T
wMz3o08atdOrX1dI+UGwpGJmsVIqPfAbXFMNEs+DayZsJ9KyZ+W6R6wNF1F6IysNAzju/OJERFyD
Z1sp07z31JJvML9eo3rblyJR99NoPbMKvRIC2P8bHvjQVsTdoVq6OUQL8+uK5qUxN9VuzLz6SdWj
T2hsdhkW7xBE5PnCLYjWthbzSjnLA4rkZlN2Y33sxiX0CjIXl0q8j0NATBMxQnCk2bQ5Zv7g8hv1
fahvZepSuMb+DhE1KAIGtHYi+zWM8jzUQXSbl/HFh6tl99hkkwFhFrfPfkwKsqHhutTK/egD8aFA
Faw7doqb8SrR6jLCpGv16+pKbiPJKoWc+hE6C8+xfZ+oqdnWBcCUojB/eXla7g0vIAHbZz/n54lP
6WBtRsLVQlUUp27AYKcm71D72btRs4zICzzLw3Db4fbYOQm8KHxslyAStNzuZfD87i7Wvg67SHs3
Xe1guBgYb48ltzLHp30MgMGjdKxDdtDJcRhTZ0uWcb2XOWU763OG6RFNqO/V5bqLgxchs/62anL3
nAzpqa96tfGreC+gfWM8bignuGgiGoyOmLiy7jdsLiFM5HbHBIgNLqAEgFIEjcOuRyvuzxUOgDTf
Khb2m8ShUMgDC8FTPaeHImBobXrQagzaAnLXxxu3cB7HZfQ22p0eWhvFiOmbL4ihTWTZjcP/EGOU
jtanja3PrcszmcPlZrZgtcDXI57EhpIvHBoVf8awVwN+qZji0tgRiTVlzD3tl9FudAGTNW6E/bNY
DQTxqGV7v/KWoh4Pdq18sCt6IY2uQaNtn9nJCrTS7ph3hz4whLhpCUvEb1J0LZuoLjaMbOv2cupC
5ujdZ0ZkMnP6oV9eE0Z1+qFnlNRAoJiYk/GHk4tOOJb1pgi8Obnnfo+6u86o598LiLruqnxtmNeX
Pm6yssSUhJqxGmN0pqxK6nUZtzV8LLczrm6tgYLQm/3kvW2m2L4dXMfHqsFSjGqa5z5Pb7Sb1uqC
9l1SuMak/oUKjRIZ3nECx02y7mZ470oFDtVuISJDX+3YNUNYzo1TzOx1vp00quwwimpGWiSs9RDR
goxuATvFKAhr7YZJO6jepsU8ylmAUlll2gGSRd0D/garBWHW/lQa3koYwRxOpK6OK1EG8h41BdpX
X3zp1r0POrda4YDAz07k+27I++kS2GRQtXhF930Ukfs5pSr+gBXf3Bu5gTgUtvFy1QFzl6KEF8EB
oceF9AT3qYzzt7jzt16WMAAX0Ro3zYi82b4PpvIbJ3tooMCBljx3zgOL8xo0AcyMNaehWl6cVAXB
b+jr1vXvh18lq/55agaPAybZGnH0C92x2JUF2s8MRPtIDdwVN7ObQp7KxEBMdg1h2UsWljApU0ff
2rK8IBcNGAqhSMNyECUGXphqyH78Qb+0i7tvOl2fosGieaPsPWHpQMIotXUq3SS5Ap1cEiIx1+Ve
t+sMuz70Ws67yW6+KiO4hcxR0iO1x6mhxqM70hxwS6t5Ld2EaA/OUc9CzGsmvCHT4IvnCI7mijxW
7wz1wwmZXs5IGbLoYIyd8zprMELGtLw2Vy0jRUc46G6HOTTagxAHrTJIzKeLm71Wjfy25iA7qFrd
1oSA7+pxekp0qk+A+eqHtg2KjTv5CKxT86MaKgwtSc8tg0WYzcDSxNuMBq0CV5TVnz44p1AuC0JW
9uQ66Q/RkOhNhXaNpqplEdHOR5Z29h6isArlbDUbR0wzOneoglPsv6kko1Ouev0Qi8hb4R6L154l
CTZASJyiaJBnfIAXpPDNE+QrnF5q8R6uCdB7oNh+yHKl/RVBiwESL+ONbF3NbqZHsjui8eqAcays
jE1t0qEktfnp8QrZxgptdXXgbWfuGgSnFDHNd8vigOH+ssHNMi13gTWb6yoHrRG5xjUJPX/PPfpP
iGgQOazsMc9GvcbqF2xYwz4uuiTh82r27WVLNeirgbCiMtMvgGFKihk0UkcW3gpkYsNnv2IsOpOS
F8jlE3mY9VXIwq0fwDFkr4BhR7GFraJRC4Ci77eDmRAMmJXN1zJK5oEojlv3xinKpV4bhfOap1e6
RlU3zyjb3BOiR7U2bBacaumOy/XIWg2YLs9O0FSsw0itQC64bk1mLo1seowmFDcQ1hYEzjp7Iasl
QfOUTEerj/SRA4zCmpgNIOANz8EGavyErFwJqq6+mhrzKCyTt88eFIm5NH1Vvx6VKzeBjqqbjlz0
2mmnI0m0zsVwgaQFqrRCnRjevSw1oY2ei+h+TqpL0lS/rC62zrzEJGqVhfFQ5+WDBSPn0HWG88ha
ZMfo+MftsiA0uuzGG12OwsVxHholFHYUERnhAnQsQgOULNhlvPjDLmrAp4EK53TZqNY0DllEi2yl
6UXnLPKcmdkU9zCZ77bxU7VoDNCKr2HC7TKrArPRLtOBE2ILI52ahJdkQ7QCnkIIGU5I5rPgZvby
c+ybj8StMgAtCOWy2ARYznRqnME6WDZpghHOh/WYTtAuyNFg89mn977pkKEjK/aRQ+Kv2rmMQxeB
wLPVDP5tjPOwpzHshzXoOgK1A2s4iISMmj6xgKFl+QvYeS5v1X7TAA0XJHioHOrpMeHYXdBdaf2D
8+aJAVG6Vexb2NSTF2Ema4JPfOrv6YkSFF+VyTnRqnza5qp5XWQpGc9iCol6k1+NgMbHGUmsiwT4
NJlIcWYth+wmdl2gKsbkP9u555wLwke2CBlAEEkL67n9PUvMdddRPn838y1Au8zBlVfDABLmcOMn
beVsLUHYnRl4G+ZEwcHSqXkbYPfnreMJiwQ6lakLkKbZMe6ozPX2NuoAEEXDTELdkgtE/MNH7rbT
WeUi3xVZP28KFTsnlpH9NavJWY1m9V3xPIYN/NlT2yFbXZVVTCJxilKo3UwDEZ6MzWeLN022j8SQ
IGdjabEv2/HGN/wQGE+yL20EHfawCIrxKl3X9pV9pqye+kcizYDD1rJo6FH+sHo/SiX2ipWcNcOy
w12xHqGr8hOIRxkPt37Z3JSkwTAZq8ctcAQEtk7n5mHh+GoTL7K5ybKOrPI+S3AfWEnYVS3b1Cs9
EeJCjT8niPZ95zR7xeCNnxfhVyrxi4qhXuNaYpzPp5RfFfpDhlWG6KYLJNgXY8hn9lsSvynR8asB
TzpXvXuPMzA/FRXO6JmNeQrI4IQpvtoiBt2zqtNhIijJ6yt30M4hMgMlfi8StPSONn7ZYsZzpqyr
l5lg+W68mQgL2RqjC4RvXmgPCT/5uQ6fD9Pi/4B6cYK18MZhA7iJh0ssoAz4sM5RRURA/hcK818C
sPwPZfDjTzeo7ucf58+m/8eWqcznAMT2/wHYCkDU/04Rv+0+q+zzH98//9h9Lp9/445f/8O/lPG2
84fLaDcgBTj4U8QO7GT66Yd//zf+xCL+F+S4A/hVwlX5T9iKLf5wpSMD6XPKCWFb/zfhjT9igy3I
8RWwWFjR2v+KKt7m+/obagUYs+9byPMF3+FVGv93TTyJaJ4fNbFao9QetqOibSB9Bg5wjXCcgeLR
IFarILJIHq6mknjiH0GHgcpV0xCGImkZDfa5ZZ/70cpPqN6MeSumktacTpReWuvsrrfBLXdJFXcb
CmoDykG+lCEuZ8O4680+P6DghaI8VyRk7arryxnBg4r3g6XIoPcrhjLFTDG1/f9OjmE+fP/7v0HQ
+e8e3E3ffP6v//jbE/vnf/HXE+v8YVuCB/P/0IFsHr6/nlhDBH8wS5UBZg2E5YJ/7T8f2WtkNfp9
wbHsCwGliD9CJDIkfDf+H8CEAQcR6iFMG87xv/LIXsMS/+mRdWEkM49zTZ5XHJe0gvbfH9mJ3UQM
3ZF0u2IkNAz5yAQp3GCiBiWv9HYLxBVzLaerHswfDYJ8tDcu6rqNjLrNoIhBo0kr+SdW5MpuQ9XH
yEyVKR1o6iY+2c0zIumwNrlPQiJ8kuDyT5/2/V8ko3+m/Qt+9v/6Q9j0zsCSyCKg1sIv8/cfopnN
PiXI5LdyRTA+8JeO1ywtdPaEuxFbtPLL5erAn+dlIwybPXzqLrtgspyfSIL+eIdcix7Q60qcJ3Ww
zPkr4X8La2ULP22Y40VZi9G21afinMGdBuuFYpP30MMH56MXGAtXeVuRMr1/bIyIdbaDQezeIH4J
DDp+x3GjtOMiox2jIsK/0prXyLIWSRcEP69cy+Jq6s28khKxXIJ2De+gvTesRAbrxDKA81EAoY7l
OtMDkN9IOQyKAOYnMGHJrSnTCGQH/fhvu+oT9P2elSF3EWn7Hli5J06DnsE9swjv1x7bq5JWsagZ
3GIIIOVbpYvapL1vFSg2DHJM+CI3UYf8aFNU03yZCMyJVrZu5nfDqs041D2n2+PSxnW+zWCz0z3o
CaZBkWcpHgzsGbFXsBHgmALeXAdM/MPOgAwUAg9p9Qf/NSRE1ehreydrz3iQrW7UljUVJQvlv3nJ
YOG555FEM1hzAzDREKAuiv+WwKt3LBRgIo2xrzB948j/bssk8h9BwgP4MV23WfaBMmmBsklP726V
FsUWzJRAEqnjZLlXtmgxAbdXqo7LDBGKSirY0jiDSI7udE1a4JqnwDXt1r74SzumtOMpP8WQWc17
rdpEHogPtB4gbLj1mlJsOOJPXOINg4dEb2fJOGDNtli3t0NiN4RVTj3gzSCWbbmxGSG3hwJSZ72y
zZKgX6sFSlKaRfCmegeZxjg6EVNEVyWvScUWZsVKJWcLEMElPhgxo14s3lXZvk9pmf2umRXFECyd
WHyTkKnvfUy12VqN8JsBCFZQa1tyTo/kCEzRNuqHMsDAMaeg+HqVtWHHO5VszNqNk+fGzacvtoCI
32vLJNyrL8BUI9GM4HAgz1TW3dIJvhiUBb6Yk9b9zARzrnjvW2jeJQRlfjA+3XFhsV7rlgOENMCA
plFKDfixNUXY+tNIUoQzsB9hGMbLNhDbMa7qsuSLIj8tklB0Wt9ry8xnZ/3XqzgMSIFJNM1GvkSD
6FZ/6DpysfQa2BsyeAu2RlQ2sNEqvx2MUAvuF8nV2JExmoIYXOEjkPJFY0fTDnAACKfhInXzHvQs
zu5QI44Maf98XBerBRRN18YvHSERR8NfDx3NZSm3AZMaQox6wgRuknyyeTu8Igfh0QefvhOPbuik
8LrDboyhTWOY9g4ViYhs1GfMOY2b9Q98Jja538nsvBtDlDO19Ic7T0wGloIscb60geiOlUH9neGM
3lu2lZ2SmFN3hOF5UD26N69qKN3jwBr3zNd/x8BOw6WyiJrzjDK/9QuLsDAnN9NkixAZTvUY4cRg
M+VOmyqLzFc9QoVxQRJtsiWb33UT+MxdzOpZjgH70Irk04+pMOWpmFP0+7NRJWhBc+po9k1Q/uu6
eDEj6pnWneqzq2YiHPGZZ/f2NODWwYNq72NhBlccup88F9p9DBINDqxOUvTIjokT5CGwJjLWJV/B
W3Wxn1l8Pr0/XzsxAO8e8Y6hVRfwfHr4GGQTSuyFaGTbNmyEP1/yGhYcTczo3nvMwm4YMvA7sA31
pDS6gz7q3ePsa+LQ6NJwBw2TywqpSy8INEFJeKCx75ZKtTfxhHAHoP/McTw85/6Q3c7W/JuZYPca
iBqZ9OKyxVt7nLPGYSzJE4OT+sgUIz4Mrepu+OmLcAwgGWk54RqE8HPI5ZSvSV6sd2SWJqtxaGxA
BWkGzMDhhU5HCCyMzgKBXlc29lrIgDcXaUs70XkRu226RfJb1XP5yIldwuOOJFkiWdO3O1PGoKYa
v0zuJtnKfDOx4d+6cU/AWOF4C6IL7gRrnbUsXRfUqsk6SFjQBEnBmnHx08YIZTtGgHmQgoHBtT5U
iX8Hci3ht2mKCW4TRQh8Wxj0OzONW7I/MK6iqZ6HARytg/UY2pJ3uxQFETR9iVnJstVNOeX+ugKk
dLTwv++Lyl8+xrkiexceTbllk440IDaz+ourMYOD3QJqYYU97BG2Y3xbEgE0O0A2fEwpX/x9UWYG
1HU8XflKD/n4bZB8Q3c8/kYR3WHxqeNwoJp6RqMWvbON8j+MQE9p6PTN11BNEFcYWrANNCMWJ7EP
NRZvP7L+OJf+KcuaTJ5M8mUvDnaokIwinYZQHZqf2Rz63/BT23tO+BaTG+/erWt7wy/EM/4j/FkV
dlfBKsqAxb9RlQO2vSusYk2eaPDQkEfwWXZz+4CjML1wYJYbGt7llYQV90Q4ruC0aaJzUOTLL3J6
xaui4oJc1w8P7pVIAlGPoaA512HpNfH4PoAO4PzwJZODEm/L01I2VxJWjltiM7DiQ7B1dRi9Y7UV
YMgKA/Fclgu0FyyzA9JpsnE+o6rH0JQvvOwWMzuIs241oceAcLCWpDD/DoYJHTrj8f4l6EC3rzgO
WPWn6YK2EIFBjUVhsLZVUo4IjwaHyxjIl7QJTa9sH711pvWW2yB/zT3Ap9shX8YTYsjRDxtTFrt+
6AlwwN/lVuu6rQfzYa6Dfj8MpftTZnF9xJ7WE8dk44haI7otll0ifNKuWcan5UZSjDngrPgdBM+j
FGhyAxLy6PULv+aYizM3eLNavmmk8Rjvw9LVnrOPLCcu2IuPSc888s/BHy9XKAST17COKiAqvkrM
7RTERArExSxHkHFWG45SE3atoxibRoM9iuuu4ewWBrPQlamsEmpXL9VN47LAZ33agaroW9YWl8lP
kbfWo/TjTcC92a9KTxTio04dtoA2Bi4W78xyS8CKzY4di2dwB5jYg6tpbBNwjrgeWYU26LdZnzES
bgjIHvAbKMmIkOM8v5GZ7N/S2UGqL6ZgPDrpVGOkourAelQQ00N0T9N8q5kZF2ZCXwIt1o6qt762
uT4KKWwkWFMZ77JxMFdo2fHTYaO6eiAmF8on0XZUrU6UeeKhaB1kogR2jPcM4hnM5oloduhZ5Kls
lAzIfOXGD1WFZn6+9h0cJkDh5qhxzXWa62xvR3F2sZTmXnUax/1NcXTrlZkg47m3WJ8Lu2fs43ug
41cSigXJPJhgyq1Bfi8ku9o+ldDZnZ1Jimy+Jhg1d051iVt0Y5gBqxxpTIC1EuqMd79BRr5yFkxj
+GQQSY0as0iUlFloKlMmgJ1Nig492ghEI4NSjHgeB/YEEQq87AWt24Z+hmIdvVLy2VXI3ops4Vpe
+i4/d0J5PzG+xu1soFpgFI9CQmeecZsXZfMhIbDRHbH75beBrhZuGPLIcpUOaJhAI16Zqz3xPhYY
1pQ9YdLj+d9XFcMAHJgpyTWIaYEzkr/XErrjI/hiZO4aNybK7DZclGugLc8LlkmNrdIX6OC9i7Cm
Ct4mwjfD1HVmFjTkOL20NiG6fNOcPevBk80hGxP7aGEHbABtwfNHPlbxbSZ2bb0E2AcA2hFMhH6B
mNA1/Hv/Osqmv4tN5TzbQ16/O0Uz7vJBZh9OalPMC8Khv61BtA8BDHRYVqSVwCk3PPtQWXY/wf0x
ycFwlTI/oj4uYKL/2QQkbBKsmznPXzJsK3BS5dKiJCSOO9gPwQQYzDGcxKBViSaXQVz023an9GSm
pj5w/weMjIPhRqKyZUJsFKpBeGVjUmXoiMyf6q+Hvm3ZbFFFt7woMaPIE2gLHv2x8/tNIkv7VKCR
/rZs4CgocXRwD3UraKAIOQI2CYeFKzrbAqI/9ns2Nd0j5Tepqbz+gHKmdN9gqsBmgMQDFTzPBUFj
rNQSo9s0vp8c8Lh9ux70GXNJ9YGXjrzsIohhmXVmyS95MLw9Buh8y94weXCY2/x0Tun8VqNrXEqZ
dh9So/OK5wgiEPdraPlGaazdakH4ZXaVf+/x+v5Ek4YV2NCyvA0qrpo1AUQJPqR0KrCYd7P/Lrra
HkOvB4mEqhXgHl5V/n8dtPPdiChwbSX1sAXDVzmodGpEJ3o08rVd2eN+tJzqCDtbs3tmbDvTU+J0
84d1ZGM5WYHMuTepPHaZ7F5T34+fhWF5J6tzOCxM2yJfRO+p3uY7x2itN7eZoMGV7ZScxDWM/X8z
d27LbSvZlv2V/oDGCdwSCbzyKpISScmiLfkFIcs27tfE/et7gK6OY8n7WKdOv3RERdSuXXubIAhk
rlxrzjHXFCf1FktffjY1qwb5Cfsg2A720O6wZahNOBrdZUgNuZUBBXylW5siE91J0daiw6UsDxqr
/I4QmbEC0gKdV9SbsgMBQ/ENzibeERQKCQnwkenuo2Iwd+w+P0CgBN8drepuxhAprsuimq+8QnNu
9VjW1orsIhwejYg9zDFpEz6wSqZ3JC9na5S0HktEydPJXu8R4m5ZnrfpMWA+AVNE46cC0k5Kg9JW
t9xlxsEP20dXn7Moyteh1Xd3IIV/iIZ/qxsbbVcjpTrYsWbedL6Dp6XN7HVlaNkPNy6tdSRVhUlS
Ocx5ggJAaFxnndhiyWqOdqGgoPt+skWpjgVbC4IUrAZESa2VocRAGaCRrBvMdovUI0wQRTT1ta/S
cBm7RbzXG7+7N1X+MgXlsKe8QF49OvUt+iNiRCzXhlAEF7oj9Ltaoy5gWs/8GKJhjNEvFD7aFGC3
APdcj/mRlUY8SzyfO7+sIwtLcu99s3NQh7nSG358C0sr4oe0ORh96mtMR7E1rZlXdz9RQ3BwMahq
WCc9HD0YxhPC7p3xm8Qhf1JlWbZ7AQrwrCR6tUVokk630Ka4/q4PIXJ8PWkmitnG+lIzV2Bm0Rr5
NpFy+OYnuWsgJ+kEb+9IuNEi0zig8BhP1OSIweHtDVH7yXYzjVRHC/1eqAsEQyU+NHZEnaALNOH2
WrV2t6l88xnTm3FAdR8ts9xoNsx4YmdDJ/arPqCTM5nCzEkrUBBhFewGzh947tFwUqOwt6L6QW2I
XHFXEYiCKLrJx5taWsYFhl6UAqt0RLJ2Gq55oLH9pXTRjy2bwcOMBKj6HAxF9VUEuZNyOlfFI1af
x1oFzSkdkPTs+lrjxZGJ3caPdd5lzHNxHDTL1on7M9HOmn8a8Rgw9em8z7kOsd51kJaMKiBtcQiQ
j3Fa0RFWkef0QD040Yq2MKdKQ9TfEvSIL20S1HTMqu516JukXrUWDr9IS7ddltpbKk8NabTX2/uh
q8q1yjrtyAZYfWsNLTmHIgDT7HcFR7CpN+9Mjv7FVqNbuOvTtEe9FMX3WddtJOaVaYaopN+mqClR
B9aJx5QxOyQWEVsG2Vw3hg3Be8D/jUODHgq5Dw3IU6d1fzAOHNUS4rorVo1EdrbsHK1utoPuTPdy
6tqnSozjTcGUrDmPNaMnoiPAXXLeit18gMudpedsDHct33bbai0vuusk7Q+7d3qxn1Bg6PtAugrN
cDZoX6daVE8uuKly5isX9G+XgyWjJ/LI9Ye6nsHbU8J4WenRM06W8kYLWvqFUvtU+PawwCeXjeQ8
dN5IG0Oj2uaczOgOp/wtepJkx3Ey31oETX5FjYqrILDCu5hfqSk6B2uh46PrDCeBfsAUzaoHQ7hr
Q1t7UDE7ETWP4FWwHgzZtnuafsj82aY2tabZd9h1x9sikkRwmBMcjIWnLCZdhH6AMZaiRQBee8Yz
ARP6Ta+Q26/bRCsOHoko9ObK/KsMLWq4dPxpZCDg0d5Gn83UQkym+dEK/F68H7ywvkuCyTkyJb9M
GtV/3uXfZeHqjwLsBVSITOWn1MNY0A/qc2PnYXSruXnzWdlC2xN+1DwD8cDggNS0MM8xdcTwFdZK
QBNWtjq0UL+NW2YirkO7q48CgxyTzOY7zrPC6hxNGc1UmbLzrEK9Uo8yc6gArZrjy2KcO0F4XvVq
G1qw7xfMY6hSvabQSWtINf0CA5koe5IZ0kWAQPKg5QTjrTjYO+fR7rNHdtwarmEeUUsVfRGg+0wD
2gMdhxFyNsu6Kg8NiEv8UCFFFfJXxotrMRhDeUtl4iFobGqWmcGWHLr4TV2aT2GWdIu/N83/qWMu
bKbfjq0zrXDmHMHXF4DaAQHixv+uChsvmuX9ILRg3LtZq4ubcbJDxkY4O8jibP2Chn49HmWilU9/
/+w/Rg4WlCoT8oxnOLokMubtZ7u4TSujmF5cYl/vIs9qt8GIhGOi6Yo+ompvCiTVD5qf2ATJt5r+
a1D1X+Zp/znycCU7lmfamKCZFtrvvnsoRagNDp3kSTfgQGQYTWggelE0vvqZLbrH0rUNnZUfXNAC
Man+LQZvpDbwWKjo+hp49cwyQQGHSmtg3tbC+D+0ReCbWxGaGZyMRFXDuZiAL8MyiC3to5DLGa71
n5kOTG2oO2wpmCp5gv96H7GuhUwgRwPTpYnW3dmGjANR5eEJ15cdnHsTy7QBwp4aiplOmLsMY4LU
mEc12tB/xrOTZdup1oZuZVynNho5nen57z+z8Q8X6RoeYMIZYWZwnW9/Z8tisZU+gBEHmWe39S30
B4cMAuBWsnETpNJHP7ykYVYTJxM3+TpF8gqPg5xZBSbk5zhAQj3ImuCTYSSB74OXYJ7jvbmNuMKE
TTEuXMNkWuu+Y5jR2A4RVyQRAbr42R9+vXTKVPGwNUp6VEfWDSKAnYh+/UoW9ejsgkERA+ER/06s
G1HzADPVkFA+pFXO46KQ6iskJiiMD1lUWSCKm75x3Lu/31vrbaiHcLjgOaCdt8gUJIrp77NZY0EW
30zyNW0AG9hJx9T9Cqiq7NbayIv9Qv6fka56AuvQ/ZhmYCxYLsP4GJBOER6EtAJxk6akDi1rjCeo
YnLOZBD6FY5gUWPHIlOKaRCdgFAse6AUn4WYw43xOzolXbAYPmRF3TyssoyjBrU0WmTNLbKCPzDT
fnJiih8sHafxKoJ6AtyFXKgXVKtuf99D1Hwk9w/FjdU0ZfHB2zGD8979rDagFNfWPaJPmJ+/e8En
BhOZZKiz6PiZwqMWuRxtWlz3/jKiZiqInUL2dqfqhgNVHWEKP0wwaJO90MkQOWAxlCe6/4TQeTkj
2iW8UUQsLKJJfNCd0bU3maMDi2Kya6pVlbSMbtws4F81B7eIqJBy3etXbo0r+KV0smTa0XWJn2jw
6+Pj35+Et4upNBE2040EBcjDoLMsvXuEwx7Lgw1/C9wOCYNU0FjqoyHdZXpW7p2oph+gA8FC9tKY
a8KDM/XBS2S+fc25Am6yI3gMiYMX0FPmrea3rWQKBzHmsaKfjIGJoMfAsCkiJ5eewq+RDrdZ2jsP
T8ETMawI29KwnldWIzBfRQgFDeyziOyVSXMWdW1Kr3KTQXD4msdsgpw+/VlHSnL7WnievRVtQnRW
xWEXP4WYNNQRmelra9JEnGz797trvr+9TNgtw3UNQzi4uJyr4uO3LydCB5ub03znZFLd0WlBvWG2
KVdPhwCI6WDiMYsMae19dPgvhPjRTpToVv21DhHaIksqh7da6A6eIzqjq26M40/mMDQjMyUDhCte
3gP8CdYU3ReQ35ne5DUm7R5q+4Cpn5YwbXMXQVkCLj2HkD6yJK0zr0R26nMY+igIHWXBby+PNPnG
JBYhl7f5a+Sl71aWVIOsLYr0e2PNczWLqQdnCGT41M2oEsD70nrqNjxjxV3agU7fop8n9lDVHGua
ykJf+/ef4N1wf74g1/QEsh3G+w5eunflQmbbEUXEOC+kbOc7Ygm0T3GMxXwRtAaq+8FyxktXddAs
RIP1dd2L0fVvPbBtEd2mRqHeYlAdL4xAeD/z0I2bdZzpzlFaiWVs2jLJfta4OvyDKKvsru3yKoWR
5g6cr+YBJwtN+WyWSjyKln79YtSJFlhc/y7qsZJmvQ6gfDkGXYTvQnPh8Shf4xEpmgrjQYfdYyFU
gXNLlBnF4ghOC+80Y+wAlK4VRQShDoonusvp1hHg2Yb8kb09LjNWkebJI6Hdx8I8TyCB1VnBDUCv
6sZybGJQGPtzkBQ++UIFwB8OColPIgDccBJzcpl59i4f43nUDo3zdkxL46K8kT9JFJx9IMgT3LLo
Mu8OswD0/BypMbjuJqN8FWnqMC3j7kLaNVrGTdcf9t/SvP2/hI7NH/RKd7TGpdT8/5EnZsyg1v8a
+ros6h+zwi39X5/a+o3Cbf73fumF0KH9h8eaynledwkVs/l/fumFKFFQ/gibfY15qevpvAj/Ir9a
7n8A1LauKFZLXDVB/1cuZJE0pusWWyEiI/ToaNL+De6r8fbcQN08L/dcnS1Z7Vnz360OIiFgfNK0
4BxrauQIj4upE9SYoiXC1Sey9GYIOuIGXIzlUdDPAwgm1DeZNja3Dt0myFspkQt+Uvd3ZchkxYaq
4EGokeFWQ21QfLA7GfMF/WelfL1gBEFIg3QS0CSqkLe7U12GFNNNHZwjkxxCFLrNcjCTdpPSx106
LTSPwbYebZQJcPUDp9hWgaMdfvuVz38qlN6WmfM1GJ40uWP8h5/PfHfTCA0IG1umKTnZjn1iTGi+
ZJ0BtiBKUOUqUPMru2rCL3//VONtjTh/LD8QZHW++fwX85P0+8YcRoOijFbFOVQ57KKml/mzyByT
oTbUAhsj3e1UlsFjlGQ0n/SumJ045eS6i1CSRrnJCI2+N5veRxidBDlWvNo4/v0a/3ycZumla0rd
sb25FH97ieBY1diWeXpuvDGHMdRhhfCUqpEvdWN1o1cSH2gziKOFpib96NmY//S3z4bpIXojp3dW
INjeO9mY0usY0qDKz2FUH2O9DB9xLsbHVjeMOyBH0d5xkBvjgyWoMrQNbFuV5a08Zuf7hHbx6u/3
4m3Vys/FZ+m87/gnJGOL91cTMW7uQJq6p1KGQFuzkrxzeF/ioMsMNYINyOvvH3h99t98fz6R4zc/
wfWIJufn9rfiplOqi9F1a6dRcyqI5vU8XI907zvwfvJdytkPUQwddhjXuwsh6y50k4uDZNjU1JaO
9/nvF3R9Ef64IGEjpTcM1rNrqfnbBZmR7Yb4sEBa2cq9l34IoWMypo1e+/2mUepn2nUI/+n67eQ0
TOu0D+5HACo/MRjj1uUtYNSJZ36Va3q8HlTtH/Q8ZBGKIvditzlK9L6Nfu1j/91+wvzDUehzDmDO
xFvu2e9ebx2+ftq4pnVq8jZZT6psblD+fMc2muvUqf5XltTmHKC3GRc2Cr+1n+farYyBEdI0CO9I
wsVmSm52uAgiwzjXelPf4D5KDnndGUc3S937v9/od0fzf12y7QrafS5upDkC8/dfvoCXF4ZZKE4y
AV4kdWVtOk6KW1AP5Km7CmlCP4w70ETieRhqtUHV/2xQha2B5+KecHR3A8ov/ODk9u5A/q/rougk
xVJ3uLp36wELaenkWm2fcBHFn4tC+tsYB91FAXtaRSSh32dDvIrRhSG3cLy9BN05q6XgbRg4r/Zu
0BhHa4o75NaOem1ZX1YoLvMPatJZmft25eAn57zlcI2IKahL396/7BqoDBjjlMQNa6dSQ7GLSLp4
jsAtLLiyjvjlothZNfCgiNK9N6dxqxWW+GBr+XPRcLlR87vCIwht/d2zB5/HqGu9N0/ADIi4Drvp
uydIXAtoXB7R+X30ee/OQ9dnnU45rTvJMmW584357Q3tzYpttEvNk1X4uGlV/uppRb4tytg+170r
Dn3qzZOHcs5bkfKj5/aPLY37Pov82c4An9nOu68bVWM3pUyTTwP5iEcaK2h7R8c9th4RJH7T7aU9
Jbfkw8HbGJAuYrqpZu92hjYy016HonzEtBncD/LDX+If3ildcgISqKg5pqAMeHtrplh6pWiK6GyX
KRURXJP+dcLbeQTUqrJNqAXihR6IuhQeUadJ4VnzilWCB+cOwgkm9C5ctQwCL/rHG+2fdZBl2HOo
LEh312XY8a4YANxEr7Jt3FNV6sXOGYrpiABaPc8Mnm3ukqzH7NO8sdA2HCC3YXo2iuTf3uH4eNO1
DBqXDuG37369jL6QGpkVnoI+KJ9HNM/popwvJ2rb8tnOWXY+WOf+fE+t+ftSrZqUv2yqb38TrKnz
qyr6E7Uo72kSevU+xZeOvFoxz0fmviJOeoZYyg4iAKIKGnegwcLho712vr9vtzaLesxmzTVomVAP
vr0SOoIuY3J3OIV6GNwCGIA0j9UPVUMQWosa1fMdvjB/3SdZcotgjQFrFHnOiqCrdRprCFBY1Z7c
KDj9/Rb9UYFBzDVoxc89RH6S2Rvz+wud9WMAJazQT9Lpo60xdPUeKg8ToKRwng0kiQsbKzbE3Sm6
+fsn/1mf8tH4VtiFTFZ88/0jaYg2cAtYlydXlfJSdvi2iiYnOLKOvf6ViYlBomcnz8gPEA7CE10w
MEKvrameoNdQL1cjXtibIRyLGzfA+vxBffjnWscjYzmWQfIEDezrZvXbWlfpygv7yrRJKuibS9tY
dAKrtv2KRLy+DUXUnCQCTbJEeeBX45Q63z64QX/UpxbODN4XadhcBse+t7+NjqDYGY2II0PhaV8U
TL5l5Cq1IuZo2BTzRkyXM7oLkL/CpI3H4HMHkAMNHmHHF6+o9Q/e3394ht9cz7vFv3UrHHh9aJ+g
Wz8FYQQANf75wXf+c4Wf3Sg8GZzVKM3fPxSugRwUDKx5kvUY6Ut3ashFhSu9y2Eb3rZBGtzGidQ2
uV6Uz0NSiptg6qqd7PJkxygzbeE2GM33Io+gwXit98FD+0+Xx6Oqs5iyzP9yovz2TKjYmjzmrNaJ
l6S51H1dbUcb58wiq9lT1h/cjH94AgVNAJPDPf1s8/2WogmCVnO3s+c5PWtlVKruc+tZ4cHN1PCa
Ca9ZOsplRmJpwDXZO+CvSNUBltAvwEFRG4BzqzaBq3LyQdUs0gjqdAfCCydKlqU3+hhimfzgqv+s
SSzqd8oR5nv/sNVMAiW3MJVxqlpgEljitRp1WVDdYvblknLPGdDh12QFyjhqH/H1EDXG2bNtDetn
w1R9bxYt3PMsyUHSaOljZ6jm8sFFzme7d+sx/QvXpoXhzInu757lyZ0MDrlcpKp04p17KzYIZ0zy
jW2kDCRTJO2j5/mP6VxXTQY+5ByMJqQFtARd9IOhTPdRJ/1aNb6/JltAL9EFvWbjfVXJZ06Iowzz
pCYhDvM4/DIYEvp2VMhPMSswKkqioFMTl7LU0uJrB4kF7gIREa4eW5+0prVu46JpLoIxy6tNLNj/
5LZdm1AW51Su9N12IYDmmhXef7oJvUH++JSeMdR/QSk9HFrKYJLFSyiZKisOeDgfyrpkJZ8cRHrl
1Jw0Tjt//x3nbfP9LWONpsVhz/vr+wND4PSuj8LeOJEJKw5IjMrnzi8pvzD+Ql+SZv2JSdeHdcW8
8v7xsS4JtRR8jme/b61gnG7TWsvNU5B7wTezBQwk2g4+t2motWZO/X085eJQe6W8B3RQ7MJrj+Xv
3/0fajom6RYzFxKVbZvpy9v9wUv6gZDI2DgBw0GQoCywRegt0Xvj9yR4uPimV5P/YuXEHSE/J/KA
bvhHp98/bwVtRYPO59ya9JiTvL0I2dattAZzOmEVDw9FMRV3BtLh1wSB81H6hJHDyTkCfoW7hR7h
ZVK2+8E1XIuUtz8H1wAK28EGaJF+9q7Mk70BjCC39ROgEcCvHE/L5+uBKMjnddPPIvbvNEkcctim
8DgTkD4NeVX8QK0NWMWxBbIPspYwi/Q1vRarxWPV2ea9rOBVYDMShyDqih1MSHXJYMjuiNi0mTeM
QRptmE4AKQI25qF2kpSz126ZnHrWtA9+cebTfzx5Nl+TX9zg0WNM864mSPOuSoKWA991jUiLkSJJ
0ilC8iPvRymNQ51rYlUE1UvcyvQBFa8LkEQKSKm4dlCk2Fuw7+NtnZufgsix16jVqgXo5YEEWTGt
AmUT66J661g04qm2OnEIB/gSrcrkOdKU+szG2M3kUwnsdT7pDINlga3tIfKA/4CNAne6206hbfMq
DOPDyJKxakKTGO14cuAIzoeiIRH0Fa8nYm+MkmMHZLJySMUh4bTat0QvL9AGQFzW+/ypygJ5LukN
rUdsOLvCqyFy2UPAg2/wbEE6/97gon1g3yswx0XdjugAY++VY/U4emX7c2pIli+nglSSzgzuQvad
rZea00YNWvEZX6v2rSS6N1yE87nA4n9Ti5o1X64s5tE/nostYJnqzk8h4lCN8ahQb7n3HViTHdFP
8r7yFHygkvbJlPh7O5Bf9Ei7H+vQ3hL5VSQ0wtvotXBi93bCf0lMCa0KgE7u3qoQYCJFZpTGwXDI
4nCTyEbuR5NhWs0gemsi6jqgkUvxkDnyPm67PlzQ+viRyzA5RjFHuCz3IR9maX+orErthsjWvrh5
/yOfEu/YjyacLm30Q3LJXXMZWtlLlrTenmoLMgN+GgimRnhyvVa7zXzEXwusV+ONXYgzHEIkwuV0
GyWaN2u2jWIHRKi5ZBWojuza/2Am8FnOAQEpwVfDsg4l29L1H7L1NL8tw1p8qo1kDzshW9cyxr9k
I8061IOX/tqrALqZS23uV9TNZByRVZXPYVyJXQbH7ZwEkb4lhIxXrhJyuA9F0mYLby4Lo9Asdllr
i0PVVtyG649mVdxIMuONb8Rj2HecsyRO+AHoW+fl8MTGoLoZEWFPvTo0aDu/okdlmmnIA78pJkeR
+0s2OGdjK5Et/DhF3qH7wRY9ffNYEj63DCshbiOh3H0NInHZlARUJEgGMPXbWXK47kZB5ZApUFYT
YZNabj2mODzu0NK1O2LFCFfDf7tG0mpDpUdjPNpD963HC4NBUitIC8D1Fg15tOoAvm7GqC9Xsgua
rSkL4i8aOkxrK2MGXeXeQwf7DYBpNdzUvU2ahjboG58nmX5tQJY8QRLGM4Y+ZLI6eVmrNoN7t2ra
Fm+grYcXaUlODQg3scIATV2aJdAmVUXDT9lrO620/Z2eeO4hJIluY1dESoZ99hmErclS6r+giE4e
mkHKl74Nn5CRGGucWxmhMKk8p1WKO6HO+5vrqhjyml3YhiBf4Zot0TivejBqGO7Ml4nF+VjprKU0
pr/SjTYdAuuL7pWGZLJj7S92MVFmWDnDDml201kvvejVhbK3udi1zosBGyxdDEhfhqVu2wSijwXR
VDWrn0aW9ZLvSc+lk+7WqNC6TX6Vb8axDm59v7K3TudPlyoltc4bg3EzYAVdqlZX57gPx81oN8EJ
+iRaPgkqF+NSdtDIYCQiKtdIt3btiU2X/tO4Nqws3gQ1wa9urPtH8AshxzHJ8hLFYljLZnzwTQ+8
lu6UzyRIsRA2Q8CSgvW2XU+9wxgEjwMWgjqunoFC8J2vZ6Dr3UtHxzlPbb0P4yl79StSYBZgvWIY
YhMWAzdM7jSjS1+ZNIgnS6j+e4bo5Q65hHtyskL7ZLZgr1RvCtL8lLXTJd4Mw57yhfQbtZ6iDNhg
Kx2cqhqhuRjEl11Tw7qOMUWC1OrxRUyUzFPICey6lI2D2VzKkoH7wo5S8ybEn3NvxrnkBDAIrEq2
+dnJWNWh+T6akX43DeyyE5wmUg+1RkA6wlLUFskt+KZpn41VsU3IZbxVLsmjUTDyaeNogLrUWjo0
+aR6vmdhrlTb1LfO4D1ljV3+KBuflposTUw8eac/Fxju8h54q9bTHIzD7uDSFr0hZtjeAKt27xoE
gjs8b+LGTTpg6h0cwRQEfAEF/dNo9vHKq12xNiHM3SHCPDsEtxw6SEH37lxteq3kl7v2rlQcGOWS
ihDNN8stxI5P4EtmS6BHLEY0/Yg8Od11Y1r8aiYAgWfxJ+B9q82EsYifagsDnaM7ZgoI2hJNmgeE
bOFooX7L4TZdtYkHeV4vaCxXccDepoVPuHduHU3EG1wM/UHvSV3I+kJ/JAVv2LpNNb7m1H0rCMKw
yGJsqjj93EZdNATrW7uFubTCusKkYlBf7KJEEkkQzHiwfIPQGK3i0K3icY8SrQUTKrNtN9YYb1HM
3dWRRkQ8UuPagypvDCQugHeuYA4H/Rb8n7bqs/4HJuvhzvDIA0wcS6ytShhH5GrRJ4JDnH0xtixs
JoZr1zT9B6glzcGUTXFK85HDO+RSwVvFW5+x/F+cCPH/UE8BI0K8IF/xBKrHaxPkWu5VThGBekyy
H5NvMVTN8xoDKu5YaKkkYQrbR2nPGc/ouRyga4T92COEWckUcJFjaVs2QC4+Q4DX9lOZKzRiZn0s
WJq31+4+nmhsHnrlYuqf/b5tRam5wtdUoGwqnS8oMBK07iQbd9cdsoonoHp2tSst8sDpLZrwjPDa
85ZPrcduVoAbjKyyP8UEqO5hPGBKrgrroZ3b5rmn04cTxbqInS5YJSl3qnXRCrN3EULOa+Z6n0ar
dw5tWWpbyiDjomtYzJMe7CqOeJfGYSSZwXexe58HxLOBfmWG22PW/aqng8bXT0L3fjAN3hkv1c3n
krKCQ0Rds3dXRc8713COwzBKevlsBKw4Uc51ZD515bNXz4eswZ9i3gDHbR9ixd+d5nFlIEf1FKiA
J5AoTCBOzmTvGf6GexJnnFfPHACReknL7VLutEsbTR0QjpktHg5VfbNJ1QwXqU9LK9Wn/rGBi/IY
lK52QlrnbCoA+N3SNaZ8V/gjq6+pAcFddSS+AJDunNE+2wkK//UIVLg9xj6xEpBDh4c+j06Jb1Wk
qXR8HJBl2X2iday+663WPTWERCF+9zJAxRXVhEu2kdxduzyY6M3vOZqeJxhsABv0ylL3VltWP4ra
hKZO/Ha6i+2S87gpe9h5nWqipROY8K7wyEaI1G5xAA/PrDxET3aYOnah5RZ3QIDrhUusx9eIDE5r
CWykPwyTeZntjQ9TWp7HWFxk6mBrtgZ3xzqKI7LtuXgDQboT5Lxl8NGRk5NhTqEB3BpgO886dDrq
lUBbOhnM0bIwtVXmt8gtZfkgfD3Z0ZFllgc1E2GRI55DWfa3BtlTG3Tv+Hek7xymItzbMSRN3Yyi
J1eGL0zRqdxCny72SA7o0jQrdxUMSCoSgiQBy3Yj+qWxk+vYturXwS2hYJOuMOFOYKr3rVRx1ZAr
0PgkQ/XE+DSoZb/z7PnebuD64jsSfdyaSJ9xuJGZFTzlTimIZgnLn0QnOv1GG6PwS4WqKf6Sjvq8
A7iDjXFmsOonF6Oedpv0UxfgwTQzcsKHTPsawidelYbyiA3Gq0S2kbuEmhRgAg9OGcldQPjbPXGN
w7F3jHhjIp26A43wo4oUx6E4jtJ7Yh3ZvNkHkhdWRGtcIH8DkelELGZrpxXYF93MgD1XevJFddTy
kEdVqPZJntuf06AB1E8Ex3DqFC7hs9+B3PHI/EqrZEsyg/7ZIDiQP88dmgvSHyogcE/RtpdFvsZv
K++7kSRWjPoziy/lBDDpVi6WAhDj8Vf9kDqVcheBcvxTieH3BNSY0/e8eFYalvO2a/krh3OsOQ5U
0Zmv8X6bmLfLlZkVvDrXfywmmHYkqaUpdnoQU0pZoYEc5Fp7lHO/OSbXb3v9R5VPvZWi8D4EXe+4
K8/Ouo1dm3Oj0WrOycSjgbvROLJpMldwaEplCKKfo7juX1nPcRDORzm2YT7Rn0/NQVZSFLiF90Uv
Gp/sJ8emm5tbafncIm9GejxEzs826okQutaSaT4fCPKgjQ8W8W4Hx2mB01UD8/48i4rPzXzgDbKe
viyj7v7VJ6cNX8kIYWHhRRIOIjxIvno79/4acgPCxVBi0+SlKr1mTY2SyJV0BwzDqTpptmwulvDt
jePhOvNCH+zmvKQWpeIP1ILyukra3LU+jPP1VI6COayXuPsJ/NBGT8roWE1Vga1D5vRFDS2cO2h8
8xCvFU6Qqtooj4jfMYP30Ll4fStm8GwHZwCY+F+NOt9loeffsDrISwDocBlGLZsUX3FBuRvcIP5L
91rnxbdIbPOF5pKQpIrMvOOdJcPNI45rGduN8VA0bXPhZ+f+UW0m63oIgzUe/cAnqy67z2x/mpaY
aPU9AYWbvhXVXdao9FjlGn8RpC/XTojRCw7jszsaRosPaZVThGskwXdPc6e70cXlQRWjh9+ww3Bz
lB9hxu7mmyPd+RHLVXemF2wdBo34i5kwwviLOwqmUV0MxJevHcjtm4wdndNJ2q3oQYmHpMxurj8t
QTkIT6Gb+Ok6tznb93BtvkkK709dbhXrqM++aGnIcbULgmzZx0a2to3Yecz0xNhx/jMhxuo0PxLy
ywvEacc4JMmAsEJaqRE5dCyXZEYCOY/MzZBwaoBeFXHc5gnGscATm9DOliOsA6JaGQf82lEtv8eI
zExtV80dixCw9o5O+bgf+uISatE3wF/iBDm+CdkBZySQyZEctHl72ytAPwbTkft2rOtXj1ybB4XK
n+DU+YbZ8OB+KEmHlVzBybJJZzEkGZ1Jiazfb9aaM+GUmMixfhWRSdDyoJqF5ukRY9asGr5h+iJJ
rSP+aEFaEIEjbhzhiu2mGxuPOhgema7RvSbwfeIa6aoWfb02aIJU42XxxxKV0FTJ8TObM7+ndABX
kaNtXWhjfbFTIhUBeYjkq6YSF86TFY4rIxzFAf1Q/j0dfP98fdwJ6vXvC2qLgHKXtzshQHdJN8S6
b4aU1D2WCt0p/GBlGhXBh75GQ8CZhR1Vr7EakcOnLpWjwSzTLE+7+7Uc4ZdYCIIEaXGVqpGLHrl/
QTJYc0HUbXpbPQZtMZCTu2kMgptCirL7CNZHuhDgAoxFk6aMKSaO3dkKUwIgmjooBP9GRbGjJ7T5
mhC1BcQFM/s6+KoD1GKFp+vqZjMnvTGF+ERyMfmRipJvc+0SXo9IdDoqXHwyNc6+VYpLPYtFrsc7
9iOahTgrOZQyEb93EQmXC3ZJ/7bQE/e+Z8Z4ma4Lca3zpXOI6TFetGiJ+yQAUGV4exsTz0G3m/I4
mHazGoaEvzVV+wpX5jdRO/7awlt71vU6BCGvJc8iGutdNNjr2hHiSHNMe4BDwOFl7vSV1tS/NgbC
+wXPWnbXi7J+ThHWL42yDpZp3Q4P186254vm4GQ9h5oh2/SVsHeNk6vTVbHUzq2ta0MSuUPxJSWE
eU+2AObOftSA9OK6QGU+rwhdoR4SFRP+x8T8vvO6YKsPbXdsmQNvXTkvrKUULxZuQfAsbHwhuRxH
Mn4qzFtx/5PRjU5bpDOwwQ/2RkA5ACPvsxilPRX0gAvirFdpcZPB72UGYXmvchrp2aDw65BRfxsz
vd2JsTgaFiQo2TbZkrnFLLc23A0wUnkvQYng0a+oyjt3LOdoOhEeRTShWBgUj0gTFOZS2QkLf9Ok
mPlYpMYVHTLAj4mXtt+N/0PdeSzXjbRb9olQAW8mPTiWBK1Iyk4QEknBmwQS9m36WfrFeoFV978k
JOp0YdARd1KDiiocMJH2y73XBqJu+gj9+WtgnPaP5HdbF+lLreJlnXfCjjXKmeZCgAMTLj7Y5OQ+
yvkCqPSg1kDpd/aFjMMPFVP4keqRQ/FCHe9e+hIaTigynknRoOwK32i9+lhQgz1H8ObCDLaqc7LX
EoLO+n1VBOqlBtPgoUur72PcRpdsaNiUWUl6SU7FWWp2+o+mMuXHbL5hdSusGyqUvIMHwu1K43QA
6GEYSWb2hocAjdu157ExwNvgHsnzMH0cu0T8mO61w6H6Eiu9/kR/ir92qGPg4dPjT9TEf1MRN1SH
zKrZzYUoeVERx1zklmMpuW4EafdA8fzJneLSbyBnbDoNQn1dqu4RLkN+F0fd5w6DHF51fN/b2CuC
57+FOAIFxjGz++D2z28334ctbibQfKjIiUwbfdbyigYeV8s+Pp1uVPorxGj7SxorkGNME6Pgtitx
FJGqGBU7tSL34ZSc7lcBAVYO1WRDwz2Ray3dK4TDFXbvCPOmC2M4oC+gs5cZmSqVuiefRFyB7v7U
F1nCKQIy1a1RldEzSbOYO5w8Pvy5MX69GOYmRLVoh1n4AcXy7VURYKnSUvvGvokzBBUvEpx4SLjp
NPvqa2MEzYnbyl+vz/k9RATei6SW+8G3vzcyc5o5Fw03Ho1/ZhlsEcgZKO/zrKQOmBsKhUlgIBku
S98yLefUbc2vd8ycuzXkDLPQclaJvv19pdbIaq1c6yZVrJYE4gHrhpsVjyKAV6RBJdLGWV3CHcEn
aDvFFeT7B/jsoJTS3j4L6647Ibf+jeRmtjJxSrc1m9xGe/EFDEwHlVHZ9g2HPvtjnZTEQXhGEh4q
bqTZCdvOT9OkIBXVaAiDUTlrRSqPuGSJv4DuX+01GcU/ejXsH4dpvi/7cwf5zQebhZUmfUNHV7nU
/1aw6JUQH9aNqaVz0aQ2qYG2OdutucoPO3t4fJltXySdZGtQ2/rzC/zmStW1MAug0kKnxXl6cZMo
h9L04qi1bojmGe+aEMq3TvxbOY7pRWlJeZGHORwEYwjOYhygR6jiJGj9+SV+I4NGla4hsjR1sMW/
XLIjhitt4lnjW89qfdRGBQXdQR67KaCerkzTF8hm7kbUnBuoZpvDQY8/QP9viUmNQI5kdSr2uFi/
tyGxkUNbxE8JF9Y3tsJ+XBDlvYlTMDIn3vrXm/jZlDJfTjJcuIRddK3M6tmKVDK5bWYZKEce50OL
QQE3pT0va3PduLVOKplfHvt2guXnbEyQaK9tfn2h44gStk9To0e3AxuUo2211UdNcH/SK6zdTaGx
y0Am434IU/BtW86BKYTljnoJmuzydowiciOUJINin4bZJyBc9wEDdQMmshGbl3ull1sp0PIcIHu2
29T0qq2JNvUwpsMDuV1UgIwSzi1OjPYsSEjbUBE77GCFqwR3ECzzqXgpVI2z9lNV2ZGKaZwu2NZK
onxFexdNXvn17y313xcYVQKiYEpjHS50PN6QG94//rmL/WageajObcdCiAlNePGx8o5MNHPgY4EK
sy+tgvQmIo67L5Gpa2QZpd11VIKmI3iLlCFw8SdUVL/7eWTTKAK4s2egLzQDoZdxeun7+LZRIsVX
hZb+fVBA+FqfEbtL8l8YZeKAsPOxSg39xKJs/vr73iz7wTEFDBy/40LFMnaB15VEGN8y99IrXo6k
Ag8ikyGhzY8v3r6Xo8owqtp17UTFT612MUVjDWQTV86XsBWKpmMZuFa/I3s34qa4bbTrzp44MUKN
ZDcIZ4xdutmU4lyJB0oMQo2PYQsfZaOB+GqhBiHD3TAP1PeBMoyfJ/bhLTrczNV2ruVxfCKekZdS
YMtcJyUsYEA5FNg3xSTrdPtS42nrQB22MOkR/czlIAXt32M612UiEeZfIrUTH6U3Bb7N5vvibxmK
Pd+VlXqDSCKehVf/vm+5Om1kz5rJX3wsndUQUUJOwK2C6aslHVHl7l4zwnMqrBoRUNP4o1DdmPV3
JExmDM0TnevXLRc2mtlT5Nrobdl1vV11gXhiMTOzEvtmoF/C2AS8FcU5AOgRlW1GVdlzyaAoTNdn
c2CckBz/useZqRYo5HXUgZ5u6W9/3ZaZmGAuituazB7q2JFNSS9z1WunoRrlSAMP3J/b+4Vu/WYK
5MRhGDMQHAMVc+GiN0eprmcQqZIPVpzV2zYKTYMQh5IsupL64cs2C3tZtQ1aTbKtk/WW7Bt5Wxet
sneq/J9LPL0m9zFtPLnhuogWcxDyvEj4mTiHix6EN4k306cXExheFfXhz3+Fu9zGI3xzHNxxuBmY
yn+ZyB09cCr4se1N2MTVpVfr4sIyoZmaDbEqnM4Bm2npJRkQksjyfEof21R8rDWOYdzmh9UGjaB1
ziURWTAvO2yCOqMdpcnbnoyPqzIpviRpzQjqtHSCzgSPdZj1HSGRjw9uZPTPKRjJ25fhw6ULtzp2
PN0BElCfvCwQMPhsgcBisIZv+aTrn9PW6c5TblousBkPZ6oLeKpyhXGmj0I509I0OIieOMu8J6Ei
7xzvJphTt6yyt3dytNw9dxSVRsf08mPZcw/tIoP5TrXRRLs2ZtKE1JrGx5f9cZGo/a3r4Dqepop4
DMO5xPECB9hq2/vcZNaarBvdnJIDN9jQQodC+Z5bLMANYoS9nXPadKXU2iO8ucgmoza+rnSZ/ow8
pfj4UiQOZaXDiRi68qNeVOpFEuSI1JHrgIrVta9xHjjnaCnFwQMhzixo6fGJXrwcNyZaTEfjGsiw
UZP9YqKyPIKSE61Wb0TBJSGceVZaa572TAvcZ5cMf6+A/9/cx6/Nx//r+Fxef8+fm/8BKRz6HEDw
vkX5oa25IkUcLf/P/y5eW5Rf/r+/Lcq2/RcAH7Zctsrxih0By+vfFmVL/wtBLe5FJMt4ThEA/8ei
bOp/ERVPNIcxK5q5tuU1/kk0MKy/5gQOVgqLUzLT2L9xKC/6Ee5nXGTo4zSIGCbg0sVkiJ2ChA0r
9faIWJoD6hqurpGGbce+t45ErrUnztjzTunV5Pvye/PxjlQSzXSZhd/O97rdeKi5GM95KsiYAuQ9
7Vxi3U6tqsuTyd8/xLqGWdPxcHrN8+cr5bmeCLdUKBXvM3UY87NEtE12FLARrmUYO9pVUirw623o
iOVGS+1AI0/WM6rtFBO7e2KJX8zVFDNQdvPdEVtSVdBe9lev3gUiwyxWp7YYqdOcSqWFD+jaiouc
IJ1/onHetVfODfimgU22Eli+2Kw6iIudRQMPtcNV++h6+3YYFIguFDMlddFz2Xn5Z03W0UURTTFR
CV1zYpP8slNY/jQ9VuUvRGXL/Pa2yRM1SsG3dR4UT62/5K4v+iA1u76ye6ptXDarXG/irx3IJu6a
G2in5TFzg+ShIVk6p6IDUiKpyvzjqwF5+/fvv8m7mLcQv7wWNSUc/QbKUm3ukq9aX6uKpFNM8sus
UlTQOiPnrDBGF0gIJSVEcSrAucE7GHUY7xAdDkcctcWFUQl7NxKweqpn/jLi+EAYYDFsANWiLyz2
W0Vuhb0l+UCkvI5yk6TC7rdckkzeFg0IHL8wnE5Zt38ZdfNvMiQ8JNiMhZfNxKsmkHk+2hgR+c1B
yMssC42dXWThiTXpl65H1YzK4lxT5KxCH3zb0LlXktMZD9beibArXLdaJ6MPlZqSL1hHSv5IHjQg
wk4vnOqMHLhGnNhL/m3ffP2pmVTICiTdhFoAVbOXes6rvzNRQqHXKPkOFbhCw9s0KRtfrqV0Vd/W
adN+7zjffEMyYH0TGPm4gVK1+tIbPeDFwGHK78VoZM8Z5in2vVFuFftKjdGSRC5FQ3wFDfvhAPKN
Rq6tEuk3RAdkN30CHG8fpub4kBHFJj6OrrQ/6P1oOpvcDPWf0BIGxPwN2LiNbYPN/Dg7crl2HQah
CsR/7Wh9VBELEeJNTbaezpQoberzrtZd0PGiQ35h1poOoRYTyWVcYXDfK6QKoGmAawVgXNryNknj
mCbmgIAwGPkIcBKMWEfOLVGAVqQUTn7WCOKibiBSV584g8eX4LT5Phv8lsL7kZe2JbnGKgvDm7MB
SWO6lWCh6x23K72GylAjIYYDUNfhRyk0E5Y8f/R9V3eWPJvUJmtuI6FNP/Ox0om+tfLoUajhoByM
CGPAvmFfr8HQjXsSD40czg+jEmJwP0r9W28igyG8IZq+xbpslI01tcpwYCIJpkPdV/JrijFbMmvk
ESDzQU2+9pNCJkVpznelApxEuEPn5OkbrgcV98KOG3DGPTnwcivQ1Q3Qc40Yan1s1OimQi+xubUg
deSQTGzSt5OiNuauiQyRH4FCmspZZenKIc/1dryS6E6vILqiyYZzxqVnGzgWDOgA80aG38KBSD1j
PbhKC4BkG4JcwaCLouB8pBAybIPS7n7WpRepdw3Tou2ruVUOzrEWWfSpdtLa+ApNeRD81XYfwQlR
S3VvZHVu3TUaUjzk4NRgfkxe7SnZtq/L4n6s4kADTNZocJWo6cbOkc9DakNCz+g/t7TecAwh/HRH
6EjQ4zd9ydygbABueQXq6NBoNDINmISa/cgVa7XPGtkRmVLmst/CcKDXQcHC7+QmpOoeSgsu8qZN
zeARAXic+gh5RQiGUImsnTrr7zdS8ajSknXjzhUsveIPn0YYjZanJwlXxpWMjpOV2QBPmkwLLqC/
5d420ay82dYmSTjcuJpX+TiW/a71TLLzhGWEDgJDzz5wZrOT42wM5bRvZzIlf8VWa24lBszuGgfJ
a7TnIcmoRdSeM5Uq/C2mJ4rdKMhN2RnuRM630djj0RNpnRymIcvUm1ojPIer00S/ABXsMkJVOT4n
/OM78ieNWEJCifQvdFdbXhJqWZANVChTuUMPDtp06p0pOzJhIMGNDXhAG7cj+fnHUIQ91qdkCKyz
SSvt4ti5ffrVc7Q027MLGpSjN0xRsjfzylY3wOibfkN6yKDuJ6NXEc3LsB/meay/7AknDY5haBjT
TsWBCgvMCQeqXWlmk2GZJfUWBDXo6qSVlQ0GuBAmh46Ztd9ECbxA2UI+32cBLUsIaqofHUr6XJJ3
bszFZdankCqsEhpSFqvulymM4+tMb0sEttWsPMlIAkJcbU9ALuEHaE9ZYOrnfTxFguXL1C5LKJ7f
oiQ1jCMCFTEdLUMqP5WyC/ONXZPycQ1PipNyo9Rhfx2G2mgd+sToLjP4OPUXK+QW74zrPDCfcR5a
NmJZGVpkK5Jd4CbI/hqUdrol0vvCDpXvTT6nGxcx6gzuujsHFgRyOCKKvUQSsWLGn9C7Af0iUGKe
yIK0KknOmXMzmAqD7ALYGloCqWnJCFYik7nv9X35MGVWbV3qk0HidSiVLtgVvZbFqK4rDvhGUFWQ
qoaJb+MWHeEFHWe04UgwJHmHXmqw72mKLPtcYPeHVjbW3cNYhb1zzEZSSJmWPQXFMKbmAyAf48lL
2R5v2SrbDUFYEuxqqBpUFDUCZ7dUW4xizzSsyQu8FEVwVg/wJ88mTN/G+USASYnSxEGOpug6083G
wT4yU5+tGnVsXNQV2DWdoNvUropp65mlEV0aaIefQ5XwhrvJgG4Dvyd1PtTQ7SnUIblqIQ4J+6py
e9ckDiWIkLfyj3uXNBb9mFsCRrinF8lPxaoyOOZNKG7gHVok7gYIf6/UGEaOciCmqyaNE3GkrC4Q
oMbNASt9RxJBBX8xl2TVcJE9Go9g+hVr02Yt5aWY2U9u0iywZ6Rv5Zx1Pbqs7eg1erzB/8CfCLTP
I7lenfGTRalT2oB9ydJVxsRyl1Ez3jhOxVkcva0Vf5ZKVpeXwkTgfl1iO07xKHpKveu9jLujDb29
wY6GhrafdmbFPKkelBjBGsmYRu95uwgWdjehmIh0fSdzs0ajFgzwHGjNMHHcnSVkq31hpSA93gRl
ZF+UdV1NOfWyTA5+jX++RU6uEweAwNKQxxjLhntMUy0/z22zTvZ5L+T4ODqNU9yAicpI9a0QbM8x
9WWfbOoWVq4/aFXc3lQJfopdT7f9jENwUrYCOWB+HkO9xgbCHfl9jdJ3/CgjqxiuulQEym2hx80t
FogBE4rQjNgnlt26UuogGwHwQufdiCiPw3sPPNXPvJ0QANal7cmdjpIrPKBazeD2tHhfHwO9F8He
yYiE/lJXTTFsB88s+luUn81t4GR59LXV4uAzJposOUNShuk6UArY0ZGwjXRnRAz5z2WYWta3KlXD
+ICddGJrGNt3Eg89FSrqsg6aLy0sGEuFezNSe0ImQEI101flhc5mFNAab7R6zL5AIXXCrYVIUSK2
C+Jqa4lwVqnMSUsbXMgg0pNJ1fsNQSLcD45O5T2a+H4+DmlX2PtG8dxbRr7+w1FJKReT0kRbIODj
k1510wevSjAokj1Z3ycC1wBnwkkgjbWd6iIckiF7NrsyvJModaHstRk5s2BybNwiHQvSRp8i5cds
RpI3LbgYdiH85drXvpA2dPI4l/V9Y0XqVYJ+EdCkQsX7Qqt1pK5xLaHh4vyyvV1mEIuyqYih+AAc
uSEv3XI4m0ezUUpVBmUvuYdNN0D5LH0joEXBdXHVWqDOYG3fd6ODnC7JPRXNecxcsFW4AJs1kEGk
bZ1QrZKdAqwY4TNTXb9jx2IUpAh0VNIKN4izszQx1WIXUokgskXHPM1cb0SfsrTg62ZD3D8orVEP
ey2J0p+aG2pEUBM0+9RjrvmStDZRUhZLHk4PGWlwI0Q46/vUZJamO/X3ssTnRriUrn2ZyiQqtg4s
6B8c1Sp5FU7sziDeI9SrP3gWN+3HrgjSBKnxYMvP9IfGfUrNGhuiqgq9PWfvSDVyDx09ZKOaDKGe
ENCLGhdyRwAnikXcs8azOLOi8jtbo/K6SLjH3eWdEZEwY2aGd99FKYZMo0UcjqVphNG7I+EpCI6T
i5CUCS3TLeJ7M/bZHmtkEarPFoEg2SHMHdJ7E4kwd5ZUpZcRfrNvChdS7SHu2/ajEos+v/bYrv6A
gVO3B5EbaUpEA3obUv7G9KODZJTwhMYY3K2BQd7dWuxfy71NCSPaYxWzuVzjduAGxSkSLzvIW2ZV
u7cF/3leEfysmEO64dgVPKsWkG8qr413OdKAHvrrQSWE0SKfYaOSQnY2WmkCuwjjFdNvnhtfugx1
926qTeNbWDfKVxYbU+6LIchweWAeAr9Sxd03x0y6cKtSe5y16EQTbwkSAkqLX4bVxIA9DlA9c2p5
cOyxiXYkjDiE27nG8BQKJVe3YZkk1sFzFf1DIc0sOY4wPMxNaYxdTVQeeRGbVG00bT/qngxJPhLO
I8HqRrNVKkb5ETJuY2x0LxtYoMIJz43OavZECpB3aQaOF2yL2kKzilmgZV9ZxXq1a6oGUVI8pdXZ
yMUmV4yOJj8bY+g4h7If0aeTZeLYWyOnN5V93JFv3ZbasyQdMAWDo7akFQ6Jl5zpsp7GjWXPAHsJ
AP4r1T6DkCTG8XVE2PdPS0/4CzRRjfEW4qZ221oV2ZBuGtM/Ji52L1u3SofDxK1zdD4WHeR3aHb2
pjFi6FxhOCdtG+agf+YiYQCIi2yz35PDNaL3y2Pwc6Xmkh/ppLnmW57Rcorvtd6+imWUOee5dIE9
Icxt9GFfqo1hb12mh27fcQXLmUlOXbE18WYx4alCbsj0xq03xSrKyM5ylIg6iAnJ2dGU+KCLvlf2
JHYIdcNFQvSZUkjk7pXB4hBLehg9StRxZ+6Csgm/owjmjNlOeuocoXp1XwnsURHo9930oxiSzkOd
LFJvM47JAHqj0Sd3p06krRxHqVIBNLhcac70QhfZU24h1H/EWASVl6xfSOuRIM/mLEpsPdjjzOnD
Q2EZYDWYn3DWWvwL7ghkinPvpXL0r2re/48p09VzcS/r52dJzPT/hKq2RaX5/ar2p/hZFt/zN/Xs
+f/4B7mpen/hGde4e7Co8jDj/Fc9m+raXxSS8X/bnjrXIKkA/YPc1I2/KHcB8lE1Sp1cdFKl+6ee
7f6FZ4zDO4QEZmHIcPq/KWi/LXUplPccrpN/ES/ZBvGyE5FKmGap2znfldE4e9UGvykkvvfkhWQC
Fb1WZ1XW+yQPPjJxPyoi/Lbu0QvFU5UMSgBVafBl4kybWGh3qZF3f3fjdyvC77z3UpvD7QITZZb0
vmNF+W4oc+I6A+Ow6s2XHCTsdCk8rKj32ZVcelqGOxQk/Im6+XtvvigkupBPSd/kzd3SDg5GquAa
gE+8W/fqc4H2VZFw4KzDpqHpMNRlDqcNjwicUT+lZnvv3RdF8DBGYuPyEX0Rim5vsyJfeOnYr3z3
+VdfvfsYjLEdTHbrp27lu25GHJdz4ou+reL+ZwAtQ6H7lPN0kI6dn5FYTKQSl15Qb1Bzie/kQU3D
th0DnRuboFMAh8zWqlWfY6k/0EdZs7IG0h9qdrKdbnSgOMZ17fWC9HzVXnYWaNlIUItvd3F8m+e5
uKot80Td+Z1PrS0mhiptXXwDRevnjncV1Grpp2k4nNAgvvfwxdTgWpna2sQP+Uo+eHdJFrUPipKv
m9L0+crkVbMMRKYOxTi0fhH3z5wZd4SKPa36nPqiUXQ9r7KGYPD55IpvwZqK7ByWcNifALG91y7z
v3/16m7bkQnkRa1vUI84IkoTR62NTt3YvfP0pTga8nHgJJLArAJEZqNxVBy6h1UN8xKz8urFNSSF
BVfBrY80frQBa9TFrTnJbmW7zMP61eMbhYvmlkK33xInfMf2yTwbkWyuHKSLGTmkgBqpSsnLC9CH
DWW4XRZMH9a1zGJCrqoJz2PIq9ee4YndGGjVD26s0+9/fvz8mP++HPrPxLa8FIqcHlWxygSjh4pi
kPDZB35r5PmdmLyRQoUVq+d//qV3eo866+hefYNBnQynsRpmmyRKLjSClw75iAxl3dMXXzh25WSH
vSH9gsMQtsIkjm+G2JlWrovq4hv3pAD0jcqMUzS1vidtCSapaE9cEr/XNItvzE2LQy0plz6AfO+r
omjjl2rS9BNr13tPXyy60D0ScLJ84ipqKQR7WP1iwqv+3O7z3/+b/rMUf+qZGOGyOY2f1Fb/UxDo
fFFUk3OrjEJPtnkbjOnBKwxrVUsBC3jbidRIr8e8hhgtFO/K4E4GXXd24k789+2kL++ezTAMo8kZ
gXom4mBDwMFmvftzK7336MWSIpNGx9Mz1P5UNJ+RZOwV2fjrHr1YUsqqKkl+560pJGGnzI5JfUoE
+d5bL1ZZK6rSMbA06RuV/tSn46Wu9Kvemuiet9+xtyssxiZLidqF5+Tq/Bym5FQi0+9fGwzp22fX
sR4WCLmlD37jAvnQg6lX92sa21AXjd23fVJXlSt9r4suE7U7H8k5XvfoRWMjCip4dsjm1UbHm7fK
V6tG5r7m4bq3mHsjh1y9SmV2lK2aXk14H9AJ6tXndU9fzL0Ep2TIv8PGxytGrOxGL9PtuicvZl1q
RkOqSr32lcTcpE2PysBZOSQXc26hgfmNAAn4gIVu2iH+WLraqk9J3szbDjhQHFCSauKtJTnziD0f
okGsOxFwSff24ZMjU6XN4trXUosEKjDv5comWSrZY7yKk2YXNQmU5XdPk3eC0ue6HuguvmRVj8DR
wgobZWQ6+75MxbHlRmK/qp+4i49ZIQGOxECjGJbYmlq+axN91WmAeLe37d2hkqvzIq19qyqcne0o
T9B3fq577XkGe7UlIpovk2D5+JaG8S0ayw9JWa9a9OH+vn102aOqSN2w9mmbTRA+e0TvrnvpxfRa
4Q0ElEFbR4Qjl8YjxYKVX3Exu7qNw8VBxeLuFOFT1EbWxuibH+veejG9jv1QJ61R1r4+Z+3JvH0O
NHPdLOUshqQLny8WFOt9Z9SP0tH2KbqSVa+9FCzaTQU82Mxqv+zV2662v4CfbE+89jw4ft26UV98
20Wg4GgDYkRqC6gZ1E0rMuxMsO/FM7oeK9+ZiVuvOq/jpHj7U26at04SWrXvOaFMd2pGSrWMgsE+
8af8fsnHCvT2+SOEuEHVeH43DldWo39zdOtu3RdYjH8vTMdqaPi4TWWPRNoAe+F6Q1s3mJxFw4RN
qcpBaiwVXnFuu83N2DWryqdIvN62ST8BtvFyFrhpRN/k5txLIbI7FfH2XosvZoEyGchgDxThj1wt
4qNHApKtmwacxTSQ450KJ2QafuWoAPg8TAxKqX9a9zkX8wAbobaxW+ZF13W3zXDPJmu36slLbiy0
FSX1ap5cV8YW1OumdE7wid9p66UsPCQSzh1Ip/NHqDQbaTsPZcbl+p9fe+7Hv5kFluG9ameooT30
jR9o2HMh3hnCuytsUi0/Ba3lfPzzr7zzJywzZvuy7tGwNIJ4YEwlKCueIrszT/wJ7zzcXox+rxbS
sRNanrvts9RG0ugGKz/qYvTrESCSkGAYP+nErhuKs45N6KomWdqnyVinRqe7wlebpwZlRJKs6+L2
YuCrk92o5cQ7m02OyCc9i1GqrWzqxbA32wRWZenQ1EUEF6ULVGL/Vu4/l/bbAhdniV+L9b+bkjOB
+Gc3lom+bildxr20XkxqqEd7u4WzzWAMptOpTJJ3OqC12ABgFxj6iCQWf3CTQysUWKvB+apeYi3O
VjSuRLzP2JeFdZSZcalxzlr36MX6n3IH3sOookEGe5c094QEruvaS0uuBjvSiQRNDRh0V7nuAXLk
upXeWg5IlMyGGtMeRj4iPUDAgfBnXXvMX/fVblxtme4qDhA+dO8dFNIN2taVj14MSWEWGVQ7OojB
2tDq2eXYRSs7yGJExgl+v8Q2hK9MiX5nGu24qY1EX/n0xVqscTk352owlxgJoae1A1PiVA1o7me/
WXms5VI8NNEUtlQ9nQ4Jz8FsuSgaB82oMI063lOH+BotnWqeTBl+Z5gunUb1FETYLWDHSlvb9Wbz
g9ynf2cm+a86um4ux2mA9rcc+9pP6ynZT4ELHbVOVlYUlinzotUUu3ZjKL/D6OeuOM/qlYunuVg8
8UnOQh0eXbbDByKr773Y/le2tv9uk8VYzesYikGq0d4wpEg/hJ2vHFaNVXPZ62vobYqXCl+DbbH1
YlIvYTxa6+avZZ5HrTkiMPJK+BaUjO3gWONGTdYV+vRlwp/Zgvx2InohhqBZqFRt7CHP163PxmIl
4rCf6t3EEgorSuq7Sa1rDTh9CYViVcMvLZFtDmUGcKPwObpsBVnlFQTZdY9erEdK0DiQSuiJTkem
1pjeStGtm8aMRScP2ioJ8VoImkVcJEON/0bdr3vrRSdvCE3tE0lPbBRiZuzwAKTjw7pHLxakQUH4
Gqp57YMwzLYhQnsilDO9eFz3+MWilCDGQFY4IpXIY+1uiKzhrJlc63nd0xcj1IXDmgPdZ0+U6M9J
HX0Bt7eyBmosVqVxkrbeEhHgp03w3Vbq6yZu1z57sSrFEaHlsPKEn9Xes5Zi89Dbal0PX4qO1K61
wX3wQUtFDfS9N3jVuBswCXTresxSeCSk2xewoWmYGK+X1kHZbpJ13UVfDE84CBmUVcaQ3fTXUx5A
kLRXaUUo1r7deZWGyMJIC9llKPrn2nL9tju1NZ8nvt9sMvTF8IyM1FaCquZUniHH/aDB0kwOrqHQ
X/LZg4nOf7I+JZ10kr1rVdLcRQaJASv/sMUIRm1gZG5WCj/uxU9sSHBQHbFOTIWV5W2rKUlSy66Z
L0ckZu2i0s6jyVx5FluKYFxP6T1U98LPxfgJHt8ntmdfVs0MSxFMYuikIVSUjrxyUn92cT+rq0t4
8esevxjA3dSgiRYt23gH6rjK7jGXUPpWPXypU8EGC7C+oFmQcN8SDvU1Uo2Va/dLXPrr8wcypqio
6Cyua5+1QfFxkvq6CtLSfGwj6xOSKxJ/wDkFnveCzMi7dS2yGLtSmWKQhAXNbUAFBACbbbp2ZY1k
qU4pujgzlHrePWIUqdjE5E298ksuhmZThZgVHE57sWp9IcbjABd/3ahfiva8lkwLRevZrcMj6qw+
345FJFe+t/521GdUuhFhOWwf9fC2zoMr+LjrqvRLyV4GnKvsYkbORFrJJmgFdklN/bGunyyGJfsY
s8Dvyqj3ym+ZJ3LCFRFNjdtVj1+qi8xhROpeUHKQQ/AhDuwNfLV1m8dlTF0sdK3W5n2pCcICc66B
f9dcJ1aADfD2c5paYJsdOAW/MfoA/4T1nNvTyoqGuhibQgkJ8atV4etOehcYwxVptev6ypIgMlN5
i9Dh0UMd+1XAZr0J79Z9ysXIzNy6s6ngVr4ng0/6kNzpnbHy0cslsx+NXgYMeghXl0HbfCrcfmUF
YCk7GRpId0bLqLe6+ok54FLkxbq99FJ20ugYI72aMS8H6LhKeJG71WFdYy+GZRk3rjNIioD2lGJi
zK9JhLhf82jYE2+79jA1MkngY/tqIp9Ar1yHk7lurYRJ+/bZmHks0tF5bdPr/ClUrlGVb9a99mJE
KlJGlCwZkVrRfXCq6M7zlLN1j16MR7fC1TcZTLBGq36MTPVysteNR9hXbxuk9DrVmLq88nGLfxSq
Ag5Sr9btegBqvX24HIgvSucFDffKYax5uOyxHq9rlMWYtADP5NDUOLOUrrJvJ837ojh9s2qzqS0z
PbUAUpxJepZPkMlx6L2biBvRdS++OIXmxL/ILhSVPyjh185V7wslW6VXxhf0tsE7a+gMb2LJ0a0G
i3ehDJuwG6NVYx4K1NunmxU+0S7S2Z8oXrZti9aDzWGv6+NLERH7B+zUiVX5dlvcu9J7kNHwdVWD
LzVEEVNTFDcc+2HhNVsYUbvRroN13XApIXJaPXFDIpj9aupAapMptLEhyax788XoJF+3K4u5fqsM
0b5J9V3uais/5mJsJviYRqWmIGc1PZmEmFCxiaKCWvfii8HZB7KXqTUKP0izZmMN3q0QzbpSC7Ch
t/2waFqrCUKmw7Y1cJ6kCSn16jpRjuYuRqeNvXVSW77n0AyH0Ew+1mGzbmFbori7NAVxEbOLsM2o
whZu32tht0q1gUvwbZtAU7HhDnPiSXoPuEifT3tTlWJdJ1/KieAaRAExCZUfM256NXq0epDFq7rK
Uk7Uq0RbThG6MFY4Ld5UaRTmOxkG1alSztyjfy3laEuRjzfouGwrs/IJWDw6Y/eQaMmqmwqcH29b
vc8jaedzVVsB+7CRURvulEEY6wbRUuQTZRjfA5YLPxLWpaUa54699tGL8YnywVCyDLvbUBrJRlTR
U9zl0bpZa3alvr4QDQazsaUzsKeoM7AQ3e0YeutmraXGpzATYUoTjQ/+eWUTQQXZKqO1qtqhOYvV
c4LToLgljaJmyaU71ddZlJyv6uRLkQ8FbcUqhDfXaBLyycrmotRXuiOhIr5t79AeW9TlTLatbJOd
k4nbiYyKdZ1wqfOpVdhS4//l7MyW5cS1bv1ERIhGgG6BzITV2MvNcnejsMtlhBAI0cPTn5H/ORdl
7dq/4+iiIioqorSUQlPN1JjfIBLVDUmIpJ5+HxDvu9ugWMfa8Fi80MRYx6MIKZoEqJh8wrOxY8et
2FQMHoGtuO+dIaw22/l1TeirW8etvRNXbpRKA537YBogLoakMpv55Na0HZhBAJJfD00SBzmkB/6j
XVO3sIytsJQpnifPCC9OqoPaMd2If+03kHTdOm7tm8wb2EbUNjwAi3KD+P7v2Us+uzVtxSUQyTEw
O1hP5AxgXt/kntzdxsRW4KjZoJRyrpGXnROd76Lx7zh8t2lia3B8ott9DjC/V6K+ht3yFNWR23ZP
rcvmeJAUzhjI+bKwK9jQvYcvg9v1xBbhwNjVAGOKSxtem9WPEMDGS6BBpnP6lrYOx+fTxlDei6ss
aEXXLjFvQL+nbrsDteISJegBHABx0K+DdywQt2hSji1bYZnAp9YHcQOXTTNsJYiEQNhpGhRug2JF
JgPIqR0HTBQWL7d+PR9339zcmrbCErAZI8cEE+WEQy9cHt+xlrldkW0dDpyyY0icIdNgUv+C59e1
Z26pvP9g+3aaAvm7YoGFz9xwnc/pBDa8W92umrbmpgZhSLMerxrjTp/84e6CXn90Gm5bcNMwAYWg
gUiD3olCUXM7YreqOsj3f9/lOWzGEvDV0GsBUA9D1k0ot63SZgxjD+6Dc8ckgTFviez6IyduS6At
4Ec9QN0PHj7k0cxfO+YPhWqi2rHbVlAyPwXEqke4n4LkOlRPEfmTfPK+jv7LncHWCSFLqFDjheff
07A4+tZBWfqtocE0Xsna0rNk6UReDgKH2T/8lvtZ7V/+oP0oO21nnyBF0T4AvcoFcIN1/bTXIwNT
NDCQtaxKv0eNBW8yEWvlthjbj7WB6QL/aEacY/Qsv0TwyO2zszXSMc7stQcGRYCe4ePDsufF1MGz
9rVbz20xlLiT4SPOhodep10OBeM3RYfJbTm2xVA8UnNw+nhISEAXV716EyaH0/PHf5Dhsf0tYDuh
39M0FmRKTMbC3k0mAoez31eIZG4W0DYx3vPS/OrX8HW+u1j/7wsb/ff5aSuhYH8MnKeIQMgkoPr1
8fh+DSUcx4/NbaMK73/4H6/YKGbp4OaXDDiu9/AWn/V3uco/ZYz+SziH1sEAuZHmOHyk/bskwBQP
1fz30Oigz2sOkF5et8Z74Vo7rnqhtTA1fISr2QqFVCinz/BXe4ano1uG17aTm2GnWDMg0B5ONqCi
qIPjB5itbmVFvi2Q0vAO5RNm5UO/xeEvQcgCORMwjH+YRPfh/pdFLrQO8j7IhiMcRMaHgy7HK+G7
/BrC0dEtbG2VVKhMPCZA1z2cG6xTAt+Tme7k9vK/B8B/6bstkdq9YVfniodLuk49HtNgvb0G0+aW
H7BFUmeLSrQZDoQPYt1R00VfvPBPvnv/rePWuYEhmQFPcWQd8bIte9CnzTpmsTj/sMP/jyLqXz6q
rZQCNa6WfcP0w7bA1RYtt8ebGXqLBj6w6zplabLoj8gvm/ej8MlrL2dYKMRRl/xMAUt8FHCSkde+
ndkjIO7eK4yHzQ4/qrp/B/tj/bVN1Qhn8IbsP2ePAvSLjX7iT+AMr4+rZ9DWOqz8Li8Hv9DtU99H
8h9LUW9gPdr5Z4+MpHkczQBbC+aWYrI1TM2+rdGmVlbhXPi3YIDPa+8vt15bwaWY7kfWoukoeIZO
fTzdtlpbugRk1bw2I9qtdwU/IMwg4Judumwrl1buw0YZF8IKwNj03X23+oDrVffNrXVrO+z1crA6
RuujkcV+AH3Z/HRr2Qopv25HtdYDhprAkpI/pp1buTtsMn+felxuA4u5BpN5unhE5QnAkG59tiZ1
IGCWA64zq2g4XI4pfdqgRnNr2truQE2mZtFo2mfyGk5ngcSy23Zno8bE0EQor8Hk6+lS53WN1+P0
7LaLW8etAyo9pqYOAsOqtobxMln7l7UHP9ytcSseJV/OPk7QeOSNWUKvMevdPqWtWYIrYTjtqBur
kj4saGqyTX506rMtWaLnGFDl9/iSrcyBusjY5vYGa+uVpIRbKCw34iqJqAKJfpK5D/qw44hYARnN
3INVsEygLSZTkS4wvTsFUKduo2IFJTTiIMyzMa4kpc1jQqm49Kdp/rCB3gPwX/ZPm4S0AxIbq2SI
KzaH7XOgFf9ozO44xW1gDjNeEE17TKt06wCk9a9GBm7RYwuX5Ki2/VxXWsHKuwj0twYeK24DbsVl
w9J0gy9KXM3jkGn+05yOJ1BiBWXEFxgtcYWWZzYUdeS/l/6QXl26TWzhEihfqh15RCu5rW/5uT9P
m9vTMcwhf98XjvCUMLiitCIGDgIzrNThPBK7HfvJnTD7zwNPDaP2CJ6jtOpoCJ9D+TJO9L3bmFiR
6aeoDIHRDa1wNqlGv34YI6erNLGVS9sqhxTqCIrF+2hKf1pgfKuEmyqP2NKlMUikD4ELrbCuiGvi
kbmYdSeclL7w5f59wKdDwn2jQ+isDNWRCX2gs5ugi9jCpW2DVpHCJaAaNpgreSxvIqeFCiji3ztd
R0b6Z3PQ6vDT7pLKhVxgxeWmTya2dGlIPMZbeDZhobq75mgYVRCcspw2CNj8/d53D8nTKYD7XoVy
pSe9yM/6jJx2B/is/970HIlITB2iflpS+R3Xq2TLt0l6k9uqYmsMDgHLpHU/94ppUoopyGfVOR3c
YKP4e9dP7oH3z/e9ig3YYfAo/YiSQqc1HLWgv7fdn+PdvmDZq50O4jK0tbnOPNFO2SJiS7raeTOA
iPr4nsMgbiFuiuU4+24T3ZZ0nSKNGyI8WjVgWUnez3nUx44Li82FStUK7UWAxnUNQyFY2e/5Fq2x
4zy3vigzsZa+n9JqqyXoLRE8S6BLaWrpViVDbD4UilATvAuOUdWdQ7GeYx4EzOnATGxZlwKH3xCt
SDVxnvs+r8ItcJvotqjrgOB8Q70JqRrw7A38vETAnE5BxBZ1DWDiqX6qSWU882EI1EfTeU7qIlil
/x5CXS9UO4j1rIIu+ATqB5Bz7eY2UWxFVxzCEiQ506MCpXuFXwH7vCX7O6c931Z0tfAEP00nzoqj
TjRAAqhZP05t58YWILaeq2/lHoQywaq1xM9x310mRr669Tz4fcRRBslAJ5N7tZAkW2Z16QV3XMat
3TNmmz9h49yqfkBSDC+PbTYe0Re3flvHWh3juYg0bKtQBw0VEH3Wi1vFPOzEfx8SHsBf7py8pUJS
u0gmUbVJ5LaI27qlBRZYU7OKtWqmI4tgIe3RF6fxsEVLGqy5PYF7RiXj/SJTDk/qv91ats6zMjoG
oZdowQzZtvcxTWiZDjDFdGud/j7Y8I/r9lCQpVp9kxQCkIJLuLkBBIgNDkJhfxjArmmp1EaLjvrP
sPVxOwPZ6KBYRnuT6nqthnB5My26gBLNbRG0VUtraOqIGr1WpptUBqeIylPpL7fhtmLSbLtRB4Dw
laBJtY1eUY+x2xpoU4NStqYASmMG7rCJy1R/9FdBZs9tvG3ZEt0lTIeJv0B4Fq4XjzGa1Wz2C6dh
sXVLnZEgA8Odvmp67/0pt2vTxj/cmrZumglgBzslcql8r6140L+Df+Qnt6atyDzg0NM2dF4qEKZe
eMA+Bb2bDJ/YoiUQPNcFV4ilGlp1U9tRJo6sE2JLliYJw6rNQ69VAAfUPgkea5X85TYi1hHcV5Kj
AGxYqiD+UpPt4veN26GHWvtkP6uZpjFDy6iEP7vlZuif6D73z/Wf6TBCrZgMehXBimOD/ZgeDnZJ
ujFpLisfg681HoXjLIEDmVueidgKpn3eCNFswWIeNo8BaJnwCnRbyW1mkFwiJgA7mCsGCz2OUgIy
/snz+t8ThsSWL/EzHI5AR3N1yI2/TmRonniXuIFaiK1gimOTYBPy5irsBMmADE4ew10fblu+LWJK
xCoXSRusuP2dm8CKtm7cVlxbxBRioLYQ+O5qm+NbyKYnABuvToFkq5g03ikBYfem6pxYloy8HNrE
7dJjAw7PFo9g4SbmKv6Wrpfw/7lt/X/aFBFbv5TEMFcbFBzq/dWDmZes9oW/ug2GFaAskVj9kN6o
Fi8BpEWWQPv8SWXy36a2dY6FU9pKhMJoNMnMHzdEUenFcnLbNW1dT7fHwwZ3oqkaJX2FWX2X9Wxa
3ALeBhzBy8oQKOXnqvagz1rG5nWA3anb/dVW9kBnEDIQt6YqZR2s6pJS7tQtFWkLe4RIZANL4bk6
ffVBBmNB1e6YLLA1Pd4On2mYJc9Vtwa/fOl/04vvmC+0JT3xnI4pbIanKtB/070tWta4HX9s9Q5V
iwn4jMHm+swhZ7gCaeK2b9rqne04gmG8T+i6m7YyXtrxQtN5+sPiej9E/cvWaat3mNf7SwIYA7ZO
GT5sUCx/N0NH4afdNia6zN5U+1loQD12m/O2aHGb9k0OgNdWnQcX4FGPpIiVG9Wb2GIhAr9y6NCH
qRI1ObMhXUwO4yknHQZYW79ftLrZRF66qqmC6zi8o2M5FEnf9W53Flsr1Hrz3sUj5iZMlMiT8hMc
AUZHYDCxtUICReYCStSxYj5c+UTXfYEhvRuWjNhIJdoHgLQHZqw0S+Dn+q6p4w9O+4atE6p3M0co
9hkruGdmGwt/tkK7pT+C+3byD8HOLJp97CWaHjXqn7ASZ/G2uNUnElskuylfN+cQjZXvg3+jyNM8
abcNyVYDhWmYbuuixyo9YN2Z8Kzv3F7Eie25tcFgGPa13Vg1ml/P4e+AcLc1zNYDkT0FBpuAJekH
YQFgQJ7OjvcsWw8Un00gPCCYqrHts4XtWTr0bucsm2QED+UW5UmnqTpd11/SbW9eTlIHP5zm9t28
858TkGmRcvhhmaoGg4UqnnW745HIVgSl8yH6BS7v1ZaKuWiPReZwZN/dZqBvRY5etAcOLFo3vry1
eikho3Z7ALJpRkD31TWrVYe9LpgLmCT1pVgguXUb8eD3ER/u9Wbh2deVDzUQjnLv0sHxQc/GGTVb
RxtOdgmpig9lLe/V9qmbzs4NRUx865CL5YTzSaD9dd78wpztt8VTjhlEWxsUiTQEAt+j5Tqxh/kI
swTAQKcht8VBounOcY2apNTeUmzBDlcDBaaRW+NWYugAg2TxhiguI5hRn1Aexb5bbNowIzI3kTFN
s5YGzsrXVNTnbT7S1e2waPOMII4ck5rWa9l68ZMnxIWtg1sS2xYG6XTy6Ywkdgmnxy0jI3sOeOP4
UGjrgtS2TQGknWvZjMfHES4kcDtnjud+WxnEvA5Ziek+KEsN57gkrQD1du25df8M4XYVbTtbSlYD
yJoGW5yj/25JBFsf1HGxempP0DjnH4Cu+cw3lzNhzGxx0NgN/XT04Vp6ash9KYpkTVwCE02nv6+F
vjCHJ7Zgwa1QFGuQQh/03SEq0bIVlcvod2sUH2tJqPyqvO66taPjeFhbJjbJYxR6W0tq9sdhba7s
dKL/odf09/EY8IwXCGHWcpUdv7La87M10oHLhRmtW1smbEV8iSeOtRz3pDBEvvLTvLoNd/h7x9eu
RV7FLGs5z/5zUNeA9wa+0/M6+m3tmDgerwou8piA1LzBp9bINo8uSxXatmIy6UmjjWjXcpvOHH/o
Fiar4zyxdstpJC1tWnzMsyNelgT64tHTKZUas/+QBa2SD4aotdQTnjmO9owvAMn/dPqatjAI7g4r
XVCPXOrd3M4uzjBILrsO+m3FJUlnjTw5mk5om6upyYfaybkETVtxyUf/MEmLpvf9vLL1Dtlgbp/S
lr6MiyEAiyNyYOQ6Z7qXrykZpcsBAv22wtKgLIqOe7+WvSQ5DZdLHzudqdC0FZaSknr18U/JNv4L
j1e5MPHfbnPECsomYvLsZwROeEZXTfSapci2Ow6JFZV9d0yjlGItOy0/BO0P7SUusnyMiBWUptcs
mDQGOyQ79gR6q83scrCPmS16IcDBarlhsJsJwBslbqjrcbnsoGlrn9QRIGA+npJhw95nMRw1YvA1
nL6jLXkZfURK28m1rJuzaJNqHrTb5m6rXVSw6mD1vKXcBRzFF5HBqNjlWQPjYe2TxIyHIT1Wv/ru
WNukqHY+3axL0LgVj6yWcevX6Ddj4w910g+rOqTjaFsBmSjiQSePtkX4tPhpTs7TsWUrHpUvzpjg
olAuw5Ed/O8h/ew2QaxYnGsR03nHBIGepoCSO9uUcdsMbGwRGWIxTn26lGanMWAgEOTN7eS5tW7r
f0TaxvVyP25Pvr8UEKd8jla1uw23rQC6X7CTbUTXp/C4Dftx27QTgS5mtgTIT4JgT+B7VuKF12T6
jo5htWNQ2s5hU5NwJDfCpRyjluVLd5p3O9umP5ym/if78h+JfPTdCkw2n7guaTKVBElTUpJDjN4b
MbCF59RfFf+gpC9TvEKOm7iB2TDC74Zu63gb2a7lTZGuiTJysL19I87dbA0MMVXklFqMmc2eoQr7
1bqpqRx8DtSc7/+CHdkPpzCx4TNr61HewXywPIfua0RriUyxk7sU+m2N6qrDSCRBO5Xp1JSNSpvM
N06yMLRtrXbn2Zk2hQ683NchyIxZjwwwy9QtTKi13mlSN/vpN/cRb9ssScJ7gezpRP9A3601b1mN
nmaDMV8Qi1ntc53PKf3l9kGtdW+RfAWgGl3nVHwh81aFo3dza9o6hKxBc4o14uh3UBfRHpYscar4
ipmt3pi7udviCVMl8HWUw9PHz0+YHDr129bh8ZXGOIDsU+mr8JHKvQAZzu2wYOvw0pWko2QTmmZb
kG3Uq1qgGhx3AmueNF1N18bbprIly2WX+AMANTth5rDkWfMkrsNFdHycyrrvu4KuR3fZ2Bi6nVdt
NR7nCemgmbtfIhODq0cXbTVqymfudrOx9XhSdqL1SY/e48tWjTTiic1b7Hi3sQV5C9tqeO0iiMz6
Cg7ac7tIt2SGrSUi26BogylS8ll/1Xv9gm/wh6X8vqz+yyZmC4nWLQ7qNFXISrGofwRdqH9YWHgQ
1JVOyTenULLlRD4K4chMKJb0PkmzrZ/+4uvglJLGImDtF2EDv1c1BJjvVN6C6evep26RZOuJsLt7
KCBFy4QddS5DkhM4m7htFraiqJ4Hf+hPNC4S88yNwtOLcXk1x4hYK0C8t1pTVE2XcTR4RRe3b72a
OyYebPO0Lo6CkWzhVKq7hgB139+6pnU8xdq8oDnczrEZoqk8ZPMcjV0+zsothGxVETdgyyShjzlY
Nw0SpYLnQLlNbpuFLSsSY6hP7WNU0mEuexEWuNO7PNDFzBYVxdqTnQdRUckadeNxn6dd7KJXQtNW
EonovYkPYNtgDOahjmLNROP0toCmraik+5QqwDkwTXY/g2Ijjb87rSW2oCiIR9OOHhpe4fz07NWs
ySYZO+GN0G3rCCfZkpIwWKYy4d1WF/Ng+jobxIC6O7fuW7EZgO6Zgkt4/5pDPtDlNQydanjRd2tv
ZnQwR2NwYFF7FxSB2MttYcJtubJlPmZMBlgv48jSqei2zSwTjLhNcFvk4/kKJU4KTYcqeUAKpRCD
k0VlzGyFDwdc5FzDFRPcY+K55R3GXOFp1Olb2gqfu2wbeE/Sl1FY+w/CW8S1S+fULThtic/ZRWz0
jUHrjWhIptWku3zvauPEp8Dg2CHqHb2kauhL3ncqM7hPDEfttuPbUp9uDkbDWzOVy3hm0G49to14
dRt1K0SFnNhk/M6UML9crpugZ+4RGAa4tW7F54H84DwqtpcNQwKc6pdYzm7bsi0jOkOPju1w7uW6
e00BMtV42TVxPPbbSiJofScRj8deapV+qpH2zXq6u+2dtpaIt/Az8ANzlDDymwCBWoPbxFonAksM
HOTvz2ljEI14ceV72SXH3GXQdIRdzsyx/e30SW1Nkeg1sIw7PqmHLi+bvMTmTxqR+0POvxyebUGR
bv2l2Vd8Ujy8rr8YPm90qftt/EubSIGsBaC4/OSdSTdd3H6LFbPnToYjYWQv4/m9N3kAPbl+BTs1
0nd1BCnnXlJYY8yLymbqZEuAD2xFrHdEoJOnGCWxTW9l4t98N18cNG2Fa3KcXjc3/l7iigHgoT5V
1oyOSRFbYVRHHPT3adxLHjXtK3JH3pIdYxD+KcPg/1/6wL9NICs5IjuDwv6WDWWPOt/oI6yJxcMa
rx59EjPq8t8DbeYPH6e6beDFe5ztpL/v8RYeQI/yQa1d1uDVqzcZMon6fIBbDZA6+1mL8YPfxdQ8
+qNamodxNcf8Zjrqhl1agnLfagbKayx6FdClOuZ4S58juJT5l56HsHVYaQ3KQ8Ypq79EHg3SXJ1Y
AgrFjR6LicbLmoXMU1s5N0hGvUTB4tFrO5OovsU7dFMv25BG+UmPfb/gpfJh7YLoEw5Ry4+I6PmZ
fhre9RfxHukmMdXpdYLa+a8Ff+3IKcxC4hIMPNCNwpSkvzy8RwKJE0Vxjfr+Jqmv4aEj/cGXwfrr
3IFTA2q1MyFsUWAfUek9pN1Pvz/x6kU91elSyESen+Qg1H6d09g7rgnKTscKJUwqffQmtppn2tE+
/AYs+rGUIawWmjyNZ/k61Qetc04hScwXXw+q6uqtHt90IGweH2M4jjZFq1Hgl7c16+MczgSUX2f/
5NPD3Y1cFKRvj+gtXpibLWM88NiPA4M+VmDULrDEVCyUnxu5c1J5G02TYo/F3F3TuAvqnIV4H7jE
ye693egpogtQBEeaR9HC47dH0/Tvt0BKfanF0kfvNOgK6M3c93ccmU5JbupJpdk+y769EhBvwret
CEaVG3Dl8T51riCair5D+U3SbhD8b9FSeznrEz0X5w4Vek622Qdp3fAYyCY/0vqWMgjsMhOx89M2
Qa6VyTAdvHwjbR1l57Ek7RXAacIu3bTUMk/3cfm8KOWDgSnIttxCGnvJ3ycIVmEZ8sGvb6EP6/Ns
GUL4/XjANy05N972kBCeAN4NyUydn2YIvuPPTADsJmp9wEV/iDOwEofpyyLTqc2Q1k1Y2dCJrAAR
Bcik7xGiKJv7MF5eFhYdXGRTUK9nJjsdHgXduddflzY9mnyqwRGG+c158lz3GnXTW5ik02UcAshm
I0V4kwepaOur4lO0Fz7E9N83We9r5hGt4cvRy4UXKWnZ+tEsUfIZiQMuimGjbMw6vvHtNuE/q3JJ
w/nMGmWi9C2eDuIpAxZ50zfepfh3I/aEisyLjYJvfQvAz16MyyKOL/7BBHR8YN9L/XfSsJEVpOmW
8EkBG/l3cDY7uXmpt/81wkLl21G3wUc/7dsYOYvGG9/zuj0JADPxdj5SsYFRnMtoHPzLzIM4etm6
g5LrUneqr46FB/omtqQ12USX9a1ZF9VfEVvhkms6Dj+3JkLmjwOhvZTwD/LkzTvW+jOLUcI9LCQy
wD2OXfK6Ue09tCv+S9aA6pJ8noe0U8MFXEml28s2rZF618Rc9b/wmufHF2BlgnSBlpiH8cM+h6Aq
Z/1aU9HnLZ6FhjCLSdgcOX7sMb4ZYhKtN+NFQfo0bMN9DnhJjWWpHmp8LtwL+QeUsTX+h3bxmh6m
pRP3TTaYGlm0WHbDa+8T0vxMTdjVPye4UJiCjBxH7KZRcffYAN+9V33sn+rtOcr4k9pbL8xbsm70
OmqxTG+wmnp7HjWLjq94OU2CDPjFtntF+UjIXmvt84d0wLs+SqL5VD8M8R7/UkvQQb0bJf323Pc9
jgtBt06fY8oWuK6JRf6a1Tq/aLHzJOsGRJSXT2fQdh/kcnq88E+cMTIQ2rawaHBeMjcyYE4QLxbp
m53xmtxabzH1ReKo5uUmTerwkqDKrC6mtPF0JpKJehfpedv3uE97U+n2LMITa0e24b3zPrzvA7Zi
r0lxgBQ8ygQ/gOId3571dBma6V3rjey8YElI0MO65Vid+5RH5DorTvzKi9JE+0WICpdP5qDIl/nx
xL6P4CA/pqHenuPRk/qBJU0X3ig8LoJrhCCYn7EBPnTHkBugIJe9eWZb3KCqREbncxr35glpLezu
IXQjQX4kPZdX3SabyI4IGeMMAcq+gdh5vGEiUkkODPLXQBr2kzJT/wgGMvTvhqQ5MRMaX/h5TJq0
2I3fYkMELBPotYODWRjABatVzY9oTa9r1C4PfU/MBQl0UYBj01/0zG/NvpcRkbqgAk9HUxLextAn
GfOPt7zbxyzkZ5cxwOEyAcQT5qV8h2PEkilU4ubL7m3ZCSZBy5Kz4Em8ZFwn+kkGwfPutwVNxi98
89ZrQGRTLDBEKuBS/nQm44FUXpt6xQxXt4J3K8uF9laW+eDo3fYa/Cuszip5Zqn6uBzjgvV8/5Fw
Pl/BK4+KeG23j8la68JI4K1BFhhNzuD9t2DapjWWH7rvDyDaBRlMmD62EW4QHlZ4bG3965F6WA9r
w7IIHzeHhsLPIv949g9+8+X+zNaRXIC93+Gf2ol8TtomPybyRsXLVwxjfDEgN5ZIZP0QET8vYbgV
kLXyojvkL/iRNBdvwYtyCqMzHAB2dRW7uB0dN3nNyJyTYcG2svgvpEvfLkfyEA7QCjYUEh+apH2W
1Mutiwx7GiL1XIt9K+L4eKf6cWivze59jXZsCG3dPs7r+ezXXGfcn1711qYPU5yOl3qLf7XN+oa3
eC7Oe4whVXpGJOg9NyR9wpXzvO8AQJjvq8YS1HszLLACPuK0FdJwuoowbrN0F2seKOHl0WDe1wlP
ymDm4Idr8i5CEQnoSioPRTBk7TJmciD4f5IeVQgrDf2LolFbIVkR15m/ocakRdI5G3tFX+BXn2Cn
qQv8IN4XJzw9RTYk5/QScD/+tcX1XBdsbYKPjQ6XozCrwqOjH8hWPvnUp8gdrIt/vIHbUFJspOfi
xlMl2hy/zw9y6nW1f02QmdofiA7955h4QmcRRy1qto86/UsftC8GGXpplao6/jx0Hd2z8Jj3L/CJ
jMmVjab+vCm1TTjzoS70gQVRumNmjmAY86E5X5G2p+clBRg0744++Ax7GD1mo2zGz8lg+K+R4+Xn
sesWjM7SIqYQTiaB4XQjT2wgSJS9ib1dHe/HnvH+IeHgEl3HgBMorjtvji6DP3ZRkaqeQ+3Ub/Wb
idbTclNh1H7rzrm9K9ZF1EOILDCtgmE6NrwvHWwp+KzQ1wjlMupdyBr/rymBudyr0EQtWTAg2Yoc
6Wa+ENWZBYeqtFFlUw/9Jz0f0fBVz8n2a46hWsrGOISSf8SJGG9XW+9HBQDaQfqyik7rS7AocOra
/lBtmcCh6QPxo7q9DFpgQpolRTknb2ZYqIolGd/O28ZPHE3GuYUP1b70L4MZuMy7pQ99LCySzBky
rHS6sqk//Wxs+WFyFD37bw2w+O0HA9zE9HacCDHXgSyTuEq/xtkQCeYYLKs9QDUwfkU/X9chlEWk
CSlxaA7YUeAq+ATM2wT9s+8/AOsxJY+gmQc4j9HzHC8K68xnEoTn/pMeNeSeejXefBsHMKwL1AVL
/q6FO2lYmTCNagyFjMNsXX0hcpIEHdaVmO/Zhu+pSgomNVjFe4viO8qlHN55/d7Lt74f901BceT1
s1mDgPSCewtcwqPpjNILztYvYC02qGoiKbbScz2Os1gSET/KPaLiIfX5DH1NnCwCMsAprbNVnubD
vqTj98gAindT0NF7eSxhm55Hrdh+aS8VQSZQG/zaHx4wnL2JFS/Bu8epJN5RRFGsM87umafT8XGW
2ru02Mi/R0tIP07Gax/ihOFCIfv9AUuhL97QcI7WrG3XPXpggssIV4D/w9mXLVeqZMn+Stt5pxpi
IMCsqx4Y9qA9aFYq8wXTlBABBAFBMH19u6rO7XvrPF1rs3qoPJK2ttgQay13X+4T7LPZtv2uJ25f
MNVFImnMUNJ0IP6BlEWVe/XcjtnkRT3bU+YtS9pNLFjux0CNa0q7Zspw1kWvm6tLuGojlVjjGTP6
1fNFtORtg17g3OPk3W5rtKuJQ+jirgx157/7o6VbimFH6f3orXWXb3FQPLCIxTLfPG8KbsTCWHwq
jFufkDxZ/YbOYypS23da7nu0Wwp80twH2caa8zi1M7lt6u/GSLsSiTvwSuw+Y6JYeCcKtuVm1Vak
YP8OCyw9l8Qic7NLSo9d+LDFmBARHKMRZVKuFkAboyxzISv8tJJ1jX5MUH7fS+M91MNUoRKNtbiP
ZlG5241bM9zNwdq+61kvBHvFXeUla0VQnqylAxx3zUauXFfTnbS1Qf77LF8rtS79axmE3ZTSEmtm
NI48L8MDAKeAorHfJ/zaDzFO+2gc0mWbB7mf643cTNEoFYzaNraktsMs7MO7qXlFU9eEiWZEIUwd
b+Rxi2P1xatqvgdcTp+l4HOXV9tYHS0CcNEkjeHa4IEMPf9GQvmTqSWY8lKM1aECU5dUy0bUztdu
KU/1ZJfiKge/eO4nfousbJZ0BMu7pBqrXCCDnqazhIQvD+ki65M1dIZJWENHWMoVK7ZcChNX+biw
Ql2dopu3RyyKfybRMP8oZ+pdtCfYmNGw6QAhYCVJHLYBc0Ue9JQOl9KS6n1RuqoTH53snA88cNEp
DFpxWOO6gZqKTD00F0FYmdzw3ntZ64AlABFEqiPe7B1t+2+ZzYeZ/CtzBpkXXhRu6Cka4WVaBLTY
F2VvVTIVW3wfz8321vGuuAnmYrrWFSbBJF7aQF0i1PD1Hemz65RvK2rgftSTOSzBVv4y2q1d3s9C
o9pUi5l2ugx8cwtMDkP5RNAeIn20+MQM3TzWdoTSVm7hoY+m6XHAYXkkKy3Dk7+Msr4DjN9+FVEb
96mp1jEj/dLeUF6iv6mH4TrGBXwdYQaMY8zEjL720G2xhMAgcMv7Zeuuo1FjkZd8FrcBUlXHQ1mM
GEvb1ecfeLK/wRpfrN7D0C+Nw0Abm7NuFnPgxLFXCz1mi/4qnua8DboBdxWKokpqK+NjCBtVlqxK
dF66xP1ETkXNizjrhf4uCY18DGR3rSdGs7rebtS29onixn9AHON2Nv4yuQuh0fK0oVb0eVPMWDEf
YISQ90EnwqNxy0JudOHEU2URW4aLXrV1imSd4BeuGqM3ktZ68yHt74m2OHXsumTl3E93IRM4R2Xg
2fuqikokDldtfOqa+Quiz3B7s9hv/9JkgpsvY36d1NW6posHI9j9XKyrn6w+tg+1GE/+tuScNYHM
27ZaLiVRh6Vs79bWshngBBFHFH9IzmCG52ueetiH+lyLKDhM62YfZUBcnWLjCIEbQRPY/sjaCL7y
kWXbg7dpFySuYeQN2vn650QcZQe/RU1KJ8qXfqdWLELVDfIRipXMF+umAe1X3Xl7x4F3pPMwb9WN
D29pd1otSNmUDYSYs1f7ES7+XPlPdelP9grpWSx2hMVR/wiZdGfTdl5b9zTKTv4GyTB2GUrwBBim
Kw1eZcP2DtwOHVdnb8H1J3QJ73jXds2u6zfk/TI3rPzAoSAlSRHDtTyZZcBuVUQ6nk442C9+V8xv
lWxasRe1gQANp5CCyza8CYNMlbIzO/gW2Z+sWsDyIvQOp80In4067ViAyod8NzzLxlUkPBihp/oo
VzzjR+yimEdRxwE/mUE2uKlZJ7NJM62SFgWtStDKm/hmpY50CXgehwbXb131I/pOo81QMxCBwlfE
j+1Y3TKbDUMbNztBtZXXruwKTD1kCk3uxmp6H2HH5afBRMAzTlXkojToZfQIMzRVpL0Xcnn2KRCN
JwwB8Xqkjq7BEymRW/wpKqj0r3NUj+6GQ4xD9v1UNsNd1LaGfm2lrqs9DP6K39OICNtTgGl9w5Nb
D/w2kAAIsmqQ0rsryQaLkCSoQETgSbfRgCIaYL03c2uLcXqpEK/wgjAjASeYkfArBbpJ2sTDqcPu
CNf+ja+VmLJZ9C1NnI+LcVJYjqF7ReK+3rEWV/BlbmtL8qVcVpZNAtkcaT2PrX5144rTDRRXv9wG
wAPfwIT0a1JEtV+mME8fiwyGp9NjS5F0lXWFDqHYmTFOJygi1Y/QKcRfucIDcuBGZ9DshjYw1xqx
byQrZiHk46J9z6TjGvlzaoZtGe+EU33eaoexESNIW++KSAbxb6BIfM61aHgP1gqNdmKBR5kHqFsn
A8dI/MCxifyQ1EnZuWraFQI45msflBULEsAXWO7AQ0a9277zcNC2torgoePpWK6JYK2dzjWarGpJ
womQ4q2kcVwlsc/qIRmRG/VW1fj/6JAUn5O23fB3wFZ/eAPoHSKqHlzomJZqwAfUarENhxm/oMm6
xcfSnkIvHb75HXJgDo3hlj/EczsXeVjiHk/IKro7v/HH+iMaPJg+mUaVKlOrXwkoCghWPmzWMr2w
X5ZvXvxBp84AeJh6p3Iofz2MT209slR01o+TBa34+r9Twf11N3ikVa1k0ZmDRZ7mQcdDdAusjP0v
2Zi/7gcPgQk6vx3MIRr9JWt03SWbrv5MxvjPf7M0sv/4L/z7Aw5fgyyr8S///MdT1+J///X9M//z
Pf/+E//Yf3XXt/bL/vWb/u1n8Lp//t7sbXz7t3/kepTjeu++hvXhy7pm/Ofrl1/d93f+/37xP77+
+SpPq/n6+x8fndPj96vhRNR//Pml4+ff/yACgor//H9f/88vfv8Bf//j8Wt4l9Cw/Ou1/ucHvt7s
iJ+lf/PxFIgIO3ffO33fDOr89f2VIPpbhODEKIbZNRTk3266uhvG6u9/sPBvQQzbEAGH+hDe4997
H7bDGYgvkb8RGqARD/CmYoFcrD/+z/u6+xer9K+PAtfhz3//h3btXSf1aPErw39uXf1f+kkQyOwF
pRGqNIp57P+V6ZIS7YUoAQiFg5puZFV7OVBifgNItXujXeB+kGFu0HqEFWrG8ovGaEEqMg63EVyA
zxIt0HvRmy2NlYyOTbVWP3AWbztEnbPzqBQOp4oJ8Rqozu5NU+jqxEWs72IyNue5s/L3XDL/3msk
P8bb6F15UQ8gOOf+Gig1o6rM7g7z8nhZQmdeIFcCTjNXKp+54xk2CDCLjRIQVUy8ZwXXmMyMfnkc
MR8YFMrBJhs0+vcRX9kjkO9tT71avXcCk52oJNTO8Cg4LKYd7+cVIPkyhvywjBU5bzD3zDu4Cuw4
LIbOnZ0vhPsoEUFeLuKhCcANbCR4LHwapVGMOReoiMNloMVbHFUSdTbIMfsUCZMg7TZDPou5xXsv
ZS7R/hlIXoCW93tejxjQvwHOsLohtLkNSwDJ3YPHm+FQoZu8c2vR7lqUtTjxy3n+oYdpPWsdlXj3
bvyKZsP2smnaQ7ARWFm2ELj767y+Y4nZf2Su7Y8gYp+6Tc8/6yKmKfhebw/MN5srelWE8f0WDPq+
aDty2RCv/Txrf80BUIYHNJzTUyltC4jDlEBFkCCMtHOsdIOhci8jBYGSziDYcrjPx7exqz5A2uUB
uBaMFXAJaJCPnnoRMszR4hUfqBTVHpzdeE+pAcoPqHpvCjdlxrBb7hUMORWoSXZ89SZMABWi2ueV
8NTHjhnAiWxhfTbzyl17t7yUBkVmXXzEw7l3QeUDr6nMl7q++HDFvYlWLBqO7VbtKANZ1vENMOBy
6r0q9VqeYvh+Byumk9IBjNHt9IzNbKQt29JVZ6+3nsGatsGbsMHgMqLDLhM1cLBeuBeHkLRTUEXz
qYCo0CblvH1PuOiD15YigdK0GYpTpqTO5/6T9HAyc1ifTigplyPS2wq0wmlpqcXggBZzCOcsGjdc
3qooblBOc+xJ1pchnjEmxJHKQhvtI0VZYkov+ghmD7uIPSsg8K5ElE1Y/LlbZ5aAKd2HkY6Bkq97
6a8emq9mShWnSTB4OXiTXVNtCVqXBDwpS1zfLYeeIIIb/fnXMADDh3lMKtR4CqB7TxZ0WIhbFsul
mhaDIbDcTSQs82lWJ7TQdbY5jgeOVlM+s/pEjQxukO4LItrzd3xAkzwiK/AoDaVX25mrnSJ2j95/
TGrRf1hveBbT3N3CDv1eE1+mzWjqZJ0Q1mQDYAhCeG+LGeqzDaV6GLDYmaiV+plgXUpgaJtiAscM
LkJwoz4DqogHYXjbRhaehipi+3qFSfTEPcAHRXk7glVLwMr8JE3r76cmmF9ciORx4M/u0RF+GSMP
16rCdGqAM9oZKYr0t2rlcWCVvITlwl4wA5HMNLejjfsMDKJKBiyVZHSeP/SK6M+y9+kLX9o+c0Mk
Twh32YG4WpDp5r3GiEjb6QGkiz9UT8U2ZCFmgr1e24MI8DRlUSfFWUppXthKdaq64QOI2j1HshKA
DNAxMbt4NEBzPr50mFwSuMbjnhzNY1HJT72KN+H6K58acxUS+HTYNE3SdsWhaqS64WZkuNXDAfa8
9fTSe217IRHF+rDwdEK2XuyKpanR7cTDWZatn8zI0/uNnMQ607SZ864JAUxIYfeuDnHcAV9cE6XR
m5uAeXDmDJqdVcuSKLii5xo5YSkjetsPaDaTalZ8t1QxTsMYBOkaVmLfruuc1lsZ5n5L37eZhUkz
FyQ16L32Jei900qH7YTFzephFYL8kh3jdSaqMbhOYTvc2kLeAEi9L0hvdN40sdyV4Iyaek2LOEJI
pQY88Rl6gIDR8avXksv1KgY7fIGs418LPrabGuBDMCmWItFmeefKi95WAwp04MUJf8gmsgbNc9mX
xwilKJ96HhyHqGweWyE/4QIggJ/2NAMt8A0Lb9ODIW3zYtcW80W4HStsxydIxdL3XjcFoEYU9nIT
tYWv3sIn2Bu2+WiWX2C1ngvMBtmsNkBqOAauU19/YKpUiZVji/FHNBmcF8sKz3ZP3kwlrUmdR+yL
jCowBzoo4AYqaUl3S92gkUWEd/+gtzAEjTg3XrTHXM+OoIq9n7CW12e0H3WU1UaLJ+Z7EU+kNu6n
8DxyiDeu70bPTcc4rrszQQReBlNXqBaIbBHPSctpOCM5s5zTAL6vzwajwh1YCBwD4Kand+dHcwRb
ngkYKuK4X4gf8ScWIAs4xUi6lYlFPml8GLvCe+uddA+YAIZHDzqAB2Iq+4hWJErIDAQHWKZNbFsW
4G0oIA0fh1YX8+UWvt7bZeqtu6nqxux5sdXPGGZhwi9xi7m2O8UGM5zchuUN1wP484YIja91M0Dc
18r9LvFNK7KOLX0W6wL6WJUEJ+RUKmydDfSu1vsuiKN0sXp6wHSe9xEfUhr7MiuL+FEh+dQq/woR
z4NXC1TirsDQNaudi5tnAH3FbznM4W6l3sHadd/wz+hb5uCLPZDhrJbbu09gei7qrKokA8wTF+ut
bLriHNVuTCc1Q3cxvUWTt7QJhE448RDU+/7dLp5o5+K7tsROGBQ/hYUUTIBLdN1bPxVeBiDDfN++
F967fSzwjM4S9Ssep723lfyZBW4GdDPTi9/gOPbrpQQ8UCURYP088IW9n1QQPkMKid6tHBfAGIIS
xMmw+K4qtX2Tg+OpdCgzCA/oc7fVYdIqFcGkO+xwC6L7w47DsBvB436Fwr4Datiem97NuDjtsAcn
wUAfIKQLvZdFBYXa3w1o0jD5njiEXI+8rsVOFj0sC5cQK6eb24sqeBfKf4E0xmWD5fraxQM7lJDZ
LRB+LD+bAtp+sOIEzyX39LmMuj0pBE7JWC/JRpj/IvEZD4leSXlCEdJfk1rRpQDpxZdNuYfaY6aJ
wjT42dv6TXjRcEvaIFcGKeQU+NcDN6L+9sGv7gIk2f+Ej8Z00t7UPZdhQ28Rr4nFi2bVmQ0X4CnY
i99D0KE+JjBX+WQJnJhrSp/nsunQCug++k3bhuJR5X24JwbtbNeVGWdtWgWQgYTT7Vre+DXc2nW7
5zNiawgLD20RStD4VXNXdkN1s3VkOCx2jJLYqvLWjybX5nJrTS6gzcImc+Fyjgp71ETeu20VPzit
4uu89RuI326tINIIumcBHUqXdq1FniGv1tjgGJfUyxlULgrG17wimad+zWt9oN6Yw7v/MW7OMtqg
vyqXEE/FuPV7aHImlYQ0Ko6qmYLf4JKxE4lUJiHpeDOUkp4aUwIYHuR6ABLYHocB9tebE+RHHwUA
49AIywTL43GTchnWPgQ+NgI9L2UOcqxZIYKKbTI1vDiXztYK7b0q45zIIkBy1TLanG2MFgnMe2o8
pcxDc0ZWkNz/vM9lt5pfwyI9YNbjvpS6e53HBlTJtsJVLMONX2ZICZMJuqigSnGVg4xYXZxaPGhw
vKsH5mPyqGgOJws750gsitukF7H3FA/euh09IcoG3beOEhVzejC2H7GCaxeTMLO5H/PQa2gzqGxT
Bs0uT4R0/pOGbge6fWQtQCGgGgq93ezDxLj1o5dgtHVeVV0PSJ+KpzUs/SUd47J+WBRtIf4pxK7U
W5f5K2y0kjX0IPtAHkk6GSQlGuwFmMR29frUzMKmIVXtLc7/cqdKNHIWJvX51rTytgDjv6MlH96I
WvBAe6rufhPPbm91B8h1RE7nDitiTxCgDCV2foc53TQaDQan8YQosMmk6OnVqw4c2M+55ahJtB7a
KxvccKO0aZ4IxgAcTBjqUEBY2oLwzuemBMyy4B6AOw28MqcmTDvrzTtjBD9DrfDTUJ8jr3IE7BI7
CSA0QN6KawscedoP9e3qJDksFUQ0FA4j6TiAreioN90EKM43/RhuIPxaP4uGzjvNXlSm3hxuO2cj
/wTtipdjoY4etap6iL6Zl0O4q73UCNe+2tUgKs5E4BcjG6OCBGtmRLse8J9QUP0BQ8veznXwI5yn
rYY8TD34ffze4v4FzKQTYPnQbo1tmXtj36QhwZwMGT/GomrxcfSMbL0FZk6h55gRuVt73mkKM2Mf
t4o+zAO7iazi+RgGdxgYfrn4ky7lkSi7nxykMhLSz30NOYL054cOEx8AvDkG30gFMk+ZPOL+qNNx
nMdXvNGfxQTQXI3dDw/MUYIQ+fEtrNnXrKoTfMbCdGvmJGhhKRPRy/Id2wvrnTaxovpNOZ4IDzYG
wKIhE+7jiedCtT+WyIjzwtxLbD2S1w5gb9wWlw0+Q0A0XXsdKHj3oGyiw7YuUZFhLuYXMeKsWgue
KYS2PRsiMXJhqEDiMNGZv4gC3SFNFkikEg9dr90UPTOn91IH+tQTCCmGerdsmj8OUCTuPJgA7/uA
/5yKKnrFQVgfZln/0r4OqzTmqmKpAjvx4usVrCQw8z0++i4riOWHsaif5gkTIo42ifYiHjErYKAH
rm30Q1cUHqQMWzEDUSei2UOSolTeA2JMS2DuWVCEao8f7EGmLo/QK3ysUTlmFVQJgPeVy9Rkirte
cMw7vXiB71/cIWi0UEe4yrh3Bc8a2AWMQJzx6OTULLsyVtB4kcW7CjHF33IsTEVDEV16DEaRGy+y
bptbDtTmRHsZ7nqEY+xCiCA4h5QSqLPJForpiNr1UqyiSWKOBrMfr3EffygXhWh+NBipxuaLR05U
9uBPwz7O1qh/dtx7HLwOiVE9aIcqsD9BWc4HDJW4Xzk+jj6OsS0CkfKhZyVEYgoFCXqLIgjYzcTX
DaB182tj/pQKOonDOGEAxfDiw3/BonOWV+IN5XHBvCwMXoNEcs/RoSfBOpgU4ArJVdnuJbKRDV/R
8PhBhAYEv32ywRt8/BwOVvJL8T7K9SxTBW1aZiZ4LsTAlXJ8ehD5ew1Loqkd8yjqa6zObPeB04+A
1I+9wU3mgY3IqOI4hFlgdkHJzqi3SeHBTI68e2Se9szn684ug3xfym9Voi1umkn8EnY6jWjX+yAA
cwWpR4odgEfUCnvrGmcQXA86xgdHU7qZnYoCmLco9IGERZlyhoCbYbzrdZyvI5Shc7weXD35STGH
yRAEOHCwVn0EAROm/cinfeA3/H4Imdw3RbHuYuiTM+x5/Jhj7m5trX2EykevMcOpomEoUSPLNlV1
gUWngRxM0QzpupUkoa19nltk/g7q3LXDp4kikfsdRK8l/q79usjtRtv+lQZ6uG+teBoL3ibQQKGP
neNxr1k0XcEqE6h7vINjvYVxTj1AvdStWcGGMm1YGe46FY6JD5FC7lpyHw9gkxX3gneMb++hiGo0
8wiXMkjFTQjSh+u+KJISEAxDG523tcHzVELsSScIBWTPeVqB5Ewh3uySCcFdEIR0SVf5iIBoy9va
wCMbgvEyGVqAf1KWGVQH/sU0bZFxqp6Xgl59BH4dosExPHmAeKBSw0gfgrPcprb6kH6tIX5TIwfv
IOO0rjSSwZa3kYbgaFtod2vd4hqVWw0F0tIngQKKMYzDsQ8h8zO6iIFQeA8k7KG8jzFuhgxkGi0P
YLchzKyJzJRB9wrNwSHsujUpuf8zQOG5BSl5gYIX72jNoG3toSutT7PWPxxc6+Cl78tdyAd5DiBI
4MzlM06UKylCaLlwn+gDhT42xSJ+vF/H6B6Nh5+HDnqxCSrdNhBLhif9ZlkpjpEOAyakO2WCFvB3
habsK1qrDyqR0THVK/JJywhitMlsSedH623fUxDjeDjRT0Hx4bSXVfH4wKchDTdnUxzZ40M7Lgm2
UV8pFJbHjbRt2oITw1s7g1e6D3UIRaQX/o6wQ8BkscfS089hRjuBFKnvXGhGIfwYIT6v5LD3QvY6
clL+iuOpTAU02JQ0ZzNVHwJFMXEU102gJXsN4JLcT1Clhw2H5GCa7rtFnchod8w00JLV3KXjQoEZ
wGcNqcJZKbR+AuMIdSRbTra0EQrHOu+2lb71dXiD2I9zUPwSE+4r6Ce+sCwgU+/7DmQTwMrR5MFg
0KNzrscTd6HIhojWp60K75cJH1c8DzkcYtE6te2+GLctr7AkCUhUlRg5dU6KnQzbJxl+5zQjYA2Z
eWLfNMoYiPJXzPTQWtHnsKK/eRgE52qFdKKvON15WOQ6O3j+niP7y++nVw8iDcg8oGkZ+k/R62mH
FVKsJGAWzMmm2qxCHjk0H7N+R52FIB12czMUHIdaLz+XTZisGhedDf3XwEgehMsVIHQi6ubD2eWV
KB4mYxij+LYVPaihVBdQ2ds56Al/2rDxcPUYw93CfnhOvcHnih7i6QI7HXgZmfKj7toth0XVcp5X
u2ROQcAJ/Btti01iGAwG0j/NDsVksWu61kOfbCa8tm14qdyax1W94eoZlOmZbDvCQ/+nBNcAe3Oe
O1PYA12hyvG+bJdb3P/9gnUTkc/BsCf173V7cf5PeG9lErVxqxudtbT+gmBxF5kGDeSo1V242SZz
tW+TcGwnQFjVD6saDxEQ4Yb78Sxwmj/5HtsSTb3mE/bHYdZq6t8IMmz3gDNppsDYw2IP2xOb8fQN
2tHiPOPJkp5+FKq4jh5WkCfSy0sjSiyZ2uV5LtCh8+oEf2Wc/Q4yo2hBxDgog1fC2oPblM27zatO
rFbNBZd/2XmOHwrH8Ea7Sj/BJQgnlQndq/NeeQxJ8IptmkbAoZC2Uxq2hcpWFgyPDH6o2RyRmzLY
jjWeRKyJq4/Qk9DUlyck2qTOTZ+66K4swE2J8egzBg9Dun5KmsY/eV25b+ISVwxBZi0xADjC3GtA
6qqgy5hfbTfhBqlzIRu624S/d0sRnKqFu7wLDPuBaEK0BRG0RwwMa2orOyTd5m8XSG0jKL+s2X2H
LqPRNvaeTMo7SjAGfcIakN5LOKJ0R+zLInB8BboSLMsHFXg7wrDlZ42HHQOISrf5cS35IZS4Cbtk
hLZI1sdAyXxExeUlBljx08D8BeVoJ1zobsq5Wi8bmKKdmYIcpp0I2BSpvwJRASxO0P/ifsdyiKA7
aBMeB6e2bNBlC6mLPKnCA/Y1PziIIjIKoQwwPPus0TXJFX3zMPRT2nKBZJUJtIWOBsD9UnwsDQvT
EK3E6ltvr0TPT0OISgUQbDixVUNq7NYk7AAg9AIPQtyzUw9glqLqya5LfAFfM1RGDTubgeuZJ+FG
Vpe4SUDXBvjPXJZtGE5YQ4CKeoNWu5uAziVFaS8ASH93Rg+pV2D1NgnQ+eWbDeztOPlhDlky5HEM
ZZJi4jqskLdlaNaehPPoYfSwTut5AXQhJkDfw4JoxvLiPCbh0MUXiyWQKnEKog2FnQCcrKrAGlGg
xLNYUKexZh6nHdqpI3QMkC9tfVhVWSucvhRBh4MJNajM/X6M9gq7gFCX1St2fYL4TgF7f/f8vkN3
F2Gd0e9asxM9EmWSrfPfWOfOXhtmRaTlMba0+kH4SLIpxjE/Lb2DRL9XR4K9h7RY8CvWYHocUZe/
8OH2+aSjWSUimsoEjq3+D6+x/meF3sYkBSKov2CFKjFNAhGLnDMplHv1B7fMP1eN8N8GSMT2oR7n
104sy0sN7Bn7hbTbjbVpbqoQ4H4vIZ4ugXX9JIwFF0BCfK8GNJoOB+FtEctnKI+LM/b79D0SgcP3
ybf9kMSYEzIOZ/RsdbR6gZIUIZO1mrar7tv60oxjvQsWqI1UwOVlnZ15dWKLb2YPNrlApyy62gaq
PVuQi4bSKWs3/Vb2WMOT4A8qLMkkFlq8Y2WVuOKGcLsgBp+AD8yH6Ljj5uRky3+Sbm3h+MDL+WWJ
lbpxLQuAMxXsdjWuK4FFzv5NjADmE6+D7XFR6EfCJljQd2gIUbE5UN6KBv1w05XhHiLqKPHEEP3A
2sHwCXUrVgyKqNt1Rbjm8+Bvu2mDfjGgDmVx3rK2bIMHVkfdEQIq+6oJX88x97sTYhyKz4EAOgEG
BElNCBxxYLirW/05CwDZ8Danmdns8+gFELBYr9w+newgwJFBsQdUSk/d8qJs7b2JZSwwGYXjgbS+
u7clKzMsov43dWe2JLeRZdsfasjgcIyvMSDmnEe+wJhkEjMc8/T1vYKq21cZZDGt+q2lMitZlaRA
BAD34/vsvQ49uQKYxpgmydJuvPrQMPqLLYziIm2G88tTTQBbc6yeJMYUNR6jZm7ioB+2uiHMgwg7
ZzmNVkGF4GTfSn6A/VzQekViaEdigCToBuTLu5oT/vq/TF7kOndRb+ekJzTTe8UhmBsLXXMO1zIM
3VWmhRFLjFn/zab7j2wY1+V7cd/W7+/t6Wv5f8BoIc58oH9vtDiy07fqn0aLn//Av4wW3l8kCWwG
HmO2Fjgt8FP8bbQwnL/wNZgWKBLdcvkvYub/clpohvuX5QjceLp+5m84Z//Dv6wWmtT/4nCiS0B0
+KcFlIT/xGpBufIhKu6isUrDMrlI1llbGs5F4rdxOGSf9Q0y1n1PFie1ll1Rc8wY6MPITr8q8/pO
mPXanPrsmGGLZIfr9rqsvlR5vwvO5+6mQYrVow7XAFVBrbPCGiHZBGckAx17K9bj27hFb/Ceg+qr
CkockQiUYbKfwC5lnf3ct5yHSrO9Qlp4mJy4vYZo7TutTJaecw7FfSOyy2FjyPwgb2/w/e36NvkS
Evxcpagmi8yk9V60hbdw5bklIusnTrGryKnZiQNmghT9cC3xeVQtrm7ysphc442tNTc2qS3mNYl+
WVTz7txzUL1B/xgT/ipQIiH/0Lxbcv4y9eM6TThXNPHgV1r/oyL67Gdw2fNwfktSPBIpX0srs2xv
Vu2K+WlfbDJWK1vWvhMVPxgRjJituhcMh9gn8mLpUVqRav6GiRAL6S6Onkat6r8kOtWp07rVorNm
EPtYB5fZxGX27ZRA9w5L7aFIMr4T3fC2GojKOXcQNzloNAk+YTTQpVXNLzbLcpsh+OtOscqkzFdy
jA6STXghu+a6iIdbszeupeliGmmXjVAnYmDYKFXxyiB2hJpy3Htp6CxbvTjhgy6Woq4xM2iqXLup
oTPjKkg2s5PfRkm5zhhz2Z/dieF8awbZSSK0ap7cN3WEr0UrzzXNXTjVOB0w+bIOciowNeebNgY3
mkPIkpTraqr4m91MkltraZygnKCAe5JQxpw32oF3BfMjvdvZVtsmz66yZFwKWXY3RS3vNTKF92nN
0aEgekhwySs2Rjc/aWZIWavuq3pGf6mqtzjDoGGNUvzQAowp3YSk1Dues4QoGtC8RHEvZBT6Ko4l
duxh3yXJvM5GKE15xj470ezBwTBWTCI0NyRnb+o6+FEJecIP9FykxXmulTksmNd8HaNnHYFI+kbv
OL43NRPyoDUuSQOeGKOwpYADXUfaMMprCztTd8XgcdKXeNR9FQrtlmj0nRm3s1/hUl8IlXBdVfSS
4i2QhhtO2JFoFmiRdSTI9UKL7FHXshMQ5MmPKr3mFTTGK7PId6RCOzb55HXoiPYFFI1rXZZPaZfy
NhrqaigHZ6mZQb4OyRzKpDvhww4XiWMn61jqWy85ZWZfkQsyh12bkFfJKToWYPGEsTBHRdikyok7
2NPGjFSOL5Q+hDNmbOtu9m0QKAxFXKtF1mrWqk06cADxIyeNftUO+TavMl5wKjUntPnHkvGbV6RH
vLENmU8SwSUFmVHnewfpQ9PGaili442E0IYWRbqsyAWv8lji7HItaEZsqim1bRtm6yi7jo2sWpe8
IFF7WwSa73lfEgytPArJt3A49p1EgIvrm8hsu2VGlJ+GWl0cO4CCGFISJ7yXHCq2MhUEPzXoLpZX
5ut6HhqfAazRTkTZrg76/kvGsEB/EoF4oRtxb3XTcQqnYGmOHeeLIrSuytazfu7V31QXxouu6OzV
kEvUV22cl1ORLkDC9msM/wX+c3VNqumEHWFfCZeYZ1Ol+3PukwehvBk87TCV/aHJvO+z0z/gTHvC
97ms80itGMb5Htu9R/ObGU56GFyHdomx29ib/XRoVJySnpq6pW0nSzW5kg9SdIVbmluTNZAQVxIr
xiSXdBzx+xBiztWwxXh1gwn6Cv8Fa4EekiEfYoJb4XDoLOKLqYYTBfTAdvb0Y5drL5WNrceoev09
YWzVwmX43rI03OQtLYwcXzLocg5YFEH1eNSzoth0eYirlzzyKmlGy5c4QKa+uLec7DWt79Qkt8Wg
oWcmnLoyM1u3fUh7Ks2mhyDbzapm/e5E3z5NttGA4yI/MMzruSv20TQ0+sKRboPeOs6LwTJp/cYG
HgPmoC4HMZff9JTlc8KJfkrt6Forx3DZMyxwoXeEV8qsZR6rE14P+VcDsZM02HmqUjpdZZNpf+27
8nscMpWvFkBQzNba1p7Ykon1h1bHFw2yq2wGQtX2fgjnpSPiKy2On2Yaiuuoz/cpo43JkC4Iwpar
HrjAwgYS4E7t+0SOalWF2cEOaGEahI8XYzgnSwIny7Qv1oXOHlN1p7h1HzFtLYYuONjp8F1HyJvp
PqVWe5bro1MZ6u91kz0Kh9CrMmvLj+pziJjYs29HgNHis6s87oPUnyhUvaKkdG/I91UcbrZRhJVF
1l2/bLvhzuz1V4RaXzkFUomqv6Y6dIJCsAAMMrX9BkPPCWme6Ng8vEI+RmZygEFvqoZpNHqL/krz
pfanerb8REN5KRqbyBmT9V5AHzy7NswXObRUFmXOfqUZ47poGTM1WoSlomJM9pmKkjfa571vzpjd
F5YTWStnDGB0BqlaRnbcvemRzHfzNKRbLTK759g0pidrmtTr5BU5NgNr7U09Spp1jY1sslABLG9c
svTeS818zou0eUj0nrai81zQnd2poDL96JyjC4esYDdnkcVq0a7hG2cLivUvXgNTkllb+Jp0urdm
FfmNp/YjM4OJ8L0PjS2PwflAOxNbWfWT9TVJvE1fONYuF5p+X4XtszHZ7GXOHf3ETTv08tkM0QKt
WjtJXDv0jqFiDqJFGqwELsWG3TJLS4bvkuiaEHXGNFoGCndZkewBo5Ff52QOjVYZREngxm5jOl21
0zD1jvATce+c/mfCcdvMrCcnro5BQIqMrlZOxDoYGs+fiCj7WY8y0LjllljVQ+6ZatHlQ7SoMM+U
wThcMyl+E7Xn99EOV2XuAI2olnplr5PEYc9UR73TSBhEywKhq/SCazfq7kNDfpkUmO1pZG+tdwOG
tNg0Hxtw4VIwGG1OtBVjTBf22RjhcWDBzIJ+IK4EZKAiGJicpq0Su17mpvFuNNlGGcdCd1cxAvTU
nbNW4da0bsIi/pYZ5WFuaGbaHV19vHplyIvg5CtHCzc5M5OCuNyrythkboNVIvQ7295rtAY3wqu5
5YVGgnsKHboM8x2M3CupejIm+VBtwnF+VAK1BPifRay6Q4zshidX2MbKnNjQ2sm+7gq+t6W/hY59
EEgyy2aaf/T9cIormhsWfs0AGix4kp2MjWseakq+8zFtpg9bef6gEE5yc9s3wSnu6re6udP04b40
7VXaBFge75XKXumjPxdKbMoWZoBX72YtO+ahhsMTZ5CVr0YNE6hKMmM1MhBpUSLuc7qXi7yefqjU
fbEYhHheG2jBvSqnfjf14GANiD6BOjYcUwej22g0eaPUWFhxuUmt4Xs/YO+wh31v9q9ztfX0cKOq
kGq+9mXuHWV6hdH0Sz8ZxyY86uZdaM/I5d6hQ04zzYb5WpgWo/po69gwgp7coWAhU2N9qE1qG9xD
py6Nv9rUuumYwuH0XGqmsngzKmNrQ60v01M7l8FSDyuLjm7K98Ksiu5l/yhSHmyqafM4oZm3s3eq
KnWtZH0L18hn/TjZ9ODwnd3gkVzP9Z1s6LCS/z6n568zjI2ABwz6I9Oqhba0GhBcqavU0mTB2XnT
60ihFtjZM6SOk0mhajXigMH9KTYjXGgEsecwPotB7ZKhkIss7m6UQFQOrWwFXRy6FegSpJdrZ/rW
y2jlJvhH0KaR8bRFPUKfKLyn1qZ4qQgSTbXuj4asyTJqt70Uj1X54oz2cbS9bzxJ8Spv0zsjBEPU
21FAjCTDzxANb0U0e2sXAgFBJvNUTKXcFGW+nUfjKkn0G9wHMHLw3dSNja+to7ucO+92TFOu7qan
WPPOJ4po6bKNhefHsvdeR2qlhK1ML7RjVjjLeXwkzL0ptTRiFY3xdZj9HcPCVqiP1xXmo9DoDgga
iwhD7wKkRbroRmsXzMFC2PZr3197uESnsD5Jzb0HW79Ka/liBi0qDW1Dva3rZWeUj938ltpf6eW9
z/IQa9YNeqJdheq87N1OxNKauTvhn5W3DPb8Pqr4pHTrKRdIg5Y5rVOzJabaLKMAX/8Qr1O33Rtm
v57i8ocn1C2+u7UqaUM475EEMJkUhzDWx6tQWDhGg+uSsN6i6eWeTZvT2jmyFUerFCRHOqIliW4n
YmeBXPe9qFS6jJj7qSlpLIfMMbB5NKes1BB853VYRdu6rr9A0Xiu8TGkUzL6FhGgtVsDJtDYGrJ8
gMQUXlk1JemMqYuDW4/o2wwCU3CKBl4Ma02n5ZkOvYsfqvyhMSSnhAXBbdLvUs11z7Yoel1O32LL
HeRODHTYYod+fOY+BGX0WubEfpu+O4bCuCqr6qnHfLMcwRbswQ2gZU7Wk5nP07JLe+AsMnlrS/Ne
aRKfcJt+jQxqSemqakNl+tj3kwOKAnc/c2QWnVa/9EH1mqdFRvlDTIIRhvnSGZJvOYfWJWEvfR8o
5cDToK0du/ZbOKg7vSksppa4Nwyiqfi3wZiZVHNt6N0JZ+5VapK8T/ADLua64o1qZmsdgOlZnFmM
9FbDV6BF1gqjBi5mNxo2icmIC9WM84aeYubHvWqwZZMFjryRFKedFHvE2ISfPA6ehQgfIjKsnFWG
8fxv665TVuKQDUzbGnUE5yHuFzUjBxa6ERA7I/i+kGZ3yAIqeMwEt1nSLgGX3BUuTUXbWwOyLxcZ
yTVPVe/SETdZPftBhoQ+OQF26CwkEF4PQXFy8KvuREVrzXErDcbL1PqRrbyljQ37Pu7NaM1PijNs
3E0GeiBdUYY4qPEG0wiajd0TfsEul2M7wkmBQaXwy7w8m0iGgmxvKXYG7cCFVVXZl8Adc7Jv9Fad
8VtI/sDVE38yeTZS5wX6wHHQOCg1xt628h/4Pxc0vr5Ege5u1aQwI1fJgKXH6AEuD09BUoDagR6D
cWg/N2xt5OkXmS6PRLKj7VgYdB5oo4EPs1d1Triw7BelZh5tixXOEeqhEyWcrimzeMYHLdqxtYBQ
4uQhAjY/y6AUVq5PtDj+KoD4kqjos43H2XoTtmgwY9QNy6gvowCQeubka33us2XtzngAePtYPbBO
h8FpaiR+r2q2l2Gm1dR1xlMXRG+dh1NqFIfeKa5gb2CwiL6GPGqFoz3EbuOsRJmug6RcZnXhR8XZ
bTaLtRW1izqA1DO2bMvES+jskxSCHMEgKZPkRBdubTEcwrrDGOBNfik0OpIqroFXFQchSLpQqmFf
3tdD/G56KQTrfu/Fcosj4GBWb5kdPMIuvumHHuO65Xe01ZxzKrLLlkC8EnrYzRek/WWT5W91OlxV
WXTIptfQgY9VTLfSDK/HKX3RivKIg3xrUbTZdKhyL95brn7rqmRJGGDR1Fq0KrThiLXy5uzQKpvu
JuyfqzG5w2wGf4V+suWWL6gK5s6hJKZgVA1brGYiEdgSGlnYCj9LppiBlpSnQXUFvAsna4brZ+yv
M8O75bVcRXbzYIZBxnL2blL3zRIDYlTBI2rUIS7iu3Q0vKt+TOynqsMI2Kl51cw0AOj2raRWv2Z9
sdADjXVXiaOWkKbAe8pkHNs7JE3ySEseOasaxn0TxbeBLKO1pVf0D4rqqmX6w0J08/2cOR59onSZ
jtpzW4jrEMDV0lAG1eVsFsuirl7CdJowl4s7zWtqKqLsiQ7lAkMpEkRWUr53ng96FJKPIGYVRj+a
tFY7EDDeqfBKXJRtIjs/Sd1tTY7fNhAUF0Btxs4H2PBkhvOj4bFy9mk+Ib87OxlGJ4QhjxxQZLMx
SPK1Dh3FjaFT5BhlkuKZDcNdNEccEE3nPoTvkGB76CtK6p8S9n+k05/ib7Vq1I/2UqP/kJ/8v6bm
GwYK979X8+/7r9nb1/r7P/X8n//I33q+lH9ZqPbgNqTUf+rv/0/PFzpKv6c7uqFbtuuSHvwfPd/V
/3IsxyTPaHk2fYDzMKR/yfmO+ZeUriGEbjERR5fC+E/kfP49/8C+gky2KTnZPwzPNuzzFfL//2Og
OaIYtvdGF+uJoNC1UO40o7saPJ5qzD0XAwW4IEymoTYtVKxn7VHrsed8MqvqJ8D2/6c3/74M1xMO
nBbTA692AUEtbEs03oRHnZguWKdgHE1vp0A1gpaKOSHH82ywJTFx/aWrbIM0e03+es3kL2vaduCX
rk1+e3MXhNJBSYnCZm/DWC8x2lUYuRMHIe3vvhRP6r/JnJ5xsv+8ZkmgUAqowTRczk2ZM1H3Hz8d
6q4nCNPJtRtR0emyoCcfOO2VsvXy0Id4P9o0iO4a8lrAwRJ7hwsaPwJ+vUPYA0usk6ByCG+SG1j8
4/n7XRz2zEm/vDSuTcdSrJMpdS9IuJ3OTyc0IdfWIPKDM9mYnSYgK2Mke79p59tkRqQuGqNhTRJi
G89WvcpEh5z65ys5g49/uRDbIk4ClQNQ1wWePx2qahIV4E9z9jSsVHlQvE+1lt3Q3R38AJsWntF5
noH1IXn++bM/Eo2hx3N/LMdiaCBnaN1wL5i9dRDPAlM598eWs74Y+zGEw9UlOkuwOyZgGuHkLSj6
u9WfP1j85ue3Lb6tMB3eK1e/eKmaDhbY4JZyXYTAFnINE+BCcw1327iQXBco1/VOp7WPdt2Zd/gp
BKrDmN86pFo/mxMozh/28RZYjkGTzqVlp/OSXzym9uzWjDHFk2qUWotO4pzP8omQ7G+MgXTIhLU4
L/d1gksDa/iYfS3FLBhZCGiSsPj/rIu/ey5/vSWYn+kvC0Ma3B/74jUfTLuYg7ThVFmZHBzN/tyx
I0h3CimIMfIBUngF8uktQ8bFXMUQgB57La4eerT8zIZjiKF5Kl9rc9SOYxJbq8nDqF9hUXj+85X+
+tz+XBdJplu6ZP7IxR0ElGRxgBu8tUbGChM3vJQllsny2NbhyciCDBSQad5PUxlu//zJvz48JG50
ILL8TiZYmsvJSrBSgr5G8fTdWdd9YZSErslJaQwo00o0gLwxnkVHojGFqLodlRsdMAfGfuo67Sf4
BuP8inx4drgCNHZuleUK/nN+0P+xxHXwJPRxwtYFRZGWTEr7kldVsawdW5nNdwUth2lvsEJfz5Pp
GjvvHGXDpTS63qp1xXzbZJWMD0Wlif5ZBOFK0dDQ/KaeqYtn1dW9L/WJmsyS4bRWnE/aTQPANlsA
m83QoTGefjYs4Nc3wnRM9hjeTiFYJS8HXZJLAcEi6DubVttuiSB0W3FmDqN5QIWplPRlCqEZNTP5
Nva9tqUEgwL45/v8sYnO6sRFOJZw+JOdib/4+NOyJIexrajsDLuktUAGTmWLXk/EyWudR8YZmJs/
f+Bvbiabq3TOnATTpt64+ERJNK0Ew9v5ozkNr7pUyk/JDD0QhWfeUBWjm5ZNOR6rWZVHD81xP8Fs
3ltG69wWKv/eGGPGOR9n8TQZCSxsYi9Obx0iMakMS02Tby09I4EYWZxqlrHWcgqTNGv//D1+ovo/
PpR8D5vKiL1XUGhdbG5Sk+bkpkHvtzidzBVJpnZtq655MbWwOijR40Akv4+xMSy35RxOqyZXzv3Q
lLccVUvfi0JODnCD70y2vbUVW8OiSqV7HaQSZZwV9JP94OcUjYsrtimx5Hnts23rcmxC57Wphl1+
8F3yYj8wByc4BobumlD7dBsFEaU6L8yus4z8DvoMTUzlkVZtklUTMvRnPScTRlqYrA/KtdtrAwUQ
hqoEYz0G8/Q8q5HI/FyM18nYPjohXaG+ZrCMREMnS8EWq2t9fzWKOf2kBvr1IT6/RoIlgn3W4IZ8
fIgN/AZuUgigOZ0+HWnldWtmlahrKrlpF0Ar+OQZ/vXz8LdQx5mkQ21hyov9w+oYNZPQCPeNcSxe
ZKt9p+iIm1VVD2+MLsQd8Odn7TefZ7pQTcCKwjXh/n38fnVJAINhAoMfN5b5SOgnfdfm0TnQ9IkX
7lBZnyy44vzsfnxSPMuW2H/w/8D/1C9+UCdNoGHAEvTLmhN3Jx0sCZXK70kCVTroHodgGvtO1Wn9
2hwcQSHcFXjvPBDu+EDb8AFgI7CIdrQ/2ZcuDwrS5MpwcbvCo5Tjxfr4Uwxt6WlNHIy+l8l0E0ye
eAL1SCKBaPPV2Lrw0m1bvLcQFbEYFJ9Ni/jdx7smKRqdapZ3/2LxUlVuRkwEmfyZ/CNmhVJ8sTyx
0Ygh4C5qWkmPov3uNla5jxLN+eTLi/NQisv7wpLNb+Dqpk318vHbuy4YdixZA+dwahb0O896qGHk
LrNqmslHzc2DRz/uhpAPlhzP3NW601/LyXLTJV3sDFmzDOjIJFm7IXEcPv75Of3l18EQZgtpS1NQ
6PLHx8uzmZAw5HolfZtSYFubiXENlSw6EmuuXgZLfnOHvLpjvrr0C1TL+z9/+q8lC74y/mRP1XWO
qpf1bgxbc5aYW31guIZ2p6lOPQ740YarpOGtWmW1spHyR7ts18y6LBMkOlVvhYhQIMekwT795ys6
Pw0fbhcXBKmUOR2mLflWF+VbGMydjn5ssk4MCF497mCGsijYO6BJX6FUHDut+GzY929ugsM7QsFv
cDJ3rYvBJvkMb5iRVqafho3koOeRG25hBoOBtp2NSb/rG8AgsW3dhP8NmFj5SUnByf+Xr+2dtQGD
IdiUrt7FY4DdGa5mb9t+G0h0qJRAR7KE9hBDxUcR2tdKT/LdFHcVjQf+lmNEe2C4ka3om1VBXvT8
8ELPWf/5bpzlksvbwVhkXh7KHK7KurgdsT0ZrTA6wBwkpuhtZVVvYdLraAq12MAj3MAWoOqJHwYH
i7LBqqNRYpfq49begXrrxRIdzp22NFtmj/E9E6cH2UMhwEUbWfdxPIA70OJuDjbNYGCUL2gYDZ/9
vr+sAhakBLQPvJf4xazLGZa1yjPQY/RI4TsnMCFQS0h5JBWSAzggwMlBEeKepwXUJmdyx7hSqnB0
DB/wPtbT1E7tZojD5loU/JPLEjpsuZLTVH02vvPXRxEPrwSrxc5FJv7y/O8ou80gWDi+hvizwuli
7dpOfyZ06p2MeMq2biWmN6tUm8k2Yv/Pt/uXTZMChwLN1oWF6mVfjik0QYrTWYjxrcFnpeUdwtbE
UXBMBYcHvUbk/fPn/SyfPr7tBocTna3BMnDAXvpRERgaGwON40fQ/N5KTY6bjDMvWVic8AGmDLUO
TGvYsqdCuCL8uqYhjGkbJh9WpTa/UjP4CgIYhFFzq9zkZM21NXMtoM6Es/tCJspcnINB1yjV7SdL
1c/RQRdXz1aPcdegzsD3e7GxRqBRNB3CsY8vzb2Stec9iEI2B3x84VM+cubNRi3Kia5M7dGbrGAp
QqCu5Vg6qEcy6f3KBnD/Sc36c2TVx8uSbPn84Tjsd/blwNMayUSVs6TpVIdZsxrY9yYcf0H5GMM3
Vs+jGelqN0yC2JMJ+1Kt8662j+0snT0jZAgWaZqGW63pkvrkgaoI/CHXpuEwELvWF7KOe+tYGkP0
v7lwj2IbSzWyh3M5MZ0nAcRVz4wc3G84uyovHwoy3bZ3Uzh28FqQIibnKLIC+VB2LlgMIYYvHTh3
BqSikHYLC4o004maQmDNdUJn2wXArRABzhV3IzrrNnJMTf/swn9dvdmtDNh6DouLazgX+8dQtg4B
OjH7caWbOHakaL9aqXvN8ObwthBj6+ehq30x60a7DY2oeXBVljC3ZiyukpYX+89v1W82E2Rh3OTE
5E0p+Sk/1hSthCqiUfP7tjNMfhjIcwhzjPfKtppT0NigwYB27V1FVF9p7XiViTk/8Rc7B07FJ2Pb
fi3ALIxIvB2ep/MLWZc7+kSS18ibkQoH1FQmA8INel4Od5oZBWcZggx4mIJqaSv9GNp19zim5Cc7
s4G13E3Nsknq+UaZEnp802eflO2/WYE4AbkMxTpDcVmELjY4oyhCp9ar2cfQCRlcIV8vPBtn0I02
1pFaAkeJnGdtAjFvEdvSfVeb5PgF8DUFUMYYesW8CPJRJ+R6tOTAskt75QauPgFSnqN8PxuFVDAb
qrZcVVYQKca1xJSZMaeWz37q3zyHNBbO1STiCAvAxZdxyyEFJt4Lvyg8moWRwbys0Hb9EfduAPei
mU+kZvPd0IcPxFfcG0LZ9lZC29+kGRv7n59D0gmXxQMbmS4o4izp8HUunkObuxd1nAxoaufzLtGL
4qpouRsrxkLMC7Nl8EQ7yWZZeIa5Dka631JvdIi5I11XXKTbth0Y8AKHEoaODD2GUEWy1hcwc4lC
xsxIXWSy0x4ci8Ycoz+SL5VR4aJO2reYeO4rNGL76c/f6TdrPkdYWJrsW7xe4vI4USfppKW17fkG
L9h1JFJM4HVYY5/M0q+9A0w8TCuCsRiIaGwE3nscDmfGHy1EDDd3LcHsz2ob+cvPjCaGYM4Kd1bG
LjWKBGynkdJv8ZmPXh9ruymPMc/rAll5ZtIJgUMwbN2Lx650xbowrUaKuIVWM/Zo5qtczzok7j//
TL9W8VySa6M86uj43KCPK1DfyGrUMZ76TO+wnycIdisaRepETd+vI01pj2bj5J8c9X7zvCH58qzR
F6NzQEnx8VOZzNV3ucvZIarw6SN8GtuWgSqbpMnHjYjy/AAEVb3E+EwOZYNZDO/q18giGrawC0tt
8AbVJy3zUmB0sjhYRmMTacAclc7ijNNgpsVG5eQ5tUTDflyUwQPpkeSBjebYaHPtfPIrip+iwT+3
8nNU5/wiO3TWCAFdqu5pBuCbLVFfN/F5MIAcwZmvoD47D0DcQAloPQTlBXkNl2iZbpXpSnaGtxvz
tpELc+LIiVW0BbM053IonwpDhSEcyQQOydj0unE16RK8pK73Y/1lxGmx7mlHbJiixjCcPjFIrGF8
fLDgJL0EUjCsnsleTyCOmaPQMXCmKq0CpFglyKtj1KR6T2QFpiPgNTkDviecxGVtDjcpGQT058gB
mmFH5vjFKlxsMnOKgwpaXJDtZQPMbd2DqAMEm+P6c5mUOa9MMWoew2csRUFgm1m2C0x9uHKMs59j
smRwy0+HUTVJ6vS97mKZ4NAdO06ufRj2h54qJ9gafTOQVCSuDwTE0bp0R4WQ3iLk1D9iwxhAePLl
VvkwzdmK9sDgLiuRzetYNdWVGfWJvshKPPJLxWS6kTGeHp4goCogyxMwXpwV5KQduqCtXgJyxvZS
p3vLaUkbQFepQPcKQtCKzT6fmCsGNLurt41V9bsmm1tMk25CfDwIHRP6Wy2vPTh5+l4oemxrxk5F
JJtCclurqMLdvxlaOIcbmTbZHT8ey2Gdnn8o0taMiLectF0JZTvf86qAiPbpE3mx1vBAspwbxMho
0emcUD6+YmVl10XEks58AECbCRALn9wl7wuc9JOc80xBQ82gmrCJ700l0x3nR7H78+ryi9bGB5Bt
O3dabDocvO8fr0I367lxOTGupwQfdMbkpD3ThHVmw8RXsE8K3BX2PZHeGDU1rCFn1dZ2AlSxoSni
rUPMuehAcfP+58u6PD39fVXUOC7ZOgE5+eNV4RQkjzWHwbqe8uE9S0d8SgDDbnqG+7xYENc+Oa39
UruwwnFSY4M1PEPnUy/OH2XaR4VdQxt3vdE7JmRH98TxsldGSxjL2Kp4N0KzuJpJWeygCMc4aaL+
fMwSMczzVED96ZNofrKnOr+zPCO5t/IS6Gjp2Cew8awRVTo7uLCxcsEFEPpnT5NpnS/xwwJHYYgp
mloDuA7l18Wd9MzRKplNFDBCqZttYgqEeHdVxvCbpVu3sFNsJonsmXpB1ELP5Eyoq4jw73azjkPa
EsMJQk4zbNKB6Rcr0XOoBdERq9e4ORvWhJPv2qhg9K4oGv1rmKbU3aCmsBhWbl2oVayX7VNdmAe8
OIB/GPvI/B4ijjUGulRF422Uw0Ql4djBFZyZTPAS2TPurKptymKDeOdCp8VUnWybIYT8phinma2J
5at5FzIQqr3xgOfUyyR3rf35fO2tDL0W1hpTmep3KSyYt7JM4tLHop0y2Y6TxJvTVUUGUC+R6cr2
agrHDIQZAIlYzCaTNQKjXgi3no4zpChFKI37hWhXf2eByNoHRBiwwnVhcye7kMgCW5/I90wlLSZ6
6bT1Vm4uravMlSUvgk5gDAbLPHw19SlnIN6YAPVQ6H7DprPPDSacLgUmdaxf49KmbWuuM8DozTKt
PKZUlYauM79vnIm291nsDltRxhmsm8wzp1NSM9JlRSyn3Az6EJwMg6V90qFg81sbd4HyKIiw6QH0
6YPM/MYChDWbiYSMCIDcTYaxwI08c4bwcxitW3Sx6t6UbaFtCdlwloCklFoLC6H2mox6SYzAShti
QZ7OuCAI/sYrMUHvpklCJ1lGQqUgACCuMqylaOYHTHD1AH7Oym401cKZ0dK+P43F8N+EncmSpDjX
bZ8IMxCNYOq9e/QRmZHNBMuWHgQCBHr6u/hGf2VdqxyUWVl2geMgHZ2z99oE8MAL1PvORJtIfykx
65CV50BdmRzSJrUDaOnE7yYJQlwawxjHAriRErkjwvuUKN0lzuaz9IasfSscAZLaLrXuP0BVn/Sz
lF1LhGTAxnRcSQ/6WZWcXa8ZdpX+SJhIgMo5bfuPTjYC30j6FiJc14hBn+iW16T7zQTLMa4thrtO
KRJoNluS5Dxf5QgkOp0UoFjJm+ifgTvU3ib7az8mQJLq+yXmJhxkWuEWDCEan8l4ITSsGIJ4PCt8
ZfP9PFcev1lhMaSrR0oGpp0iJvTQqvoVUz8yb79FIh82c9U+a2+M2PljyFdQsj0YajyN1UGYSWYP
LWSC8pjapXhtJ3BxOxhg6XIvCINSb45VKP9r3k0D3EhiPhLWrM55acMYV148ScZjWADKe6iR6Xjk
BW/41L5a6jPBlHV+9iKMzIaGfvOrChWmfde4eXBr1BwxTOHP40+YiVTHP+hMYG2L3kOpSaczODoI
5Ke9oSFrn3j0FG4sE6zFLiDk4ZQ5/SpPUTwgpNIeLpgGsgWLOqcWDnkm+WpEoCN4R+lyyAs53PNF
6i1va1quExS9kMyMInkbiBmSzywosJba0VsyDFLbKMYwBQWHKEiwqGKtD1k2kYUCRXupHqBgYNEM
MkrZE17s1B7smvvVfs0CE8Bp06re16L2IKAGa/IGLxN2QkuO6tuIWflnOEwdy1s3Nwl5azEBgcLU
TQ60M2DK5tB9JG5xsMOXQCgMGWquW3AVWnntzvFqSAZsp7iKRjfxzNUV5QQBiiSq98pM8S+DrO2d
gIy2hz4Rjs3ODZEF3PV1u1knGxOHx2xt8TVWE9EX0BL8BCmxbMrvaeea8Wj9Tr9HjHuHM+INzHpI
Mq09zKRyxecac05+9JCWkoTEEzPup4Bo6hco+QF9jLGlYlxEBWq/hIpx15MC9aP0Yge+XNKFJVKH
0AYv7qjGmwlSKr46sJ5h2obN4SEPyvyr01SoeMQEUQtNbk61wmB9GI99GNWXQWcSVGdNDs6OTrZJ
Dtk8kgAZgn58cftp/Gj1kOKcnquxfEj6UqvjSL9AfEx8Hfzm7qLyBby4iqOmSHqHeO/0AKUCe2+M
1r98f9C0m+0c10cfBCGxy46tKYKLfIheM6AcwMPC0IjzsvDqnxcq4vlY1kv2cRoURPKYqZ1/jbJ0
uTplWU/XCnr6m6YPAI4MutD6sBSO3iBcYVSdaiK6cDElFsF/LzfLfexqAT1vZZ8J6aXhE5yBPe3o
IY2AIQYClw5+2IXkNzl9dilGl5S+NJti9xC0MQ8wcdnBzR9E094cqlNssc3AvW+tGs8I1HFAR8oV
H7CY6eItdQq28qnGGXsjsdaOl5balIptnD4orB93jJ+zl7XiHT2uUek9V0SQfZ5H2S3nCq739IAJ
YHmTvsaNqRvIwE9jZaH+e6i4t0yqgCU2J7vI2fNZlpJ5XmFw/FRDTu0HuRxJFL6dGozQmIJMkY1h
jy7EJ8xa+CV8i+76judAp5slcnw1Mz7JfSQl3GhUeAQf1MviyaO3+Cp+YXawdKfFU8mvnNgjtL2i
p0UpYlfhMDWBhQWYe/wr4dip6zKHy53FoDOBXWL12g02YxccqQi2XITBz3emKWi+JRO979UgqTtU
pl9BolZxCuWFX/Iv9RyQsJoMJVhZgbsE4mBev+Plqcs7Q997vQ6xBEdbiQbroWEyfSvGmlonroMW
p01kUX84EyC+ZGqDEdOT6z5WiAvjvWx8QfFDiXVHFA1HtbmUU36weMZdHMWRd9dFjmX0melluVcq
ZjZra2AuqohXGmQLDeZbWi1shC2TEKoCUP97X9voFdnRCB8qrN3kQ1Pnxn1sGJvld1M2Rd/RroH1
TToSy3b5MLQlvYgM9nIr+vEbRsvNSzQR6n3jlG8hgTdSHTEfDfNmRYJZEuDBHvcEZtTg5pZ+fS3X
yI7H2jrLz2kBnCO9+iXjbeG6+snbUr4sDabJr+dzpDpsDW7n+i/pasW037rcSPqYQHkPKMsxP0VZ
5TxgSqVfLpNlJuBwSdzmUqHank9L0Dk9ppVaHpp+xgaQrnF8G2EYOZeyrbk3rtdkHwu6rzv6mxUJ
1aR+Zg86a5EcCLpazd5TXUJs+Yiq5UpPZrlCWxbjq11a5eyk7YNfGGwX70TN57gv1hkw7vC+R+mp
8fPxJUgYRB1n7H8WkY6gOmptTjmsdVomnNRthhG2H5Mb+yrUNmSqTQuN0/PmCzBSOZ9YNSINxmuO
1r1MkkKAi6ElR+Q92NB9OvnBS9/70Ki5fucyhmYLHWUhJ6LYYAoMaxWoQxqqGFdAm3oZV4E1BoLW
CJpxs198o/HpPnSY9AA+MbSsoTxa3T1nTTSlZ/itOWNNz8d3rkMPAhB5DS3H6txJTkWHJ/4c1xib
z3hK8vCc4nVsjg5j0fLKB4zSVzzY4ooALbUPPWEp+RNwyHBA1oeX9lytwvtN08k3t0XVLqweV21R
MkEjjnIE13podNK+B4U7yktbeARt27nwoQsH+Cc0mDmUbwQODI/GWaksOxVk/SVA6B8fUoi58I1p
AshjlxCFBfEEhwy0ozzK628ZqYQfa4D/RAtHU+TuBLHS4jlpNWs6czSQKZGzyC9VCbX0mbzMcjgp
En8HpKyEdF+Kfoqyz6Bj3OwSmjZ/GqFY9nes4PRhZA7RwcAIqG6+CRTqNkaEeMoXUFUnaAE41ZLM
Tua+DHhR731Lm+OJHAqwKUWTFelRMGl4znucbPtcDTEEDJJ1mWuD7Tf3eTIF+V1fEI+AHBp907nT
E9h7OAvOoe9W1tQCmMgrjzyKlgJJLJorQq45hBV90J28bq3vPMFB8zCHeC6PgVTmXngphwj2YM97
yIw7k7aMNuXbmHcd7q3V7X5C8cLEV8aNuqYYybMDIIaIQDxc2q+9D6DikgcIxo4cWFKc9S3gJ8Cc
bgYSqV78DM+94UoWifd9vzYlMPuicjiHFHl2Q2+aYMpSJbfQ6dmyTTPFRDmjcIL/57eOcywYAR+J
8IRSUY1Z/ysLZgZfS+0YXDpO5F+gpzbf/cVwKl2MihFKjV2JmRla2a8FoGR67cjQ6c5ExEsO+j0I
sJ3pukIdHSfNmlPizC09w2CdulMsZbgD56CD/Vyl2nkFYmUngh82XWzYBMOH7W0w+74JAe8T2afe
mVf2bx5PNDm0VoF/UeViCGptYlgmdcZRbOfGRYkBzgsK6CTaH89jt8AoH3OUgQZf229T4UW566e+
wvXl+/5txCoVHd1AqeLm4BKDbEO6WnAIYhQgESuXONSSo9U97zOGINPG8Wls3PabB9CqOKuC5PE7
1l6SijhKRMexbMKffWs8B2a59d23ZA5Irx+z9kKfu91Tn8DwM53vym9JaN3HYqHyhv07wBnuShN/
SEa0fgAhFPMK7XJUONLRx6YSLatuj1oT7nAGNAnXY4oD+2HOJjVfmSil942KhmhfCm+A8IMMVp88
D74ukZJFHR+jcpI4JxMry1OR8TxsGLf82yRVH+5juDbJYRH8Hb8SfOgG3yAyk1gEP4vJKd6noJkJ
FMjU8kbfLn/Fd+j+4KmowKBTIbU7E6bKXinlx/wxUz1hwUM41z/J3dWXAOgxFqHIoT6Qaw6lNpBG
Ly9baL17EKIjGzhrSGXeh17vCeApGXSLigJO3ue2FfG9bHsup1v1nOwLkdAzGCQzEeDdJtvUKZSp
T34TJWrPdlBugTGrFx4W2navAZqujTBrY9aJok97Bya/SJtnqqDqHpauM93n0okuCXWcePDXSU5U
zxjEnh0jwNt1swNnSBTCvPZuQcMATxnhER1bi/zIlKcdjglqRIwZmZOM8MOW3n9S1Rqel3JSPnpF
/GkX3pjki48O9JgiJ2cToGix10RUIR104SQghtN8yD7mGWj4RNQZyZxtAxQnWYf1AJIvA0G4algm
lNdedwvyoYDbgIKE5YlB3iWWi41pC9MF8mt3Dsj2sV23YbaZ/3akzZpToJP8zl1z95sZZUweIZXO
bctCM7d16eoA+g9Qua0ttYWeF9567GNRR68gIghE9yKDWkUJVv1QKg2D1SVP8mybIWUiZTOCUoIc
s18qI0KpYQUSPZO39db2RUYZgRSEpI9LOgvAF6H3Kwb2wwq4SlnTe9akVax9dVVrldR3oUpc+uRJ
O9FxLtL0ZdCpE5/S3ITXwchhPJRpOn/NLQ2GU8/Efz1MjAL6p5yMgu5D0k9O8uhjcoN4QyFHsx0B
NttkbL4MCcmLrE5ItOeWoe+hzaeMg01Wz+NuUuChn2OHivk6lG0qrnINao0xtmVP6T0NkH6x25rp
1GQwU35wYL5iDg3hbEWNdt8XzrLrcTSUPsfZU8qeMK555FWpKoV0EbMOLg3nKWYOKO8PJAWUb2wy
UXRh9iymC48VOBOM8uVy54SF7z5xl+X33GlxIkdpWq77oVcLidywlepDY633g2Ra8IS1u9r5JVVp
kR/bkNTuC8S+kPDRDrqOXbB8H1Gn1bcyaCtv5zE40fiPveVzsaFzNxetZh+s8ervk5ynda+8HJNg
S/cA1D76l0Mhg+GTjXL8kqxJIZwN3bM2dKHi8DqhrMUbjEiOvSlcpvFxnCyqd4Q10PdE5xQPC8FS
QFbiPO6vEpAKCK7ard6Xriq/+XMF5Fr0ZZ5dRBnF8x7qY9RfZ12IbJdrk39mNjXuRz+a+fFJvH4A
8ZcxWODUvdw46UxM8LopPbZL5+OUHHV+KxI1O4diyn0PuhmB7TuZEXsOmaQsH7DqYImVg1T3bjNw
cE/7WQW3kI3jy8jEtCA01wTfEzp+2bEp01Y9kGFRo8NTRbbuc5cj/s61pFFjeOnb5S5JlsC+qCpB
li5bfCo4VG362TSyHO54MIEleU40yy++HprP3gqSfkdGRBc8FU5pw30K+8pcvawDQ5Y7Tfw+jKJE
6RHlw41cSAW/hFK22SezphcItGGe+AZo8Zz1rPC+LLqrf80yknijgrj8zcG+a89KVTZ9DMnRVse2
M/73uV3cAV27Fz/mEKawaHeJiM9eMXA95EpW6U7UofOCBDAYzrSOiiMT6pSqbSEA48GzeMgPfCmb
g146/ktLs4dwUYLwfiGGmwRQ1aZ0L6UqGQ7Os6yfcxXihV/oGNecDA3UoMpOCeendr4bGivod8k8
Z0Nbk3Q8Jd4K5sLhE+G47wiw5Ythqk5kg9EbPkI2v1Da2GtcT953moPoWOo0xoPmWg/Pu40I1+l0
+3m1VSU4NuFpf8YyKr6U5NbkhwhBI0D+SZNdMQHTWzjhY+6g2HK0vuWuDgr4KPo3vW4jXxIfktYp
jI0zvPrsTtGRxIqxPQ0WKBGLZOrXB5oSSXBzJyvqrdaNl33ixE3+AEAACpepiXQ+OAVHnB3ftbmG
KRvYQRLph8B8tJRvC6f1N3ItmvAWj1u+tYKv8TD6XfFmfMWJTJOax3mnA2o+WkecBzHEZG4VMSXm
Cv6F5qGal/RA7hbHSI41+XOmZEOKqoYstaOPIR+CGLP4jfl0pE+577bmUSWDHB5duYYhEEIoU7sF
FOz4bQJgwWQyNsO5y5GK18p1vjYRwa8oLk12pkRsR1oiSkEUtmtyTdGlEkQvITackrmsu4Oua9Ir
vXCcg61pIWMSHGYbkrzjV/LJbStsOKMl54a/tazRJ5qY8MR6v2votRRN31/4xKQurEgY9THFaDXf
+tohC6FMfdfeRuFNxaWoK2DespzL+ZDF7oaLKnTs3Bd6Jo0iNIagj5QVzZKlQY3qq5CMjBSrak8p
0Uzi7KydSOlWJE0t4Frk7pXCcqSdasXwRCZk7V1g5MvNt55QhCf0PvXXXiOdeTS1b+obMCb1GWC0
/I4cWORwmcbcPUd1731IfUgIc4ohY+8OLg76YqjK9Q6X59iedebDKRvY1He9q1BvrT0o/b1H5O96
H1LufbIuaWwHk/mlOOiww4EOM4ZPyLIWVIeAxtmXxPbxJ0kkLm3dlBbUoeFEuNKy1EA+KIe/d8DW
v7tw1r6mc6nXSwyuEBFO1BQ/6fFN18BMnjyRZw93vkt6uPo5ERhv+IUyKIPE9ZIiyTdDzzeH/xoz
DoLBD1iQgOw+HK6i9OSnvnLtz6oYwPBrFYJnz6oGjgLvs4rI8qFFfvDm0SegpKqMvOuSrf1JZ9jk
D94i5u6Y86niczsP7i+6rEH6WfZlF31leLsSu9WaACx/6U3eqQIrGL8qRElA2Ra5zL8isSbzQRRZ
4h88E6BcLXkS/WfbU5TsiZ2kEU41p4NTGcn6QVczA0Dmw9U3KMjojcI1hwu5BGDgCxO3NCL9wd9t
3pAzN4Mf03spZ3wRDvQSBpXgUCjTVZNWxZdTP+YyMt3JMpT+Oi9YK56xChXAHeVcyTtqyY1KxqI7
BG3hnIilF/CjfVIWoksI8OynEjok4yRQ7fhz7cYJhY9p4DzZIZvdPXopDvZr2wBCow9QJQ85nauX
tK0ixZAMwcc+YQ7yKej7Yr1PDa66y0KtBR27ZkcwtNqC7w0P7LtOvUkdXb+sARgGibgV08h83y8g
T9HbDSbSRsrBrX8vwDZBUqLPVCcg+5ElJTvJc7unQR6QHeUO5lJ0TMsOBt37T47T5XpYPeH8Zjfm
QKWcCbB7gVzRfWstT8+jxeVX8hIn6lIUgYzugVSiWVp6OvZ7WVeAPYJ6Y+bl7dq/6rblhW3agkZq
kSvILd1IQjeBnako91O+EGWzDBWPcBr7zQZh4gYA1p4Ntljk0oRoEGJ6c5qMnIqCGCJgkUzn4WqX
PlnfjYvw1EU2KQ8lZCX2Wwyt5WczWNLWQ5LE048M4Lon5CIjpJtpGKu7aVa+u28QdJP5MVbJE74x
+EBAWISzB842TEd+gXQGbMM/yH73k11ul+ACJ9H5ZHoWrp1qbGUACi8pcJxMsKjRXHYx6CHpeM1y
hs47mgE+AZAm7PY4R/1oP2k/eyRhcChP86pHc+Yusd0AIQPwqmPMdrxgMe052OFKX9N5mcE2Biud
Th1VCF3MVExofwFvRQeah07JnAhN/KFjEDwdbDTQnJu9BVjdQG4NR42h6V6wO3rNyXfsLL8tXqQ/
9Cx9nwcwY8URC2EvmBiN/kMuwk7v63ix72vex0CqSdusmCnM5MnyApHe5CuZ62s8qbw5EE0Se5ew
sN0P+gzcK5WP2+s0VnNzqEWhzLlpapIQc0Zze7eG33keETJznuqKTO4ynS7vmiCXH6kODQNVppZy
76cyvRgExsO+5ZQH8i6WQ3nwTRzczSQfM4p1aJiR/bmB5ZXUeXTmbZ+CO6pVjHZ6DqNfHIV6QgEA
q4ScOGoT33BgoSFJu5KBm5xBdVLKZFucrUfMOGOleOuLCu+pVjzye+SbLJQFScS3gS7z8OAi3naP
ypC3Tomq4I/WKRkbC3/kpWlIaSeevK7yqyHz4N6V5G/ch0Uy/FqqABjPPNcO6FwQkfQt8OOfKlbi
6dQS5lFempkGDq015qiH3BrTPuXSRajU8Tmjs0TDGpzimiEgQ4RiuGd+SKOQ+FPxu8wq0Bo7WS/h
Wz34aQGsa0S/4MM0unjFxDh95/g0sPeEpaXuAYKr7+8KAkKJWNki9PIObMGxJ2WA3XAJ05telEtM
WR+5XwsgjLBHVrPMf9OubcKZP4QQqCM2+0eM2hF8xD/FI1nlcmbzpuTYkaJ41jRVDuMcgl52ihkD
YZf9zFyoe0frSX2i8+Gdlo6MKuow/7ZGcQqsCtrnZG10qTqSItp5zD8q3lkK+Cz7soX5HAPdgWht
0lp//G/ly3Zx/7h4OBQhbjsRCh9NSvSHiqNu1jqaGZecOvyfu1qI4ppLCd8nmv1rrWumKK1caJwy
vfuLhkT+qX7EjLtJLcPAYzzM///xs5lS2RjaL4T3UJCDFKJRS0eiJgh2Ttz6FLFjAfYsGX+XZ53G
Jj0MUbRG50YSUnLC3bDxsUQT6cugWjdE6h7T2+eUjUbO6Aqgm0+RXdyx0WUv2jTmQymFsY9eUcbl
jnrVVBTxJBIxHSJqm4FGREh0I+nRHYNazcMpn1Pw9ILpDxMWpjThcUiXRj1m9Zp/KsJgM2n3trgu
zow+fCWt72OBO9vft3b86aNn2tPRbT+hgp2emXQMRzcuCWEb8zlEfKJHGbU7tKVEm+Yut5ovKSpe
KFFs/y0v0yg+uCNjuB02hvKbXSzo/R3FttN+puuMNVwHIeSlPOyqn7D8Eah7q+8+T3OK7oX5bTm/
5tkw27MXoLtihU67r+ESYznWnXG+Il1BXg4VFwBSrALT0WWtHTrafpV6p2bu+y9lBNTib5L7fwmH
tq89AjeyESI2X+M/3xfSBhza7xJ/Z+2MJ9bYeAevLL8Kbv/RH2vvYKSdvw9J9WWOemhLYF9PbWYf
iKFn3twE85MpuOb/fhH+JQ/ensYwYAiOxeh//vB/XlZOz0TQO1xOqFDUI5uZ+57k5XgOoLO8gRPV
ZwJSGTDGCVApcsP89zAypA6h2t0LkUNYEqbx/6KX+1ONy0XxanCPhESLA1vknxc1CtVPLi79k0Py
5W1IOlDJ6UR4Rc6iuDMcOq8hkpu/2RC2N++fq0KIly9CnoYdNg7+tBhHcqRwCphmaUVXuxg0lWcV
DI+I6dGTYHhmhMbp+c3p6+LWB/Mn/pn2qY5be8ki6Z6GLaQjJDkHTGNFrfTfX9X/7+rge7DWRjjr
3T8fIA81dMUY1Duxwj6ZqtUaFFrTPyhRA73975/1L5sl1V4QoXPDZMCTgeTjn99AzpQ596eMRZtg
vu+TJrwO++2qjyMI/J9ipVbri07AA1PrQ9u5tMRrJRlPg+7970v598eWcIvweyKbdCWcin9eyViO
yhCqs2xZHuNGDAShrQsiVOLelj//+2f9e1uIBUpIz0Wnifv4z6WZ5uSEvCK3Jx/y7MAIwoIEn32G
gl3IEUsz7v08xZz4J4qBv/zsf4kxkegn2x1HGYl1X/6xPmhww4ydeOYnwJyvpmECEIu58XexJnnQ
C6WT/+WBEuLP5x0zPS1tgecK24P752umOLiApBfpEYce2pUYwlHOouR2x9FvqOn9YpqvUxa5M+q/
qu/2oMi6Mw0sjvgcidxrGwdUJMa2Hihjp6r03nMsDcqKQoDnhSGAD11wA9LWNYe9IhgHfQvt3ENR
sB2Dlf/++rw/72GYADGRMg43Bg0PzR+C1rFaeIr6nAM8WufvnHcsmERsix9Y/snBzELzpY97ZJbN
yprWkHqAZCyhmzFsDlm233A3+TPd4D5zH6bJ8b8uMivv//sq/38XuRUeGBb5D7H3Hw80AvGmYc59
ngBLeqcV4ur60e0cGMTuuHj6hvttGr/99w/91wvNreERFR41TyRi7Bf//Knol9whAPlzVt3UX+n8
KCqzIHylRkuPlon5gx+l82VYmZ7sTLsdGI0knI9p9N/8fv9zJ//fdTbaSGIx68vmG8X/s73y/wf1
kjmi6FzmT+fUc9HXdcgD7zqtxQMsZCvvVSSa4s5y5qseeSNS74wFr5TXgbMTZmJSrakNsMX7B6yM
yXyP4pUhBiKyAUCi8mjdrLXmV9xBs4w7lQ4fGbDU9hRBV++vAIKx1XdZ7uYXoVV6nxQoOIiO0rSN
1UK26kODykHeKmjc+a30KpHeh5YG20Eb+js7GxgACQWdOcGcwSfTiAOoJfDMcMa6R32vP4ewZKAc
2tItn7qhpaELMdfeqblIojs/GAL/UYwomSCquxGhzJsQMZhyDHmdQ4ggG+0cfZSYvNMDYcmheUbb
li972pdYI0j7ic5/eTz+XAoitltiYIgM4iFhxf9jlV3rsaXfuLhnnAduCmQgAa5O3xOfWUbMFibK
HvPfvg/deMb5lPtw46s6hk6aFlN95y6xQfTTu8P8l1Lgz+WfdVj4Eg7TxoJAP/+HQwyfpwt9LVvP
th7zwzhmCmdqxduabVbVv/jR2Ej/WBKhb2BGgTDC0Yb6Q/6x73Vr6TQ6GrMz0jXZbwowr3tKu776
3fiOWo8+rgi0XCXysJcp0eY9meIivk00CLOndcaRcq4mgiu/EoPKeZvQI+m/0H/LH5MGXd0+I04i
uKsQJXlfOqetlw/EavX1sadMXo5KaZCSYcyM4xAal3Jfr8CQHtKOfjtOlv/d8A4K2KN102zeT9z9
8igX0tHPaWUcQRI6SUre+1Rky3rROqjtR+mh/96ZPvCZ60E08S4JEVvnwMHTBse1HT4nXhr/GgmE
L86ZJyHZgeekryUIrnKOgNqar2SIemfXi9LoVnsrMlxcWqm77yuMSzjtQZpQ+/v6CQ33EDI/p7Y6
MxFr8oPOidtlHpVN+ggTek4/aqb2Z2CrnPnCtel+LL47tydESMP/CME9qeACR0rfO9Nv1YFpVzYx
9Q/2Djo+TeITMs2YRvT7MS+8D8SxlumecsgfPqmKlJqM41NzDaZwfvU74mvxNqZdevVluvz0WVlZ
4js88nu/mqYPsd8m5mqYHhJamGT687ZlJbseiWm+J3XbI5ovIB1kF5H58turhUsrthjXXy0yyje/
rgb5s6pi9OhO3m/JB1OaViXWbpNBBNVeyRCChwW0d15Xe9LPl4iINcylR/Q2dY8CK51OgWxa5qsD
oO49wx9OMWh/JtJE4sIFn1Y1lcHu04ESjuAd+Gym3HEMLHGZnSMOrCCuyev9Ei/0gXeymQX9rEil
X9kgNzBpQphdee4WGR5Fifbmki3lKt5xz2I5Fnacb6QiFlc5OzY+IuyLMVIzrmM9m0oVX2pwR8DM
81j/Wgg+TRBrZpwjSRjCp4wCjrkDyrXR3PVsQPlpge29RQZ7YXehLyHbu5yM6zsDPLG/0WOXOLIK
mS+7zs+L72PZlgqvsQEC5xHA0uyrwSMOjJORtBCgLV9D3oYExa7z2go40CJ7FgXqd/o6YV0dHN8Q
DOk04UoOY6SbNxetc7jz2qW4i+cqwD/QR+EvWwoa/VhTYrU3Xbo+Nfz18tCxrMZP9MhRwmTWeV4A
yn/j9B8lW2dq5Qlo9PegsqE4UUZx1pFYzvcK5jvhi0GjJAPifIZ5NHvJXrQN5ZPJU5Edy8EvbpFX
eRWpEDN6O6dpPwByXq8tOoKfiEr6a1TFBWNhUVXBSfkAU66tzzcIwaRGdIlRJlYHh3MsIcUBESg7
JoX+fSGItrwMc4sSeAy1QqqDQZbiG7jCbXb6/J127DQ8ZKNaXl2vJjlrbpR3j6bTGQ7rSBzqPY1L
gJHSSpm+EiKaA6addQmXfmRig4vFii+t59JR0wUOwh0NNW53i24RU5mXucthoIxdjsRJLQyvQNUN
zLzT6tmpoe9e1oXWFkq2UoyovOh04OHBqABgOgUdzty1QGmUZKxCyabnkWmg70nyWMFP+xKycMFB
/wXZfv85oEkmicYMw9diXkhQ8OOsu7ObfX7nUiJAoa4QjxD/UZlPBjlAd4vjOThA1vc+N4B52/26
Oq09tKrMlutcxvVnUHzusqf7EmSESjVts8e3VQJ1SvIjbwUtAaMEcBmvLb7UFY6XS9L0xRdcjHho
0iQjSkHUVr1nJcJAqG1yYeVjmtjyVNQ82/zz8UdTELDMQCgtP3UDnCGAZ+FSHy3Sn5Mtl6Y/yobU
yj2tbDc9tXlZQAuORbm+jEEzAOSuo+C5VRkjjpakoldNlLE4DG676UMsYun9NssZdw1UmoL+vQh+
qIq6/Ugsu1RXLxjtZxPllCG+5kktwHlFn2oU+ehN0CyVB1r42BLF6PCSz4YBfreqNSOc2xdEadAK
3XtLEh4dfqHbSyVR5OaEfv2I8pAaCWQ9pA9U8/LFVAvLT5uP6demYVa/n2AUsfzECUrH0YSYTNbS
frSgvZrdEgzijbqtJUaQGHf3CipsE7QnGJbIyh46QjSZItK+Eo7YLW7gtLtcuLK+Y9a0vJcL01LW
8WXJX8NMVz8HGNcvtUvY1CVqQXCyYDlTs4OV7IWfPOYqwM8HMEE3AAwOxsooYztiuvbJq1ps+jOC
vu7IqDM6uCujnoy0RvVpULmYD0PcIktnmWLaHAAlBPCxJoEljNzNTk6CconUC7coLutIqbRDye2R
Nqb8hsMpUwASOmZ8fsZf4uhEaFMencrOiwmI16L7heWN+ISpVtznvEcTgdymjmI0ifKIh4kMBQAM
2CsnrGFWFFvwTdT1P2KGsISGQdAgEI44RXmZIz8NPigd+wuC62n2nhdh4+hjGvHo7TH/sqnBcqK3
lUC538kQAcahLNPsVZS4ebCAz8t5oHogwmrEq0WgWlJyR0Zan1JNNnuumfs9JhoB0IFbO33118qB
jV1lzixPBasEf8d4CRC8zKmPAwGSRLsuwtXspv2QXufCqYu7nKzMj55Zk+ZK2x4DGO368UeFUIuI
17VP4Xy7TXCUE2SfA2KknNRP9s5256n+0xgWVXDMW9RsJ0+S28XoGxIWAtdqs3gkDcOzOsteK1bl
H4i/ybgFXxVEZ6MxcaDfbYvTWizTu8zd9Efo2WS5pHylx7xq1LeKgyLJZUXT/ZJZjMpv4M1sCF5B
gIVnoWv+H3Vnthw3kmbpV2mr60Ya9sWscy6A2LnvpG5gFEU59tUd29PPh8yeapHqkbouu6ysLLMk
MRQBhMP9P+d8R21awsUVi1POLGwcU0/H7cGziyCGI5doINmpwnFspzOPIw9qsLFQfKlpHVweyRGY
MzFEr0uzgNfzAK83RrulHszbSVW7dzLPSrFz7Yx1rHCtnj+vB8WDRycQLV5ZsJwPdQ6gExpQdSxM
jgR88RRXTVYU2bS14543MTDJSPdJPOzixSY0OaU+WT9/MvE+07eQweZt5LzckOZr1j6ezqbaI52o
ruuge6OzuzSaom7X9repE60f0jVh2vtsyj0Q9Ly/k77oHuZO6XMfBKK5M8rMpCwB5+PD0MwFpRue
YwOKXydECd+zNBJzgxxeZnLStjajMwryAnqadtwpfIOExZGvzJd5OEfOaV8hXBE9MCZ9cK4oM7DH
yE9n43LBUcfSsxjNtKlA6yfndCiqLnSLJf5CS67z3rKcOOEwZk59Vs2DeU0aDoGH9LPM3TOtsqpp
kzVg4k9+Cutzk5cs1ueAMZpmZZxSC8jzILW35mjY8SVf+sXHOEeVYiBZtC40NPiLyRqkDcE4ddw7
u6aKYGsk0DxPfsVF2qxHaWwkiT+UkaXjLNuZWeecs0te5k2Q6zY+nKz2nzUxJTqLExaIsIIM4x8S
kVOHXszporHdgAa0nTXsvVXoIdcEl0nMOWJjmMbiU9eQt8tV7rhTTYNkrPwtu2q5HNigx73aJLUi
+A/7wdhkVMkZWwyTjbYZpoKNotBJqzw3WEgcKpLqln5lU9OsTW/a8gKmtFae6LZLXxddmYyBVZu+
xS7XOiJeo+R5beCTPWtLq3CvYB65w/feoUpum+PjH45Vttg3Wpbazp4dVc+qj8NtUuGM96PcsrUJ
XozErg5Tkup+yE+xCTn1UG+u0z6hB3oazErfegwtym2macTbbCeT4jy1RZDdFu6Y6DuX1Ws4jn4h
knuPNOaah2wssU2pKS6v0gU/yUXZTm6xIx4ixmdjEA3H8X72kwoTNOwfr0jiYY+IV4vbAj42+YB2
sKhCwSNA36H7Vzm4EFPhI80mBrlLvJgUTLotLhWc/Np4DaB1rTEpsvpGyB4fuwfwboysEe3qXIzM
S59sejtvcD8Sdl8SrAFsL9PyWZ9FSu3Hr8/rP8+Q2OnjYzF8z7UCMBofJyiVSB3sAULtsarVl1Ag
vjQk+MYQzVjfNOn0OzrvOjj7cWIDOgSdAJCID7ED5NanFH3A4bsY51nRSJ0Pj72V0peVa9ntmEi1
Q62IVRRU4zOgGXXBfvd3wfH/7uUZAEAXY3TEpPLT21W+y4S5Q5XQ0xH7kqo1GBe9bXcPo530j4HR
i++FrHFO1Wl/rlna919/3J9ff1VsmI/g5uaDYD67Tk9+GFgxPp27jrTUnnFN7YdEuJjCsB87Yn+S
WzAe7Xbx62F142GqZ2/Zbn79F/g8llinIOgzbHYMptKm/ekDaNhN6FDeZ3hh2MnxXIuTljb6U8Bb
P/ddNbw4PIt/M3n/CV68viqjIHhhLnIl2/yPb1uQzTO7OIE1r+WPKDbpaRgrGZl4VdONnpFyEJnv
n2UGdA1aPINb2BLlb+Y/P330YPCcv+gJMIxNK1h//YeP3vdH0sJcmX3CNrQ+OS5UtzN9VJTeQUBs
l7MWdFR1m7R2960MhH4FU0X2u19//H8Njn+8/9lUQTWBXYAO6zIk+/RJAGahsoxe8MM8gj1mcjp0
X/WuGZdvndOOwy2uFZO6IKYpzpqRk99NNuLpjsZIIS9k1hsF1aSjqV3nVVD330fZFISAU9cTZzxd
AotsKV+ncAgkBJihWQoKgxqPqlqdrg3HTlzWW62b1Za+H2FFmjQK/WyZfPy0U5vU466xdTc+ZMCs
ygfiF3b9jE/cNy/9TBG8cJKYqhdGwA3gCxc81aHw1GhHVEkqtVN1YBdEyEkchpNmV/pIYNipn9Dd
Z2OrlFl+IzpK5+vY4R6MGsBh90zf6R62oaYUZ3k5xc5vhuQ/6ZIenVpM5jHmwMZxPOvTJ67joZ29
fCRZBtZ5M2GM2cW1v2yc1kwfM3wg505RTydVl3VYs7m+gibv7PO1EzNTcxrVelMffn0XGD/dBuhg
6G8+lE+PIRvkt483o1yaSmhw6Ogd8uE8jSTNtBMthob2KOcSLoAfDyQjsVG2kbCCpdoqj43RZce4
jK9IBSv0kSY0QtS42mZ9j3nHoM1uYObxjWx1/+gTmxeHOWZetB0rrX3xqHnA7DlNznOjHN9l6+q1
T1rfFdlpyjAAF4By250o9SU+2CbRglC1JiTYyazwZsDJwPBSxjNbQ8HUb1ukcYNtkKos74y4xlid
GH449s1oZVOzK2zosne+dEV7ZNcpdTScOrF3BN1HLZRa5p/n8A/tDSh758lsl67A59tOHbNyFVcv
jeFRjzFLW3HQBeDR7eqM6UkYEIXjhDwweYoMKR0sF4Yps+uZfap34vSD3g14esm285R16so1u4oB
YtV2t3aGVZ8UgzHMRxcQkPuoDLhZQsssvFPYM9wHwYV6HIfaeu01RzVn/cT0ZZsk8NpwwJpxsqsW
1BUM0j223MSsl2VX4C5LL0fZjZyP+8W/twd7dqh9EsttzxeL7kwgIi51iSV/vow1hmqeU44pxzkV
kCHOiCngZUALQyYMhktnyIJ6A6aBgTl8yG7LVVjiDRnDOd/1jq9em0LY9HSAXDlNhsATq5Ks36lp
ztyITRxvIVGJi4FphNeJP8DuwyCmc3Pbg5VPr4YMxM2p1ktucwc/0RB5oqnHN3inmPdDbgDYzNBW
JWgedDDNOhddsB5fjV7jtYRb7LGv+vN1k/d6E6aa1z9zImMfjPMFI1yfm8l0JfqgdW8NVRcnvEwG
xnHfLRJiO6na43mqjV1s5CLZV9pkOGckAXnTKZC49BKgQfxM1B0GepD7dgeSARpV2Rnxu52sPcfF
POIXG6E2nijP9PoTVaA4mTS3Gh/LvFdeyCBYV795iH3eKQE4ZNvrrOU3a3mK9clKAPG80ZN0EdC1
gOOJKehuFrrMvrCboU6dG+1flHHX12ObsEK9uB6G9+l5xV5UqcHk9axSs+7gF7/B8cF2iuHka+J0
49dfr0k/abi8HqhsP6A4AtsCDNaPS5KnBU0BJIY0nOeQm/G66SoRwa4jB/mSlZBlgFoNxZkKKOcL
0tE2QhmY0x6p3X8xXfGae3rF+di1kXE9ELOwozM/orc0jTcBRrmI7VB9njdDdZ4QiyZvmtpPv34P
n1X39S3wDkzTR3kxfP3TqsrxLE5UDnVPTGBfCBsYO49c1Mb1FkauwgSIpjMFPFekEva/fmlzlT1/
fLBjx6GYgdYjhP8AFtsnMbauFbZIFbu7KiVxg3sxB5DbjxUJslh3VHBZmQNxItzGOF17V2D10MaM
DmDZUlZuSijgEXtGyE49R2yCepYyD5wxiTaA31reXBrSvtBeyVyCpCdnmIh4T5DsfEfhZRatoV00
qUe7m8v4aQh//e5+uvfRAPhsMY2wBBnW512LVg2xoMK6IZ08ZxuXcc93kcFzNQyCphjRtew321Rr
VeM+fpyQBoHYY0Jjw8iW+ePdSCcZwZhatPtx1hl6x4K6GV+VUOpIXvIgsLsxPfOYRpR7U3SuGWbs
q6wNASBLbXWZ5nNk1zr5EugcAbKO25WPVV/YEgNCSmaA4xg5ZC+xyBgtaNWPWqmmB2G2qTjiJGJW
n9ZJVHAo1g+k+UqOrHYmjzkWjreGwyFdo4jHrL79418f9b/USPa/r2uMxfCfnTqbV/n6b+8VHKT5
8rV8//MfdypdcBn8/X8dv/35DwRR/vW1l3/+Y60TC6DerjgWNuXos/+vaMz5g90aqy0ndnflY62/
UtWdTP78h+394bMucnxa93WrdfSfRWO28wdHDeqTsG6sDU5wA//Pf3yox+o//fu/wd65rkmy9H/+
A6Tah/vQQ4m0OLPxt4CFQ0DS/XQfWjyGWiM1TWLtS/LMFAKEK+KXGxpAVepQbwlJBPnSRQMux3BA
6iWhoHnXDEJiGuxaNk0YLUPbED3jT9ncJSBUm17VRxkr46qc6uAs1woBJLkaLoQva7JFfVZfkCXg
2YpZ4AIIxNZxPPPYiMBdsBH1w4lGcp84oui3Lv06cF0GApmOpak9S1B+AmokdwbB0JfJywzqNR2/
P9ZBPVPiZTlnqIl3HB8I6vGn9+wxUCor3PVsQ0T3LOmq2K6fF/7Z5qYgIQD1ouo2Hs4bfy3tE3tv
JjJf9MTv2K5R1dHRrECvMSnE1rQUe4i0mG7Yb9mh57pkfsFehNJu7T3tGs0JAMy4L0Rl7cjcDG9j
QaFMZ9nvHRHALaqlHnGOAFiUB9nJxWHLfK2QW83qhgvO5wNT+JY0W2UY3nEcTCow15lZExqWIPle
9MmzXs3aV1NbWKCaAMJHWSgSx+l8mvpypYEAVnxZOsP8Cv7JO0hpwWGv3TZ4EUSFT106N3e9ssRm
toeCEuqcyIQwxSGvQGHEFhicRM2Hoa6qY1LH+LSrytpLTvEHBuvNw9j1S6Q6R1wIa/HO+sRpWa/y
fjjUSd8j0KA6ntWAcyMFwvLIZE27tFI9DQiW1ntKMbLNjDGdllirRAFdNHrkWzrgV22l3yjH+c66
6J4NnaKAHBLYzTLYzo1ZUfkI39g/1soK9n6rdXsG9/0ZUe3VjJS7J5cmUQZ3BEY9rL5MEKvuwST2
v4l7I6e0iUR2C2gogiuXbRw/djatpRn3uF/p0LYBiyOVQXNw6LdrJm8/M8hgcrtUl2PZ7HuZe19H
jxIkE9ABH10BaGvyngKzbHejdIk8YF4nWdayTxcj1cx97ER4NnHQe9DOKIiFIVU63rH0l/KYlK0k
FwyPiDTyvhwG/ZGlnd21S3JwDAxDi5C8km3hEnmXDBO3SZ3Zz3Wh6BqWdOqEzLWqszhAFAt11Pqo
5NBHl3WfGc9JkVBmkA3DGx4KUibCMqnHGE1m5s1kHHkUyzbUqzTZi6KL+R9Hcojy0q0JxAnB2INn
HswN1nozt7aqVvzjzLUcyL6bkH2n0V2JIdMXs1v0qJfJ9LUyE+ce0tyXXAMvVhiFdWl0wxnNQyXE
GEwOFkr3VQDzatsXYMBIjaztzAwtq5KPSA6uQZ33qhFWZXNwJ/I6nKJ7ZwoJFyVYG+ZCPbZjQLYr
xp9D+k1hbpB0bw4AeOPBXltASiSVqT5AeTE2ptbpEcLyc+33+na0vfiJr6o6J7pc3JTJ9OjFARBx
Bw6Fa653I4cw62qymaWmBYXjbN92Wprn1zFQoY2d06oTgiJUly0qoqIBOGPLVeF3eUTinQ6WT3UQ
eG7vvZ0S42z2FVN+sidEuUyZRsSlxgStUJfnpa0z6R/xdl2YSgJKQdTv2w2n3eoyYVN1liTlWkmc
k1q0wYjE1GSDspsvkqZevrUELzBvl+5MILZPosnGkUxWkGc1IeV3Iy60TcDP22v5LE8VvdNnZi7X
YyThvyJ/yDXbaTbpmIG0dVCqxhO4zCG4SusZfVJrVf7U8lW/rBkuZlGGKHyD++bCF7AYUJXNI48y
6sjNqY2J/vQ1dyg1jvckFuzmqOui2tMz0DdM16ctzxsKn0rtZHpi3Exg+lHiWe5ommgW8lVmQdxJ
eyyUdM8WdPd7grW7Mhh9xsQd0JyuNiHicusSYc325JU2+FNEvxlQVmAWJhRdD7oLgYChl9lIm+PU
8Ga1oP0CBQrbIoYLOQKpeoJOGybkzKPC6ylAL0BFggpeLlI3G7ZDWsL+RToK7OqNgsqXoi+PXjA8
U3Z2iaH2jm5l0D6JyJjgVi5+ObbKKuKM3hxk3rwSepovSGCKc6LI/GUtqzvoKVZUZYGz4ySFhN8s
rJSMDC6p+rKeNfg6WxJr5SnxKzO0pri5z1Nv/pK2pY+67k4YhigGbtXQS0qk6hezaJ+DYb5Exrvy
JQtUN3TfZNcCVzfhWLAwblktRiBT3nS5wLuJBJf1WDj9mfTIc862f2PhSdgBOv9ajVr8BOUSJlgO
34Kt+sJjG5ItEC0kbz9QLGbgvZnn82zUqKK7ZTog8G9TG6OG3L8pgEGGvcrPaQgsoIXxAEZu0cby
YKeBftcMXv5aQnbMwsIXXgS7BIVzBHyGNDSx2qniaYYxdeoILO99dyYvxXSGOJxXP6umrmy6EBWp
X692j4bZWF+RqCHPulUKU01adD3NvfOtTki7gibWb9CisRSg1fhXRIeZCrj9yfSz+TR6In6sh8nJ
zlYp/5rw2psxEnjtYh5iVL3dCM+w7ji0eHs4l/VO9BI+Akr+MaCjZeNLJ3lp59TB6tRY2ktOfdmx
cuKp2uqAuDxSWRvWZZ//cZw9N6ZOJg9CmEOa7iqf9XmkntpobhDGvdfKLK4HQg/Djm3VYoS0s1UX
XGIUZ+nN1fW4zOoRgNJTX/ONmvweCBO6P2P0SYSMJ4td3TVia4DdfDBjrT6IdnDg1rD19MLc1lvc
GWwiQkqhig1AJ/cZphfPwcbqzmK9jS9cs2guk47cRyf66Wj0OTXOWrtA2fGxBcFX4OkdTNobf8fC
Dg3MijxXBt+7FG1MQWriUyROzwWKAsNtuuy3lijj8yVxrX1SaDAeRxM4bpgHZYLBIV52VL7tNXiq
B5iFF6OfGWEOPFScqD2uI21IdCNkmuXCFLRzSE5JHtZEnuPtGCv7i/RpasLvoU0hk0MMN1iav1Vm
Nx38Kpgvazrv9wsQqtPUGd19NviKRwhgnXCgZSIaDb29ZsjYSGa4LhAVvuzOIclcRo4p4KEvdH/m
EoiVMUYmh7E9KT2By8bX7gBtsnDVscsob3Sbx6XL2pfO4vx4jrEwfmdqqYy7JK4m8pWNhxe1IHUJ
t977QoPGUqAupbZJJiXVoh4j0R7njP9gM89mRvu9lq51NwaxD6uVGGHCY78MHdmUr4GFerHRi6zd
544MLru/6FVW6T9iq+EMyq9qJw7qewPSBjuSpL6z7b7bY5h3du2QL7cO8SEihNhkJDacTK0ug7nL
fPZaQoZQRsuN7VBaIbngV47mPtnsJXcTBBS8ZV4Cx3TK3n3MMRsft+kRzL+xgcOUH3SVNFuuBNgQ
jFYP1QSbbSi/tEx4QlAjeeTpXBsvhUQTsBMr6Thax8xG+eJV1Cl4aXpuO8sdR1kZNlIbXjPp0Jku
u+se99CRfcpNZ7f0iTaXCEjvZk0d6VzdtnrwXtFpiQb/BtBnr9W6dxjrxTx32CyN/ghrzbsmKUyP
/Gwcp6WEh1Q1aF4tEAjkgGMnXJ49EzYGFsI86vAv5qMOPzLZm+jxX6eMsWWWjzNbtEBmGWwWt7/F
lbyaNdJ6bI4Zo3Ptpvak491oefrmsYO9MTVL3sPst9TqCFkNTrO40QT4Ek8vxogK12KzTFZ5F5e4
W7FSLBvVSv8E25uz9TIuVwHIBz0EAoyNHnCoe+ajlmF67OC4OwzPb0ZdEXIIwJ1tErfLboXit8Q4
ujtjvtDHRjv0QZYe/GbhtJAAV2O0aSdHTRTatbdgfqWhVC6XdjGk7+S74LWmcHRS7EOrYj4AvUid
a9vsOiwssLKqCSIGi7Hl7hW7nCmlsKfowWZ6hYZXQbVlgtu6S7YW2Td2S01yyMeYQXmcDWlYcYGd
lPWHZ6/VnmXSxEXoi+milHY0j+mzS88HA6Nq0o7VXLCDKN19Fyugvqr0ck5YcCKbmYdrZvq3sNPp
nFLPVSkYhnvqrkwXxG+1lAecPN3OXzECwvFgo8rxlBBE3o+g726S1jwv7PbabUFcM4Rqn3RGp7dt
PmM4NTP6tGYzuXBb2q2wpleRlxXlvss8ccToEO9xOS5bYLvxFUgK8yIxJnPXAozYO4WiYDPz2pus
5PZeTMRuzJ5AyubpYnDSG3oqjHNbjtpxRJO6iGdEDx0bWrZ1E/SOnUyH8naRoAxRYA6j0kcC55oJ
Up1IKztums/OHb52CEo9g7I0mdIHsoh8ZYUIbo15zJ8UHgVzK+NB2Ntx1Pv7DhAGx4cSTYofUHrn
gmj6OeUl4oageTVFk1vhlOiCZZMYrAjaYriRSCAK4DN4FpYdXBqazd0GonU4d6rUB1bbaM8UMpER
LguuVlzokDbq5QR2igNrYR1yhIjrdug8jpGZuF7GONiywgEZdxa5Szp9iVq38aKycqev3QCPJMM8
V69c6PZb05T1kyMdIotyYh0KBSMGu14nUWC3rMeJFPa+ztz8bmhn4jKe40DXQDqZvCW/SDMsXIPH
5kfJWT8tWg94uWvscmX3t3RpxenW0+ea53PG9U1a7EacP+z1vSShRn35VYkx564TcMk5pfb+c8mN
cdaP6Dg4qJoLkJ06gb15vvcXh2C/mrSvgEHmqMfT8t2Qrv/sanN2JLg23f977ZSUHDMvJZxgJOu3
qwfCF1sHB6dXhP3pFePxePbvysuWjEGHE9K+Nxz0NqjCWQTTZZO5l1mq4ggbrWC3kN5w7MwujcmY
r//1odt9TRNp+R/roO6tbqhsF4n8a1T0X/92kb51NQg2+cvftX+v17lX//k3ffjJTKH+cyS4jss+
/AtGXkZnN+q9m2/fe1X8/beg3339nf/TX/zPadv93DCAe6tVJdefJtK6+jCIW/0X///B3cNb91ql
H0d365/4e3Rn639QsIR6uY7FADSuisH4vg71TPMPYxU2A7QSot10bfxzdOeYf/ArBOMAMPCLH0Z3
9h8WM2bkhVUjpxQ1+FdGdx/n8R7HLE4ZtJNZ5BuRtT7LJyULcmaqbsT2bgYnWAL2iXHZ7wqR/9tX
IdXIW6QTAtv3xzG1lzZ+mTYYVTWazjSmG7k8TOCIfyPOfBQ21jezjt09H0UX3wqkto8vw6mQqL6b
DCgZtQrh19RRXArtgCswPVFJ2D9oIN3P6tzIfpvrXfXx/5rE//3aDP9JzZCE0yFAfXztkuRuoRf1
sKkF57ev4ND8BS2o9TFXAnosl63E5TftMcYX08bzA/Eojc54qRj8xBv28AC24I8XUyQ0D0d72en0
gZCTSJAZf7g7r//+S/04rv35ahDExlTBi+Cv+UmmgIg64OPWh42RWPK2BxKJI9aGtPQbKXA1yXz8
SByMIoyeueIeL/PpcpAd8MdVitnAHJbsUC1zcq5MWbbjhQ8Xv6MZQFGt85wE1Pu6/+qb9Nm6mS62
Bv5LyHPVan7wsSgpM6O1Mn/j9Zq7wR/mnXGm73a//ih/uuo+fl5aWVevFF/k4NOrtNaMu9dosQF6
WU+OnIP74FjNI3yP51+/0vqTPnyYq1jnQpYx0VSZMa5/kx/ejzMHTYn+Y2zg03OsIOzDAXNgqupP
k3ZW5A6h/V+/4k+3CUsV97K1mqBABzjr5f3hFVOlYOG4Gckojv0HLDE4gNxa+43x5Keb5K9XgQ6B
JIms8VdX4Q+v4hA2odOWV7H0Jr7NACzvGHRy/p1SC4mpfbTAx/79HPugX/z4Bfjda366Mek5sWd7
4TVNv123kAD0jbx9a0rXfZJ+TgRYeN7p15/mz6/JksR7JVsNqA/p8+OnCX+qw4oASpSDaHwaskVe
G9YynXKtZuNF9IlDJOUYY/ybL+HP942r2y4dMBxr0W0+r4mCKQ0tpnA7MQMXtwNgxlfMvG7I8uup
cIC685vCvJ++EqyA/MfgHGuhMX/u2Krhk/dF6zgbylSbKyNo2maj9DIjleFn2vHXn+raqfbxi4FJ
Ep8eLxTYBKod57PhAMw8xqU2H1CLmY3vySBn1anJNLk8ZbKjAELwJqk+A6xX7U3JJDw0wXsXxI/d
4OAYXWu8TsWkO5iFCXV0J9oTfEEowJu1HdPq1mOiAYwunKYGXi9GIDpHjc6J3W2FuDHsWdbQOGev
n6yDUqtgMXQEsZg4qLSLSrp+mquup0L4jI5vozqNCyeNJ5+u8RbgexH1i3UkMxYYW4uyCJ5bQCjM
Q5YEk/xqp+3E0Nyfx/p8RHtxDzg2AnqV3Fh7M7qSIyj5nea5JhnjHBlDLoSAHAwmoUOktYKhSEtt
JPTaMTbzQENvOHTBsE+LbqaKsMS0HVpFo/KLTA/oj2EEJMy90JzsmipPUoyLZ/rDNcXKibUDf9Q8
wyPVtB07UafZocnb/rntES8Oi26NehlELa583Tasgyv0/jHW8bkycBEw99cD9SzeWB3tyd42piDs
G8Vx3/LRNqOZjz0QfM9+kPpEQ2ZTzxQLmXi9wDmDc0PxYpRAhogt3OM8ofjsAw4yRgioFZCtMMnM
nC1YUg7mRLp3ayOjMPEC1HUTNEA29vpsBF+YDErVoBANKEM62rZHuUEx+cbdyOPCuLFbcJd4Pmm5
2S+tDQmB4w7Z5K0W5HIEdRos5i6ZhkE7H5OJ87qmEf+792rguwSnBMUZPCZoKauldOE+GXQwIDRQ
fnJtGn0FELglcRTB2uGf444YwkZh0mHGnVXGU5Zp+KViontnfc91pwZ50Zr+PIY7ds+8rAbmkoFg
x2w/tI9+3Jk6sTWZBtFELiW/dLDXzzsGLjEVaDwAQ9SPgu4x2bh3Hb7SKYwJVdRnrOtsNsqGGRyA
3N5EWukq57UDklRHLbEXDE0NnQbPrZT2ewzQco5KYKorCaMo08gsdajBUza1j6DstHtm61O+syyC
BKC31xgQpmWDULXIsIWTKh+z1b2sfefOJ3nk1lBIQ6uP40c6QFoaO1zgYvgkJ8hbC0DddpPGgjLS
xUHsmAbZ3FTKILpCU0HcbkjCEF4ktqWsvUf1zFNdVB0/JNeQsERvQvPXiAd/tQQhwcs0q1favunO
zI/9nGrpTMF2CZcl8cZoHGPjW6ApCgYgo88TtxcU7IjXkW9OaaJK0Z/Aw6i3iZoTI+nmmg44i/My
1y6fD2liBPauhxfe7GbLJ6yJDL+oq4aNFf61BBr+Vp/53tyXGgnVWx6CWbpDhksU02yrvZzjACAW
HLHyRYlRf9aGNrvyDfxVe5VOxABxTuQpjfPFOOHq00z/wbQs/cRXV39hNjcLjq6aeVf1Ygm+5CaQ
/l2bwOtJIjBjXfCFuUCZXFtkzNEIB6Na+DmlnvcIRk3stAm0GbuEu6qP3ZNBGK6/tjzV9WewHtXd
YAknOep1Z3LUVhJnMrJ+zkN5R8W1iXhiFmu4r8JYd97gWM93nTn35nUrUq+/Hb3atNsIszy0n3Jp
QeEzHci7b1meG9O91qZZdeC7WRXoar3tv0N0TOMdQQaIqKaKSW+oWZsgCI7jokXgz7zhuiZtfY7L
0i52zCXkhAeYVi5GprC3fLy00Wy4EMV0p89vUBLoNzXiJr9lE60/JostoWr6DdFLD5jcRscIefJd
Q3+pS2N6d1Uxf6/YBVh7p2uTq2by0+aaUqn2KwpW88WprfHGzJsA4KNo/QddSedR7ySQJc8Ta6qC
dREih+ffZkWgfWuCennuR5LEm5kjYrZtSJB6J3Lf7Z7EWTtsPJ0NZNjpDqlrYQmwZjOVVgerYcCu
kWTfVARpl8inqmzYgbuupw31TcBfGyIOfISTSVS68ePmHI9Td+/lghVroHQrx4uw2FvszKNLONgp
H0d9ZFkF3k6NusRQ0G/82oFZ7BSDeh8DstORGXTao2hz8xq0omaFIBsLsek7y4TIhoazM9vakidi
m8PBF2Ciaf+o+bbH0i8OkGnj7ggAwn0dcx92Cu5G9YwRG6BXaZOK2jTZPF0qu1lu8NDSzagSQl+h
cNxECxsBxnRLeSGhOANIdh0R+6/f8V6CQoYTmkJq7xm8tczJ+03h2AxHB6ik+r7QsSBAcchQpnA8
dPejLgFaG3BFXtdL+0bSz2KDxQQeqILGOyXSl47pfnZydTF6iBMRPAwbOamyJPVsvbjWoR55WKXm
5Hl2eP9MsYmwMEkedfx5U9dCaMw7YoGCkfX1oi1tt5G9nP3DQLuPHsaB3fIE9xpcYHJJta8d/j6C
0FodGJshGRN3m89W9UWaqMeX1CHmpN5sniH3+jzYWlhSSHVRjcowyOH5cIr1zIoPHjncd9DYNJtX
mElFZFVO8+aupaO7XGVaADNQeN+BjnXaJqafgrmiW9lcUdScrQNkId5P6EAND9/5KvZHNLTWC5BN
gnmGDVjjXnwyyfP1uyoOnGHjgNHMQx9xj0i0ZMscZovhJDsD7mAZUT0RZ7Sg1On11JGnhl5TG6+9
AFmI5JPquODznO4uc9H81wIv9nOtS6Zc+VibTRTbk/WwjIY2c2UNMFsL8bxXDaw3mhOe8DycMHHP
oUwn4rJu108ILZiId12Qdrci85Zkw9mlUZGfB/W4r0b0+ahpMPFvHMekpxRPLBHR3pQq4hvSnhDR
y3nbGWunk82W52vKonjr83CGFItCvoSDPwID7qo86TFtTlJuyaSxbBp0UoAO8XFl73p70eVx0KRX
RsrP7ZfCH4h95pCt8RjAs1TbPobwGcYwXniAN4oiYy83+8OESnFPRCrTqbMoFBkzBgbTJkiXRr8c
RVtB5m5yrmouZXLrsS/VNhQ2Nqu1vJuJEdJJtbU6zJU72uiGr5k/UJIikJtgrrgZEXpXYgShS97V
6NVKloAavRJdkORMLi4zi2jHQZIEhdAMhMoiNtMYxxSCPXvIJidCuCpRL0ViU2SYlCWlIyOErtuY
4g55IqrEoDUg/vPY4OBcQn+y4YdrZmJdtQ3tQXt9dIV78CwiiFsrW6E/qdGnTyOs4tfOHDN/S6DQ
9zb2kHrf4zJr3LC34iSJBpbp74NTBXduoYKTPjYExKe+6R4hQeWP0hRWw2oCbwOYaGnsZdDTQVQH
Hpx9UbtuE9lq7h4ZxCue8Z5qvk41klYF7vah7xrSfHg7moNXS95016SOG+WOT52gB6MbE5Ed+P+X
ujNZklvJru0XeRk6RzNUNIiIbEkmk0xyAmOLHnD0zddrRZWpdBO6VL7nM03KZLIqJIjAcbifs/fa
h7V0sMLNuVu9r2bgwPvGhsuJf85sPsPJVRBRZ6O6qYW7krU6mABmSNb1PokEpe4OQLDfkggAN+N4
hbtdp/Ute1NJewP1SGeBvXUY/CVUGprug0fy4rAD/O/dWiUHJDiWpn0PYldi1UVn5jGqNeWyHz2O
wjus8kgl+t4geNOXECFu8CtgCDSxHT9BTXTyE4Fw1T1SpPWlZYeXHe2Z4S56noANnUXDm3b02kwX
JqPV52iJcL6UdVk+8HM2jDkzxtN7ixCZ927fLaQIVC1jk7Eon3qCbZ8sa6me+QKV5CpNffQLJ2vD
wDNdBqIrGZUxKMxbwbu2+A9+1BN/C9gm/hSsDbiFGElWsGeLPf8Yk7J6cOz5eubghx13oAmucbtg
ZdgAx7Mc2CsmPqsWccUX5adkjsFWJcpLucJmcOLN1mfhDJIhDNOnmN1xxsMfobpfJN1+4onYsL5f
WSFbXomxzkICjKKnxRn4iMACjXfL4lgNyS6D+m3y/8a1QjrFd1zE47hzE7t9nLKII8HsBQi/mm6d
SH/qA+y3FgxgryZYeFcMq3CP6dzZLaG7vZHu09mdvjBGUusuqBp5j2HFJuqmm+onpu2CxZlYFM4Z
DOPaXRMR23dD5gXR5DNL0fNIvM93P6jUfC4I4HusGPwmtyyR5ZdusVG6kWLjP5GN4Po7MdfD1751
Jf9nPNk4rmfJJLauo08+L0J+cay6/BwYV41iH2UmJ4BBene0FWhFtn6fPpvUDqCT1HbqHXLkgLSJ
tWJhx4ZkeDtPgXjbRSPvJBswx/lddmNV7wazjW/6xId9QDpQ3e8r/jM+2p0CwYobiwXVsDi5HscA
7frRHMfVOa9mDUKHkETorbnqa+Q2nGV3IyI2omVnp+AY5M2lsV8Z+V6BvglRmp0/X80y0ktOUOLH
iHmoaaOsq1mdJdGBX9i4ONbBlJl6rCNwWghY0CXihobyurPYCtwiCmJ4lJF3RRrQBJXgPbIzo0Ta
PExfRuQpH0EokDTBx6t6GCBrNA/0BQNWmNZg89Eqq2RLhRCJvGrOqHiumMYyByeOZ6YvVDdfUwtP
Mf+yAJJuUvYDwRnZRBqoHPzyo4mM6KMxGMQ7+r1vPyV5nPs7k9nmwtGKXSPH8y5wd84ypN8SeBrY
kYJiReYScD7zS581fZC86rs0CuAfDrCef7uzTD5w8hqSkLld/rWR6fiL6dNchfh8+Ta1RSvIV+kg
UNN/dNB9sU9GBTH1ZJi7GdOsx2qxgbM0I4B6EDsDGWURp1bYz6QRluH1X/oLbM0I/iVDFABNpiZV
t2JXSzoZsUIFB4z8GieZ/UoJrb5yqdkD70rTWgkKi53c3Xsdm/udhZvmzu4xxA1DgSemMzyxLw3F
iTPxXeubZZbibmzn/ssYG+lVnsV6Apwm6z8w2Map5OMfgfNsmZlxyKUseJALjJvQ7VX0nf3BQPAu
8zkOs8LlPrI6Jp3OaCmIHdAt/8Hzcu9JyEo8D17RfIuiYuXTDt77IynHHGeyqAaYKtrIfcIUg+Ei
KInBuS+hwdqnYAQ5Qls6p22xcCr5aXVO8qKkoYBhWykNfQxd/TnOyfWDPb+a6nqAIhsJRNjaXzil
sr9srTbn35Gz7TipqS8/5vzQJQm/Up5BnDgNupUAc4zRx/3tNfjvkMD6umUqgSXdWvDcnllSV9Ke
UM+JfYxy6cPk5tjMSe8bnd1SyeYD+Hic64Vjw01sZIk2I14JTzh4g0Ok+NLE7EAhBLbvMcEBb+TU
ttTs1FmIjwL+h9qVYpTxaYBp8+gIYX0J+uuw3VKC3SMLsxtjJBjoLymaKHdDudSCQF5m54eBWBvS
yEkQpInQkoECjSJK/W8Vgy7rwHAdPcIMkuozwGhyRgnxRP6DjCZB12PL7HEefNkc6WLhumyCnkzJ
piyDS7r0gXtogQoMaKjn8VPvkRe0c/rR/DawQRUcg5aV3F5QLPUN6ewmsLyAaSmqbpHj67rauES6
EB2EZ71Xt4S1t/w3rvwZn/HEywQwHfNICmDyIluPe6hskXwDbc+fqcBvB7dtF9Ti3NZzck0AcHmx
nHHgL0yL8q9gpMSVZztaebSIAqtyB3C7T0OOhN19ikS3vEwwQLB24cAg3B6SZrDrVbIg32maaQ3b
tEeQ4sTSJ1EqQDkd8/ORuec0KK3cjnflaDi0EV4MulUkXFSJVxFQOPf+bgZX4O5xQBFE5xG8cyJw
y3V3bgNehEUrsvyDVU7zMxW8ytBGQv8eSIHMzi1nKNw2ZUSufCuVMaFdcedfYNZsrPLjsrBU9OsP
p3fljWW6wE+aLnZfJCFVn9vMan/EOEMInnUSUpqMeZK/aB8jvOidOEXsznZlCb3JGn5O3gx3nJ16
8yWoXBN9oSINmjQC/5nPVu2h7eY9PY3jWL9nyGF4937rqOfeLiOUYIyz3xVofF5obERkeQiM7seu
6YAtdNeYIcR01w+/mH0o5HZjIuyUJAMSWcrx4seKyRJAesIcsyMrG3/fXC8Su5ARq3D0Y+e7nRnR
E5HwbbIvPZxG96tPPEyIp3r56tkLAHoTxz29hna0p3Pe5kX6DkPmoA7w8CHl2F7nWee0Rwi2c6+g
/36yVSUPa1RlDLio33fWalERQ+6q3xUJeSOGGDRXuxn2RroHsoIpDZDnWD6LPKufl4ZhDs6Ffv6I
UcZB6GZ7bBt6ySn0PHqAoygi/AyIjjJ1RxgRy7kzjQGrwsiIgcafgv/vysZiC0T7825wwKXz2UY7
cIgF4vSrYBzMs0vrfOcMMbLr3ozybzDYLWj3FCG431TW435Wrv/ZKAOsvGA5+aYPdTzyh+tsYRPf
YepZVt93ziQgA1ZoZRJ/DgTdnf1AXgih50lNz61LPecnw4bWPBSsBqSqoqm4ZkMX2ZcU5h47zC6D
b40sAT1nba05oZLFOr74aDxi5GWyYgNu0HvaxQiXIYrMFaQeGTXqMyi2Gj6zYT5lld9HR3dIJn5M
+lf7weqaZ1bM8cEaPUkeEidNXE4s0L/tosu/W4Dc2AjALoxPS8m55+iQ3vVCljvW2AG3KFyiKR3u
ZUOyIonuuDGPQJbonYhaplyPqSUEJsOJooukB0y7q6wF2bdLrtDDCjt+se2qeRcUAkUMPYGIxNoK
uxSqn+xdMGeWQ9+uss6xnY9B6Jhj+YCmuuzIyzYjUPpO5D972QRRvO3sxt93tK/Q//eF5Ye1G3UJ
4bPmlUnmDYsfcqyK7hKjGsq9jOFi3GSlql8i+qwNDnYr+W0E+PdCgCMI32dCdD86DF350TIpvka9
xBW88hDqUNH7i4/eVOAqt+sAMQ5pYD+mwB5hJJHK9dlAohId1Gjmz+lYk+JLajcDo24eS29PJp/3
PM55w1ef9WEOC9vMfzBtpouU4X4QhLkUcr2r81xCbpBW9bVaFps9UmrYzfdRORj4+gYq146VMojf
1aM0igu48OmXLYf+p9kQ6r3jS9MORNYyltl1YiICFK2u+ejYRIoQEjqhyJfABedD0wSERVi0Le5b
1gnBuoj1xHOQTt9hNO4+G8RyTHuH7crFhmXQs3i0zg8oiTCimiaicStcv/qcGbC7DpGx+I+Zq+SH
hVbPD4NeGA0lLL7fk67mqETYSOqfwBb09DhMT/0mTaEm04ikjYeZD4a9k51tnZlqF+oG3LgPT2to
IA4qxS61p3f7KwhWwfo0iPJOgJqM9v1AbCAmYTP7jq6hnqmnuqK9D1UN9RY8M9y6QZrj581sltmF
LeK4n/oeggoHNwj1aKDr/lzbrncjCNz5mUlsuKyjDA9YNSGZH0uQimZIKoas9hU984Ytb2SmtwsN
NIvUcS/9gvCcl4UjG5R2RKVUMWaU/hHQ4PJ1hlvBWc8GXYRxCS/bjjb+1SHAtJZkEWNpPybKcn5Z
1Ur4e6a6+aFobDyWBnmrACzTaxpIg6/jg52QZbqLnLWDJ7gkIz2PmNcC/GCUoqNnnrnsFk7a2YUx
m3yc7H7EFTbZI+2Oidbi0W19WgQo+FbryN5BASSy+G5yK8kU70k8CD5OZRlHe9KMrpnT7BndW+W2
qTwMAXGol77z5QOgC+OdeX232WLxwT00vTLpyRawARkolWgkkSjKu2kuemZGkPTEoy1KC+ki6F4i
HvOFii7a2gKQA5eQ8VkrIv+UJMwpkSxHEctTBSvvqMh/IgMAsiXDLL9us1OU0dS4I7+ObmFv8Xm8
z2mMikNN+209lO5YfQGyK8QeYxYBnxGnzffsR0R9ZLvJ7svDY/wMCEBeKXoyup6oXYw3JpVCNgQu
geLdhElzOvqIOeWerGJggkuk6IBEBb2d0FpNskYHXxEZl8XkAEMfcmGOXwuFQAOB+ggPzTow9Zjo
ee35XwW/g4AgiVNP6jJz0Lr1Lri8OKqPHE7vzRr7HxmapsfqhW6sg0412sWpYgbSHsYgGm+HXLkD
qQSWeKR5QnhSSpJHvG8NO6r3AX7xX87alt0hZSZ4ZQtxsA67pEOBCo68hZGHEwAKY9suH6nbUhwB
7/FRHlZWhVB5RvSYFrbzYNR2/X1kGrDuZ5o23h5qhuJkF805Q9+VrdDeLDKX2MYORiI2EoZSYRAp
sbDGLdEHWUQBprAmya+reFbbpOTZHF0Njrc4MOzZCzkn08YZYciIG7bBHuyEMTWSjwYd7f5HarAd
C5W9JLzfJUpwGjz81fyxVuBaT2z26dLXtD3LW3BLjD8B0KBQR9dfOziUOJaFYFIpzEY5n/lmwiix
FY6dfZW6Rhcyzi+yMw6r4dF0JSJb04TA8AG8Ggh8ZI801uLYG1/QBNBGXpmDYTW0Ct8k1SED5X8o
+Eo7YcrQwT+u2OBCtvuzuXeNosQsUYn+A7Kl9GtXpyl92YJ+7Y6EoonVPGW3OsigfCr7ILhH87LE
907sKHXdziYi7BgLQG8wKzfHBFQRbYUCmrO7Ldchx5vUK1yBWVBELEaWE+xMvJKYnpISQzhgw/KL
8LzOONSDJZiir6P7pVW4PBgdpEaPd7SmMUHoGuFa/OXiSzAKg3ibjmaEyo3sd7DU+cucIqyDYVsM
PwI5qPYnpxjUWGFipNL5UrNalQ0GAzrIzb7uEXVijoP98HktHIJm3WI21T4gHX65oTlWD8cW2g9N
Ea8qOs4ySAp23ozhjLk548Qd5At//I2oOWFx61o6r5hh4ugjs4ik50w1td8wjbF+CDyv8c4ibsM5
TQmDmR1nTUJHmyBa5R4rkXOOBQEAtJKD1D8aLeqlI/xX56kiHJ2W1yqGyxx4kGulkRWf1gQu5wFB
XN3d+kz87WOwmk26J/LZXp+W1LSBDiQ+ZZ81Rg5P0ScQk6a9q5KbumUYecDAGic0b0HlHlrBfynM
i8EWFzXJ4J3PZq8Ea9YRgk1rDIwxcmM5NvHeitlifQsC4iw/qZiYxEvtJojHURbQOWWfbimO75EP
KazJwEMaHrVx7VMTpbkL2oiW67iWtMLargJ/qbwBsmZiu3xWZFWLNTSB4SZ7WhrudDNNw4zMosyD
ED6PwFEZOxiImxx/I33CBOtaIYK6thgSrsOF/6gYKBP847XVTtIU4cEtJup6YuLq6zKN6+CGx0UM
FzamnhMN+Uf0zCumBTtFzuHPns/Uk0CQzJlQ2Mu4hwOunH2xOPLiRFPvHUXfDDQYKyJaDibN3pZO
roF/we7MftnlgEZpeJCo1d3KqvWnWyFJStlPQa+ISBnSLLgxmXLfr0sPPTjzCjOsGuime5dwieBk
EcxlESg3xAiCE5KUOUdm9N+H1kpPyBBdLn5Ns3lWSLSzc0LGD3mkZhO0dJ15L+dLkxfuD4yzwQ+z
6SfiOxAtEHA2eqJ27zk74PPCaknjKVCGB72IJj/5iPlcqN9+BeEmh7ZWEujHDOAy0jBFFj4zFDj2
jpc80mKCwEUfBQq7KejXxWAUi6H6tHB8remSr513KUScGu9hpuTyAmWhd058zQ03TFv0A8cZ20nC
hkcy2r36vKw7M7bZyq/0t4yTzUgxeZzb1AmOieM16sXio1i9s0XQCCxiaD/2tC7oAtqp22gInP/f
1Mv/19gD13yCPyuY/6ONfyEUqV5pmK//k39JmIW0/+GiTw58wwIwAI4JEda/NMzCs/8hJfkGVzSB
gwEKksB/8QeEZf4DjSm6rKuO+Z+y2H8DCJg5/8O4KhoDlIX/BBBIfRkzf4gEG/72VmxGmdSYOclK
jYvh8xos36Ph018exJti2f++Mg/jr+rHQsZGT0JAcURgustoUa7g0vUuvVFDp1S+08x2flwC751h
i3eFaQu9a28TOdTgcQrKo/xoTPZ6X2Mg3EcLXCWtO99GacAn8jo8mzk9/pCVc08L6A254mvR6b8f
9xa4VxPcMC8++O51rsYbYu8Jfc6X4EnvvjcyXYuTAsb0ujiqCWZyCnXr4Iq3sDp/uvWNMpcEd2/C
Pp0fhzJ3z3HVf5uM3Nd8Ltc/+hd5LF2q1KENXDBtaQhDWu/SNj7rPZSNIlWC1Pd7Gg1HEgaD7luR
6lWOw4Lw11vmZ1OKcJScyUFnPXT0dX5AjqALq3fbm8KM/NHzsbtc45HtS89ZICf7U+/Sm8L0mqmZ
3AI9UuYPJKRkg3nP7v1B6+L2RnQse9oRLaKTY2L9aFS8d+O34nj+8AJug6oYA0cYfrDBF8y8XMWp
3REMsfRue6sCh+vRObWXH1PVPEbWGJ+lmo1Q7+KbukQwXavOVJCsl6X4weEvvnREnL4hEv7Tc9kU
plM4+VyPXXGULytpBUrziWxKMgKps7ALQrWGI3nHPh167foWC/RP97wpSkzYbkNYen6kP8kMdLJ2
5Tjr3vmmMsH096pJ2+I4enFHgxWvPLOZRvNxbwozqYpopT+TA2woWFB8lJ4MhzQf+qY017JcwaYz
MfJiKCiYTjC/eX2vd+vWpjZd4AdwBri6yu664WOt3hD//+HXtK7a9b+s3hB+0S+LpTimFsjkCC9k
W6k39PZ/uvamMF17TfCZOtnRd+wL0dblt6SW9letwty6Z+hZdt0Mo/KYuW7+taXtgKKwayu9ut+a
WdbSSJvUcbNjBC9jZVZ4xsY6n/TufVOfRb2gFjZ4MFYBuziSVQ64v9f8RlwRXX/9STMwP4jSS0JC
ER0bgNOt8afefW+q0/WsJkvSnhiQARSlHJyfdvQWoe5PL8umNqt+zUSR+OmR6fqhnNVXGluTXmlu
GXQmCfLNaqM6AuXr7EhxPJdeqQ5aD8XcVGbPJAwUNDeeT/FNyfh4V2T5e71rb6pzBFdeWpIbz7is
YSNyKst/HSj/6DT6w/PexjlWsw0BkWP9sWWSd+lt78Zo6Rvq3ffmq5mTCuswZsVdjeIdo03raN71
5oM5dw54c75nxwV5bWKxeJM9aOq9Jub1Uf1lLQTW1i4GnaSj2Qhn3yWGcwTz/az3SDZVWURCVflQ
4pPPCodsLjNY5BePMYbS271tScQe6kEEgUV2TFZA/eJz0tqav+amNBdPkCRtc+VaLDfErZm7sls/
6j2WzVdTyQS3A1LZY1ZO34UY7iKpGr3NsrGpTAgaw0wuXXIc7dn9kBnzswNL7A134B/qZ4sJjaom
Te2AoPX4aonHy3WXGlOn91Xe0u0DqxeGk5YJp8FfbXzxK70DlbGpy85OQFLFXJdg0b0RiMM85Hqv
n7GpzKovOFKa+RVSfZyygjhGzY2VsSlLK3bMbGmK5Mjocz7YVfWFA+1byad/+hk3ZYnzgtuGfYRw
KUc/Lzq0Z2WrtwEyNt/LStCnStGjH1X6JQArw9xNbztobEpSGCpjPuckvH2zj7rGDGgXmLXmu70p
SiMzpJp8rh7F6o4Ceg9Q2tJaZHGbvl5kexr7V+tGcpxjhE02lLsh1/sx/2XE/MsCXvipOQ0wMIj/
sWoEu/2nLg58rdohFfL1jU/Q0ywmCwn0JrnL5Mmq9bY+cmvRHqTF2YG8KeqmBx1s4GRy80xrEYSf
//q2TRqTpKzzvEu/YdJSMoiI0cZovYckyr6+OgnYgrAFBs7WMjJImeJsr+Z01NonAwJ4fXU54hCd
fa5eG9NDkU+/yMT8/3Ph/1c7Twab2syiNhotnGfHVjBYCRznmK9dpPnQN+XpxP40NgnEfre5RvGZ
jAbNskm0yhO27uvHgggx7vuyp4RUNJDyCVXOnmDP63yRed1eX91q4yE2Fh6ML9R+Ve9c9aJ14a3P
uwUH2jP2RZyQIu/PpmB8P06+r3l1//Vt49BQWZ6AacQ5DSQqgnemtQmX/qbw43qqyFriylmDF6M9
X9W6ek9k8zlu8VZiYubKpYAKm9jf54H+mN61N3XvIUAukLYnHEsQvCWI1/bDXN7rXXzzBqoGw1pd
X5VfQ4Bifh2RT2Cc0rv4puqTrnBLYH1cvL9LybcZtTZVKFhfvyEeo/J+XIfk2NcLZlCEB+NR7443
5W60WOX9gIKEKWvGu05r+yD9TSVWzjQgLgFExr7n4pr9LWakg9Ydb6E6QdNXjDhHanF1b8rp3l7S
N4KTr6/Af9NA/r2ubikzxWIbE8ir5NgkWfYhsbvnaqhyzZVvU4pz2cZwP/kJ68J5av17cgL0lg9v
U4ozir2eDG5wWkh3hmOV6L1022BzE8lG23aUIQlaPxZzxdZt622MpbcplDIuyO1AYnCsa9GSJVpH
B5+QYL03ZFMtdonmuG4qLh5X6pvnkxiboC97K7bsT6/JpmQgW5AcBNOZMOnVB7c+n/pruKnevW8K
R2F68hu0bEeZt81n0NrgdjGNgyvVur672cPGhkE0E1KGI6iN9zjFd5m/nPUuvfmM1SOW/LHjDSdy
9Yy4AitJCfVQ7+Kb8qkbd/RapCvHujx5zvK4zErvg+BuymdB8pk6FuVjVz549bU5GfachXq3vfmU
kXaNk8BmHUSPAj7CiwmBRJcyzJov43YkbbCoNPOq3LAf5uG9FA1Ot8Sb32nd/nYkDWYYtpBTueE0
+EgZxx4cnzMMek9+O5ZuyzWZQShjoFisDD9NYsOCxWSod++b39XD9tJbfeaGdY6OvjJy4LaWFJp1
tNlGtEa5cDrmh22Fs96i7fqZNZbzQevW3c3qOKhV4WE0WNHNjxLJp0mqr96VN0vjEBXW5Fy/FVYS
7BM76vZuUBqaNbpZGL2mTsU8c3FUjeckvSc1QO80tU3AKDCS00Lmc5H73bvCF2YIstPTeyZbkpq3
rKYVYW/GYdmPdwNI0LuGGZ7eBktuVkXXQEpW9iv6LCI3D+3oVJdlaqTm1TfLYl6ZJKG3vRvGaH5P
QdtDvunjRe+xy20JeaqfzT7lCxRBKra9eDkmbvYWye4P31G5XRuFTy5w0LphHnTDuY1XM5xpr+h9
SOWmQI2oFEFbNW7oDwoztsS9Vyy457XqSG4qFLp4ukRRTB42SeU7ksmLkwDg+sZzvz7fv9mIboVX
6JjHSgqWrjKrsx/eOq/vsqv1rW6aLDRV6uotwHJTsJhh5h6ZooSo3Zq3V6fWLkrjSLOuNluZekks
bIP1NS4A53/jNPYlL4hC0foFnM3bI9CPNqhfr89ogDSsAAbfG70Uml+P7evTRY4gipPXxzLrsBFk
RZc+ti+9m9+8Pp65EA6b8tWemuR9I+byTsHH0Dt7/Q+JkE3nMIv5rOZpmd7Y5HOcIwOIud6tb94Z
dO9lUJH9Ekpnbj5K2Gi/kfh7mlffvDPpGONjj3kwcz+UeIW8+jyw69P7aG9VQoHR2XAGqFrI6n2I
jdYFNbW6b1TtH9azrVKoJE6+TKZIhvEAUX9G5H0cfSPXa1duQ5IBYgVZi5E0JBLRCrsRnE7n4IDU
+lXtzUqfTteojkRw77K5Oi6n8nZwpZ5ojRDU1+0L3NVNl3kl74wcrTPbAn+/WiRJ6t37plTntcFM
NaCAJsl3eEyw7h1W26z1Vnp7U6ol1ieETpMbthOoeyGdG3gsrt6RybZeP5ghzyHETKMbGn39k0iW
4GL32VtJr396HzeVGmNJSwwYO+GASfmARXI4JULoaWGlvalUm2T1NXcxES2VkXxtnMI+wWRKtUZy
cqsZyp2stYvSdkM4l+IEugPj3WIPmtOWrXSoSgiazJyOswFWRiJNrgl88DL0StXabMoit18Kswpk
eLUbQFlf3L2/ZpHeMrNVD42RUoSnUqpOXoonqEIzCWM+7kGtatqqh3wQB/No80q2jLZvIX/Me6Oc
R71dmbWpVasI+hLTnhs2qeXujDInwMlPnDfK6bqe/M2+aSsf8jN8kKW03HAg5Gw343C/zcm9ueR1
4x/0Hs+mYmcvKfHDs5SRrb28KFhF74MyWNI3nv6f/gWbmk0dh/BLwMCQuABUt1FBdG9MqrAg7mZ+
42/8YV3YSooSDOm8NC4gAzW7lwCzyQuf8emH1gPaaoqwI0GiqkwZuhBaz8pMPUJQTM3m7xZoXBKl
auFPkeG6+sRNtU4ZBqMb6X1JtsIiK+bG+ezJ0IexyGEk8k7oAgq9DrC5+cYWIPE46PDqJA6QI6ez
0iNibkuvsrbx9jIxBPhT8BSkbU/HqiLVCFpVoHn1Td1KwydxZeUkKLq4PNdpG+1WmEx6m23Tfv0Z
TK4+Fi8tvBDntQtkUvhnglk1R1VbdZHZE/8bE5fJR7ZUP2fVubdTXC0f9d73TcX2Mo9GE9pn2MMP
OWKED8j+Sz29Hau5+cqORsPCJ9htZ/24FAeRee0vFQOw0lvOtjqj2XPbSS5cv1sWYAr+6nkngvpI
c9J6Olup0SxUXlU+9Yoco//skyB2t8Lxf2O9v35Q/2a932qNUNGOKVhT7h7+Q7wvmJHtg6AOHks7
tQ9k3K27gWFirFcEWwnSyIQiswAghTYD20PntOqhnszsnd6j2mySObStPjghWjlFAz0gg1pimsz2
9a6+KWCXOMjZUGySFwQJz3zV2x3KDedJ7+qbApa8MIszs5/qjGm8Ze7Xh2vb68kDAVS+Xh78wGzz
GZRp6KKQMfcV+Si4i9PWjvQmXVtJkslYvIhZeggSstZPgx85v9vA12yiG5sadpBoqdHi6sj3g6Nv
qZdUFotWATtbTRI0lGkcpcfFx3l+GisHgkcXF28U2PXt+J8FBqvx9ZMvrdrKPeHzu1pm/24Ui7n3
yqLW+tw6W1kS8coiITPEC3Fy12C1gWw89VSB0Hrnna04CVP4pAwYkKFsB5ihuOtCsbCZ0nnnifx4
/Wyyxhl8R9VB2HWZ/VAScXgXdLn3onf1Tb06QDSrJPGDEPLqcBCDFzzHrZq0Gn/OVp3UGfgtgfgG
oec02UUtELliNY9aK5mz1SdV5AEPvnBxlZMYuiNEu/yRxHb9S+/JbD64wPqdYBwsnjsQnU+ozfpy
l6EM/aB3+U21ul6SB6lHKqnIraY/SIiX+T6IgkWrO+dspUTSqLo58esoXJg73Nd5HxBC1tp6r7y/
KVhpD1NvVRWgb2kCIDam6FBL8NBaz2YrJ6pTCWYFU3IIRlfshtIQZ9UXgd6T9zf747Sz0wIrdHQd
Nha3E3CoG7QpvV65+ptyLQv8cCQlRCEcnfQIBsd+6KsBKIveo9nUa5pEUE2TMQqb2jCOwhbZt5Lg
u+96V998X1u7W+LBqkQIiwtixJhZoRwZsuld3Xq9knlzUEd0Q0SYBKX57AI/Oagp6X7qXX1Tr6vK
bYOdtwijcpmPg29Gp6kXpubPuinXshJt1sE8IRS2gFDYLvk7z87tH1r3vtUaLTP8q+skCQRXcc0a
FM1Hzv/FXu/qm2JdDQCnLhT+cGzG+cWa4/wm8oxVqwvleJsulONlygK+GIVEB1vhpLKHNIJ4q3fr
m1qNysmEDDNFoSeFOprLHO3mNUn0VrGt8igaCUUU+ShCZwTaiaEgOxE2oKc9gm3w+nW3InuI5SpF
2FdFvF6aQjVPduQqzTV4q22Ky55xYGyL0PRyGzXJNCnw/0Nq6BWUtynXzCNsriGFIiyN3j3Qn44+
206a6hWUtynXXELV6hKWGrDfzW2yEKXoxPNbJ7brM/6bDaW3KVe+05a3+JJVeBmKi4UZ7xMYe6DF
//treX39/ubyW3WTUhwDF0B3oZ8MEmT1MBsnLHRDmAOcSndu7XqrXvG6m+JFyewXwPlEuHQewKnY
tnAvkS75v/9D/vCc3E3xpjW8qDReWZLt2b4xwEABY14Kve3fVvKUItQK4OnFp26Sk3MDUc19rum6
vBXg9qe733xrk6BeYOEazakfzChkHjSdQdZprg7u9a/+xSrRC8upS6/uTjXB5oeB5KVqt9bp+lvv
0duvL+8MMknBa3cnuG4kTySyO5RJnuktbVegy19vPoNX66ZWKU7OwO4yqYvp1GTwefTufVO8URKI
SNgyOsmlIvrGyoT7yxnbWKsbBavm9c0bOBqSLu/jc24Jozqoipm7m7ez5lu/VeKMHSjSyIfB4Slg
8KM1Dnc9qQ2h1sPZKnFWO/BSWFLtmRwVRxxUEStIJXDzNa+/qdl8qOwyH/zmTMZUSywGv2oFDEXv
xdlqcRrpu7B7Y3lWxN+cECeo9zk5SFq9aWerxanzYeK9nMU5hQi7TLL6VXhT90XvwW8KtvVBuJdp
qS4jsdRfpZmpn6qv3lKGuv/UC/7Nqr8V4+SDYUHSGtQlWXo7viVRcY7Mk0cihazuCJMeRIB7qMuM
W+XXnnOfT5PwT8Dvl+jXZBHeyvSvyto0IdShVkO2S8Qq+nvhAFer9gBlbS/0XBKwvjcVGeQ7kiLn
xd6JpXStG0DQOYEt9hoFRpilo51/F7OtMJ2tjjuZRKvzP7kyXNNm/eDOS1vcQFJNy3svgat/I2Mo
kV+GamjgCKoa1uCT0TRDofb5QkAY/FjKOf4urMmMo11uWHX2E1gr6LH9HAxz/BwtydSMRIyKhJeu
XtrosTadbL4r+3l1231njn5/IH0qjz4QLuK79zVDYWiYGYLU7IPXDDkY0WmODXj1i1pk+6mAL5uc
sBxU6hL4sIx3cT+WI0xGo4BvCRN1WJvL2sLWB00qkubFUoVdPfi1CWhyP7WO29/VwWg1JAMQsOD/
LElDaR68RDbGSwlmnVSU0SxTTl81nByv3VdWEsf8YwmIXAYSYJKmaQ5d4zvm97UwJIi+yW+yVO0X
e46Mcocg2vLqXWCxVWxp7USjOsbRFNUP2VL18n0by44r+BL4utwVDJjlcoxJNZWPhA3l2UNgrWNx
DjibgIj0Iqdewr4zOXeuvp8W77O5VBMccWeu11MiCSq678iPbcC1Ad8an1Zo7H2x7wOPAPMrmC1W
58QwpfhS2v3SAUVGOucRxj6X1UyCg5zlRKC2ryaY24j27JZ8NLjvtn27ZMV/Unemu3Ejabq+lcL8
pw8jGFwCmG7gkMxMpXbJkm35DyHbMvd95z2dqzg3dp50eWYsd1e7q4EDzAAFVKm0JJPJiPiW93sf
bIFdU6wD1MClcu3sgGVVEcNJ2XoDE82t8iInDYSlVfM8Wf08P46p9JLHFpPmqcN2ADOdNIC0seDE
gJ+ulRydsbadj2kvi+zrACVgy/ao1KE0QqU0Tt7OkHyz5SxbeFcC82awkoafYb0gTBhRYF3tHS6Z
ccSamOvR+2pi5g8bPs1aMHdAScbK+GCAFYKJ0yWbtX0WGLcYX5TpFmXIEMXQwjpodLmzmrnFf79a
89MCc9shaXcMq9d6CZOqnvRyoTCvFd0+g9Y8wKHTyWCZ8B4siDmh66Xl/CKpN4z3XhmvaR8OEAuB
zIzxk7N0tbvDMs9rYRSYPOZd66bDZ9Fzj760WS8x8caSVKznlVkBX2dCvpf3XkszFctSXGbugJKm
57PIzVstdaG+1PNU5wH+YdtnufXY4OLUjqeQiLcHhSdy/CV2HEsdYlcn7gZVbEmgGyxFPeSX85Cv
asZmW0U6jz+MCQ9VfqW2RMv0HKucJS2COddd8r5ndwBz2WWLi2GojJy5Pi+yGG5iiN4vztpQFasz
v3cMs99eDCuKu8d+chsNMCWhQg3EwlLDdpeIiOM4LDgZRBUUs5tnm8/uYSytX5v0MLFnRyTQyTPX
xOXROTBH6fSRX2Jp1H5lNqxZZ+wVgVeBoB9wffEwnl89PM/dMcvap7QakEbsF4K5QgfYE+F/6/cY
j8ba3wzVmtz2Ff+sDzZbqb7vZDU7T9ZqDLgr6qnsFNc2T7P6WgydVd+lSe+1H5a6rEXpg6lsxuvI
zOTyPMdTVuADB38+PRSRPXXYW7UNNlS+OSZlKvZz7LhoEPIVAo+8hH9oTniYq6q1prDzIguRQiGx
0/ywjPMKKw5ihvo6GiRhxREDU40ZvZvTRdjD0O6763bKRtArebpM296my+K+TbB9MD/xsY5z5HuL
Z6elz9Ew61uYmHBRdhM+0QAXc7da5k+ZVXcxT3O2mAJYUVwtcjzkbTMYLXZFjRPfALwxWjzy7c08
mqkaOC9cB7N832jn6MuaF1Nyl7vFPIJaaW154N7EeGZ7uGgzYOjZXvzIQT9muY8TahlPftKX1Xz0
WrW1C6JtbzZjn+YTDfZgUFMFXcIdizF+VDCQhjOzk/38oS/A0uGCaqcJRsnFAFpoDpp5Mae7sWWf
uerBkZxcf4CzAIxBrBbGxaa90u/rWty5iRpGvyrW9IQJUlg1vzei0dnqO2L7jBZGx0Bw1lysbrO5
O3AwzXJBG9EA9ipl1Y8HNMkCu+mI2hhW2qVZr+UnAN0qtf1KJ/Ahw6QFU5D5Y4LdUI71A56peLF3
bNlRtKhnnM2Kqgy3KRugwDLY0+G/W50g3+97z9X9TZlj91/h+psluXeoxNR5GJHGwkgvJBbf/Xoz
Q/KSVaD7VcbblbVtfFZ+C4+gQ50wrGaEI640yqwM8dV1qypom1Ny7Q+bZTR3zeD1Lga167bCNtpm
inwVJsl2XHk3RTvHTxFO9oQE8Ifl8oK9s71FvmvJbPoC1VKjeFt6AbmzMJZqOFMwuy0Q5GY0tz5G
hbN3b46CwYRY9+mkwQWupPRfU/Bma7tvaEvpR3ZAEwTshJmnsTelM47OoXOaKc/8qkrk+mltt6a7
iGS+mudZ627zQ1Vs/XSlYJIMZjC0eWpDh+QjMqfcb1iPW/K4zD0PCNSAARZaYNnWkNbBushyeceu
nhkfR3cFlO5nOHW7hzjDgPgFa+Gqe+i80arjg6otmEVBWzitvrRN6DsOjv91PvVBKpo6PVurJTV1
qMFiwpFqQRrk97PhTmzJSrUKz1EHatAxAgXn3G1mbk4AF9zUBvIohyGu+qDjnsBiwr8UCQkhKWCZ
PMHAdPFdIa3irQYEUeUQNhJ7+IgL+xS/NFmkerxlzXIegfXQ6s+edI4dPzDZucis92LSmZX4bVeT
wPiRh/FvDSoKgyqx67eqyVlvKwEhpucFOJ4L25k6557OL7616Wa3BRxpJUVLEdZp04ryl4dFrO9s
cd6cewoO6LtiG+3qMzybRq6+qqxFtNCQYSF9Tu2YY8CXqVOk7+M1jrqYUV+D2MdfGlgMx7LHCzj1
FebW8h2c59TM/XQyE4Mb6ABJingQUzc+2ClxrAxS0/Qy9sHJNgTDCxjMjERQHWmxn5ZFEx2TZOy5
g/m6iEtiDuW9swr2xn2ziZNHWQVFL/+w1lae75dWzlDbVF9a0RO8pLq/41LwMMbkoCj7i9msYY86
pfIMXyP7g8pZVmMdnNi9oggyjP2iexheS3cUS1HI/ab4fAi4p1o/Di4W40w89vH6FG1ul2NdnRgW
aFSRmLW6MjbWxJ25Zijb/KbVW45bf+zYRcoWWwyat7/WcWZzakwVYB5zVqnKd5buY/cFglwOJ7Mx
bc3Pw+qJ1Jldckq931aYOudLBovzQyzYTz5vNTfsLu8Ge7pJ6tKarhdUM7CYispllo/0efbOh6rv
hq+i2appZ5raBZ02jWAKzyLYfOMH7M6z9a2F4jG5n2bDwvG3Zk55fZenfd6e0Y9NZuF7puPW7zqT
numXrfREBYC6m4CZ+ZIm4fwAC0MS0E/x3NjHtc3m1D0r46xg7jRNDJydIauO9osYYYNyvuYxkFE2
Ee4PFbnU5h4sRsSnwHpu2wtAcWCuTJSBdyupln3pjkbHdPMwmrfwYZissNIu1Y9pmmYTdItVdaDU
cp3nTxLrquwGrp0t913GOnwGycWaBOMHp5LRI6EtBjSFesFo2dB3K/YDC8nTbJj2WWXiAnSkCe0N
D3Uhh+TTqnFlFj5bfb7euOBncbNvMVqurmJjzUZfxslcfbAWwsiTJbRrHrMmbtpL2NaLdcBMPc8f
bLtJgFdMOfCsMxzua9A0xHTvRqRezc0YTVN+6LPBwPp9MivPAI3QxvIlL4Z5PHDyYSdfoc4TPsei
y1MpMtmH5gm3d9mpMdLvqqYqwLJ1nt2EIh295nGpoHYducsbi6DfXLABOFkQkt0ZPfixDvIMLJrd
ZLdGjjX9NLj3Rtwv8rybYuWeZdtcFAyaAQW5toot32K/3Nh9Hha9Lja41W6sOW3iqPc3J+vHC9OE
U3qPSWAJbCOq3GKId57wRnVPGc6GX7JMOTvhrLCJ26vNtc1D05eeuzObfopPqNZMzTtcIJLqkuDT
nc5dLxbOruzHON5nFiv0vNwqJ9rZCvbIQbqpaC8joJYnp9OxTvOLtFRYt/t8kvlwNNdhBHJEvltc
Tyi7+uOYbPRYsS+vS1C0XCH4ySpOnevF9jzrsjRpiYQYZmcNF8uMEwiNGEP0C8Dbef05dkqv/zC6
ohU3Am7ASgLHHI5zEzd93u26fuimS2eWToPvdzuw54txMo+g/MRyyXgq9ha+kw0K7DI4rWXvYY4P
XI5VjKsDoNT20FkkNTfO1KuG0MrL3ARUDzSe8qrIK7ldTw43uiqC0VhMmR3tNVbGFqIVTKs0iIzV
1Vh6StiHvyg9/0HN8+eZHbtshVFnKj5i/s2QC62WFokNfeOP/1oR5afSXithyhLeJMdiMdsL2uvm
dV7V/9p0gbJ/quxJSHtgX+R2tGtQG3Mv2ofVa6K7f+nafx5Sde2tayurno+tk4pzmRTZ+1PE/ItG
1zdp8t+p//w8pRrPoovXNc2PRV1gPr9TzoYZpFAdVCGETsxn4RSJJb8jDR77tUQkaWLY/ZLqnFwL
xp19nfIgDRRMCb22JVCN7lbfUB18I9C0zNiFaiw9fqBvFKBfUM0wDQFfSNcvCgS0V8aJHXAeT6lI
eKx7emLmtha/son9g7bG3wzKusSKcbbMR+2SPuwnwGjLWR+J+WttDiIPcxxaftUL/oPnWJ2u4Yfq
+tLmljH1a3+cMNUzzou01sB0rFSYdQhymzIM2KhN2WCwgIONQYK6BPYFORlURmPdzNXnxJj7nbAH
o9svRdR3Z7q0pH3pTJGRB03FWNi4U0NugLBw266o+utUFg4B2TA0ozdgxdxDqL1BjTiP1zjFJCQP
feK15yfxGjAgN4LTLXdpZoy5vStgabmh7JJ1Zsdk35GH3InlcpjiTswPZd3T28BIfyqBQEJXw+2L
bJb8fT20li0oxLRbDOvAjNa2DuWMpdGuBPLVT+fKW/R0DSwmxmwsn/u5SsNvS+J/vTIx7P/673z9
uYbMksbJ8NOXf/0nTfGnl24Yu5ffrp6b/rf9WH15Jiiv/v30Uv/5p//6+kte6fuVhM/D86svdjzh
w3o3vnTr/Us/FsO3a4xf6tNP/rPf/O1kbD+sD2vz8pd/+1yTCp/+Wsxl4W7/7VvHL3/5N3mqyP6x
P36Qjl+ev/z25aX47R1v6fNzVf/Nb/9ulS/kG4Udvtba9FDCy1Pj6nen/NN3IENJKFggFZzTyEVV
d0Pyl39T4o02XXQ22OE7QlinWY+e2uV/fMuUHj8POcfy+NZ/3ITb3/eV3z8pbsr3r3+D/XVbU/fo
+cOnPfK/th9XCjykJAG/JRzLdahWvV45Q2PIeF4s4Wv4I914l6q7aACR2fruEPbV2Woe3OWt6fiZ
PrvZl829Tm+kFe+iRIY2RTUDDK4VQ5TXre91D1X7zmre2etjMj+a23XS3o4DuxXsnMrPloMTBat3
59SfPfc6Xi6Jc2zx9s8/mw91yT+vn6rXT/MfP76vnsz/Ho+iOKmK/vhRPPbFc//bLTXC57R79Qx/
+8XvwAYh1RvXhf7Ccygt7FXob34HNgjLfEMwxpTGd5gD2+r3B9GQ1hsN5FFoRS3Us6TJqvj+JFKE
fmO6oNi1pEorTgY/f+JJPD1o//Ug4h0nXAd4oemcVoQQ9k+NKEcPbTON1XZtL7WxK8eR6mgc+yTk
1HcM41f2bN8E9K9fz6PqKSxLe45wWVCvH/xOlUsqdCKvjSqlZJeoYscgThL0k3O9zfKjKZCM1tGQ
HYzotiw/GHELK7yVvxpT/zZY9epCLBaetKUwhdAuwNvXF1JvpTPMlK6um1OOv0nq6VXa+qJckou2
f6aCFh2sNKFdrxL3rOvsr3E/Q/n2rFAto31N3ftuhNd3KK35gQ5zChlUiXuporMhM+t9XJdt2HZW
t5vwIwgHzvvj9kQQu/lVOte/6LJa32Y2Xr0fZWoHhIdHBZIt7Gf1P3WLpLTJzK/KJIClO5KGcNR+
th0K8f1eyfPRPFPFucqP8bDvhrOiv0tjv7vVzZFUyyUPNgLnpT4nmeq6Q9889zCp5K6j3pAHvN+W
ckd/VV+t9WWW7j1qyMBCDb8CLa1CexcfnTa03CBW9yV8U8hAme9Ue/nFzv3cIDfwt2sg3k11lrwX
H4s1WN1D2p+L9UpJDtVjXQTrja7eOQYw1/pzJc4d52x0j+6ys6swOquhrTaBXVAkCjVCjfIweger
25cwd0bQ1aE7h4u9Lxyf+apSBVhWpGnY3I+3Xcx4kV/cNY/uk4U/pb/GvnurZxp4QQzbtX+fw4LO
QmyFKKeCRN47h0/xTlN+dX3xvr4z3mvPN3WAIH4p95GxW/vPy0BCFdYJVK8AztgJJw6ZNSwvmjD6
2JpntvZhnFEaysvD2vm28OVVduUe7dB9C1sSDlL0gpgZ2JgHc/ki/sSnZr/teVfZ2eoG1IzcB8t3
DtFBHZJDBrfsKn2/xWG0ntFOA76mb+Z3++hKX44X0TV0UPuhvhj2xeXyQQtfXVVVMMThBNj20zb7
XrCed3v7GN2fUtnMzxNQo1c94PPlYN1OQANnH2fN0s9v9BPuBJfbU/mpuvLsA/bR2RLEewh+h/kr
hNvorricA32pj9hPhv3kx0HzcT16++UdALkgCpwd7/GI12Wb+MWOyiPZWV0GzVeoYDgIfa0gRZvH
yQvsc3hN+5r5Gp/Fh2vBlapDbuhTdbCD9IjiAR7UuBdB/iU/1h9WTrN773I76KtpR3T7Ml0X1/qu
BKq4BsX19syy7Xax5dPgtCHa3YpddVfdKQS5I00mP82DTPnWDF0taOzfNRR/KjL7HwcisrEB/9UB
R6RFDPn6dPv9976fb+qNdUL+aFe4VFKRRHBQfT/f1BvPQrCtXRPmIefVaQbm+/lmqzdKYLztepyJ
VD1/CLT41gmtbLsYPnK+MbDxZ443/fp4U65J1c1xPI/ATUkO29e7fEfJSWLHaPhMA7IxR89L12Da
y4yaPyBRvnPj7EDcjlVUA7zyh7v1d4K8b4nwD1vy6cWF4PR2tW3xVn72CjaloUs5W3g0wnUMToW/
/mgsWIU3PQXXvqUs4nezM5yXSUzxaORZBecpDsXJYbn3LJZpXeY9NTg16hOPtrgYZv6naZsfprWM
wyRJWvOCuyvDxnIFW2Qe3aYcYZ9RLdQLnghwDMvejHZxZw/vO5oDq++B7Tsr6dN8ScUERrfurSnZ
pxM1dWWkJ0PZYm1kmHfrZYRI6K5cy/TjsKmk9mMD1q7fE7m+o7O5d4zCfqY2zkGeWcOYBoWFK62v
6TsFHS33r+sgbHaRWavfb+2fWm//ZCbUvFRvh+7lZSAV+jk0/e8YdJ4ivT8OOs+e0+H//p8fUx5x
+oXvi9EVb04QaSCVpnK8H0JNl/XmOi5P4inZoOnAOvm+FKX5xvRgg2liTPp9xID/GWkK7w3r2SVI
VEILfuZPkcF+Woo2vraaJeEKGpJcxM9Dp5vXWVTMExeK4IS+Ia3T+pDmnj7Wa6pYI1LXV+40GS8L
srEb+vVx9nv+/Cp9/jHrOkkJf1iP36+AiBrNktbkcq83A5m1ed21nbuLKYbtu9ayApVQbJd59KcG
NuxvrwSF1/K0JMmE1vb6lewW/mxpztRYhWhDs9lsBAyIHX746P/OBvO3d5R7SsBH4YENBhDs61dJ
AEnWcmTsz6BWe9PVKxENqji6NZk5mGovy2I4a6EgXjtErO+npZbp/h9fwumWvb6lOEQrqdlcpSWx
D359CVSyWjfLpNohAO53YBudqwK713ApiGWYG4fCaUbGL+pN8tvM0euXdUxTCukS5/J5/jwNpuk0
toXZ2TuzajKEQfRBzKOBr8QQbIls9E4v1PmAUgm0TwlZsOuDmicy1E1e38SDoR6bzYTSOuWFfVk1
TmFDlXXa5zwdCPyKOgaRmXXaumjF1tEQzTYQo8tGO9nX1rbQaksYvwzWtULfwJWK4dDhTfBgekBj
D+lJceR3DKCrL1nS0+j3GqOa91ThosfESrMPfFjoqSh2f/LyNp/2qyk0uzJQkyKgJuzcx6tOP27u
Yjt3zAQW5SMIJY4LpEltdsZwqfMU22uk6CAgQ3jM1VrQZs2gwnpVLmQgnM06wcvL6b07J2m1E4vS
zTX9OfkWfQQdU5qD2ePmbKM4aABNynfmRBd+jSBr21UyGp+dNhOfrdg2Q9MpZ+uintKFotiinSnY
gK84QYu0ogmUmNwruqP9urPpEBNdZ+hZ/DEb4GNnXoE+reShsPZVZjR1iPAatcM0LJj20L2VjV/W
WBuh1WniY9VtXrtzytLKAkKEcp+i+BJUVFfC2CIiD/GSdHmIm3gGWlvS9PaXYvMuXTpZUN9F6n0u
i8XOA+XZ4KRlKlS4aZEdzDQHZb8624oigoUyHuaieTFsLd5uuQTNPS1YNdPkLsuvrU5V4sfrsqQ+
t3O6rbrpU52lNCaKrFYjiG874bT0lvZzBEU8wC9UnHXGPLm7SA3pXUETkwE/R3/o4il5mbu0hEmN
Tf5A92GzPhTW1NKjKQbsKQ3vosxhiF9khlZPbWMUt7K16oasTarzatRoh9zFklfLoj30XZvQd/Qr
3C5Eg+nUNN1iuY/pfJRoE9x+Fw2MaAdzZXIIT56arxeRjChNyqUSFGXHNIVybCTvkL8nd02RF8Yu
pYY9nsURNlNBwTjCzsu8JXtXTty0ysfeIHfOsSnqWoQBdOPPF5VF26XOF4QQDTOT96mrW6q7hDuE
OX2+HZAmGlMgUe+34RhVdH+20di2sIeSWp/RS4o/qWkFUlPpImt8GTVYRg7wSX18orPPjQtGKbCG
zSx3jT0NEOVLui83mTUPlLJw2h12+dIj4FPVsGAdGm3367jWT96wyc/xKbLzl9aI7tY6824QZLuO
L+wmfmyZjSRYQX7y4tZedatTU5lBXPT0QlNBXy2LzKILZVpm4J1tw36nDLP82Mml+qqrwSBRbIvp
Y7950SfQRgvCNS0S4dtzBca1R0AFmFo5dnQzFUBWfKnN1ApMF5cn2t71IgAwiwKMtrmQ9tB9Z50I
N9O3zmQnQyinSryPSlRzgahG+ulxaZM79Wklr80ho+7neIMYIROvA//dGibCODnywVAvEHKfmnWj
TlVpVwVTqren1kCKijxhqJ7REyyVL5OhzvZVOS4OGxllqH09SaNhsXqdDFPPSpIwgo4n0ML12vA7
g2nnG6vpsx6LiHLyQgddImnqZBEJGrNZtYErOYgOW7N0hT+wdjZ/FS2dIS2qhG3ATDELcCZveV7G
znDDvHYbcwd6m3c2uJYBlFqrON61WWeRw094WZ6rKM1t1EeZVYVz7lXPCJ7KWxDZyAKjNpEWhPea
jh6uayIovCn6rEdMevYst/GpQCDw0BrQw1kRnmv6C76YAL9MSc2/RwUVhyQynRfICrVuqLsu1+Hc
Vzbl/2xwz6rayjoUPsgRzudx4Mlc8s55HIWGTtTQRC6DyOlz8YtT7adKnI3wTkiNREA4SilArq+P
Ug+5B0qzwt4Z7WjfUZ6pmUY5z7aiuVcu9+ofH9x/79VQKwvyIgIyosLXr7bV81Y7fWbv0qI2bulj
bOFJ6byHFK+ukmx4+ccv980o5scT2zGJH9HMWg4TfIQqP71e11VbxxaCNm6LxzsAWBVO8Pbo4hjU
6W307ayyumDGTHveZcZqVo8SN6coHCYe/N2g274IW+U0azi0vboyx6q3T5M0cRQYEwYmV5aOayds
C6NfA7XG6fBScfL9ymvuWxnt9fswHcek7iqg7ArP+6m1KhycagYj9nYFKvg4UD2V2k8qmQCqLFuu
nQtipUUeW9yc+nARZt/563ZyYGrZrcffA8D/H2nQ/9iGEBHlH6dD/xtccpE+/5gP8fPfG0A0c7RL
oZl0yKG4faoAf69MeG8oCVC08EwtHQSnp5Gp7+mQ5ZIOKdIhondlej8W3kmHGNSi7s6CEWhyGCb6
E4V3elGvYmdXuhQmNMGrzXbM0qCO/6p7Svcv6jC1OmcGrY3zh87slQILTvSCYHVZ5bykIX110TEX
bwFiyg7YfuRU405vlzGFRqPtt66lXs2ncp1jUnDkus3Yh+7UW3H5oY4HOPU7rdL1JL/N+H/dc5aM
wrxz0XGKxC/HNaXobi+6naqnpCOYzP3FoOkKZjmxE/WI1c7shgXKl+WtxR5ZhnM52lO4bLM97bxN
u4vfAFi7GBIZzX4mEKuefEO2t2ve51Zo6SS+dvKhQZPO8Sj9mlIJkUk9JV9iyyvaQ51lZnJUWWI0
l8JJTYdCqqxrH0m1bYRiwQIQh58qgmivQZhfrZVhFEagVIVU70kNSwO+PE66DdGJHJ3snapla/a7
YnJn8dZo1sU79Lmy4qt2LOeHQje6P1PGkOvbNp21uUuGaik5rcha9/MwOtVZCZwvyNNpyPcSSX7t
F4lA2SWrBrFOO+DfEI61ZStfJWtztjS6WkDdo6FhKqNrxUGsyovDxrWq6aCs3nECYxkMp9x7HpvA
tB+6vO+E3zO7MYy7kt0y3s5bI8Wvzc8G5pnOC8QIR8/hEPM7KbpPeS6SmbKw25e7FmLWaGp/kOmW
tHurQHtUhKshRIesQKqs6AKGAKvl7doQetyWHd/DVMdQqCGJ2irp25ugO+1NVVtemzqtY39oOjnv
8cFFfKzwGmTSwRIjQ/tlhJrcr5jp8IJSGuA+OSa85qwUFiMb0jHbfI+3n7vtiNwQKKV9S4ke6/J2
Po83p79mGqk3Dua4qPww8XeWs3lwbO8Ob9Bt3RUFXPowiqe2pQfkSZtmQGmLQMu1enSc1bmL7Tp7
anI9eEHiePIRgP0igyx3m9vNKJAYlHE9XBpR112tieV5vptGlgskE00msx8Nu+4GD5F0AbHPu8Gb
EnU0kyb+6uJPXB1W4Z7QUlGszMsok3kfFNmy1KF5AnScOR483DCJSq3DvnaMG8eoW9uf0eAJJsix
9j+3myL5sGSMgOyGtOxQlFscEkGn6pTAsJr7aI8pXv853+xYBNtkMDQQJ6VxKxp7qIJYxkwRFZWp
+/2SGeRug2icj0KXY4+SM9ZmoJ25Ig43MA0NPC86Fbgzm88MAuto+l4JgSdgFkBxXYlrdAwTCYcG
1tJ/YKTE+Jp72eD4VibiNDRdWcyU5Oe5CKDrzJ3f9Sip921cZfe6pv8X5h4zFpfM2iRPBTMStKjb
DSm4uaRpzITGqJ+NxXXbMK8Sq90bmIMoH/Z7d8CuIqp37jQW7+w6dyncVz36KVbrdlE5ffuceegY
C/R2CCUbXpgHd96Zyaam8zzdWnOXY0kTtxyYymn3TKhk42GDvBLRfUFc/Zx4U6nPjX4rJxJVsxb8
S7HW5t3cFQjoxgl6+U3E3Exx5622PUxI8CM04VpPQ8kQhVeM0TNTBtMSBXE0oAjxUytOki9Lyy7B
wtpaygXAhO041I6hN/uGdDNfaHAVnWmdgQyS+XswF5DqtCFbhV526Lu3i7FSi0iiKUov3A1l80dy
jpNRZLM0Q/sWs3q3wM47K05brppa6MqsT3Zv9guMrb3domXNKEwv1nU+L3kReKkumuYxCdye/XsX
VcpwzxvtRM27KJscdSARSPR1KqqhDCeJtdhKTaKp1w/lbFvVnRcVSGHFoPN59I3IU81xkWJw37up
HOTZaestox3WKyn1kwySd/ylNFhanT9vK9yitZxgUBnYMlv7BFZuBZ1F5W6A7LbLQ2suFZaMc1s3
xwHTrucBr72naZaG8Xaa7G1hOx3VnYqccb5dl1I8J5uRe+E2N3m6G6dlQuJKnSL5IEpipP06RyNt
QDkXQI0MBjnCZLTn4pqyyTofRsca1QPTZZ23U7XjLD5ax/gtsGDxUDAL9Q1M0XvBMi5J4fMKbha4
XottVY5mYvWTwY0ui2iZU/J3ZplDJZqS46TBTtU3K7tpWZB1Y4SdavO7RiEopLW4zY8TevFurxfV
psc8KxJGWeaJBcbgZhrt5JgsfahkPrl50HWuW4YCZbZ1jIpak30nnYmafYga8RQhXPLOssmwjUPc
snqCIi1a2qxrbBb+MuRR4Rcjjl6+7Si4S3NTRvV+jAwtfQqH2NsljP/eJ0Wa2aGt0m4P8HaJqWFw
dARtRcv+jGSrbY9uXosHWyjqHqI1LOdK9GokyZwazzpY6E2/lt7YOuiyOvGR5zjtfcj2Mg6rMk7i
m3GiYuanbhll50CbmqtZFOujgWwq3xfcx/x6xafY3kU4uySDb6aJ6OH9IeXGmSYt9PlWdt4+blsG
LWSaoYyzK3R2wRJTyFRvq1zaKM6zxOxuKmcg90YlnvCxmNP0NkPEObD9K/F19LKiZHyumK2QUjeV
pWpsaOJhi+/eFtnkkYiV2s73GEBPD2vZx3Tlq7R6O2Wd8zFpBZ6Dre0kSzBkK9W6ZKv4jNylEbRC
FP2oU3QDtywnBrxvqi4f/AIpF/ub1y2fNiz+vb00IutOLM1onY9N5dU7QVTl0Pbt3f6CuGrpbnT5
/6g7k+64jShL/5fewwdTYFj0BsiJs0hKlKgNDmVRQGAKzNOvry9EVpVEu83j7tOL8sIyZWZmZCCG
9+67976Ni3yHPNByz9uwXeRTSabSF/sB6xLQmjwHOfsEstTlx8JSCaRyQ6jYlH36caA1qnWR+pus
r4epacc/1eLPP1xUdWk8ZbZXxmVZGNmuHD0xRaPbDvQ5JpAJ41y04iS7QTTHvuowdoALX3dxllZW
eZu4a2GcCiGxpSSFJfKD2+upG7QR1XRA5rP4kdfX7QHOXdvvEvr97djDXUF3tXpBLyaBBsHkSgpl
BdoI7NPgtD1ZwEFqVxdd151SJBE00w3d4rGx4RtC22385s6u1qG7x6er71Alqu5HWPZbu3dBE5NI
orIwz4sZxeShqezajzNJ8WsPQcyDDRD2ZX4ug3wNn2S94FA7OKulPmyAHpD3DKMTX2qn6AHHAjMf
70VO9AyUNVcd1G9jDx+KUCA7ZkHXqGU8ekAFa8/ehXNPmSsazAwmfBGTfTr9ZdJl+Y8U7dEapUgJ
syME8Lzkbu6oRButGq6bztwoJZdpqSKMFP0ksgL0uNEQUk+M4EJvw3nmdLZDhJ7L8tT1nnvFDZtt
MZEPbdmMzcs+b2VR3BJdJeB+qTNakBWTwDxzWFle1GKj2MSTZ7uPQREEXbwIZSdxYXoNMXhI9Bz3
YxM8QWl0hihQg6tiK1VGTnBVofLggpt1waS7IRdGHZsk1vRE1LIuB5llpYi31W2/+vAMP9IWujBx
uGjT26Kc7WWnvKTeIg8Atd91udoeORFb5CphBuKGb2RySCaYN1HlMK/oATL/i5xLc+RgctEZh/0M
gXN0zPyHs7hTc2ymqqfMn7vdA009iiFepFpI8MsK//Eg7eQP5BIcDGPrcCuhSAuCE1ykBvdtBNLf
LOHNTRSMkCrjDrvNe3R/II9lPjrf/dL2SYDS2Wxi32s6IEqVtmDbqDdhH3RwzuMs87ZTWsHhjL3a
ncpjYRqW5A4pOiQreFzFaKFxtTe6WrO8s9aFW7iYz3mSlFOEI/3Y7ZFTEKa6xgQFqlTeBD5GovFq
Iv3/I2P/H1a41DWa/3OifuzUc10+1d9/T9b1i/6TKGdBCbApJZGUw0dzNHPsNV337T/gyJkkYKwJ
m4z9v4kEgfMHDcGoKtI2TpCRa47BK09OhH9QHgKioTgV/CTe/Yts/U2pzYYlF5qmfh/XpEb61kdE
YdMdmiKfr9oF9b29G4MFfg+SR+k3O5vrxwguqZNzLEZlPwfJ2YwhefuQELE279ic/+zP/QsExVh8
yHqAhVDXPLiBGlf4hXXtC4GLletbV0TTnp3vS8fMhnOMZGfj01D5jXflFKon2J+HHJ3nMV3RsH6W
5RJ8rPtADhG+2oU6M4LQWI/hJJ3gtoeN956X1F+mLHBc8ipdFAwcgdDj92FOi+kni3DKK8M2yxSi
N+qKqyXEhPKz4q5ed5WF1e5x7uy0iybLy7pd33eB+vzLOnu/SGpbDANyCk/O1Gvo7ZNz4GkT29MG
sUoLWX/rnAmAwnYq1LJO5Sn/gAve4nW7rk6b8CI3AcvPwU1U8O2fx/EWOdTcGA42WzgU5wVjeTMf
ST5QJw3mEIZdkGTw29DiDJFH74oQswkMfOyPg4Q3Dq5Pq1kt2Cyg5tlwd5ekNtd3zDv+bjhAYMIC
AbMdByDs98ez0OUmAV8nqahsv74dMQJYIwXvfc0wWgj72j2k21ykhPIGfOhlJ7D6he9lFVIVtwof
y/UdAPztkBzAOmrzTggtE+NW/+3CNkQeVp3EKCwJQwtfW+xDp1WdOaIv6CZUIY41uKTTFqwg8ssJ
G4kIY5wWL2giYk7r2Ka90ZBE//zg9HP5Zbs5kCk5j2wHDxG2HGfU7xPVIIhdR2VPh2rIAYQMG8bs
uWFtKZYOWYrGiXIEGvU0wydEex2k7z2pN7QFBgCOaZrCpuDtsKPe7HcxJ7OvgC8PWMpZw9USbKUd
Vesqvrs0/iqv8Frohw8dsgg78otleMgQmJqI78tcnA2VNc6XaV/J5miyEdd8V5rL9rj15fKevdWb
mgJ+IGQnlssh7sB0Jov/fab8oOxVn9AtJW0MLzhYfYFa1aYU1F9hb1hCnm2m5d8umgDdH5R8zkHc
7j3cp37/0KF0FgOgfzyMajOD68nE4/lTkheGuHGzft4OTIBK7yf0cu3J7+qkvGo74fbAZ7SKeK+Z
65vFYguqKa4Dbc0JmQAui99HU9JgdF6An85Gry/VuiNU6dJjPqQCZVyf0vViiTBGWXsbWqKo8h9i
oFL6Xp+jn80LflmzNgs2AFkOQLnhWoOA/z6MgapaZ5sWDb7WMKuTrz6ukLJDe92HgpplYkik1bbZ
uoW8xr9hU4nW5jSU61aPRl6Yx4xzm/8w3UWYcU0VNV/j2TAUXbWJCzN2ow3msV6kg294Txm+LD3o
CjQVGBWD3xZPVe5M+juGoF1PmITz72GkYWWw++fN+bNFwC/flDWnuU6g9ZTNYAy+FVIkdj4Xs1P2
h80zw5tAkcDuMTjJq7OtWiwuvyWbbiFdk7VU5IWxF+bjbZUTr8dZ4G+PM1433nNIA60ruzcphrte
aRXgmqSGUTY3zhJPlq95LJSUjH93N+nBWzZFBhxliFz+QmOx1tadUU93hyIZg+m2mJfcT2JCU+cI
hjLYDxuEheVmajapfsxTp4bILQLxTm3uLSdfD4PTlhMmYCfxlKiG/BpQuOThBrKm9iAXbT9SONbt
OMMqjHNg2ZQ8PJ19aw/SIprLUg45tklul3Y7kDkIxBWFdmw7MNqe1XtP9+3Rx8igYppEfaZAJ+G8
OXuz0B1zCmrNIbPFNJ43/TxDMS/bfNxZftZUO0PglnEs26we4yKB6LAbhJDpoczd0v/ouipZ0hgv
mOYevV8hbhYzEMUNJ0nVv+OB+HMsb1aiZsDCsHO1SujthUrRvFz9IRgPTe9XyNhHWoCvZTd1ERhJ
U5xDBRt3CdGqNUZbMovY8VYrPdnN2Fqf/RWF+47KP9V+jc7iFCiyAwWMccGryKood7QbJVMQ4v5s
QBf/VKzwP86xHpruZt9sQ9DLADwzFZN3LlEluSqaGtrWX4U2+n1w3iVt731nxjrKw59jPvi14lVI
/beBAtt/hfZ/E3Lp9fJmJgI0JfzDv9iU+pD8JUBNiV86LM3As61tlbcmmAMI99C14oPDw2vPcEeQ
l75pVJ/+Lz44EGQIQOxEW2QXv37wECiSwMkZD0NdFfMuxNfpiO1ImoHA1+147kpTA229NQzvEP7e
BLt6CwX0Gg8Q5gjohZ5eyL98Zb+2h8TeuIWqbBPLfZUL/zOWgNXzVtVD+OivfgrKsjQFreEIfUAJ
gASLd7bL38w7Rz1cQDRl3L5vWYfKKVPoRDMyAGm2/aEdFyjBBh5qCsa7lc634MfBrnCK9L0uB3/3
yYK8Td/8JnP/5r6x2qWhxX0zHCyKRljjT5BYfvTsacpBs5eqCDysV/smCLv37n9dcH+z2EjwKLYJ
LlyTD/995lWBl94CfIS9xliZu9TrF53/WOF514y0uTSN3KIAZNtIciw/KY89wHYdE5wk/QX+y0zO
v16EkDhYfDb8dcKBNyFA3qumqrO55xxQtbiE4do8l0EVXrag483z1CG33wJ8RN55+m9CD5YgGSoi
M8i9JsT6tzfh1tRm0wluQuGWc7Bblzr42DV2/3FuWhiIBWhuCbpiK7yoRrT4+3/+2m/T0p+fDykC
cS7LgPj9za6XmyWBz5r+gBldiVo3rdtpPxW+9Hc4G8Jowi9Ck6/sRqxxC7nqRsH0vVDzsM3nDufQ
zTRQ0o6Sou1oY7uiCDv88xD/ukr19MBUdcGX+OPNCCkfjI2BDRbNDuW67IqC6t6XbbGMszBMrP6L
MRcOVdFg6t55NH83N6TqlsmRSLmfoujvi9StMn8M1607NM7cfhzTIVt3OZsJuYxVeeWuplr7mRKn
oxs+l97FSBfMS89K7Vuz8rYxhVFFKeKSslr2ZI9TErxzef0l9WLx6BCakZFfkJ++uWibbNo2d07a
w0Cntj8nJ8sRLa01TlD4alCSl8LOHyUP/g5YNj8r06CmySv4YfvOVP31IEV8YaMlQSTIcN7eovZQ
TE3TVN0hDb3MYC1XAeqqEtuls9pWgHoYTpq45OHYNjdUu5Nsn7tm6tz981L52Ubo92OFiNK1dAyv
V8vbY4WWb6toQ6M9jB5SwV1bjM62z6cSGgLGTvDg/D6BFNrOlR8Z5pQ81gVx0AEdf31VUA3Pj6z5
+tNcWf743pGnH8absfkYqmqRDLcOmenvqwkzmpEa+dYeiEY8Z59NQXlpmCteZaaZXhBaVJ/GIa8/
GSpYm50whs4G5xb10VJz9dzJdpXvnHk/e2n9NiQS1BAiuqOZM8Bxb4aES5iiJwTTFcy9Qw2xV92n
hBI8th+W1ilvS+Aead8tvwVzuVzBna4gOnvaZaqGdRcQwg1M38ThTL0Brzsy6jpf90OhsKrcqso8
jPRxSN4b919uDy5Kz//5pD0Bgvjm4rJXWCbcB+XBnTH1znd+BZH402iN6Ao5S1f/blggmHzHK7Qu
nro5D7IPtQPV8VEUFn0N7MqhQhm9s/j+OiricOSxwtT4HpyF3x+w22Bp7niVPPSmUr5Bd7pyJCmj
4hwgA08w8YOP2xsGtzsY//ZQqs2f7rZ5TDyx9yu15XQshSCj7v95YG9ZfIwEiTDoFed7aIXh2/S2
9rJt8l30RMKoO7xUHDJokE8nnYqZooU/Cfek7DXb5miiR2LxVEO6BK1Z08rrD2Mj+KvcbMgG88Is
rnndgkmtNYjhspEz9tKrS2ohogT3ouXkhviwfofK1fJRbR8sRvXOpfWXGwHxBJgOFyZiYI/d9PtE
r1soAW/NcL8FvP1BwadQF8ZQJx3dw6FtK6oqTrLEo7+p+h3JLgq43/cxgl0LXwKXU8Zi6XF7//7p
id0tDodJflybdsnDm4UmVEwWtK6FPyimUO2JFyOEr/BVOpPr052Q66BVMCTy+sZr0Y49zj/z7dzp
ydczd4IgHVljpgGGEWrnEsSQhFMzP5lYClEYM4U5Gs3JxgZke1ggN1HC8SGdf0xNtYnHvOU+TiJQ
Uu+eopKXU1U3zHYNYqsiFUvuq21KkiE2m7TeHpyVT8DqoyhdHk2/5fQ+2dOHujPZ3HC+gOsKt8uN
IYYhvvIrc0U9sjmY5dhiTGxiWcjL15X6a7DjvNQfnYhN8hOUsqQPdhUuiywmi7xqDPcyLPXSwYYZ
BKLJAo0nLPjoALRgfNn3Evc5o2GxgODX3nJXTb43L7umN6f161j16/DZUulq1eeuB5jHIT7V/Lxf
TA+PKZqZIXjX/Dr0JR5mLbXrwki1W75GhSeNTi4zo4BKTB83Zm43TqH+f03h9d51h3Gi/jvSO0uc
gqoK++2swHrTTw8+k72UNwYOorNza4ROapuIeocVdLPx3CRB4Gu4ohH6+Ugyu4vZsNlhH0xrInq+
fh2tbFlIFu0MFx/MEztWIbCTI++2jXgbPbk9JPBQXJ8OorSfEFFei57dmXTK4iuzjEp05yatLosn
IcOpN+JE2KSmNCGmdDmeW2p0WHgZiBJTvzi5yZybhpszsRBBtpGMvxv4xlM25NuDdkJhhxdeg7Q3
zXOeU/O699Wc8dCRLlZMCdRFvYFff1Ir1XJx8vHW4dt7NoT/Bzu1S3EX9NATHibK8cM1RJf0h0dp
oP8E+2FunuRUm8tlYy3ViN9i1454MaLNyVBjQOLLeJYjtXI+dMnQTDkxBU7/yW3x4Lq1VqkRYzg+
+ml1Y8FJbkG4Ep88G9Dq0Mh1mndjTZuBBw8PXIaMekmPPHPBvp5oA11DJevygpDjFtIIZmhHGk1Y
2KPm44aTCyxFP2BXDMrU57Q74NTmREGQtt51GG4ydM7sedUIdQFN0w4x6a/DobyyVYi1GdZ5Xb9G
VVWW6gLJpKdQoyRYan+YBFQfmDfSHAIzSsNpWy7byRhgFoC0bm2+a0NhTEfUnQ6nQmYBros4qLlZ
PuIk3akHq7NwEZSD4gSKejkUKHh8e1POV5gIesg5e4mgd1EeTmSweyboneckS3zHg99KxdZCrium
O7NEc8NtLdpie2iCoWauZ7yTtgfbdPWvuS2LB6TGFcpqPgSW3FiC8FM8/tJyZUrPDOkNhWdcl36o
5N3WJPoKkbWH+UCepAOLzRdwxuRRJJP+o5gwwuSr4huY/3jZZc4w6Re5JM/sW3sL80neb85swYcF
3G2Kp7HKM8aJMT+aqgNHjH7oCAw7faypjrWad7mTf7FgDLancHPd6evE0ed0u2xWZXjK3UUmd/Vk
V0CGBTcewqMmCOxnc5kgXkRLmup9sYiGszMFhEWKIYvBm+y4qSZ9280YNQbxmIMh3obIGuRDY49m
cbRaQHokJBkII3aPDhqwe07AKbyzVmfj/9ADZMtRzBPuqsukJQdq49fnhM8a5ZiI3zY52qtl4sJ/
+cL4tfoU1YW05vAKYUhL/a90m/FPf1jS8XNXIOCxMI2ZKQz2JVabUAbhbW1owuZmbPZuyhr6rjro
QlcWPP2iPlA2DLrbgV45+cmj8Wtmwsoa1QIhYTMu8FdG1bQL8MisTlNK2ey6A3allpUkBWT9rjSM
2YhEI5P0wU07mwEneQVQ+7olnETwoF7xYOavtnEgqO10+SQ3X2FDsGUd2pidvXZ6H83DuK0X0GsG
fkhUqvHyEd4MMx1MgbVeDL7siicnJFhadwv26OIsLXqxTockMZAnDS1Gn04EbL3wTKmK6DoSjrIF
E1qJQYkSWz0g45GDZaNr+ub5rbp0xknKSxZs3Z51S2dZkWWVIDc9yyQIzv3QCNjQ7pxT9YWZKvUZ
1/QD/rB7h7vIMHZ16PaIfV4vNoIL+gsfs8bpMeUbRGdlH8p2SeZvG9I55ug1VnKtRB/Xr3d5UeYJ
AWZtzHof0WLF4f3Z+xpdf71+80zpQOH1krATkbI1O4t+I9X+JfASg6fvq6l2Wl7mD54+xKsRUySo
lZul7+Ich1J2FHRVfX/WSSp5XOWQ5HqqXF9v/ddbTzk4n40x9d1E2v9Z59CO93yCj2wX1dBaI0GK
TWYdJqB4KcqV9fzznQdb76hQQYrSaCVSoTaqA5xNDRRSWAX/GKo55a3gjfGc4g7TYKokXpb16R0O
vFvZfcqNBGFTPJv0aj5klipwBe7cfmZXtpBZOW3dl7iU+vjCF+4QC9brrmcPBs45npQp9+AwtB0H
xGK4ihf4lAy4Q8xBUGTE3avXMYX1cvUVfqXXDXGN3nqSju7GAg0Mf1lOoJdP8AuzxubMXwEdzH0F
EY4LVKQ4DpvH0MHykMzQU/p6qqCltcOnwu6Mpnzo0MQwDWEi6Vv0FQa9nvV287EGa+IRPzRVkYdv
K9YB12NlBx1nI3I4xubgVMkR2eMwzbpQTl3xK7Q3sXjoeJbpb0FEDW9v17Ck3VNjTs5mIS0sqy5/
2nDD7qybtBYFU6HkJCDMRDiU8u40SBlMYj8ZQZz6OVN1hgbzeszKhFKSNKDylg+vYYElUcx+a/o1
GD+thuOwGd0kw/xuyUtSUmSH2CZbEJJ8qQfduDomxHFdXz1e5jrUnyS+0tuDHNXAJA+rV/A4XmMP
aUM0K+PWcvWXrLKQiPh+7lpvuuuCNuVhTiE+PZpjqN8QOcXI1xF4C7OJYBMYC6EVbKUe70Yof7AS
XSymbSfUqwK6si4Wy9bRQ3t9C78i2FVnXTMohiacfuA3V/y02SJGmynexlKSvnY7RGJtN12pl/Vc
90o/Otjaehe9EkJwJvUYllM5xAEOcgL9cbAheMsC6INyiYAnmf/oerSV9o4IP918vUL014TFP/SI
svKxsC9KHP5lBsdSFhC06Bjnp9fE/Uo++PBR6y9hlgTtsx/yefFoof0cjqEPj/mL25Qmdf02LwJa
Jphm1TXTCVIjhtyiKgWkrc4l8tzllHqKz/AyW3QJSyU3OC5ZC8yJp2Hfh+MHVWzb+rlFG1fVuxEb
/26K4AzahGHwmYm5rrKhIO2IilDgGEqTnRUq1Z4FHWTlpyWltUb5CcfUCnEqjMxyXHaYVSx+GLUj
moA9RM6ZH1YIIyvc8pIF9YH3FUAX2VDaEIuGbBq6GPHfhksacwPD/HKYApU3dwGkHLM8hCb2xsON
i8YhGOGkqYReCYNMxa1lAVgNpyLs9eebqYe+dd8aWDR5sVtajXtKirWoMMCy7bG6afpJmsEJC/Sg
384DH0tah1rmljnWfuu7QiYxHhduax2oDWLJ4zU1ZvwnFKkmY8vamqouWvNlw4QTDl1G47mrbqn1
wYerv46x+X0u8OQlan49shtph9BiiG2MkpPY8/QZTzkntOb9ADMyf+r7RmQ1TqF9m1qoDcKyus8r
VB4ZhzNdaVHU9SL8jIoh4MnOY+l7QzSGm1WtVzgvz9B+Dd8sq9gyGoHEJfDlPASfg81i3Xgy6Xob
IoMlxZUtRh2uVnRf0PfZyyWXL9wzZWzn68pXcF5+pTZTN8AaqqINSrmjFKuTMhKQniPjJTcVXa3f
y+1NKsZdLdi9eU3XhOWD9m3vDyzakCudhUIwuf1MT/Iw/3kvlLzmYmwcfdc7K7CIg9OIznRtN9W3
t8exNspduNqJWg4Av0kur1+PCwrYqKf3I3pzDgoCPxjPuJ1Qxcy6y77q7UHekSfSkTvyCjeHP1tY
Ukf9nT/po33tDR1j5kGlL2AI8uxUziufkz2bhZ0MX5PV88ph56niZ0xKz0KG+cpPMT1FmoXNrT7w
gnn0uTP6yeQbhs04MaeIiXShPa+Mpp4OxejCqz95XpOtwTGEVbbs1Yi69tYZnFYrS0amjVODVSPo
7WNzr1rNQqX69RqvvXzhjFyF93NeXtIYo+9Tq408D77vDqHHhFBKK5/ktbmFrDLMEsKNVznw1d0T
Ju/6FJXErSRIL4HzkIZANp3haDJDHZr6PKtejryBxmDEM6+Xa9IYkgdSBMg9ZFRjjhz0yEKCjTVM
dwYd+cgh0Wees5o6VLCDVB+qw0u4niaVTgcV1RqdUKz43lGvdzTUYC2LvunQXY5cEEFv6UDLbO2t
U/tS0gLkYm7WZLW/rka4zNtRMMHLjMSXPP7ehDWtILf7oZk+j2k/JPchfvnFacM5O0GHlhuTM0Uh
66fScq7WXeMUiMLqTkB0RfAMTICYmL4Ly9dsdjQPCq8eegy61SSbM3tKk/WhSeBJx3gpONsxbQZn
+0hotbXGsVehWOT5CtDcyl1XqK14WNrcMB/tpLLqvQ3NWxqAy+GMaUdqjX3XRO1cjOpOVi3uz5Gk
F1BwAvdGpxGhl1qhliuaHVhJicrUqIc2/5YPtkU1YVP+EQd5zC7Oh3KbvLNtmIzpvqIihxw9lXpf
9jW24eFxaQnwftA5IE+x/erxONi5UIRw5c9LHPBPq+LEwoeyQu3s7Lgm0WNf6dQsOZrWAlkcjIyZ
I3jEXLBHgSax7buk806/fXvNuF6jbMIAHfW8gAQv+Qo9SvSF644ZWWUaNgTwvkPyTgMXNUKgi7Om
9lmU/Uuijpqf1fKy/vE70O9mv+yqZd2AG2fQI5aHhHxZPL2k3EWy6VDzNc593RK+mHRY3Zq45E1H
wxla8xHYoPnWTvDdqbC4+rkfNgd9+4r3xFg1dmTDvZo4tO2AFbbLhuk1HNGhNe1t9GmB3UGXXw5A
ZPkNcvNsxM/CMFV17k+bV3i7NV30kQGmq/MggwSBj6c5z8LmLxTqOpIZfJpIcNvCaglB0ZkXkCOh
JvPuMBcS9kwhRwvB2pSVHF1bs1rhvkBtsMiYrGwuP7KlvAxKOS2dzDnqBUyRM3QA1XzNA2zma/wh
gs2LpOlsJvCJ1250vpDp0j9jXDn2z8QSY/4N19w2f5B5aLIM+24d8m+0d7BmZP0+XCrEZ77XuWM8
bqbOp+Q6a57ZVm/1+rWZccxVZF+q8Z5zKCQyPyZ9NfF7Lr1aOGvMdNHnt2omEwv+F/DIp5avOqhq
MByxpTMaPR11i2s1VzwRA7FRKwU/TH3QedeDk+ibYLHsmkf1eoax4wLgiazHcZ8ACRfxYrdqQ3ps
nUVnlNUHxG0tD8x7uYdG06kYDk4eOhDrTEdnG8nq6+MrtDZiUWHYbIpdw5ZwN7SJP6EtW4NOTLsq
9BooLAEMgin56HXHFSGBnAFNg8a+rAVWYkxOq5sgcDoTUSeR3Tsa0Gi9pu/5MCp7qo0X35nGfOcJ
OpBhqvFKvAIELkMwj2pl8ajNKsMwskcaU4S79QUDqMwaxARXS5Joo13YP0ltoYGOQ2tYh7NgmCbz
89ZIEHdIao137cvGZtqCkhjrY+pa4/Tx9U7FPucneDpD9FwR9STN+i1x09Ya9w7kOT1p6Toy1zN1
Eb42IbeepiSjocAAsswup81NuvZNzBWob83OsteBW9NxAYNj37ArJsOUndVjF4mFzVjvl9BJDFp2
NNiOzhevMADFWB1pAEAUHA7dK5YHDkvkMGCnwrZ/TRbTKelJKarRqzYtnJyDRexki3vCNzbo6q1H
n1Y/AWHyuiYcJ10vZo0OpT2I2EnayAPxxxkcT2Ae3amABkTFlOs/EPkwJsC8Vrg1ayireHQdBA6+
Qmp4OsCvZM1zRyCpfzCyWpACSF9OFT2s1hdETaIHcy6Zd9Vc02UgdZ43WaZY+Qq0zNduZs9THmOP
Oi/255/lmX8lLvh/8eD9zRz6+Kyun6rn/n+CZxqcKSo3/0VR0q7Ur5bS+iv87/919fTn83dVy6ef
xtHX4BrPv1oGWC+vfxEi4LyreZtwbiH00MhL94V90SHglAbJBE9e0wSjFUHIZ766Brj2H7CX8Y0W
gpqraTuUel5lCK75B4wkMkKq2i/+v/9ChuD/pDD9d6EVTjQWIS5VOJ8yPTni25bw5uq1dkaPrdjw
1RSczDWzLvPVfpbNNdvvCx3BoizHAmMTwVdoZ1+yzDij6uA9bQZs/zrrvgNLNBF02A/QKgXdmzyh
TnRLIvVCNDeGj05q2IeqsI5BYt0CQe4c0X6gqvCFlMG9oTyU/RB1q11iW2w+cdoUHMVLf63KH46z
RAiG+gSyYCjv2bfqZsvOzeKsJ7tCBysKbkd6s+RbFRsomEO0anc0P9hnPY6DQXVUXn6TLsMuJMyI
rEXZhzUwtqtsleGVrHALitwJoZtZw9+tP5Wqe2ir7WooiitrztLjtnLJ0Y84h+FTSX+NRlU7+9Wn
8xkyfu+Ggol95afr0ayLsyqciGWTs7ErPw2pEx57rGildP90BiYQPbmF/06a3/SqfQ7DFE1cT8CY
dLFhDQ03/nhZ+eo7DWC/gzqdGoF2NTerz/4EAhRI62Pbbs5hJFaJ5tq9dywDujrFC04heoQv82cM
6OKVZnFt0Tw79O25NEraVij/cav8c1Et6cHJ7e94E8S55WS7ZTVua5lcqBq0F3e8NaqbMo8Toujr
VDrubqDrCDVWdB/Nc9Jhztpg+d8d5OD3z5VlUC/h3I62vr3aeLFFt5WPkN5RhpOZ7f1R2LqussO6
rP7uV7Q28ebcv8vs8mPW3ZU2f4EfPkwu2S73cgn8GJDrI+yEJ3o00l8tP2AgjQFEx1Ara9gOYS7x
cFJbEwloCJEhu+u+s4cbn8x5N60DCUEFWTexvIah0hLKHtMTFhTePsvp16NoTxi0tG1p/AovX5PO
g8tsYMIGAT3yQr/d2yZ+TEat6G/Tjk60zNnXVbKi6UmACnj2Pwgj3aMPDS4M8Pj9gBd6yhfeW/ZG
ZOeY6N2CCs9epPMxnK1vMlNns7X1p6LpTokMrv11u0EhjXrWno5rS3fFdExOcw40huFBnHPDxl2F
L+aIYg+F2Tfl10R6iDmjjj6MMW3t6D5oT4n3aAf9I5cYlR1fl8oiNC/jMVluM+Xf5n3/ecY6M0os
DGpp+IJX2pFlvuvIcmJ6s3+E/7ayP8r2Wz5LL/LV5u1SYbiPVLxyfnT3S2vcQ6GaEPcYI03LwmKY
8ObiCRhG9UGomzJLHlXZR0lI7ykQ/u0zuNIupA17mFRnVg7e0xt+di2y7banndUpQcF6k3cniMt0
RBu3s7WWezPEjKSr1LPRuVjm8Tz2wEwxJixfU9/EI4DuoQIHZykfxUQPQ4PoAkNmWtx6KFf3oXB2
xWC3OPEuoCY+5hnwSOcPTiX8owIm3VVgi0dnsu7L2tuPId5NWXaqFw/DqM7/4W4OdFaVXtO88An7
O/86awT9GdR1UND1uip5aw9iMupwvBTC82S6lKntnMzcrPd5VVl3I2mZJtHiaKHc4rIv6ODXCbZY
uIS7InXOlDu5AKHjny0dOUbXoAFWJ45e2Cr6jvJ8VGUF/FfzJ4AW4s+RsKY0IfXJ8zHLPmQM41Ss
CsOy5SkcMmp3FVGTPZk3ED3QnRsXCT4e+ERExN2RUJjGQZQbWLPWkfT1K9FrGQX2hniSPkmntsFG
G5rUGOUlpmBg3J+DfLvM8ciIiMJriAD++ZK0NEnKjuaGIdGWr3coYnmsiIC9mpZf/K28qJV9DLxl
jtayFzGy4stA+3eLdt7RjmT7ahbG+eD4X9equljMVF4T9uSU46p5T0+HRwsSnxjotlNi60bL3D/D
1IwKF0plSPsqd7sysqyCMNP4cafEKR36D3JEbu/0HPTgHR/NhL6xmCvgbJE2Vh3RhUlc+d7R34wv
S+Y7cbZsp9ZYoszsn4I2OA7t9BF4IwrW5bNBf9i92S6P6zhd5ZJWrSv+DzJtdxuec1epP4/XNHg0
zo1g2P0Hd+e1JLex/OknggLe3DZMm5keQ3IokTcIipTgvcf9Ptm+2H6gtP8zjcEZhHS3GyeORJHD
rgaqKisr82fmKB4PWH/lCEUNEeLhef69wHDkwE0Oheps+BbN6KOb1vxsNM3kGFLv8tb/lHqlvfOr
HFVvQ/7eQGM96MHnIZjiqyImADCqJPP0WP81R1EIhpT/pPefBC1QL52MNZIPqOril7pxmIEyPZlD
+BHUn+6JkRU4kxXkZyjjzCK6aAUtCjdXOQp1vXpU645P+z3V2s6Jg+wLTuKwm4wvOVZ4R5Wyj2fO
btuK/SJOaDiCSMWc/qokNHcwp/8MymqyRZ0iFt2mSxSzni002Jwk7lUbvs13utsaDrPWkq6HL4HR
SlxD9O8TrkqehbnXRxEZu2fkKJpDJ02kBmAtgnNCzwxMRSm8pG3UuF0uCS73GgrFmhG59bLSLDUs
P0uS2l4bP+me6CD0h5myxYPuJ/UHZI6FhwB7sXPRN+JzQHXvTx8b3PtWn/InGNJ5eBdii3W0rNb4
LZTGxcSpm9V7qWng7MBC+7WE5nK2qnLG23ZWfrcaHxUHjhFSikSw4TmzWtHul2ouqIaRd78GZlB8
qysBLr5i+W4l6d2lCUeRXm2SfIAL3zpBLiIYKKLFemrkOP2QzL78SM0quqRg+mIU4dCYr7UTIl+l
hzogF2ElLJo/LbNAAL6Lc1s1/eSbjmmyU8mNdlGzrHmkcyHfzcr0TbD89gdWaSirx1n1iat15xAo
CLtjfYn1aXCqPB6ekfsJ3UHM/O9UqhB9aJAaO1dTazgxZYkAgcYmv+L6Vd4pSd24KlbIj+KchpeA
XU1cp6P2pGVRdRUbfbRz7MS07ptmjrYfWBxOC9nKrYrwMcPP+hFPOy1xaZpQgqIXVz8PoyVcmhIH
4bGTtSMgCmQwYh2pSCsuAaIAjLYBLQQXIaA3fIgjq4ba7QO6BKlQuF0a6b/RWh4RVqy+tWirOHi2
Db9TExW4JsnFsQ0mBAsimJ6QzQDifKCHN1+wV6s+0OaRPUSstS9JJWfFgajYLD7JFM7CAvGUEKxp
Xjz4RnLnm1SWfFQuCc7Nt14axWPXZt+xXAT1piMLqN8ZU21buZye87ZvX2C4PqS8Ys0cvsZZeidM
WFnq6XCWwe09dl1Gg64NVFIyPLhLMBe8WK6AmXj0oc45bS3eF6ExElTkS9kOCB3Vyb2Jsa8xtsWz
URTdHTabrpo2HzqEZpVek1wTtsYh5ZQA+z8chzj9oVOdoHVnpC+T339u/LlDOFFBYGkOMxdY4UnJ
c2TvC+uuCKTcq0q5eBSQPi4y82Tq6gs+C4h9IyPxcRwGN+n156XCKbMJZ1/IbcDXlEty8UFtKPhk
Fm0xc3yqKiBZ9ZVWKHkoVqlIRCEgKqSF3ShC8aIJiFwWkq3K05kyKiKGBo6hGOhCBPtA6VE9ANIf
PTj2lyzyP89zSysXg1psdnUKWWOnH3q8Lp7BE1ARkDElSEQXDdTPil5XaK8SK8tQwkery6ffuFT8
xiF9F4MccLpWo5D6ZwX56dGQk+A8Fg1Ln5/9JuSmfhhzToloQIVg5Navt9+pPcyXzvo0JsE9wmge
NOoGNd9mOIG4OSgRMjvdKBY8OTABCj5J8yuc4tCOyAXTxnK41z0BVcodkSsNvmqPWKFdjNYYDlrl
R39YA0JQlIauFV5YB7P9LIWVcK+YyTXXotnF0BcFruCqNS9KY+KyEPVXEb/mSZ0vytzloDGobstp
8hHMRGhb7QVP44kMLMeo27qkEk0vW2wnqf8DfcCDNIzj14QS1lEV5zsJ12yysdIeTJZR11q5W9ch
6llZT79UA5TWk3tzdgkAZis2sYueMu23euRg4COEEamYWpfsPNcfECEiAs+PSJHiFZHzNS14l0jD
/JpEsXJfIxNc/gVL/Uflhf/XTA4MeKhwMbG5AS293MuXC/N/LxT87/+1aBS8rg1sfsDflQLpF/B2
UE8xj0HHT1T+p1IgWbgiwDZfuNWLmqAOwPfvSoEu/rJw4YF7QpW9tZhCsAA0N3U7S4TGikWV8k/0
BRfE9atCgQibj5sQ41OXQINSXKCvrxhJap1UUtRHsyPD5j60XTecmla/AEfqD76qjzvciq3hAFDz
hvHSQaZhBaSmpAyNGqymEyOI6yJrJcMEJcWsOeXcJpb3hDhveQILHZoXT3EG2SDeFgWW28dLGkWz
Ki0VHUPgH8MAMVqb0u5JTAkkU9MgH+QXVEMBWwWeJc97aq3L569fL1QvHpdvYFDdWY2fIStjlhCO
9LDUz5VYCXYea+nx1ep7+uvz/rti/c+nBD0Hq1A3RMoxb0apSZblXmISyyEnPWkQhcp19LTFaNqB
Qm+8UJmXypJBUGNBn98+UI3Er6mU0+wkKheP1hJmN4MBQQJepCcpCiVbsyzNbQecMRV6EjtPuiLy
/vWoMpuGZW/hSKWtXqhqFoBStGF2KkTYejuGhkveYCoARzs2G63trD5WNWbzXPfL+Ipu1OJxXFCe
Bh1VhR/xy1UggSZq8jIPRRjbAXXwyAEvGjzNsjr9ALVkfBdL6kJ7eH3t7WKQKRjIMu0KzXjD441B
BtCbFFn8GdrzepiBU+hQk7ZiU3jK4JweRlG4gp6RsOyAWaMDJDyzuPNTQzPhkX0TcUp2qSMAWDu/
v4QWCPtqoQJokSDUwI0TUZ+4ndcxAl9X+v7sCBJ56FAZ5THg1kohq4ecZ9TkCobvgD8ZdzhFGxGB
geF8wyxGr2Epib4OQIUa5XRVFBoopdF5RjvN56of6CL34w+xb3aoCW+mgGcTseVDhJleNWLKt6P5
KgL9NXbxDrA02cvl2nrKfKCEZVWWO6SRN1t/GUqFbo59ICzTNf1GQvy5khqKWBoiGE4qxMGppL38
8v68LfH5Zt4YRcZ8Q1zcAXGSWB74Vfye/VLVa3T0nXGBDU1SW0F0qn9YGgpIRlnP9jwbnfv+mG+m
bBkTWoJKJICrJq3ODIEGdNzXSMwBnRmeMGSurj1wLgD+dQAiX2o+vT/e4i3y9iFRJl8ULoDGqQvT
6dVDZgmqoJXOgBEa+MBsc4T0MpRraGdFTjslXzAwHu86EHMfM3bVKcsbxRW0PDn9my/C6kFLCPqq
pCi3X0TThwyVGIE5nYX51MUUSYPUUNwhxWM9Qy7wInQCCRaiDgcIviBCkyFHyJBT9f1v8nbaJVij
y+Emw8TnBL/9Ijrkt7DKEs0pK1J45HD9Y6G2rolFA9moWB6onwV7sfdNjNAZFCrK0rmQDZKT1aDg
QidAxEjHCx2wfRPJGfAeBzGXJ1tP4xAAkJofA2H5DmbgImdKVNZUy1PCuQFqH+cngM+iQyHnAXRT
fQfnWnGgQrY7C2bj7bAV4BfrCInDylst0A73AV2gM+J0XfoB8M38HCh+9iEt9S9Fi2s5im1muDPm
m4ORjo9KvvHz5QAhWi0NVY8W0TZJdIoE93SKGcIBNk/kFITVTziRf0f0SXEts/K9QN3VaV8x6zgX
l+GXUMOaUBBPX8VvXS7CCdkmXq7YGLxms3rRshIbt0xVnSaF7B6lgoQ6JyL2/qIi2sZqcZyQk6W8
pGquBtaRrkCmOzXw9lNCi9OFdkmhmJa98/7i3XxVBs04giMuj0tC/Ho7Q2cpo7SfRSemgXbIBqF+
mAFIOlLfl+j+Y+oWICLcpH+QKyY7dKqNNbxodtOf02QNZuQqXhqRBQC+YZratukeEiT+bFLB+lI2
QgC0JoDlwkn4Cdi+svPUyyffRmpm6NXIq93TlFMng7pnUVIwcKGSAt3N+9gV8unb++93a/lzyiEb
rpJ3Kmtv7KrQMqmaO5FDrmjdqi7JJ2CeuIEkhUd4x1Qg5VndOe62JvXVoOvEzBrwCM0NBsUdIjtK
aolDgp9/n0X1SS8N9WAmADZpsxh3c1j+0xyCxU/KInK/YkqR1rldUF2HcQMeGey9UlGcitCCho2Y
nxEK7r1cjLSdRbQ1lRoSRpRw0WVX1sfAhFhBWsmG6KgZApUAVJOjn+i/G+Sseznj26OPR1uuh5II
nZJBbx9NEABs1Rz/CK+i/BElQe/keV9xd1FRLZgoG1Wokx1HRLqdUdCgOVsd3lkixan3F9WKhvhX
hNFodWPRwJFv/MzMXx3CSNNkRR7KolOb6IQoPe6IfWTQ5ciT1DWK0nwUur6026xT3TkXKTBPVW4j
rxk+IrQgeqrcjhcoZuJ554stZ916Y6GgsDS91SW1W0Ve+FgqYCRFcnoNeFwYyufaLJ/h7MrodaOS
C4VsOIOgo66n+fjC1DSSrZoQmEvKsJMabW093dCwVZOWbHq99do5Fiu1HiQHZCV94RyflVIvo1M8
CcYzJ5X4AJOz3dl6b/MxoAn/GXS99ZS0rpGo6yQHfhzAbvykPH9GLQ89WLrjpR6/vP/Gt7Y6sR8B
GxFGLHH0dk3qXR8aBjA5J4t1rjAqAAMd6LCA6ulBE9PIzRFlPnR1J9AyaZPj+6NLW4+L0KOKWONy
FV0/rhnN3IEwbHGCItfPaGxhCCAKOtxsalyCn4aulvbUu5dLIU2fmo6VPz7wY7OdZtbglEpZen2Z
6me9UUsbjNieffHWN0RbAwgI4WG5qN6+IBkScZMmCptWSrQ/eisV7dRIW7vqCyR7alPfWXVvDzWZ
4EB2tiTj1BlWQWLgWgAMDPoWbVAfx100UMU6H88wHQqU1aQrOhE2ejbB5/enYomrtzuPcZf0QNOh
Tb2pO6i+DEQQ+LyjTXIESFMs7N5UzJ0Jf7vcGGVxBVRAtRCAlj33KvDIFSh01dck1DQ148mkeWZb
IEHtMFWBLyZgOWhiZFS0/R/maJo7sf7tXC6jL56IKkcqMpW3o3d9nA0FPoWOJYQWqasG4wGWxEsK
StEJQOnuRPytuVQwPUUAhAwf85Hb8dKWnnkC7NyxWnyzqgo1cW3OkcZOs5gLDx12mFuLqDook38+
mxQhl2sFdR008m5HViCag7JmZEhKwzUgfwO1mnY7oyyfsl4zGnZ8iPejPcfV5XaUTgPs3uTgCKix
wy3UCsOdqqk7xxB4nfcfaHsoA9k/Y8kM1im5AgrCl6GyOSEyHY6EBtZxnMXW6Yp/XtfkiKZgq1G/
ILGUtWUNv1qjTdB3eJSDvkBYcPaGNPk97P3AifSWWthER/lfPBmiHUgD4ArzJtufdR/UtkYTGn0T
zKoqLqOyBT5FTvjH+0NtXL4h3yr42LAqOP/XGQi2XxVHVgHwYxA7pzdL00bYO/OEFtPEKhktVzNi
WpJq7v8qDEhdl+CdbRCaf7sn/1dfzu1vsiwcJBgMhOVWxRt5rpIajrG8kDcTb/CL3g1NAEujZAIf
GTJ6cmDvnhLAxQ4dThSkywmfDJwCsp1N+vaYp2AuUU+knrdI9ay+SSHoSk8tQsLlxuxPRW7ZLTih
NBavcWYkpyz1250QvxVq6R6YpBbUXd6Ins6VhQgBLj9OQ1f3BCQYGE1XJd77k731XIAZYSODW0Tk
ZxUCzCkZpQiFcAfDn+isiKPv8iwd+OT8WVt6yiNS/jvvcivgkUSjq7KIG/JSb7dOpEtYhPjqcohM
gSsUQgmxPOyPOADVz7QnoF1IoXjUK9PcGXkrtJM4LScLqtFoQN+OXIX4RWhlLDtxKVt2gTSfmw0S
vLWwCN0+yPe20lY8QrOcIoCkIna8rpsNLSIUg8DbVfwmdhVA316k5aEnGeyu9yfyZ4ljFWa5MZAN
gFFdyjWrMKv4ojxoecSuhd54Ldvq3IoCSJs6spysAo8pSKUHzftspZJ1hRtm3dey+SJCRPIajc4p
lxzzWQ8G5C05/hAN0FGPAMOpzGN8Gkg0jyL6506vRC+iHwCe0kLpRRbm8C4q0b/V2gUpLZrD0Qc4
dwCsTregoVoE3Ho4Q+Y0zhncnDttMFG5M1oT0J3U7Sznn2/0zVtADHfpvKg0zZTbGU6iDAWSEN4L
ngzCfWZNnT1LyUwdUa/OaMfUjjU3rVcqggoJXNFQFgpSL46T9ExtD3GVSumOKaZHdl/3+V01hZ0b
VruKYxsLQwIs/D9fczVZfZ/LyTyyBUJ0Rh29lJtnyjEFQwXzThzZWPMMpdNS5J1QfVn+/NVB5S8I
TYgHRC7W6YUO86c6qZPPCEegEGXOc/TP9xjNT5GznrsZuhKrSImBmAB4juTNQo/sOROH9tT4lubV
XaZ4KiSmnefbfJUQTLiVk8TQ1bx9PiHITavVhSVOSsE1nnCVFagquz1AoJ09Zi6ftV5dxC1CCEmw
BaxvNZYaD/DQKHlkddZ+nkMfaEM4K8KHUesHwKJJGD0lo2E8Wa34YUCTwQFgFJ2gNVgP+LqUv5US
SLZK/iPuGgnmJ+YWgIdVXYXblGasyDZslEtZjpYt+EVIaaxsAeyJtSOMFl5LgyGNiITi4ASp2S/R
Ch3hKYLPFeDa2FVVGp+BMcmc0iEWkT4kEANKZ4ZNjDw3w9NoRfXFSvMMi4de6T5WBuUSsMep8YDL
NsbtOViixzSVU/GQBrL+TUNEGcsfTcGKa9AKTNkkI881LzTA5IJUlDoTNTjo7AfNSNovlp8m4OWK
juYEYJpjpUbWryqsrNYxch0HIhkVzgPRC707rUMz2BRa+deMiw4c3UGrO+Jk2ShgNuL26xBX1Udx
0iRvqGT+WiOl6gMMsPKLhSXrh7Yjs8OTyHepA8FayqVxyu1WV4Bx4VjT/Ag0dI5w5PB9EZFUlUDQ
cN84lgEg/50lv3GIcvkn+P7Ui0Lh+XZZzGQMRlc1lBjpxJySXP+tSrvIRRhIckwdw4qetvTOmFvL
nrSAXYZdIOna6o6ELaYAOowxxZwbglIDIlSaEGE02gQ7y35zKNz3UNRWWf3rLgA0K+gyfUuxrSOC
5KXYHJHVLX6bZybn/VNsM36TEhgwH2k2cV24fZUyCP6ugwnmNFZiOIrVandiFsqnMrDum8LogNRl
uV2KZuVZE1znWpksW6Xgd4EPgGmarkygcLlCCTHBfZi1FhBXZx3f/5pbE764My4YA0oSa1ADFNYR
LuoowgHL0KlKaqi8Em5+RdvWh9hPhvs+Nuz3x1wpDy7lOHkBjSBEbJBTUJW7fTVDp8ojBo6Sg98N
ze6xyzuvxmEPrZI0ho+PTF3yoplBFx4wdQ5e4C6Nn6cp8z8OFSjSg9RM6WeU9Zq9rEqWGXkVFrFT
oJOsicBpuDXcfrNMRjMDByXRSeaoC+ymx7jqkE4QBB09T8ZfEy7vKiaBCmAIwErxQ6goVQqQWY5+
y8Oy/lPT8+w+iCA5HwCdiQ/zCKsAMcjmC6pB1nM5h1F58MlNfq+ExngZS/zTO2Wq9Z13vHFW0six
RElGsZIC4upBNJPwkyMP7mSCYXhIUX1tyk61R1OMPKvR5H++jJD4FtGDpcdJxWEVN3jFkj9lMzPa
iKqbGthGY78Z0DgL9acEhVScJdnS76+jjd0sk4lynSJeoW23Chz4qPfY3rcSjUT0sHHUbGAoW9a5
7dRqZ6iVgPhfS5ZMFITBknWr6wqygRJFP0c8IDiYFM5qULq+yWlhDK0EtF32ofZCCrKGmZtcZt6N
+EZ7QjXFX40GVaH3H3yjqvTz7sb1DSFuUFi3qzRuBqv2tZScK7cq4stigI0q86WM8gmCzpDfYR8G
TyAcIqfU4r2arbT14lXRQFaSBhh1/dWLH4xYk9uQIqpS68YP3AcQqFJn7a7xh+RoZZryjNod5ewk
q1+gmHcfy7mkTdWWvKpQR0MNO1LUnHQuLqgf7ATerZVvct1cMDZgGNZLcR4tFEwLSl1CVknHUoyv
aj0e0XAML2kQTzuH10pW9ufCYAJ+Cixy/7PWIDTsPChxTFRPxsYvHXpkcC3LuTpGYgZ1JsLvW84L
wD5q+7kW/KPcYAX5/mpYUrVVzAKYQ38FoIaIgc8yW6/SYlkrs0ClY+AEy+ZGEUcGbtrLp/dH2Vhz
Cnk+h9kiey7Lq+NMx41EQuVchgKhS8/FJE+whyeMpPp29HD+zZ1E7OtzjgzauauIl/98eMRXaUJS
ReXIWA1PYyjEKaVRnLmn9ObP4+zkYkHpxs8SDz8szaHIAGEprT6VOIQ+vT/61opXeHjuYSjrATZc
hdMwTQwx6ijHRei6HtJqETCGr+BMppR5SLRMp6UoT80Rj01IyKDVETm2O5+LZDzgwleUSKED7f0A
9b7ceTUbRzgXBrQaljr2IkdwO//IHM4qNuGyM0GGcMJZlp5qspIzzBTWogJ1bZrnvXrA1qA0MQA8
csiQ1q8GBVYP9EkPWXST28FoflCgOnuRoUSntJsNRP52VvlW0oBQMU3h5Ta2YF1vHzNWrbAfS0a0
BvwBNQsmoIxMMmUsANqhESpLNxEHYwVryxmQ8qGPrfFTYtUYFsbDQdDKPc3rjUijaNJSWyRTMN6U
g9Ms17sCdLujjBGmgIbeHYW+fGnKWj/KWVrvhJrlAdf7nGYxJx23YLLlVZ02QbXGV1LUKiJJw8Ku
1LgRdaSQutWZOwfM1uzimcT9BYwUufKSJr0KKWXcamlbVYozDmpiixOE+Lqr4cEXwmOCTCIglLLf
GXMzkoIJpvBjMSy5xO2gGns8DaxUcehQt3dwbunIoMJpD6MUO1MfzodigNkV1wJl8Gxuz2Wo5zuH
x+aD48cB8xld4jdQwjivGuSo+A5zOaAUPmuzg8avcRClzGnChTU8W1/ejy2bQwKGWqAvMp23VSUv
lvARHNWRwDqH7UNOqknWVANeCUx0Z1UNs6p2sJqdoLEZ0YhmCxgVlPGbRmhRYyiVSD6LN1H8c4Uo
ipvAgrir/Gk+Yv4qIRlQmC5s0jQ8+G1sejNYvUPQ5rUDvwnV1FjV3UHB6FUwmKD3X8rW1iK5YAYA
65HArjY76i7cCFHHcdRJSly9Vr5HOF9gdxEJdxCTrL3gsqyt9d4CFmege7tAytVVfFc0owFeKf+c
BPMsJRQe9FhKPB+9hKOvlH9EejJeEsjSj2VSNGc/IwaVvZlf81FDVMMPDuSiw/n9t7C149l+eK7Q
cOLmvSydV9tQK4cu5/qtOjOwSGhcANSQt3RaXNd33vfWIvzZDFiQmCrd/9uRAquJogg0oFMJgXFv
qGlCEXk2jq060shrNfEOCdU9VNHWoGCFVOYY9Je6TiliUNBRoLaqI+AU7U6Y/c5tnXgWvoAANYpP
gKA+/fMXCrLOoB1qADdf41pH7LRRwYoBNgQGoo+VKtkdQmNQbKJ5J1pvoNrABougbCR8Mujkr5L0
CK0QDeKeQuFMVL7qQR+dkBy/6+Kgs9FvIq5lVoSyPcrwNQ6g9iIXdp/nk+iZWteyyiHbg7kvzyVp
tJsjkwKumOL3VIQ7kXcrtaPeQ/MddStUclebLQ6aIEmaFq6vMBn03INveSfVFxRKKxu1muTSaTOu
eEUIlV2m1vX+nGz0UOhi0JzGVYjjfd2jg6Scd0ERqKSvyJmmbQH8AjXrD2PXlEfKl+JVzOCH4037
L3aXBcySJQiBBjeZ2zWPwlkXaX7KwCE0t1o0gztjFAaHa0r7b4aC4YjYhQLsQ1xlr2qBBbtfsdIb
HxE2U+xh1IXy5JoVFKj3X+fPY3IdyqhXsvKoqdHZVVaPZaYQKkYKl8g3Ng9Sid99FTWzawkS8kd5
dUU+Or5UY/Wdjp1M0oRXiTZb4zGdEfNpOlcsBCQ9sXi25Vzh5uKPKCnUIoIApggCKR3uAk6LY6Bn
4qEI/QH+faXuPMVWaEAFhNsthAPu3KvNMyFqNAfwe5d+/og7ewZAN1erS2VUtY3IWU9WgHjF+69u
KwMBBmtSVKAWSYRYnwLChCBXM/Dqqi66S4hcCBECSBmNAm2zVkTeM1U/d5keHIuiTe/6Asbh+99h
I+QTnBYgIChg+rTrRUk7zU8MVkopDA0QpKx8LE3jS4Rg5Z7p4rLoVgvl9VDrRrCmgu2GtK46cDWQ
L8E82zb8wjz02gCRqrHmJ12FRT9LWgskLBlOeWb5sCcDZSfp2n7vcEoWk1tueOvbFdVsa4x9GT/3
oAdn3AJDKLXxzwThI09PivZodGNni9lExUEXMAywLHlnh24VeChIstxoUwNHWjeXimwKhSjBUz4s
BuQeWgPuiFQICKO1mpOTAhy0vp89hVzNHSjsnlNFqW3snix7gh6yMzlbywCgydJ3ggjAaXW7iSus
m+seMLqT0nNALUFIznFocWTVyl7ffCP1+UnTW1prMq3d1YrLh3SiQ8OKiwsrPGB6JLrIJP6Lyvvr
Uda2Gk1gLIrJterUok/Y0EKCrYaKCKoeu1O5RLj1wl5qMQs1kPW0xloYpm805kDaNOVT+w0BzdgG
1YOAJwD4c4OPB/I2Un7GUic/msq02L9SX446sJVNm4boMCbxXmjZ2myUTiC50do2F+LjTSoXjnWD
EDYTijOsDjQK3F6olFQM5BqTGz2rv0f+pEKhzufrUJTFOUQy9xgPrbwTWTcya4g9EFF+Oq6+wWgF
cW1JdSWqTo5duIMXbeskVqCek9nKn0JgBTube3s8BqRSsBhoLcvvdQ47AczBnYF9FZcDDb8KsYmu
xJqSo53jI9H2Uvnlbvpm9qkSaCTzSxVwdXSUiuZr1Qh3qRSfVCWFFZ2PXwNh0I7dhNcHGsxzeqi0
xHTxZq6uQx1auEI2yeewHsIdz7zNh4f3A+5n6XesZ72MEF6fi4a9NXeRbfn6fGzSqnKqxig8LcS6
emedbcUNSoG6LC2sLdLO27ctTH2BJ1uvOGj+BZcM6TgHDmltGxhr7Az1M4Fdv2gZXNVilkM5Yn1x
ReQoGASpBklI7dcV4RfR+21GN0w13K5zFOD1gso0Oj2WU0zkjWmXSTZgd8GrBbFyKGMHLi4tKEG1
ZXnO8yq7N1W4jibiPF5S5YJD9z099Kqcn4YQ41U5GNCTUtPiWGlZaKOwa3qhYFSPKaxJL4xyGVCK
sVdf20hQVZoaEKyXvii3j9t3OqtmHnfo8iCjlEUOwjWWI4ehfkTTtHbKtKW4jCz0ue7mdudWtrV8
yIlhnZq0HkBP3Y4MQckyazVUQY8azbEri+Yp0AXEmOTY55YgijvLdetJVUCqqMNpMI/WGbFSirMW
AiyG+NONh7avFbcWwntQMO25UYfkoatRIykkfLjez3o2H/Q/A/9MEF4FCSQgjEhW0WMJG2Oy5WjU
D2gggR4FNYYMjqKf3h9veXHrpbuU0fi/QcN5fd0NsZfPM/TgHUDAyZ+mlpuXeCKzNNGhf6FBm1wz
VpMdVTjbDLG112bcuhsym1x5NSyTDLgVtxMr1LWQJWTwzhx31kH0i+gLhuDqBXOO8RzmJvpJjdye
slH1vUFt5VMFb+Kbj0rKocmswBO1fjGFaQy7QI7dxas1OAWcZKc+SvKdd7WBWUfbT9LppRiL2am1
Wv+xFLP8J9TbZ1XGLKPPfygYzbimoTXHakGhl4aJYOYUZ+DQRtkzETPnlpqK94jSY5Q2GfEVcXvl
AVHyxu3JfT++P5tb4Eq+ITdIeoHLF12i4qvlIzVCJRmM6iCCGiEvMaeqW2TyjwjBGm+oy9kB8GH+
mgaJ7ikCxWDd0NNH0Q/rncN1K/zSG4EKbJB5gOO5/SKLmPsUYLjljGOjvvjc3KGTUNc7kOO9vP/Q
W0v49VDrczVppXbUYJ6pEpf2FiSinQmJejZnP7jona4fu179Mrei6OEESafy/eG3QHrLjZ2cBrII
co2r8aM+xiw1LABjJfi+DvKE9MsgQrPGHOfcQVn5EJhycy/jwkK6E0/HQMzDc2likznmvvaBtP5H
JscfWb/qBXymBiViVO/UAelyekAIDaU66PgY2fZMVZqDPCTtfdjN0pduUk1nFnucfYpF9ERLiuNo
9YB05CDHCsrXsBZuTA99EeVeow190Tq58rpU7lzU0Af7/TexhRlg+vCN42pPi2pdPuE1qDkC1JLD
kdU9hyHkXoh6BpjjwLeRI1Du+7IzLjLa6de4n0vPDMvhDgswPCcV9E0KI+5d+kvFQakMw+nKDuOp
QZcfg67Mj4oe59Ihiqc/5kSXXa039jorW4sWvgc23WQqpr4GsVIZGiQ5MyXUFfnqUxbWR1DVyZGe
R71zwGxc67nSE3aXIogKlvR2f6Dd0psdmv+MkiSeBNoFdEuXPZRlXBwQ4UGSFn7u9f0J2nw+goNE
Pc5AoXRJGF9FB7QJMrgHtGk0I+08pdeyz8NgfJNAh/2LWxuQi2VOVUwif94xX40kZQaXG4GR6npo
z6KuXpD9l58SQ9nLDLaeacluaYXSpAFDc/tMkC8qeLnE5KFN0WjP8sKde8l3ZWMQdtb35lA6uq7g
YqiOrGumc0XxDNwcc6biq4ueW+oZDYlQhJb2Tu6+sTzIXWmywnnQSHxW+U424VtQ+/Qk6iZozwiW
BkdNKmob8Ctc64SO6iTs9ro2ng8FRuifGpt/QTPcvkoMjDDOKC3Z0QfTcstATUFhaeNBTa29QutP
dtkq7+COScxkGS446tUDNqiKWP5EW6O36vw46WAoI3Ajrogo2FWIlNod4X976TxlD2knyHYc5rht
mItAgRkmDqyU5ojmFXVZKwDCiECIw6mteWg+mvegBM3nGlQzcGil+KOU2+BuRoYOl7EiOEZN+fX9
jbWVGQCIoVlGE5SmwRotJaG++RfUApZRcYogNRxKoQnu67QOLr2PnreMntzBaNLYq5JpOuqjmNyr
aVbYfglDSBzi1kGvULk2fa4fBEsvPr//FTcmF0ghxWUFQBeyPasD2eyRCxSxc4I3EwqXELl1TKSw
/EpCJDzfH2o58FZzezPU6kCkliYtRF5Q6yjeuqqxyOGFor8TYjaOfXrAtJ0X+Ypl2d6u1hTvVq2l
jAXwQYP0bST9sak65GVhn2E+J/torebxBwtN/DMY3Gxnh269T+qxtCup2HPmrd6n2E30pyeUD8a6
jnipUXyZ1fa7MNTN8f3XuTkSGTpKUbTAuMrePqjUKiBJFhjPYv31sVCM4Vh3OIpXivK3Ge3/16pf
yyn230W+DvW3Jkpfi3wtP/+Xppcgm7+YS+qGphfKKwsp5//Kf6Pi8ItFp4p+nEXGD8yFP/pb1Uv7
BfGMn3hNSCeAI3WC99/635he/WJAh+N+TPdwadca/0TW63bmqb1S+aY4xcWIQvwSV25nXgEHHyMe
jKWT1qYKBi5AUY9dl6vFJZhBs3mv3szTXzv0vwtQLcMtZVbqhdT9KVGuKZqlYPhdQp/zICXNpP0Y
0wSHBOzhIkH9GKhWPX9/f7zbOPFzPHBpFKeMJVGgInj7eCLy+vWEK96hEsT8A71c/VMV6fHO9qFL
zuf8Jx5p4PpBUYCYwmR8ueeuzxp+S0IPSXq+Oz96jyfH8w4H7+7qeY7jXW3+++rwT8exDyd+5Vzv
vPPhzM9cr/znxXH4s5Nz4c/cC7/kp73z+dE58adX/vKZH7XtM5/mHQ98JB+//IhX8PfPn7zH85lP
O/BxB3f5Y+/s2V/5Eb7CwV5+h1/zH+7hYJ/sE+Pys3zi0/GRj79zHD7qK79zdg+uyyf+5lwP5/On
w9m1+Tuu69qubdvLj7n8fT5v+TD7nl9ceRK+0Ydl+OPJvnx2L8uPupfzwbUfbIdf89SnY8HD23w7
zz3d27Z3vnrLF+W7HfmbH+xvfOqJH708fDydPi6viRe1/G3nes0Oy7AfbX77/YWx6ty9mbF15TKL
axDDsfR89R6/nr1PPJRrf7NPF/vjzkirg/vtSKst1jZ1ugA4nz3n+bffH4PD48H98mCLh51xViXC
t+OsgnhTNYDxlnGYot/OHz4wzzbvmyk53V2dO9veITyvKgFvB1ydTz4aUjHOwM9X5+snVgvz9P4c
Eefe31brenYjl4bfR4zwfOfdLQvau/78H/9+/OqxNx5Zq9evV+/r9bE6sHGuX78yl4f74//h7Lya
48aSLPyLEAFvXgGUpRONKFIvCKnVgvcev34/cCdiWajaQnA6QtPdo6YS1+XNm3nyHDbW4Wl32O12
m93u1r5nhx2dmz3b+f329mM73trO/Z715uRxLFzn8caxOZ+b46Nzc8PuO+6/lts5n6/ZF396sahi
13kR8+W+uS+cG2ZsbVd/PH+v+KFlcQ8yhzGjv47p+vngbziWHPeH+cAzbU/8dbB3/NN8qn2bER7/
7qEPtf+6+/3+b28/Pq9tEW12sNc+aOGA08ZUonTelA+Hl4et83d/CO3tbjtP+t0WH+c+381ukoVh
ITY2PtCZ/9V92L64L4enO/ctx7ft7Leb31v+AIbysLN3L986ps/Fizwdduy7zZF9Xtib+1+RfXxm
qV1Xtt1HNsRPy/6+uceTbF17724e8UPHu9nBXN+qH0nEa+Ocs72f1has3oBGEWt7t7+z3/C5nc13
v++29tP/emaGhxO9cdybLR+xwe9e/wJKbitTPf/+p0+YjLEf+3mq33Dvd8zC3ezX7p7dB9e5ORzw
1vufnBacNR6fW2K32ZS41+2WOefq2c+3gPvG4mx/uoeHBxw2++bhybftH+yiLWvCLbE5cgrf8NpH
+8OXHXaHh8PTvwff/vdp/kN/vzz8DO2Xyf7t2wecHX7o4Yl//fdfdiM+f+/cP+Nj+fvj/nnzvP/r
4PL3z/YLt8hg276946j+uL2//3F/3G++H477P8+P3BTOI9eBs9k8u/avWy6i/eON+8wRtTfH4y0+
+7hn6l1m9WOaGflfppvLFYvcLfs77uW7G2e/ueeof/yHr8/837NTeHZvHt/e2IjOn5UVue69qEuf
Lojpe1B5ccVwS97wi727u3O58jj6tuMe//eSc1b2AUWSq/uAdo1Ts3EH50qOWWwyHXcPnH+O2mx1
vr1Lm1Nk/57vetwl5+Jg8x/iHbZP863MQrPw/NMTP3Cw7wkItvzT/LOHw+6ev++fmTT36Dx+BDZM
63a+NTlR95zcw0e4sD8eOZDzVt/Oe/BhO7vTwN6zhZh+vPXWxR/fzMvo7t/uiHTc/YPLz1xfAPVk
IsAaEc+acPDp+twxe9Zu1U0TsgItRPSU9Dt3bEDR0m2yhgE6XeX/WKErBjAVgMazKmDu1YUHkxWc
7FlkbbwWlXIoVZKf/jCV8DBZwkr55nxUvK5F6tqkNsy5I+V0eRNpomwwmBW8OZa6DdF92oLWXys4
XrICMobeXzINMiDdUyt0aIYR6AHa0lCY+iGGZXpoCvoArq/Q+dyRCoL5BoZYi/B8GTZXJWqyjQEf
/BCrgeEE1gCoPK40DQ0Da8xrWyr7Nf690xfPvF7ze14DWkHRhHB9ESbxWC/RVR/hoEec4SgKJfSU
dRzdia2prwzvgilefrxzoC2YnwiLSZTh883TNsZUAvqiswDto11ZODV08iu5ggszCQcMHWEG0wiY
auH8tULPaGRE3bkL6whS9kjf6zzfbkHDWQ99lRsrwcyF/fHZnrHwbWOTT7mOIA17XZqKfSqh7bCJ
Oj1csXNpCskVkn6lwY7X82IKPZqQRwr7pW0lZQA+LkKQZFZvnH4qfleuGLs0iZqhm3M/7gzRnH//
0w1qlZUOP/9Y2sgLx27bVfJ9oFMToTFsdEHkrVHhXRwctV+dnsS5x35xlDu19cwmlEsgf61qa1Yk
b8JGNmwfSRH7+km7ZIpiHU0kwBUIRReXgiRQuREGsbRRdEzcRk6gfI9oWbFSv3q5buo05Ps4YNQc
/s/U4oB1E3SytcSotCl/CALD382Ufq/QpKi3dDiUr5XZvl03eWk3fjZ5NpGhMPTIXdoQgKSOOlel
wrrxV47zRSuQ+c0wDMpPy71YW0WAUgmo4CJEwZom+8gRzExZKdtctDIz2Kpzp88ZE7ineSpcTkZp
5yT+bWXI9W3Y5fpKyuLSVqfpAiYVYBaQSC3OL33f0Jui4WELlaXoyNck8THRU+9vWtTBi4W/alYO
18UdOHOtErGAQ1+C0iIBsdFQV0q7IV+2S7r2narEbxl6xM3XNwN4c5HeYlyuvGTupFEx8HsNlxF4
ggHwe1ZLTaRm5UAtXr/zNiepg3YeCEo49egaOHUWgWCGbaJllV0qlYKGhtKD7A2iDYy7/i7rczQs
dG3neXG8UzRozu2yyyBhENW1Qsf5htE5OvQ6yvRHzUHP6YdYcJd0XcctI2VNoj9mNdqqB7Blab2y
gouusP8d8tw4A0+MqWmQG59aGijeoKyDwGoQBvFRTORuC7hOecm7ChowYThWdZFvUNyk9RT7zoDm
JQ0rDtVz69COQrkSCp17Gup+wIdnouEZ8LX4nn4kPhI69I1o7O8Vu0dcGixLg0am24u+jGRJ1elP
NTIvw8rqn8/5XHFEP4V6jHIeHo2yMqStxE0xKLmJRlUUOxNNec71nXxxfJ+sLLbY2BUW8t84bZ51
ndv6NC70pSfsUhV9Yes9j1aRoxfHxQIzcdAAIjhxusKm0WcKEWVpK6OJMKE1qE6nNtnK7J07H2Zv
7p+dC+BkxRf3LOJhXlwbTYnUq6U/5eZYbpS4jnZimyARHFbT9uvzyJbViZphcj/zCB5C2WGicSPp
Ua8Wboe+4o3s0TFvmml9J3ej1cyMs/UabuPS+n22uxin3vpDWeZqadO9WN1EfZ7TRtdOd1ErVDct
2GhHjCNpxf1dmtw52hTpIEY3Y8nONxRmWiYVlcyY1sW3Bvk+kBhWF+169NYLO8iE5sf16T337NDy
QxSk8ATiWlzGgq3i95lW+6gqe+jC67DqukoadWgpDl8PO2cGMGrHlBghAVvS58XqNMW9rhawuLXJ
RoyndjvQPvnlYHouTROQEAjOqObFumVjneeqPItMGkW/U2I1tePIeBTLWLNpzljZnRfO3Im1eRd9
ijp7X9brQcdbiWHiSY4SGrHuwLE4jSs7w+QP+r8c1ey+Qf1rAA7ZHTNbxfz7nwxxjsMkCBDQTDqx
PsKIhz4qyLxjnmrmpjDQn0MRU0CUmDTSf8p+/y8n34WjANMN1Sriax7kS4y9Qa/2FDfc/hPsr89J
qckPkii3TiFr5SGvdKSXC8iHVkZ8YWfS3spDmQh7huguLgjeJHqjSD2hqOQhU6Wg91pIUYBwebeG
3Lg0wI+3skQgDy3e/CmfJtcsapiWUc9DxTnvbvS2bA+p0mjHEAzovvGMJqCTvW5XPOmFJSXFQd6B
QIQGoo8qxyerFaRQU9NgVWmBJdpJGJpuH+b1UcuV9n5Q8wgVaqt2SqR7Vkyfbdv50p37CenhhN/w
I/P7ybTm9VlRlngUP0KSVkYYfksupvsSnog9ixWyDwgTw2xNpLqMU71BqfqJPQuES8rtuo0mlydu
slcKI1sp918aEd6F8JMGc3AWC1uxGqo0QjdoIljZQNt1K0w/O0FO1ih5znblPCYVvnVgbHB2L51Y
OEWF2YstTS5SPLrwvas3InDtQ0kX3opvuWSKLghaj+iyEakon+7KpveyPE9RftBKKK9JewhuMY3v
MPWNK8Hhpcmb26joraazEvjHqaUyNYNwkAukagGagWQm1g36YI0a5oKV+ZrhamTyZkmRUyt0tgRW
GcLqk2jTYIt6HcDpm6515F+ywtZmD8yEdCBMT61wiiTTn8WJ+xiaKEr1wu+utbIvv8mBW5ChpGuG
K+a8edCQ4VcUfHQ71bL1tk3c1E6sIOZOOmSlDnNxQJ8szb//6axm+Vh60xgVtqV3r6aBhnUme8XK
XptvxZPrZdYZ4zWJ78PnUt4/NQJCtkxzCcS8pOfibRkN5XOq9PnB8jV1phMYht31uOMD4ndmUQIC
DAJQwupid09lEiV9iUV0JZnAUkLVGpZ58FqdnKDw5M1av52/QTHY2mWoH/8VRqQqtazYBkofP13/
nEuTzELCKCiRmwVOcTr+YCa2NAd2TWwEP41WEDZloHcrocklIwYtJyr03TMd0OJG08t+Alum5TYs
GHLojH2kN24tWjT5XB/NpdWcqaxx8OjNgUY5HY2nxpmojGzOLMoGoHHKTCUtbCWt22eNMK5YuzQs
E5SEBexxJjpaxEDtgPBoSjuNbTSadxN3Y3ko8KDu9TFdtEKyYyYdIIZcJrWNxKgUaAeRZKzT6jZv
UdAcNCX8+hIxbTygZmkZEjmLmYNVWIitMJhjVASwk95SHSnU1rqdLowFK+QpubF4SC2RoubUCY0w
7/04VNI71IZkt/Ayc3N9xs6zHECMRLBBNArMZAXS/BmfPEeqT7mG9GVuR60X3gqjqWylMjnmvWbZ
kMLdm732VAgi6riB4d2Q6z7qVlGs3C1nsRUfQWs//ZmA8EDGLi7mqRRbq/FhQpn0TpY2zRDU2Td1
0MTuVmt72pSG3krCQ9VZ8lqK9sIx4CUA+lqGwpAQa7GYQh5oYpuiVzCmEYrZQEdHty/CW0X1VegM
PP73+oxfWtcZHcWSgqCmif10wlvZGNKJJhVbDYLQ7mul2hop/VDXrcyffeo5Ac8DQJ97UNGOXD4F
yDf7Q2WwrHoQ+g4iCTl67JNxUD0rWNlC5zOIKVr+UYLCIvRFpwPCV+pipTGDeQyhiEuvSmnaIriR
7xaii39gskVg9vro5jlajo6TN2cZZ74LEHInmxYdYW3wSwVuwywVkHAttdey7affJaQ3Lt2o8m9S
IMNNESj5Hqnl+ud18+fbdWaiRPCAbDto3SV9VpqhuYzke26LQHNRLDb+JJXxU8tITpVWhtK6uhZR
nm+a2SIPVippZFiX2nh1H0ahLJU5yoUyD9aybfcclWxlJc8eG/Se0DE+8/7PSnzqIsSTowYEXN7k
dhUJCMaZWRi+laCn6TMuPPVbGUPaZ8dmQL7ISJJ67Y64sGdRryOUJf4jc7TEDlZTYcQZpW1bSLxy
q/nx2NDlKQUveV0pa8ocFxwfZRKeychPkUPhPXC6hxS6wNW+mfmt9fobfjF+kTwrdju1ggpQrQPt
OVZSnsmD10MMLXueZ9hCXZffg0rN/iOV+/++ni/MPLVY8JnmTOQPYPT0Y+QEdfWp7HH2ZcBx7drm
d68Ty2ciWqzJ6MV3tfkqlX7w5ats7uylYESVgOOrz/vuk/cXUyvRyoKdrM2NoE7je8q0szoprFe8
3qW15dEF/hTmNw3M/qmhNMsiD9RpDo9n633vxkhB7UGyvJsmVFtjd/18XjKGbAblARI8/FrMZgOt
ZiA0Mcp7ZNWPhZS3931mCG6n5/3LdVMXnN/Msgs1DflUCn3K6bgkughHqI/pt4kM70/USON3szG6
XYzI+p5iZvDjur0LQ5uJrebokAo3MIFTe4kqhGk75vj13DBdIaB4WVU+1XR+5utLBi6duuU8NDLF
i70R6mnh1w2tRNaoVr6tDm3rzQokykGSM/KA1wd2waeaxFQ0FuFZ52Tj6cCiIdMTvxUyW0rTyIHk
uo5seKp7gn2zlv80Y9WJu5K7ZuXldMkuqUZMQn4KkGSxV9oGbXHoQbHbZ2RvBgii7uWRImOVhcH3
PlfzW7MLhJUa4IVlBJxACEATECk7cXEcOqNT00bwcXUNGQIv45QXcZk7UNvqK2mcCzsUFnRAA3TU
IROybDKYlL41uj7Nba+e0D1qJ5lWGYSa2sqL3D7zhZUky6Wh8aSeSyfkinksni5k2Rt+OZhWRnlT
RZRJgEoz9bX8aTLDZGWHzjtwEQbQNAEJEHPIwJbJAlUvacoZvcwW/TC5VytSR5GqBdvrO/OiFe5d
WN2oBJ51rIspjac6bZG0TyblpvRE8yYQgv7LeTCJgiPZCGicEVU15NNpqwPKbvpYYCXRYGcHhZ6M
exW1MBTeaP8rV1zkpV1Bdmp+xxBU0HF6ak4UJ71qQ/yW0DTPXTM9pnlJJy/xlG2UsN1en8JL1uYG
F+BTpIh5151aK7I60pWCw43MvH/MwkrZ1rFvHMRhKG6mfmpXRndhyfDIZKFh8MTmsq8nNpC/HmgI
sPuuKKjJBqLc0REreWtRxIXNjok5KUZ+FkGa+UM+3Z9DoUpBQ2eNPXSdkbopuAFa63IztMPQq56/
PItMImVJAAowJyyNeYM0ZA3tdbZuBVrm8jnlPxkdwqhaCyRxyfqrwde9Izc2mVJiEtDby2t7ys10
CAY5s6Mu9JxY8F1VRuC2bjVho3rVYA+D1LvXh3lpTgmqZ/1UqN7PWiQhqRSKFBK7udMNARgv3iSp
AqucKq8l19cszXfDp9WDy6Y1QQRldtE2YXfAVTfJJhtjxAvDuGAprw/swlUDmTdv+Tk24U6ZT8kn
c2lTmUlQS5ndDFMDq6omfEO/yXJLrS43CDmMR6MMvR//hVGoGD/gR7yWFkYrdO6k0FQyu+6ZxBAY
yPd01L9D9lltRb1Utn0dqCs2LzzPcPxE1WBTgSyoi3mtTVhaIqXKbF5KaB8G2dEqhuTH6AXRP3mq
pD+1FOkKTRCrg9wP6YqzOY+l54oQLpSImp6r5eEX1dwYlATmgtYYpEeodRGKDir/l+CV7d1kCt6m
9sr6TijqlZvv3OvM25WTQhxNQmF5HWWNaoUN+UkbbknlgXKGv4mUSH68vqDnvpRX56zxCKSMPNry
fu2MrA1DOSBh47XBT38KusBt8jrPtqo35D+bVvN/Xbd4PqHzO5eUGmzI0OEs/U7QpEIgzgKCaROm
vV2GmfbNaqfYtytKKltNyTTbyHyxs73Ci9a4ri5Z/4jiJQ1JC+Ls01PTCbkYSiphqIjSdeIaAgfT
RnQk6B2rT2BWRTZ+QstxEIt4T7JY+vf66M+dxEySTY8eJQkFquzFAdKpRhAm4yTkIVYO/PoVF2q/
kwPT3H7ZEilSMkOUcT4S7Kcj5e0gW1PCLZl5lpG52WT2I4Q/1PO3egdz7Yo7Oj+lcG/zjJiZFmjp
1RcTW0dCHA1NzXUiJ+UfLhA37qPYlWKPDFyT5TsfjoX3ojeKXTQq6uv1wZ4fFqyTSp+JdWB7Xvbc
N3BqxG2NdVBj0Q3apKKNdskah8BlK3T0z5qUwEsXzyVOiAlCuydC7AULVhr1vjMH4fBfDMWEaQyw
Ng+IJaamBucngEhjIvup+AYg3RspQIvdGg7swsmHVBRWYxn2WoLrRRRF7VRL+6zNbB/SFpioaHO0
pNQ/gPUbjqbZCF8OSUEUiHOxAzoYXkcLe7Uvj3k5L5GAaMom6czkXiPvtUn9Qf12fQov7UVQl5Av
zAlLMOmnWz+NQmRKw5E73+jrgxiVqkMyIXXlsU8ORV2Jx5Ja+6NWRcU7PXBfI6Wai9BzpMiUknUC
DL/EBWtJ3AH7IPj2Bl+Q7ZKM4jfVTAzymINRvciyoHU2fBvlC23UY7Uy+PO4gAiL9tW5ZAyf7hIt
lQtTQTk5oa425eI7ixHqNjpgfeS0gZ/UwBzj+MkXBu2/cDgYBlvAIuN2lrn/Jgyh6+14BIxSWTsC
X3jozCl4k4w2XoldFweRk4eABIhCHgD4cCK70wX2ugC+S3UMYSmoNVcyk3on5V204kGXSb3/mJnZ
8Wirx2kv9lHGBSWGihIi5FfsGytBptKfhE0uRgLcrLV4Tz0xO8aK8M0bvGFbUu189Nrmi9v57DMW
jzm1EKEaVGVoPRBktgc4+3YEhv0uN1IFgsBpk6NHZXOaSbwBZNxcP0yLG+vDOuA+KNYkMqlkcE7n
uspDmASMNnRN32+PWqmPG9Fvu20eQmV33dSlZf1saj7Xn0JaHYmrUUs7yAss6JcbJTFdeajzlWVd
OL6PAVlzYhhqdfKjy6ZHoYPYMEAp0PXCyuiPIghYz6nHIq4OyhhZ4rNRNN4Xo7nZKCh6qnyz7gl3
1GIWlVEtKy23fGjzAv+uGeDJz9jBK8HqhaHBocPlAXSGv5ahckujiCeQYHKtYTTTm1ZKlHjfKKkh
72nVr+n/MQo8/vVVWzicj6FRupxRWtjmMXK6arlneEE4qqGbDmLkUQAu2nByjKnupcpGpw6ZucYM
un7ntyXV9uvGz7YM9Xz2PrgIgPb42sWVXHWNoQpepjpa2fh7sfJGRwf0umJlXp1PqSFVJ4uOWjPp
BpLA1IIXVtokpHkllyXHD0e/c0YlyR+iEolaQR+ETT1yW6dZkW0VefJX3PnZ8cM0ql4zFg6NE1D+
p7NrRbnoxVGqOJIIyfc3FGW68jVsGllQbfAtdbNSjbpkj3PBnU8sB1R9cQaDSU1kD54kZ4xR7Uv6
yXShfEgcrZ2qleN+wRS5e2i3ZcBNnMPF0Aq6uaoYOI3j8erYeGWGoAP3Mi4Nur/r22QREcwLCAqC
Eju/oPRbNjlGsV6iadgzqlrMbwIvK3aCN6WOLBj+U9NR4/d6aN+jdFBue0XrVxbx7FzO5imNENSB
3GGnni6ijFQkMXAAozcZl50wNbKt6hWJaVFQiA9y8fH6cM9PhUKExbSyeYgXl0zVhT/EXuTh1uCG
VvdxknWbMgyalUk9H9WJlSVJdUwYJJQoVDhU9A3HN/XcSQZQd1JgPXadoq34mUvmyM7OwGyaKBjf
6SRqGbnT0NRRvzYKEYWZQq3GMHAC5COT1jYzdZSzzdgkobr9+mzOrD5AYAFPksA6NRyQagS/LwuO
Yub6exBTxszrL8KBWKQPQmmS6iCVSQHOo/9098EnmgQ6xGzOyHDekbzPXKoYxUoG7nxj0PwwCwmA
M4fmylzMYQSlgA9pZuTKMlUfzQzzjQB87fDVCcPKnCOiJEpiapmaqnOlDwpTiNxClYnMaHfdhmK9
th/O3QfiqACogMLREoos4OmMkar3RqU0I1foxtwOApHrrZei/eBRrL8+oLMrbkY0EVPNtO80Ci2v
ODiSWbUwjCEHbvx/prhNXzTNL7dlpA1ubebC0SeJurLfL40PJAR8r6Rnsb8YHxJ6mu6XzGIUBvBQ
e8DYazkz7EGQ1ngSL5niRHG/8F4hL7LYFloSdCFtX1RwJqV5KIIcutDOlN5VAIZfPkxz5x4YJDLq
c1pvsc/FqQzHojVjt+inHCmD5G+l6GvQg/P1Yj9QjgDzP1+bS39bKxKsQXS1sgGN8XubT5M7CWpw
S89rfSeignuXTUK1Vhs7P1ynVhd+wtPHnHYtL3QRsp0QHQubXV6vir2dxyIUNcmgcW3OYofLvKA2
jGFcCjxKBLMNv6VxO9mjMWQwcRbyjRQgugb7rKfs1aDxfl0/BpcGyCXGyxaNOXIgiwEOU10IwjDw
HtL1wdVbOb6NG3Etk3TRCkltqvtke2lWOz3XWtQCtfW00DXkrtsqRQ4bZSmt5XXPtzxvGhyhgsqp
QS1u8ajKDTHNpCaIXLGdvHaHsEAtb6eoitN9OUuNrrjEeVufRpCYoxkF8ixeUbwmTweF6rtalpMa
ud5Uqjs/LqfHTAsTN6rmXBUi1tb++lpdOAJk/YDgzHlzwuPFWgWNqgqd0UeuaRBtNI1EzcoQcnPP
Q6XZdmDKbzujrtPNdbMXphV/DOgGqzp35mLxGmEOvsoucn0un62WRdPBC1tSujmP+bWG+QuTSvAP
/9zs/sWzVJmViaMB12Lk1k3jo0gGzkFxQB+YsLfqVh3sYzUP17gEL4yQpAppLC44KMKW1Oqq0fd1
3bapm1EMdcgteS963yj7Scm7f65P5oWTQOFqpkXF3lwCP900TWtQBQi61AVDbzid1GlOMll//hsj
ZKLJc9AGtnwOi1Lhg+drUhcAdL8JMlF0s96aVm7Qs1kjfcI1Rt2PnM0MdD0dysDjjeJilKO4JJSP
CWl3V6yrfheMkv7j+oDOHCT7XZsLYkSJtPIs0W1ZlVV+lqSQ2Oea8uKBzPIO4TTS4OrmXiVaLjd3
bwaO2hdl/DPqW2tNNZsS6tnS8X4CKkmAPCNB6G4/HS/PuZiGz7jcjJoY0wMuTAqC59+6ZELQydFT
FNQgbA3RO7BseifrKLHhwoXa15Eo3XnlxgrRtZOep1QZg19hDBZDPfSJWQivgYE8efPDG+Moi/aG
0NXCnyyNBM90hFD0hMgO4y6Lo43Y+6KnOMEIQTmq4R3l3mjXWFGlvKDWaAk5KrQBUvN2GEyl8l4a
Qdr8lRqx6H9M8qQr91VqVOmfMlab1pHbMZQ2kZCHZWRHUhOlx7aIwqNoRHpEcSzqxrchyBoK5GhG
VZGxldUwax004rresqmwmdWdmMxMCZESJOYr6R1ZvUF7qxb/IHGmWt9jHoRKZCNMkEuZw8ykhtsl
kBBnfHw+eMeiitLGoXKb9c/SKOi0SuZN5HluSpE8dqKxsarvg6pU0UOVa4KyTyzLI0HIWHLtvUzG
VplcpewHQ9tX5eRPyqbpInIxTiImsBTvq6AW+l2TArWy9cTsZMOlMyUMDWhuSyu1x7FAfxphJWV8
yuG7zv4kRabL4a6BJfBHWfOc7dykygvhHrxs7t03oYV2fNlKdchDpav5VB1kyZvU+iINrcqUZdNz
oRdgWhH6MMfNUItl47SGlkSP9cxBk7qCIrTWD80bjfpn0VZJ0DokmbL2uYb7PwyRc4iSKuAp61nS
PlDkZnjSQ7SxeUX4U1tSr4xEQY3sREYG4Yc+oOT4PdTQZxa2sAf0XXJIUBsKHo2gLbrOpmXGVB9h
Yc7R52gSvx8jZ67KEmOHoz7kPyqDbn3eXRDzNq/TqPSIUIWdNgmPZq34yT8qN7bsw3gumOhMTH0V
ySYVf1Frn3M9ELV/5WlS/ZikdF0GohP4nREFTmh2lVQ7Y1vmVeP6Vt77mOcgWy8R8tVg1lEmMafd
6GtZ9m4i3BbFNniJYORuSVqj/4mv7GTRblo1nr6VrQkMcifUFsK0toyynOY7sd8obWWH5iR7/9ZV
JmtsZU+vaVsQxlES30y0emv61dVhqjrHj4RyfC8Ca5KOvVyo03c1q1r/WbG8Jnuhs3VIXM3yhN6h
LWIybFNsvMzt8nAU71LonGj2Jxk/vSYC6JEGXXsd41VfGrfjGOnqK8KN7bQ1vRwP5AC7qwME6b1c
8oV9OSZUXu2sVMfxPVNTDuo2FUcoGmwjFicgIlkkZJV4o1RyWljO5MHH2e+yQIBI2xFhJRZMe5Jj
agE3rUAXp+VIXdpOf7RAoIrlekENCgjduFHM1S0QocykW04SplFCpHrK+ncQlkLk23SUe9mtLPsC
KFU4foAlox9g+vEvraxQSJ+lxCfxSQ8KiBPo2hk9K7KnBohMa+NgtfafNBqjILAF2beq1pnxEHV9
NKSkVJv7OBe1pDpUKPsU7a4aaAuunY5HgaG7haJ72m2mRHrawlsUBlDUN3jrCIy0ZDWFrcBfozmy
KghF7IRtbxbyYVJS3Nd3L9HGtn3KYgUhkE2dWUYvfa+8nLcP0Z2pKdFckxSMu6GZhuHGBDRUy/BL
T2pv99bYSpu6HqEEci2hj6pvaVSO5b6EyyOMQBQ2ORpEyHb21h8zRZKv2zbRqP9tirA3bhAzqsWf
SGbU+Utq0I0P6g+wEsBDmkjzP7KCT7bljmgBmbSw625EHdbCl5EHcvsqNnmV7JLE1+Wb2oSLysF9
ib+NJoXcKGzH4lB5U7LrNU+CIKIvfclGrt6/0z05eLDoPNjKiRU/UFcrqPekBmryL2aopfGGdFM1
yDZF7zx40Iuup3G3UEpVeJMVct//MKZQeWv0qCYtQDOSteOzKDlIQdyODjiERNkBtxaTm3pEIgBC
bsJ0J44suXxTWtkURFtI07K4FbTYSp7kOEzKW4kb2PtWquEw3uLvircJQYTg1UcZ3fvHmEIzfYxi
wTQem1KcrDewQGW+rXMhNNxAKrpxR6w6NnY3ZIBGN6WQev/mVi1V34Cthul28MPB+s2WzdlzngTc
5bHS5Sz7Y3lqpNNUWDEPm3xCK+XfUO3ITttCXsnsavaIODxqSkp5SkCISn/ORhQvj4EQqbT1q6hB
xa+ebzZitlf7Wq+NrahV/iDtBx4K3uBMvRlVf9GW7sV/u1hFXtQOGpjsBaduBFX+LVfD0Cp0z2eD
Prl0aHQ1BOlN7vsoWllBqNGrkQczKrUKlHKoHWRby+xfo01FMbFzs6zplA18ubF+lWokFq9GqKbo
YOo5Gz2wQYZNuuzE+ahoIFOQGm4yHKk5VDvT7BL6z6l7lHehoPWKDVAGuiAzH/DnQA/q9j0FF1rZ
9FCFaDIjpSo5MTgQMJaIqlFIGvIQWJEYh6r5OvgUTl+9Xkj/+FkRmWQrky4mG1xIr5JAxsxR2Iuo
05V+lf5Tt5P5BMCLG9tKIcF/1LN+2PucL+82DpQgc/A+5ZuJllxv10oXv9eAep6SMY/+6JBnp/si
H5THou/1R5pO/ebjWnj3Taka6HOs9WPWl0H7TKRgkpIONCvdlRPEFjvITLxmIxqeOjhKblXafqpF
YC3AfdPXXDJYrHESDlU1ipJLbjQQ7aCA7cABiAcVgVYm8KBHuubd8roZU7tIk+lXKHB/H4pGRkOx
COoeCHbTpJuqRH1WN0dJ3api5u94fMAYUoxxIQJq88rALSD9F50O0LhbUb1odz3X27sCFjNxZhHf
2tHijkUJxwRWoA5Ua4N6Y98i9Rd2xmirHUItG5jiLB/2oKHv3HAU6uHoQ3kx2lGUGXuER5sBupoe
cQhR4BqypdmU0+ZyDOYD0QvVqaRcF1xlkAcJkJ0fPOHu5B+1kmedLY9W/V2NDP+75g/e34DKzqNU
QX3CjAiCiGJTTh1JNCrE2egLtxDSNWuCVUhjCv228NIhfszzKat3slpHxWHI6dHZtkojD9+R6G1K
Vy0NIbQjre4pA+VsTb22UnXjjaaYOxE/8zCvA5nwMc47p0FbABkqGe4xV52IRcAljimXSGSkna1n
rfzL6rUUrdt8GlyQzSFjEIdG2YXCVNJRPoXRz5ylCZ2wT4StQte3xtdmQIo0rciA/aWx7PDYSbcR
GrqyQxqWGNyPzSywlUjyX6s4iry96nu9bBtEKkAwItPKHUtKioc40c1ga8gRfDZW3erNVslrkZK+
NcWWnU91PjpBB7IXNXMpUDn6qahtpjYtnnqjTrXnNPYjyel1IWrsdDCK2o6DchjuUEEpaLP2Fct3
Mr83JDdnPYv7chLlfe5HqXbIlWTw+CFBJbo0WmlCjcRiDRujwZnVU6gm2yzthAcZaFX+W8rj0RZM
fKZd6kPru4Ff8scqsWEhHWx1RHxoOmk+SPHsfzg6r+22cS0MPxHWYgHbLSnJvcZxyQ2X7TgsYK8A
nn4+zfU5mUQSCez91+gmaepIXsQNZ/iaNkmnfpT19f4TErry3jYD90ldVhQMd3OSTPRuFw6fxZ27
jGlJksa9I/e4zvUUvHqBmePrjqB9wvn8rXi2UdE59A6M+kZvOcPltu8MeZv9v9Ohl4XOCJ1KiFws
dfVIj5H3Z6ZL/rZq+pbCPYrSFg7DpK6yLt84GHfryt+T55g/old5kopNVu6zty7EFQRIHNp3NY2U
LBzUvKzdPa+lsQQtam6+MK8c8Vgy177YVRDr4vReddO7wZpkPanfNp1Vr4pDUZSxf8lPFWwnu5b7
zKPaJc8bdpP6mOtqoWcbjrq8rHYxhieFVEelGzam6JQvOXCwFXlbpmWv3Xe5i7MgCjdnfQKEnI+J
v6EGzXWZX1hvc8ggCoqivRDM08NbWft7SqGoqrK5WDm7YDYi1aY7Fsn2csLv+gj25jUH+KPNvRqj
xcUhJthZeL/CSmwXtMHp+rKT8TTcMKuwtSl+FnqhgoT/jlOvwXyYtcQKj4GlfIPWb3881xZ/y6Hf
/xL9Un7uhWpuuwBt3slnS3+kBEu9dLlo9MHhgXpf/c6ZLxzldy+TEg5nZuta/xTpsGEocPJEHAIG
Cv8idLWrrvymnV/g2YPCZuz7bG926fznCY+doUG1GA5lXofcBYJbK0PGSzYWTYxxxTDYsaBujR8+
wsoTTGExMyUnNPrOdBLRFOnfdZfE6mqRinF42ZzoaJuNeyidq85fjgNZdVVKJWn5URc451NEa077
Uq9mnw9bO+b+BUdxf4eIIsfi69sQ282ahKm0NTkBCCmSf87k6X/OIpJ/swzYbLc6H022OmsAaRnP
3GcI7JqKPaT1jvThxQO6l3NYpHbb8XPfd5wuRenT8ERlq/8NWcIOtCSuYkQW02/KMPuvtjPCv/Zx
p19QuRBXGXD2NJLDAQp8wrmihqymCnk9lOXovm59vvG69Lb4E3bDfh9amX8mixFPq++tT4lIdnUx
MPEgn1wCXMVRix7hWNX1SFtZO1fHxNVxnpZrZWj+arRzauSuvyLiSFUaCLN81z4ZCaS8dH54yLUX
XTTOtDkAN4X9nB25YZUf4o4+MzX7X/su1whPj+k/Bw4Pe4zWuL7zas/5563tfr8JcPCTP87h51Y0
9UsZkJCBpbGZr9ewYEQKIFO21KDx2S4bRLjmMO5V+0+PjvjqZl17nG/G/Kr6hUiWubdN+VBXo4Q2
bbfux23myWS7SZQ6GiGbBuVms96IVg8TC4IZ/xWhzP8YfyieVq7wx7Apl49yCeI23fjWvqNxmW50
O7rM+h2/eUr+inazRgnmwKYpz7ZdOSNbcKRp6CEoy/U+mVjD01qrha3KlOc1IQ6qR9drdXcanCoA
kXdJMzpts9nWtB6rILqAuXQ/wkUFIdkks3iQU8Dr7mG7jACq2OEPGlv7lMpIR2ylKAli2CZhkuNO
r23Em6z7awvnK0+7x2J/9MYF2nORCxW8Nd91miwttVX96q0FLd0RDxkFwvIhH+PyFeVF87J7KzgQ
i986p/6QjE6ak8AQpi0F3s+qKYKfrU+au32u5uJal8KXxyRmiDlNuo2XTK1nRsXJ3eLKHaNmOWmd
JC/c6RQwb0HV3dQ4vJerqW/CP9RcijtdCxuc3Lgs3woG1vU6KqbkuaRlR+N9pM+XEVAHeWbKcTzG
ro7U5ejKrs4KOci/8ehrREBd3txIO9lXua/Dkk3BHHbEHRmxp4Zf5qKFitxP21ba97zQRt9yWgTt
KfGUd2xlvOzZiGSCcZb2IJrw+PB8OyYx7yzd/kug/OKXmjD6ptUyBl5aCGaAg6eM86+p6vYGu9/5
CAe9Ck/TVg1RhotmeYwWsxHcS7YDX4Ddw8xiy3og083XFG3asEu3WITjsWBsDzLKgp2rYNv5mAkm
CHIg2z2KUt5n+Q3Dl/92Bjm/SeT0f6AJDB3ea62zpWySt3jf+r8ggc3jtA7tVx1Y/6rnY04ZLDnr
r4YlIi0DzT86OAqMrvxubmL+XgpVD1rky37MHX/zUlfmI98sZwY4iBfMzw3hHiz7HqoITs9ofNzY
UncKD6favRmMCP5sZg7uorCePptKyTc/gkJLZ9ksX2omdSrVDfhnNrd92HLs1TQLTuscf8IwMySv
ZVLcWtpep9TwJd5R5EGjmFPo9XagU/4L297qHkweNT22rlGEqWHv+BBIsz7iKpT8u70BSwjCjf5C
DnWuUrNNmhUIWynLv6368SJvxX6Xx+dSkBAqdknH0ouKbC77eD0yNZkuk7Ot35Hp54/eGu5b2rIf
2awtzlPbKLf+sgvJI0y3IYz6rPAx7F/Hk5k+vc3Il9AmkrNb2O6p75b4LSh811wlqlAvw1L33wsS
6zviI3pzqsIq0WlPCsa7owFSU48bGPM/5a7PzdZxBeQlsZkcsWH0pDsnelv9gVUOFbF8LbeNq2Pv
Da6fcFK6uV6c2r9pZpZkZl+/Xw9+54r3Ku6JpWNnyFlIY0mQE1Xw/W1ru2VOB9mMW8orHn4JsTfF
sRx3go9qNuKMekX10PnsE+BAcMoXzZjXt5MlKOEiF4l7Fc8q+ila2V2jX2eKaTZGDHeJ9QvIcjQe
kCHTJq9jEZeHODhXwjUAYkRl4pu/qyCbvvdmScLTsvTeKQg3JvpuqW2VedM0fzjjnjyGiPvQ2ndE
kqQqaJspS8h+vIHK7IMU4q36VbRqobJy6byGQNaN2Yv2r9FPF79of62JiPas3QffZot09a2MC5Nw
FS7Vc0wKb5S2w1JFJz9e3RO/8WCZ3LA6t94sPhAXYXfH9O7Nh6AJ5tsGd9x+qWCJXiIaksprUiO5
HEvG6jLlLBKXSeno7cIpBnr/piDGpR4UHDISsOw6dxv7QB/1mBytLtUNZdZTwAIWGJ/CajM/VHvI
rdZFBTRms07dZRVBFB0tysP3IB/s55hoanb5DdXtqhfPPST7zMPdqLx9W4QavpK2kUUWMqF8QzKY
uzral/LAztzdL9qI5tEhimEpnpMBEPige3+hlSdfq+nD9U3L2FGtcr2XuVeEh7iLR/OlrHDmtFML
b4GIF34Fh1GdzXD2lX9xFgBgca6m5DsMqqk7jtNs9489X91fMcThpdmckhfHbut73+7Jd7v2TXmK
3a57JThdvq29qKds90X74VTcuqnDxv3biprm8jFM+pM7hTylSbjuzVHMaxIf9ZoP1eUE1k2HZCdd
e1tQ7EZuB2vxr1DOwIuu9kgG8AGwm0M1qFinRJX2+hjHda+AOfz2l9IEJxCdbjuR6qnUH4usGUO9
yO2iY9vwjzn028hfreMxmg+ONfqO4XlklzWNGbMWRK864s5vWzC1YfykqTmMi+/GniEF44zjU1yL
OD56MYqTbN9Hs2e2CjqQqWhdnEwYbSn+NcM0ZD2c9j/PRA6xv/wOlXcZJPvwZ8xXUk7zaB39DIyZ
tcZEPg3TvQj74XqWnmiI6PR90CGC9UCJp6Fss87a4HGtd3W7OWLvDnrZWYUKi2wvo7WcEPlyWob9
5HnMGChgCmTA7dBOCoJGd8/1tHoO//etv3f9mrnN1NZpTxbUV2ZhV4VPbYNqINVmHUDcVBvdE0nn
01g6hOtfDPF6TQFDnOEQ8jMPh5bCYQCrISkeN0MwTgpQopyLDdXufgg06ZxZ0NKKzKPjybsmz+dn
SJWW3d709GRyfDeflZYrxzT5bfzximk6Fbm7vXhWJg9DqylsRq5fP85d4VIKSUbE05IQ3kie90Li
exfuHnSVW65MAs7sueK0JkBGr21ZF2g86mJzs77vKnunpGJVC7gG2zRe1kAfBysI7hSN3Zubaord
y2kYFlrx4P9fzuXqC8qaJi7BKmRfcBhXvFAVWpki1ci9WETDoLhYCz+2B4KJB6jMvF6KNCZ0PM/C
NdefsmsW56JkS70CU/VpD93Df6WfyJVzq1hMNvMARWnQNNY5KVsoe5hyb3vZA9GK1HUrQ+s7x3gE
CVNFbTa0A4JvQzaWjhFd+HYH5kUPq+538tOCDJ52H5n29/gOkmj6nSORcyD8gULIst0tqJ+7QARU
+2hFZvIZ/ahbcTc1rmy+RFlZQEmZqJcchn44tpFITCbYDx4TXTM54S6aytRxZgvObBp1lfsevt5F
Q8uk1E5iG42YXKdsheNr+SVtzwKgJaXmQT3IX8nksle7mC6foXxcIIzRXRmE1lWli4rhpEy0DI9r
xch7II9bXbWqZMbYCrGNh20vty8vN07DvLcPt7VqG/fKW3LxMlnp06a42DYNljwBYXW6aTq2sH13
tg8AwMoiWH7/TzKkyZYMP9466QfR5curyPuxOSbTWP8EvuI6HTZtv3YjpgffdOXP2BPhwXLg5w+D
6UKOoLz3XrdGkte7gT5dRl7vfecrRx4flWcMXtSuh1V305+oEwDz1m4kbq1x2WBJJsqFvLY6OHLP
yQcYtPmZVdUOmV8E5h2RtPjTwUxwkSWlntNmdQWVzGsDn1Qs4/ZrMHFp0Ptbag8GL5p+JofMFqb1
8EcQ4uhkLKPxveftNUjvpOffQlOpChq9OndNfT5pdFnmTx3X55Lti7vdQI7gvkXIHIk0r2Y3vNOB
lSHUTNs8adcw7/JXdg+eFiGxhhv3XRxtHFZTFDrPI43r482cR56GYGo3uoGjBpiSCO3Yu1xHSVRW
QMJKcFjczvzjGzofVoyaKhuAU1/dvQQsVeTjUQ8sgT0KokmCSy5BF1y7zSHCPdv2T+qcNHBKOs/c
cuz5HesH430axqL/l4tWSirmy5FVePP751on857Bl1fzKZEdoS+ertyniRHEyUJUPo8z4//EcRCX
kE/YR1ac8dqZGLILTfp73g5bqjjrsCdtVWSuJI7Anzioa5m27irbjIfEvG9rLV4Kt54qqOBp+uxU
Dlq7USSn0lVvw2NINOn3xM3zANLsPpLX23uPI1r4HMiuVVRvnBliTW3w9Jaf+48vat+sj63jzu1N
Hi7WpiOvV3jCjAj/V1O7+dyfs4aP7Twzy/txlVSoeWZRZUhsy69Ogc1iopxYaMWkFDTRoMpHDzfs
epyWbToW+QzFr5Hy8f0aj6FiapzwSblKjXzVBbNCjxr0y1EQ08du5ijOTK15YuPeif4tvmOepVm3
+WaIQ64cg+fGzaIt0J/g4JHMZkTIFyGxt+VVJZHHn6858jCHofcZ//oC3I4YGi/PgHXte60398Oo
JnbTzVPiBtN7/xNGO8AzIc+ErdZQwG9rE21R2jgtHH5QRONVOwv+y+20jYy0MmqCbFRx8A/eI4Dt
QEVwJotbPFednFmzCI13vsFOgMU7DrUtU9CH3q2ZWud3I+ToHQV9hVW2U8t6xpFzyPioBP89kCXX
P6vdN18aJdcHH4iGFpaNhip33CFhJsdtXi7o9g2vAXycPe15hH4xLXXNofBz4WR9bIV/YajJ/HCC
rnpFpVr+WcFmP4jydMsLeOr2dayr4GeyfalThh4HzB9u7mvoR3mnk3jcp2OwJe43wvHBpl5eEwJA
E4VUV45q9reO6q7g2iu7fDosqEF4kDF2/uN91CPo4QhPXG2NYcRDeTMeQyXK4ThPlbyZSZuAbtKd
/Mn9FiTA7eP8UE57uJ+iyqImrNbAEWwMPXWxd0VQt3xmmAGRaZ5Xc+rX1W+ylt/uunN7By4ZQ+aP
GvblaegsQ63I5zzIDHC1fwy6QNfZ4DS+c2PzZspTgomCD+FpGKGOFvLlVLPAPkdKuEOWBEKYq2oq
vRfksCQDOG7JbBD1ZLj0iws6U5zngLTI8+GhoUa14XDfu19igh7jlqbtI7XuED05c7gVp10s7Z9o
YDrKqg6wOm1EEXCfec3wsow6+IvnAnymU2sfpdOCH0e+S5IM3TvfGM/eqklWIvUpjvW5koLoAa3u
QNEv97A9lEs8ciiJYMVet5EOcSoob2ku8maM6huP4wPkuRwX90hPZfVSq8IA9wS7qI49uiQJnOcB
Kw9LaDPPrKiHXWXVK76usE1b8iwK/vhkD2Hn2SXlioTjWLlpfmYCdOUBxse9Dvc2V2RYJuF1qGKh
AfR3/avkq3wdrMVkrOuk6jOhOPuyrfRK4oa7fhxOQELF41ye8zmaPXRfhVOub/g9eP26NUeAYtpB
z4dSxrPMCjEgxZB57F3NNe/fJzoBDkgZdRBdns9hqxizeDk7bxpStwJiINwEcSS5iTNLbBWOC71A
retfNAu5b9wGUX6UmiUilSSmnrptEfVtYPY8TGPt6CotNpKJsqYDUL2MTRj8DMFYvnUcKSVfQrRe
9S4j0SFGAyWfrWrWWyOdvrplOgtv98GJuotg67YqC4IWUQ2TA2iN627udGg3TwDA2IKHpwyC/mMz
Kx9k9KviqWXpetPsBFh8RE/AgY2H/LeKi8HgprQRMiCujvoI1TvdDANjyqkFU1dZM5hpxT7rT/fu
uvffohFBdaO9MLjEfb1+h1sTHB2vXMd7oHs4rwVTpOFQGsN/ydZWfw3c6k8D+voqhxDpRD6Q6JP5
qmB6W0ZG80O1DfJhQe6BQgwOlhylzWgoh02qzHhEkBO6uU+fUd1zCK4laDk3yRJNWa2qmZ9ij3j0
l3joZNqVs3xNkB59lo2rX50xite09Tr92REQ7R7qchNPzBMWhcrIPz6K299SrtOr0r2TpJzVbo0H
Ct0JyjE5MbSYYqiIPAo7y+5m5yWtCIABaiA9HphriKY4dVctPwN3kb99J1qfpGBBTed4m789p+iY
R1iChkMOrXnV8gEZ6fLVv6kYScOsqba5R7NCZjVhnz7BtNuAyIJXvx0uuAvLr0juwUK0tLE+OU9j
FR4kSpjqkPMFuhmy3Ih3Nec5yCrPr5AtkxkGfz4g2ErPZzKmFX5gmU5USt12MXAnjJwaXgmYav4q
vU09KnzbPHQNk+fRbMUArQW92x6SepP6pGto7VGH7ZiZSEk+WY5L9GhzLhi48Vj/GZSjPlkI8HFX
rbAvnmscXCti3F9kYepnz2wuoJG7w8JxffRDhl4DZrqJl/5hW/LxvpWe/3vq2PSfgJ18mY0or/4Y
nHUfRW/aX3OoGLFRgNdowqrcfy0D0+PAN5V/L6C5y8u+K8bPksJxFIjsICrdiXFbLlanUyLd1oT7
Qpi1hk6CTHwJQ0QtdUnMZbqP3fKzYbj4E7KCFswbPu+nz5DANAHHlRz7cK+WbJxt8dtdXMREA4zO
uVGjhK4I+p3vuWqJnk7X1XOftL/rp5ZisgHoUtafKOpYQsyy/dUoi9u0nM9P8TzLqr+0g+reewhh
Huik0VUmAAacFO6gTFJAJ6AoG6ryrlyGLsom6U3cwzt/6DSWci2p9igBxxtHmOZStjnCobnQy1Mx
50gs6rPQPpVyLw16tFW8s5s3D34A1M03X4uHYVqKR+w0hOfmbievPHcBA57OEiVeuCAgIFL1a3yI
ANVeARWHD6fYveAYOQ247DZV7j2ayS7M8JUAXLGvhbDStRuZjHMW8QajV/dkVuphDmL0+cHLBSr5
wCuAy6NAsfcuSn/QB780zuUuoN85wwv9GQ9B/hIwxfA9hWL9cn0Ly48hvqJixg0Mi7rYy1c3r4L8
mkjW/aEbSYw58SpwsCHN467sA3qQYWC3sWBy9yfwpnYIuSpMP90KydmSRkuxqMPSyNGmIjT5A36L
7Xnz4uVrk4ucLl0yQ266Biqeya3PoSVl8AmOt3P8RVNx2fs47MFiq/7C2UeUPVqK4YaPOiNtiLyy
zAyWq5+K54e/gfz20+y04b9Blk14FNPWfZ6PB7Y0OA9yvJkkrqJct8Qawpd+jPHu4nco/aLjhhIx
8AwYxX0zYS5AHhPm9zZqaPOzAHFoEUrbb4ck74uBkUhW1zboQLCHHJ06AAbqj9MojLpXSc/l2Y7t
7vH4TP61CuCcyLxx+oYdKlTPzqLr77230Z8SPTiCzNJ33mY7shQFDak7UpeobQrPwWNYrE7OWB5u
/htPYX2LFP9b53MzZn43MO1FFfN5ZGOPRMiucS5rb0DPpC0kJwd2PZbHOmZkTzfBJprW0HWIjZLd
u0KUU8ZHku7oZQo74X92iOE4rXyu4brbnMtyHnklAP6Tx9kb/McBBLo75Lu/f4wetyYPn9y/vI6q
obRWdXizzWi/0i7pq9fdQJeBSe3BHR7snScccWV5XBH2TWRDDZJtPlKwGOHkOtf8cBNaDaXFi0p0
gZDtLEDsA9qGLrZxqzhw8+5jwkT6vvtzf985lfYv62ZwTp3Qi7zgcB1VFi39UkpUE0CCVAGBJzTb
tergP90zk4imLk4jHKXbpU6CFr6hrcKZE8gD7KUkBaMDOfnQ25uveJ/4EfIJHdMShBAfW3yn9oo2
s9kHHr/DVAZ60GkVRvTKTOhzgSVAK7g3yuW4DVHjn2gJAtKuV39672tv/9k77iASuWCcD/Vixl9R
4ormFqFvdVNzWrRZtJ+3Kjhm/hHIZaoijZi93skhFTe4FqGxI7vXn7KU+w8cH3/rpGaVHMCtmvhh
ki2AMO2Gln2A/FtY1y4Opjd8cENwUwZ99RvRwbIwcG3DimSmEmhGNFYWlU0DCqzLAkhtvsVOO99t
CM3XLAbuspe0Iw5V+QDXqr0XFBb2i8FrQw+vI5nPr0uhsIIcJyK4oisBlf9Jyvf+rgtfrxdw8nF/
SNiK0VisgnRI9mvA7SKy4iMhEo3YrjhM7stVJSVqsDJmuO77XzM0PsIqp3K+BPKI7mArFeRHxCEJ
0ihW0/YgZzRCMN3nF0CuhrBCr4u3MYu5U0Im7AilGUxf8rL0Y/xkV393ICstHxOH8niB0na/s9ts
gd8sJ8MBYmR9LhBNr/BDrhrBNGP1WhGP4B/Wvp9I/UEFyJCpWgNWPAccOZOrWPpjhCEukrFlWQ4h
AnQFxSB4bOBviXFUg43yyxFsuSKkiAE36x0PyhAKrgtPxI4NZDMRpRafQO4Vd5PvQc1JZORkxk2W
dbmbNg/SyhfFL4bHfTuWJKheEybjgrA4nRAsxzOP764dUhXGujV5qgzHOzwigM8VqeAs0whOIrRd
tnY/A+Up/MMdMZqkrW5KH1p/k39L23EGioommlT4LRhtUqMBTlcO6+epGZvfCBP94chWr1+3omzL
K8HgDbdRDf5TVHgkbGl34Ilcwm5xYQ1d925nuPkc6y3+RVxwgviIpqL82CQWS6f1veV+iivvT9l7
UXCoa+1c2aDoh4cp6aen3XSBg3YjRsHen0f7NvfVlElnRRXGRC5wXnfh/NaVDXtuTSwohzwizvwA
Mi6fOA7gkPCYIcn1u0YIxG9ifeSYslvm1wqN41CTaLSP/98Dckm2tHf65Y6jEZ4YHVH+jhOjuTQk
q+oDggfoQWQ+44fBHzcfRgRv4zWdKc6/Qnexf+EIML4MmMDlKnFC2iM5XER8dHef9ZPg8eVvW3jz
zkCtilcydrcnU04bN8wQFp/jYsy/IkJmd1JTor4SLunpGPJiwUSMdTwSQVNH6EINI2fGEw/ZLUvB
e4OLgcGP1Vt9g9F3n/0QVXvqEg3/CosLRrPPi7nr+z35JPsFNQ+McTDCAtgaybIv4r9N3dqvit2K
T+U2aNrWNtpkVld1sJzpvGDLnCpq/lRku1La41rs9hKkDtazOns65i1BLNr1tkV84jj8+AW03fW8
G29JncjbA94DKUpURnUxHeMhQXbN3UKdUlxIW2QQsuM9rWOOOURO6NwGRUfZQOXuTX/B/Kjexp5T
mSEO6dHqDRz9CB7bb+Sm9SO+1gWdYeW14ogiPH9cOJ/KjDHfZU2r+vWXh1b89wB38xKE8AiS2/G2
7Rv/uW582T2N9b4StZNUm7n04k3/mst5JgbVTj4xQEOz5Bem9+vndfBnkKfdYFoxjgVtZHYhNNV6
sYqPbEkiPFayZ13U8xhOB2/hrTkWS6U5H5N96q46qb0VO+4u4wRsNeB8CPyF/7nEzvM9VHYQGVlr
PYkGtWvqr7hHOHFBRMaW323sOAi6aKl/1ujmfiSrAT+1ew5z6Qqw9lyWyMkMChjkDYvTfO2Tzl9y
Jv2/hEKdYVajd8lBwAx4xIrjf+AHQenRYg/6GCvNRT4tbnIxNruCZcUh1F5q9J3P7CoDpca1NyOf
DzAH7a4d3WxucCKmyvOaBoUJIMkhz7HJMEdG0SPYNNNmgCvgpp6Q3x0q6iVjyIOV6wlxjf/qmbH6
0jHK3qxpIqZc3H/TmI1OnD92tURnxOTPkAvtWqpT77fhL9F6CHlWQkMeZ+EuNhvjfN1T7G+omYbI
6V9UVJk/8Rq6v0IILefo5tYRhzJJICfohSqqTE0to2kj/O7JjZf4mebG/sMRc4Bgqe8LL+M8BD6k
Ga67xZImOnzNk/9JnjyCT+S47dWE8Wo7uuS+Lxn/Huclx/N8be3eoxEBQP07q6r48EDTUNSOuq1g
YnnEUs9vhUEpuJ11lwjcEAcggX/LO1PKA4okCw0fxcMFCnv+pI+2rufeg31jOEaSn64+OWnHYlqi
+6UOhOaobtwA7K+u36dBVS9JrpJHaEMQlz3PrTgDXLpP41BgbdGVZNw3nGyfDA2sGh4qy3TpMTuk
GKvyr7AEqjjNyVjLg0ELkaDzWsy1tGFL1oVzvmFqZ2yqo9xKYNkGRYd/dNs4ejjvnQGHymqv5n4u
pixfN7A98pu823mz8nehOMVSAi4r2odYS07xNDDOEN48/dsx/N1WY7t4h21y4MurGFcB3zQPZBYs
Y9GkmzXiHQMiv7E2RKLHlXVffB0R1TKiu/SAxhjRaNDpPYw3qkueFpXbIGVZLxkactflhXA88Xuv
fPs7r7bVRRB+xpkJg1s/ZT37Y2Z3cJjM0kCRn3MFDYQbmNFja4ZCIJ9lrU6NH7l32MWm+zgpEBxH
bstkX8hooSgqGXbNSQ89780GqtdqtecnhKKyuGzcOXkSXUmKRpLA2N/42w6bAR0+H3KO/RmLBXf9
lVfLRKTzQo/y0k2CXXSBdj+yrHY1NsS675884yILQDM2Y6LJHfguPHLrcdSlGQ6To12ZxRYLdKad
df3c/F3sx32d3PqUlIninSqTkEkLAapFPlcU9cEFEqz+6gJg5rha4W5Z22OAZzAzCslFMnrVNflj
SXu3b1X8GFSqGQ/+ZhtsWj0auwcsP5DaKz4FvozRb/+6qnPnkyltrg9GA1mdipLB+ODyLU4HyyHO
bFHDUvHFNoNwQYW8/LkaI2aJkeoLgdBzYwgxvKs/TacpU6/wfTz3iyHhZaQG4I5ChOUdzayEhOzn
8G4M4J0z35oBaXE81GQxytxFecvJlQqIlHs3d5G8aJBUlHg7suxDg3/ob58P5nffuPWDRJXunAWD
YMegsRGLaD/8i/ON5Q9cF6wQ9JCJqw4gbJao+Y+6M2uOG7nS9l9x9D16sC8TY18AqIUUd1ESqRsE
JVHY9x2//nsgtT+zUDWFoSPmYsIOOzrYUjITmSdPnvMu4lcyvr5xeKJkpKBdZd5KhVJKO081p6++
0IvXUEw78QNkMuVHr0nKXJxJgGfiJeRfUBgOJvqjYnYLuUCRwPArbUCbHYMDBxAQJ8oYIvE+wPQg
dnJV5IN1oqg9tnVFW7lsddq7sVhbF6PgN/2u53t/nLjBh71KNeMionpy3ygdNSQ0ztorABHckjno
kxuyA66LRKzzzp5qihg7MywrClgybIKP1CQTUpC8k8FLZbF5r6c5YFiuG/+2TEAS2x2r/AWEenc7
P/SA4ogJfDBByOs7eJLe97iggux0ysALQx3MBJgIlirPVjBymP0iGA3wWQnlijRCWHeDGp76PaHY
hjKsXASPgZo1vHxFq3xGZ0hPKLJlyXdfKitQEF5MSQk2d1KASc+KRykHAUCQBX+hamge22GNIbnL
KR6/WqM+deTxCliQnlKtBgqHtBGctJo8qCFcBoculP5NMyvjnjuoVra559PnZutWG7HxK1L8qlAK
Z47O41aOKO5soqGhjK2ZE8DIwExvZwzq6AZDOVyTuWS1vvfpaI+bQJXMEmm5UriuO27NfZznyoVJ
TUS2TQTmecLnQyHd1pABf1SeON3qoZk0dg+wot03E/W3O7hnHtqmgpGzNoGq5RtcvBrjamr0pPjM
u0D4LFgURmkDFSL4fD0iy236QnpOskkVyQF5Hn23/KgTbJ5fYBQ9CdLUrihBjX8xcAy1aLlYmUaQ
UCiNgbP1KcIDAArHT6BLO/w2LKhLW6WAy2Pn7YgP7XnG9awl8FbcAPMApD+RaxAROaMKuSB3J9Ko
WSXAHxrCqvxVaHPPbuOy3RlxP9wJQoLYq+D5fLqmdZO4lXbnh18Svufh8WmFjm8iY0sX7JBrDYe1
aoCtpDbUK55DCVDmdi+CElRgdxa39Cgse9JU/0M1JMCCzw++dBXDXI7RZVGk66jos37K4ej4hOka
rbvMjj2u3E0leRykFEvATcyrIgTWRBXNh5lN/zzkRQVHdBNnoE1IYih4l3rztPIbLbnny99oIbEC
4Nkrq5TP4ecqcZgWphv5luyQKn0uSYUJPPTCK9hom6TpNfS9zHGXZVQA5N4HGj5ScgBPYq2s1FIC
4NevhYHhrHorKUfKYuVAhG5VnsRZ6lNuhTvnA+xIqEbGda7n7vlVWGpDzKPNCh/GrG4KJmahSlf0
aobFO0gQ4MDmNzU0FOBx0KVICwdt+IbJr7wih3VqGyK5J+navAclbSF9AUCyzuOaPjx0QPlOB2ZC
miuBxW3E4QL0nLUrMrjbuaK/z/5htjfUQRrr8w5kfGmxA80cBiL4F9p9COFBuaL8GxafUpW74IJK
EK3t80t7PNHD8Rb7a9QFiClFAfEwE/tZVHW8Hhn3A3gMBax42bilWZYPlpb42/MjH+9sRkZ8RkPU
2MCPav7N3ohk1aOWS6HKzsYhSbz0wbZy8Rb5O7Vafq0nJoFsGxgZFHEOR2HoULFKTrTSS82lNkPf
zFS6pCnffzTAW6/sm+Nzgfo24YPuMQ1BvubhcKZqeVYqsFOrhtusoTTsUHH8ArlG2p9fvuMzoaKz
YeBETrsHfd95ed8sH1SuqhpC7gavlMsLMhi4WNCHQweAJ6zkinLuiuX6yREVhJhgwENNWKoXSryw
y7TlzBeB0H/3RgpdVhPNlcQqiO9QazRXdEZO7RCsE0yIECbyT0t18R5HCJXOLdG4anmvWFNRF25h
1F32b2xFLIjQhJdUla+2WMsQMDkZBWs5lUYJ1rmxwBwN5coop9YPuXIJ8BQuKGDiD79Yb4DTjQNG
aUAI6FALrWkfBXK1Gaix0sGnFnZ+i5zajJZogR4gLSOaLU6YnleaP5rzFpE6677PEAZxBt83hE2b
kNSsRJKlSNF80izFEFlFFdWIpU1JbrUJOTDM40ry05eQhh740BjoylRcmXU22xELTff5/BRPhC8u
BkTIJGIlLs/y4ZpOnjkpGiBRG00BGJ2S4e3qkXqrkkbbMvFMqhCKulMVAI8r0z3xNRGBpduMJhPB
RV0kKp0c5oFZctJrrzWfZYjXEXex1O0xK2u3PvzozfmpnjgNc0KGNYsicSUtQ0vdWw0Yu4ReFvBQ
V0PZctsKypoj+YmvaMgouukSKkVIPy+mhVyNH2XzmfPkWBpAvcd1tFPqWhK3UjO/JaQaSlQgtZG1
Mr+TI3MRQGHDLBC99MNP6YH7HxrcwGiWdOITbKuY+k7shbcjzhjfCO1gXXuYnN5KID1xShhOJLlA
6xp42/x7vQmkFYx3A4Ip6xoXw2Wdid0GIVjh3qKAshLQTkwR9T8F/xJOyuwUfjhUmYjy1GspU4T6
5woVyLJBq+DdhvSP7gtQyk+xZK3JFZ+YoDVLw2MfpFFAERefFL40EswdZyTk27liBRoJZou380VI
Cu/eoxaQDwuTDVxvkCw/nGAE55xyEhP00ANyrQYYU19qa3JvxydhNlwQ8VjVEHzTl4qAYmdi4lFi
AyOgH3Ab9zFwviDqVjKxE6PM0nj8h+CJgv4ierbQVdJMs+hFG0BECynTAOsE+squPzEKdoZIyyOh
KIuInx2u2CAG3UD2DsYCzEh6W6Gtk7t5JTTByjY/NRAJJWL2InccO+FwIBpKqp9RPrWnHmHSMJUr
B7ziiuDwcVD85SiKXBbu8GQ/i9nI5Cv9kFHjZLrxJbEzHDdhDfyjGCD9byBYF+Pze7ccWrx4NYJQ
12ZnlUXYCEF1Uz4gYVaUghdbYBbbYhwG9/woJyZmmIRFVeRu03nmHa5ej3yrX8UlL3GrpGOYBMYV
XjL11jTawCkGf82b5/R4vADwMSW9W4rid7LYGgZlHRAIQk37DzdRmqueD9EmEqP8vh0q5fv5KZ7Y
IEwRFzMuGST/j17eyONDWmEhxyALIe7mNBfyZnr/fkeSh7qYpsxR11qob1u1DsUdzoHdJqJ3Zw7w
neooHlfMK4/TAipRGjeJwVUJI35xdj09QG1qVs9UcLYDqI0oC6SZ/iOIfWtn9SYU3Ngf6ODVTbo7
v4wnvhzZFnKBGlaFEqWUw53ShWJYlviV2Lmu+k8wgLQnmHlqvU1yVDtsPQZRtD0/5PG1gi8FSzk3
crg8l3d20MuZ1WOibXtKNu00QFlfE4GG5JUg8zq/8yDwSnZeBpRzzw98YsuYqHqaHECT87eUmsX2
kvwVuUG7CxrhJtLU1K6Lon93Gsv0LGQvZfhWKH4v7q+8GKDym+C+rMTMdtAaPTTehMzgKCRJqq1s
0FNbh6uZYuC8omDmDr9fq+CIBUyVZ6k5hDukvYDWJaGAKL1nRNfIEY7XGjW7nUJu/fj+5TRYRsxG
TLaPNm+tN5mIEVK69nUN8D9YpjsJyadNjqTiyhP11AY1ZJ7EpJAaL9VFyozkU6EgOA8wWY8Nuwav
8FUZEPUEflvuoYnU+/OzOk4/iMu8pNG55dVDqD6c1YSaSg5DEHZPGmhAI1WflqROdxaoF0JZK1vy
5Ox46c8ZCP9rLt77qFMBDUWlARUXDx4B7sA0TercGpJ9nGpi/TDB/lmrhp0YdDZK4e3DinKPL26H
SQaqXExwbUZc2+hTQeMawcLnaNv4aeq+ez2BJiBXyluVq0FZBJi0j2HaIq0DLaqBYOSE01AmT/C/
jHKAJT728trL7pc3ymFNeLZN4XVlsq6kEItPOKRW4Ou0J2yLs5duwq4Rr/sBFTErbLK9Z9I+ksKy
3gWgI/EBFGhR2f5o0BRM0clb2b8ngo6F+AlxXdEJ8MscM+hBZ+IQlYOvqfwNZrrA+HzU4s+v8uk5
vxlm3tZvDmOkN0knejjgeNM06HbVzgJb2EWqmpMqVnPLbhYuxJ4em5mgWlsktKMRLzdx5onEFfu4
U/uLL/7bXIHwsDiyOYJynqEyZR/8uKOCWH1VqjIGFib6l13NO+385E8tMQVwLhSuz9nY7XDuqj7h
T4E0o21oSon2GiwiY0z7lVmdCAykbbRDEMhX+JbzrN+sMOhgNRlaHgvI6JXPXuTTSyxl/wXz7bV8
4OSEeHjNKuXge8XFAqKQDEhAIuuoMBJ3vQpUIM2aYCXrODkKxBICD/UPgvjhhOA2eYWMdSpWwX5o
bpEqUluX5xYs6PPf59TKYeHD/UrxnQLEIpevyPBNiK0MJDTiVgCd7hp5Z9wXsIY//jtDIf5szdk1
PuCHc0rroW4sgY9UDE1xa3pNQJfTBMoLoqiPPv0bg+F4RRmOPFtaPsWRtAlQiCbr7WjCbNu2wfwS
lLjbNUm6PT/UqW9FnsYtiCQz1/xiXuCYVL1OKd8oipbeI2dh3uhmZ67EqvlvWQZOhJKNuUTEDbHU
Y86STh/DiX2X1WAn7Ra86AXBsf8cUKXaFi2Mn/PTOrUzKPgBUwSxRB9rcf0pDcTxVKd9hqZW5kQT
FLkqwiiM5D5Y+VjHc6NkorIpuPgoZyzn1quSldTgqmdGdbULvPI+N6tL4HL6XqzCbmViJ0Yz0V7G
QgHflxlydrgP+1YRcBynxa71gn7pp5bwiL0T9B2pne6Q6fNWks7j/UF1XcI8hzxChu26OMuhqAPa
F3KI7fTZnwtpGqm7yf3D+c91chScDjnG1DPoex7OShA6fZhQaALVhgqr2vnVDTDONV+lE2s350I0
W3ghUHief/4m0FKyhyFlgq3PurG7kyRvhk3A/L1U017/Ipde8vPd02ILUmmSUayny7OYlqInVegH
vAtQGSNjT+UfYWa806ea6gKPApWwREDn8ljmlbKA4EQ2dbzxcgUl3Rr9GCrMauYAx4CkJvLNVk7z
8dcirmtYcPKwJMVcNgXLroCF01lg+pKyvTKmyLsW217p3x3doVWIBu7lBtFdNhfR3UzB/AACiVHH
aPJNGqev0ww3q/RozQrraEK6IvEMN0TeyTIO5otDhdpvJbQiZESpHMPnNBeKTdwE767RMwrvU9KJ
2TCBCR1uP8CgIL4NJIeruFdKO85M5HD6sY+V664tgO5FtQWQDq48hx+1y3K1V3ZqnnPY4FlOBKHr
ePgbJDx3ZtIvCKYqAS8TVkpwpYZa+t77n+tk9tniYuZmJjQeDiMiEd+qcy0PapjpWkr/mgE03p8/
W3OufXClUPacLUPmfrg1//dwkCrM6qqp9a8tPOEiF+71cJ+KxjaXZBvXGxIciF94NqzsyaMSwzwq
hCNqu+osGrT4huAJUewd9K9De2kF5lXabeTccxI9cqfp6fwEl0NRQBbpQGCUQ9kVFvQieIRoS0zA
Q2EG64N/g+KJ57R92n0Q0FzfmKkHoIzb1D0/6HKH/BqUPj99TZkUY1nfi1Ae0vp8CGw0POJ7OALJ
ZjJHc2WU5e38exSTnFdRZnO9xXmjEe0jCczUAqhOPcASYa7HoqTkwC1fA02cGGw2DIGLRtcbm4xF
1K/yHKsybUYkBh5j9YX5wIXGjTk03js3PvM6GGqx8TXd84ypZCj4iT1EhtTbIbDy3pRtHoXyD/4Y
FNeIJIu42LZSAPoehUaCjLbr6RzTcJuM7Xt3Ah1amBDEKUpOFEkOzxesgynSdAiKXlgUvGLrAJXF
5L2Rl/bPwSiLU8yDBF2AgccjoqCejXbWsxhLz+dncrwBKEcgz2oi7UJRyVh8lSERGtmfkFPDuEj/
IQ1oOiSQdGdtCWPNLunX1n0blkgwGIwSAS0TmkxLl7oenQR17Ghl0UlHSYacUYCwbdRXlZCWNwBw
822jt+0eAVjZGcJIvkApN1mJjUenmDcyvicSCC5z5nEuZpyWqKyngfFkhbAASqQWnUGP17Kpk4OA
8mBNadvo4nIQpF+QEvaf47FMrY1SKtplhl+dtXvX15tRMSoPIfooDIQHyiJWtEkyWIE+9DaGeAHo
5cL8hHYKNFI1ClbeeIsZ/R6KLBe7VvrYWBoebnnFM8I4I7m19RQCeM0E3TYRpPcFiV+j0P/5NRls
MJdohCnPkZLKAtg2AVYcFazoK0Wc1rp2Swjf72FoMdB8pPqua4t1Qzuno4kmAKXvtGofDeV4hZJc
e6O1vrYLeDDD7ho0yJhwuPoYIxXI0q1/oaHd4vBJ1w764hD++nV0+gHzESQhPqpHmpmMjB5yEfk4
JHatxsmHAUmDbQi/bcWU+xc27M0Z/DUWUDmZjUMDn9z48Duqaor888h3DKLqsYXgg3yWspu8eI9s
8V7Lq69t2H9tJSx0VO9jprVPA23okayvbOILtOnX6hRzrFz8QlzkJhe6JQOlWyKGoFnAzDWRyRel
ylJeUzRg48usptV5h35mFm/jcErlB3Thwu9TiCL1CmLpxOLPVrYicCVAEwjwHS6IV01yiwRoZwMP
Q8dXz3MXDHHhlkGUuOeP64kzdDDU/Ku8eWOV0igH47ztgkYXLmI2xBXJaPv+k8ooFmcUNNt8Fx6O
UkFt9bKEM9ROfrCVrUHYFjJ6U//GXHhWSfQB6UToi31k4bSQIL/GPsqj6CvM6PpG6AT94fwopzYH
cA+OBPURGriLqAPqwi+6FGZ1HErRDtvWwIAVIvkbX/WbK7FA2UFui+JS6aLu0/uH5o4CWQbg4/ig
QK/OpD6FXqhQnLseJK1/wRtBuIDurd2lKMshn6brd8T+NXzg8TYBPM97C8gSyTQh4fADCj39HaGK
0PAw1fI6irN8H1j1WsvleGlN2oB8OtEUeeAt6/WBWHa6WKSjDTXvQdS1l041H71Jv+xQcUG3tdkb
avU+bAvBh4qkjGIAZVYZmO7iWoSD1PPszkbYpwgWPFkF4uD7QlJC3UFmtgjQbax9mjDIdEafz3/O
eacchhlT4t4C1ED7BVzNYmgQNBDKYoY2dUDZyuBFm7wIyg1+RxAemmqt8nBieRlPpRUCLhkA62Ln
jtLkqb6MJg5CyLEzZLm+t9JWcIciLvYQPh8R/Cv2aBKv+QAex7O5LwhWCXgpu2dZMQ/wHIQgjc4i
wkaCE4u54MZqbW0LdLZW4tnJoXi3QwZF05Bb+3CjIifUG6mAVk6W0J93AjQO4tuw6NBJa2bBj/Nf
8OhYYL0HqEJX2bVzz35xaQsDFGpTg4ihDUh4CBUyV0WMf9r5UY72yQxYZwgCKGBFHpeHc7I8cGcT
UlTo5aVmvRn7IMrcRA+0H1DETCTRimjNbvhoGRdDLpZRSeABmhgbODA+C1dS49fIkBo3LZNuZXJH
S/gLjQ/UgQSL/rW+uBqCaQxElJGQFB3L9gLJktSBIpStbIvjUSht0I2n18mtioT74RIiLtpFRglZ
2YprbVMG3YRwkz6t5L7z3/L2QJO+cLA4Wmxy2USQ9HAUCFoS1k8gXlrPEx8Gq8M7yW8vRsXobHyI
hocuX+sQHQ3JivF2mdHbM3h7+exLJEMZlBo+RVhXkjsgY645Vt4IdxICS7eW2cyydWOzOb8j589/
MFHeZmRqM/yQQcFcHk40Gfq2E2P8oJptaLdOv8l3yrXsBivDLJuZxIzDcRbXDgljq5cJ4xTu18+Z
iwWH/ePy7uX8ZH49Sc7NRjmczaDXAQRARpF3AAtsLD020g1qLy42KI62oftmf6jsS1T07fHL+bGX
78+jGc4b903+xQs6UavZWUvYq07vgIW3vxvXxuV7r9blSs4H/s04Q5IhC5Exjnrv7UrY9Z/BNV96
Kx9secMsR1ncMLDyo0SYZzNtsQhx0A90MqdYOctHT6XlKPOZeDMXJawkNZq/13W5+RY7j6/a7uXz
xzUDzV8ev+e2xSLsgmdORilkmHID/NRBhsD+jObm7eQYn5DxvFjZCfNePjfcIuRaGFcSPhiud76h
/Wp/z+zLn87HzyvDnAgYb4/u8n2e1lltoAg6zwohLId6kYN1kGO6uvuye67dT0gGrX2wlXCx5EE1
plJYwTxm5/K244CFmy+T/f3TTWDf1e4LzwIbzc2Vi2Xt+y0x9gpaHXIyf7/R+TZtxR3GWJt6G9yE
F56d7Fp7ZWHnu/7M95MXUSRWoVLCMpwnGTgp/1FthD8dNNpWlnM+qucGWoQMVcCRKKB5aUsZCt+d
ByMir9rLLjbW5rS2VxZBwzSi2szmg2ZqT623D5FMLmQ8z7IYRZK1nvOvUtu5eS2CR2QKsobu2O8F
TG6xa3CNLVZwzqfQDd2fcO8JxKL9c22Wv9LPcwMv4knvp1gKlAysfJQv68/5TXmpfPPuqDiivl28
jI/ZZXir3GmPKztmbXkXAcZvhlDP5x2jsGcQYGB/dnuyPMezDafYZBvfNR3TWYNuH9VbFvFTXkSa
Uc7ipJ4PBj3IbbiX3MfUmexXzy5Y3nwr26v3+KkAQE8QMP9MmoNncxix69hMM3HesngRbyTOh+Ja
ZA6qY31IHZz87us7hK131U69si5WVvlUXH079mKVkZUZE3ok5Cpuv9E/J9tg229HN97WF/J+rWx2
6pPSUqBvAa6OvvjiQRChVx2NVVHbFSLwogQJF5UqdXxts8qNpvvzU1sGAtJ+Sp/UOxQFsD+4hcNV
1ZtQ9oJEnRxBaZQtMkmIK0tViNXaOK3EnDmmvD0iDAXCk14/VCTTQB7rcKjElPVB7jDQ8iCrf8it
LAMXrCQrMXS5evMoKk0sXgMzaXZZWlExq8YWEtWjBnLuLdqTxmXVJbUjjnJ6GxVp+glGk3T37lWk
iMOziqSdPqg+75832USOXkJVF1g24jtZbJBnJaaqTXqPan2ytheXLzkmyBuO2g2AfA0W1uIcYMpT
TZYhjI6RdZnlIIFRf0IDDimlSsuV+DGRugbd19RAvpbidi3YSCSmd0k0ep+1JmtydAS6rrsoU12+
B1BSYjVUhYVpFyL2SefX5Sj5pu1Ke0yXqDYBDaN9dbgwKl4aWWMYeFlKXYf1iJD4I9EQ6drAHWrs
XlGD1roh2mJ02r1UNB+/+7Xlm65Eg3DaRoWirxHdl/nl/Csp7A86XCi+Ymd0+CsJaDWFmMUPDk4L
MXrDimzjSZE+U/tHk6AvOvNyLGSu3bAbVlLb48Om8NFAqFESpkivLG4nBF2FfoQl4lSN+bUEv/Gp
QYPoFuHNNaDoiZFmRo1OJ56qAnCew0n69ex8Z8kTqnqRDpoCzpObjxGiobSqXs9/5ONzTRWTshfq
AXA2xGVX3jfEIc1RtHIMFHE2TTXg81T6Kx2Uo0cOnw1ypQIqkx4yV8A84zdHzKc/oURT2zmeEHj2
gLGoHaW+YrOh0suwnfKNkXjJRhYj9ZqGfvKqpaO0EsGOjx6/A9CbmbUE0mxZbBunrvfzktNlIums
b/zcEz6qsQgs0GqQxLlAxRhFl3ev7hzHIPqA9pEo1h/OO9WCVMkTD759nSOEM6rxNk0NZf/+UcA3
z/0CYAcQZg9H8fuO9tQYdai9YOuJIBJiw3hqv3v9VFFhIhKFNdqVv77xm28Yj0psNGBDnLAvsutE
rSU3FBCh6RERddN28LbvndUM2wBUSROEnaMu9ow8inWCJS0y8VPoX0a5MF14WLOsPBKOA4opa1A3
mRRdtyPcIeRfunqjWTvYxGauKCKDk6DVvhdNTQC0ofUIxA51d+EJ9V+orP/4Pvyn/5rf/b4963/8
F//8PUfzaUaOLf7xH9fh94pv/7P5r/mP/f9/7fAP/eO2e62atnr92/VLUf9t22Y/Xpowz5Z/5uCv
YKS/fhP3pXk5+IdN1oTNeN++VuPDa90mza/h+J3nf/N/+sO/vf76Wx7H4vXvf3zP26yZ/zafX+uP
v3508ePvf/AF33z1+e//64c3Lyl/7pP/wlyO/sDrS938/Q9F+xPKPiAvEzQIVfq5lNu/zj+RrT+J
KCr1PFpRtCT4qFleNcHf/1D/BAgD1sdUwFIAHZgfYRyt+UeC9CcHUJGsGb9Cj5pa2R//nPjBx/rX
x/tb1qZ3eYhvGb/N4tUw9yisuZbOWSCqzXzLw2PXJ2NUy7r1UGKtkV3gdGoKtoiIPu0nfxCuR7/6
WOo9Op0CIQDflEKTr7nkEeYakzx4FnoDZ7lU73EEryQ9DHeN3GIpgSwj8pCCgeOQnUQSG7DGKG6m
3bOR3CCa+icxQW3tAvdvfHxMXxaRZ7dC77FrGm49uTRxyJYIbC+wgehh+ggjllcI9QA23SmBSDPe
jiXgSffWhM6ThDZ4n9VI8+DkUBROrMuVCiy2KGRsjJKmHD/2ox8kH3ytVhwaNKmKvnBPTu30RYgv
g9FG4cdK9fVqJ1byGDtd34Hj6mv8BzbIyA7+zg9n/L/YpRguhamUPvWtAObL7zKxdXxZEkwnwF7i
p9jK6lOph+VNPGD9yY88QEcdol2khHUro806JabuiOiolluajYMFNA7HVhy9DD+yZaDdGS4lhbjH
tznrdp4exd8jY6gEtyom1Kd6r0lwZutF5SvCHeWnoq19JzD9vNqadCiMDcp9smT3iOHtElFlPUqz
LqwPUUgI2VU4hoTPLV5C3/FdSgI3wbC9/hL2fW89y6JQPEdDEsco3Siy7KKKnlxwkWEjCEFc+5KF
zfRiDCH7RAiyEaPpNCTXFbE+RYOvoOTu9lqENLLcgItPswn51VSJryr04RIcoapYstF5QOXSlBFc
2pSTVd/2IE0rxJUsLXBjYYDrkuLtdYVmA0TmEkeTeK8ogzq4XYnqD7L7mHLZel2D/jR80xNsACND
aFtSZkKPjyap3cYIluEXmQm65xZWp3ikeepk2UqJDRIOiRootjSjlm+jxd9bGwlPP3TYQBy9Sim0
LLvyJzCLkNZLKC4eYlKOiUwcyqU+/sgoWPfmTYWYOZgbrGIrd5CiJrjOYDx9k4pMuhsCZB52ySCE
P8y6wRmys7Ig3HT4aTyi3y4/9I2BfjS6XWklg/wMOQG49LWIuqJcjpikh7cLJh0/fdoVmmDLvT61
F37osztAsA1x7kytppt4pNB+uxaS2Pzum21P2V4ccPMM2G6NY0rdeJsok0KuMOGsdy00hAMnyNvu
qSI9vLbyVCp2IhhXf5tJWYjeeip0jZPRo0RWNBzDSzk1hx+ofBqzzlqjyZ99I4yknWUUQbLPeLBp
F9NYjzsF/7xvUBSMR5RmkYKbalyQ6KNDBBN0LA03uSnU8YfGENpwg077sJcL2UfMqbVw2Zq04QbO
n05yERfRHl/xqt+liKs/9n2t0pwuZFyEAWrfWF45jdcGxQ48vhRZ/9iA6X8Wu6AidJVWO24qxNA/
92JsYMciY9vrGGq5aesyrzBSiJrEKXCJvsoBYZcPea/kPkK8ONajDp4Vz5rmyyjBl53yHGR69KVM
SVmcNBmQDaZ/irWf6Yn6Xa/L7DutrAw3GQoswGtLiz/5lqd6N1ERQVaurCq5rPIQEctpZPtuE9Oo
VMiT4KMcCVe6eCc1zfgTd59sqK+01mg7fWsouKbNUr59+iAGBpKKbRH3L16b5LeY9egZLlHBZDjN
FIyhix9beh21KtzWAWqvulOycrxFaB74N2KcfbmFQ4/BAeK5ted4mhlhVZuFVYG7TxDV9wif6cIG
Nxt0LyfTm+0tIAzVrtDXabSXRJ6QdtrEVfcV+2tcCOoOWxH0/byw/2aZkdps8YQavpfE+ScwOMY3
MUulBz0LzC39HBF3sAHV5rtcK9SscmqE8fe5kIMi1ZPQ+q6Jfaa5uTHF/aXZ9GSXo1+jsREkEZ5W
ioc0t52U2rSXrM6zNtg9shzDEOEFza+k69iRtNPXxkg5EoYV8NhANDfPXFmf6n7WxTPazTAiFb2V
azXApT1paRr0muXxLJGE5sPUxhLSrbnYfy6sZsCDXsN2ncashNWCVuVo/llSLf1OqP83cqbiNfvY
VK+vDUnT/4FMCVkdpDzm1u5//DMrOUqXrl6KJnhJ3uZL//pjv5MmU/yTfBYJpxl0Oj88yEp+J02G
9ecsJ8WzGYIX/zdXi/7KmhTxT5OiDi9bGtngIHTKEn9lTfxoLthBKOEHyKqI2nuSJnCAJEX/qiMJ
5PHIEGi8ow+TpdqCF9DxhN6BwkSwsC5QmDfBVMXhBVY9WM4PwXNWtzt1lJ4HeuEIR/dX5VBg1IeM
AI4sJXpU+bMk+R/qdHjWc/9p5NXYxpcmqt9jre6i9l6ujBId0/Snl06Pgjw+BVP/2EgRpUXs+SYR
oiuSlujw12HNiQpuUGm8wG+R8nkUbK3Guml7HCEsI94lBUKwgUGhuxhrTJxG5PK5PLLccONKv5qK
CsB/WzhT8tOKNETuwiuvG7/iLbTHNQIHGulRrnWL0omHz4kp7vVGc5qoe0CE/cGXqqeg1r/jOfA8
iuFrawUfRhnobijLX6Ju2reV6LaN+S0phcHGS9qzvcHYIa1wG5l4B2ANBE7kI25MFe41OqEFMqcc
9W4ehC9okD76fo+tsVa9cs0/ID8uXbNYGc8TW7DuZSQt0NSN8QhL8+sR6x8IzU1r+5lh93Kgb7Ee
usH0qrARHMOJK/R/FMhc2aqI4ZQq7coiBOqAimg8TQLagVywtJ8V/g7y2AdtQHZUSzAV7vTm3pwA
ecX6DTwJ6YJyzU4QjeBTbGFCElrPlYdepEe6lRjVTRaKmLHOqu8T9hebcRybfa43e3+MgcOKzaMx
Nf2W8gJXbOGDD5wd7XYhplRXgdaE+7KOd2SYrTtabXc7W5P9GMwS+zrlO5qa5r4ORmHjDwqmup6n
YGXU45gk3ll1JTiF3IQQ51EcNscy20RGEl/mnlzu1dhMcCyKcdCM800XjdZvpN//QkB7zFP++38g
ks0w3P8+hjlBmFCj+v16nJ+I87/+O3YJuv4nAAZAw3M5+59xS4DC+SexyUQ6B0LAb3mBvwKXIBl/
8hPKEpCadOgPM2Lsn+89Tf8TpBEAcnDdiLHJovKe0LUoHwHjAZoGGQHQA7UyigWHAUzBiiPClXT6
IKG2niFCnevJfYOZjfdJznCw/xT4Uf7tzcr89eZ8+8ZcVmBpH8z6YLxfAG3Dc5qX6m3dDJFIP/X8
xLw07FvffvhydfPxfk0PjBV6E5HnFsXhGIuJ4UuI25cWm5ex/fT10bevPHut/Dd3Pv8V9I+HmIsw
b0pHo16kvFUYot7cP10/3kXu3eQ8i/baVJZ1xqO5zHN9M1CpVsmojQz0wbLpagUuk0ndbKVm9AtT
c2Y+yyq0JwcSWjZ8ltjr3SLfGSl+JFOwhQJsG+gT4WnoWubeMj5KeeyAbrKFQXNAojkN2mCKehmn
FrnpGvRt5UsuQbbq+M9lnra3t5azu0F6cKUIuDbEoqDJAxAds4SZp/bXwHls7BuZFvf5XT8X9t6s
7lyLo54CwhbK51yRXpQzC9+bEG7AEizHUG0jxF7g6iFMydIXjLvzQ817ezkUVAUFFK9EFFnWGAvB
k4fEKpudoHn5o6+Zl9k0RPte8OPL3uobIn8p/k5hD6p+bw/1IpBAL5VQGjM50GRihJP5sLzZo/Go
RlMMyYgLC3HzSex1W+taPAFlObtMZSPcnZ+jslzPecA5c+OgQwJVl9rAnhCVMs9tBkzRBae4o294
UegOFsWG2xZ96WIX5O2aKLAwFSyND6Tvxb6WetOJLb/c+nHTvxSFiLF4I0mtA3vVdJMwpGrA5Tu5
ArjVB0FPTZvGhXVteL5O9oZpml8VKEQPXYOUVmdc4IaVfhCwS9nQ/+P1zoNiq8m1iVkdnk4kB0iX
G2myAVy9JjQ0b5m33xl4HMIGVHpFTZzFmxYxDqUfI01by0d+OhC3FtIbW1xMuu35lT4aBc1dWkM0
GXjWqvpS4GQUNMWLxancUneTnV7zui001WpllKPPCRFapbpJw4bapy4uyo4wX2NZQ8t9i9pn9bkw
M+GSh17/sSXl35+f0ImhoETxZuBW5ppddisxc0jxo/XULTbNGXmvEH8a06bdQJlqH94/FD09Ogu8
NOg1Lk5Fno5mHtKA26J2AT6zog6mTlmwxS/UWokvR5+JXib3N116PhdI6MUCRnI2FR4eNdtZ4wq2
ZNFjLScEK8d8GVqg/CKcwNljK5CeLCUTvboNqV1Z7d7wJPlnBqk7wPNYDX8mnkVYm2qj+Ghhd7PG
55jv0rdbHQWFWeoWitrMiFKUxexw4xBLvH1RSfRR3rYx/aye8Frp4y12Z+GXRjOq55BcC1NHqZbX
7odlcCO6kYqpUKZ/dfuOOGapHBSdWid7DK3w3sR5RNL2FCWN3jGqWHyQu//H2XktyW2kbfqGFhHw
5rRQBtVNNo1odYKQRAremwRw9f+TjN1YFgp/IVoxMzoQJ5iFtJ95jRf935rA/3qhrmea7gDNUjJT
8NGScrb6YreYWhyYFfsyNlUScOtG32pbFD72BsbzQgZyomvR7xyN9SaiBQ2nUyqlScVYCLi3t7hV
hEthWG4VFOUc0aK1qrcN2dcOM2p9AH+NQr/CphYHYMBenQrS62jmAFZB02PNrRVY79m51Z+zblJe
eSoYCvYhm4cDwQu8Dh6i0dLmyeWD7JZcWThYyDvLMp5ed8zlKIAJuIoh9tLZWa1VWjWTs9BmCESp
S9/SbsmTc+SZsY6EDvfQjhTm/fzxpkPfwhODWqq95lENbhVOmd5PgVBheOJ4HD+7Bj465SDyHcrW
/YaQhQ3SEI6ebaOwe7shlkHpkR6y50ANw/bFwmb6otbetBNKb40CigqOIHpNVIxW8ZeCdkrkgOcO
NMzjzr1I2kBpyr8fL9LGIMg4yAoRYgAkO/KQ/xah4EbSAeBIRVBX2oIdVTXjzJjEw7+Ph7m7K5gt
dM5QeSY8IbdbzVjlolRtarkIFPbkO2dowjc6xk1v69ld/G6e5n8ej7eKXdkF1MNYHSlWijb+mtGo
UYSNhrmaArs0ow921oPyxgYOJELRHBtP4DBa9/rJTUP72mMVurN0G3sRrJaDCIGnkj9SSLuZVaAq
mhProwhw/FNO1GMRyRcxjqV5Y+/xxDZWEAkOWezjSgSzss6DZrXIy1ETQVQCMaLfiPGCF6nUbR5P
6dY3gapQKTXCvrWM1XYM685IU8ObA6AN5V/MqNMFiBwk2qVisD1J/HU6bBLFMXsSQsKrqt3RK7pk
gBFr5EowRsJwkce0G/e9qkTVlzJSlJdlKYvue1p47icRui6ltspw4XpA8MJxJPd2eat3OxiFGIPC
KKrIKNSAS7pd0miyUzMVqhpEzMN4kE5T3kVxSic/60tstsemn63ulOgEvUeud1U7Z7E91r6Jvapz
ycAzAKOzHIp8uDFD7aTDonzRomR+T5HOSI+PV+vuAPBz4aaQdSC+zxFYHbjJdtKhMJY5gMrj/ChD
RRW0XYfej1vdehZ6hLcT/KK3gyMcsDiz2LmN7x5qOT7kPnYMq3cni49YdY3SZjMHs9GEuGx6pq9h
BXUxiqL9FkI2elPy7dfHH323RRlUkgqlJBKgDW/10cuw9JNeKnOQJOn4Z+aNOR1nvD5CCsXl/8N0
/K+xyOZoCA3CikGTn6br7Y6oRTbRXbHmAN/38epgS4SgYNc4vh7r6k5wsDWd9Bm5Oin3S9b47Vgc
+1AMPYcv7xXc1km5uKbnZAhwzoWQ4+jTaXJwft0582v0MKdQcpsoS6HQ4XF5y9/12/MQa/hNOd00
B0vVY/O8xPlw0XsjfG8kLraAqVoG+TyeaxTrvuJDXb8zJ1qopZH5RtyC+ZrG5K1G2pL7AAp7fScw
2zqThIF0OCyVwtl6VpTEUXIgFSpmm1Tc47KbP+UDJloHpe/bZ0PN9zKXrWVA7AXZPIIbWbe4nQ7E
VRNXFYUaWLmNf2FRem/xla4+12YTnYYWFf9K2MrrSKu/1kBehBQ3wUgRb9wOigH1iEWwvgR4LOY2
Xt4mVJtRb/7QMTv/iA90DJ+C7qizs/gb+5viBXgsGeNTpF21caZGJ6nqEzVIBDLzfgYHWDnl4ej+
sFncr4+P7sbMGsSkQHLpTBEprKJfZfLCHDeQOYgzVWEX9TlGkIk9vIi4QzndpmcRgt94bSAn3zEi
RkBh1i+potupxSEbQ8/WXgLQHzbaT5rZND7IASc6Pf68u0f610DcxnIigQeu1tCNY8PIqSgHRarS
kDGNLMgx29tZsa1RbM4pH4WUgbsuIatN6ExaX2kYgbX4juNTVapHOofFrtiqXI6bzJPvAZBOzQ4J
P/Ki1X2EBbinhJmi4VGsqtNpaeehAT9iAho3Ijl9GnXgTzi4mS5WmADcDnWLEygM09aJ/V7kqoP4
mZUlQeIm1h5yeGseiNDpZUo0IUfmdllDLyxBK9Uaft+4xh6rNLO6s02rbq+8sHVEfh9otazkqnk4
GwxklWivH5ayUaAAIXX7UWsbY8+44C7dl+oUPNeYCZC2Ud66/aym6QfcTUtuH0Vx/Cg2lK922uvX
bpqKPwqrc94lrd4evcIwkp2dtRFOyG4xgH2kDTE1WH3oHIpszh3ughmjsU/42PWq3zbe9JF3wYwO
wFbUN5ESzsjpWzUm1giH7PyCjTWVsnY0ZUDSI+GzWlNHr4bGszuaqwV0QMwhuk4AJwavtaP4ujEQ
O5v8k1wc/b51nbic8yUrs97B0M0yj3leT0c4tcXrny4yFCIk3lbgvPYqeOiMQfTeFDpBaCk2tftC
TN4Rg08Mfe0acUUo9Oa3x3fQxmbF9AJPCgkbpoG2GhI/47hu4twBWiLQtokcTELnWX0iBdzT2tp4
mEGNsP2JlMnJ1+8kkZGr0R43KUP3/Z9FFpXvDS9UxqPXFCintpXTDjux37ofJJ9JANFsUJAVEvu9
2qIox9QzkAEzKHQcks7dvOjzIW6K7H2rxc3zAjrzY9REw79mb4jiANJY+1CN+a4PHOpH95ejlM5i
nyI3wUyvLkeK8FaBD5UdjP3gpVgIE42ce61vPihqZNovmopH9MW16j6lp+3BQckm3fqnjwxPPetZ
D4ZuHsvROuEakX1Jo7ipjh0vSHVFkmpuD32OgwQNaqP/UgJSGvwkgZ9xjEaIsr4KlPCPStfyr/g4
Fi9qjK30N2PJWiPwMMt5h/CqqH23Q4f4OFLYsoHA1WF9VvLUMHwIH6Z4jrOmd/Hxa03he+PspL4F
POAHdJT+XwLQpnoT65bS+bnQsy+NEiNq6RWwR05J3lUfrWEEiJZ2iroc6q5zxlOl9+Y/o+eK2Uck
GqxUU2pMiZgV7xui67BOLHPK2mNmjYp7njgZwlfGdGr9IjPCd/SHxupjitMKJEEDeMdBoQZnnY20
6fKDSRKoHYrG1cPTglf2n1ofK/27NBnat6OwkKhEPKH9E7CZwy+m1vVXF1aqe52LRMyAKa35Sw+C
6lPdl1iy4sWgfTKSVPk5t7r5T0zS1160XFk+2F5e6ywmVJfDEurefAwzMjvC8MkyPuSa3UbHcdbD
D22iYtnMW2h/DGsLJJlWRuE/cdlPzmHEH/KlV8PRCfim8TOEEit8h709r4dlY5V8yqu2eBlKre58
8Jw6FBRDKO1JWGXxp0BIxcDoyM0/TwKB/xM+3cMPUx3nKEAfqpQu610MIyBUrX/cSAPvZTR1WT7H
Ra+WvoMIO4qFVUZLxDYHKD14LqfhGcyx25yTkqz0g7pIfFlRNppOPXnqBigUhhpelSKdR78HdAtj
0BgzuOtFrAcZnszqZdI9hBYrveiMY9SAKIT2kRn/VFZkgQjRNIGVhdOOxZML8vWvCQLBP4SQy3V2
MhdmuiaF4i29aTHzc6fw78hVq79Noy+0M1zXXPWdUFVKbAZc5ZsSqXZ3zLq8/VATRhBFDCo/g30W
nVy1F+rBUgwB9kWd6LOJfCrMU8Qj+e//GbNJTF3aGDyfnfyrZ6qfaOcldb5TXt14p5FNsWBPkImi
HCT//LekKTVqr1HCzgxMYeCZ26p5k52yaYq/tRFiCofIassAX6WImHbsw73Uf+v6kbAwGEX8BILB
2+Fx3gIVqdZ60HNNvrR0LI5FDn758Wsir9NVBEjWK7+P9JA2zuojp3nAPNAo9EDvFJQuDsQHvPyu
OiAxr/KC5mC4cufv2JmhRDweeut14XmmLwY1S76itx9oDlUkQwU9mPMUaWfQuPOlQ6bto1W7zgW2
2vfH491/qhQIQx4MfWzKk+uXJazDUtFiYQVLCMjzEI+KmvheI+rhWckWC7g+dmPTOV4Uwt/HQ99v
JWQvqIHBQMC04a6fS9MJzwJlSq/1HGFmVvWO8XeUZGqK5b1wYZxWTjmcBgSssIqPY28v99wow1G4
pVUnkxZys3Xi0s+xbQJqLq52gtd7MNpujPlgUuI1aoDiLU89KZ2G2zDOyBBp7Fo5j2aLtUXaqf1n
XELLPYGc+zCGVp40eSAhRmVzvRqZkiCamCdowbUdfWgwXd7z3GnW09gm7l+Pp/9+p0k4JKn3L6IJ
qc7tTqsjqykrNc+upWsMpxhv+BOEz+FtbArvbLljvLPc9ztN4i9pKyBETNrtrI7uOCamm+SLG7hJ
ml1ABLnA8ZfirZHO2iXp4ATMqtHtnOSNCZUFQqzlINMAx1gNaqgT2AwMewJu7vyFhxxFD0ywT9Gg
qjvfd381QfTlwmBPoLV81zhpo9h2eqvzApDO+hnz5Oyph0J9fvWqwcPj1FCupZO9jr+Q5iVZqAdA
OWqq8IRA/utiMZ4SoQpOqRbvVBF+iUvc3oVE8vTT6A1yVKjG326TdFpQmyJrozasVzmlL4QUfOoZ
RvM8icb4UDWlsK+iz7rCF1oYhpc01uJ3nWid97j2VMbBFROtxTRslU/h7HTRUeuMIn+b6iamN6GR
LMOlq63+Q6r2Y/jilLP5vQ9n7/MSEQrtTN/GfgAIQLZH6w4K4Lqbncw6oaXVh8Gk6pMGDgTl+hPc
PQd2QWRNr3UDIBtxgf9Qt2BIWcq7nTylc5FhA/kT1M3gIo9WloVyomrcfjJR2FBenUYCx5ENSemZ
J+/V29GaWcMYPdbCoC86wstotL8PKIruYI029jmjwJwHakRfZt2T8VpGyHG1B9SqxAQjmZEOn9UJ
+vXOQBvvA7xhyZvjnZAX4u3nZI45NrZZh8HiJM5yJFzWif5gyLTdUFgIRdviVLtT/CaZl2KvKLC1
UWQ5gPSVbY9e4O3gOfViZez0MFCVPvlERNTr37LUKD/rSmvWnx4f6q3BJGgdNq+ExKzFFqLOjYQ3
jUqgtL1yGJvUS7ELa9TrqHnJzgnYuPbZ+NR3AVYQZdzBbqalzNAnUIIo94pjPvb9UY10ce7b+e+Z
47FzK27c+jQrJG9axlN3t6Kl9v3kFRqiUCBg3ulq0x7txc7fdBkkj7IelWurFfbOzpGLs7qzGJRT
a8lyDvzG28XrcUMDkm4psIsKWz1EhRqHftbgvnka7G4Ch4fvAjywpBR/KXroXvSum81Xl7YRfgZT
AWhGikGsy4hZOdmFZQ9KQOGy0IK4CgGGjZElAH/nI7TmxYsi6F7h3P7xeDttnVAYGCgeyGoS2Jnb
z+coxuPQFUqQN4v9XKSL4kekszvftzWKy9mUznDySVpFqp1SL1brVqxsNqMcKujDGUecTjtnZ6Ct
HYvsIgEarW8aFKvPsUfPzKww5nMcqkmp19eA7scfZkTNtY2KPfDt1mHkWMDtALcJ5mk1HAzUNK8h
qIOI6cyjaVQd7afePszp+B8OBz102XsFlsZWWV3YrgUOFa5sGAy4Pnj+4ML9gO9qgmQshgJEqlnz
eWnjea+/BLhPUQ+Qlp1gMFYDLxVbv1/4xiHs0SLVnByix2J/xi6Hekjn7Jl5bcwpc8l7C70fjb91
XGvlFNVlMhnkmjUd9FBLIZW6BsXHbs9/bmNb0mThGkWeUxY5V2efVn5paHnjBXVqJS85igJPgz2m
l8dHbOuDCMEozAFdZO+vNj/EG03g+EBUlOXTs9ul/SlqtOgnzNA9xce1ShxjELpCMoPEyT/u/Pv0
vG41kadekHpddTWpr5ynWU9l8m1Hvori3zHv4dPlEfLuTjeOhxpO69fWWKJLmCvuDv5j41n2yBW5
0OTpv0vbcgobRTvJ9x/yE41Ct6ov1dCOTxF1ND9RovyUtDYRHw9ac3z9tEvpVUjznJe7VnECfMwZ
Csam19Kmb4Q9AYdySxNUrq1M07gTUG2tMoArxHRMLvC7ZDwxknooDYtoUfHqK2LwhntkucR7Uc9W
tDPYxjWHrQdRPf9EnX0d7ghMN4Q7ssyLA5RamyblQMRjHELAFweIlHsi0xtFZSJTOoOAlHX+s46F
bWUUeWn1XoA+Rb/A8dSNwh/02FxOc6i2ytmGVpY+U+aHkVRE3Vid4tKAfukVaKzsHKhfyfbqzean
UItAcopEcX1FpMLsTDSZw6BLBXRdjyJMA3W2qOJ3bdVSboUR6oancFHG6QjVOXsei3T6ac/28C2u
sQ+BmZzb0QECMbohbaQVxUXtB+dppqyOMF8omj2RyK0Vk9HFr9K87EzevrNlmESTusRh4KVt+7PG
bBkTiaz6Dl4un49lOlr6zv6/P3tSFVySgKQh9h0eyuGcW7FWuIACFtFczG7UvodW2KhHwoC8P3V1
0sLa12vzj6XrPH1ni97frS7KIqp8OlSZ566ejcHqYLyFmUtcZbSeP0Uwws/ZBMBv533aHkhKWwCz
4bJZDRSD/B36yHWCJorcixLn5XXokWt47W3C5/BKAFij2MKeu12/Dp4cNpYdo2RxfkZJwjwWLVht
cInTzvbe/CBSIMhPwBEBPt4OFc/VEINTdoIcbQbfgx8Q1Pr4SsElrh4+iDCCwiFVHaKy21EA2apL
N9tOEDttCRsdhmo7qsbVUdrXR0kMRSpNMRJBrTsArG5EVjLVglI/VwWGQOp8Qhpz8pe50vz/sEyS
7MtrzvO3TjjLggBbOk0HSzx91QALAcQW3cXNarHztN0faImwwtyOmJlu7DpkTyxQhos9OQC7qv6a
ICVxVotM+JNX6nCdjD2r443xABED5gQGCJxsXVsJY0MvQRe5AQrm6lOlhtmhyZfuVBrd6Gu22Lvy
t8Yj2uRQ4afnAh+93R9lhrySnvZcH06qvh9odSPOoDXdmxDh6n/UsEr1nUzs/gUlcpd4dgB7khC1
OmKR6NtsUGo3iPHDPiSVQNaDuT/O9fxKNVG5+aVZC8EBoaZ2B+dy+qoHP2a4wVIu7hNU2u5IC2g6
lmY57lzDG6eZqiEHWYZAMgS8ncfMaww0D/gqY6RK27dddkSZRezs+63V+m2UX+/3b60WAzWRup87
N+BoAL709Jme3zx+mt2kD6YC7YPH52xzPOD50lmPQu0aHCAI32a6uaxVtUAwLyvvw2xP8yGaqvJs
mqn6+hoLK0bBFA0zop670qLijg41vsoNnDGMTk7nDWcbQB5drmmPTSJX5Da6oAgsJex5q6kCe6v7
d7DSjoCgZC5bVff7msZUZrIjswIDgUUYalC7dJ8bmApHK231H4+ndiOGZ3zgCVRBpM7Sesf01ZLF
qAi6gXBSsw4SLcp+es0ymEfk6Z3cL3S7q97PjVQ8cVvdQd99Mro/UEfsnmpKZHSbEcvfc7LeCCe4
C0B4wnMBU7WOucp2Tod2MhzqTtZcH8ALaG/TNnT+GoamEygG6R6SucY4/Ks1Fi3gx5OydYrockF0
ocQGk1DeHb/t70JCoxuPgNdule445XaChBAmII9H2bqB2FwGuDGokfwFt6PEkWNOiULbwcma+aUd
yvSUjhjLuVP9z+ORNgJqSc7mpfrFWCJfuB2q50gtFHjcAMjD+A45R9RINPocNhYVuf3dLLsU70Mv
EldVJdn2NEG3t1f2mkgb8yrdZ13Z0yOhuIvSjMSAYDN7QenF2Qs2RONhnMtXQ/PRc0T606BbJV0Q
1zd7a5uZLlrNC8IyTcJf1RFQ2LPbv1JLVd7rEpgOxYIugyw33c5qXEQSVxGFASQD3JLyTjGaY5u3
2Zc8D+3kSaR589bQenWveL9xH2IYhVcFYiI80uvXeUYItCurnP2ZZ9qbntl+mpw4emtGLeJIs2vv
xIib+0fiDYH2Mav0nW+/1Kl0YsRMo0piGuP3zA3rtyj6u/RI6B3EIpxOVkKMCt3Vu3RZWpyF1u9t
nq2Ppn3A/kEeAF+E1WxPZr8sqIpQGWqt7PuE1rl3wc449Q41IkLGiX+xZDsPz8YRJQRHLoGGu3Sp
Wl0ElD2EUXg8dG7vDH67xMnBqLz6nLaofTw+o1tDMRalG3kNEyXfTrFhzUM5WDFvHECGzwgQmQj1
VYt1iAsranbyi43rFazq/x9MHtTfLjhVFVNpzWQx9oBtva8QhX8flry7TsDHkDhaIu09YA/XOVQg
hKfg8aduXQOkG7KxD1cNpcDb0XV6j6Y3K26g6KJ6ScxMvIEpoO+EzFsTSg4lLxoUC1nD21HUjHii
HmauV2RaTqaRRP402+YpbupwZzq3PohKKS1kgKL3rBnUm5ZFzYm6wiFtrlm4oH1VGtV/GAUIpsyu
ZSP3DhTQp3DsyswO4ryILygaV8claeqdfbgSXYTFza0m24KExcj7UT6/nTcK2BMiyoUdVE2OZ1Go
dR9RqcJQYDSp6ZmZ7ddIBl5qHff1rg5VZBNV5w3gMZqWJlZHqiK0g+M07UuRRtUhxDNzZ2Xl/liF
TFQd2T0yB0d7ZPULkbtjaWNorxhG4o9aId2nHU9qGaunSbPcnWnfvPx+H251WOBSoogcRXZQj6P2
V9ibxg+O6lich6oVtl+0ZhakdVx9gihg1k+AZ0bzhIpXswcL2drRsIu4zGSTmKjodmUqU0fnwx7t
QBFp/82LtcQHvxW9y6xyT05+a0e7BKW0qeCigMS4HYqVj+3SnR1onYrhgypZjlEM5vHxRbB1pVPo
R4qcpXTu3jFg1CJxuWaCOJ6da9y5+hERtokyR1W+b8wx3unXbGwcgw2AlyWJhHZXIIb0Vve1F9qE
9cvwHI7IMbRLobwwAwggWVYJfrX7Dxc7rW/0rLFFghm5Tpb0zAsjV2FQo8+Rmyxr/SiEYgX6YCU7
IOqN+YSDAHBG9k44vOudGi8jchoxq5bUnm9rZnIc6yq6xG6X+ZD4+uPj9dvYkDfjra7YXB2WdExT
J4gQV/VbtLVenKqbyBCadOfN2ByKbgaSjJBjCCFvN2Q9OfkA3tYOijotDhGQ13cCufDPFQqajz9q
axJ57CU7F5Q40fntSJ5hdA3ArugqqmTE6lc0p7ZzkeNDDdZPgV/vBFfyl69uM3xcJesS+QdJJ70d
b0wKBQnMProarePk1z4cy89pqWmVn1WG+NO1Jy8/URFy0RVMDf25z8b0+viTN047pQ3QGfSmCGjX
1TlEElXeXze6DnWnnaya5I83qNk57RtBB1cXbGQEQiQWZLVbLJxi8qYx0IPrewxe63h8a7sLTkzI
y76Jwr7yjsxQHx2c3os+Pv7CtaCQfNVks4R4nYiAkpxc9d8inp58vlCmMr7GTuU1RALgrukGFa75
ZugEEGOtqagPIpaJfiOKeHH4ZOUjnc5RKerqqIeDeWkn21zOUu9hOSAB7AwXobhudrTcukWJQZNI
ZUeYzR6FYGviLDg1zJ3837qfPYAiN2rLAxhBGTdG/0hxzuEQx+/zZOmfPBWwkpt16snBu+70eN62
jh2PAJ0mCey66yaGThXmbj8peBeq4ugNi34JC2s6ZtUkdjbh1jkAviOVGIii7nMMDh0GiQtqhUOc
eZcGxMfig3TO+z/t0ND/dEcD4ULFBIGSxKb7JtPIgHb4s1ufiwqZLvM5mj3rTpeRe31rJkN8dbUp
OXluG55mJ/qnm+M9t4+NpwjUAKkMXuKSYbg69WmWRqo5JwBrvHqwD3ESQZNKBqVd/LgAHIm2n9eL
UwLUfM+1aeOCo95DAkV1Q0LAVkPrgrqoMXZKYFC/Ht4Wo5s2h3asyPkr/uwjaqRDs/MybUwsgvYS
sERfH7TEqtYxxYlee2mmBGCkP+eYgX7GhfBz0bt7Js9b88psEgBKHf27DZs71qBoehUGed5O8UFV
CrIZuJxPjXBGbEeAFpSgJqpiLyff+kLYjKQBLCedh9WzMataP/S5oPmc97F7zGqlVA9w+VLjgDj2
shMCb1wJYAVZPRx/pNDVaj6dQcl5Smg3txMyxRevd6CjujO2D0GVog2Lspdr/4ydPPqjVKJufv1V
Lqm4TDR5MX2d1RbKlDHmuLohAA1d+ax5BXyeyOlmbKwJM6Y3A0zeKjDdtGqvzSJG5cvja2njrpAK
OFTv6blzhlafj8xRpc0oil7TYnTGH/Ap+vipYv+Nx0UXEB9qjLVK6A8Zely4eyMprHld/R8K+xLu
DwwCv997KB5AuGbOauBMqIJHz7k7pAc3H6AKOVGxc4A2OOGu6dIQlhQHdvY6na1KN88WxVGCtrGV
6K1XG5F6Rr4kxqV8Nsxr5VQ1BMRB6dBGiG216L56RZROvqpHuXNuxqJNLw58ySdrUpThWSjK/DIN
9Hd2tubWQWBluNp4cO+zFKsQteq1kQKaWgyozNZZ9KcyjohLh1mLXtLjnbB1mbEJaT1zmbIYq2NX
ZCEaWhkAReSwSYyspsLly40X4xoZdfRXwvmZz4+H3IiWeBEBi+vkntSE5BX0WyhBjNNPSIMnV5R0
i3NXO9V5EbZ+ejzKLzO7VVxIoGJ7qgfgS5bBb4fJ3CWZKtciYsGXofjRRJmWPHeWNieHVl+y6ZAY
euQ9zb1XTpdBdRblWg3Cgt0CeCu9RrqRow9uSlFd6b8knsNyHF5ikdi93xtjbfnzgic8RA57mJ/0
1KnbjwnZuv1TIQrrD6KoJ6IaKBB7Oi0b9AYYnhwaULp0g++OrzC1KQPgmlwVLze8q2YvzkQZAajL
oZlnL3o7pGrd+nqIooo/LB0zXFhmp58NQ8lfai+D+vZ4trfWlFoRZxlpVNI0ual/W1NbUzpVGHZy
1ZywviaNXftxDpzv8SgbR4O4BnwymHV6WevCRdPo7tjabnItHCt9UgmH32f9Ul+cpNS+Px5q84OA
N/Bfmwtj/RwtRdom7cIU61E0XSaAF74G/XBn2jZeW/l3c8yhyxAhrvZorjaZStUyufYDuG7FaRsc
B1rABFUNX6w29f5thMzx5b98G5OIjhb55zoXzJcRIfmeA6hHWoS50Gwq6bFq3HxnDjceWbCdkluA
6gSUBvnnv22KULhdZUd5es2imJSIb6RImeCIUh+KrAynixe6Sf1C1X/8jOpK+npANPkOH2jBqUd2
an3RRM1ST2aGXos5t6Rlnm76TdHUL2WrhkHZ93HweF437lI+Fa0hSCIUR9avOpoPUU0lNb4WVp+e
F2DBgbnUCDnP8fxVndI94YSN8ahnIjkMyIDG7vqGA9XlQEJoomuRdfUpj1H5FmlSXlBumgK1Kf/D
y4SuMHReF3zpfVvPMQRCv2EdXeexBQ/S5/V55io/Qx/dI6dsnHSG4gXE1k1q162eJa7uVMRNFl07
O/EAytn6c6PW2rVGT+z6eNU2h6Jcy1aVQJR1JoGaqpZXOtkhliulv6Rd/hw2kfukFIPYodxsHHc0
N6kJgi5gR67rBEulFWIcshhLDWsun8cuNHDdISE0jnWzwDCe4zQNv2GutsRfH3/lBgqPLhu4Mpqy
xHx3m1Ozska36E5fqwWtpwsgEoick+tVP7q415+zicDzPCwNwuM0zWeEgMG+4VhhJ3Hu2+kwzHg4
1ubXsZMc7GYYnDeDzb842VaavESqZcZfHv/krYUBYo9jOYcKTNJqD2Rwk0C1jF4gGivyI4h7AVWg
/InMZ09acKtGTYEDnSzZwr9nDykmcAiaup6EMesvSduYBMKVOI16VPlFE8cnUXTTqQmT5Ni0seo3
fbInjrxxXaJ+Qtec0I8XYX1ddZ0r2lRtZd+1Hv+tqml8QiPDPIaImfqzmYiPrlX8DNNm3NkbG28d
2R71CTCjpHzrtvISWxVauTR8szHsA6RB7PfOJPZUR7aQEkQsHucMufN7ytQ014MxYacGBsvMSkj2
ihke56Qf4rNeGO13YDDp1x6Dmq9WP/J/MNO4JNeMq6o6K0uc2RenX7x4JxrduEQp2kFB19DTYf5l
qvTbI5VreRfTuQcr27bZ28SJln9tL1qQRMLXqZ7D+tvjXb2xysDQmGhWGD3nO7ygcCKkX+h1iZa+
i2f/62jJu7i13zaR/bXVjL+qErjK4zE37h1JPHV4h8EE32W7nYAU0GYTAOQIh4ouLLB0wn0JrwGH
Mu1S/1Az29y56zZOL0eXxIKDKyl5q3m1jSLuCX0hW3jpdypNvd8hPIWgztIeH3+d/JtWgT6hoARz
09ymVbAKouzWshGKNmlsJ+aY+EqvI7vU2Wk9HZqG03bAo8EacZ7Qmr8jDGtwEy9a5fVwOOJwZpcl
pX22vqyqNlfGpKGgoNWKXhycTLVfOscKIQbZfVO9PhCm+Uxmw5hwvdaBsNVNQFpNiiUiGXKQKFX0
pbXi1E+MsfkvH/bbUPLy+O18jIkyRlMxYq3dpeWlGZTvWEHhTqxl4j+cROngYkNio7m97s8WaEPo
aYiJ91BMyrXWY/XN0nI5uHOF19WEgcrjfbO1QyFTchd5Eua6Dtdq3NehDjdhYKgZIngIPKvDSe/6
4qehLfoeQnPrDJIbkbHRGLnvnSWl2qhdb8P1sC0cXDDWLtIXD6xIdtTnuabAkuq4IyM+key1pLc+
lDAccDKXvGxH3i6hZ0y2wFqE4++m40n6SLyUVaH6RoVz1uvnlAoebWUHkNcdJkvB42t2Y3hPTRUt
54E+q9+ZkRpog7tXAd76KvDBVEjAhYJWWh37Ph7VGoC6E2SVyN8XqhZx9mbHH5caT5XHn7V1xRA4
0RaU7da7SFs4XpktGHbhnDM47xsUE65DaKofgOYjGqD1ontLmtVdIZaK74LWzF5+vfVqgKW0pPCx
DOJWsVBkZsoiCovEMA5D9ao3YTmcF8omP9U8Cv9t0LTujpHIja9EC/kenm9rqr1fuhUU9vkF6w1E
D4+2g+cETjEX7/rCns612+EKAIZ8JxbZHMpF5olgBLjdusnlVE2cWDR8A0zswnObGsuxGZPsSe30
/4DRhktJ/Z6BWNP1lW3oM7mVwlCd5y5vattAKQaQmx836XQYs3Zvw25sIiZPgmnAgd03RyIrLYdk
cd1Aon87sF/W8rkBxdhSiaqi77OV8Xq1JZpKJBHV06x3yc/H23gj0AOUwJPMLSuZT6sjM0d9uxgV
wCG9thy/7fr8OKKff3o8ysYS0iukTwnCArrTut1muMgg6jFw7WFynbNozBgWgT5d0jazd87lr9B0
9fYTtqMNBn1gQ3oiLtyhsgbPC8ZBzcbAEklmlIee3sbfiIYJ76tW5yFeEMOQtz8jpbfeLJOZvGh1
aNRfFhMxnpM51o54EegVTWfRN3P+RRGj016zfnY0BJ2qqHhbaHHxR1XTdzlACFpe7LEbFH8Wbba8
GWtN/YMGcN+eFKTDB/wAw/mHl9bobCRhpxtnXczNcQATWvpi7uPkigFWZMmys4aUExTj+GkW4aH1
cu+b5oh5+oAwn9f5upGYWlAmXf6HtnR4VnSQxsej3nnVv5055ICc667u/bQodTTu7KT/S6kaPUQl
bWAruU0Xf7Qzd54OtZ2Z5TXvx2akz2DWCZg/D7cMdUh7AEgqbbKTVtTWcnBr13xJvTnNvqKRZ6g7
e2Mj2obbR7LNKWADro/33I5LOsgzR1VL8YVI6+v/cHZeO3IjSdu+IgL05pQsx+6WaUktd0KMpFn6
pLdX/z3s/0TF4l9ED3Ywu4AWymK6iIx4jaQlCGEJY/YxiTbfnigx3gJ0QtToViUEk+EQBy/oqcYg
W88F/h4PbQnwqpednbO1teu5A6FQAQFD3WD587/ypLZH4QWl2dCPDD0tTlYnwtBT0tBuTmqciD0E
4kY6QeRb7BugbdFsXR/lCrADb2fp0gEMOhEewy/GNDZugnzzIcGU+EDleNg5bpvfyN+6iMmCbVqf
7MqscYSRYd+Lfmh8Fi94j4aW+QGic3u8f4lsXZbwzxHIRROKRt0q4DXWqE8DxmeXCMBKT0dIDSla
GHVsotpTJ/ZBy6ZC92IccB+gWyHGlkSWVl3u/4qtDwZ3tLRcoRzfxH2o6TlECaqFZTSEL6BlhafP
tf01l9RmZ6e+BtH1VcYupXYOYhZs8uqL87i2tBZ17UtNIjh97hxR/KQfapVumcV6dMqyeZhOOPuK
7HGOpeQpbGmguUmXmt9T9Pjf5xk2l76Gn6w4IJpm0r01QDRBQZL05DkOTUd4+HVZMd6+Xf1SZSK1
vaFpMc4z2lTKcc2c4n/AbiRfSVWFdIKMrTzgc4S/3IDAyWMdBvF/YJstYvPOYlUBLHO9j0dqcpJi
qljeyflLmmrOuZxMJJjl8Y0e9AuCZdHgYByktgnBy4m6OqCJ6iDYwIlJ2wx1+5y7tyjjnWXcqiRR
aqbVSGOG22D9NCvKUnfqXGcZY318qgoNWQxj0fJ2FKY4Ebr+q4SLfxzN9PvQYxocdsq/93ftxiXL
T6CKBGh3Qy1G6ShkCkfimKIGcJH0NBvcIi7nI0Ah5aSkInw77INrjwI/wV5f0NfXU9vMZjpkDcoj
KfB2VwR95umOFJ87idh7/9s2UhhKz4gWUcRc6mSrU1LNo5YYHRaJBoY/F9S9psvg1MYO0HFrFB7W
C6BrUVVdF4ViUeESMwTSpQn1CZsWgPFqC4b3/rds7pUFJIeQKiV1EpjrecMyObbHiQK+HNSW70CJ
vYhR0z/0JpVvwxnn/9Gzlk1X7x3zScuNGTvvqjKf7/+MjVCCoIqNGB43OjWMVSgZnSHHXSimrJ+O
0WWCZer1XZ0cSU1RfnbG7kzbcE/ub2vQBasE/ABsOWyM60+v6EzlejjQ5Y5CtNdlKcCZtxHvMlQ8
MU8Q1SfcRtudCsNGUEE1hg3KRbCYeqyugLqpYnMcETYJo7j8qiBOegzbCpDirMWHUarzxxGiuheN
RE5F/BcGxoI3wRSLB85t1UZGo2rRZuNc0uR8J9pSHBSn/DewqTQupNs3HxXqGoA7wKHDxLtpfyVK
q5Sq2gSXaLbUL5Y2RQvdddo5+zcv04UFsQi4LEBn/lmO0l/X6qRWbdXS1bg4ZWM/131dfugctTl0
WWe9x17bgoRXAkoEv/TmhwZDQypZtBwpJ5PTXw+NXVqQ4OfQXcY+6mR3NqPqZxPM8+Rawgj2KPK3
p3WRDufxTUuKdi1tievhwsnWZ0i2uMH05NGIEhT48oZTMocfemuszINSUgj1MJZPJ/iGZaa6mToI
cmrDSJIdPMvGtPNAxuV6OT2LUM/1j0mS1pTDRPR8u0BaNgW4nx9DZuNbUnX2d1uuOv0UNpo10FQy
eEzcvzM2hqeivAQY0iOi6eoa7uZI6wc6/BfSFs0rWgpLbjubjYtdcv/UCFCdZZZZD2qXf3v7yBCd
l5clsfymWeHgmESRpR4IAEGNRkmZPcpCr0ZXz8VwVubQfqzrqjsArQ78+0O/uqVcpWjoPYFtJOGm
RUS6stoBKJThAeIYwyWZrf4hrVs9PUwiUA9qH83nUWmkpzLptB/O1PV0jeLmlMha4FZmMy89TKyQ
SyP63QViT/Xn5jZdhKgIh/wL5BD22Ne7AY/52Y4Stb90g2R+tQUSWKKcrTMchPlL7UTaS6dnw8v9
6bhJMyi+GRQzYJzz8CEgXw9aSRRyQeN3lyHpkEuWAifxJ3lKvoy6GLRjjbCu2ImYN3F5qffpCJzR
sVn4/Otdj567moRlf3EE715DjaejTBn8eP/DNkcBO4QYBsHiBirWWK0SF3bD2eJF/ktzIvG+Vedw
JxhtjcIbjSgEXmDpkaymT89sUccULerBNs5NPxZY8jh7nYKtUWjYWzIoWeQj1rC3ZirxvUQE+SLK
AhdpkZjeZNfWznVwi0hiYYDlLJIRdPcoW19/TFlRqTDRGrjog2WfO7UI64MITOVjpln8TysZqDNQ
ADHez3FRfMTns7AP5KQazOCs1YfD/RW82ZqwN8CRoGJOQkNHYbm+/gpKhQWH31KqeREnSFVXE1Rd
ECCXi8g1nUKVaHyP05/7Y97M9DIm5bVFFxLMy009uiyivgEAdpFITz92etu8z8tg2Nmbm18GWRYm
DHGdgHT9ZVhQGgZ6qzMpDLK9hY59Y9LF1Sfat+pZiSNnj8p/c9PTD+eo0VcjSSNrWp3ycESDm1Wf
LnOmJ0cHONuTJerk86hhvz4qoXVWlaK6hG0cvrWDuIxML4H/EGOoJV9/qhnTDAIFIl8kqSpPeq7F
z/pEL8F0pHbPC3P5u65u9mUs4hmrt4Bi149DW4Or2ZbSfAHarB/rwJme2tqMPg+1nu+xHW8TCQZD
9Q6eEckvGcyyxn/tzpEOIbJzWOMMmVR903C0fyQfteNTPtS94/Y6GmRu2xjt7wHjwfd274wfkoSK
4E4Ocbtjlwbt0jUFfavQsrn+HXbYlj22J/NFrVTxEbJGewIJhlb0Ww+GgqwRL3xV5d8wV66H6fO2
MBKLLcsGCxI3rFC+8BwlHPfe3lvf8/dAq+iQKmouVZk2X5Rc0h+Tuq+OeZq9GXVFc+uvUV5xp3+t
Hv6i5IfJNF8gGzduJPr5udST34E69wf058edq/UmtC/D4Z+1cH4WVuny0X8NV89IPUbIRFzQw5qP
BYYpfqzr43lI5soViwbQkFMU/g9L9tegq5kUYlKMWe/ni22MyhnlofwhrAZ1Z//dHjqFAgnnbikI
swlXV0uKtY5uzpwDPK6nj5E6VcfWSnBlhuqwM9Tt1iBhR6IDKiYyMjdi6JKURG2j99pFSGl00CMQ
PHrX7FHfbj9oGWU50lSc4RivbqylYgnmEK1+nKorT52ywRu0sfwcd1Tf76/QbRwAsMLGgEEAdPTm
KZvoahaksaxdJqjTro2r83GaG/vY5nl8GEDjfrs/3u02XCwwSbwXzgSMJvV6G5L/YDrSRfiUOFl/
xkys+lkUCdq9YRnGxyTDhtsFyirvFGK2ZnTpE6AIyOpRX7oetoAibKEToV8AckYHkHq9lyk0ywtJ
k3f2/NaMUotZ4BRMK6Wl66EEL7lKxqbsUmVp5Udtl76ElTk/zbiX/OtMlGx37sXlEF3HHLBmJE1E
AyLPjdyygXhuXEawPwcs0f5BG96qHiB7Q0jQyrxAERmPAuOc1TnefFT6faGrxe/7q7oxvUs/lyyJ
dIJMdxWJAnVosjIWCHAFuOl2joXxYxooR9tO3qyTRk+E08GmJTu8bexOU0SXKoQWj0RpdIYUZx5m
5uZ4/4M2FhFqDIcCgCq19HV5EAqokfdco2QrlUVrzkBKozS6A8TR8oyvBo6m9wdcXSx0YglsaJeQ
Y4L8oQByvWssUACCDlPmU1mxn4wAuepWj/bedxujQIEmsoAgAWC8fu1ndYeFaZNl8HVS8R4Lyvow
F/YeyXN1xpdvUbHOo4yjwvO8ac5ZepWmJdBPX1dE52ZdqhwRtfhl9cpcuvqE9owbgoTYmcHVMXgd
FUAMjzpqyPRxVxlt17YKLIs68wcjFl/wpWke+gDTVnSHk8Jxi7RaaMRdDGocyR3tY2rTT/svvwFW
NHtz4TCsoZeSpk8jQTXzUW+2PxkaCRcuV5ZbhUHimfFcv5Mkp3LNKcm/Z3pdvtzfRFsTDzyPdh6P
ad6by5//FePLjNZvX9SFT5sZhctp0H4Ellm55Getp0qqeAc5jFvvzaNqUOqRD6BPjwrPauvOQz02
zlQV/gzZ7DlsZfVcmWPztZFH+11Spv/GYDC+3x9zYyOzv+jYWzS5bqs3SiGydq574TtFpX2oCqly
I0nOLvdH2dhSwA8IwCq1GhD3qzoNSk0A5CpJ+Cjv2j/tKknS41ANaXkhs0HtKldDUeBqFCammxYO
8iZlE9Tx8/1fsczfX/f7srHBsVHaJ9OnjbVubQ2t7XRYOhe+CILme6D3vycxGa4Ud+qX+yNtzeor
6JAMkYt8HSUjpZxxK8wLvwqC9uRkoXGatTE93x9l83u4415DBaXlZdb/2qVRE0e1Xs/CbxKenrQg
a7fQAouXivRGuNPr1OHsQUkBos/ihn09VGMYRSJwQfMta1S/DloGI7STOLvvEANeMmC16E0/TKKk
PFCINPK3Hw1KM1QywOdalOtXdxI6MSBp47b05y6VDk3XTz6ejN1xKPT8gH43Gc/Yaju5zsYqAkKy
NJkq+qLjv5rfISlCvLz6wh9CWTtpQVe4zjjs2TFurCKsGHogSx8f/Nzq0zSE+XnrB8KPlEx307gs
z6WmokInSf3x/oZZV4WWZWQsCiI6j+plOa+XMc2o3csSp72pono8a3VQNS5GOPnHbMCC7lQCPH8K
zbqfDj16OOmTCmNPOtaTVQ249DpiTyxwa4rR5sE0HnqceiPvOOZR2M3KxMf3o/hdqUMLGR6/0J03
2+YwxE8QVhTebnRNu7FJK/Kdwk+rpn4Oh9TyMaCVDvend1WZeZ1d/noQiUsf5IZsX8WZWo9OJXyj
d1LNFRQzzYOWd4lyasNoeNCnCKXppJeSc6EiAbmzuhsf6eg8B6iHQ0Fiw14vroO/Wyg1c+3T+tC+
SEYxPChOp+5M5dYeQn+ZhHwRn6BMuhqGTsPAuySv/VDS5RdHqoMPZS1bZ6lWGq9MdYqaOOd5fT+3
J8wbHU9Nx+qLIeXpzhNy4+DQo4UwTc9S4TmyupPisavVNgprHxSIeN+bhvhGmahCRTHsd27arakF
c8JrFSQB/yw/5a+bNinjeVQSs/I7elrHXkCeYw+9sQW7gJVIxhcdKEgnZH6rmwC6cyDxUk592RKo
t2bsNL5mcHrOKOFTPlGKbz6GajC80Vf4dWQynQWbAAn4BiyfCVKhpIIYSL0y/KS18L6hp3Y7ROqb
WeT7AA8RQCjGkleuFixw6lbYSprAIbM6V0B7dMVU7Z312w26DEO3AParxgN1vUHzLIzJUIPYD/uK
Mz7lkBBco86d8n2f5kPwokbtLD8Mg9pop17uY8DsuSGkY6Xj2Wq7CHIkqn//aljLtbzO8NIWXQi5
PFDWuV1Qika1oibxRTlpI3FLJn2c9DCnNzqy4Y5yHkx+WRez5UZ24vzWyH4DF36YnDwGUbw0sto0
deUaP053NLXmhzJBTjphJhd9aeoyFQgipfEeU+XmkDGZqECAQYcwSoqxWjO960WEj1PqowIzPiam
iP2xyHCnzHJnJ9xuDkVyAZoaCZGb+0tyaBLnzpz6sJHSy9xEqjsWqXWJ5+zl/mpsjbRY0fP4BYR0
w7cN8wIIW9gmHLTcdFutbv0sGDWEFTLpeH+otanX68JDd+UZtxSiuDWvr44exeIQA7HUJ9dU/xQ6
fTKoa5rzIsHomrA8zvKfFWvwM0nkNHkwYd3arhJ28g9IbnXmVXWna/S2U6l7Z5S98dxmrSEdrSy2
Cm9UbfFLDgJdcftm1L4WNl6srprloE2HUJv2vmZz4l4r86CLbu9+tQLJT8M98a0BgzIwxIlbyXXl
9TRWdjK+rcuCJzxi3RC+OcurVAWHy0iAW058PcYAeO6m+Ano1ht7fq+rQ8gG57Z4lFEyul4dALmt
k1lW4puJYx+SCNmjIp7Mw/1NsPUtnHxiM0CXW/cCvGtnivld7Bv5ZBywm9NO8A7faMeyfAs3ONiP
Bey6sHauvyWGrxIVeFn6Q6qGH0cbVW7D7PK3X+KMQh4JoByU/rrJPEnmILQuZBR5qo/wkNITOvHa
TpaxsdHog1ABW0TbyVhX104tOQXVv5S7QFSTdbTCtEF5cbRt4Zol5j2n+wt0k7kxdQubZCG2kkOt
43uaR0gwtnPiAw+ZLl1vC0gkGaw8B5vgb6MSIQouJ9o/cpbsvayWHXb1KF2G5uFtvF57N2ppTWSZ
S0El8Qun1g61FlYSzCdl1i4j/rXvlGgcvgqgbv9Dvdj6U8nGn/ufvjX+Itls8DCH4b0+AWZgpELU
Tur3Ii+mE1mfXcMezjrbN500DTEPrOrnBvhdd+TGwuxAm+202EmwlvVczwLis4AWEBS8TZ0zJEI1
3FdSP5L7/KyNDRexDnTrU6sk4nOUJrH6UOnNXol5Y5tplGp5fpBJsstW2wxB9AH1WwNb0sHQJi+w
RWW4MdVvsLfQGN4e4HhEctEsJSXe7ev8TrMaKzKE8ItqkFVXwRn7U2VX4Z9Rm8y9lG5jRq8GU69v
g1QPKsOoA17sXZo/SnYSHtDpl90meZES+XsRGMXOIVqVepf7B3kAWi0o4XKlrg9RF7dD5ZR66hso
RvdumiXDl0agNowDdSzbi5JSPr67v3vXHObXQWnuG0ujn+LAGulaNMh59jjd+7ldzc/ovIdIj43T
Ba07TKRNMZx6bJMPY2Iq2GoWvZeEVX0kf6x/NZPYo79sTTqBEVw6XgxAolZ1LnZPPDaqTWJhJHyw
3HcPo2OXT10YJYeAdxNw8RSX4/uTsBFelouStJqSLSq3qyCGjlMqTKlIfTzR5+e2AABWyZL96/4o
W8tLJwYK4SKQYq6zdyR6cFRvSWTmyJZOAmfqE4oE1eca9MGnFJv0naC5dTY5IxxLzgtHfRXOzJb0
vHEk5lKj3tzPY3E0wg6LGjPfE+ffHoq8nDooQWfdpJBHc8Q4I099s1YN16jGX6WuzN7kGHsGK5tL
Be0FkCAd1psrIGliScoA7ftRl4gn2ZKGh4Da2k65dSOcLYqiZNELq+xGWNmR66azBh5amNrP/QcR
NOHojk48V8cYVf4aF+ZQUw9OMFbWg4iK6H/3t8pa22s5leh2cBMgiERutX41zHpjWc1MKp8KGzFH
kOPyJZTQGvCluU6H75oSW9k3URXYOtsU1Qc3libU593WsYqXKU5M/ZCUSd14s5Ho4ihw0jRPTuko
e75jGwvCL3UgBxADbvlP4IyFFtWcnabhVZNmcf5IcWPn6GwNwj6mLUwvk2FWW7kPdKq/oKv9mPb9
mYdN6hrzVO7UQzYO6PK2ZBODX6dWugpmKAiJfpEF9Y2htj4pwRR/aIwx/mcq7eylIlffswvYGnDR
SqJe8NqxXMUzC0SjFOV96EtFUR3aGC3Ndgynd7Y0/9Bofh/v76rX1HKVJJCp0xsF6bq88FeVpzLA
rmMo+shv86p41sw50l2ofJFxoOctPitD0Bfv7EA24QrS8bwM3dxT3teH6cGcZtU4aV1qJwextNz+
SZJcy8EFJNF0MNu811x5SsPAaxMx6l43qgpYYkWLwqPpxFpKVdvWqMPA8ZFckSeK5BV1mCKgu0jw
nDI5L06OlUj1QxXYWuvWY5ZohzyxarrWg1NYp1oZi/jtdyQFcRIK4h/vy/WMFKrQbWisaMhM+nQc
bAyUINtoh6Btpp2hthabriq5OMd6KVBd5xMZfzRQXoUfMDqTHwhVfGnbIvsJd1H24lRS/8vuopaJ
EAiaUQT21XYO4FXoeYip66B01iEstPehovPexIntYZ6lPenDrTNKw5NaP5fX4kp1/X1znsod4B08
ZGW5OcSaER5KzHl2buaNSANOGimqpUN9252W0SEPK8eULoraylC7KuWxyevmE4Ig6ef7x2Xrg/4e
alnQv2qWEMRQZ7aRUWqwq/N0Kc3PVoEY1X8YBaYBRQEgE4goXY9imvMY9QtjJszq2k2pi5/p4u15
gG4ENJqGgA6RfluYzKsLNIujMcPHIfQDS8MQJFWkI3Tw+AStVn3IzTo6h3YmH8KMO+/+921te+cV
lafD2UAb9Pr7OrlV4R1xwrpxir2GI38u+kxxnZTPHfrc8O6Pt5FBUrrELHLREiGZXu16Bwgu71AL
yTJ9kp71RrFPKeW/0xTiMIeGSgZxdtoDBG4Oupg90BXiv9Y1qpZma5YYduQPihoc02Huva6ODB9J
GuvQF0Z7caip7mStG0cBeSfMMNGDg6PqLPv3r/1pNWYVSFKD3o0tlPdlarY8dq3uq9Q72un+pG4O
BY8KdC5hniN+PRSGjWZvZ8RfEcf2qTODzM2lPHxvV/2f/zASbzwg5ARgY01oSoSTG3mJIpttVFXn
KTEGCjTYivxHji3mHvZ4DVxd8iwIPiR4nD1i8I1+wBhGZZtGkd+0Xfek21J6srC711zbDs3PzYCa
39HI5zn39KDRf+qFVj1Vc57vtWf/Pz9kaX5xWGgtrrZtWFZWVWSokcdKpR0ipUrPGH91p0EtsTLt
HYk3YNUzFUphe6hmcSsFXX28P/kbZ3W5HYhRsOd4hKnXywyrRwzGiB57k3ZIqSXWn1xTGySdUoPC
imn9hw2s0fSjsguQn8re9XBZMehqUCxW8kt971CMXQw9sY1+teCj94QpN25zdhN9LqrIFKzXTY2x
mHF5KUrpEufD4MHMqx+mVJb9+zO4dVAW8OKizgoueB0Ep7wyOyOD/DuWcdMfDPBalymF1uX2baz9
uD/Y5nLxDkJ/ZxE7W7e7okE2i0KFcRhB3zI80RasXKDQBUkK5TDMvAt2VmxrRCgICG5R6NJvjLRK
3RqJLXDYYSKgk2/reQeMIQmD95lkTu3ByHJL3rnQtxaOwggt/AUUegNBrUqJh1rWhX4SJxzDXHcg
CZh7o2zd4KRl5BVUHm7r2AHcIlp7pOK1kDqAGCbmwecawtoJlfn2saULge+4Fhnn+2u4sWGWVjP6
mjD+IDutskJnoLgUCZltaSTKQxQV8THVBssNgA3sLN7ax2e57MwFuLC0omA1m8vq/hUwUP2eJyfp
Y7+Pwlw+q3nQVodcZMHsdYNaS1+DwajMk5areXwRpiFVXiAakDHqHACNkRPZ/izbEX3UMNWKS9rl
/UuWN4l5SozAkHcSh62Z+fvXrm7EWpqSrG1ytEUAjhz0qUe8bmhVF0vNN3rb/7+JAS+motaOW9P6
4Zc1Cf07etTUf+b+izzOhVcIWsea1FQfiq7UD03bdjsrv6zs6jG2kKTIIMFW89pfPf6QXq6roiZn
sISTPLeDMrmmpEReh5O2Z5uZdEADQ//B8siHvnPy5/sbb+Mog8pZhBmoNS5h8Hoz9EVktkMSRr6p
Ck0cwjqjcWobba6ewxFjDneSrW7vDbSRhvI8AARFosurZP2OzxEkA4iJm4IjqfGj0hXNyRiG1J2l
TGETUWJVsAAEKhi9kXrzusQkZ2RJ9Fwokq8+dwzLJFXBYPpSGZgfCksuafhFiqcmtbWzsFszC+kG
zcMFjEdb5HpmrckEq5cvvZAkWFL6SlPOuZmqZ7OkchnK1bxzUrZmFS4FryLgB5BSVgMmXZ5oIAQT
Pwr78NvQpCWAqyo51oYyWQ9x0zmFy5XpnHi9S/nO4K9/+2of41ZKos2bD7DrulRldEpAV7tiZrso
6SCOSnp1yOBxRA8aoif1MUyKnn5nH0YHreXJSxckklW31mzxQYqa4SWsJWCxaag24gOU09rwylAJ
Hiyta9PnIIjbZ6e263do8uKHWpZ2OZ9q2yjEzonYCDTQTaExcUNio7jenGMdVTpSpJFflcn4AZNR
JXQ7LKhO9w/e1jAOPRPeJzSMbqpM0J5SFAizyBe9ND3ZHaJKQrf2REA3bk+kY5HMYAuipbzOJ83G
mDtzMHO/NGC9HDQYKOhiSyUIOZ2y8M/736RubEEbDS4APjRPQVCtwliPyVOZLs2SQGvs8BQ05di7
ILTUz3GuD51nRqUIXbZpq54ndSoTF31OB4Z1M07Zz1w1kvnEd8TZYUqm7o+G5tvs6aNaZxersPgL
xlxCgb5z7KA5F3M4Pg9QM4YPuhyFw+fWNMPU0wV+Hl5XBaH0gKJtRcTqu+xRDzvxDLNprnYWcmOK
YfIhogP0jiLLer8ghJJ3VqflZMsin72g6oezFupR6XcJ/95Jg9ZU7eUGwyMV8A+MH/io6+HmTLQ9
7n5McdwrtofOVaZ4XS7XuSuMLOy8SG3zny3mieWTDHVcPpehlAyuGVoUmMCVNrYr9bXSUZ/X0GUc
5rysDvf3wdaUwIgD109OjxDG6pYVspLPYw/eXiQ26y+X3Ukap8Y1suyNWpev0wFpFNgnPDIQ36uh
Wr2IIhxdMh+hVOWEGFr7O8gD4XXqLP739q9CPRqux9JdpT90faGHS3e7RALGl9vCPk2pZh5adE48
MxVf7o+0dYyITwDkKM8iqbsqlgxB2qVzk2c+1ZifWR7bRwf1SVdGNOVZd4bew8olPQxKmew8JTYu
pVf3n8VBFhDcOhkJWiOUc4PZLIq2PGrTZL2bAH+9vX+7qMJQlUHoC9WQ1S2RNXommrphe2DXdplT
qTxGI35fUqfsKbsv2eEqKjEU9UgiExCldUoXt3KQK3LCB9lh9BDlg/BqkxdZ3E0KAUiKvKyUi5f7
y7ex/R0QEOwQ4Ai3eOegXQxQeqgz8VQ3gKGa4DFRMGwrrHgHRLKxURaeIQZK5Bi3OjttrDo1t3Hq
D6PUz76jItf7EHGZll6ljbA75qQYx/c9UFPzcxjaarB3HW1kOUs3hkuZAHMLe2inOpfDQobAI+vx
70CiZo+XdJR8Ucwsq9zGMvMviHVRqUX6LzE/SVMJ0aYm4zXdztDjD2qLh/e5R5HhEYwXxrLlEIa6
mwXQa4/312VjM/DooTFJRIQZvC4qxZbed0lKN60kJTvn6mi6hZzOl8LQZi/Lye+DeOx3yN6bSwRI
k9ck9SW6DNe3hl0WgxxYfep3Vqb9UJwie5kKMfAu16Nz0rTpU878Et5kw7//uVvFJDIMTjHhmBfz
emiqR5PADDL1VWuKsPHOoWK7MFXmxMuQYq8ORJosQ1CkKIXX96miYXNna1C0+0r6dP/HbJ0JKAAL
dJzkkEbl9TS0QuPtbBkZ6pNmZbu879XvcahXi3WL3I47K71xj8GSgSRDLXZJf5Zf89cTl1d2HhUl
AQjonwXNoUGIEX25w9u/iXyXasRCX7vRIQrJVygcdoySKdYzIFrNjeRJHEPi4s4HbR0zklEK2tCw
l5Lo9QfhPphWUmvCYDOC9NzkuRV72hhZ38Z0iDT6BZ14eevHwcIFRwSeimSOzOZ6RESBIe07Se6r
GeLtrq3jboj0YtkabjFjBX9/tI2iBJkw3U8KyybX2ZqYInTKgFLAPWL3NqriXZGgJS1yI/2KqTgv
GT1v7MprIQiWz04xRKEbBA7w8ak2pOlsEogn6sNhHxzFYCbR0az0QRwrobaBiw1Fpb95QVAsRppp
yTogt61fd2qDrolA5tOHTl4fY2c0Hoy0xBbZVtMPrdPOO+MZTPd1IIMlTHcSjA7UoRszD/B0JXWX
IvEDpIM90o7aS2xsHYTWW5edtVji73ossg8KpBSjoHms4jPKYfilKW3mc6lMzSHqegTZzUWW2kVF
Qv5S8Gz/EWRNVZxnq447b4KuMbpwVJMQrnRVpm7V5pH5CCp9fMjG0PkDiKnuEIIdZXgM4TCEB6iu
5nDok4FovPP71dvfT0PkVV8TmCjN1Outa81o4FoVAKrYUuqPAeW2X0NAXgfVU51Nrw4M/V8ejg4s
qNzhBkotPfmcp2k+PZkiQyM5gk8T7yQ9tycYmRr2N8AYCm83WuXMZ4fT3BKqlaL8osSS6WqD4xz7
vFdeym78dn8SNoZbKvdcuORYt5rzsSQPQ9bHGcw53iMRquXvu2QG0OSYFHX0OdljzdwGV44uWTGA
AHsDK5PoXPFSaoD9idv40xCByR5leYK8r9tYg07dBbnzZCf/ub3nwTQjyI4tEQkrPfXrlYYNUMBh
S3u/TOXqONtNtuhMWzuBlCO2bJnVkaBlyqOWLAf+3LrzZeZxIPdp5vhNWGvRyYTFEr4Xk2UcHWWS
IjcfMDf3hmi0fijtUDTHyBgb64BsQj+5uS31fzBhEepCSzO/t6MRfiiDLMrfG1WDl1qt5H31BKuk
bbxBjFNBm7mOQiA9aticgylA7KwK27H/2AwiM914xmfcG9Mgw324k/MaxXvL+aeWM+m7Xhn5x5wo
G1LGU4PvdhhGs2tmpFUHYIfS/2aUzaaDmPvivZKH7T/TNGb5kzOP429D6fsEaoTRC09L4XV4fEqU
uSjuoRkIYKz5uhzhyB0pixqnqjWiyZsda0o/olSWfZFFnn63ErX4roxzUp8jNWu+RjZ17aMSz/Ps
ZvUw4AbUBWn6LxIxUeF31IYk13ayaHBLA0/Xz0MgWgxE4Eam+nkYTFonjtRN5T9hrFEjnKbK+CTJ
hf0rHpzKOMbk4cNZxZktRUYhbeunVKJV+pRDlwoPnTFm6WOXS5P8CGhc0371mRNLLuJKw/ybGy1F
bavKVODqyiwCL3am7F2umhIRr65LZJ5EUH3ODSkIe9gioyP/mcfKERdJrQbtXaIV9GaxAh5llavZ
kkRW+3hqA0z9o9pRZ3rgsMRIvqsZf+gsCPORB/x0Tqe5arxu8cq5jFSc+ktm99mfKFC77zSMyVRy
4AwvnYwE92XM+D+4oCwHcUjaSR1dFBYtjIPA3Jd44UVD5QEgCv9ni1LTPfiOyex2Is9+FlM4QO7O
w4GmRWXbnxA2VjIQYXn0rTKCsoJiVmc/WhRdM0+1G3LyiWDngHEDuHfEfCSvXNA8yuzmcwZUJ6uF
A+YKxvyfIER+zVMUwB7A8cMpPIBTc7ID5d7xazBFynvSmPYHIKJWHKOySetjn4VD7dZ43XWuidx/
5tkOUr9ebczN/zjjxqEHXvE8NY6I3XhqzSdJdDZQO4vGY14oqeLxEkm9JCjNzuudKH6WmhrZXwM9
5c6F5t89pomdFZhtFvXXsEqzx8TQxFkSeflr0szcOavppJSHBt+MzHMQIX6O28JMXEmo/eix/dME
m0QUXdx6Nqx/lV4Lvs845T0UyRiPR1g1eIMJOdOyQysTZ56iqlIhl6Sl/hBRry5cuRyaxy5GmcxN
rTB4VmY5/u4QQjNk1ePwc5EGyRfZqOafkZQ0s2fEkTJ5iRqEv3FCiiQ3Vvss9lJYlqErYUM2HYLU
EvalVNrxq6ZW2kenzLTOjYsw/Tqms/HihHo3eHP1fxydyXacSBaGn4hzmIctkJmSrMmyJmvDcVkW
wRAEQ0AEPH1/6k0tqrrtVAoi7v3HPb5fJcrSUjSp+atCZ/fzdVPgl3OaKoGDaw2w/i9jS4B3Ihu3
FGrb1zxTx+bw79fs1KbrXNE0odoHAlprj5+sSaa2XBcVTWWwL83+F9ser/KSNZEoFfxff+XoKbyV
UGYPRyWyUuJQJ8mE0sk9R3YYHoXesP+WCnJP5pLsvkL2i3lygnheyl0b/yGsg55/RMNcyvFIZWEP
E4lCZuvw3nRz/0VtboBteBg9frt7nWiewmF4nHZa7Ytob9Y3UfdLXUy2lkdO/wkvyDZbTTJ0NEz/
dRGlV3nFYSbLhYba6qxFHL/Gbmu+ljjtX4Nh7exJx5uOimyJxWNEvlx9QU+OEWgfprUuRT9HKxIt
gMCSgT/zmHLqaslN7fiXcOlkfQ4UJFK+1ct8Zzvf7TjppHmpfB/wawiZm3OVtMHfxm1qcdpnAqPO
XbenQDuwL7+DY2hFmQKVUddKCNzL4ohqLWQTR2/ge7M+tU49qxxf5vHlwPN+29hseuSH5+xvFG8P
c5HVjryaQ5bqwkydR9gEuaxdGfPMZLnnjMMjHrf2HYEFGrBt0ZvNs8zVH3VdTZQnDcr9Q1+EfuvR
WhBhsPjdRx/t8XSqifWL88xoch+Thr+raJvm22OB2yzK26oZv0yDhKico7iVp22zSVJMqds/+NgB
fnq4EmyhrRCa0jURvOLkBoN0mzUdXyrtxhpF2jb8Ob4FJryOnjOfjnqgOtFPaBoMPandkqY3PRdp
IuzriEuH0ZTK2oi2p4GK6o5sTfJQaDHw8mP2Cc4EtCXjNx6OIzmljknQ4CQO8gV0qoSohuG4Xyu3
iqrLosZvx18SNnwpvgXxL6Ku852CFEhPnlrj+K/AA2oi7NUg0FuVCj4XmWV3uI+wGyY7Hpd8kmod
6Lbs95+B3cbbqBNLkof1jLiJK7J72P15fwlVd7yofuJZJSgs/kor5riTOhinOTs6/8a2HZmv/Vyn
0zm01Nbl2bjqHVklcaC508qwvw2mLbxu6lX8qRXHAu2IQnTF3m7TyxIGoju3GyaXDZhf3RDFc0zQ
P+FybcfF+0P5YEs9xsifsJL23nDMr259GubEfI3bERCpjbEHNFkuHIPuorI7TA5VXe7rnlw8f1im
IqiieCjI/NT/oqHqo/wYXSHO7a4TyVtWZ1+YuGcqZDlNnPxQ3JaFRAYoKHNtqAKFg5ZfaxNvB7OF
UGDRqg/33ENWoAuvnus+98yQPYhaEJri7pEt9p5yqzwMpvZ961fxT42+2coqkekOqu3EP+vAVbz/
kRMOME59xIBBqikCJS7WbuL3nIfrsDwcqb8uxc7I/FQ52OHOC2f/9RrbKiutrBiOR24iH6xwX1Pk
1A3Jt1j1uHXjuJrf/FD5ByKcunue9yPrT4NCAJvTJpU+jOQNbGViK55J5Wu7XHW41f4FgzM8ds5A
oU4kQ2mKOk3HrjBtttly775PLViM/aetVRNftX7b3BFVRazkQl0feo5o3h47GiT2y64w+Z85JdzH
lEZ4y1Dg7Se1yjG7Z4Vvf1Jvwe47h1MiyyHakbrtzrdcgvtm50Q+6n48uQ3BlPlYu1w7NLaJhECc
3m1uHaceVa5n1Y+FwWzB/bjZkVeU0/7fcOj2kbg0tn8vFHTG0kpy+FeHHuxn5q31ZYmHKON90fZZ
xbv6IfZAP7uu5Bokch/+YZiWqcqVzwlb0CchTS5Dl8vf6TpiUtIE3UE8m/h3n7a8Ye4xBzdVK1PN
TwD0mVczh3Lh9WakP88Rm8prX8V37HKNzRMCbMcybIPVPR2d8v3CiolzcQ5sFJWIdJAR9aQz+Lwi
WfqACIhmjqQSVZc7Zq8GHj/h3C6EUsh8nJaN/9hs2YPq4e24ZxJahSuTGXPZNJwh/FnP4NXSGvBv
9KO1wZnPEIucUlJU2i8+z0q1r90n/be2IipZeL+kHOsXJ1qz92RxueTrnjN9bal5uhghqvk805JJ
NFHsezMI9egoWmxs7PDADw4USjyo9y1ztxHkrluv6H0Vw1Vvm+BZzmsfsH94TZCPs4+mMVtnbzi7
kxMi6I7QaJSwGoQfumaoHsL0u1JZhDDFaJEioi7ZsHrKOndfmLOAqtFkkDnEQFvsZWtOFm733+oP
x3w1hMJ5ktIlpGhBqP7ifQtEimgmQC1vY+TjOeoI/2qQjoW/IwGW6jFr1l9ZM05u0el0+1hcr74V
dMnsRTcH/XTFnuy1BZYKbhKHZadjPJTh/RxWA9xgKrwbszueuUhkd0vep2Z9JiYl4lO7UU/R1x67
H93YtjcmrkxXDAlhpYWeRvs2IdrTufCW2FAEHFhbiHXedE4MTDXSOG46cfJWBvEiG9hsSh5Vbyig
kua/ogs30oqyJmlzbhnHvfMchCA/WA6SPveJTWOV2nz5NDWNWnKif/y/2M4jRpBsIKw6mUZ5Mu3A
QxZS1GJyAj+mxxpJo8pJHqj+C1ZPvx6jnG1pGT4GvqfvTWCWVs7ltnca4Dy13ZxXkJaob6ap+bW0
R/aAYYH7/4j32ZwXxqQwb6es/qunoPoD7enJIkondyviKhz5a4kRvlfwSJ9zGDFhCzd+kgQGzvng
zN19PboQsPsQ2T8UCpEMn3n4oItQjYspdyav/8LIm9++E8acs2EeeXcOb/0itU92eEjX9PuQlrvO
O6aXP7Lf+PH8Zd9Al/EB3FfwMebsO33zlxXNfvVjLxYIgZ5HNJTj3LFNbJPJWxFyCFc24gMb4xHa
0rNjyAWIqQr0HYqGKCy6Yez/Uh41/w3rjFujDwl4yyexHE2pWyd8D1d2syK0iXlnoeUg48BCJ5ly
PN92tQybYveaTZSMeeP39yOJFNFHv39ENp7GnPoedsvIP4IPjKJMPk6zaVt2UdbP+Jc29d5UjfmM
VomUo5WsTjniFOeBiT1ifV2nvrpsk/RMvq7a8mvuo6k5UTS/YF4AbtDcinb/LRtC6HKdzK5TcMG3
NxVlKJw2c7f/55i6+aF8u7Q/Bw8pkHJk/Cowinfn0ewZZgQ1ZsEPAtCbsUwXWV/SatZdydw5ImDx
9m28yI14htzOe1AzZ1dqQHbir2zOMvR5raXtC7eKvwFjWXON08wy/6M0N+1ysx8NOyDYX3/6vrQ/
Die0Oo+RBnUlZ3R1b6eg+YpjHbZltDj90+a7zVB+P9Q/FF0qDO5T7E4FvgKfSoc2AWhbNOo5w/T4
K93jdS4WY6xbIAlxuP6cbv3sqgNPWuYcKspZcu3V0GaTlzNazS91uqe2SFoSKHJnnp0/PZfGf5WN
1UcX1EeWmz5bOfsjFbERx0xdXmi9lONvdLKi7cflbe+TqKFWx87JmXt//9W6qvmDTGb6Sf6S/Jjj
w0sudvMmXWSEwdf5Eu8jN4YcVlWIQyYc/xI5cC7ZcFiOOxH+WddZ3wcNf2/e0AjyacdO9mzdh6nI
EWgDrhru6qhwJ2see/7bU984mXOJpbf/rqTMnqpNt1lZOQiveBOmmZs5BMDP/28RygWyhuutrQ5R
OP0aIAdLj8gvjRmal47Z95LJNPswRxxyjmdDG3HeEVOfj2OV/SPzZ+pyhsF5PmVzFfZnchHStghS
wYG6V0a+MTV6t4b89DUPx8ijjT3xluWs3Cn9Y6t2/wiNr28i7zujjurW/ZPjmmcl1RF/YSbXgVMS
xWCde0AAn3qP0oc1OaajIDy2+Y/5KAvzPXWGG0wZOgGlWFEcgAdM1bUYD3CkZXIPc2kz0wLZuy23
R3zMScZCG8hLy2Zur2Y6xhxM8ZHjncTSL3foVva9aHTaKC6mCQhqcGp+++20zn2++EPPdRbsJv3h
jMZ9WcW8PmD5Zhg6QiluGZpZ13bR1wMqiWWjkHrzAeyawwmYC1H69bkYyd8/ycivf7r0hlwNvq+e
zLEsDmUW1M7klZdaVZpKJGN+pJsZCIhI06YQYuftWLFUAJdt/n5KQ9H/d2xe9uE6em7p3cs8CNnp
yNZ8S3e/zscUkLxY1zF4DtxNfbQ6s5SczqkxgM/L6F6zN66GidXMTUG7nesVAmC5zqOU2NU6HNk3
4m0S966T9dN31LhwzhgTYTvwQUZPrYi9oez9lSzdAIBrz0MvJvCkTaz6jPuNmr56Sw7u+ixdXrvW
Vk/GBlVVQjL4/xZ+mvsu8/ETJl6f/rSNtnxG2X67kf3ko0KSJfOuZSnLlwpQOw/nrP6jiXOsC6mm
kRumFul0Gtna//mBSUWpR6W4VvQWHHk0BthCFcLi+yqQ3KkTAM1y9r4ddjf6mLYHp2+lQA+os8cx
nlcOaMc9ADaSOdClA9o6nI5IOTwMMN5e7srDv1GrikM+cBW/k+WCmy3tN/nTCT1xRz2IjUH0rHpL
9nUJCzdu7LNp/Zrvq97jG2dWTnKD/Dj1IJbW2hJyWyfxDT3m9mskm43aB/RzX2O4A8vUoUuctUSO
wryi+/VzjMw657vu/Fsms329yG+rX541YDyFHUb7MDPGfgxZvJJTAxn/klEXJ1jIl1aRB7mmH/TW
9c8b3QpcFZaYVHSQKbtYd6jtMctUK9i0le+dQnnIGEtV4v6CEHTm60GzW+dZ5cf3fVQFNwQNZ36e
bvX6YetI/scE538FcocLEPQIU043BgT5jFXSCSa2w5sv1dC4P/CQjjPC6krZMjX1+KcJ1j2FQsvq
hRCHLF5O+qjn1w2szWd4r7vxxCwAtJisR0NgtBTTV+9O7gIHVMm/21xzfPZgtmlpUuXw5h1WPi6d
J75Q6LBj+9O6PR/eYh/2UJjfPB/BU0wJ3X8ClLPL7YI6lGjMavqQ5EXc1bWq/cvRbfWfnYkxLeZ2
hwfMEpax/Oh89Vabbfh9dJ77vg3e+GsmK+jdkcscXwz6wQf8+smfpqmrkVjEvWvLCQRuKA/Hsxd0
aagKGTL9fwcq8N8LIUbv/WClLYg6YnFlUvU/5Q7OX5IkFfPMrbwkaxp0BOe5XvcchxXxeZ1fISoJ
uf/dPCOaOct32WdzEbnW2ks2g7Awtij9CnHt/2yTTP1aI6F+eFOTdFdauq4oO7JBwsJwmdhci8Cl
BcWnJzHfTVg/V8601/BwfvtmMuFwbFrjBiel5ujf4CQ7cCqUz/vRrCRuir4ZQ6Dtzh1PcD7mZoyN
TVA9JPrVq30xcajVQXIZiJBOc55LJM/8dEQN7Kt7y0HE8dZUqoJ5Hb3tCykhp4q7C/ojIZeUc+b7
+mb7eMyf9zGx7AuaLec6GK2J8l3BI+Zj1tk0Z/TYPiZcA0OO7SUFi2uZZfMeVmDIp7EJKTbRnDC5
RIDdQJmsPFhB7ff/FgAG8GzPRYw5L8FwDtEWekWoKV0vdzFjx8UmwtE4OT0r8TGSqpJHAIV7qUBP
a6Qkff+4dhOV1cLIWHHnqiwr6naab4xPvBsfsd3aUlJgftdPMosLyprc18rO8dcCffFrqDdmDN3x
fK4ofWdwwkiFHE+Lk9HX1w9vviasPLdN0rxsa7AFLxS5hE8TUrJxOKcjpPcbnPXyb518hzN+SVea
US8Ld110oQ9gvOv8bGWfmeR86zXoOa4I4Nvkad9U9bFydlwzGVp5bkc0FEUfa/UZNlVLbnrVpzP5
rTHQM1V3Gauz2taXaTEClJUzW1y2RK93mdZ4wWmB377EZL43NhbEn9HejY974yUDSQdzYBj+W3ln
Rs9/7DbrNqcJg1aTp2rZv1oZBz+USPbnaPS6N8lTGpF0PJnH3QbzH9VO8esA0Q6C1sSsm0PQri89
cmt1m9CbM7MR9Ya1cvIZnjfptUBC2xaxS3CQNtP9CLo6e1e9SoOtA4SJ9igA2nd3pV3UTIkvY8CC
ealPsAJDwpTT7kzuLsLg7iRmr2Ln8oLmZqT/j389UKOWO6n13HLmfH1pnS54TEFOGTeQ4vwzhAC9
rd3ivM98Fi8fyPDf4YUWD3si2/pnooMQeoUVOShQHLQ3GkxrLMUyfuOAnDL3BMv2CheWb6ZTW/Fx
YDVsfIM1YgjPrsAg9Nl7uJXzEPJbkzpXbUwyGQMliVxs9BwOyNA0GW5V3FT3kQ1dW2y7zH4NZrLT
lU9U737ZJCmv3+CCO175hiXuFPnSbqc+GOq3wUEnC3wxA+lQoyjiwiX2tS3FLg79w43rtjrZ4Eiy
chjiVOfNMiamVEgxUsYSPTzh2NhbiPl9QoqdGL6ILpvNL4AItRRt1rvpp3D7CFYwFbN7s6zeEeUJ
t6coljFgPNNp1Xe8TIzpF4ghyhCWlcVhisdJlpOU0w5+inXjFHiDywLY1C5pXNmOwONMXaz1HmnD
2ZBucse9+XuVAv4P0Xeq4xgG0j1R8mJft2TVWWmCRONgjqGycpp4zPHAr2/yCx3DuJV6S8cfXNry
fZtNcJW1/fS34wYTVxvK3O6cml2253iasge5LbIreVmAEFo/mQRrRtxlJ+XhFs2bNWJAbADYx/P3
9ehd16ZRyV3LovC36kPK66Yt+K202FXZ9t4w5JZ0FlVkPV4VUucO7ysaQiabHDhMxxcvGX39uEfN
erwDetjl7gACj08hY4zIq97U/3Dx1fvFg7qTPySVR6wEq0jkqyKD1D97E1EYJaBgOF0jLW7r85bM
Qt2H+1jZvDZHMlwb4PSZTTSkKZz3giEYNLrZb2QQLt47xxYbTTbiQmjyxsxrnPcNd/C9dfsmenQy
gk+C3Ml2q0+YR/tnpqoqvvaB8euHeNpY7Lo02v1Suur4VA1Q4J/127x50TxomlfehbgTjeudAo68
9tTU+P2KTVOZzqk7SO88pfXKbsrzA5XqGULcGqKDNf9LVYU3pFHF+kf2PXS/0BuS2r9t76wLbzCH
T96xPvJ9Lc1i78leXTnalNvOZPX2QXCXWBs3N2y7siuwR7QA6cYIkkMrbvz4r4qjMbsA5cu66NMF
fkREdbad4CayV7FnDlrA6fD/Bnu42Ke+ipf1pEzXZbCqg17uTLiRWyCycHIvvfB9746AWce7OG0D
qefQpqLOnHPTlw2c2aUXuiK2QcOFnvvDM59j3YKDdNVuDcNL5n1t/OHbLRDc1J0DQEz9Qs7Y0Ocd
1cv2VkTtFhQj5gSGWxJ4goIfetreiedZbz1aFOdPLpLUFDBNg/foVFMaFCIdM+cxZGAbCWc41u0+
q0wKJcn7bn56ap3NHdh0Er57BIAkp8UuIcyK2n1z0+6p0Xc8854u2CpHcjk1L0AZKlzx+bYtkfvX
g9eey7QBir8OTN+P18C4pAmgt+fS0PgPFs4pLoerOdKjKKO4McvFX5EP5ThVdv+5Bw5actkZFzDH
BTovpl3Z4W5IFs7+nr11Kc08IEi3ZNXIvCf5uc8RRrg/XG9rAZmaYN4LfwwzzSpEIOpNBtD2eYw7
nDJa9EWfWFSr4FxPFcl/NefDdjtkE88NlPZhS82oo36132YJ7qaGGBy72tUpFRXSHR9zrdrshAYg
tkWl9Pbhd8cWFhlG6CPnAdPxVd0nrT4v3RGzNWT005/8YRt0MYd01ZYLjYT7qSJRzi+FDqf9rUul
70JOhmv8HC2jl9xkcKksheQYFoEz8MFputMv82QrHC3UUqtiw1Rqi4Uu56Ns+m2j7FbvWtub7xzv
vbRH2LQnXDQ+P1Z84J8RzmzUfWaG6Ik/nAtR8cO9LtosXnnoNSPOAh7/k81puSf0qN6vZl7217gh
HzynSTx1b11hXXMeM8MkERnmSxg6h7FOxLUcb9pacw92wjniEsXHAdutk2DcC2DTKbihsyj8FbLO
orZrNYF2OeBkN7AmVOvxqnZ3kjlFi2kFnTDA9Kpsraqzu7nh+ALxsPCL2VpZ/wC4gPVfGq3BlOGz
4lNvBcJDdGYL1HXde9srsLuoz4etSBfFGRFP5UjXD7ruKNX2flgT5y5CTpFeAx/EY+6MbuP9iMA6
XriNqq3U4Aqc72BIv3y+BZC4sAspREoQGhb9HpCEv/hyBJDzZCXOOqljmbcNy+PNeEREAFMC6D0B
xLJR+HuGt2WJHSyR/CbaDxF66iiVOZqqkPExLjTjqbAp2wG5zu9RSgbdADaqzZOgH/qrWTWL+5B1
WCbPcpOpe+cSb8eBvYEQQGFCizDk4AQIohPZqi0plZBd/Sm1AyaydV5w8oi2B9P1EPo690GF2vxn
9B3A8dZpIQTc7wY5exrbijU3RGgd/Rrjxt3KdSNP+LPVVTrBDXBs9ozjwDVgsS7P+eSyc13CGYTy
/vC9tikddK7BSUcm01dDHS7rOUMOKH6ts52ZHjDBDWfrEBw+9tuurgzly8+S+OkfM43Wc+k3+oBE
RNZRBsKLhtskaNV4zaUmERbaBkSk0Qu84NwEG2X1QSPfgbequGimtBK0wETrF3kyyH3Czt2mH2M9
k8G04fz4HEdveTBwXe9Y2e3/YRIX3F/rPTiDDDs+rUKgAc9pnaU7TW1hMpX+2DoV0UFMwJbMYzgu
xATBeRhICnwmqgaFekL14L92XexxM3AGmpNjmhTRBycesfcjLI3hbfOfkFso5RayA+3+p3rTtxcM
pp0sZmjrpPSHJN7OUwgrj4vMOuuk8uRoO9q+XXfbxruaFPGNdGIQmVskrs12jls1ffCkMtGRFdgA
JGbuQFoGSZ4VB2JN+/riH/jx++2Y31ge5PYwR5m4xUQ81xcx71twVmDCgAJbB027ZIc3oKoZgqoc
/a6jaNzoFDFPPIMBLpMbJnmECU3m1gnMXQNFn10aw1lSeAsMYRFJ6+90ac0sb6uzNOt56KbxotFW
1UVAL5W49eHIZFmtGISvUvKwEN3uQ7eXNCuvY6H83TtKXUdqLaAUuKC51ZsAGjtcnWKPkvrO0i5E
bvpgUoC8rBP3GsUmwiGxRvxgjXec4sbTwWXPhvl3O8z1/YZJGelLw+f2yP+V54O16VWIKb7f+dxD
kVXpyrJdN+rN2N7/Q+ZB9xRG/fhRV55EaLEd4fH4LbRJ77xgA2NFqrSQWQPGPRZgUerIDYGxH0Hn
J9157qk07F30hZfDOsM/r+GNPve20sOZvsMouvAW6vTki2TrzyREIIbSat/Hi+/Enb3EKAeWYmnq
JDpj/Fmq521lKS7nMPy+CAbtvvGHefOtZjD1/tAtm0UXpRzPL5UwhziPabxk572ltORprbbmJWxD
3tlGzdXvLs0WkAobBh/QOui1WuLBfukdYPBkaxN9zDVWkXxikYMTZjjhXedEel3A1kRRiXn6MtT7
yrKBA7oH+euQz8Q6eSQCYEbEkEZbe4ZFt7xCvqjc3A1Ug65Ire5AKGAdg4BLd3gRymYv7R6PX6iD
w/4u3N0GkbLE4eBvqpdFogRYWuQ2I961iU/2S0eTEldItOgwtBsI9fOafJMTTNTrz9hM+38emhtJ
qGTKbpo6avqEiGubW8oPueirOF7CH8Gul+XdoItMzhX9W+FlFhwsN/ugpuaCMY8S4mkJNrQxvpFY
TSsWmBboyF6vTaJ/EcHLs+k48fgh8az9Z1BY/3QyEpuLoSZMhleR1uir1hILUMaJGc1LUA8bOqpg
bfYrsTubujjbZJ82a2B+APUJf9Ew8VnppzscUe30GlhONHQCjCNrLKINsy9XCJZWU/J/dR+xEoGK
KSyL5Iey14qzZO37p7bUQkLtCaTzXPPo/e0GO9d54NvDB63c7HSNuI8vgQFizBeqQOQ5ENoTZWx1
+Js9AmkAYNkuX1elDTf3unEZUTgLe53jAVHkII/+Ik4rYGt716m2eRWm67tyUpnnnrpkndV7MlVD
zC8tgC0JaMPVV66nQ0OCkHT/05VBoIPoPjqQTpntv0U7B6kJU7PqKxRBVCMkUURrempo3SkTv4se
3ETM5rOnbzjM1wAarjDuglO4HxyhUHLNcXMWYUuGbEa2Hil8wTi+Gp9E6/NsZppyOYy64MQ/e/gR
VrWB+9jjeV4mqQ2+0+Z490RbDReSfMk4Q54X6lPFgwq8i6L+pe1rN7mb4qpGk1Brrz5ZocHK3cyJ
b3ZnHQGFRDL1cDXz92RK+GVUUPmGMKTGYA6IWrsVyiOIluF66Kl+KbchrW2Jxk0I5CQjcNU21pqW
3DEFBfRU4rzug2Rj4uv67TopBbrriF0MBh+at7SbgA5CU+kiduBoptCz5rdcHmufzFcNJPqfY2mA
yRIw4o35re6YMBoxPW9bk23XVljvX7yIuDrN4Nw/22NBTMQdKXBQjEn8TUPK9YT9OsY6YkVYwhtG
zxOymfiEdaH6R+YgGpzvsJzHI/Zle8kq6SY3nJtbVzJmBz53wzix+UaHi1aIvV2ca8bF9BLxi/9y
+b4m5lqdNJceQXL/Z5lJxM+ZNeCe8yYZ/Cvg//oGB7yzXmMezbpvvcsxFrG07PE+UOP0pGJQ89wf
UsC8pU09+4NzszVFlI3pKf32iOUa5sC7igholRcWIoGrr+5Ef4NCubOIL6MFA3oConbmCR+6Ow8h
qeQNBM04YcyvboZ5n++E5td/PuLV/QVJtj1laZB9zCgtwPNJBFIuOLTLw4Mg0f1q5szpcg2BKUoI
Hy84d5mFxABt71F+WQDvdWrmp8SErilpx7FYN9dhTHONQM4gUF6MfwJd7yD3vMZHJw4W3/zo6C6Z
scV5uoawB796T4ZAObdNwARQZhN0bxG6HbF0vvCd4yfaDBA2PVVZXJreje56tF7iaVd84pa+arms
BeqT5q7X1hsegsPMkHnLLrJL4DTNd2L+4j25+C0J4XMa3/6cMlVjEnZH/c8q3ZofFqxXPTCL7N/Z
BWnFIDy4yr1AsTKHhLGe/EcQKKXpR45R30xL2r6pxXRhHlR+ND8f4LzMUV0NBlwxQjhv3jQ52+3e
e7BwByaS6B6Yq9/OtAZE4Yuj+iMokW9ZIOK4CdLv7cTg0UCcJMqFibbJO9Nqh69pzB5bFjNgaghQ
9wrhcvY7QOXdnvUa8txkWW+RLAbB/nfdsp07sJugmGsUMzxUla6/nHHOtqc6cODkMBjJ4DEU6Y5a
FFDIPB7Bun0gnO1mpKso9PJpO2J5CTWip1OtM2chvXlflkLZZHs8VhqqmWAr9VszAdX4TJTzm4Ji
psQ+8nEvZYHczHOK30P/jQF/kYyHRmOCUcdofx0UhLiPGmAIaYS/huF01ZiNC6pG+fbTT/YwBO+I
srfB690/UzYnrwGK/PV7v5t+y7pvs19+1SIS9w/ZZrfGHev+0R7BNzKVNul08ZHXouUN0AwXow+p
+/NoQJBu53masltvTOARQr11vyL8pPG9o1e/vTD6VP7J7yBMaCTKNgc863+knVmPm0jY77/QiwRV
QMGtbWzTezqdpJMblGQm7DvF9unfH3Oko4ljdWvO0VzMRZSUgap6tv9iRB0VrRun813m0HcKJu2O
P31C7bjvk6bhqu5rs8LwtaXEjyyrp8ePzttjBvaw3Llpo4FZVFTATwuNovqAplcV7cg0Sjxam7UY
d8BfO1QwsZ6jRz9vqgUUXCNZS7Pib9wNHhC9wV6jYa+6pablVQst9zHvHYkq3U412YXrNXuTC3fL
XeEHHuqFGTcNfLCSNxFH0N8vKb3Kfd6WXk3+0rTVHrljfqHnN2b3a50zKZINB62XoPOFI/YW7e+v
aT4V0w6upxSBVomy7/uu5jvaPSLN9+hXAJVufNH0LwW92PW44EWy7Uaf5hsMjKzYr25fFUcbSMoC
5HIra1DsAPtEvCYIjq7zajU0lPakuFZ5yo2+6W6nMU9frK4p+/3YZ4tx0DNoXCavEmyyTZ/6ccVp
wzhial7KoGriuLmZrDZLbm2vGclU5QgWk1dD/lml0/JQIY6AlFdb1KiozlmdUW32VU/O7S838D6y
4hVmszqjDKqfW5kAE5rbpvk+Oar4xczRe8GFhta3FhEwe4xO74Xp5I8FDOenqaqHLpiZSIDk1It4
LkiEmW0z1n62R4IQs0ukjsiNpm7YR4UA5mzqfjxOVS/9O9qRljpoL+m/cRpaQimlPyNwa8K9oSYL
/Vp64wgpYumAvS2x4/2KZ1/EQZb2+bwHANc3Zz9p5a/SAMYauAXgCSpIvPWQyG2zxmXunM8/NFD/
L3NPjNhm125/tNc2Nx+thXt+z7hCdKFMdbSecqDpX0FDQXYQS+m9WDgcd48NYLyBVpWyJvorXlQ/
am/hku69Ebm6cfac70maZ+pEi4OpWB336Y1Uiw95AaX64kxQH4CYqtgM8A/sygDsKiC5Hq7l7dqs
TCIytCKTm9LyrQ/10NfnqKoBLok24qGWdIpIZGrTvvFUyS0ru7r/OpaGMI8qybjfKdi5ZPmRVEd5
Wrjtd4uA8mlO3L7bJ8jgyMB0Eumdy5QEP4D1ZDdkOZWDBlQU1wp+SwOCLHOn8udcePrLshitvjGU
OYX5EI/2c2M5zWLvolKLv2KlmKLZlaDlP6EZ9nVcBd2+Fo1m47hyfR2Ak2cVHNym9Y+rdii/6NTO
SXm0jNlKISxM+ikxjOov9D0ohxfT7L7VaZHVR4BZoJOzcaSRX+P17pClV+YXjNL65AXWzfSJOgUG
3ewt/mFZiZ5gJKQJl6YjGi8k7D8wNpzmg1FrrjPssAFjmdID7FxSYT5kICw/ISHAcM1uk/anApk2
7Lzcb26VrPHM9iJNL6df8/SWzge7CH3bud97iXC+YROefV5SL1W7nvFIsusWQB0wrdN13NlFkoK6
2kaFdx5OM3NgRT3ZpRoscOFQrAFuTNIQNFD6Ba2vAd2MF3stY6YUoCJ+Kg23OVTjtMKaNle3OyoB
LHwfmbNsT5JkLdqm+H66HxlbBK2RkIOhV1//TDmOyc1QQVKjlShEcTAmyTWrjdqmW8UDZXdlyQAD
3H4LkgT8IHD5SlAWBEXvGX3Q+PH8gE7S5P5YeZOoqpA3mreNsks4UZkW4zFJfS0Dd5JLfi7UbLe8
L4eboliLAX7PmMzpgeIGtfrdTDrJdjCZfNCSb+pvKG1B8eJTyPTAJHSDFzWm/8NswFntwIkX6cNq
9kUbGK4Hkou8xLZ5uXbFDV21Y6SPHdSY/uwZtNgZ3K5gZLvBYs/1IF37A/4htQ++ZgHQm5KEQ9OL
MQ0L0O8WAFmS4SGnhrtXaujjg0qGWN25crF+yBmlYuao42Sf6CvNy6lP/an5nveqF/t0BBF/s2HD
mgMmGLRA6PB548E1YjhdJBied+6tKcvu19aqf1IiL8/canl6gjeT3hu9q5vTNMepcwsk3H9BjCr9
WQ16QdIMTLMNCLjqMPuqqzShrEewe1eqkQANhqpKqU0Ame6hFkA+Ylgb02OqKRaP6KNh3temkgAN
7M5ZsdAeB/sJGpWVHiMxZHeILq9D0JPw5g89dcax0hKVLd9oO+5MDA9/YdljZzfADMdX347SB5t6
g5I5zoe/Y9dUr42EZPXg+VNXn9fOHD6oYpb5V5M+xPppjcepPHvDEg/sUTgjh0q1o0+ikKs+zGJF
hOEKtD7NFhq3+8IuuOtI+bl8iYMaFVFqpx7tWauyT8akbeMAM6F6pn2d/qqN0fjZANqjutPMDgEK
6vK7UVbkiTgBtnh5172bBk5S5CRR2ZwE+KhuAy5PpsCRyGnvOvoK1aE1AeXCZJe5HeSWMhx69qv6
Uc0JozprhBdEDtPm62Gu4JQGhUpBD46Irsmza4AXOWV6FV+VBj91sIBhFyfTVdEPd+KndjrS6Bsx
fXuEIwKwSs+AYDbtG5A7Q1ktQ+jQ+T7m7jK34BvYSyX0t6r7kmSjIc6AFtEb7KQzzaeW1mfLpVB6
32EMyw+AKcQP7vbR3ZBTeXyk19gmH63E1A1IfiL18CHJp5r5DZjSKMjKeZkIQk6any0RC7Jtd6HE
BNRe1QeD5vhr3Sa2PsmFgosJVlyX94nAMgUmX1TrJzNxmv4wtst4l495BboUKCQFlGTudw/NojYB
waYro/5SNvhI2kOq57Nh0d3e0WC1zqIpXBNU1wyXB4pGnx2Q/6lunaxq7UccJpLu6BpbM6Yf/fSJ
H1R9A1XM+9mtTMXI2hYrobGAr3LzUUYzIw+9jgOgXgTs4cBM9dLfZKr2y8A3waPlsOtA3iNN7p24
48zxbCTAVYFC+D23I73yF+DoC1m004r4Pu50NTxM/rpqWI9qBatgQn5gcDHAcOk1xPpT2UWReuZH
VbRvIepE+yky5aeoZoy7b6yUolcliR8Bvau4jP0EgOBiakjmI2CBu0gYjjpWUBxu85xN/0GZ6CSd
qdaB41NpAZlzW8uIXot81rRDq3r65QA7WEOKr24+GQx15Q3geNJNt8rlEWB7wUbK0vxe19YEFhVE
/AtcKbBe7NO6eCYF9X8CcMxhCatYt3sIXIK6FTnQ5MVtk/g7qCK1HBuEOx3qCZz44GfZShzb8p/i
E108ybmj5f5TTE037UDPZvd0irr0Bl+HctzPZd7/mkVCk5uWECj/FolANlBb8bVT0vf1aDq6WW9q
jnJ8KOw0fUrjMoOPoTjKn4nOFch/cADxfQI22rsBRp7Kg84hnwKNZGh7iJahvS0LmUV7+njelxaJ
qfwEU5B8Rpd51oSqs/LkxhJpjZcmKQZ0HAZMaGVidJ7u4ogp974r7L75MtU5p0yIDAlLxNEwPXAq
cxgCmt1e8QgsF219d17goiyiiR8xiquJumMxB8wA7Cgos4kOd2NI7xMu6jX4k3aZonsOGYCKraT7
aMa2pc/F6pG5RMrjinAdaEku1F7v0Fs9od+XTe3e6VlBMlA0A7h8rUndT7m7vqadAzqupyfv70sZ
MXPzc5PKRmTj8lSyDm8FXkLKAW6oR+hDV+neBCzgBBKfjSkoJSzAoLJsw+SGpbu30x24qr0bCzs/
Ab7JvaNIvdI+zQajUhS4qu5keilg2rZfZHq23Si1j2OayA0t5mSPwzBFNYi23G0e17JLqw+c39oN
I8uY5hDaBE3jwtaPiYI3u6+bZAQeykskI0esSpiNpe/RA5q9G7/pqod4gb4e+gsaI4Bd8pVKIl08
sC5R9muF19qFDDcpomhM+an5VBqO1+wQVMttdlu2FodySJz60DFE/dGXDO4D1Rt1t28VnSRSrDX+
0MMCmL+3g8TmIiVjy4MIKIh7akaGXedm7BSZI2YIvyQhEkaHwo3pYLoiq06jtsfpabDq3IXKVyyf
1YRqP0u4pQc9QXa3Xj3H5skcQLnu9BoznUDggYu9imEn0o1qiTxlDvBlN+euxQ+NMsYetOgKwMmm
4f7lJyru9rGYk3TvdUtrBSUC1uHsc33uwVYiauqQLXfEr7nrP/VjvLqMqfBSqkmabAhZsV4+9Xnk
fYiZ8FikDgD4D6Y94OBtAUMC3VwnkJwrxJrhcBROP+2cSLXfmYQwtPcrX1LJ2gnAQl5OSueCvDA/
Ax238kBItdKwcbWdMgSDQhwglhOro9UxAggXgDO0rirApqRgudnTEgRMd2jVlBr7LO+JbRE6j3Y4
r8DHz85cen8xeYB6RVMoiwM5t7MM1rpcPnGKmSZCvVx2nrXU1klWKM8inzDaLy1ow/qu9qdluIlb
Z/zMAd/8+EYdB6Vf13/JQS6/AOem8MVaYwEB5pE8uxp8J0HDg+3UZGUamH49MO+GQuefjLlfu/0c
R9EadFJSRbHdn2oQUb8YofsHEH8b84j+dPe6LuOa8eNccuGJcgMiyRi3j8yoWtLDGYRLSOY+eeTl
Xeft6mjl1pM+gg57iDZVHWDZ4YB22Qqew5wgAr8jqV2+jL4zfJSt1X+dS7WcC0SJ0puWbvWtQhdt
o6xOUG0KbFNA7SrU/ulsRdldC+LtVSSdV5Fa1lYD6JqLmy2v2jlAwSqir4m5ijp7k+Hlh0UmEIH8
CZ2NxAPqcGqA9SHgYLQeeAQvrp6wBWu/Im6bPKdLbny1dMV4p1REkzuUsAoZ0K4cnT0wd+9OZTO0
Efx1bGBPJhZ+MlfAI8pITOdtBspkD4g93XXwdPe9PTc/TMyOp0DPNrIDyCfAEFdeHbunGbcOn74g
AKPnYXF9Cjxiz45iyf/cg7xLYclE2kVUKHJeHLDL2YlewvyiyrX94to5JlPSqpPvA7feHBR0oX+0
BviuHZDieD6hQW9+Z0ugE0qZYlIXqWl+RE7C3vTxVsfGNaTL86D3dd8/4erSAaGWq/XTbdeKaoRp
XHWoFdrZh3hVzccUrR8ZtI2On1IEo/4imCv3YOhiEZTTlgRHWxXFj4p53QzgvFXUNetkg6mTOYOt
bqwBD62SZH5tYKiChPVy56wExdk+AWVPC0mguLxzO9Qo9sJKmGvYc+yjSJEiXjQwptGnPK7HiDA/
ua/4rk+wWWTpPMYqphayMl++jpESTP9rNX/I0iIubl1gK79cNaavvdFwlkvO1j+N0lUf0Lcr1R4h
pOSzqutsPLfpCjtDxco/G74U0wNsMFy9Rn/WoCdFKpcbzwVjSvI40hOpcxxLd/kwu1+XaQYlMGt/
iE45U+lbC4peemzwSjFJjfqteQz90T6txrrc6XaYdCgg3PkHN6dohV84+eqWWWlfcghbfoWha9rR
sDKznEkoChIHxxqy5qGKIwQt2L3mp5zbojoB0MLZyZD50j/nrs6e8n5Zf1pwG8LZgkO5jcmxnx/G
uo3xiF+cFSqSR9vaj1xf7O2GLCCs3NY2AaIYKMzZaZLHJwclBmbyjl3Hh9kmvzzRl0+sb3M/Ty+1
PRr9EQqje78OcdmdXAQgvqaayoIma1M+A9+spt3k8OLYBugS7ImYaGtMkbs+14V2lh2NhAWsbmeg
uhZbLlgWbSyUPFT7S3yO6VQGwpwZ8GdpadkkLmP71yA8ioQBZMGwGyZ3tql21uhDqUtpHCV0gZ9m
UUg3tCch/9Zr45S0VlzzKVrzEoB97enXzTC6Bx3WNaQKduU7NyuwSozd0Qh5rFCqsqH1x2ytTQLl
sfUB7AdLMzrrEZZ5BUQWGs3OQXr0+wRzni665/TffbdMjFDTb/vYQkzIdnCh04cB+HDGUKixnyx6
42y4RTIcEEudRvcQD1MInnnnP/ZWUcwnCJm474ptRAOWpv1oWAOdKrMSfhI4Q9Fykoxu0I/+FM9x
sEwFHmI9ku/1mZuK5MsvLZx82ZkFnkGzlxdsLYWISFqBIklixmVcSoMnT42wHZA8/zSLyo0SSpuD
iLVfIHbfOvU8svlK4EzkUAmjGcRbNJhAiyHWj7xL/MeMSIcsDDHlmwuvq7tJkygWgTErWhH0JiYZ
KMRF0gOcW/UsotUC6y6bpMSnolNPQ9Jy4feafM8oW2ixaOE0XOUIJPqMCfwiloc1jxoabqJRR5NB
FWCnKpHOXjOMoSFpmvUz+Ro53VSbFhy3nhvrtDpyeSwsrtPduDBXm5ws3bLpjgb0OroZTbI6Tfbp
DAB4N0a4KN3Kxiz6jYdCVvmD8kYppEAc8ch7Jqw4jolVGET65YONENeXqG57VBcSCQB/TblMjsh1
Dd2NSTHzHE8qh3/vNClgIZhU467OwKHf04GgJxbXvf058vLoaYjX6N5kdBPd2rW7qj1iG8YU+P5k
lbt1sdwF9I6NcNo8mOUvbAebr0aio88LqNE13KS4fjENSXEyq8BE7LxhHZEDbxPaZFbkl3foQnP/
SntMfiBklKgTanK4JC5LsbhUQughhIZq2scoaS1a8i41WOB0zP74DEkFgclxI3lWBuh5iPgwzw5e
13YMJWrPOthVCdAVl0HnzJyM2QU4mSw62KvyQLEBccZ0Iy909QzZQT8tmR4/yLLuubFBsvfA8JP5
S2dvpQrEkfEGEQYAZF5equmW6y4yP7IbYVC4i6xGsGuOYwVxRN8EBihAth016qa4bw7TbeTNgCYd
w0Emk2leuXe92DLjXY630t8tI/cNvAbFeEcXf/yqLQ/oNyVL95wMDVh9ZHBu68FNnSBamMkh2BRD
RItknP4Vt9qaD2DF0XzZxDLEbgUDEh0dWjADSgHS/+JEIvmMRnv9MZ9TDk5qV8N5cWvTZC6T2Lcw
c2Kxy9g0aP6T+mSBk0vkJJbU9E+1n8k7xrRDhQ03fe/HShegc+hcOy+D7439rtGy4yAABIroLMQE
T5tMsn9Yo7T1dzEqVc6+t6qNvh2T4gRGbGWvbp+167Fl8qKf+Knzc0ecQpHfaH2aqa4jh2CFZwCw
kjDm8rocRp6lvfaf0XpiHFQUXvOz90fV7azY9YgahYayAaoDEIndDcawizdXhH0mozI9debcMDbQ
HZ4dNIZk/yBWP32h9+86D2zEArFQ4eoosFqH8MY0gFl6rIFZ07902jgw8wkpGP7q2AboHiNYkKkV
DTyIjKj7824hW9FJogeLpoPKDt04DdmxR8s2odZKxgchRnNTD/CS+3WVhvcxjuzlpdwOI52KjIK3
qX33xQQSgq6B0+S3cecVEmkdv38dmYLOpxJy/UNJbMBHrcIPNmYOVRMl9PRtQBP6b6QS7DvbKG00
jZQXefvYBj19A4XNRLq5qecQWSLnpuvwWtzBaAEmsZJksV8p+Z1vFr3RLxZQTTIoQEj0NsFXqo+u
KGQTjN3oInFDbN73sItCFCjG9sSfJfmun2bmBYVwG/MgoRSVR8/Wy7dCTTS51zHx44OgGC6/0Z/1
Ari9W3dHdqTQVHqGPAMt1DejHGkpGV7rkKIox//OOE0UsO+tZIsPyEJDlCgm+YIEm/lx7kXx02Cf
fO3Lub5P7HjZ+CIRN6gTLdVPGPrmRk226Jz5qNf9nZQGLnYMZNx5txC/bn12+nJb2GXxZORZ7uxX
AMLZzlFgD16RxIihuWFADC0NXWZa+CtFI3GG6fNhmJvpec6ydXiumd9BmPK74XNJexKQKAr0r0Au
Ju8Enky2wIIqbkrcIJWza1tq0PNk1kb/jUm5We3FlLbNHS2O+qYm1VpPHTgZESRmbMBlANOFOk85
Jx9IScQ3K45IRKsVHAng7QE03Gpm7YCODpYPu5ZBU02HWTbZaV39BSpZVZBHN67ps+eSyiZj5gKc
jyXVHLdA3VvNo1/Z+QMsmi67m5rCARtklqCw8lhWwIYzOw4c2soN2eS4DUZb5Bc/IH8GZ92xUq8K
gc24cg9QK/qO9FacPTXa6bIjHhiiCjrhT8AzPdE+4NzctjsrNfnVMGyEuBEeOHDg2l5xKqyySG7o
ldakcPgSgZiv+sV8HbzG+IvCvOLtTrX6sLilDQhzyTp3h16kTj+28dofZTwvOijETPG/irEHCiuj
+gjMLnuykDhCI6qum/UhbVuJ3ywcG5zfwOHG5cP/gBF0jSEdptD1xuQGXc5G3Y8ijfzdqpbZOvyP
iGRnA48twzUasciyyqqp0NqxqyKYkAOej8DRzZp/agWlUGfNcm66pVJBoYlYi+bDwZjIp3dkPa8o
iLokOOhqIutKubL9+b80cZmGLsx8Gh2iFG1ib1hLgCIgeQUl53uq0NfkEhX+Z56LBiX/XSiIZptM
KFQeHWr0EQ4RakdB6grvYUEVZk+zSH0zopXSwicPZMgNGK0mMYcBmMl3ZDevKUQqiWc8EyKFH9OF
FqjBlqZzZuqwV+tw1Ahhoo+djqe31TaviF+6ClU4T8jNzkFe6FAaMR3dhYok1FH3kQ8Yf5EJZSN/
wQhpJVBPtQVM7LcXta6+ZZTvLZDNuAZdmplUcB+niP5jOI2j9QSuwTvZwjL2NrOZI1kXkkUAboKy
d9dDM+XtDldTf99M9XtuvNe2Fnpd//eHbGKk/9payCx1qnN5yWNZIrsH7srzrPQWnuj4jjfr1c8J
fgMnqE3R/Q9pV3d2C2V3OnQZJZ+kJ50HF724d8Sqr66ibMXbkhKk28XnHAGsaKuXVLDYstKosp1z
PXVO8Pb3u7pp/rXKhSS2HGIXWNaswwY2dIg1RRx4DIq+IMFV3WQdyEpyvvGd83DlU+H1Y+JeapkK
Q+GLR8M53qfnaOtQIYQYMMIfHnQ+Rai2wfd7+/muvEXAocBsXPBLyNRfKJ9rVJYAiGQ6xKFOQJwd
XO8IdpI5+n9dR7AbTIntjYUG7eVlk1Rc56Ba2H1ZLx/qVYAdXef4nT3xp6Auq5BGSltBjvxDahaV
RhDiDjsvQmfx6NWt+BT5szHfrGkmQlqCkXjHk337/r9rzmJEZdpYCJgK5fjLvS7wOFEIEfUhKYL+
nDiUGUZW5MFcuTFaypvIf+7WyL5FQryjePuPQ8fF2gq3BN9FbByjVbV923+faAYwMMLSNRxGw7XC
HOQvmku24VMAN5Wow1EBRAw7TT52ZkDgtpQplnOjNTyFY276LXVVBJmYcT2CLU6hlnIPOSJyzhU8
WvAEJQKgDF09P74plcNAvgHvvSvg4pcBPlBAZkvEToAOFqv9orpVNu9cn39uT+StCQw2EBob05oL
20HLL+o0TcUSJl7uvqAQBaRhTcwPb2/OP8/btsq2X7ihcUW6OG9dbuQ2442FqRX6AokxDXtjTEQ4
NWt/enupqw/ku77n22gnosf0+zcz4aiuXqxYCqPsILdp0m5YwndO9bUHwt0C6zjp2i49999XQTnK
7zrfxl0QdNF+6R00D1aKOkgM79kMXjkANDlN2qxUPYoB3e9LAXauIDB6cxhTINW7opwQhtLTpmWE
cqFI7tBXTb5PvgaHKwpjSd65WLZ//+IQeCxv2QquKiOCiwuMxmpWarudQ9olBt3EktFtPYHbo+Nw
27ZmdnBl/Z77+JX369EMdLAo45rBsvn3h26iJs3U0C1hZqR4ebhTEahOT4FE7+a/f0qW2gwSbKw7
cJD8fanYzVCPz9mbmT2/2mLW8LwY+7rSLt9Z6eqb/NdKF5tmaA20Y3S5hANJ6DMwLveh8usFrowY
wxZ5E8aznnt8+zxcXdRnsChx0DHJOH5/PJhxFNAeDI8eHMcPTkz8s2woXrwKCm9pafF9YQj74+1F
r30+m5hn81Jtz7wUCofAFjPfyacwhvRy05awrQwbCgTd6u6dl3ptKc8VNuA83xJIEf7+fIhOU6JO
zRxONmrgk93CRkrHv/U8+e9EoitvEhyF6TABIRZgPvX7Su1i19VouVOY9ePwhHyoPC64hnxiytve
eVEMnjE1f779Iq+uiUcQ7DNiIFDN39dMFzqK1jYpHcEJlwyA++K2QFv+kM4oJiEOYKL7swAvt89v
L/xnoJeWRTzAiNZ0N2eP3xcGFlflCCK1BD0ngUfN3L3A/OKvutT13xJ1kvid7/jnvc2CtukQZ3H4
cC/dsjoO3pSIvkXE3uipGRGRK/O0f+cbXl+FlJbkWXB3X+wWq6+QdZyHNizrGSSJD47/g5+54p2H
+XNT8jCY0HqEVvHnZ7NondpjNHRhNyFkBpCnX08u/cTpkCBb/OvtT3VlMXeL3thxoeXreBefikHX
oto0GUKUdozbAd/BYzJH5cNiNu85LW1b/PdYIF2Bly9bcXNTuLTk8ifHYaAQ9WHT9O3wF0LNVFFC
L8UDyoTAqEfmkOMNrJ/oCeuigkrXItS//bhXPiHqRxw/YjsucJdlCdKPa5TTUg2dKNF35qBBvkBA
+vz2KtdeKtmKTzWHcZBzGfW8dK3xlap1mJQiOUZr+R0ObxkoG/jx2ytdOWnb2cblW1G8isvnYbgw
JdasutDNVvOkZy/O6GGjAs34edQntFaH/+41TU2Ig69JCUTou4wJTY2LgkSjIDQ7Y34iGiAn5K7+
rYCie3z76f5JIC+2DAGcuMOR3qCs2w33rxwa6l8CJAY1JBsyaHmzOdV1DM/h6+ygWdg3vdPVf0OS
nb7jQiAC7kHzRaDv/c59duV7smGEwHtEkrddRiRAzrNoxQZhAN77gmgtE0sv7Y3zUoK3f/uZr3xR
X6I0zHWGHRJh8PdHVqosXJ2mOkwBet0aU+N8ilpdwgDsaRSh/4g5zOG/LmmDKOfqtMGq4CB0cQcA
2qmqIs36EG8JJB0cN2AM2x9M9M731QR3/e3l/jyDLIf7Iq4qJmNEdZHJrBPtrmTwujCxEh2ifAHt
k2d9Z5U/vxmrkPZuTmUmvbqL91gAMbajKerCdPDXB3R2vFMR++CsN42Xtx/ocim+lKlcenVEHhe7
rIu4YLQ2kv3aYJbeje1NX8se0Kqqj7GT/teE5Z+lOOzSQ2zQ/8OrkQEMgLKuMEMsRKozScsrTMJp
o2nF77y/y690udK2T/919CykHPJ8qHGmSJrpOOnIPdgGOh5vv7rLmLCtAqfGpEy3qLou65MxWywi
hbZCi2wEqVXH/Sylr0JydhWMg5UFyEH695il9MGMuOE7h+3KQ2LRJTnbFnkKpdjvD5njkYxpEVqR
AvzFTWV4+pxuvIO3H/LySPOQpEN4k2B9Q3/TvNiKqHi5dsrNEla5A1m9hJiaot+JgUwKwBsfmP9o
6bOt939yFMGehJfz+1Pp1SAbigwzZDBojvtyzbPXrlMI0b39XFf2PW+OPMgDMGP+EQlGgD+LUbkC
OgvmrdCosxVxpYFGLqQblA7eWe7KxwKEygukHebDD7sIBk7dAiGHikDZ7MBKarPsjo+rwrcfSm5v
598xh7fHRU/ZIUyFA97lxSEGN6OYBZDHie/9z2ldJTQ47Lp/aRsDOJiHrVtKTyVOjpXdL9hetEIQ
blfkMYGyjmJvxKmF9ImnVXqMfbM7s7etft95PmDndk0W7A+4VuGpM8/7UHfVYBxQ1nGfVmA7tG4K
Q9pHd8pT/yuKzEv/LWnECBQbaoFgKIbDyc0cmbneIyVTJXvseUxg5IA/l3fi77UP7GHRZpnMPBQN
i9830hwLBGiQKw0T08vCFQLiLjOKmmYC7LO3X/uVM0LblNeOh/uVVlKWIWmBkPwamnMyflFY14Tw
06aDtnXz97yM79gsbzHm4iNLRgeSg7L1Ry4LBq+bdLWaLIc/HwJDa1z+wmHS+xRjUbFH9VY8ovKB
5XOJUcnbD/pP8vfH0g6lChULbdDLaFsWcda3Lcgreruxc9tUdvoKHsJ/Hg3P2UxWPcTsEh0/rtpo
X0Wp2yMQf/eljWrxZRrG8nGkZRi8/auufOl/+r+A1Xkpf7Try9my4jS38T9Neuccd0N/gwJI/Qkw
XfbOC7i+FKMtpq/u1tf7fVP59oq2geHypQcTsci6A63jpNV9bQAw+X94qq1LL2gCcb9fBOZyFC2G
6kRLJE2gMaGOPRwKI0meoaAPT2+vdWUDy61+cmlx2zhMXzxWu5CCZL23huAD1vxzTG73aQZMcK8L
5IF+CrEY7wSvqytCbdw6T5L/XayYGGUaW3m1htbUKEj3aEkCgMPiRcf0YYv4PUvqy3YCFyNxUjpM
Ccja/qjf+tFoVJsPS5gnsTjMAhrk2ICkAp5RAhqNf5q+dP9j5v3PmuxJLmIyHsaPF5slAdJZxg4X
cKXqZ8AhEDxBA5/qqUj/P5faws+/Ep6hZn4dj94SrsLL0qDCdeBDmYMN2hmFKZZ3tubVl+ngKatc
iZnhZU6ARrDrJcBAQr+frNsJZf+Ttovi14ajP8dr03xGELd5Z49eO3oCQpfNDJux0mVo20B5zaTp
Vjrwjx5mlAVPQ9OlCCNB6n77OFy7YGnbeyxme666POVZ30H8rvwZ3r5gSBHX7RnGogVzMkcDbCL7
wQ8Le1KwuO90ad5beTs2//6OqJ5mxlLxkCAT922pQD/5C2qic+Wf7dnSf41JD6agc+vqnaWta2tv
M1wOG5623mVYaZ1mZACf81XHrquJ5EM0gmhc0vGAPnDm7fEYSeZDRVk07V3QxuECxTVDez/yb1DU
8qydCRcg2XuVHaNtDV0aYchljrxd57Q9LkWrmCBKTwgBBW9/sGt7gy4QyQ9zCfuPTLxMyshaED4L
28IrjpNvqANaAgXZo+m9s/evXVwkFKYgj+PeuqyXzBFtZ3ta13Ds2uUY10l/xienPpjxst6hF7Kc
3n60a2cNzUDGgCT5Dq3e33cEyGAZx6i+hqMf+eJoa6nvwbZE8dMoa+GFZbTJTFh5Pzy/vfA/86LL
WA9iBCYCoZ5M+WJlNybOmShehLUxiwaxidT+3vnYv4SDar3uZIOD8I5YdOVpMHV5gtxBCxMGnOXs
vE7oKFSPEFBygaZ8CrMpqu3JOzRYtWFsid5AfuyhgZvnuh2zTyWaaJt4TtRouBxJF98Ax18/ZSiP
glFaHBcIKeg1+9sQw8zeQ08afq7DuiIg4QEROkCkaV+WKVOoMnvtDEBfo313i4yOxDDo7RdzZQfQ
rUUtzCeakGVfXOtzVqH6t90OnJdN0KyxCuN/OTuPJbeRtF1fESLgzRYEWUQZqZykljYImRa8T9ir
/x/04hwRRBChmVl0x0xEJTOR5jOveUjSaPgG3DbJTm3XxfXp78dULEpk1Pkp+a/jrgoziagXEhX4
UkZHpq6KiW3HzXAE8Boo8FZ7ih7/y5h0oHXD0SjprgKQJqQ6PDaMOelWwEdQADQL7oaTIY3jWy87
OxtueaNW+w3ABU+lrFF+p69xudORKtT6APV5P8wxbXADgX/NwUCxew84s3GkdGrTBimSaRIXrD6g
gzQsHLR89HXkHyIkJ2RFAhOfY1OKSGuKvn80z49JOyXfb6/oxjWl62grEz/zD5rClzOch6Q1ZYPe
noq+OL4QZjw5R7x6tP7Yq4a6077c2qfsUcXQFfRvqMddjqbnYzXVcKr8WswdYkcCRVA9ltTRs8SM
gImJcvnOPbzxhNDCMNiiJK8UeVZbxi6jUGhRPYNIQl/zSaQLU9iMUhPIY/4drcwnq7C08VDYIth5
s5fdsd49tEuX8F8xMANeDY08WiG3pKc+d0p95vLPjrkAoNfYeuJjJaufTfyqvKJJpNmt+rrZWe2t
b2s6JNc4FGjU7la7lxJwTnCucCuI4sXGQ8jH6eDHjP3K3e1NpGyNZCEevtR+HOKv5f//I0ZIEd4Y
irDmuxImqR+jxKCoCvFAKjxke+iIuM6cV0+a1UETxuyl+Fa3dXEGpGV/lvNCA4UIyfEHp6A272Nw
K8JHU5k60u3fuXGcea6wC9FVoijKY5c/E4yKsJx8nH09gsapdgIJ8BZC8s4oy2FdfXeoMxDtqStS
5V5HLZKqYB2IQKSv8Opnd0Gfd9UDsOvwvsMYCM5yPzQaFBslebBw4ET+KSzmr9RxS2xJxxRqCwD6
4k62YkD/FtziX60MshtJZVXD3WRWLXFAYkwq7hDwgWJCionHV5BP0D0Sx0msH6bUom6LFrSsPpAf
ZtPZbmvclk3dSgckTXMLueBKTHykOK1Q3hdc1o/9NCU/Rj2qXvQ4DH+rlZkLLxiUECJvgPPaAZdS
HGqQyG/uNWTqQi+XzKnAGmdQ7zW5zYuvt1dS2fhgJtV7ZckE6UWuk8AM6Vh0E0LDN1EFCL4AVG1g
VKT9xLWhO9Xwb4cS0Bdo11H7LOutrj3VeeSMZwgAaMZ2I2KiBV8qOlBZm35boMbznRdp4xdS4uds
UbAjSl23F2wFCcysVnRfK4HBu6GhfML1dUwPt1di4+IkQaT5hXO6xjost9wfB0x2mmIoKwOHTYmL
BqE3USO0k1g4DYcCPukrPYfo77MbaioUJMHUMOT65gznWI0xANBQichN80wM4cSnQcWJ5p9JV6y9
1tty+FanxgYiZCCvt6T963giaic6jbOi+bkGt1uDwnDXmBgBoL+efwHLPZxyuXq5vawbjwObi0qy
qdPYUNbIIfJIqxdFpNPitgCjIoO0GIzb+fDc1A6hdN1Tswrn9AFqdLiHft7YOtjSg3wEx8P97Ky+
6ZDPcPFxXQSiim43vCfEtVBX//s7j1cdmCBtU1gla9jcEOOgkk6F6aedMeBQaWG2HSl7rvcbD4C9
wIMW/Cb9/HWJPBGGE+hEZ/6ICL7noPSF4ZqQjlpJG/H2N7tqYlLDICE0ELJyHIXVW9b1j7MAKB9G
L0bNftNbsM7N3HjUbREfY8mYz9ZkTZSNc/GP3vWaF0l24s24n+ys6sZ5XOAnfDmquPyS1W8wISSg
OJVYvgEH6UuWGAKpcyU4lfZgfMEtPNzrEm/NGoSxvhT5VJCy9vKL/pi13WZmBfPHXELfAlt7A+7M
XEDddIzKo7GEe9+ESU46jGi0hvGAReNsebeXfnPWNiE/8SI/Zn1c0kmexiiTLYQ7Hf2UwtY94JmD
jhX4Aq/UrGQv/984Io5MBVvlAVjA3CtAJIT4zEyCzvIhQCU2wiFOio6tXnjCxuDEqvTF/NqOX0FB
IChlyy3m9hT/JyNp3J76r4cqvX0Xo03z+fZKbP0wiqA6blIq6jHyKpJQSoTpB1kyOLu2/moR77pG
14c789+4Elnp/z/K6oYwEE7CEj02fTlFCNaJum+406tfxkH/3iMPfN8OQtuJWf/r+qyuYR4a2te0
eWHVOKudjWA98bvNk1s1eSe5lSV1zaksxgpTFHyBXYGZC6SdDDGBjwU6FxCXKoSHntSkK7THVBb9
V6RcpzNeN0H/Nc4kHRcItUCYZ0JBBfEQYFsIMMLdDQ/NMKSvgTngaZSqvYlysbGw6KVs/ExDR8IH
MQxbA48+o7W8GPjKXZQKtNk0DIChHyLuj3FMkyiBhz+JEbzawQhIqdSWImMILj/02gHNByR4DX2v
n7t5IDXqfpBTYTvIunp5IC1Es1CZbk3qYuXknJKESO6uqS05Oispzq9u2+iO5CpTbJ0Vs5sQZlCB
wsLOigLz7vZ23Lh+lz4PuxE+Ccjs1Tlx4k5ZvF9Mf6btcEzMEJO0RMXiy8nlnTtg48lkKMrkC+58
aR9eTjs1UjhHtsqrFcbRrxTCE6rGFS6FYTM9wYIbzx36BPf09429uJq/vN6ZC8SBWhqXAp3Y1cg5
wqDJNJt+OyMKVxhqf9DHeK9xtrWUNERJGYmyMP9a7X/EGac0ti3DH+YRy8RQybnZEu0LMraf/v6j
cbPBb7DBThE9Xs4HDw2cYrScl9nB9TlN4/I7+FvtKRZgK24PtXWRUDjGVnoJVOkKXg4lFSgPVhX7
Ix8t7T40pPrdzHP1MSYDf1RHxNgts9mJrbYW0iHVoljD4eAKvBwzTBBjS/Ak9S0t7KyjRBCWH2Kj
r47oriQ7mcL2YCQJQLMJWtXVYdQbp84x8TH8GE9zboZyUTdXkjPST/rOAbgeihxWJmCEnUd4rK22
4RTHBmbMXMqOms0PdTMhZh0Y81s1R3uF3WWJLnf8ki5reFVQ3SXUWA2FDkTKpaoavgHpHqo0j3yO
GOLp9uYwr4+0slxjAHYXFNpVJc/poyBSu0Tzh9ConbuRFob6YnTlED1g/4wNEOZc3cOyr34VuFeg
bcyziohYm75jZCi/Ozogw0OTJzVyVkqi0kNHxs1CFBZHNSwYWqE0XhII+/NomRDRlUgtfs8QHd76
CrD+KShNnXLlGAQ/zQxioysZUfgJ2liZP9qopNlu0lGIdGFcSMrB7gPzZ9alhnYXIx740zIQXkBD
WzL+xa9X+9lg3/cRd1X7h0B7tzyQz+KwkvZqhf1hbbV3kVN11jvEM+pd6TzX/Ws7ZknxkGLc8DIX
xpCegr6af+Gj2OTnoETa35sG8EHIbNbq+wBVHkBSDeT3AMyrUE4U6PCD0bNi0NwQzYCfWRpE/bGc
EoGCCAHzU1pJJlZ6eS3ke9wY0QpU5Fx2O2sRW89MrTN3nvGN14kuPE+4tSSMlDtWByIWsoynQqr5
RMH4NCJ/5YQ/5DriNaTsFtvQaNMER8vIdDJk0qlxooeOciQyC3blNDvh0kYiz6FcckiFnaxY61yy
F/2AhKRMiyKP3mwMmdH+SFApw0t4bJ7syRJHLJ4RwUhoYpWS7niRHiXoEGka3SYJRSHqy++3972y
rMHqeC1ANjhaJBK0YlcX8JyXaE1mperr2dSlCIjYUvEYFyhzsNWc8Is1g2Y5j0WMTEuLJnpyyB15
lu5h6YjsPq/yMTnpcY5N5c4PW67j9Q+jvUyUD9ybouXqh9EIA3E6lWhYRWXZI1UWVMkxm4baeZoc
ufs+S046uX2b2uUBjUcZqwBaWviv6FiJfVZzMcpnCQEozdMwy60QiBDiO4366WMVK/2v279245JS
QfjYC76a0GOdChn4e+KK2mi0zXP5LcW0dDxMGuqOO6viXC8KpXgwxoCAGc1cvWF9ByXLjmTNl4fC
+Zr1Id4OwDk/asSpCN5gYZOj/jygSjS2GUpINS4Lyg5E4Pod5WkB/48MCYVEUIP8xj+SMAkWONpB
NRcy//LGJ7WRkM1VhEcQkw/Ru52ccwZAcicP2FpiXgH6O8DkFZDQl8PGFdJOrZgN35l7FRfePLkn
a1B3DunGw6bqGsAAPLc0OtqrBQ4yOP2wU3SffgB+IeinOD87pwpfdLDSyemvdw1ZBnEkpWlYaOv7
iZC+Hwv0sv2yyg1/wivkZRZJuFMB31g4MkeLai9dWGAPqynVg10kyOpqPjFleB/IiN1A66o/3J7L
8ldWxxUMB7g91aHoSzpw+XmKWViBNtSDX8RB4Px2BtVMPRgGOpKYLQfwqaB7vTPmxk7UYTVAOSYy
uO6MF7M52lYJEUyptfbbIC84FYRHXAvBHa9CUPBxKjHzuz1RbZnJaqZ4GBhUPmCiUK1bzugf+7/V
cK6OR633+xS3k6dcrUHNodpPFwVgU/PM8uBuhduoWFRlQ7rdyIAZx9Boo2rRj4elM1QRpiJxnieK
FyKzGH4c4Rl/GuKZjtcC2XiysrrA0iCNKuWdWmpL3k86gO1yyoX7XcN3Jf1akVp9l0SklOeUC6MF
0qXG1mnIUtRjc0Lr8DWz+9x0o3Kfprm19uwpEJrUfmS+/OUqWJGjWXothJ8k2vQW4PWChwhqgwBb
hHoaqWTjmqLUw+vt1d/YZkuTDtw+nToYuMv5/WPxo6JG1U0Hya5Ap3rOQoTRUQiyDpBf7RcuK7Fz
4S63yvpjU6CkK0l2u9BFL8ej/tURPQMpj8fIeBkKpf2Jmld0QD8BNdJGzD+B3NQHdKCKnX22cWxJ
LLmDDPIGVnq1zYxKbaugoRva6S3aaCiP3RmhMd7dXk9lY0EZgVO03A6oh63C63q2k6GuTNhqcYd4
iTACuT2biaL6ZjWYIRu2TGcXHyNJ8jIEieYHo2VPvHX4kKYupsqB+NWEeAecuOh6FM/URgUBVErD
JxVHan3n925sO25LOmwLi+maWoTzCPbFTUI7D+EHGsVm9TxlGbr8vdDSzo2bIPPLUWSOd3udtsbl
igZZAPhZVdfwkirRkJBB/9+XSqs6Z52IX/SmxBa4T5WPPJMtKq1N/Pn2oBvf5r/COGW/hSi57vT3
/YjM+sIk1Oy5QjZRxvjJ7u3j2JWfA+yn/NvDbew4vP9o0/K+yvSnV0e6KVJZ73Gz9Nu2QwTE6h0c
GvQq2wNqXAlkgEymG7tEm9ANHC6Ky0M1GzWNQXwtfQNU9OwNoRZ/LygvLXq/xYQzctTovoKobw9o
I43fZETY1bterw28z1V9+n573hvf1iKk0fhMBG/AEC9/zhgUEiKzcuvHuG7i6J3F1kvFPr4TnVo+
pAiOqUcli8q/r7IskSLHQlu+7VWzZ05TOaYfAbewRx08CHBUzNKwPfeEBcfbU9yIG9FjpvhBYkuV
ZZ16TM5EohpXrV/OkXIwQlNx60Z2DnISi9OoVcGdEsjiFHOWThEGe++3h9/KxNhUtJK4SylQrKEd
yQzKPVYr4SOiMQeeanWIExV4FzzHKFgj8NTXBmJDFq/GUYsznRJrooRf5Ag54J0bfSPCs4ghiWBh
DoJLWN2rIyk2+o9weEZcqD0TtI7p6tLYNV7bl81et33jCHODw2XgXAFKWz+TJLuAuEQLy2sowe6J
qDuTZnWug72Oh25+sZPzbs3O4oKkksHXJlK+3MsRpm2V5iTCR70Z+nbdaNgMjcUUfsWoo1U/3v6u
G68jHVnSMx4qttZ6NFr7FXqKjYBX1olDJyko9RtK6XeJIp2sEdngUbGMlxpdqJ372FCZyOXDTK1l
CZuZ5tKgXX1GgC5JUGZQieD6pRzVnlDdU4wun11qGDL9L0gkH+bMHt6cJMJjsdTt6QuK4NLggeYL
KLHbdmAew3m2beShKxk3KTsYkNIbRIvzw1yPsTthrKB46EJVzbEdMmTs2hDYzJ2dluMirT4jExpq
gfI7d7ClQd0xnCzXCirrTalaKXNnVM0+BJ1i/E4tRYpOxkjLwNcomLyXYYA8cN8UHZCPtntzBqQo
Tg6UDQQBhSFpfLwJ38reGpwe/T8zBdaLT5lnwE9EZycKht9lhNSdD31PWAcsYYzCa1CdDA4KNsJj
5Bo5SsyHsI5MY2ebXX94jjKoTmplCjnZGutiJhOUP0TZfAS1K/1tkWRwfuO81UV3iKaDK4nyBtZJ
wn0buIRs6h4IbvsHEBdRtpCVK7BfHUa4vVkS77Gpi+R1bkHZIF3c1k8h0dwdDaPkAzCP9uMEt/Sf
27v++kwTLy39DuIPLrX/Lrs/YtC4pdE2p9qMEDNvgmyhOCrjMecOyKmcpoGw6PZ412eagIMgkKUm
3UF35vJMZ6kV1RgBwTjQ2+IYI2t+NBr5X9F3ww7C4volvBxpOXR/zGxU1SLGykL2BV7oRzE6Hd5M
Pcr4vIknNcIXyBin+u729K7DDgblFNsK8TylqFUEKpIJZnrE9NSACuoQa/Z9P6bNTnBDf/j6xiCK
/q9gTfP26uIv8mkQ1E+WlnlSDJ+1HuHbb05dptr3yoJe8SDrkTrcwTvDX13EDaLjAeLXaMdnqC0e
9VZ1ap9QJaUkBYwtcStzErOHQa+KDXCZz4arKaKq3QzPsEVKr6qSh8TJqIiHZlp1KPGAsvW4aLra
bys965+JLWYVUwC7/1XpARzZKK4FgtRRMEt4Aig4Z9bpaPVeHbXcrUqrCOTAswDf4RCjux4+zaR1
z1JkEYUC747GdwBB0iczTlDJDLOwCx+M3sZvDt/58HdgWqnl6RW6tV7dxbQddTNq3XlAg/AwY4id
3FH0rz7Qzo6z41JdmhFwic2POo2SCAESUfwsCRJPuhEoLzYw+OeGH/+gDg6mpmEUyhhZ4h/WevNM
KQKR7iSpH6E2G1SdEYL/rAjFTg8R9mQj0xPqh0Eoc/JPO+Nc51IWF5TZAwxVeR7zpvpmJ53d/BBZ
SVEU8S8nejDQEJw+zLKUfBbTFAVeXbdDeUL81Lnr1UITP3HKid+QEM3TO9NEMvps4+lVPsslR+Zn
QU2gYb5SFeLYaLZgusSsviHwj6pXO3RJdqzGqiufkxqS2kEeDTv+rraUR+9bu+FpkVgY7aDkjYq+
oVH0zhk3gCD2ObzoiMx4cMAnrwSK9GmjTPe4x9r2oYgg433MRG8OIKQLnCVsjECCr2aVmPdCqFh8
URmntq9R7v1HMpq2px6upON7Nleq49nwYLSPQZzo1RH+Q54eLJSc7c9DCJTwca7BE342EeYuv4dp
KimuajXirDUosVHrl63R1RP0Qh8lEYSDO44d0dVMv1p/aOZYT85hXjbkUy2Ychd5YEnBHXsyY3y4
57o9IZ3Iq5fZDQ0AOTG06kvfxtbwpTWkVnWzWlW/h7UWtQ9lXGAIErYR0kYj9698njASHbEYWcI5
R2jlR8MwuSahYVryCZ8KGWlHE6neMQfu6/EhisYT1OJjpGhNRU+OosE7HVzenN3LJbbIh7ky1G+4
7gXo6+KtBwAuE9ML3lrY7tkhTlUOAs4a/2qOT2WeTjUim0XUHVLQFT+CoDGpDaV5Uj0UtjP+clor
5o0aKj47haoRm/TIMiTfEpAW3Az71hgDUmKcY4ZZhOmSQeDUx9OsZoe2t4WCybat/WgMQBBH2j60
97EWRX0pj0Sbe6HayLFXjFKcn5W8U3KwagEa/nHlJJ9LfI0fTKze6IjbQfYiG8I0jnYCav0ehk8/
3VeOErcna7YCnzs4HT6SScRPGJDI5V02mKI5YOXNwbKiic7iGE15+CgrYtDOWSYPbxkaTD+hwWO4
q2dIkR5mw+wibxj6EEedSkrQfzSbLj0ELXKhd5gQzE9TY9cPrBqLTvuaPlZN/yl3J1sulOOcOPg/
gkQxu8+jLBrrF8SPDnfatsMDjHchwMe6UXl7J6NY/PTAg0Do4sn6VWD5ofwcVbn/PMaieFYyVflk
QJgJ7+Ioi/1hbHPFm0r8zh7qrm6aO/6E5vc2mZdbNgb9GiSD9oLXjX4Mtcqlfbnk185V+dVOKyNO
stj2AxGHNdFcZJ/0XNW/60jJvaX6pH2rDCN7aiqteYrj0D61oWoOrtUY0bewL8bgiFkowvV4Dyg7
OelGjIF4EFID0P/V6z6/ZMaqPXYSpPUgqA9s++o0Os74UMjN9CD3hfH3Lz9SgBw8qt+gpdXl9/zx
8osQlztRsRYJeeFLg7nG6PKKZeeAvRy5RWw671MZdJ//+u0HOKqQkBrUEq968hgPIZabTpbvIE/h
kaT2jwFNu9PtUa6zX5aQ4h0IeOpcyrp10AFTFk6gWL6UaU7mkhQGOE0ng/ahwHv+c1NHxYNuVP0j
RoPD69zM9c/bP2AjgkPqyqTgocIS0dYleNT8ElU0rC6OMsJrNUCIVQhZY8Qy63x7qK2NowFAJDRe
8ts14kCGnCqPncpcKY65AV7epGQ8CgjOOx8UyFB7idh1VLUU4E2Kh0gRXEVvatK2eBlolq+o0Xc9
NOv7OXPM1yyY5Z2ZbcSJDkeVPi7QFKpTS0rwxxalP66mXCcA78KI5CgblA9GP0yvt9fvOgRGOIL+
BTaeEKzQiLkcJZhMte6V0faNVpIfkiSUsCCNLBZRVGc6AuVhUNk9twe93h8Qxxe0/EKRWEgal4Oa
M57oaU9BT8VKCWlG7B1oIBvA03vl+L8MRc+WHUIPb30WcPKoA3loKHNNGNmjCqm5kW5Md3kSRDvH
7vqDUXICp0RPlLN9hbrF6SuOCOxsv46A2i9I9Cei3nqnBnG94RmFVgBCNSD1qLJcrt2cgaxJBt3y
uckD+QhiM8xcLTQsPKIkvNiRtUS3++8X0QGLT7WUajSvyOWYctJyGvB1Q9pUXWIqToFy4CGWDqao
h51c+79SxqrU8R8whZeKHUKj63K0HBdXBLVs0x9qO5QOOCsZH+iQGvqBroDz3sVq8htanoFZIoDt
yl2IE82hbYbCxG0DhKBLId+qTuiwSuWdGfSD4vVVmKSn3u4wWsBlubG90DGr5nnIhdoRyk9h8RZK
0CiepnlGIgWO3+KFRS0TxwGUaYYDwADb7+dmovmSpNpPMCSdunNvXu8gKgwoXnHYHVgka7RbXfbz
hBaV5Yu6SM4R5poPs1x03u2vufE8IAy4UKMQq0XPcrW+jhP3lSNxhZVoML92U5N+xSWzrFxNFYqG
u6UV3Rc5vgSu2tTlHbZt9Ze//QXA0k3EZNGCQiN03XVu2zYSuCcZfrf4U7ho/4TReaizBGjzAFzd
G0fNxl2e4B1vZVCeHk3dsdlZh/+EvS43mgY+ZanNL7XwK8iF3MZJE6Dv52uDVageuBOzeBvSquke
7IIS6QFctZMfMlKk9x6P0xYvKRnnaDj8sfgaoS47eELCp+oMtQ0TMRkl1/qhTgZLO07SgHORgsnk
HkH6epOwM2g8U4dc+sDrxctmS6rYujpFC2U+xomSYy+GlcbtT7RxRS9nCvkn6l4c++VX/PH6DNiA
Ok3sGH6xmDGLlCaBW8Wcs7nO1D0Fo2XHrT6EhloftyZl44VTcDlYghOLCGVYERI58aFzxumffh6s
BNuVaHrWCVLrQxdZ8mOsiV2Bi4311JghjRmZaglLejm4JvehlpqA7GuLsl04melBTMbe47BBYwbY
iXgazFmkH4C2Xw6DOkprNXVn++jWiieYeUxvwkv9pVUl1OnISyaJwpos1JosnaMJ9SUlK0gLSRug
/Muhgu+9OX+HzgWqjcpryFktE6V0kVoQOY46c4GRCDX97GinSXNfCXDdB5xU46eaXjoo5LRrvpo9
EQeGU5Hd9Z7F6y8foeU5P21FoLuFYa72wcnJ8kn/VKk8oOSDSbc2F2jeYh/h/PWNt4jiLwVN0OeU
xFZ3Ud7nAf9jYvt212ZHHK21swYM5+/fL2Qg6YFw61A9VVdBTunIgRmOZBcxDP3DKKwUz4ECh6V6
2nu9tnYTdCbkxeT/lD5WxctezXhFsbokPmxljxq44UUE6zvVva3T+ecoqwlR0EtqXU9ZNjWeQe1U
+Skcg/49wVpoZ6iNAJEoFIGNBYNN5LH6QsEQZ1UaRrbfycqAH/OE6yQvCNaX1IYenZpmPaR5aydC
3IhyoC9xHBd8u62uGUzBLPAkUyhe6hF2NEY2Dyd5wECShsJ4bPBUer593W19Nto6FoZi7K8rWGAu
N2OvD4Plp6zlhxnL7QPgM3sntNlay6UFx81K6MY+vrwDnAzEUNwjzUYF0vla4vrt4ONJXWWc1fuq
HSQfK6l+T2F8Y7PAr9MXnh1B6dWDYVPiyxriGT8bMf2IKyn0cX7DQM6J7J1oe+OzcXvTiCPJhXu2
zia43cHpFbKD7lRUkHOmhvpT0qTxA12e7AkuZb4DztvotAKSQwwY0D4vB03fyyUdsXkIMScMfKq/
4RNKW9YvgJLaF+pTzvsI/tErUsGFOKeOl6q5+VInZTDuRP7XERXgH8S50fwwAU2s3y8inRJtuDK8
L01K6xjBJ8PDnEwjiiWoFXyOCOsc3KuiNDo4ahESpCtFFe9cchtrv+jg4ChFDInu5WolrCiHVA0C
2xeKPE+uI0v5BApUmn4Xc8CVGplRuXN7b7zblGxUFMAAFCAAttrPuoGUaDQ6Em46c+yP4DeeS1zz
Dn08Nec4qke3cKLZ7cko7v76vMJwX1CZcF+0q88+hLlROTPFS8MS1vNg4qjmFE62c17/u9xWgQmS
bUgnka0uUeLq0U5gkYazU0t4H4yygv062lS9ggWomw5gDFyw3PK/smSlzwkMaeytnCn+KONA+l1V
ZmN+z6M0CVyT4DAiazLm8UMZ52Xugi9HZLZSalM5OFIv8GgJpVg5CaFYAc5NiYyTUBc6FDpxnJ+P
PUzWxxZiJcolXaYMsJsynMIic7JxWJ/iIX3sM/oMbg9o3ThXYai8Q2NwhrMCupreRthrr+3QBl9Q
7IlfRVNkqpfi190eaaVE4m6CBPsyo4QFRnxYbMEFuTsw9anW8aJNF9vhPtbHNzOFyX9IEeMb8VLv
lI94T5gYlxl59toXUW56WKkW7z3RGraPdkWkIQIJ7yojBlZ6aMa8AY5ZC6v18t6p8oPAkM50Rajg
O2fQH3rlmemB9iO+0rlRN9b0csqxeDHKCO8mXBlwFLeLbFSfiwTxISDjGi6qSWpP9wXJ6O/cEOrv
LgTgXU2s8XEIu/wb8pSp446Us9uDTOP6B0Rj7b3J4/wHLc3ga9eEzU87w4XhPumS+RPEKuzxbKba
IMLR2Y/waGFxJZaUnTAOI/MMqA/hlYm8VAavLbH1T7lkmdHO27txcy/RNwAsGs8LB/zycps6u9WU
rpMgmsdfplE16Q40in3U9SLeeQC3hkJRGrkM4nCipFVEUeN6zM8gUJGLYnxBiKV8LvDbuo8xfd15
JDbe2gXSqFL8gRxw9dbS4EsC7ORsX9AxOafYfX6YEqyzbt8QG9ehvVAhjAXlRz69WjsTiync7C3b
x7tE+ocPWD9EsSPH0FQ0m5SptMveuz3k1sTAoYD8AVUlE7ysPlfShgkNPsoEEwIcktX3T5kKcfX2
KFtfitiPdaM8uFS1Lkexo0GpY/Di/tAqs5f2+ejp3fATOFm6s/0258MNC2F9IeRqy7P3Rw6om1Jm
mhHzsfCoPuNEidVpFez1w7fn8/9G0VfzkWCBFlkBEI1iZ3ZI0cG4o3EUHwQE2PPtpduaEO8VZf9F
9gaNg8sJYXpvp9j6UcdSsK5vKXf9aiUr+fHXo/D+LsZ4CzPtqoqDKbKdSU3k+GHb50etK6eTUpbF
358iCIQyjxKYOkLK1bIlaD/k2N05+APEtkKGNgTOGavpQews2sb3IWOi1LWIly5aFJeLJuQ5yPO2
oWdRdd17OiQABVQNHTW66HW4E8RsDaaz08BXgem64iOoQU/5RZDYQMYIPCj2oHDbfnTxF9tzh9sI
XhygwDil0aKwyHQv5xWaBZGLSi8mo/whHXD6pD8epHaiuVMpVQJAQG//KCJ88RTy7pfbm2TjekIr
mU9HikPotL4rIg0tq3ym7o6jde5Kk4Q36BBVOhTbanpH1STc+Yxb0wWNCAeXlhD/Xe39OaMQlwDO
8FGDSH+C+8X6tm+D2aPdl32QMjCYMDLkD23foJR3e7JbXxWaBA1SJKeo+K/HRqcs7pbsCnjvfC/M
3iDUMRrrCfiHru7cjxuHHHqXhusJGQHqWqvBWi6QYLZKC1ReaB4bzck/2Lma7YxyPSUkKeia0MBY
KrXr5ey1DpvFtg18B7jDGWRD63ZtVH4crV0nkA3OGghilMgMWDoOVdPVjACYKnSpo8Avago9Hln6
FHlL2SimjKHZn0gpmuGAhaw5eK3I2/FQ5lihu3qlFxjk6jrx4dEaW3MPZnu9p5YfRqkaLgactbUC
iIzWkNkW8RKfzGF4ou6Z/kBqVD/hRaxUCO61Qj+oU9jEblZikHq8va02h1+AVHQmuGzXZ2i0S6w3
ZCXw464z8gPW2VOP0BHoT1cK2/KhH2TtC7jILD6KAY2zv44wdJkwj8II6t1cV6sLpGywx8R1I0Ai
HNaPLjmOV8hVfywCR3vNw3SvVbeR6/KgkFfbSMeQ767TraapazqrZeDLGqbqvS6gkyJ1YN5NHa6n
nSLko6Ek+IFU9vCMkzFGk/pQvd5e9K2NT8IFgoSCqXXVf8JzoW9bp5H8aBy0w+SMMGczURzVwjJ2
ztj1SV4eUEqm3BkLj321wFbammE5lJKvjphV6An5tKXm2v+wi+hRo5jGw7OIll++A9Ysuqoo7GVV
k+kkKxmGjqJIjmOKhlSHiYqXpYPmxRZyjreXcvnLl9kl7zd+EYusJoipdZEr6iDmBbMe+CgAm4fa
1PSnsKuLgy1LxUeJDsTe67qhm61D+17OKmNed3vxgNOx/BKOPwMPWfK2PFW/oRUW1q9GP5v5qci7
4oslhPap7Qs9O1h421uHIrDjEqfqsvndQ9170cqW6s7txdi65cBDAqpeRC1Aci+n/Y9o00jtOZOb
CkhGZqT5qR/S9E02ExXZVnT6vgyTrFQnuOPFN1lyQt1FJL940WJLbbyhs5L5UEuVku5swevKDhBU
whFOnbHUmVY/qk0XKZTGsvwkll+nLn8sESS/i53WuJ9CJTsSHvzCbXv2wqzO/rm9ItfVQtaB/5DD
oBZx5QxoFmqkmTnVwlAxn7oi9dKoOQBEyj5kZQTsDd3N8+0RN8426CAccHk2bboh2uUnCMM+lbS6
dnwniACAO3J/jDJF/lUp09+jG6jsElTynKFvzAtyOVRXTfC96N/6sZWrB01qOg/Kl9j5fJsTgmmy
9DsR3VoHHmmsEaRSgvGB6WFrSuJHhgHV8G0eNJKNv189A5o7f4ZOIWH55ZQQoFL1YCSFDk1AhWBP
Cw89HAPH52AvB1y23ermAIzNhcW7RwNz3TaRS1jrttQ5fm4YXXwWPRQyNxgxyXCxnxrLg2zGINHV
3g7fZMwf9w7rxs3F+IRZ5AT8Yw3wofZhE2Jxj8i2NHs2xIDjrInaK60+O0Ba21P63ngJAIIzYYuG
LXSW1R0N/1RVpiWZ71pjeCIZ0tHXj/d6nluzotgCSYuAnAdu9d5MvUQfgMTEDyfHjO+NUCnf8ljj
GpYrK+iOKA39PdadW9immYskwQayYsBcslVDsjhr0P5V5bZ5rPI5eKISl+1RO7fOAkqzyMFQeMHa
ZLWGk5R3zsAe9cdKHhB6Rfm4oSZ5kJE53qnObgxFdxD9bkAGi0Loaih5BgGjTabmRxYo+uM80Pmg
ZGZIv6uoTfPj7XO39XJQmoVmtVxcSGushktrZR5mZIt8kJ317yHXUAIDdyynbpKRI99Nc1mOr1oz
zOjuhw3qML0De9pLU7WhCtvCZj2OciVnO+/7xq61AcZQgmIvUa1Z3XGon9RpHv4fZ+fRI7fRreFf
RIA5bMkO0z2jUbbChpBkfcyZLIZff5+azdWwiSbkhWHBMlBNsurUCW+Awp+bSvtlUaMvk1UqH+4/
/cYinizrKN9QprqZlKlxaGg4N9sXrdajQKNTeFFm0P33V7k9GrKhBVQDHDv38zr17MJGG0wJXBzc
qn6v2IM3496V2EBwlvRHMkfmTjC9jXAsKNVUaaRYaF+szmKGzKXTaYjtweML3/e2WZymxKs/VuBG
/GWOxVe4RmXgpVa30/TffFR54dPDA5q9DuOdFvZGqgoHkPs0n0GN1QyTDDvQIdwyiTT+XhUBHXeL
ISf3BoPwm6iTeTYT/gZYbiimczWF2kMrRuevr3a0fmQzSkeamBxwtRcHHZVNekTOBfIyPC/ViJ7K
dvnp6aL6+/eHZCmNIrnrmbivrkHTGUSmjyAy0c/Wn/XBAxbddyjQtop2WtTE2ulS3qZJTBoh0iCa
x8QY7d3X127riDS2YV4BIUAGPbWT9jihNBEIJZyuSmrOAao9f+tfboIbkqxsm9uIa3g98QOY4elL
VzNTbT37kFQYhbCh6qPUgv98/+jdHnBQi8AX5ITNo05ZdWEB+wysP4UPk53E70U3the31sY9g63b
mC2X4YpFbo2XuGYFz0aPwCXcvofKNZU6UDStOkBJxI1X1bO9EcDmYvS9gNDKE75WS0Ys2SQ0FuHD
rNr5uRtqnJnsJnyItWYP6f0y93yVK6FZyVifnIRmuXVDX9OwPXMLu42vyuyCy4yR53CO6pAhhNTO
Zv9rLupxOlRosNu+2uZoEQ1WX/4oFy8tj5FjlWj5T1PzpbSq4vdY0nQ6DcswV3Qa8upnzLpwxZqx
CQPTGpw8SJcGvPNkuIrz1oj4ZrofRTjX+vmSmg5CR8mQB1VZIa9b6EijHZYhi8IDl+n8xWjC5vc4
ZymoRoBdA/JRADqI7DOixpLRGhiocfGXSzmWx3JwehHUY9i8tZSFFlexRDGulYtRfOF/QCFraUvx
vyWN2gdwRZZ2iEtPw7N9HHIIH+qSfZgWFxrMX25Y+cKlnQ6TWTqN65oJBmJRhnghXcOpiw6MespL
qQNwuL/KzRYCZMsJ5AxScYEkXIUZNVaQKOgn5dKBCftsqrVxyBdteI5D7vT7S92cwJelXtQiWOkG
ruzGyEBYFugMp+2SoyFa/XEpiz0QweYq3AP0k2RbYJ3TL/kw2Oh70Ewbc++MhKRyLOGv7TzLze2G
XAvyJVLkE6LFTde7Xrw2Fa4VXhgu6sfQ6fNAU/Tka+gN6dVsp2TP5WDjO9HlRjRXAt+40FcXD6Ow
zl5wK75i8Y1ebac65xAsnh/HYq8qugV08nCYzjOlYIopVfBfXwWVNusNsEzlssRh85nK0ugPspn2
pPXpInyaG0IcknzIR6iOy8hRie3+inlg9CHV0+mDXk7qx8ky+hhvukkZ/KrSU/fIwS1/Mnpu90Zf
G5+cqITOioy3fI7Vu9EWO516qGwXpyjT92o7JN8hV6o7skHG1idgCaYdjEGB56xuSC3KlLyxPYhV
rpIwhI+j0eNONigx5hau3EMmJnfxuzBBn3XG/0p5iBja4xau9e6PIvGM+L1RRopA+11YX/EEgjEV
IxVlPGRl1s4+88feOY4qwfNRoNiTBVZstfF7LZwyC7GYwk7RkNV766wkidIFsA6yH+VkijnohAVe
EVnMkgiHvKBxtJyhaU6xgT4drW4VrAU4o+V/dIEbuG9hqO95RW99BVJNnX+oi5CZfr1rFCvVLHwM
6OOmZkywbearETYQSu9Hka2vIMHdqAehdH4TRUSnj1Y5lOGlMZXy12AZ8ZtayyfTtxNh/zXmi5MA
wExerQhxeuuSSBOIfNCeDy95KjJoh4vuW3pePIGkE8f7z3WTqculoMLQqaJneDP1RkV9CI2Q6cSc
TGYw2ug+FFnuHmd1EU8dja2zUmKq00y2/fv+yjfNOVaWAnQEFxq4N/1hEaNUqbijd2k8IIp+PWfW
Q1LQFkC4sQkUFz1G3c6B1xXWcoQLUO1knlsbB7QEhTuiUISc1cYZtUXlOu28i1WG8XWM7SVADaA4
3X/KrfcLgkGlaYv0AAy519sTscxFWKHiXUynReIO1UZxzq04/ya5fA+KMv5oR6cLAOX9dceA98vE
SV5HTDnIDV+vrFSAt/DcDi/WuBjnujXU8wTKCXRxXf5tx4D8nbPMyWCWRu9Fvuo/mr+dKVD4k/s1
dNvsqdTV8rFsBufU1mKvstz4amxVECFSyfi2TTfLFh2aK9EVOfHun8aIJOOzEDvyfRtfDVqVrEsY
L1MrrN6dXcEpmUwE6AzhZv+LdDGeSwHD9li3o/d90QqDuGaV8bnI6nBnx2w9oSTqvMB15aTo9ct0
MsV1e6Zg17oarDP8e2M8qCaMq8P9nSmf4XVmDdCZXgAFOjMpetWv1/H6JSsZG0TXBXbfEZz5w1KI
o5f00wPuJnsO2xtvVFLVoInS6mA3r97obMyJqcdRco2NujnmueOd6mG2sdex089GozcX3S3arz0E
kp3NeVNhSpIKPBmOH2GOod/r58SGxEOEsk2uuQ3Gb9KEde7zPPsEY9Z4zJf2f/Djw52Gy0uEXr1c
wJwIcOFQwWBqHcHnwgZm6OT5FWpCHR7pLStICLlV1PnO6A7Tse+qIj31SVoZD+GkdeJagGgDtibi
6EuOs+/kz6jE/YLJr1u+MJOyPtL2xzZE9wbLz7uq631DsE39zlSis6ZMtuG3Xmu5hDFLfTvFhpZf
W2H39bWL27D3K6fHPj1B/fJft5jhEihechH10Op+XXnJM9ja6KuNA+/XMFLH/yWRimFX1ID18uPe
03+Bt8i/lTgVREcbMaD42bJw5u0zy/zAgHZ5dtiwkPUX1Z4DhJabT/f36+Z35NxT34JYvenvNl6p
DWOOZgE9cuZexaL1ml/o3mj5XRHV9nmcsXELJjjBxs6R3LiqKKpZGAdVehQv7JA/4ht6LQk65kV8
TZ0h78+5yCJwjF1kWh+qrGvfsOHHnwp46bekxYP+hLYrc637j3/bJ2Ufv+wpmY8TnFb3VaIZ+TAa
SXKd06zP3ucW1zZ4Rib2EEkIS/6AouoSKPgo/4ShPr2bcC5SD3B8uzjQGkd8XISRKjsVye1Ym5+F
uiG4e6T/oMiswpU9jWHU9YTKquw6cWShrg5EU8NsmRhCar5XaIl11jRR90E3N1buW51tlr6bm9pO
Vbn1nYAUIyhlMMm5QaqYA4AJ2gHRVYcLeJBjzmNaz+FznoOxCgsbp1alLA/JBBstY2j86/4nko+6
PvQAFpn7ofd4W8CEs6jG1iuia2m2je8qs/UUklTvnIONTBR1cVxMQKmxKddz9dmlAoRoxSoRlSaw
JzRRWOU0Nste6NxeSg5PGe2C1l4lL5ShnRN6GVdEpnvHfpjM90aqjQc0LJqdPHR7KZrtPBYc3HX9
XEcDWUwaRde0GHs8rlTzUJTL4g9i2JsKb25Zylm8tzDDlGCj1zdCO+ZxWWGEeMnLzH5Ed6Y8KqFh
fTKUsnuekgqFMLXMAxWF0FM/aTC9jDD/5/5e2TzOIP4lkVMyAtfVboPHWBJrJDKDNjvfGHMm5MBN
W7/t1DxFyQTz2OI8ZWYsdb8Jb28w06iWQxUZ47fK1BTP1+3S2LOm3gqy7GDpSoHN0g08Vc2KxSGK
RFfuNvETHfYJKHseqZ+dsO8ekdSE16uPWMLdfxsv/cnV0UE0ikqEfBxXctN4/UlwnxRMEJXkytQF
AfoG15SfFbj0H9U0q99KfWg+iNnJyw96KiqUSxp1UH3Yfin6OnlLUer1vfMBBZz084KMbu4XzqL8
wCVQlEG5DNono/bm2E/KphG+aoyKGaBiow0H145nugpK3Z5EZepwvj0u1masO9h4Q+p8xBAht64G
3D98puIWB9t4ibvvjC/K/LHA/vBfzH8FlX/u1Ee84V6g6sjcBCgAxcDW5zz9kM5N86+SJtUYVPAA
AMijd4I2UhGnxjErq7AjMs7Vj87VKs1Hvb5Bly01ineUhkr1tXOt6hGAaGd8jJYpOxZmt3SPTTel
v5o4t34nUTz+u/NBbkPZq++xOiJ1NLtzZrA7Ryv7oYvEOc6t0wSlmS0Pf70SpHsg67A4GXCuY8ww
UziN5EHX2QT0ZglMu8pROIcymax395eSP3q1yeRcQ7pmMh5y1mVK2TUIMCt9chWVVz32C8oIdtVW
h/urbEQy1D+phZh7IWC9vhAdQLD4DUzplZb48MUMs+S59MLkVGKds5Nm3mqTApQkyQTZApiAP60C
NN1Z9HytKL2Oitf86EZ1+T7DLPxHRfvl41D349uxrYsfWiOS+iFR4xGTpdEY6uNouuH3+8+9ETq4
d3mzlPVIa6wnR7EFwlg05Cdg39pnt1/QIMKX5cTE1zlaVap/9azc3vmkG0WM69KOIWqAUL0R9Gi9
XCmbSouvDVpbR8gIkDsQQH6OhrYPMDCJPv+Hh5SDONqUG1wxhLmGJeIpr2mS0GOSauUfI610+GOe
hN+Y/k+Lb9KFMnYi5NbedZGvZAYCaOQGcUMsRNqJme01ptxNfKN0F4ypY/fD/ee7xZixo6hXJC7d
wnlmfQ/POJT3jj7H1zYOoSgDEBSfVDNHtLsPTWTP6ih/p8DB/NWU4XTpRJ0jtdbh03oci7EJ+l5N
tVOziGbnQ2+dKslNhMjAZr+ZE0Y6VIl2iMn+dS17HhVnPI+h6z1lS7Y3S9t41VJwj2KRPER2p17f
RXks7LKqm/iqx0L97rS6ceoXWJD33/TGcfEQmIXHQLDAMGx1dLGzbrzFM6Nro3PhTMZySIYwmNV0
DsIMytWAjsbfRybgHFyztPxosa9D7TiVqG72mJqWVp4fTDtSz7bGQN5GyGUnqm+cS7C1CM/jucCK
6+YCYmKpouZjcq3nTnkUqTs8L0mqzEFO1t+fSqXSh50TstFhoCiUAsUS/cNQ+fVnq0H0apHGCVGN
vH3TkHl/7Bx3fkRWVL3GSTw8WnbnKkz4UmU43v+YG7tTHhrmWfLo3Mznhb7YTqHatBFrozibTvJN
NEr1Tm+a3/cX2tqbuErATQG9DhRgtTfnDJSRkMezQmv4LXChHypwg50yamsRkn7QykiM0EVcvUlM
ZUZjoRFx1TpMdiYURONjbJjtHg106whwGUgADCi0m02iWFqZxD0PM/TiY0Mb+szs2jmZfZ60EBnV
OkhauNU7+2TrW1GrghRj7niLw7ZL9GCw6SOSKGb4rq3HInA1fGHsat6zc36JlquMQ/LfaeVBwyKw
rmp2GBtGF9l1foXEO4Unfeia9C0y+cP/WtNC+RH6CAptUx+ZB4N+o+Mzw+jf1ahNAJ5d4m9pKlCT
dJKw/tEBFfqlRtHwscx7NBeL0qobf/RqZy8Zv/38FnMZmU0gVwwsQ399kDhCZjcXc36tDRcfoiHU
jmgN1zuNg61V5NxMlR2y27mN6w0ku05Eh2wsk0OKLspxbrL6rw8m29iga8Onhsh9ExSGeIr7vkGS
cbHzExs+P7etVl+yFrbF3x5NhjXQSeQQmKHNTUHXuqnejWN6dRSw9HXe1ce2KvYEpG7PDNwpOkAc
F41m+3oaWMz9UER9ml7VHv1XX++bpQ/Qx3Dehj2TWV+vJ609CiAne1CMlxrs9WZmIkVaIOdEkCTX
s2CbYgplyaS4gg8yZCLS6W4g9KGdDjW2ILGfaovpjRRZUdWd6cfatq+ok/qjzvXhc4k8qDiM6QCl
ktvUZtgkuuJXU/QaJlJNhKZhDCYgevKqJAb8Ckz8N23I6a2FfqodQIow35penHxoNBu9lEb32sJ3
q8KYDkuv5Xj+9b1rH9EqNYCUx5E+n/le5Rwk+YJyuxUKN4fB3JktDG2t6AO3ldIseVeYSVDVqvnP
YlTQpYVnEXLSaqYANPPWRUzI4j/f3yu3MYhXaZG30ztDyXA9XwAWD57S0Lkeyz495xh+H/WqzoLK
ybydYL61YSTXHv4vWJ0bgZw6nONRMabkOiFw6oNYtX+aWQvO1xHtRzgp2LNN3V9jcbkEmccSY+nC
oQS9CiFi6DWjyUiTQY5oD90M4UWtPPzgJl05AOdsds7ebeMPuAoFnU1xB6b5pqPTtT1KR2V61dzK
yg9JFpu/0tYONUkGzFCK5QY6ObNXjkcQL84vPWqQKb//TW/zD2m2QbqDYdqW/FcaZ0oXCvKPOi3D
QIRz9IledP7YzWPxZPdqczH1dkBWht+/s/bWfqLcZMzBa79FlLcAsWZ9ZO0yz71A4h+lhrKJKm6+
1/DditvS6cymDqETv37VmdJQ4hTspxAR4ePklvVD5RX9Tty+zR+R1yaZQvWEjhDKTq/voHw2Fs6t
nV11pQiqvCjOIf13X22QdgF2sZOLaxvvD88hWbTySLdSGFGaZ4pVgaGJ9EFHGWCO7IcU9NsnNy67
8CijwXSwog7esSvo5vhtkylPogBV1CZJHpQKvoUP9ohsWBBCVH9M1WhPLOUFVreKv3SW5QQLCCgX
5+qdTBERD10z7rIIZ4DzAvwFJAwTAWyZeuTBnzTUBdVjM9TD2yiczD4A5yWqYzLU+ScV/8X/4QNc
LI+2mlQXS1d7KWvdmjgUJ6lztKHYpQdVJC4ExFytq0tO/0u54pOTi8B1pR9UiBDLdCxCu8vAZqai
29nGG3sLoBGKII4sPdGnfP3VbToZyTzwGTTUQD6Zhen5BjrSOxqMjlRxWr9Ixqs4dcJ0ADG5epGL
kdTc4wCNPLed5muCXrzmVzbzMR/FlbJ9BNCJ5vaQNJb23qorUwmMjPGF31mSyqYDyytQ85rHMEgd
tfwYRouJqAeM9MmfBrWnpduZA6p3wq18HduD4uQNgBODNCrzNoim2X1DPQKEcbZrdQkGNUt+Zb05
MIpc7J/FsBgfrGoeDV8DIpf4ahcn6THTJ9c+RINidYcuh9J11IbG1g+jYLxLl8WZ/qlaozADMc7R
Q1VZY+8XiaZ+b+ok/F3Uof2s2TMuDg6g2E/JmBs/odAj1NiXXu09hiXizX5N4zM8zdkivrVLXCg+
QRylhTxS0vFYDBBqn5yI7qBfjaPSHjx8lD+TYSnZacFo7DJnufqvG5bO6Ctm2/8sGjFzfsFuRmih
oIru09lItDep2Uz/aC226ycXArxFXjAbe+XuRneMKgaIFk9Bk/3mlp3tGCcitMAvbTchzUyv9JCa
bRREajG9lX3CZ69LKyZmffmmUPrh0DNDCRxn0Hei2Utlvd5xoJ1kQQWO6xaAH+lGkY2ze0G0xDCP
XiTi+tCkXdM+L97UcLL0OIkeM88b03PRkx2gcK9kyUOXTq3l9703emdgWuF8MowRDfrCQVolQwfZ
8i1a8+4TY5N5+K1qbdIHCCXR9i7YLp/Vwepy7F+XGMn4qIXfMylCrT7UgyvqU9Vn488id7AHQPdc
q9647uK9sZfZNg9tbLfvUktJv7o17q6QMcys4H+bOn55X8xzoHTOmPoKagLfkmpRs1PhqD1w8Tmh
MFlisxg/QCrnwMwIo5dXMQ/VdeySAU9hAsx0yL1Ze6saC3Zxjsc+2wkmG4kPxYWE9nDMSQzkFfPH
0FY0iOcsU+VddBWL3EYvGs/vqbEOo8YeULKuOcRkujurbm06lkWgAm45A6b1eC6sJGC3VdxLjDyB
n9qgN8asqA5JPTDNGqo8cIsuDPqOdFTV6/ER1a32bHTzHsR2Ix/heqYc4bfA9L3BkaCxnjL64IdA
LTuMTbY8K/rUH5lFWc/9oE6o2hfOybL2GsEbl6kutS0Qg1SlFuoqijvgBjyjlptd9cpT2KVqkDae
eZJSjef7OddGu5KLipkhnRA+9U2rYioZtZr4AFzcbOrfI6yD52/qgsH2O2NhBmwX2fI+TQSS+06j
MsmEEDYkn4ZRWb4bOuIJDeKMsJ38KAnV8q8RZuD+yWIkQ5JK+qZZM2G5MkopEVdp82OWFMvVmMZi
Z5WtfS4nZ8Q3SCI3OC/+oihmSPZ4G6YKwy2As5/mzGvl7TF412nIHOyYrTjZywS1jaxbMhuYtVug
X28QdCDzR6dvYuUShXk3HY02kqKJhWeBXeGvTBD6fY0utCXmn5OVTL+JRf0H9g3D1TKbNUx7Y6P3
jrYWWs0D2WamH0KnFl9mgGYM85xUOblTy/w+pSb9sLN1Nn+9rGZJt4FUr+c0tJNHTY/gp9cLkQoc
KTNtK807QAJaYT7NBjYWkD+jU11p6uMURnrrUxdbAXww83nEKyXoFKG89YxJOS3uoH6M5m58AIui
fDXMbjrHubKn6bORFiOYx41G7QwMdV39D97idF4M5Jg4kl/SpYjPY20Wv9Npyj4lhaLtvKSNowxB
Riox0T25bTfGWQOnpGc96FP5rxyGSRNUYmjfRVz6e8yDzcVoiDuYYKPIsG5P94j3Y1xnK5d5GtID
LShcWlCLfkCKzTrd//gbiSZcdUKjRGjdSjlW6L8hEsNzMUieAm1BRbqaLWOnKt36WhLjzI7mcfhu
r28gnpB0Ki6pEXKgJ3Wz5EeTFtE5IhE6xJW+h7HbeoHcdnTBoaRt9FOhorTYg4SXqbCHg0VmdVQw
UfdR0/j7JiqRXYqAMY3RsOJeNTbNMHSmPJKPlsz9E8xUFellF9OvXCQ78W3zqQDq0r6TPLEbaEA/
MmYdMuVi1iJ5MyjedKFr2X0vtNjx72+LvaVWHwyzGS2eopTjhSjLyVFdWmtwiT9HYfLXyvZ01rkW
bP5hWgq24fXecMAAjtB8w0uKJU/sD7PRBpi9jA+TQxC5/1gbNwRtEZQQZEHN/ExGwj8yIaXt9RRM
CXzzbIiOnbmkz3Eh0oNjLd+bIf5tdtq4czFvvMk/l3RXOcBYLlY2WYt30ewEehjudtPHCu1UQXLa
7UEItp6PdgGYlRe08zrlaiTERsXv41K7dvms4FDzmDWd+VjaHeqzYzRyCS7OTl9t6wmlPYbsutBX
WwNa+Y9L3w2hi8eqml3teKD3Wi36KbLGamdbbsQRvDClsBbDLXRuV9tyxr9V63pSykoo/WFBlvEw
Gj3GeWaSBJTq9vH+ftlaT4qySgwbxgHrGTDs4HAQJeoO2SDSU9KPy79jZ30z+16/JrbwdurxjTdJ
dUanhzEo6eqab55oSankrcSaxDGaxBauFQXGO2ekJff8RjaX4lu93J+3PNqpSuAtwja4EnzHJ6O0
5me6Pva7wYVrdP8lbgC8LHTQEOxCiYOR+noeYNk5rmd2KNVHPe00zYUS1FNpHiZwGWdFc2YKkQVi
LQS159ao+3+KMSsDXauVxyii433/52w9OWNfG9wCe+lmEmU0rF95OuQqVE+PMwS4B3I65RjRqd1B
pWwcR/Rn2Dny2uP601+HG9GKcHQE3D680OanuquiBy1R1FO7RPmx7ax3k1KlO+ATeQRWBTaoAO4h
xvX0T19aPn+EOLUrcoTtZ+WSdmV09OYye88sot3RK958iX+ssnqyWi0qGxcK5SLsNKEex9bST70m
8dGFBrx0/4ttVZLg8+G+8rWkm/fqihjCfDF77N8u0DycH5iiW5cRKYqDCGEIkIp6xrsGx7bHPpy8
f7QmM50gWQygZE341yx3qgsIF3JaQZlxU0sbLcV7apCa1bOaX3vbya9e5O1ZW2y+XiTupHwN1P11
xaqoqROlRR1dO8Oarm4OiMa14v7Z84r/MKzjnUIJIE2SfOnVux1BFKZNA4jWnWIgmLpXPuSi+Hj/
C24eBKn6RvuBxvz6ikCIwGvdEGh0iBeIPzszniR2htNgigyuyJMuGLJ4x4pr6x2+BG7gO1xPa50Q
wEna5CCQezXnqKM3qFeYw/I2sxDS8P3H21xKikoQ3/jXuhipCJ85+mXoR8PAC+Y5w2yjU4tLiHzb
Tr4uP8f6eAPqQKQbAsktsJsJWlupDbUaAq35eRhcFcmVITshopoeimFMv1GAWZ/7aPoPLWnAiTbJ
J0gWyeZ4HczGCQEdxKKJ4nHtnSsktw5OMsw7A4it8EWBRbuEdFrOzl6vgkK/NlouRx3gMVograJe
Ml3Pdu4AbWtDUjhKJQLctmD9vV7GGTTGrR6SZUprLZGPRFUDirYXs+bbWFS1D6GzGL8ZkDFIbRdt
qg9tN4v2XOSLJftWk6h9JgG9d3A8Bzit3BuxX+VL8a9aLm13pL2p742CtraZFFGmrqGTQgr7+kfr
+hJPGLIpl1Ko83Vx2/yXV+rG0XYm7T8cWAfoPlM8RAlv0IToZLWjWuc0NKrCPUgYlZ/Y6nCu+1Kc
smwu/aKq0h2u2dZHeXH2Q7uNLr272mEgG724VYGbKeEo0H7UsMDECOKYWcp7252hK0DJ+g9HV5Lh
bcpTmnTrzpSnw6PR8Sy/OlpkfsyqNglQ4m5/zc7y7X6Q2Di53kvTm1WoStc7u0gXre5SYG5KiVIS
4wSzfTSSSHvG+87DXtKKio92b9bLGWjpXuGzcayoTQnwdCLp9KwjlJPib4UDbHS1JsC3vtaqYDZR
wFV3XufmOvTA6IRJnMm6c2FWoR03nQVLvs3q0RfW6JxGbNt//v27lA6QYPdU8qv1u4wLlCQWU9DE
RCnpyrAZUasZMCjz3vCK7HwfeBE0QSw/9sr9rQektUg+64Fzu2nN6Ay77C6kzdoOhfjAQKuBbtLu
XcpbGQ/1MPrlCNA4nMFVGAzxRXHmBspqHEtJ1iVpOvcAWUFq7NbzQhtzLGvnWKReEfpQU8aJ7m08
MixZjMEJjLY06p1kduvJJZEWDANozZtmduVOkZVWsO8LU52fO7oPMAKmvex888kp8CgWJBiU538d
5KwcgcQassoFdoT2MNGZvuKZVR0iG4qHkSs6eNAiegZ9M/lePIiL2nvNYRjdZqfbsvlL5Owd2wQg
hjc0u9EaFMGhdS+5gpLJoYiBMMALt5LmUNqzYz8gQTQg4qg2OE7rFCrHGpGW9mQANXD9TLHHdOcn
bVwAHmh6oCuyFr1RJLGAVrazlYWXbE7yUwtK58lIJ+0kwYP/4WuDSZNqFwD4b3SBi6UKERdL2OeO
Gh+tvkmPytTsEZA26mukE9FTJp1A2HB9o01zGRpdgy+FnYGgips6ehCqlgEBasNDvaS/7oeNrfcH
8o1Xp9Otv2HoeRTTVV5JZ14bir/aIg1RlwIHGZHlf3+XSatGCTOS5OJ154D+RIM2VaQgYpaE587o
UsU37bZ+Et1iGWSisWb4mRUv/9x/xI07lDSbqEhqgtLSGmdZIabeY5BLqYQPw7kdlPbqOnP0GKYu
1hdIEFynzthLTIwNHIEHoYTAQMin3Frd3HENvR0jUfL7WinNY1IjvhQkMVoszD9KyjGInMN1wNPb
8FMjbn8NrYtVl9MAkoOKGXLRq5mpHCChOPNDD1Uj8wdY0FXQtO08HN04H9/Pi6eAPWkzkKJaMkyp
jxVH+oP24sRkvViK5NQjf/QV980sCuD7tt/UHubJu84TApc5QFAPad26TiAIYdFOSrl1vROy0J1F
zBIE0ipuOUpcJ01d03JW4gpR+cnJnpq59k6Nk9J5LuKuusRe5jH/qZPz/Y++FZqB0Lvw8wnPNwqr
uQWJvNQaRLx1PTkOjdGfiyTcQxFsHVbPoBcCtkouJbfeH52FqmC+ro5cfUqT5g+W2qrgVDF9DmsL
i5PKyHb6ii/o6lWtwyX7/wuudlVb490I8QDVU6ey6a93RSAFut9GEwBB/uT55owxUg7gzddDdL6c
hEnJ/Ve7+dC0AIlS9BspXl8/NM7i6KjASyNk1M3bSfHaU7JEeqA0huVHXrU3Kb0NUfB3GCaQj7pI
Br5MGv94yUrTpSJGMwb/EoGBtDBR/oGVcLTDfK8Iug0Vr5bSV49WpQCMvFTKNrtO+XMpljHwUFMK
mN0Zzx1zat5xsScVJDvsr78pDyWlmxnZSQuL1TdtyLCZbvJNp1TnfYYeeEhAKEc3CXPh53ZXvc8i
un+e0mFAldt/7XssGcMgSjWOKOTxdeGXdZa7TPoQXw2jiN/G01I+uUNTL5cUcGu4s4O3PibnBPkD
9GVvpbA60Y26gpP9NYui/NkIux43lXB6l1d9unNfby1FVYhi7wv5Yt1qnMxoNtM2B9xqe/WhT11M
hpAqOHYZ6tf3j8TWUvS/sCpzYZzd0NvUtqzVqIcZm8yJ8jhrSv5vZ4j+4MzG9On+Urenjx4YvQZS
MCl8t+4b5UOhzFw7QKypPZWO28IyxuiUhWN2oEmyHO8vt5HysZ60X5MmaOR+8vf8cfraLp2TaEQz
F6lE95Noy9CflhA0slJoRzEMMwg02zjhyDAfMLrKnmpsrIIp04ydNsjtbUKrBeYBnRAA5rijvP4h
dj7Gohb8kHDs03deZXmBYVObIlvgBOY0W37SKGC/S2HtGHpsdOtfLy0vmz/eASJHuSWGObs2i6p2
IHW6ureOqpVlbxYXjT6/bpdE+LSeIRAXWmtcB0wF6uuQh+qp42LueXuNsRc4Nm4DrGjQvED8kCN8
I2kwDQyxBPX5VS+xjSjLzj73ypKcUjFR7hV5/WiILj30Qrh8tDY+p9Wo/oetL9UXccijxr2p4TtT
w66CPXLNessJwrJVv2nD0Ac27mY732Fr69Prke7YtGVvICVCjRpaSBCpsnr5gpRCqQYuajQHpaud
jyWdhJ0Asvl+SWBIVpGdxuN1dR0YsYlWhaXE1zAd8pMea3S4krkw/EEL7UNlhObRaolbla7Fb62G
ni0WRO1O/2DrqclkJKaX/JUa+/XmQ6feLbsItpzWpO53te3tt2LOyhOyGt2jSQa3JzC2uSDvF4NO
8EE3VA5HS9Mw94ibmsvWsgo1/zArafHojEr8PkcbeidV27p0KXSQW0DhgQi6ijBVPGRGjdHttRhQ
qnDGEZfBcsKorhzSmdJWhIc2NY0P9wPb5lOC7pD4z5c2/+vXGkdk/qlAc6j1xPRtquPeL5U4fR6t
kGFtlOx1qbdueUY1L9wYqE3rW1Zv2kLtSze+Oo2N+96IVIxWiG+zHVpo8hcLxoFxFsxUy36Zz//e
f9itnYyKE5LyMEuI5+ueniUq2vQeNpYhcyrcBSMNkUtNQ23orPT2ciqwzbrqre6cMAoY39AuMz6U
YomdnXJdRspVrqPRj4VdhygY4s+rb2031hTn0xBdc+bZfo7Awsd6VNSdJGNzFapMYNwGh2aN3nJ5
w27uMiuak8b4l87c5wZJwi8773TjQqJOxzmLMT99xPW+Neh7NIO0yFFLZbF82kS0EZMl6d8Mao2P
80yH4Kq6sfOVk5tnYF8RTfVLAbrUzwcwv74Sh0vrzx6b0cc2dIiCxcZzHDeIxuoPQymkt2SVZcre
pS7vyvVnkK06guiW8VdOnu0lhUYpbpuNFyhjvDylU9y552RITPXh/zg7jyY5kW4N/yIi8GYLlGna
SBrZmQ0haT4l3vtffx90N2qKKKJno40UygIyTx7zmoQcpyT1VLtvIpcHw7fsSX5UwrT6Lro+fDLL
zM59coHyzfYDq/05WRSC7wDLbtqYIzyMrDAkQGWSGM9T3WnnCCz9v2pWyh+mYjkSwtvbKmQuNBTR
SVh53a/DAFvFkgZEngMVXnpgqCHiQz0c2vf3N8sOPw5tfhIoUEpUizfzMPR+pIgumAjyLMlsF5Jc
9D0KTf1zu6g1OyEPUTOEmiS+q72lTM/SrOVXNIuawVtgv7Yv2lym1knN15oEeuf0d2SZIAQqW5Xs
q2VkdoOo0DB/A+Vv/WiGpJMvysSJ9007qRE+WPL8Y2mHGIq6zHTs7jqiKOacyr7E782Ahmq7C+YT
43mckGi4zp09L+6sl+Uj6D5HuOOgpB+LuVLNZzlK+oo2bC+aiwpW4h+L/yT91UXw04HWNsI6tRUp
0gm+TC0+HrzJna1L/qvixQhs7iaSWeqSlsvcwdCVZy0AvW2+jG1bXO+vsnMnMTckYBKtaI5t49Tg
xCUCAMxdqqSUH5tqrB/NIm6DbEnzF9iHn50yVL7dX3OniKAsIpSAC2GcuJ1wd0PVqnnJ1kdnofKm
XM8fambAPgyS+CAA7Fx+QAcgHTNLRzJ4G7q49JOsXgANzXX5s3LsgW+azh8x+3DehcIp+oMkcWc9
eDv0DNYLkKH3Gkr/SKDn0BaASnIgAqE2Q6BcIQPnOpNoWAlJayYPuqWcfL7/PvcWZSixpkwUnDez
QVx6s3ruh/ChiyXltIzqDytaWtecK6QZq+XIEmLn88Hf4F3CHCWwbrv0tRW3EJSYT/RNOZJvizV6
868N3StjLTn4gjtxCzAnnVvuyd+54es3KnStEnK94j/KGoUIGVM8MIPawUW68wqR7AQHi7rICube
JsA6JOzKZLzayAxRzrVKd+KjOToREGinWcpT1ZTC9O9/t50X+RshRK1JuxZsxOtHwzDWaFETlB7q
Ua/RPFykc1oljAcpdg/e4s5SzFWAQqxcCAYsm+fL2jmJEC0DsFIP5dmifH0eKi3KvTo7DFzqzidb
01yKl1Vc7Kb/DQXUlNRFywIL3eXiNIQKdExzkY3BNYyhMd2YMvJn01vxP3Ge97mrK8OUQtPK9P+l
aVI/E3GrxdcamMunKlXReJ5EZJ/12Va+wOWxTS9yKtWBeNXDEZLGrv2hDKr8r2YLE8OUMhk/2rhp
HbmT7z0XSZZKZ5+Wzk2rVZ96OgSTlAZV7DSI3c+VH2IlchCR91b53Vuh64H16vZ46dxExiSowQ19
ya7ViMSNo81HvbC9VUA1wgojQSX9WO+FPwOVUERsa0MWgATsnmJ4WV5bdkfmikerbMJhX7PMqLZZ
EBtACbTJjM6qWcv/YXOv4WjlHZDibO8T4Pkw2SGXBFUuS96o0S9i/laedcCpB3Fi/cGv80mwAgQJ
xHD/X9zq9WsDNTK17ZKkgRKKuPGoJppTaOb2X4Ni5sLXRsM6o/x71aw0OijSb48wWT5t09+dS+xW
NkfYIS805UlPg6XQC4ydYtnV9GEOIqmfD4qXvacEtcgAy1qBtltcWIT4XEHVnQVaBMntErVJ258b
a7KFlxUQ6H+q1oBegZ5rYdBNMwTc+4Fxd33mzJCeySQhr71+y3GTjkyiectdZRSP+jKKF/qnsmu3
RnTNoyl5gcYmn2GUtQcr775kRK3A9FM03PC6O9XqYnDirLzIyuLhEW//MGB8CtdWq6N9e3s6UAXi
+GEww5I3eVAxVlnfouQfxJCx8ZifoyeYef3l/su8zfBgDABBIm7B77/xDkm0YmTOW0CYRlKvQL1v
MnIfHYK2dIewJrbWURc+mzRejoZGOy3VlayAHgjqdSSX233UyKLoWy3NgxIJis9h2UzPWZaY8ilH
Lexn1BnDh64tLB+F/f4x1SSRemmRlZlr2riK/YdPS9sOVjUYmlsyvQBRnaCpkdHbrD7VUW49REak
+rCOo09vf+OAJVaU6JoHbmWfQBmrXW9GeQAyPUNb2JE/zFDWXSer2k+N0xdnCxTkwdB5p/OBwA7K
T+sgABnBbXxoh5rebS7yoBjK6jybAo0JxZjej3Sa/d5S/53r3rmkTYcoY9YWJ3oeR7PgvQ3Nl2an
0TdZ65bNuZXGEL0CKw0aGuSXvrY1LwHXexDud58UVAJQUpAotxNnSbeFIodGGkxOk33A6HRwXFmd
nMTNlCpaUebj/FR2IjrZZpyXblGZ4+cFB8MjcPJt1rgCWlcbewDX9k20CNURujo2dwGeKuniVpo1
/qhSaJ9IZ07iVCjpfznMTM8IygpQ6BsaUNOjJdyTF6wUYqyabC7Xx7Fl6O+lY2jWbp/GQ+o16tAY
B8dn79v+ufL6938kDLS/8TVqkyywS2l50cfaDDAvbg4637urUO3SomBOB/r59SoTDVKR1yGftnWM
IoAEGKJzGove8e+f0d1PB+gEkSfAfzeivpE8Um04XHGhrtZnQ/sXJaofGH2pXuEg3Xx/sZ0QTDQg
DtKDXUtD9fVT9Z08CSvVkiAdVTX5xJwk/arimKG+S00rvGCEUD7Icj9d7y+784xQ+xhpERfgBW9b
Pp0+60ypDTTf2x4E9LBQHXhhQgssVtP2US364aD7c9v7RbwUYUgUbNEOvBF8B9Y5VHFDr9ksRrrr
7liPav1kS50EKtYuh78WWR20c13EWfSrRZGqO+ej6PRPb39wwLKrcCHt/ZuPi6KSmrJ0HNgAop+h
tJZ+pTYDMLlSPEVWfyQKtTM347kB0qNHDd/9his0EBAZjaA8Y2s9JllRWPlDPOtPjb10l8YysQ6J
UiSXZrX18MppPKxwH1NJKH+T1g0Hn31vt633LuiqFby1vXURae91ncZOUEYpHc2s16X8bLTO/KVu
7Ngfer19cCpFvF16ELwzfCnwCyvQatv7EKi4hWnO1EqIMPf1pcj8xj4rOXD/eHgaOue9lljFwbW3
EzBIUjGkWXsDtwNpgEIgGAaHUZkcIt9SddaLs5RHXLCdtJBVUAFcJRRW1bzXBzhy1NyhUELw1JBi
D3JGc16UOfTnHM/a+3t3bymIeusuWrHJ25Z+AaCltBZEnJxlhP9Udw2uT2nnhKg5DzhI3l9tL0RA
UYJgQ4N/RbS/frBagmXcRlIS5PKEU1sMuqUDQHB1lvjHAq7q7VGX+oz2GGAkugPbHEUkS6nHjZoE
apvXD4y5bb8YtfaBEjE9JaHRHuS+ey+TJtzajqZiv0HEFYiI9KrEesPYRkE0hsupQ1XHL5EXOt1/
k7tLrchMJvY7lJNMmWYpRiY9kHKSkmop1FM6tcrXDh+mg7d4u+chlKlrbx2VT6LcZje2rXCcpJrS
AFV68ksqz5PaQYe8/0A7aRbL6NjLcIPs9IyA4JtsfJVlEBj2sJlNL2s5c6ocYUPr1+z3yIfVFwtJ
U1dSJt039aY5uDlvL5T1N1g4flHZo7q3ySinpENKaCajNIyeDUMUv06DND8lfG9vrJzJcInnpYvr
F9o6c3LEhV7//9f1PuujNYg6LTv2pj0ud8JEYdAmH1HbJnFNs3lM7bY5CeZ7Xg/yxx2qZf7QWWl8
cDJ3PzIHkxYa3u3sx9cns1PaHpn1nLefR91pQTb90ha69uZd+7sxzrR0BZrA9ni9CnDSIq5ThKym
SAq9kn/ljY1i+aJtpIPAtvcqFSQumYeSud6Au1ceveR0FUuFXXkdLas7d8ZUuZa8OPCmJvkMinI8
G11rHHG0dgRSeEzqbJWqDMbPtiJra71TJNoYQT0U1oep1JOf+WCA/l0nEcOF1iTmHFkkxc9M3qr6
6nRWfOIi6H1zauNP7RKBNUHc8c0tHX4WYxcAR6TWNzgPoQ1DIWkGeaEw6xnkVhL+tSAL2fpS0wAa
vn+g93YUrALg4+gwQDDc7KhJVJmFXXQShIhnay76WPan2u7at0sA8lQcVgCxK8lqu6dii8H7EpcJ
VX/fDOcEScfPNuLAA3od9vRYdjm1PeTkTKBIqIUHFYSq7BxZlIfQmwWyeSulb+lDVnVOngTLstTp
X2reTWiWaWIRvrIqD37Np2pAyqlQYrTFxmRUZ18Dyaa5qoL4mxvbehXhi5AUpSvFIAP9yWjt9pot
S/utm9QKSkZfDeg5zqF5rvJ5iq+yPGihu8x6pB0EwNtrBWW2lXNBOcTe3fY2DVRv87JIk6CR1TzI
02nyO9vIrt2iHe2P3YAPdpxjgpIOLbBNsFVDR6nbYUiCCDDVu3LQNZTKUKk6zeizneI6np5tY0TO
CYLb/+wuApGnYJv09l2KhhGSdHD0mDNtIlLSxb0wDARkwRl2L9MySJ6V59ZB3Ns7C+SoeNExhSdv
3DRTkSSOis4GtpCn9fBgWI10RTPMPmoQ7H091kAIk4+HHsfmjS6DPZTIzTFdbRTTj+TY9NoOxqaT
CeuAlX2bydGAABmHzhcw9BvFLYL2CDFlJMtZqu5ZQSAey3ZaltOgDP6i2bN//zvt7hawkkzN6HPR
xdm8wj6d0F5cnZiyRZN/oAY0D6fOKgb9MVOsQvEbmuG1m6EumLlOkZbW+7gv7Hdy2kFhuv9b9l4z
mrxrm5OE6KbyoGcrJHtG0j2CJOTbehMGUeJY5wSHuoPH3l2KGp4ZL+fkRjVRB0UCGRRYbwlWcPCV
TG6V5xGdLw/zFua+9x9s76NSV9I65YPegkQirFFkS0opqTqj8CYgTY8iAXvgxKH+ExDmEbx396OC
D4FpRL2DJPXmjlArFNVpueF8E45q5qJxmD1qna5XV3SOl9QbS7oHqFOJT3MRJfWpChtxTadKO+rP
7LxnxJXX5j96Zjr51+vEpOWtjBp6XbRMlsnLlQVHGeBWyXUoxvrgythdi+BKfcAoFobD67XUrOdT
40UTAG9Wr6aTNCfHgk+XKpBQ7n/QnbjDqJd+E6swQt++XzE2egSNmO2DVuAlz9vqHMrhER9l7w4k
18FYlG4MV+Hvz/xHs06bJ2i7ECgCE7VW3UWQcvqJr5TyD8Am+0VTihKrjjFUi8e+HCouQ7wHp+9o
rSfOCbX26nPnzHJ/0pHvv5ZNJ2R/rJIxVVxNmbFFVXRUq72EyrtxMTdJVwCPbZ30ucqctx9tIDAU
w9Te6KJsMzc8x5kwo14cSKaGJW9tK26Wi/SamplxcLR3DhtLETq5dsCgbmuNfIi1QR3jLCjRF39W
pL6zvQY60t9xL01nTQ9n5eB47208KC6QhkiJwXyvu+WPzxR1C2odOdk3LhXzc9/q9qWWRIdoYu8c
lBM72TcuHoBOyX/BZG4frprLZYDWxxTIFvF7qXCSh6VJzfLCy9efocxZAXPNGjtKeIYH33Bv01PE
kMeAMiL3X1/8H4+JlhTQjZy1Y3Q8TjNgzFNnxN3BE+69zFUZiyudcMl9+3qVUhuUsFunaU6d16YL
rMlAo11KfpmLnhz0Ffa2CjhSsO3UTLekKzQ1E2TuuwyfNjM5xWpUPU6S+KtSh9IvLHs80AbaWw4Y
xZq6Qwpgx7x+tBHxoWoEThcUZa77LbfNF9FDb5b0Ib3kmnE0wNp7lbSMycHQjGKwvklbjDi1Gl3P
s2BBl95P1TH02ZKFX2jS20dG+ATQDqJ1CMf/BgNDvYKWCiitQA6H8FGphvqUiPxooLz7QIg9MDQB
JHWjcgi8uu91mzZXNwvLm+jNvpSVo7sL+ryf70f42+4rDwQVBwI3PfebVmE6lKCjqiwN7KZbzhJx
kRlYZL8DOptf2rZNH7I6lN/cBWVR5CzIl4mTNwjdAgRfXYuUQFKTKhtCGbjLqn/vP9neLoSUQl+S
TIux1/rkfx7jHMt0FcpsoIHihYLeuKVTz2cxD7UvKcXBezxabbMH9bpouRZQwR7K2Hiqsvx7Uqfp
+46j51XtnJ7uP9zeDgHMRq5Omwet9c1yjjrDqyhEGswDPIMeyIEnRbBPRckJuL/U7pMBSgaqh0Ls
TQqJD++CoDGbUZck5xxranZVW9F5cRLLpyaahvP99fbCL/seNjso41vanaYujlXYNF6cVMnOpPJV
EK6qyvdX2XuB5E6IW3BN3864Kh0rX6cvEYGzB+dkQMM9zXQqr6JXm//wrZgwUKEybiFJ3Hwrm5Zx
NpqEQ5Go8bkM40jzpWmZTog/D/nBYntfy0JSl8EOXbKbZmspFqsRGrFQimRIiko0erGFkLO8MK+z
yvYIgbIXP0DdgEyFNAiAbv09f5wyUCcwTwqusdnJi89N3rUuArrxOa5a+TP6MstJjaUj2OrOoiSJ
3DBUwny9bZbFPsybdO2T8wLaoMxQTXazzuy82eyEZ0o5ZsZ90367v2V2VyVGrspQXNxblSbJUuGY
WksStAVWhzEV9CVjRHTOmsh6RKanOC9Lqbx9n66CncwmDWXt1W8qnGpwlqFKGhad2/SlL5bor0SJ
Uz9XJ/0ALLZzJKj7aYbBL6K22H5K1Yp0ZwjxJZysSLHPoZnV70QKcvKhNCltDkqLnY1KPFmxH7Ai
VxWN1xtnws0j06KQejzNrH/qqA4vQ1+3FyMepdZl1joeXDp7n48hBCXaKq99AzvmJS7FMGDxCC1O
8uIYLxFVj8RVi9ThXACP93QZK+z7e2Y925uG/FoOrGPd3wnR5vOptd0PJjbtQV0o1XtLmV4oY81z
bOHLaUV1fJlFMV0mzLo+3V9472OyJuUB0ne3fSmlaPoU4AmNOIS9Eg+/HqR/8xEW02Ca4X/4lito
nbY/cfumPTWrpAyow8eBZpZR56GRX7VepVURzbASStV7u+CiP7iXdu4JLkDudRTbQStssz48Z/M1
44UOt85aTKfInm08uA4+4N4q6IhRYJHxEcM3HzAxa2hRHT3vOjcqP53XdmM1FAdRewd6xnlj5GdB
/KGw2j5MIrKxQjobIJ9CEuEN1H3fnLqS3jccw8RLUa0o3Laoi8pVYAL5QuhG5C8xQBPZ0rqDDsP+
z1nBqStperVCe304ISeUOQhG0gsNrIcYytwr8M94UpbC/IpLePWtQKcc7ygpv2bM3fw+rbtnMaEa
eX8b7/8SOqurmtsOZSxypoyTq1BQZ6nRePOkx09GIsVsaTNzgjYU3UujNPp5Lo35HcrN8nPU4CmP
i073dp4rIA3ZYTswf0bzaPNWsAY2l6Kk19uk0c8MzRmqtqR1EV1VL2Mi1f9h65F1EfkJ+7c4YZG1
QFAMk5RSSZa/DKtO30VAFQ7O7k6g0Mj8FVwdVrG8bQMb8Q1zFuimB4DPxlOr2T/nNurOpMrVwf2y
Ewth/BMkOEYrb3s9an+mCkNoT1YhQ8Zvyuq7HpXJ9JDbbfYiw16o3DbKCzAvNaYXvT2Z0uX+Ttpb
ncYv8q5oNQFY3yQqYrGrNqNdEUj0XhkAA7dJ6rY8K80UXdNaNy8NvgMnlUB28B333jBtSGb6BGLu
1vWX/fHcvRDKPGc5rW45nU+JJdl+ZIXphU5VeRBHdubPgAeAR0DFJyRudyhKLkThdhRBurRdIMtd
g41Innt5K6ZPFhr+boFd2sWK8Ip0GbK+nSVIAb5eAtw4BObtqB/biBHzbj7xPKQnGCrLeekWeDZd
G/t82YMXu3OjEzH5mVAPaPNu0SB4npdoMDbhQ5E4qDFJxvBkW9HsNXIz+ylz21M0yuLT/X20wxhc
GZBoOoMeoKzcNitbMu9SZNwIMq4h02kRFlNhczHz/LTUJQ4vA2gx1Ku1tFTgDY/mX4nRRVDwDTMc
vMmqlK+KIrAtsO3xlzxGWe2rKVYMXlPn0lNahSKDZ60iUNvgfmVdhmUSH2Jl6nTchLrqMSzTRXaR
5RDJuWva8pvelMp8oZZKM5chfPedcVEdnRl2NV+wqI11PjqKqf6cObF9LQxzjv1cEeX7Anpg7/dI
Q2Y/aY9T3KHlsJyWrtfFdapLoXxV1W7+hP9se4SU2DmOKMZCTWG8y8vcTl1TJBMhOMZRYGRhfclx
ajgPPTp4mVQl/0sqBjJzWESQcWL5ev8D7uwa6Ag0cFCsI/Pcjg2jUKmbYmTIpVZRGeArCXtzivoP
dD3QxxhEgyBqeoSd3zmY5O/w6LEVAe28za3rDMuc3oEdmfeiOjlLJvspctlfa1XLUOnJqsskisFr
LfBnw1T2f99/5p0shm7BaloIjGkFT7wOQaU1JCm0UBI0hMgf2tiKz3K2NAdKIHur0GkBxEceg1PD
JsBXOR5ZzpyuI7ahFC4+voNfZsV00F7cX4ZxxNqOgHG6TcnaheshAr1ojEuRu/ks8u9FVB45W+wU
KGgbEbAJaL8zzNfvTKw6Nex87B4jx3iubPyI4lZT3RbBBL8cl6N59u5jkcyiHwNph03yej1txCnK
KUiii06qgsTuso9TNhzNWvZXcZiDOtzF/PF6FYT9jV5w1dPvQ+XfF7NseCLNYvXtaQV+x8A6ue/I
wrfoDSuBxg4SCfGiUe+EOygl9VZptdCWRwmQ+9v3NyvRLYJWJQNOef1UUamoSV6DmcsK7M+aCkR2
1BwKDe7FLFg2sIBJy0ClbFYxu76vahBIgS406YXjZPkJ4m5Pi522KFtOlk9EKTxFmd4usv3bmgre
jYoSx00LaZEcuGIpsFFlYYA5lzK2dIvUf4A1+O3+m9xJVpiQr6hgOBmMMje7cIxsbWryPA6EWQ1/
l0ZR82Rx+2kCKH3w0fYO2Kq0DxWYodKNs3niDJodd3g64//JHKJxgk7NMs8sli9d1H29/1y7i/HN
6Aev236bK0C4tyUt1TH77kX37Bhx5Oa9bJ8r3LlPE+/iYFa2c87Wx0JcgBY+Te7NXokXXc1GrUSi
Jk/mM4nE/LDAJfXvP9XO12IV8llyN+h229Qy7rJxmpUJM241Xt5NLW44JtPAp74dj1CcO5vfBGND
ZskJu022TBnvIAxQooBBi6MHiZxmiW8ufXMtbckx8BY0k0vDJv3i1It5EPL3nhPoKKQNZkrUpZv7
q9BKfGPwGQqmMWtSPxxz5WOYjEnly5E6n++/1L2aEzwByBSmnDQ1t2dAykRYmLVZBBkahidl1kI/
lafMTaxOOg+WGl5jxflEoYgHslE4kJKVyLf79OAo7mzZ1Y0N/weuH0aF69//UTegNV+HTTLkQaaW
4qFACcebwKqfjdwhSRuSoxxl5wuvJMI1wK0Yo+1jq3Ip6XVsFcGoTXKDtEgcfZMnSW19SwlnMpfY
fNemUezPEBL/vf/Od44LID+gI2BVGK9tr4vaHrnMQz0P2hyIHx84NN4L2eqONJR2kj/AaeR9AP8x
Ltly2NV86QwJlmaQjYNAmXiAGst9fCpaQH41kt5e27T59T88HB1HMD8Ind4UviKp0ENrlCLQQ7l9
zPUmf2jGpD4or/cejZoEFixtOPA+6+f9Y7uAQ9WrVJqLgMmQ8bMdFvUaKlb6t1OVGmwagZQT2sPp
EWZ978utI2UaIwbg460uLjAV4IthVNAVT/tT2lgxopvqeAAX2wkATHqgGTARQsJh2x8LaXxDPcrK
QNaqUnaB8Wh/N0lbDthSikNTs52TQEOak0dvWsF4ZRO8644MbZBCTkJoOv3Vtsb2mWnL8K11lKjw
LQ3opIfPbq+Av5yn0rjc3zB7AGB+AEQoRpcUDNsaRQ+VlF1jM8VZJsgpS6+nsgtOrPneRk6CEV9t
VMt1IGxErpWK/F8N1/ovS9ROP+pOtRN6y51QXAmudXhwa+98CW5sjpACyGsHcoV/PBqCJj9NoKUq
C3s+W1qmX6l85IPXsBMASUGYgP+OSjeEMAkIv0kPLCOXqyvfWMrhCXPEHmu01XodyvVBENp97URa
ghDQj1tHcsnIBOxikB+9E3YvbWIa78n9a/uM2+psn+NJlhb8A6dU9lskn81Ay8zmI2qrqLhbvZTI
D0uealcw+MhZ3t8Se6+damdtB0JLw2D79emWqmgslYkdUSZG/lOKZ7jtEhIf4Wjob4d588bXC2C1
Ebxp/kqqnU3kG+gTaPEvI9SdJ7vph7NG8+Hz2x+K2RY0FFqQq3XV64eaYAyFsWpkQTqnpT/LcUx1
hcBcrs7WQT3yu8TdTGKYlK9gU4rw2xQal01jjuI6D7osTP4Zi2b50I3ZErpj6qQPyujoF5MOjOnq
SY72jl0ap7GjffPm4+MQWBix2RTIt1iVRCkkJym1PKg1ZdQ9mIV96oN1W0Fts9ocyYTebhuHZj0Z
xFrurWS/12+4TPvBliPQ5dYaNst0zr7MpvkdoVftzZccKzGhJB+FCHvTHB+41YsQ8flAxUHLNeRw
eajL7Ah/c3vJsQo6TKha4pB7Exhpk4/aYMcMJtDf/cw+ka8kcelPDbyd5cqR2Z8GGY35g692G4mA
g+HqROAD13fTM0q5s5M6mRAlXMzsI0rAKozmsn0xZ70Wl0GLFfV8/2jcXqusSDFLTx5ewA1c2Sob
CjRDj4MxFjhtj13uS5WlHETYvdfJroBlseIgbtIurSTYtYzrg7bOxLUpS+U05739EuOtdqYU6D6u
cp5vP4qM7RHK/V348ccmU4liChVloZqNk0J105Cjtzh95NEonD82KNv+GpmWPih9k50RIRRuBWe8
OPikey+YKAcQaZ3mkBS+PhmVrY+8E4Y5dNLzSxg54SPJy1Eb5Lbvx9AQXiSdKhOE8jZsg++YFawf
kqCSpLm/zLHuXCUu709CRcvvrHaDLMN/j7K/AODGvccktXn/9p0EwpBOq8pOIu68flBk+0SXqxHc
gXAQD5omKf6IWO5B72/vhHA0wWzSvzLIj16v0vOS+w6DmkC1xeLN+dS/TxsVPXQhfiQZYJf7D7UX
1wjmJj0sgMM3CLkCFReceaAPyArBTWo0DVeayH7okB072Ch7ZwQXR2VFyK3l2GajDLmqsf0soN1R
Vvm9YwAxR4sUhollRqvKcieuSzH3X+4/4Q5Jm64I5N2Vo8y1v615+1mqRrmk4BZGPYWeDdDGm6ZQ
fhJAXn8Zedt0Hpx55WKIdHZcakU9PNXLYr/Dc0tivFMI++f937R3ZtaPuzJwyYq3FWmOAqLdzEMU
tGOs/UiFXbzXh/9g6Lpe03ShgFgCod7WgpItwdRoGA3YRhcG1ogMi6MO87PZyEeS+b8HYq+zAj4s
EngEQMZVN3hOamEkpxwCe5LGGWauqDk81fmYz+6i1S0YjVRgkyYsZL3OCVfoJ9wEc/GjEWUEe0Rt
vw5m1b+Tuy5v/M6sB+1iW2x5WnTdYrpLVOqKi4SjxgxmAhV7tjvHOOGYU7UXqZerU9XaekY7oY6/
dZozzp7WDswBlGkBveUocWl5C3hdzZ0UqR0Oov/O51wlu+iXokR1K5SK6DS5ngSCYiqdT0qfmc8Z
wuwHZenOSWUR9jA+H8TCbQQUWqZ2aafFAeSizscvnJmAutSPxjDKB3fmTgwCnAsmZP2Ut1WTGqXV
XK+YF32UFTTll/Hd2KnRs7Us6vdCnoaDyLC73jrrZJ/uCHkNVoFkvsUdLWWIJMax+Q0dzuw60L18
h4KvfXBv7n0udDmoC6mlblkSUuUMqGNE6NQ1cs98TplOMNS7g1X2vhfPgxYxnbbbJnctFqUtYV4G
05wlj0pvVn4pqYoHNaw6KOrXyLk5fKtkOAnAKh3ODfX6zijRY8SFBIBD1BjzzxStSa9nfn+d+qz3
KslOniycot53yaFp1c5DoppIPbVO5Wnnq69XVjqF4aKGOJlDG8g4o+uZvsR50vydJVL3z/2gubNL
ACnRR4DxxSvdqgyZjTYjrbzSCeQ5PmPjUHZerzMzLtJWatym0NWDAm5no2DMS1XF3AWC3TaAppq2
FFNc5cESSaVnDoV2WT1nTvefa+8dQiegPbF2nm8cikzJgJO4xHnQtDodbhHFAUa9pgco7UiqY28p
cihg3OQX9Mo3GwXdq97BaDQP0OFavuMoKEKPgZz5LYaj9+/9x9q57hGEAXRjMC3lwt+sNRCc9cTA
MLVUx+xZmca58cK8VT/GoRoX7qQqJWqpZXYQi/eXpYmGVZzCjGf9pn907/qVnVzN4Ggbeyp6tyes
VO4QZcYpmnTJ8BpUy4JZHp0ju729d8sUBtQnOHKy1M3zzpyS/6cRjVNv+jH+gp8KDefTfJLVv+6/
2r2l1qYrffWVjbjNpKTUUKc0t7gKusJAcQaBedeq9OyUjxpwh/uL7QUX7htQuGBvblUnRiyS59zE
j0MeDfNrm00K+rZaaz2YWWM8JEulXRXYQ89JkehHpOC9B6XFDD2Ll6pbqvb6Y+ogZ2e9I6swbGgv
Za0vJ7mO63Mc2+LgrO9Flz+X2uybrB8zUU0KU2M7T85FYrfnkdvj16LFeA7VUfj2USsIaFwFfzf/
VnLF62fTpLau4gIXgl4Zf8X6ED5lbXwE1uKe4b/Z3A3rRcd2oTVEL24ToRFCiRkzAJoKq8jQP+WU
N0vpwpaX4OX2qnzOlri13DBU085DTMfovQgFf8pliCVYrxRF7llKL80Xs7bNypuFIX/A5Ub7arW5
sFyYNUmDn0A+Gb6sZ635fl7S5lcKRSlxbbtxPonUKIqrYyI3cdHsWhGnNirK1pUQ6A4yRcHV3cnT
UPaiYhp/mXJh48BS2vI3xSwc1RegJD8Mwxj+lQ7m0p7GXC0q31QnBNydRAxP0uS03bl2Eu2bXUjT
4OtpL2qvyLQl9zPGNI7fGvXQu5joShJGo8vyMqlaZT5UYw/WfZSA3HsONNefRkth+VdIp42YEZqp
clGrpoX+OC/0aQck57w5LtPM60LJmtzZ6BjJL8AW8USc86J9gXCE03Cd2VlFdlFOP3IEB1G4prcE
MqUQ05dJTOlnopS1vGsdi7mUC9Y/M/5FbHJCCqJVor/bpI7Hh7zSnUs+wBl5kNSxFSeyeSXxtFS2
s1MoZ6l5knOh4yKhC1UjrsWa5JVaEr8s4AUyH6+n9n9Ej8l8VLMpVk9CkhpwUWNSDJ+TmSLHX2w9
L94vZd1+rJLafEZeT+TuYo5T8342q6hys8ZcvtlG6vwczWU+OxMeVm4fI/RzlRSzsS6FXOcoHI7D
8NKnhZo+j+04jC78U2H71JUj6X1upMJf8gHuaOqM+nKV8cYTrpC59U7I9FuZr8y93njVaOJsWNGb
aq+pPCi5K7Kq1v2mc+LHYh7bHuPv1PmGBtloe91UGJ9rx2gL1wKsYz+r0jgGRqWMGcrCcH49mYtm
ug5ROdfIPti5HmNv0uaK2zkwpyD6VGPnZ+Cj6gcljUy8t7gsatceRPdvrSPz54aZZNbY1TFx9lpc
5OXHqluML70URgDAjKTwsr5AVNFMmVG7Myg38X6gmGzd3DZr6UsxNarpCejVgVS1y0ctQeT+fYHN
7uKSsyUDm9KZh4cprpvPw9wanatXnfa1qtVFOSO0apa/sKRUc0/FTOOogbRzV1IX0v9jkkfesa2M
q/T/ODuv3raRtg3/IgLs5ZSiJEu24zg9PiGSbJa9tyF//XsxH/AhIgkT3t2zBdYjkjPPPOUuIoDx
BxHD6DLtPUBc/5NTOfavjNr8Y9Uo/9SiHHeuk1VInwkYSEBxQZLsrJTSm8QerAoGAXY6Y3RoZqxd
GUnxcZSMn69fXKuWER1+1JopSdHGZK3FhSxo68vGYGVXs1HT77ZwsudAa00wR07cfivR5zx3SVNw
8kbxBbxuXB5f/wGrR2XkRB1F+5F0lVHiIsKLWDRTOlToRldO8SxCMeLQ6A+UbXVy+i9LoZ0BtJsr
ZYmSiPs8DxwZIqA/wNfM8mCCnlAaJ1Xy92yq5l+9vFDI5hgdomCz5ihE4QTY0c6Z91ZD9c/s1vVL
6ZiUvf2BZm1cbshZM2jZVQwitN0A81M9aT3Htp5E7BxsOzZ+zPKx086m3LokKXgxPgVyN4OLb+9i
vS210ckpoBKY+g9OpA3nngGxOJuaIG2tnEhc9D5XjoWsiL1TuLVNcL6mLca0GRDKouOXV4DvaBFx
ChusI7NWr2VXZd1LLrXt29VwAdGAC0CXF+jaCk6Tm5HchhN9VFWB85+ohCi7FecGM5Kdd/oHeXqz
UWboIlclbxTf2lVdo5qSWSDJykA7TuPBmxum92PtND8nPbd/m6HOfSVndqK6WV3nj4lZh/bjqJea
5LWhZKcnX6TRd9nPZUa2A4Xt6zts9c3nn4fdGkwEZqOrHYZl56hjV5pdQ7/OD3iqc48006B5aen8
6ANLO9q2SA++n+8RqFapJitTKYAunyGkyHTe7rZCicIhqLqMMsQXR0nLs2Nalv3ZSKzpQY2Mca+/
stph84JUfDN9l6phGQmRHq78KmTBHFfjazHKgmNVfoCSku40qf4EmuVHh0VLYcIgkpbg/Nb/Kr9w
vRlB6FpMItXJ7111CEBsC3UwAk/X2pp70a/swiVjmVmVVV4haTvG9YuaxMWzjInTJ9WI9NGbRhjx
d32HWLabR0YT3mlOZX3OmsYcMIIokxfgAun3VPXBLo2Cxzv2aqFMx6HSpl+5kBD7LHsfcAOCq0qK
dV5dq1/Y813rxs0k+uc6pFN3tBpIpUzZYNi7pD0mTTVQet+rIDCESzlgRQccRmPH5SrsWzcocH95
R9hKPtbIQPmuMtrD19c35irA8rXgDdKzRgEPfqR6+wrzPDRFmCNrH/GsR3Py289GJCVvxdXNq9AF
Y5wJA2cVCGQrxv1KTrOrnLYqcS6SHuus2lO1XEPAWIb5FPGLImQ9HYriODVTMKXXyfKjc5r6w5F8
R/ZEFHd8f8U/hKmqP4VRG+EyZ0wvYW1pTwNza+/1t7rKdeYfwhiQzA8SISyo27dqDr5MJ4u5f5To
4xEzIoK91DCbljXhJbbEniQ47hyHrRjDchwFHf/RFbWOk+ZMM/CEHkiQ/w6MrL/EUmBbLvWldfL1
Qn+BHxY/+ohy7xHutg49ej4zshv8ARnw7QOztUoOWZlfzW4c7ms57cGb+Vij9c6e/O/mUogc01Jl
tZW6TSyVlHszdAkxapsGpxTAVEEsQCSTvZPobHxGW2bAiiorTTn6/bdPRRURaCN6PdexcYrzqCfl
tUws86gwajiUVVjcy5af7yy68Xw0lFCHATfJBGmZjNRaZZKZT9kVqe32RcOR8hzVXdu5kTpZe8g6
ZeN6oF+GVBDt8A3TSxpnVBA9m6ambHTr3lAuZl1nbtGkiBNGo+wC14+PddLZ/w6MCr0yAnOXmHJz
F0OiOUv5ZFzogrWzWuXk+pW8p2a0kVkz7qUbhFCTDNZwcYHNykGKENwnkWEBn0LgMSNYIlJ3wtqh
+IQZUPNtAj98EgkaUahtpOPd66d58x3NY1KO7DxxWsTIygbuUlNqXyc1Me/lzniPQQXKnEMGUwqH
k51cZms55jo0gxlbrqUNS7PKJyZO2bW0FemzXTQIDxgZyqNlnx4na2zFzoJrlA1tSOgtmE2CUVoP
LZu+zJ00a8Gs+mb5DhxRcMzaMkR3yUji73gTDae0akvroOXO+Mlv4/4C16nYyZG2Nj4tdyj6VFFr
f1BVSGmd6YBsMrOJ7jPYT+j29pXbSlm0E583XzHOWdRp5GKAx24PdpbKU2UnQ3a1U7M9WkHknNFL
Se+cMrDu26m2vr++g7Yejd6+DjAORArPeLueGopyGMwOPmwQNi+sZEwHlJf1z0bf1/rO59x6OLYP
h46JE3qriwPTYTYdYGGVoLWEu3aiJNNZqdTqXCBMcugsEf6Hh6PKxhGTlia7dn74v7KwVMkTy59w
Sig5KefJzz/0jhDHCEvUL29/jX+vND/5XyuBKlGCiXTo2jJk9oCFJfS96LvhH7vXMN36YtQTWCPN
hEhjeebVBhcYR6EkHJuycAtwfI9p0+IqBfvt8394qhkzSjcUftsyWRjhvWLGCzoqlvP2Glkcdq+w
iW8DNmzSTqk777RFyjxDtjWmBn/0zhavMKFVJtMliq9dGHSHwdbG+7C0p51UZOvtzcKapObGRuE3
NGakt8Bh0ametM/xFCZH0RrTqZyavRbP1gNR4FBuUFnNs8HbPdGnDv2kikFdE6SoEtFOvgLe2UOw
beRWbASSV64Bpt3LIQgG3GYsKtzGIGyiiyo3oavbY3MxejM8hjbt2ajqmzMJ4V6o2nqVZOhQOMAB
rvnkmZmCKuBSQ5YrjuBryOMdXajkkIqkOL2+ETdfJTccKBEGtivqQmMKTKZCM72SXsN2Hls0NXtr
D9y4eduQTcH4oiZmPri4TtHXDkVjzSWH73THuIknGqVy+HHUpvhEcpnGLvpI7VFLJjp1Q9dgWGwV
O9yUNWqYO29mpUBf4OJbZax+h54nxU+Kl3irBsdY9U1BLz3WT32MFAGgEjuDFSxBtHeL3Km7c1Fk
KBonCY6tVNtZ5gIl6C7k3HtNr63NRszhl9EzWYO16z6Ic19lCJADl74fzIohhmlJ77Oo+Dn4Qv7h
INb20jNy2Lk5tjYAoYHigTptTe9VfduUNKdMr0LuzUerHaKvSJXsSVNtZdXc8oB34Kth5LH4/phR
qHlSZtnViqzgV9aJ4JsjtaOrCEjuQIiE64hkz9196xjxSLMmzwwIXQbZVsdCx26RczIyQ37MlDEr
Xd+xWt0FkqX+fP0gbX3AWQEOZxCbfvcSIW3WjT3JGYvxY6DUatFQntGL8MmP61A/owkUvhOVPHh0
p5udUnsO4IsAP2OVqS8hudPxmZWr/7ojwzINEOUkHjJQ0j9UivRPIlLnX6y4Qmrgrq93Rpkbe+Zm
vcXXrENf7Z15BN6mSp+6udqOP51Jjb3XX+nmMnCh4ZGQ0qxycMI/9MZQS+DvF9KjVMFXZoi7k8ls
hSYEGGYmJdAPfaWVzteUmVtiY9aHat/fITREKwm7dtMzo9RUPMk0I8U18s5U3bBu69zFZSdKvQy/
sTePoxGsQr4VgC/lJwdlcVPLVlIT/MgZqyJ70YwEF2G7Mw+gTou339ZYm2CBQEzGFWQ5OpB9vdbi
FqHJrsuKL21h07XKC9iB6Wj+h8xg/ogIWs6DihWAt2e4r3UpjTgbnYmPpZUYT2Fc+p4lemunbNtq
B81NQUINTQlO/iI1wAYkl8wGVTWj0Tu4J6Pa/ZslZfGzlqvyQcSKf1LSpoLEj4faEQplf1G1vFNc
vOy0nf27EX/YUbj1gjxDhcJxbo/l2NSlLSkkyaoZBl+7elQOxlDU1zQNxuPrR+X1pQBK3S5VYHPc
Tw4wqXD0o0PRdZWHaFX2TtIonF9faiOUwxtAyZA+jDPjb26XajTMgJs5IQ8TBcySBT9BhHF0cUSb
nCuU0e/GcA87sY4EIJeAC7JfKeC4wW/XFGpUtXFe00oXPg5sfmB8om6U9zSB13GUZdiMNIDmvHxZ
smlhYBmTQy+x7+3xGAWR9tgMUu75Um4+RE2zJySwtZ6KtCGUYDYtHdnbx1KTqtAmhbZPFJaK25SK
/6gOYfJO1XoT/BLGOa9/uq3XCOMToAZD2bkHfLtebgqnbSp4qo3fWx87SUnetbJS7ayy3ouYRGE8
wUhSI6NZllGRTi1vIopwHUj9f6GZ65+SLhSPmpzsCMWt71xWogCd2dtUN8s6INGZZ40h8DkoJeWv
ycE16WC1snG2fcFQAN3Si2Ewe41sDCN3jsHWu2TNmfpBxYMvxe27BMcB21gDVFdgq3RphFAeIlHu
IUm3dshfq6iLL6b7YZiNas6ONFr5faCOyakMx/FkKt13CeDz+fUNsrUc/oqzeQEZ4QoBGXck5rDk
kToey/aQD5IVuxhYBPeR2TXnhv9nR79s6wsyFyXjVYCbrSbYZqMp/gAr8VorlXDN0AJig4YCUn/C
/yiB3aYp2cffMXZ39uLYH8u/26yJnhO4KPbPXPSv6jvw/B0FVXYd4rEFG2KRQbktbuDKoWc+8qms
EoUoKoNE0fzumohOegC1j5EVZpBfyefMH0isJrVriyzOEKry+539vWYWQMplmMqJJaWcLQhuN5mt
JsbAsAGCH1iQD0FSJKeh7v1PaBj1D3hGT3dAvDCxTrEUqTJbdtFs1g5B39iPaWGFOwf7z55evjEA
PfwiimKi8eLnGDJoqKjtYdtC6M/dzsz8+hAnmn4dssGu3S408sjD/DAbT9JQlIVnCxRA3UjRUvsA
rEnPXNuvTfsAmBfn6UBpw+h9HNeNdWj7GD8yK5vAXkWhTYdftLUq7zzCfCqXT8CdTA5CSAA2Oh+A
vzPlyg6LyDGzq0Ptd9RpIp06FIbghNr1o+qj7uOkCMWN5ZCjwVrvadlunC8Dg030+WeA7KoiwYTX
wS9dza92X0tPg9y3J8VIjXNdjM6BntCe3ONGcsth1lBfpDChk76MkBwuKQ8CDF6q2JEvIz59h8rQ
vurCKaqDMU4TNkllAQIBsnb/rqqM7As8KPHWtw5Cl1M2i/SggLG6V4vcxCeeaeYFJ9lvVa1n76G/
m/PY1biryzp70qYaFJg8pTMey7i8HtRWCQvzqZkiDCV31ohfDld4MBOrEGFeHAkuSAFu7InZUf/I
6EGcMhWLU5qne+TrP9HjZqchmD0DaLmgLKiIxqImE7Yz2bEcOxdHR3bwQVNNSCrNkOjJvW4I5wty
0zYiT2kXuWZtV+/7rpRNF9f6OPQSZL2e6OXJ0p3vjEwOJz8JPuZs3neyiS7qpDfTPdmDuld/rPYn
PxpRAsSW6ewiujWH67+OB41qIdJCsi99FX6NMZg761aQnBqo/oe20audrHVjOfJiE8Ip4Pc1pwdT
wMafDVMvqDWKD77VNAcmxPh/j4H0067qT2/dCJBRASfQVJuFO5cbwbYCudfxf70UWq4x0Er87kHr
1W9S6uvvM0Qr70CCtjtX6iobwpED31k8X+nc6vQsb1+pyMqqpzZyLoCNxoutV/ZBH1EXHAbEDV9/
vlVKwlK06WDZMUwEaLQIbn1XiMBvBFvORMfPs1GXC+50MCD/vL7O+rNBVYAmNJNBeKFLRbje4DTR
q7Iu1ZDaXqyn0sXqgPf4UxSd2rJSdrbJKmijT8VnQ1CJmTLt1MWubNXBrjK1sS9GF9TPTlK0dxWA
irvAKIurIpzelayieGcLtM5HLdtrn6/jBzIdFDto0dHXXoFbKj115KlVrEumyf4T0g7pd8aWHasa
ufGCsCGXsmNVgff6W15vHJZFjovLggRplax3dYtqPByLS2hJ0zkBX3xAXtQ5oSUe72ycjQ8KQZMk
jOYRo4/lxgmyANVBrZc49vJnANrqZYhk64Qdd+71pUi/vP5kG8vN5h/I9QAX5+Qv0gjUCrNi1kW/
xGY9ZC50r+b7YCfRO1FkCPEP45vxUKAjYM7xERnrzxPd2zM4NhDo6AQ4F3vI7Y9SVcpujObjN2Dn
THeU+t/Xn29jw8yCk3PpT1hj39wu1+H3R62qOBd/rugGuLbvxqRTnjTJqtzaUbrLJGvd6fVFV5n0
/IwIFTDpmdnay1QRGgrwlKl2Lm2mO8E5wOmsdJ1shn1MoIySCyKO0ouR5sqPIqvbPafidexheeAZ
s6rbHIYW3xQt1m4wTUJ5zUOfRltL7nwecqdrtbUKfx15Vu5xDuO8s/66n+xY0zq/tZ1LVVf61woN
0WsRBW/uOxpsFgY+BqAWuP3LdmoWNCJwJMizVpTThpca9diVyV42vXG+b1ZZvDG71vWAPj+iaqPT
HCunBDfsa7JL12HvWt94beCE2ZPcCXydZcAOCra9HqCoa7VT5SndqF60zvZ3AtbmKnwaoN4q/e8l
90uEpTNIZPTMZ7PpoogErHwwvdm3kI/DtMpijgOxggvhdgsogaJkVY3YoxbnX6bWT89ZrUSHyjKH
nayV5i9/6zaHI0+fMRlo3xEXl5ABNasGVURYJjeDbT1ZRRV869GveFImOYzdTkuQGIrySBfuUGSI
rIELUdMveW9Aqff7zgQJGYbgevUhukPQA8cFnabkUyil8b+JGsAB4UgD952ZZMljZKIe5oVxJ/+S
i9DsXKga6gertQCJ5rT1cJaMe/0xtLN0dDOd/rObkNJi4izh72GBuo0OThv16ilV2kr9RFKeya6B
Bk9/RH7cItFMMzn2igqXwAPGr8y6Rqsw35tTksvUPJKVHqVB52ZzOsX+R7cTuYS9EHDfJLXQ39tj
R23UBJMzueFQTeM7klzj3mhqFCN7Ycs/CuHE/4ahZj1D8Q18b5DQm3dNnE9+63Waf0hTJOfOOdH/
CY0kv/AG0wJ/KXdSoh16XF++xlJevDR9lzmHwTAy20v70h9wwLTCT4kNs8Zrod8dNd8euju/E+Yj
jvB5/2xOtvaxNBxBId742re4hYhBv16bgTthIh2HThOBayLGKJ0SJaoeMjE00WFIpOQlQrUqusvR
/hKu1Si1c8IcO8wPtiNVgEgjFB8gwQg0xzrVqJ4wOVMqzxetWh70NKv0y9Sg7ISoU/y1QBy+woYx
hOciRVNXuUbT2qZrJmEvedDKrO4QF/zj2pJRPqFcLCVe5cMY9kxyN5kvZUq0IVpu4XdjDRCKgdGo
3VuZJepHSc3G5rkJNPl3XkyKdkgqpBfcvqqm6r3qJ8k5NgssNgIaV5IL4KX+VfKx+8MwJX58qJoc
4ohui+J5ssRguUbsVPWdpKrVv8gRpOGlZkm+hwqjxjUiO3bem3Gpyk99b9KfoTppHgi46CgAhyuB
ZFmp9QOHlDCBKdVn8QcfcmmxI1ixPoXzqH9mIhKW17IYvg0wSkdJ+cLtbnzvA7/9wtXSe6/fn6tV
IB+CvMJgifx5Ddcpw0liEo5lGvZAybsYFakXKzKcnVR2cxUCGOkccx4Q/rfRK+sTybckM7n2xF/g
MnV3BdKT3r3xWYiR9BcYuIMGYvS5yHfMqFJkOHnRdWyD4V7RGv9omHm9U1dvXWA2tzGlIvnpitwz
cnkJzF0Qh+mGyIMUNTG+72Kv9oc9p6GtpWgb0K+Zld6Ykt++NpwNkR+NUiThJwkTJQo2sCVRcqZ4
bHao7htLkZnCAafBtTHekNWmGIy4ki5+3GqHuKqzU1mZwYPW9s4e4Gj+2ov7BbISlgFcyRieLu+X
1jAxkwMJjjGG3h3NUU6ORmGkP6QsSB8GzBDrnUR/tf1ImWhZ861YkcHUIjNN4QurRZ/7l8lqhJdh
U+FVBKa9tuXmMvNoaJbxXyt4tUCsUzxjSdNIQL206pyDU2PhbqMQ4pqDqv8y+jq5M8dM8zIzKO77
avzJ4Uy9YDLzu6FUu0NbF/3OsdjIy2leI1NHyQESYZk9MljCx2YK7EtjlvgXBE4IvL+Sj61lFy/6
aBpn0tg9gM3GfmJRgOGzd+6aHusTwqcUNPalo9Xs+QiInPopABvQSdZOoFxvJzrZ8zSEXvqsYD5/
lr+y43Gy0RY0SvWiBEHauWEg/OhLLcOfHvKwiX4Ug78nDLF+OrYTo3kGBsxcafDdLhnkEHJF0yuX
SAy2VyOeefRVQO9xXu0FaFDty+PCIlRU/Ds/5ApEUqLpPNoVg6VY7+3qiG20eVLlwDcPbYhygzuK
0vo3yXFkPyVpG9uurGeWfdIKv4wPSPpbn1VmeoFHBzDyPTEEEEsBDAnu2cIq3ERTm8oLO7zMsaMt
1KcIjr3AXLkgzUMjWE9OUjMY750a1+Fzmo/tSwpu+7cSJ9kXwxkD9ezQoncucoClwINGyNIPGRNp
LlRHqP+YbW00J2w0hm8WCoHjXYk0kHX0aQd+z3EAiiAvp810arU0PU3K0DMSrAvDuszU8fKkOPFo
e2aPIsi91DWkKgGKO7pn6GnkHGRp6FCrwArGP4aFAC+skCK+ZDCHC6wysip2VRgEhhfZUqu6te7U
H5sG1jOphg2mAYU/SzkUfkeHAW14zUICvK9DVxJt4buSY46qq6dBonwXWWEWIOGbFLZKosU/jaiO
/ANZQPIrYCSmn/LIcb5JpQ2RxQny9L5RHL8+12Q6xSHVzSY8dZDufyaZ4qenzhDtByUpuxjzg6gQ
bg4zLXULrdMehmkapnutdMLg0Ukkuz/4gLq+GUNkksyGFhrUmZNM96E8Dqlno+nSHnq5xsBc7/zi
nxZTWjz9CnQCPSXyEwmytlY+2E6a9AdUZkbdjUWg/Z7SLHtJ2la7x2ClGI5qGojGtaw4qO7ipJHv
cN6UW7dzMoAgQy79o5roH9pKbbyMgyPdJb2a/uzqpvpW51g0QID4gIBO0fmRfpf6mvNxTLQxPjZB
0UXHORpCXzazOHfDKe5/89Grx1jrJuU9Sv+mebTVvkufscDCybSHAll7lSqNn/pIQDnK0r4/S/EY
aUfdz1rEGcrIeULrSaogoQ8RgxRzao+ZrcbhJe80vziQ8pQvaQoz2tWj2mhPjTPJyZ1l+vrvQpRO
5VE6SkDbQjIfL+0maKwiMfxTJQdlflBbvYu8vOkCtoAsiXp0B0U0H3y4/LMBeKFVD3JA9eC2eWNY
3iD7WuLiOQjzXExSe2f26eTcMZ9AvVHgAvtUSaHOaTCHD1PhO49Nocsfx5AB510ZtGnkZr2ZfmYQ
l458TT2oj1Vr28G5sbTmBW4L7K4STmP/I1CnQfEyp1IoP5LRqM5hBDsgi5o6cae2KsJDqNjl4Nll
n92JSClrjyCsfmiV0JjeOZJovteF6fy0MCWQ7rGEl9v7MAyoMaQgKu6H0AztY9DGA5gfoaWKCyOi
faoTLYXQCJdcOo8SslqQjH3nM85rYviIphSvUo3Z4ZxPgvxTQQrRfkQRNGqeJzVvgkOXUuBe+Soq
uPqp/eojV2ac9XwqP5VFXU3e69ng6tojs50hRczrwOCsskE7Q64bmhlT/yo6CDiPKLJ2+jGNagj6
U2Me++LNJJp5SaIJcONZq2vJMLMKBoQAGcDaZ8NwaiO8MsqmDj2aFPXFmqzI6/V43KnXV1nHvCgQ
w1m1k+neMknMy+KPMjXMQNH4Xzo10Z8p7vaEyFY33p9VZo9e8Br0+BY3Xq9oEf7GAbwJUWUHJqLK
AR5+9aHTiz3VrzmrvUkP/yxFl3UW/kLmaXGfU+7QDEdL+cq10kfu0JU4ntQJ+EWUFny3xRwIgFOR
nhItCr79h03zZ27FcJwWyGLtIqKX13TgqHDQsg5N2Vo02XVxTK0WZQURJdKBi0B+eX3VjZcLgJEx
JTMTmi5L9FaWhYhuDLMURhnZDylO2W5lSfELKqh7Xf2tpRiU8AHxJOJjLtpv8H/bXMwvd5r05NCP
yG0rWpZ7Hb4Ub+1a0gtGChURBHLO9dxJs/1GFylOF2quPEVkvvc16gs7Sfcq+SM5AtMzHzoHvc91
zQcwOZ/V2xBdg60VyHF/tA0GMlGV665DKb9TS6xfIF1medY/YJxOS3ZRSwxyiN18C00/iNkRrSRr
96ivTocAuvPOC9x4trlW5uWR2q4lla3el6DFYnKXBVV2VyV5cqzTtj1XhVweUCjZHd5qq5PHsxG4
qKApNsEs36a1QCwMs42G5Kq3UTp6FQKPEnbVWvqcSfFU/1aVhNwo1NSB2WwSju9zgfVTH46K4o5j
jP6Nwea666zZqvn1I7KOcoRwGFuczVkdeRkUfD3M+lDHT1hK7QY3K8V/bvyu+/BfVgEmzwdm+rYU
9XG0mnZIYtP57NTSkxDbfkfG0v/z+irrLcTBmMFbs14Y86dFkDFa2G7cHig9NKGPdaIfuAh7h5/a
TtQ72P+tpTBJJJDS10e7a7GUn2BakMCfuPqtGj+OIjWe/WwahNsmYoh2jsb6G81eqfR4GDODQl2i
TKDCak4wIHeqmol8GLQwOmlKvcdP2Xgk7p9Z+oybCPHhRVNkNJOpoJUfY6srvSRNnnlCytQLQqTD
zm5Yr4Q96QyLZAaL3MKys993ldGVObJxulFMD341/pNaI67tkfZmt+x5x0Hzne9vZljLEb0eD1OD
TmmCXjtM4j6nQwuhTXLVsNzDxqymyvNSPAzNOGDJK1BKC7BLRhOa27VApDHoauu7A+30lCK1+bUo
TPMzj9xfyiiAgSuBRdup1tdslPkHgFqkV8dUGx/f2yDT95ZRFCU30NhalThneWQ6rlbJTnm0Sj/3
XY1hnfVcY7n4225LJfFah5ED/p4+OgVpYiNs04am5QaKZLyZ3M2PY8ACaIcAsHbCQPHK0RqDRqUe
xMq1nEz9TFdeOhe4fO5EtK38lPaIymQWJTY29O17QN5pJK3jQ2C/C8E3U9J3Zm4m7jCAA3FDn1FA
0Ux7uIytzw9qFPjJPDRdUYxbLAPQXEc7H7N044jWApF8qMyzRj1+bhnNfUb4ejokQ3hWwj3vpvWF
RkqHzQgtMrDGqyBuaQPGfyV5TiUZxWeM0yQ3QM/S9TMtSVwsdOSdrubWOwbSDMELDAr9v/lt/NUa
wrxQ9qUWkoMwDP9LHwbSAdsc303aIXvsynia+x7lTkK+Dhs85f8vSkJ3uygMfUJkHJFioVd+NhAJ
vx+qmU5e7cqjb0RccA9gJOfAC5F4sYcAAledDb332guVZgi93SfZT/YukfmvLBPy2VBjVuycxTTn
z/rXW9TCDrK0zwMxJVM/4HabnZreyA8IaOmKW4jMPMfh8E1Smr25wcZuRawIsA23JDjZVUFVAaes
xjG4Vona/wyQv5pYr1YY7quAdl2Ew5zqucwt65c25nJ9j45pvIcO3njJKvQUeuOzA+1K4ULptQr+
dB5gBG6OgDfD4KRLxR75cWMV+CgzuogApKzyynYqBJkuvf4YmYJ7ZxChcbDi0t7bnZvr0EZEPMiZ
DQMWWwZYhmhNBO6gTEcKnrpp8JRCC9w5AxtbBtQjzkT0+M15JnO7ZRQ7MdUhk6SL2mX5gUGtg7e3
MtEzqtR3dhmrhxBh+fcB8LG3ZzxUh+Yf2g14jOWlrRqh3EcoHF+jwEevzpD8I/LsttcFU7gTXTZe
JS1ZDjsKJNi7LrEngdYPKsEb31zUC97Xg6X8gCEX76yyEcPoYvATWeoPQ/v2VU5RFXVS5wfXwsZU
8qhUgfrbSEwHyR+R1vYJ1kopLkVArbNTW20Esv+jZDHnAie1BKCleV8XtgpUox3oljlhUnvROJWe
yKXw8uaUmDzYJrggLguIaBFiBqWJUsBsaMmXEZ6n1A85QMUgOmFypP6Hx+JCmIdqYL9W/fSkT9A7
960AScOgw14lDc27ESIqY+UoH/ZcOrdeIkMXyimAyDDf5030V/AcasOppaiJrknF5W4h0uQNlW94
diTtDXq29uNclALYs8hYlz0aW1VaO1UnauHcDx5pL45nSRv+ff1LrbHV2MCDZiZjAVnD8GjxQIVT
G4NJ1nalOiqPsZbUz8hG4b9eD9pRxG3lMevFijSWzKMfDQbynOOb0TD8hlkdAVE3NHiIzrcvNYys
LpZ9MvNBzqpLqlXKWRuQVK+CZtzZLVsvldM9C/IpXACrnSlFjhznKKomadje2SIezyKxox1q6eZb
hYwMhIxZFhIuiyeiocgEFBrBVS4V1QsL1ToVUza5Flz4Qyd3qTegKnYoUKJx67HLnitffzODaX6r
UEJA3KPdtsJDRuPYp4FcRvBpi+IU0QABdVkMLsiXdOetbp0K6nhiJ6R40NeL8x5ihV12TY2puwjw
DOtGy62FqF/GZhfhsLkUVG9wc9RWq+ylsrRQNyCaX2Hex0cVaTRPExFk6Eh7M3YViRWQlhwOmgcQ
VBb9k1lhTHNSJYNo39UfAc5YX1AnQTHBMUNzpzid39AiKZvhFCzHDB0xjcUNK3G6LT1H10VK2/4k
y3LnTjMPW61j6Sznpf3z9XO/8RpZj+X+ANFWx16WujhQZYRzunLKQhSI1fZBoxx7D2bL39kdG1ce
CjLzUjN6fMXS7fVygLgw8x4Zk8eeQa7nIZPg5KgnJBn/QU/iMyq31sfXn3Eja4Gkwo0AHgb26rL/
JRuFVqIgS+auFtOxVsuI+CanT1rfyAjdxg2DqU5+ytNseHvWQiMTBVdYK3OnZnEeRJZJnBIDHYR2
EJ4RhKGHQWJ6FNmuSfBWqGGP4oU4KzRSPSxCTWOOyHmlWIsz4dUr14pMcSxVRZzi3DSh8GtqderM
wrqqEsArrxBVZ95XjtZ9ffPbnlNDWo40VNfXVSkZUZCqEh4Hflc/hlLSHOi9MetN/N+JiqWvjH2N
JwRUs9cX3gjpLGzCjpnFz1dbGXt6bSxNqqYwU51H+OL6Y1vG0fH1VTYODM1vIjpCT1wd9rzJ/7r4
8yCtuKPo3qoMZj4pcjec1GCcBTV2lU43H+ivpRaxAMPQ3hKMH6+tKE3PUabUs+Rur3O0cTpme2Kd
imwWGf5DLPzrgYC5hmUzF9PJMGQ/4O4Gn1U4POeSnOOix3kUQyM0cua2Zpd/fv1lbkS7m7UX50PV
xr6WKW2vepLlR7S5LMZPNE+JHoob8W53tsiaUD+T9mnP0JyZU/slYq2o4mZsJJSlQH8GISCCIL3E
bWJ/pXmFFeDQoWnlNkB+PHn0A57cSbUHIyimR6QDsz0QyNZemnULaM0jRIxayu1eivWJr48v35Wr
H8F+i6nqowmWoXR1beg+vf1dw3OH6K4ZgIb+xI+/vjONQKE5wBoQFypfcmZspzBGXRmmY+Slingz
Uog3jVzJfK8Q6lfzSwcZI9CpI93wyCmvoa43h9jSJS8MTGOn97i1g6lIyRopsK2Vx7YaVv4Qaljq
ajXoCuCifvg8SAXC6WEH5GWwAkYYdWT6wgNplLx9D5N9zE1XwsI65wGPMAoDTcGrHE0mUJ3qtzyi
d2OoZfccW3G6s4U39gyqLHi6cIcSg5ZXijJo9pgCP772dd++RzpK/7cKhup72UvdXkTdXGuml9JQ
NtcQM9tgGtSZqOm0liEect80LgpQtEtnwLF8fXduLQXhg4TcYACwuilzX2b2oBBWw7YP303SMJ3M
IOs/xVKlnl9faiOskuMSuSGz0DFfpnNJPphy4TOnScX/ODuvHbmNLAw/EQHmcEt2nNEojIK1uiEk
y2bOxVRPvx91pWYTTchrYGHAtqqrWOGEP1jp+wlg8AXAx3/4ToSlrJwOfWrjO4U0nRtXXXpOTfy/
uRNNIADsvAx9Z+xMSN84ADT4eG5JZ+DFrI+2go5cGiL18DS60lEAL9dOe8QY3fROExCbJDDaIu0D
CGfgrPTSsX+EpYnKb9oa6jchcWcmNalm8JqWln3qion/JBajjUOKMnSI+eYRfy+s2YLTORIIO0Xh
omzVIyCGif2cDoEXe0pywHKIDR9VhfEPptZjelKtEBeCRLggdx5/xY0NQ2Nlif1hQi1tt9u7EzRX
DzweNgNaqs0RWtd89FCdfBd34/vHI22tLq6RwAGR0yCRWv75bxen4mZh16JpjgiLjrwxeMyzO9nZ
GaOGCqO2ogiMPpow5MMH7/HIG88jMGE+Kn39hQi5mmPviDYs9ApjsSEtjinr4TdZNp5TEQm/KNVh
Z6YbJwOEK+12kxfpHnNCr3vGuQkMdG+b0bGqQvkVZL23E45vfblfpPGlgL8Bi9DjWIJhTJ5CCUkv
HfTxVRlRJ0N9dy/y3xoK7DMmRiBIyfPXn446oRVFKgWF1q4OTRK1J4giuZ/B2N/5Vkvct0rc6Cou
KHjIVjzmy9r+vktmmPeqHmLRYqbKeLaF0XzVFZSsAq8Kk1MxpcUHuKZ19B/OwYIlQBSMAO6ut92M
miOj1GXcGGAgpKnpf0U4ve1Dp3l9vBs3F5NXB1gSEcRdHYG+LIBYy0qeHCVKkZuLzADJUTOYtWov
yN7a+MsWpJZNxeLukRPjr/bHnCAANBeBDWH2ex7mamB50fzGaSigPJ7aL2ek9ddD4J/ACFI122V1
0jAUs8F2IgPkjLH1laaD/lcDcvaDCqr1L6su4k9T3uDQkzhtPCDHHur/VmAnProQa9RA7R1lDoh3
MOp0hqa8IkjQz77bYZo34oIqTn3qDN8Hq3Nr2p7NBNdpspri0OqV9WzK0txz09vosFA7YCKIGvF/
6/Ikb8VgIhuTPpW9O9DoVoqfNXnvj8pJ2yEwpelS/2n16SDpEH02RreTO4/S1l2CFtBSdlroo+vz
0Fnu5LSNA71fWtVfhg2yrMqiaQdLs3XqQD3R2+bLLTLQt6cOkpAYrAXZobRzCVAx6c5TUnz2vKm5
ABZuAw/P5MvjzbJ1Dii6LjhxOlh3ibYk8+xCE/DF4Cg/oBxpL3WWxhc9F/1OwWTrGLgLqZgQjOLT
Oj+QEQUKAi7QMVJVvrmKqX03ujyLEDeT1ZuxK/cEx7aeOg84zi/AITTB1XLGHqYdtrXYdsdt/Y4j
MQdeguFUrbimr9aj+GJ0ynzMc/bu40W9/5AGxSzYlkD+N0BRnQFRpaq4qYU35kdsmEdA0+50dPGX
DaYeU8umsOKd3XM/XQYlj4cTiZzbHUBPNkQwaYpxpxKK8qIr5o/Rzswgl5GO21FuvevCyjro+F/u
1IU20BKMzMlcFKvpWaxPhztbRpuM+IqYVZ19peGaW/6YSAkVEW+BI7xkSM9pm6FAIDxl5N6xvC9h
11VvG4yddL8jhNWDbsjjvav3XqWHvhd0hIUJYWxAshBB13WSQvIZK3W+gOUowTGhpR4eLG0o/8Fl
rLJgFyjpu24W5Y8ikgREptCN/2WARqVP57DIdx65+8uE34TIDXwfskoqarfHXKumSsl7gmm16MXF
GNA4tVs4iY/34P3BpqwAeguNgi2FRqdMaX1XhFteWFhPg5K5cVDniaL7vekVe9YyW5uPFA5EHsWI
RXrrdk69ViRur3BFZ3GiPBe5pfqemk9Hkkn1XKjGfOqjynw20fjZCVU250kyBT4Z9dI7Bx1oJzAf
e6BWYFKgAwwgp9uGZ0zREF56vKRbk1xEtaE8gu67q7c0RpcWMCmJ9aK4uMYQQJKgDD3FPLi5UmIJ
N4fulybs6udUotu6s23u709aL4QrSPsteJx1/BylkZ2afMGnxpi7YM6T7IMTObEvqzE9m3oW77x5
ztYtRleV6jYKKYs8z+03BfI0J021GFUPRvqS6GKsIALXpYBo0aIBjzdj0fJxYVYEsnIhp+Z0LL87
mde5R8ftp+oKRWNuX1F4gzEiDRf2bDwm49vBkML9a0hGRRypmaXFi3T0iluxB2VzIL+zlEtrZ1N4
xn44yfwunDXvEJt44J2mxuuMYzGAcUXPNSw7n1JFb0AqGJqX0R5SgWFUaCP9pWvhc5ENUA0qV9p/
0Y12I1+Nm3Khy1TmS1j3sRqAix1qmP2ies2dBGnRcVKM6ogIU5EcWwk/wnfylppZxLuIrYWZDwsI
yUBsbKDxpzDppIJ0A4ge361+NibEm+zhhwXqVj+M1uTQ4WyHnEOeuLMTlJ3ET1a3RAvPrVPK8SDV
TsDKmIbM9mtpDfoh70LbPel9Emt+XqvFxPmNzfpJSbGEP/Uo4jcX4jjjc1HWav9SQPeoD800qO9V
OvyJ34f2EB+kGDXj9fER2NiEpAVIeC5lAPbEsmd+SwymGqMUveZNzfA18wt6LcHcjObblN/9046c
4dPj8Tb2IE4I1lLi9HQ0GVbgqEKrpFCaJH3Kq15XAtN7UyBrmfuhGhk/h1LtXovBrXde0q0rZdEn
XVTd6FSvN36PigXPM5iCOY2MA7Ur/BeJgc/NKMROpLA51GLQwqWJuNP6UAs68k1i52AKPFmcuKXb
AGWZ8LnDJf3xSm58ORRkSEJQZ1hehuVV+u3LWdD0ZZEMNG+RszD8vrXTVzIt+ywmV/ywGnUPxb/8
gbdZCJIjlIMpZFLKuYsshSMHgFENTOfCKS1fCaMG70qF+2LnWt6aGdxzCuELifNOGUu1e5teCQ7i
Uk3bYKTnfOi1RviUHQcymHlPMm3rm9F/g8tCkZvYYnUvTqGJYrqLX5ChyvqMcVRzqLKhe+1p4B4f
f7TNoZD9InXEHIPS0O1Hi3hNB7WM0ydb7YfnCCH0J602uuM82+Z/2IlkASQ5BmRYbW0bUc5AKfN0
YhXL0jwqXWb6TRS3x9iEsvDns1oqXfRf7aXEsJqVsO3JiGsko+diQnBQGaf0gmBaGJJkIun+eLCN
GwTOLTp71IB+SW/dLmFiajPSGou9n+FmgSE9t/eBLfc+MhT1WSCV/ZY6xh744z5lpWcIE8kAPEvW
ur636rxCW1UlHiomM/lBW6o5ZqbWuH5rTZiI070I6cfYUK2guXr250jpvd3g956UCyaL/xypZLoW
iFTeTt1RW94d3s8nWGYOJamyUd4q3ojeah03+RsUZ9ziNYKw3KLwDzo/wMun/lyoakF8kaBMs/Mp
Ng4qqPjFKWop8NLEvv09k1bog51USIVPFZJ/yEz6bVrpvhW32dEW4R4fY6NBtnhDQCtnk1F7UVcL
4PEygcMjZIr1VPfF7E2Xppeun9axc8isJrvYTlWfzEhGx0zKlGJzHz5JF1fUx5tw4y7Evp7iJ2D9
hQi3+iHaYKlJ4fJspnneX5zQSj54hRmeHo+yOV/KyDSPaJsjqbg6WC3tTuSfcUlJ3QVv4RbeCfdq
E5t3tGC6wS2vjlfD3ycPCloL/ZSoA8hjUmA/P/4lG/cWACzKanRA+Cnr+SLaV1UOWg1P0zxFBzQN
uUysTAZYie9VuzYnDWSF5aULsvR8b3dV0SVhUkCzezLDxhh8tepcC6ar3v4kRqzfwaBMP1dJb12s
eH4zIo9Pqlfq1y7u9rT+N66apU3ItLmrAa6v97duE5zImllbnQK3Ns6HZ7pb/Xu7T/ozyXj7harD
tHdzbwyLgAHcMp4jOJ3r8lgkBBU6KqpXrZxwJaykG2uBgZTpqYWuVAYw2dEQ6moXDcfHn3ljZPhz
dAuX2hh/1gqlUTtRZw8i866mJZyTXpfl1Rud6ayYUHRTtH5wmCn3xLk2zhKQ2cV7ZWGG3FUDDfRG
nLhk0AQzhxMYmfxoD9Q4Hk9tYwdj+UVLhuoEtcc1ywqAukufEPnoFOjqQWnS6NCaxqmDQv3ndwNW
fZShuYsojq3DiUjKGKgiF2IN6sKfjFZ/L6JU3xllA1GDLjCzWcCIDLTO0PFhtQTOKgi94lg2BqNo
lNdUczsipjFKFF/2tW2+qCDnF0ZU3aA+G3dV9KahsJP+eVjDp+OG8hCLYNOu9g0Cs6ETqiJ6CkkW
TxWqBZ/HzLH82JF7+oIb815Yx6CSeQCWQGBJ6n+Le4l6czBvoLztEofV0gvlzDunaT86vZBNkGpe
I451LcOPyaINEZRpN7zzRGv8fLyhtn8I0SIPEuySu76m2wzx0HNDP6HREOIoVSUB1rdG4lMoC2Ew
dtqpi+s50BN9PhTJpPt6aNr/PP4V99ua1UCp4xdj895pbW4qq8b9Wrn2ao3IM78HoSjXRnnYKnZO
0OaE2WjcELzAbDn9duXrqjDjIbKUa7a4lQVG1KSGn1QG1rA56IkLsgK6OFexqqS+Ew5WfCqsqH1C
CBle4+NpbzwSgB2ZL4VRiH8Io97+FobzMmFZEb2zLga2XdX2xxSxt7dFVA9/p4qRYOMkzdc5b+dr
X6F1fcQh1DT8UsZodD3+NffB4e2PWS+MppI8SxgjeqmWr7HloOg1arPzpknrMchnzUVwCAqZ50bv
a3TB/vwqIBQC2MoJREQRcaPbxWi62ugH5O+ekPVGgcEkwv+FjP6BgwOhX57V3tt5qMITgn6Lyp3i
PbEWSrlzC9xf5AvUnGgIWqGzGK7d/ozUZDNGdh89ZZYjLoVlz0og86Trd8a5Dzv5s0njF9wirZX1
t6+E48XKqMEmMSfIXE4KLtOq+pO07NhHFE358Pjzbp2xxVSE0rJn8iqvahYxSmnS9CZut6JWDt1U
T+dWDr2P1Ii3w7vYGmrh5QGeYXrk97dLWLpDVLojd0pqKYkf0dQ7RK5Epa9EnGMnet8cC0wmSMHF
xMVcfS4ntcqiLLPoSaRxBxkYUKTVqRPYMmuv3bY51EIPcMlIaaIsO+e3O7vMABBMsY3oba7GHxCT
MT8X9ji8xfHL+/r4Y21twgUP7Sx4HZty/O1QXahgwW6nsLfMYTyadaicnCwvdiJzd2uYhR0DlJRg
gprI7TBGEVlVOM7h1Uv6KTk5iamKlxlSevReWFr/V9JmuRYUjqT7PNSN+J7A3EnPKOqVWRBXXmUF
PBBzAobPSz8V89Slp2igVuw3YlZ/Ti1Pp1+HU9UhDtQmGeYvIjfPLZGFPAxypnLZxXb0b2Kmbe3z
FmFFExvJlAZVmzvDQXQKHEfpWEkc6BRb/i0h2pMaWNb0Ho+iKfSpEOXTuyas2M4qopgiGD29JGdM
W8e5RK7amMEQx3bJk5obJzQ3igZpu95uD4OYJu9Izp8NGDKAJXpRdel+TrVsKt7g5StQq0YW8zib
KV6LHUZZl9wpC/AhTh2nF5nZxjc7xxHAD8s+Co/ZNBTy7OSj0h01USHbWat17r4h3J8vUYRgp79o
v7w1lApM9Dwq/ZfWzYvwGhtt+5P01ouPilpnL3ojGlSWxgLhHOiQoj8KMOToPoUJ6pAtkgaV36ld
9JGECf2JOMJ41u90/N78stRmxKO6lrpZopjVd2r/SbrzUGycA9BAS9NU1SwqoKvYJUxoB+vo31xT
c8yfedex9M0jIB+SanO8c77vuxvkwos7DE81shve8mN+O3Rh21ZGVLbJk2dHyZF+wuQjGi4PhVTF
EYWBQ1nkaAk68d7A91kEyBkqEEstzYJAubpYer3qjdZx4ydTzbIvKfYLf43amCLGrrviirUwb7Go
I3tnvhuvMJZsFkWaRZQdqs7tfF0jDvsmM6nyxlX3zmVRLkjPvxtNVz6nnvk3bU3l3E4Dhfiqb3Yu
7o2eKeU8yssQg4AVoAtyO7pnSc0sRJ88ISNaeuhrDfUZcybqUr2Ag9i15lA9oQ6pdz6CJMU3cEb9
+97wSCbRbM38SWuNcxL34+Xxfbix5ahULI0ml/frDkDtFFEhk1YFNVVhpcnTSf6Y9tNhoim2s7u3
vjvWhly6ZAE8K6sNlyC/psu0jVEiSmwopbIPcq/4RzWiyk97zzvSM97rzG9NjyvY1GCkLPCm1YMZ
p3ORjy5ERZj7+okLRLuGiJK9SRVtT/V7ayjkREkiyc4XzYTbL5wJ4GcEWGxrjXarRe/nMLTagC92
OZ8ff7SNCId8mE7yIl+6+L/cDhWOngs4xeQRS+fQ8Kvci96MfTUI2u6pOCdQw9Sd07MxJO3IpR+5
mFNSML4dMsKqBds9N8JqrI6PGA1Yn+g/RScvRhQtsyZl58BsbJalyUvzAkLWfWmrSo2RCgY62Ymn
80T308eyzatv4LLtQHJN+tY4z//hZgKczMouZClopqubKQcO7tiTR+6YNH3QDrr9TplLkuepywPE
l0Uw1fUfOzjyFTWbWjUaVsjF26tBbSQM3cEmppusCqHEiJKkE4QcCOc/fMIlGiFGJScFBnf7CbWo
q1B6k8rVwJnap6ERB0ZauYdFR+5cJblyfLxLN2IgiuJQehYkMXXg1XhhFhapIybl2mZt/c1xyz5w
M2tvoyx/ym3baWEiU3mnm0ZVbH3slGSQqZO5yjXvSv08zn0ZVLJ0g65qrT8/dnQI4efYbEpS+tUJ
n6fZ63OPoUw9ql5GBcJHYXhf07Rxjxh87qk6bR2534ZbE0pTMMw2/WFy99hL/Di2tPNslOJgxbl+
BJ22V67fWknAaDyOFsV/Z60zJoy4m51w8q6zKUcfYbrqCd1SM+gHRexgdbeGWtjHkJ0XMfx1cWqu
oXFoCF9euzlb5lLVF7OeWMUeNvnjXfirkbXaIOyQBYBGf/e+DtO1nK3MiTGGK/XyYiM13gMqSMer
S/P+ZVJD4roxa73siJd1+rM1+3b0R0rPAJX6mRNpGrMrL6I0UPPOSZ7tj2riSfEJ3V5THE3MZNQA
ffqwORSVVK33OKfpZ7fMrL9SU1RjYIHNeY7z0v7oVNL6CzVUYnfblrnxlqKcE5545qufdW4UiGoO
rngJyYWiHy6B5+zD+8DeK5kAlgWTrsXJwQHDrvqjErqeX5tA5H20/oX7o5ODUI+wWKNvCY4ls59b
o2pe3bZUxyBM1OFrpqdjf0YIx/pCPY5HigwFqXwjRrzOVLQo8wenm8EezE76b0HpnM7R44+xEXNS
huCvJX/lIVn2xW8xp7Tt1E5qFJ1jPbOf8zELD7OG0vrSICL5IGlWAIn8k0Px3Tm7GzuOoivMIQj2
SM2sr4lOI4BSsePFFMOqTiP/xiGPO+o9szW9Pp7kViFsgREQ4qKkyXjL2/bbLEWtCHBmhnJVcPC7
zOS2UMSUbCa+Zgcq+az4PF5j0Ma2+c4sje9o3zQfHv+I+/ni6AI+nfaESVNm3SQosEPsrRJIYiFq
L7CB8QZh68hPhsjkzlN9f88v4j1Lkw9xZchSq2uxKMzSiWxa1SONoQvRrXLJs6b/9/GEtkZxEWdy
GWKjymJJMDx1SfiOs6P2pppH84qKrb6H+dLub13kllDmAXxiLwDZVaAjpgYtInBWoPXc/oMGxOV7
NkzSDpCRy4cAiDUldJQxxDuyWfEZdwF5nhNosYnU7O+QV5O/07H1ACur8acZG4HLyHb+/HgxfqE3
bi81yqy0nFDhI7i9q29Srsl1txzjJwSsu6eKWs3sq31c/DsobnQhrUBoUIca+GYuo4G8t5CfCpmN
xzpVnIM1OOppcHr73RDb8vr4p21sPLo1SHPQrqHHYa12Q9zLZMIcBiF1txvO2Ay2FyvE46a0tfzw
50PBGgDyq5MvI1R2e85cxaUNliOrIpRePah5j+dC2YTH3Mh2ZeQ2th9wdJgYPCNgOdcN/pKwAEQc
8WgE6fv7QAm18CvKjNk5NPrxu43+Yh30JK+R31hh/w74yzD4oH3Ed5uyhngjIqQvJrMbTCBhVHsO
k/T0HzUQLyyYXcgyPjKscjrFkSoo7SlVk/nNYHSfsHBM/nLbYox9gzbvZdanND+kUagtpZdq+uZZ
gHEPqtX37+sFi30wbImoeqdoqKIWxYROmRZZtQV5SjW+C3owlH/zymr9gTfk32msYtcXCOvbNCTm
tAl0DERCqtFV8rGJpbeH39nYIQukkgybajQtoeWf/3Y9KnS8si5GV6VwkyHQJ1kedWDbHyaj2oPu
LJttdUyWJjyuCHQcsAZZbcbeyy0j9Ej/ZJl+03ojPkvFEoFbGO1Bdzv1vQcb4oAlveonpZh39ud9
DgMfkIID7T7EeGhg3k5UA3Hg9jmF4dbI1EPReuIADbkJIs/DXRheCLDGZk+aZ2vKBhH+YuGK8OH6
UESjU2QK8uBPk5q6x5b+y1XY3YKl68fwtQzDGVBKWITnuK6oKzR9C0T48bncukMX0tISJ9NvoAZ6
O3GkcsbZC/UQ1WuRse+8vLjSBgq9f2ecG7S/PQpNvT/Q+LgKUJPJBYcnHkVJG105tqWpvx+z1P2i
y9L61xyrETlFZ6B4L0dlD7mwtVw0I4DuUxvaqMs0Jigupw2vBbY1DcgJ8GSIVCfEgDXFK9sXSaI7
cHfk1F5qO4rVz1rSme7Okm1cL2Cp2anAZcBVq6uQoUxUMqOsJTwxvDkYdTt/b5ai/mNKBgkS2xHG
wMJUXWdkIsucDr125TrXiToeLMWLX6cIRdCgmqtWP6GvXX96vBc2nlM2vwM5CTLNfVUkyokxs06E
VyPD+vPQKrV97oph9o7gdLyPLs39z49H3LhegKuy/xf0DbSo1ebrtBDoeReF15YLsSGoPgqDesGU
Z8VO7exXPXZ1vRDLoyiGjOnSbFo9QFbWhFkyC+U6TrbyYsZe7vgko1INknqafrDhJMYBYJFAINdl
MV+zVEt+jNRuyoNS1u13NPqNxodt5/0T2uhH+6Ziay9WNlrv8QeZRr/TmlQLpKZOCF8Witqd2kEp
radZr6maOR0V9H+0Dj2XQI/GiRggrCMPN4Opfe3HBENTfZ5CYG+ZXn+2ko6iKklSXGCmQip5HIZm
AIIQ9uIH7RakkvRJMT8NmqS51NZe+V6hU3r1qGeRsAjF9F6JStRnHMw07WAOpl29cH1P4gOdKlDW
bp8W8hBqObjvwWzkB5OQWwnc0sug4Ral0l6SrETH3i0bLT4oemvisYa14tmDjpp/IPQH0KNXM1oR
retNVoBHgCOCpNfVHgvsun/XqKItqJ46NE/jXP3cwyX52CPr1PpKrAwvSd7UEaIzXMmBnEA3VoXn
fjQMEiqA24Pz1gAL9sXVusoFOIPo9CGpnMY8xXRNwbnLdJKHUsqp8Yt2oNmFw2XUBoJ1GXwZ4cjk
N2UYuwc3tl3uoyLM+wN2NGl/gA2h5giySA+CyVTl8E70SFF9J6vL/8GUwJcJSdX0y+PNfv/EYPwJ
xd2F6YZ86jpnH1phufT+rKtKMfkoFD35mqPOfFKLAUXJyZpO2BPsxV0bCc5iN8quJ4+DU7x+Y2JB
MmNZrX2dURdDJclsTHSuzGq26EkC8Pdto43+yVsDwzOqky6fRI/bOX+GsJR1O0twf95vf8xytf4W
TiBDxMdRHNj9WREdSjwJj5Xd6MdJ3bXV21htMM7Qtalr0WJeEy0du+Bgjbp51bg5A+D96lNvVXGB
haX0TpKD8iIM1MUef+ONCYIrJYjhklkaJssV+9sEYeaJpC8G4zpwbZ5DW20OSBvAzRj3lOY3RiIx
ByrA/5jlWv41ETYq5SkWMj3Y7UMjrPRVqLH63PRW/PXxpO7ehV+qegB1rAXGxvuwmtSoJPWgR961
1pVXybI+aWP3yesSNASlEe09ClvD6TTWeBCY4V3bVyvNClhSis8pHjVHGQszIJjQAi8NjcAs5J4H
591KLp21JTMh7gQRuRZ5xSkktkJVgtELneJzOIgQfJWCz2ldSmVPfuIuhlkGo2CHJAKv0V2hFZfA
yMqRFbxaWZKElxIckRXkpV4cG93u+kDODX57A+4cEbdknL/relnuiMVtLTDx3i8WpMXDu/qeUqcd
gbepc3VpW79Es+nk5wG0aUNsn5fPNVfoTmTxS9vn5vVl2oQzBhr7ZJx3KZnJ7V0A7PGuceba3aXR
ulweDHpoEIOhKQyAqvAMKbXEggPn9aVx0MQQ/uzKUb8Kp4e8HLtZ9LlO4hF8Q91lHdT6XOzVvO5C
O34mBRjauiBkqfWvjq/iSp4fBTfYBhjjJx3V5n+cwfhjBfJlFKQPoYoB/STqvj1Png5bDZ8NTF/L
ZvpWF7MNxmqmxx+hkPT58dndmtFCEwPSR/nh7jBVhjeGkn7GFbWT6UhM3D8ndaIfHo+ydYQQOvHg
2ywyQ+sjRHRXFCQr7Op0zIIML5wz9dXaDz1qqo+H2jpAJPXgQqCt8JKu4jh77HBcBMB+7bRSjXzH
GoyvNe/2h74vwr9yUAkxdkdRS+gaTiD4bNom804GsHWAAOqhPLbQ+Jn07QfUMLXCKGt2rzP4wMUT
lLIBZLBuSCnklop6xZF0b94bH5JSGqeWlMBcFL9vx5wRNSc01+0rKY17KMuiuRiI/l8fr+4vyOXq
oJJhEadwOXEhrttqZqu5Sqpi9hZBsKq7QyW7sT0SX6QfCwQFxDElkXUPWtd0AusoGwlPPLfy9j0K
pkBoZGJVTYADimJ9azFGet+HGKH4QMSjKFA1Kea3HrI48dvQiauvorKE8ix7hLGC2XOin4NpFsTY
SilPyO16XaBa2IOZoYLJVo9/BWZXnWbk13qswi+idNKfbp9lH7HCNtwDyj6ze9FNfIKCsW2Gb6oz
gzGZzHH8exRmtYdu39j0iwAy0I9F0IGawe0XUcfBdbIR4zLHbduzpkbdqRwM5VSJrDw9/ix3wQz1
EFpzvPKoGvIwroYq8zlubQUn7plYOwAM4vmdGacHSCHybOkFKRMyYsfHg94XLpdRqVjS66Qff4fC
oISb1RayiVckepQTeXlJOkD/5mOladpTQigZBSU9vZdpaKx3ssuKF4WCxjthZ+nVHjw4JMLU7W8e
crzxTj63cRwsVh29Gmj8/LrVNcDDZcm0phagK3b1d6hY8sMcTc1/WXfSCTgqOgnxOnhOjc4RSeN6
V6VCoy5FIKgKwjw22zcOhIb+mipd9XeTZgiKP177jVuOUGR5IEgIFvL07d5q9byt23QIrwCTafV4
wjvIyQuD2U7L45hW6pOYcu8otGh6xaj3j1GwfHnKDwSXbHDzbr/hyztnKOt7BJdWf62FlwRKmheX
vO1r1Ky0/E3rFf2x60f9VOeWvtOl2Jo9gDz6MR4hGYTI29nPmp3mWpMQAbpu+2WRc3hnGZXK0juo
9WldeWi0vPNJIMdgctRddPTG/Y4lJM/ZIgrDL1hO/m9RPPOd3bDMw6u5sHeRy+vK96mbp9pB9FJ/
P0ldKckQ2+afVI4xGy9z/tdYsfkMomPUEE2WxnQRNDK/haFJkFKaSfR+gh1d72yTrSvIg3O+8Pp/
iQLd/tC5zXC5Hghdy6Rtvk166gAWSGfy8NGIxp1HfuPIgXWD3E7XcclhV0fOiaZJaSPSAB1UK51S
Yf1rT2r/v8c7f2PtyZ8ACADTpVizXvsy1nJVUSoeoEzaF5S3tM/xLMRJDU1FDUTzx/QviL30wxZE
B4q7d9F/Zoi2HtvYu45ZGZ47hMTTo1P0bbGTGd7LXTAQGFNDB7xFa+KXTedvm0rqSHGEKYFLqQlc
M3Jttl1qEL3xDU8tpfrohfPwo9NNxHF5CMR3PU9MHFw8k9qzUyb1U+rUyfDnG+jmR+m3GwhfTwen
y8bFLLOdT2jFhx90DIOPjRrKncDtvhKxLABoBV4y0FAEF7djNUbptFWtutfJDPvzGIN7SiDn+k7l
1ZeC2yaAaGH4HJkEZ9KJIlVf5tnOJt44MVxsJlX+pSrCw3b7I+q0kZlSd0T4PLcvpq3AR2ur8AnV
3j03v62hFrYZHUp0iO/C/LKX7WwV7KzKFNG/nRj6I1bl4otjV58en5mNk8nGBau/EMi5sVfhgWZR
SUvAzl07qzOPRRhVr7KLnR0tmY2TyRgLIBLs8n15WLo0Lq2WqBcpKvlFjUV6GfFrep+w1FGQeb39
4/G0Np6BhYK08Px5CilJ334rkRbCidTSvVYdMGXfGZvkWz456fQ11gogV2blxd9lm/evUw5FNxjQ
UN07IFu7diHF4uiDEAC6fKsfgWiz0zXl6FxR/hy/0ZsLzy3mxJ3vDkaZ+iEpQOxD5islDYm2fQYj
IJ9mF6uTnfNzh8cg0VhKS7zHS5dqff3OMkT7qletqxdT/ox61/A1a8yOqYbKcVHn4sPcSyWwkBLa
eY5/vberpAC2BGd20TdBIXB1aBwsd5wxauyr69SOPJpTZ54aPFJdXx90Y3iDyGXd+gZiEJfKM8JP
sXDCT6nnyLdzl4V7R3gjGMarZkEkc4ks5MbbbRGSYsV5HlpXvWg7jI74Pv4I8eFgI4ty0uq2PrpF
K78/3owbZwyJRAclQYDB9wRpLnRA8k1hX4ve/tbIpnyGixDvVGY2rgwUpcE8w4nGcmjdAyWtzCF4
MzWRYHFfqFODbvjczz/wq7Ob4+MZbQ4GSIPuCwBvjFZW65hGi8P2TD06LapriXTL02IQe/C60fzz
aJ0KNDhNWtpLv2f1yVq1sMPcnqwrVRzQGUUtTrNqZTsnZHOfErTCJudZRKRwFTVPamGM4ZxaV2lO
TXZ01bJA+afI09ew0VIRNFJL3/RJlWYBjpDx274G2uSX04gjcqkWKDL/+QpD9178Rume37W0Pafq
unzO2Kl6FT8PFJYqf4R3lx3UwTX7nadta4fCXgFeAeDtvrRIrdKcpNvZV4X2XiDoJQX4AOc7KdHW
roF0C+AWYjFP6epTmrgMDWXFKLTxIesZ1hhkZjOfQN/0/2H5IKjzni24KKQubzcoUoa1VZcMBR8g
83NvnK5eOnmHMGq1naG21o6tyQ36CzS9jjrjpFVkDUH0qjpK8TQwHkjHac+ybeMxQW9lKf7RH8Ch
cV0y8CiVuPDBOXJJ4f0UWGmHQSiFGH1pz0gda0BTfxIj2WgcFTLHrLsqs4NhjhS1Hm/N+8ecX7KA
+xYZWaLt1dp2ER1zN9GsqwOI6mXIsgFkpbCjAZNop3ijz0Lfyx+2hlzgT8tJWOpLq51jg1hNIkLE
qw5T7QJvaVGEgXJ1irAAe5qMfq+ae79VKQ8AS+ej/rJlWD3dFNGHwnAT5wqBYDikRRudqCdZx7IF
Ufh4OTeHoiCBcNxSPF53l41JNUBIWvY1V+wC1rSKZxuSpaemS9UdiuiyTLePMbOi50M07RDDroUk
iMBoNGOodjXq1jmq4TScZjF815LJPGapQ0k0dkOksxoMGuZ0H3S30OHuxif/W/j9tg2a+/ZUqqmh
xMB/nOuEMxEYiKj9iGOW9qwOIV7AjTaepdFWvZ/hvPR/6s6sOW4ky9J/JS3fkY19GeuqBwARweBO
aiGlFxglkVgciwNwrL9+Piiru8XFxKkxm4exskqzTIlEBBbH9XvP+U4eWnU2XYKteU+r8NYJZ62j
G4Zk5fU2ccQqVzh26h313qj2JuaKyLaW8sQwmdf//tq+0QfbxIVcXd4tm0d1+yy/7twaFMZ4vt0j
omsAqgDAzO9lkS1sWnztY4mC4aA5VfCh62b3OM81cfcDNs3ztdSns8632sOQj8WtN4j56fcfzfbM
11eD2xuADDhBwMMvn2O78PnqaD6PiUiD8YHyS9o3k1MaWmRpltfu7dWFYOYBLTPPcfUolNKLtizh
Rlgz9nNGgKcMa6cF15UL1IDujZRa3ctzR9iOuKbi7/NdW/Hrw7GbmzwcPdE+oWXzm8eldlW6bw0U
rOdKrwvzvA2Y7n50cnYE4UCwu39qNmOKXGjRm/VLVgZ9Hbm9DTdOc4KFOB3XSosHRD/tFI/WMlgH
zbMq40T5hrKiQCauHcH3HpInj5itCsXBDIwtYpKdFhf9OHUgSrGnz/EIM57Xkd0MD6WbFWKPIh8N
V1YBpotSDb5IVPtDpWLqW2YSPXjd5SorzJHGvRb0Zdh3RXs6LPmUhDmehDkE4w/ADhySee3nDROU
rm+BzwixGFVkWnlP7Yk82kdpNI/fOqcZ3Sg3syGL9XbgJ7s8ya5B57XDqchbIzlJk1Y3d6TYodvu
02DqP4vBqkw39miOew/r1BnpvrZ7L9lJC2H3bvbzhWgINLRreYc8w5fnc5Eb9dlUOEuz70q2BN+m
ppr1CHm7O0b1bNrNLq8HAFEN2M/uRi+lVsIZXZevXevUdozTo/ygoNBr38jtbi7TRlh6jKu+dqZj
v/aGVOHgprp9US5k1UStbc3nmzcKNcWonG/eYDrJteH2dLsh3LV3jtuOIgYvjHjMUBkqLJzVph5C
SoP6C3dEHwm8SszP2PqzR8MaAiouc57Pqxaz5sGV3D63GHCrB0YcXhvSrRdZCB7GuF8SU+uvMGvN
RtgZpHSfM+exLp3RXSdoUXbxYwBfKj9naVkuB/rN0zncqKa6XnklZLs8dcwiLEax9KFy3PmUkJwx
2U9rM34GBWMG8WJq062ROM6Zrgvtc7DwP5jFy8I7OPeqaFiy5EvDts4J9S4RYzypZYWIEBi1F4RD
7mVrhM2keaiY5aaRbUvruqPJMZ654PcAGi58x9CqBmuJpNUSvZWxvnzyplo9qN4fzDioCiYXOnqd
4UwkXWUdhJZbw0k+DvUjVis5xTVh4d+qYBBtKAKns0LJdnS/Kjd/yMGGfK08cmxDVy9BaKXaFHzK
+0w3mHsJYwjTcZhvNKlRCxaFzPswcBjOhUPr5sbeRtgZ7MEckvmisQ2P5yRhxpqNnsEeL6/qoyKj
fDkRViUTPqSdXxQkvv5Qk2+0sWHI+dOQLm4Wk9DjX7vw4+oxdrvZ8m5mI6nsyMqTwdkzXceu0Nky
U+zOBkO/s3rAeseydNPmrMMRkWhR5ypviS1s0wj7MgelVS03PWJne+yvpz4LEpAYk0PlN1iWduvZ
svLO6LepT5VizvfgL6Ik0LMfkuzC6ArD/TwXizihWEVOnzdZj1K3LedJnc0itZIrz8zz7qJwpNdE
ECaDMyblqtilWrBcyECfv43FSg8M4wChA4XR2jcyE0q/XsE0BSyFsGFYSUv7u8EIRET4VYP51PJ7
ezwwiOzPZxoBbliSpJWGDdwXKJJIudV1XswoKZOxJRFxxSQSJpYxojzrivpuIqsRw4M9rBP2cnpz
14Psy0sNrntyMiZSjLuBjlLKTVctDvi3vLmVTW2gO144Y62zth/6VjTTZyMbknKXsrxcrYMqPOwu
mv7VlX57BVBX2eAte93A290oXK20pZYQuvXqhb5S3rUHGM3G7wOZ7NyQUDZucPCp+7XTeD6s1O8u
Opd7e5/xPkAs2gk/0l18OhE08HaJXIv0rbgGa7jcEX8lln1qIWc7a1YjJwcmnfPmLtN6ZRxsHOof
smGpvT3X1g8uedkvQ0Ta2XglkyadIzSB03QhFw8pGlQYT8VW3q0CVAQEwLDMl74K7VbPyshryrHd
l8J0072sKad5xRlDubNMgPgUJEazdyrSzaI8HVF/jcJ0vg/2rIywHswSADy7uJBGHjfvQmxY6C1l
czujfPlmaEP+6HmddV1WsGOwM9bFj7zvph+68NwilmPae+GEs0CPp2GxP9ApL1CmGquOSYb7744X
cl/FwdAsXwKjTT6M7tyfNXO9PM2+OzM1Lpfh08i+m3WinpUKST9s7yZzLQnNLbW125eVUX/yrF5+
kYmRf6CXnBF4I0q5g3xpEIiRj/5XR9AzJuC2zkVcg+55cn3mAqeJno3N0RjqJounMdOvGl8T7RG+
c365Dv7kRgJFeRKqkZy5CKBU9gnwtvTYlHBXR4XuVfKokH8WMXNvdzlXjevcZUiCEsIhBk8PgXjP
T5PPxAaSFsFRPmbCiw4Ash06nQNluHSd9NwuaylCXC0ZnPZFdXEy9qxnjvBWWsFK9Vwy5IE3FfMW
ppwqnddIq4v8+yqT1d6xqSBLyFZ2/3VMG0PezbNffWa2OGlYkRqgPLWTsdKSrKR5x2GR2dEnaaJh
3bCCr9O4yO82KTb2jqWo0r8s49w6+6RLDLIaskW3d6qV9aXpVd0XC/oeL/nJVBeD1pn39BPUGjlW
P8yhNbJ/CRuT33eQzZK7cdvPyF5CVa7SP/XwSlt4w/qxC0VX5mAhwL4BNXeb+mZa09mh9V2VQ5T0
enKklPTuXTZ7IqLFlnz0a0C2kb+0fXdNCWnyfilziWs3KIImXjRt/V57o+6EzUDIStwhUWDv6LmL
dTor0y9ivPqLsZu1ctYP5uh0J72hPCfWmmLMzkvTW2+7sWntAxmS3OPInubPXYmeMhqU6Q1R5gei
5Iq0bLhFhzQXKZJDWB71grwkyG1dThzooez502T9pNKMbxmgq72tmnwyItudYCfOi1VpGZ7cZHV/
1Kpvu7vfl72vW6FoTbb+GJjPjc/6YvM6jjwNdiaMY+VV9lFoxTDFSheIGa2FLVCY6kl61oOEPi8G
z2jf2YC9sfUAEwUgiyoThdrLTTxucb3kjWYcgzLYirQ0v8YNXIXSLd5jk7xxKMSL9HohpDMNe7nX
Y0GuSk2xFgOunuKUOirykqQ/WZT8t4k/fCGA+DR1bIPu8ssdbGPpaZNNrXOse8vZJbDV9+lUpTe/
v3Jv9AA2oBqNW5Mu1avJbqOqQR+ayTmiIdbWECOM/DyzJn2wkqnbu6CDv//+gG+dQYStbN8wimOo
frFbHe2uqaYyQJBJXbkzRmWeT7UHyasU73FF37grN6A7fg6iC0ixetFPnUeMgsQO2iw9jdHuVpjS
u0QuSX2iEq0/QOPzyTlSU827URrZe0kcr0/tNp7Y7kg6A7AbXnzTSvR5nTYNglCV2ntPz5Mzs0Rb
awejHgPTW97p6bL9fWPvSQgy3UBIKIjmXjyGFWX+OvqmCWIw0x4kgMOE7AY+ReiunVVGXTfoIlL1
OI6RW/n6Goq+78/bxNLRZdWkAO6WFNstKSaEQ/O5C//B7MlACgtmHEVop/rYxp3OO5VXhdUQRdTq
wcNidSt8tg1RFZeeSAm0tU11Z6ejNt9NdWuKSNq1cz/qwmah0nKBsHmVLuDmhKJNhypekMBe4ahZ
OyWpm0agMmwGZK7thBmo5JTfkqxn0t5Weip7o4szyWRGAMGd/KsE3cly27een++0sZL+YW7L7LqT
+mJ/7QxrtgiyMuGkU1AaaSRp+EGEyXjBpXEpA60KdQxqycFNu4nNUWL0t0HQNxtfekvLuiwqY5hP
kFqYAD7yembM0laaG+m6SobYzi2Amn6ha8aBNvIs4lFLHXefB7NRxxRB9QCoxW2bk3b2KLlT0yzk
5egagDxwM7TFJw/OnBb6MFbzM3zLrdx50pZAh4gJJ5rLwv7xyWYLf7XOaOyjwlXWEMmhWNcotSDI
h26PvoGez6Jfz5U/lhfIuZ0PqxMUTZQFuFZ3Y5Ya1c4I0oa4b8DviMoZDtgncmzWh3lejc8JZB9e
xZWU6blmeH0dMt/i3WNXTQVXJa/y7oCOr70egk26BZGkCqiTzHn7i5AYdyZROHg8aXZn4ZJoq88U
MJXaTo1driIPZBS9isEp+qiWQX+jWX7Fm4H3mNprquUcRKJZrI+1dMshDavAnVSoxFC2l1WSt91T
sXb1navnLtsHx178s9zw03MwosRGspcSQ4RyJzltO0HMa1BrPgRKvWz682oye+dk0Vw2Lli1q89B
XbYuNg7T4TlABHA3ToN7KuVsBod+MQrM1VW6nKrS6ZpQ5k4yHqaqMNZYuX55P+S4/gARjnYWlrOw
PgyODL6wzSk+zEFrnqUMIrVoyJyqPJc+Ktmwa2otOMEhP1yU9oLdchKrV5yAy++TqBcMCvaqLCgc
KsTITUzm5iBDHlUd3lJr+pcig2mEKLmGJda3aS0jd6yaB9smLY9HsAy+22mVTTw3q7R3FFs688g0
xZ4Cl8BYIxMjjAM1sRlvB722xblegmjAx7gkd3ZVrRUUfj+/p0b0ysgtnfVjQFv8aVxbfd21aTl/
FOssh4OG3VyBJbe231nMudiLbnRv01Vtjg3dUzSCaqe+lGPZNgw+HesHW4BVu1imYPgw1ZBdwxGL
s74r/bwV2HgWzzsk/pDT7qmIptg3aDUetdKVCw4XhILhaFVWRaiAs9yCvGvrKKPHaIYWMQbVMZB1
d8j7KggiBZG7ifQlSPWIEr6qz+YcoRrcLT3nYg0K4/EaDFYTZpqV7HIhkyDUNbcVe3Z0Frs70qS5
qJqzt6ZsYLphJPPZYI5DETF4mCscwZKRtteo6eOYdz4jzsDsPxZd45kxsgLXjQyH3ReTp5LkZkKj
7tM+tc2D06ZznBSjBD/GFCeLVNrrR9FZ87iruk4bIrGgbjrOZkoagTEmxTV7bvdrZQ5Z984r4vVU
Bagf3no61Ui5eEs8b5yWBi5zwCzWcd1aKIyC+9gc0+C9/uz2a553pDkMgi1eevTeX6FgDK9mU9IW
9hFl7FCEk9P3V0Fd1B3P81Q/MlWvr5a+dg4iAy4aBm4h3c1DaoJOtIovvy84XlcBiGeBmeog/yhN
X35nfyVg2qMHciTiqDkPEvanmmkOp/T9vBtafAUcxWAIfbsSh98f+a0CAMncT8XJG5M5Vba96fW9
dew707+Zh9lgj7FUe3vw68vJSLR3ZmZvftMtAxqZFhTRl6WVnUE3nGRrHbdSL2wC1cR+a+X7Mmm+
JkHl3rNFquhVduP+91/0dU0HOp2CbhOaY7V5WYBrxYgp0XLNo1umKwgsZ4hnU/h0tfTlnUO9LnE4
FO0rAGj4NogrfH4H09oQReGk1hG5wxqXVZ9eKBazK+DcxV5YjDxH13Oj33+/Nx6bLWqSapW+PpL9
7cT/Mm8Y3aVvhrXQj8pu22MwJN+dRX8vvuCNuwUbCqePGEbSl17OceWYNTmAff04G8ptI3+Yqm/E
7KoLWO9Bu+v93HnH0frGZeNuwbrD/9EQvdS05u4AAD211uMiWEF1J8vBKNX5ftD86h3FyusZ2Rbc
jFIjoA6m2fvishG9aI6NMxhHskHW3dq55rcNLXbA02afdhAZIvZ3HfCBgV0++NR3VqQ3zi2YKBf6
BdQH9BUvDp9novRKxjXHEQrcrhuR8Aq3SChL1yIaJvv/4oFAl7KV4T+BGy/1OZVgElYpfT2OZqdH
chUNGMh8PDrOWL4jAnsNx0M8wM25SW84wSzrz2/OznGn2hlc/VglDU+2rnn9w4avb0NjyrrvQUlW
DmAsq5ZhUQRaEbHlmxVO0c64HFQrsDp6+khM8hzU//bmko/GrhJw4DZif3ka7Fb17kDtBZo0d247
y1q+GeNciHjypf1dGjRO3nlS31geWOnRRQE+I+Hk5WSwLXH5uZ7AlIHa4jjq/Rwvq0UgoyOH0y38
MBqwrf5+dXj9GNHZ3Exk2z7PgZT3/AI0QT0bzrpaRydp1M6YamZKE2OGACjgv38ojoSymG4LScYv
V3h0lG6elLxRjNpJmK5NQ3mAFuMuOzEACnjnZL5e9ljysL6xW2dhwpf2/IvBVScITvPN4zqip6d3
6F6synbeWRpeXzJUbGhQ8aAhtELM9vwoBaGcbdmmOlgjPb/oHGrc3Kzcc2fBTjzquowWqzQefn/N
3vpqGP7QEBLaBWv2xUHhSCaenev6kYDA6qy3W3FsguE9aNxbX42nE40iHZZN2PX8q/nYaEyb1Mgj
JiL/ykTmwJBN9ddCpPbHtg30JFwylKrv1AFvHZZFDoEOd4hHpMfzwyqWnnzNB/1oWFK/0fICYE3p
5PuRIZgdGQJ7AtVBMbbvHPcNNQ2mFE4oDwNwMm6a5wfmRjLtER/Tkfa1t1lgOiazZeevdxD10dS0
U+ckcU8Jupf5DBbMUFUVi7r33otzef1M8kkw5zCf37LoX75vNIX/xKhaKtBlFfuEhvbR1HtnZ7T9
exqiNw4FqIQu3VYZvH611Z5SebWNZ+xWXia5ry6FoSCW1Jq5+3dv2p+vFBcFFuGBvFqen17sZn3T
E2RyNJkLtLGWOMzDnKYy3nkiXz8cmG63CNlN1MJi8+K2NeeszCuCXY7OXDTnaP3reBlN/Z217I1q
lWIAIySmNhSsL78Nvcxac6StH92ZFwFuGuw1+3kpCnPvF60cI0cNxbeFDhqj5L4W7z2cP+WUL3Yp
ROts3UGTdeDVPYI5wx5SdzGo6mhDhj24ZNwrombPz+SxlOxol0kPkaSbtwAsGJPjE7W/w4gL7gNX
Wt91MU/3CbHoRPMwa70cWlr20ZxtOPGJ6eVXYU3m+GAaA/2kjvF9qA/IaI8WgIMriw3Rg8h854s0
86yNCVrX+sjrveFr5xTrmdULpcGuw+MRy4WOzTsP6xslEaLd7YW1gYxfxd84hd/0ArHf0SLYgF7b
DJxcS5n7stWO8JkNJ7+/eV8+JljC/G1AoHPRN/nX9ue/1NB9ZZm172LOG8asY3DGpN7WShlpVSaP
7xzq5bF++muRBiMgRKXOovP8WADFKp+m5Mw6VDDx62noXZaaN5uXq0BIHwXdrM4gLhBWoKV59oVX
rtaEzhjYV1Qr/vm8onkJ8ZJB11OMwM2omJquuS/sZPEuWyTBUYc2+WFOCIf/0TllcK5Pqtfn0G8z
16VxNDkADUfHEDEgCye76rPZYWreyaGJ5i1jK0pLN0mxm3v6l3UJVtIMoYiq/VzqkFJN2XZzrPVu
2Ufa5r4KyRvDYq2vXZueDLM+3zmamaGarVy+oKp8P42zYpL19TRN/d6Z1bhc2klFI6MH9Rqc2FOQ
W9etmRa8XtNRwDyhSJVHWnx5emjoj7gn6HQW0vt82r6ffn9FXr6RuCC8FwxmM6TVvrZLglgpNZ6L
4Zj70gcAAW3tYCXJUJ6NTN/HE7qO5n3QZHP6njP41TuJQ2/K9M3qTsWEWOz5vUB4imlrmjseLb9L
ReRnklSlbGrSr3ojvDHKSBDRTl0FYfpoKM34zNMK4bwqV9Ty//ZZoHDjUdMZ7SBt3R7JXx4BbyhQ
xdN9P/Z9MsYNSIWwMAr3e2CjaHBlJSPb69N3FvOfX/DXZY4TwHgHpRyaObTeL5W0BAfQ+JPNcJzQ
yY1s0d3gyqjoywF9m4CcFfZMNzhbkka/qOYUI0WbtsqNtUL2aHaMtHgPE/j68cS/wfuF+RZFEf98
fh6yOi9y6JXL0a6b4CodtOLo65MVr20v3lnlXr7KPFxN8Jq4AdgRmK/0vSUuUja/08oIaChObFWV
pxL53eH3F/ato8CPQeYOrwsc+Iv+QCWCNdHMUT+u5VDF2SpwH3fle36TN25liz7Wz2weTt4r0b4D
9GnyBUt2TiD6RhrX4QT6/c5rByM2xRZVj92myduzQGvdS6Oup3cW8dfPMZ+AHhrdQ3gZTHyfX7lm
6tHt2It+HKYyOUFxl5+0GHL3uZd4R2F1S9S46fpOofBqh7tdRPouPMHQT9lOvqh7rBHgXTkBWyTW
En2OmXjE1Gp4nLP9UM/6cZSitZlZ0O41zKUHzWfr7Rl6u0xB/WM2k3mp5qGThJvyzmd7Zc//+dkg
LWBy4F3z6rVWpgHsjkytx9IozbOmmNxtmOS337yV1BpELWM1Q4tjcBP329ACTVCw1kd97OwsQnKd
1hGqUBBRi5zqPMTbVJknnaLaiDRFdGboAv3qIkuxT4mSbHLvLKt357CToGjiwWz7a5dN9hzpiDi+
kDHcSzjb7cgAhc7+w8TTfzVXWdGFyVbOhJ1qqzrUU316ItYipxeqvCIPHcW4ICzR2V/bUO2/6IOS
7wVZvSz4tlOFbwCCDJfpNRzUdmWSB6pfj51jJJe6U3vnVZGSqmGvIvhRo8p7ItN46PZe07kff/+E
vrEK0oamJwMegFbsq9oZR5nZ8/ysR8S7ebPzFtN5EimsitAWlTdvYqvkqi2Goox6Fsc63oqIu1LN
ZDkYtqJb/vsPtO2dn6/Klgmxgl7tVhCxV3v+JJGuBLGuVfqRBXvSGLIsxQgei3w2wwIkHapMMBsy
UHxV8WJbORWlrlnv7ILfWIjh0VOAs3jRp3/5aphtrU6TpZuOsukKJA36stM1kXygEJTvLJFvrBwQ
QKnHaO5TLL+0edp9klDsr/NxZUZz1SrBqLlqZTSlUj+tWfnjShTl3yf5P77P/yt9bK7/Pp/9P/+T
f//eyKXLedJe/Os/L/LvyGKaJ/Wf24/99197/kP/vBofOzV0j39cPMj+D5aNHw8qb+qXP/PsV3Ck
f32S+EE9PPuXXa1ytdwMj91y+9gPpfp5OD7z9jf/T//wj8efv+XjIh//8ef3ZqjV9ttSPtaf//qj
449//LmB1P/j11//rz+7fKj4sUP2UHNT/P2b/uuvPz706h9/Gn+BukGXwAPJmGbjkf35x/S4/Ylm
/cWEgBcz6xr2G49+2p9/1E2nMn6KH9vqKFwzW+eYyIY//6D5vf2R/dfGgkTzQA+Sd+GWrPBfn+vZ
pfqfS/dHPVTXDYOdnp82n9+dW84Q1nYQUKAP+KTsEF88IoIxYhY8gNr0qX+lbgP0brZa3LBy7VPX
mtp51VPxhHM2ywQwrD6yjAatkxIu38hjleGFipksY0VACmB9MREmFScdEvT21Fi7QosKIniacFha
oWJFNLl1nVStM5722hrIPNzCPAz0cXlRn/XFPIvzJV1a8mxa7DlnyYgjPJbuoOI8a5ogGphHNhgs
CiYFpesF46lFORXN/Bf1UfM844bIH0vFvdIfTffnnH1RA0Ohds6KQzCr9k4U1sCWkyJSnRFmI8UJ
UI3eeSgXBPuXa7ua8sQPRo2Rf0rBGM/ot5uoMI3xye90r90FRU4d0hR5b50wkp5l7DUYx8gIGX1i
NhPhHDDplmQ9B519kN6ICRpVk2rQ4tZdf1KQ+JbunLKUZiiNIW9Dk+ik8zmfLDhPY+I81katnTkO
0eahVlqLG1lB0U6hp6/OJyKJbTPcROunYOSKIPQlzNIT5GvspAj0a78iwqkedGT+ZeQz5Tykicbw
zUmX6jZYp7WDIUEAGW0xW3yyqI4faaSnDXI5mV9gVa9uPE8yHNdXjHRhzsyiY7eWau0+rZfkcQAk
r0Vl72qftERlKb/N1/somPSO+8YsPeeQNW0OGzFIugO4SGHsaxi37c5Vtvpms8GjXd8U3gfdKMB+
6ahCNOxtc+1GAQrDaocAzEP6CxyHIXTlEyhg9+Ci7dTuvin2uORCcV3YwQWa+LKgkfgqPY1+W2uR
loSKYrEiVDHzFNZ6RnlSpV3WkI8UjPtaM6ZjMhcTquvawYwI7lG7Mp0OD/Gc55keGtxZZ5MgWKkM
9SzPjoIgbyt0kZTjutB6zp5BeKMZtsSZ4FVTvSAkThBoEqX+kF2va1B8s8Y8748pO4bHEUvRGi2O
CcEyWer7zmIiRHq7llXxpGdIT+asnc5kvzbfKo9UkZ2q8+ZGz1GTsi118sfBle7ltrEqd8KoZgnK
H8sj3SK/G2O7S6sflBc4PcbFI5snL+EpR5Y1eZ+8xBYz6hFKuygRvmrOnEYZdyU17mVjW2sTsiGb
66hL8U6ETTKID7LrnTHMM7eRB2tIztzR6b9ZUwOhORV2cq8XKbp5n8nzGs5I69NoIpjySdf7og59
PWM0KFb6dOEcbDYE5j9sQic9737kwcjeOg86BBMoyJMuGgWq6wj/VCpDg9S9J7CQ2DbS0SxwY6wV
FzTX+/acl9qqH1IrWLMj2dGJiPq2IVTGxfqzwL+k8XRgKNN9WBvW0NDPetPfJ5SnSN8V+5CdLdZk
wUaQ/yiLmtKxswEY7Tsl/TISnT1t8Q5zH05jop0a9lQ/JWme0LUQtfkj8axCfMgzb3ryvHx6yrAM
eWEmtAY6bWATWjbUvnHvC9u7d4ZpbKJOGP7nLu9GZzfpXvnVdorm2m26eaMDG8VTjv8m3yeriabL
VTXci6rOhpCNdXCBHjl9tHqSJm4TaXJeiEDRS4pXpzpFBbauuyGdtTDRuCxHUwzi2FWdXOCCOoH2
FV2FdiNpxi2f08r27+FZkje/jp0bVXDpi6hfEzfyUi+drEipIMsPZYDq4qSuKH9vlWW6y5dyTER7
uo33jqwaCVVrA9mYDmhjbUDSxrvzEtMvLy1v0L29Vib+E/RcvhwkZWcJpVothFG5Nh58kQffDHPy
631K0yMLg27qrgwZpLBbg6LeJ0SuVyGfj4Agm3jgEJpy422iJ0Q/C2i4a39NCEL3HChLYeqoRUFZ
m5calLjw55O+G9GH9rPnfnQaUtyiUbXpVT4mkx9Zc9Ld1iQZoOfGA7TuilZrKlQIJZaGop4xM+Rs
ZiN2FWSgF05fe3FOhLVEAVSiH0kmEy00agr1kTQMEUQA/PAX4UJML0snmX5e9+Z8cP0+51aqWqTx
lkdFazgpSh/M1ngL0k70kclCs+5pHCzDTrosaqEipliFzUK6AhaUBpcKxiqGP6XRF9696Wstq6Rn
a+TxVWLKjin3JzYl2UBdw/hUWCjXPbeM+7q1P7dsiuWOrocpzlDSj3egTRCuZaj9/b0wjKzEjiGL
7+6UIx9HRcbjdj4mc298nhFtmNGMiNlBxp1Z6w0Sv0KPG14w9ErzUd2txTJPh4p58oS+MXA0gBTa
BB0I4ex4noqWZdmy0uxrUWXDhneR5k0KWxuFv6i6yM6qlgBoNE7V17QozRPD6PLhsibuVtzPfCzr
I569VXBXMN7EPDEPy65JfeuxlbMTejR4DzlWgRuXRpEd+pMz9DHP2nl1hzHKBlIESuZj76FqDy1u
ify8Y82VcVC2ZKoCWkV/1Bjr/JSUFh8dvO1KmqCVzGWIJN4PYEEWSRkZEHPvGj0tv/VZEeplpn2F
61Zfd6rz5ElblN2HJGuldq5JgyWvbMf6XnIkxFALbO4AbmPSD9NTYa5YHazW+cH2rqkPU2u75yka
Hh3HQJDXHBTh/d8DxP8X9bd8rD+o7vFRUYD/f1B1k9nxu7L7LO/yb+wgfq28f/7I36U3rQid6tsD
o0JzDlKFT4H9d+1Nct5feEe3PFT+6UGR+u/S2/4LzMXWZ/DppYKY8imI/1V6o5L6C0Dm9p/Ri5O7
4bj/Tu1tUMT/sjvdWhm6AUeR7FIQlcyAtz//pVPp5AJHdarG68WezF3aYJYS4/KDMf70o22FdzRa
5cSNS1S60O0+Loy+itBQ2mcmvajdL6fuXzuDX3cCP0FM/7NX3j4Nwi04e2wqtrCUn3mhv3waY6Zw
yJJVXE+lZNSiWaeGXpWf6ahTgmp1d4IVp46HHN+xJFtoJzP8N7kRnGhr/dWiJRPi7avitvJ7OmRl
d6D50h7dydIvgDLM5/UY3M+51r3TGzKe73n//tyBhXYf0KqxYSKfn8W5SNTgjVpxrcv+WNb6oa5V
EbGUkrcR2OKGyiA9+quvThUTvWte1uk+MUV5mKQznQ192n0HXdx/lmVy6eCWNIzHd87siy3WdmYx
6TACQv2PM+XlDG5siGSa2RVdV0C+bu1Kjk95Um8OX9fZYXjHh+mvMlz1VkT0xbW4XT2x35pweMPK
OOv79squ7OkGoXt/6dVrc6CWscJJY00GMlLv53wsTxo/1dnzD+l5MNNjcCffjf83e2e22zaytut7
2edc4DyccpBk2ZYdOYmdnBAZyeI8T1e/Hzr/wh/RvS30+V5AYwFpdEokq776hncwUM+7Jtay3bbr
GAuRMqSkmDeAV1ibLn9tFIFARYOYVPOQauaYu4PcaNyLvaHvbDuHrihizNyNeDm3hhQqt1g+fa+x
G3oQFCyAiiEQQQ6KMtxSK7yBIcSdjC6FrB2WfYNWSSX9QBVr5fKbDts9k/YSeCkIiHH/q5hbksq4
L6yPlfGkDY47l619V9ei2y+LnsskfI2Cj9CCbbpUZeUtpBy5pkDSsuc50UI6cZCpFNFr3GyT/hHw
IPawGCFRRbVVXHwNAcv7itr94nvVipth/mC4Pfygk8XrKHynE9WLjl19gHtK2B8zoTRX9ot+GRYs
IGL2K5CHjhVwDW0TFrBZqKEZi/JpUWZYeoti7uD36lfGJNvo82aZTZdZ13KE2cu4fOoWUe3xhYz3
2dI4sduWENwA/9zD1vjKDoy9Monyz0UoFx8drcfqV3p5/4RomzPM6ABwFfctsRiNEKg4l1tKt8Yp
ocitzku+KAHj2+mED5nlm3Zp3/UK+AaCeLMfpxilp2FUfs9OSV+CkHWbNpAbCrRojnpNO9ew1neW
jIMv0AN8yJgEMdyrtZ8Tzd69qo+HPBo5K43Z3ip5qhxMmHXg++3ScItmAS3epc+xPEz30TRXD40N
Jd6KE6rrqpUfnWxUzvwDTrlO6s90kezD+69i00Jd9X2BVGmI5ijgZRgnbcZX02xq1NRTeK40lRRx
gatr+QA7POSMPTGaR5OhPS4YOzGWTwgz/UkmLnp5f18DG9WHdX2+g0YXFxdGBDi3YwDG5JRMeqqf
4R7WRwMNWt7ueGSglbt1iNTEKIfiSUjFEIwCKT8qTNiOGiRJ/hxlEyXN7hALGK8A8N4civVnwZxa
29oApbSNW7XoDLXX2kk7l8r8bHaqcsIXWr95/+VvAvWfZ1/BWKylgmLe9MLmOIURg4rlORK2tjeh
CkzUbTd90105fJewgPUlGyZHe2XSkZWAX7zc7yq+N62upejVJXnkSSXzHhdGRUxGP0+f8xIJgfef
bP0L/7rcWZBATQ8SNBtKLc7rV/8rZjdxPfSZonXnSG8DeZgfSP+BKJo/BzizjYCkC5r/ypr/sJXB
PazUulecIEj4y6dMKjmlIzpU58nJMK6A8jzb3tL0e5iu3y1kRRfHCvpa8+Uk/q2q16Qn3z4zuCzg
kIiXkAAi23K5vDARwYj1cTqPUhz5A9zoD6nAe9MauvGh7dCQWBr1qNv9cHj/ZW/PEH6iyHjKYF5Q
43pFM1+urBd9W/UM6h7oJSwnuGFeLinlcURQOXEV4OFu1oolgOpd7gDOQw+Jo2FnzGl9qHu7/8Z1
VD4mYa1eGQ+8Ygn/2gaEFqA46/xuTWzRN97E2XQQnGwy4gezW2is24NBV2FUseBqw6cFjXlzypiK
hKm2g7F1i30k6gvT+NNOGXVh5ykOsCXMXVwaJfHIGv0cHRqvNkyuh6padlfe46XmDr5pQBnIRPm1
oE0RItwcE0lFe1aCuPOAF7XXaoUrDTDzjXtHm321KDEDWg2TaYdky5VPuNk7YNDXKahlGUj9KPiM
rhfWX+eFgWGRNMhePMwFDaVuNg8qgjsu/u6TW2WKsSsRRTk49TU3sE0Eel13VTtkAM3MlKN6ua4C
P8nW43h50EYh/BYkWgDSGASKY3dX3u7mzmWEsI7ECAbMpJgBbKfM/TwqnSXM9JEmkXRianuH74MU
sLEdj1YgWAV9+nLlg14+Hih4wHtkwswluV7ASWz2X07JJeawWc6IlC50drH21dLV6lfSGuVgZUse
REOEE1fdWzdza/4IZdSrUGlRjoByFHcapWGHZ6+9l+RcXANrvcb3/z0erz+PDF1FSw4zVsYs6yX0
11c3GBAU3F/QuovuE9ZjSxD1jdjb9uzc9YNm4GA0C+BlcvySCGRXaBO2J9H3ENXRIb1l8lkGy6Qn
vhgrM7DNGZ5Xq9iNGxdt/EUf2vQGwzBkAgT2ycKsTrmaLPcNQnJuN+kvvb0osCt6BDXQ1L8Wjdcf
v3049BXxKQCQxkbbpJWiBaBGz2Y5Z0lGn10T/a22koOZmi+9W8e6tKottMfE/t7j2KrH1eQ5KG58
YBN9Uuew1bw4X/of72+Jy4PGK1/rXwaWbEOY7QTsy1euGcjo9OGsnEHxaj8Nuy+w56wtr87bIoiF
NH2x87LZKaF8LdN58z5Yeb0WbeBSmg7T/HJlGbWP0ihK5SxCK9s1sRSBGXOUKzf9mx1PDAGjiyMP
6FXSqs3zhV1kjkptN2dC3LBvNOO5hkHrM8O/xku6PM/rmwSuyss00ahFnmULx9NM+lG6VjZno0ui
F6NU+sAonFuVhpWLOzg9fQxG3Pe/3uamWxfFjoIBu0zKSO4ub2pBmy4djBqjPyfUEjtTitVHs0YF
Si2l7gnVZyeIsZH9DGxeDmTkbEGGQQ9tTT33NX2KDqIYEx/tgvZapFkXvtjtrz9sPcPMXkHxbo7y
Mk4FqiFhf2YsSwIiVOWrwCPhNgxh4pRzFd6GacY4zioyV5Wr4sjVktA6SFX8maa7mCpsl+lGtEdv
Xz1mbfedruQvvZBWZvd8jcmiX950f94jyE0wZLC7+L/NNlELx1AkrWrOjToau6UeoUKWphztrXrY
2U1VHzmk+V63Gn3n2P10HgYbWwikUuKvZizR7lad9kZRlvguRHTmRJXVfTfqLt8bDoz4PKrKX2oh
8mPUDGv3OBK3TkWTYEAZzcPuwLmLMWsN9F5Up6aUv8ppWn8mMDS6S1cMT7Is5rpbxuYUj6FzHhid
7OJkad1eMdpjVdMujjXGd7hAXfPmeE2GN5+S8MB9tcZmttjmoKIU0+fmENdnLUS7w5nL8BDOtX40
pGE+mqI07lo5tg+wixGkWJbnMLedL6iKv6R2k++IvF2QosPiMuSb8dtI59MsYdLLULz4/v5xuEzr
X7/iyprjVyIwyT2yBoO/7o+kL/J+iaXqnCGYd3BmgLeaUCukaTLD7xaGEO+v9/bIk81jUsHLIbOH
/bNZD+q0GRlhdabMkF/6WYZwQOOjEatq1NyZNwhnXXPOfBvQKMOI04CMgQugCHK5Zo6tcNo1UX0u
J8V0GxVTHayqZo/jfA27/g+vExQnps3AI9gAbzp70jCYestSdm6XLqiC6MRYZfQgmhXHDNL+lSvy
7XooroLUwTGIEo0u7+WjgfKNY3KQ8my3jvQRlqfjRWE8u7NcDYECUvMKM/DN3Uc+bmH4DYgZDgmV
7eV6bdt1jRgEXY+xMQ+LgnWfLeJhZ4oWoPIqK5FUSBQ38tBfqfJfe0gXZ2rtMoAVNl9LQqqVy6Un
k5lyYvKowpHGL1Mtpu8VkleYyxgntTa0PW1beZcKWT0hb23sUqMybjIkCYMKWSjUnVRYr0guvKRq
UVAlI2CvS+PkOmKPbXzpT9NXaOytG9ptcyh0mPq13jfPfTZEz72F8XvhIJs1l2Kn1Yy7XbqC4yEb
ux61rGs63m927PqsFs3+NdOAgrB51lW1Ih8HtlEU455h16HY5YRPEtzsmjjImwO5WWqTvodIei2h
QgCwK3nypKxdzdQEZYPz3MX1C/KyypU9+9r42HxJqhRqe9oIOgy5TQzQByUpzdnOzmxV+TjpNlT3
LHPKF7OsFXS5hAbpMy6CZlQf62YBEe1o5UnOAXc2TR4HfW5zD2IBJt/o2RxISKrvJalrdk6yiF01
aua5bEVzW2tIUMxGyDhV6n6tZUVgDlKJ0VCzVHD/yyW5re3Fr1HIPHZ5ce1BN7hcHgz05xr9iXb0
0N+2MKS5Kkt8j87Sgl8q0fBOmSdAD4vc7Ipcwghz0p/iQQNk02cOMirT5/ej7ZvwsP4AhG5fvZJX
v+bLM5ONA735tEnPk4QKBQoHpv4rH/VxR7LefZrHq8z2TQPlzyPD2mMqAw6ZKeJmRblgAJTghnfW
RG0ebVQcNSpdo+RWLkalwUS91E8Fonw+oD+4/bW+uEY8XWuLvc3yeHIsCZiimXRogVNcPnnfoGnf
qFF2bpJZ7Htka/bAHcrEtcNwcfv2lxqG8UGNJpR/hnY1LEX2oBr4TCChPgxhY3+Lk2uf4+2xZopH
CcuwCr74G5Zm36pFa0tGcVaEYT/D9M78ZTRFYKSS8uH9L7+Zjb1+CPB5FIbUy/RPto0IYPb0sqgX
zlWrApSxY+RGZqYsYBLaSAsGkUfHXtOLnWJzwupSUnewy/rjPMb2sVCqxDN0CfsCdM7SvaJE8Dyz
MuTNqXThuga87Jrs4fVlGIcQ97j4Sp7+ptZhwoh33HpfmypWf5u4pCsoYaIcVp51O1+V36Gf0+e0
r8SiDYT89TXZdGlW1gU0Pcabl/uEaGDYKhCYM9I8v9B9PIzCfi5rxOkMYcCoMTD7K2MRftAkIG9S
2Ct7UMTzp5Qmj5fJ6jUb9386QODZoflDeIUzuW17hgsjMeEU5VkqKLnzFO+odFaTo6jMj+R/y30x
P7RJK91a9fJRzcf+MFwrRDaZPU0ctulKTV17rxSAm6QiQoRblbpy/KDQNwj6bkHKKJV/54aVBLnV
NvtItuydVoAQzGll5flwpXO+qYT4ATDCNNyL6OkjeqCte+OvpFRLsGmiAm/OVQeMp1rGLCjb5HOR
yN+itpK8Nol1PzFrWrNIcl5JNDYb78/ijr4279gV9NIuF5czDFpNs2rPqF/+VKVZv6MZnn98/3ga
b97xmvuu75iHXKlPm31nGg2SPKPZn2mt2nt046PdwlTa5XOUjTvjSEomZZa3ihqVu07ECBSJcQww
Gg0/mugGnNPSXr5hmZieCjuZ9pqShi+zU0VfEJERe0QB4h0sgX5XoNW8QysUdddeXXYiR+Zkbdgc
utFmQF5ED2E40jfth/Z2iq10bynxy2Bm+V6bLCfAAbk5mQjzUmMCR5+T2bldlqm8j1HScsFlJR+H
ydJcuVWzXay2jhvWg+7Gcfm1rnflfDvMot0Pll7fRbv33+ErF/uvPIJzCz5eo1A22DD0ENZt9Nc2
yQclbZHwWs6Q7X5osz2u4Er5mOUO4CBU+dW1prcLNxHquA+jufoaxe0XhKNCVL9S8R0B4u5+qJrq
gx13YRDFcbuTKmCXQ2Kbt1XR276Rl+MDktSO5wxGAWcvtEYXcVD1XhtC1W8BOB4A38pXHu3NHkTB
lD4ujYDVg0nb7g5EGa18tGP5TO0AATWZpA+FiMPHf/8CGbGYqyYM1TVl4OULNIU8OmDOlHOfTX45
iSCarUCiUW7Gzc5WuqfYNg/SpO8FYQ+BHjSaikcl3xfR56h9wNkS1fj53h5R+nWKIOpwnes+pmIE
9CS8GVwlh82ttPGzwY1/5X74h69PV1YBaQ5Pl2NkbXLkcR6jBeFw+9xbZQ6YOY28xi5J7XV1ym4W
wNl85RldTAWBEchBjAndBs7avV63umvqdHaG2Y69CoCVVw/jcYntH4NjVXujN5xjzTj7wyAzYLAl
OfuZOk284xYC34kwko85AWNOVR0PZeJkV+7ubfuAjU3aCPECNuwrqWqTvCiIemVxrEhnRMTmXYie
HqPh6DFbhgms7lDdN1LsfG7NGY3dEXGC0ZqN04jIl1fOTIaFLna1jOyvCyw80lxCSsL0aDL91BbX
bMs3OQ2/1YTcZmCeAkoENYjNHrLS0moR8VLPpSQpNJoh8jYVqn+ppEqH9/frPy5Fv9BmDkQKtfIS
/j7v0TwukKFl9azmCdrvQ53tHcAQQcr2Or+/1DZ//PNYPBc0dP7HJXS51mR0kAO7SjtrqMQeUmyY
/RxaMC0j+Zb6Fx1dJL0Q8o72s+J8xoZQPaDaUPudgOamKpwOOSn/XTb/+psw2UJIBCMF+iOb36SX
DsO7pdHOeCv/JpeuCnU/mOGHDOC0//7zbwqHP0txCa/yHmRG25ZJagCLNsAgnCcl/yQ5MlDkAv1c
U8ItwCqj4YpQ6z/seCKQTsN5bdMg37S5DiO9ZMcvhXNeldi+mxKyQ0pko40sdADrNqiHl2lEMwtC
RXFYQlv6aRuDjdhgMSExbVJyPFZQlHHgs58l2VrtbUV1o9D8ZOxWJvOVE7opmnk99D6YKjElXofU
297nOEw5/cQleVq0uPClRR1/aEqlHcAIofqeqT2G0cK4khVtU8N1VZPUkCGjQ1bPnPhyTw4V/pHK
kKMc3mNxkZSMnvLCrHZzLs0PTQcKpOgn7RthufLT0mkewKPHqIou3Z/P9f/hm/9nlYL9f5OmvDIr
8+/i29/ozfW/+B/wpmn+BwQmGEvI1GSwBO//gjclW/nPGiERVlgdiDnB/Kv/EqeM/9j8AWxnNhTY
ir+IU5L+Hzz8iEA0EmgjMAP7V+jNy/iJQSeqHSsOhcYSyAagHJf7BwTlSjkp8x1Umv2s7XCE8TtU
Av56Jf+AyrwMHa+rMMshfV8bodTgmyglbEy67L7NKSflXWGnd+Nk7ZV4OmWDciVKv1mK7Bx7U3AL
a/b3phvJfE9DDBMBG8tO3Qp2kIOSvpwAlbKD9x/qMiHjoTYrrb/kr1TThA6iL80qlaOdR/0pmz69
//dvIaEsQAueL0BvdbWN3mKoUEMUHaKP6U4vk7h+ntvBVHddUY7ls51KeX2Ck1caO0Nawvo3QraT
+WQi0lbdpG3WTiBBx9q0XGsp5/a2yqVuOJRTb1mePnf68Dl3Ck0L9KEJ+ys55Js9xXwWaJAC728l
cVqbMl2eSqky5hxs1/Bpzh/NBKfU6opSwduXz4ZdZbXppRlsrE2KkWEaAdqVNXq6ypNxNMprJs6b
Tt36fdlICBEi+UKPGTbw5fftrS5Rp4U2a2h0PyulCDQFJtCqLxwOn6jh3BSMXq2HKJNe2cPr3/y/
Rcx/V17tk1kZANf68H/tLLkxrWgAh7Yz76PzfB8+dkfxOO3H5ysb7O1ZWZ+QaQEBCKTY9lgabVsk
perQvXa/1m51R8nmjR69Vc8Jln300dk3XnGllN4CNv+8VtDAhAJE0Ngqlw9XOFaIQUCGiPM+uylP
xqE7hLvlmJwoK26Um/cfcdPy+vMq6ZbL9A7Im6kKL1eTJBJBQCpiN3rmXj9KD+WpudG9yf3VBeNu
CIZg8aYgdDUPeENwTRTttbW5/ZJk7JwC6OQ07Td7yEJMKmS2JHbxDfrNPOx0G95gied3h+GAXvW9
dTbODPXgZQ4ufgm2l/xKfkk/tUf7ZJ6sG+cm8h1fvrVujCtv5vU9v/PTtpEfF2h5XFrezBQFpAQR
+7tFZGsPmazCYKNx89JFNk6u3PzJSig4r2yETcv/fz4NcVpBDAuI8OtG+WuXW0UJWhYG0i53o4O2
c3xph+GUNx7sID1JL9KLuO1Q68YIxNUfwwd9p95KN8gh35Ufy8fmqB9m99o99TaqMG9fwxadWPRG
tp+rr8rKcqD67RDPKuJ7+oDNOVHwrL0CPn+7DnegQlqAGCCRZTthLaGbxaqZEiHLfsr8meyQjJVt
Ol25o96GYgKRQduKmxes3BbkPrZoj49jzUKR/sPMe9sbOCtevyzWlc/5JpaAu6EziGwP/nZMczeJ
KO0sqbCrWQqiWtqjHxuozhEnE08rrt3w6pqTXOzcdSmc7VE3JHV5M0+IFWB+XdtLgeGm5/nUPUjf
uyfjFiT/0Qnsh/SxCOqH5dM0ucVX+bt95UE3ZSD7du2h06mDgUXCTU5zGVIq0ihJBdAfdLvqprkJ
j7GHiZKX3yBUd8r9yvv5fgzbbhbaMMy9kahDInQdFWxTNFMsy7yeE2zig0Z4i/HvFE+JyAA9NYO2
qrNKKyKfcvlEcR+rRR/PYocki2c/giu/UqW/eQRaV3CXMBqgnlvx2JcLRKql1dYspUE0ZbBOjcVx
9W6srmz27SoUpuSYaxVGgWqCJLhcRUpN3KTnXMFpZYmYyNbxLc2N7l8+C51Zvjwp89qQJgMn1//7
ck4kbWRzplmg1lJ1n1hKeI7yrNz/u4/OxciYhgWAk7HDt/12EPrAjOYyD4qkVdyxakYP+NU1NdI3
b4xVmDkxCWIyhhTjZmtVNd2jpivyYAotqfSblvPtqR1QpCuHZhuH1sdBHw6LErg2SAKtP+SvWN+N
jhOFasPjDDBjFRVtdnguYCBWkcl//+aAGZEcrk6lAL4vlxqyrCsbOLJBrBr1J6mXq1NWoDT9/ipw
hNYP/XcYYv7EFHdNP1esJfPNy4UsYMht5gA8x3cNHnFU4GXwYLZFhzw+/LGqyV1GfhjRtZXOrjfS
aGn9yZByCR2dZPyYLVG6qlI3K0TBkLHvyuhFD6jFaRFOUtZo/sbqT3sgEUYUtIDDs4+GVvmuxaUV
04SP5MfE1KrSR7Eot336ltUOLPLSuYluAHTWaxVtsqzUy8jretWOwc5pEMvjeTA+mk2MwVzS2Moh
yhmm3KK8j+Oi0+H7GJj9nDAR6Po2xIlOyMutldN684sY12lfzeR6+pygqQ0fO9Wc6UlDxwlh0hjf
ss5LtNX9w8662MIrOp96fkg6fGhRb1f9BQeLxyw1+2mvLLqDvZkYP9rpzA+tGL3kLmNffuI0NNm3
uo8a2W3tjL0Po6E9w6037utQ7togwzoIzn1lKXjW9Vmr7HmZcY7tYxY+9H2ORwBfr6h8POWVyu/A
WCEcAQDmpxZVmuU68midzKofimAY9SSBgCvMD0OVLLq3JIuc74xYocsUL0N5KvhRledQbT6HtdZg
KhJHTEHRQEPeQzRdNe7E1OB7ES+QojylMwRRGpZ94Q/JmN6B5jIe0bIbMSSYu6V2F048dgu6Kq2O
GXVRHcFYsRoGUxCqMdmpNA+xhAIfQGesvjJ5zAWc49mSG9yRMuu3ivBt5VmojIMSsPpO9oakxWEl
Au0wermiS7OXJo2EI6WQwsd06cIuiK0GEaebzBqcKNk3iL9/S9Q5z91CQQM2sPDOq71Z1TDIU5Z5
usfUxG79sUaGyQVjn0R+n8BrD1odZWh/FUD4EqdLIbnJJGeNnzgaiaLN9MmN0BmZAljxsI5UWdIz
vypAoXuJQHfDVfO8+RRVa8cUKKO23A2zjtAgNqGVOFjmFNqBQTctC+KCHehCIa2gnZfqfs6L0cbE
RTF1N4OdgCCQU0RMYOHqP1vQOj8rep79VO3c+GaVcOB9/PFyJAJAkfKFiXCHEYL6E2d6MQ6NiWRI
AFA9/5abOW7GiK7YP3qB77eLI9zwm7211P5ShDjLLaUDZDpPu3FwW7WVsWKEUWrddIVuZxjkaZLh
J1PmYM7Idpr92YJg7/ejXH9x4PSzvfEdlHIculr7Uw1/AhZSZ0CaqatULg5qXeF6MvbEUGwnQ/Dk
MSTPW7icMx5e5iD33lxUzcKEqageoFLhnoeIZDbtI2lq4huU+OAwFdRBP9okF1Eg15n0JCMEBko1
FrJEw9My0AdboIm7CFDYmlebCGB7nZNk2V4gDlF5YTmnkGTnQRFBktjyF7QAkRZAC9P6pI5i+FIZ
SRXBddTlQJLydPDySMv2qBP0J9vCEp7Dmht3Rm4kvVcaXfep19ThbKNiCEmmMNFuqXN5ave1nnS3
LcTGxbW4lX6pU1+P3oie6SmpaCn4GqauPX6YeGk8MbCUIhNmOtKYNzX4TuEB30h+owlgyYGKS1Do
s9+4G2t1FdLAjzFvAuY1s8r8KspxHxUYcLlzUwJpd+S+rvwwx7K6U6cnAwr/BxUr2twfRIcI71BK
xq9IKnTnpkp1PDVspzM1DFJa0SEwTfc4yDqV0ZhZYBblYvqpyi73qHJSW1HFnlM4zIOmoh1jRqo1
shhxN1Wti/BgYfh91rDTpdAOG3yzm3oJ7LLKmRdESqT6XdKEhtdKA5z/Jg5JcEGvJ/2NFYfhHrmD
VPE7VWSAFGNHfMVGyUkDR5eW/BRZaf6UcaJS1CrrGePLselHD9XmjmBa4sbj2QOcf29Z2inyEgi4
36K+141gyvVMu8UqtVQPeq1M5LJVbP8aVxko107apveTpDYTXO2aHpldrYbJMAhzeXbaylFQdnHq
2LPSqrrLmkpVvBWIxcp2ljVgbtGwuEePRKRBPSlVfOojm+G8nveD5Pe2VqFpDQe45dFV/QX5FtXw
mF6J33UixWbASQ8xhuiUKEX+cUC2NLEbQvu49AiszJENXm9Gt/1XNdfT4tbSUkouUuBYPcaJhCV6
qHMioRAJ003IoX/2di5wYuJ6bPCGwbPSN+PIVvEltgmthegjrj1caRYOs4VykDrLUuyWbVahFig7
+NTgH1N+Ma2k09xYU6YB86IISTypN9TKHbDouyWgDGyMKsdxFUBaqtSgbETjDF9wMpzKIEFulovA
SLrer8LaRAYG9cGXsksJPOEYlT/DfokKrrW8Uo7xZNr45yBNax3QWVQTfA2R/ihpe31cnKGb3IUy
82fiFP0t5JoUa2bQlqCETU2CEKXk48NgVzkjTXXUfi5VulT7kRK49pJwdgZfEU0Yu1Pei4/1INeJ
KzVgL3xba0fMHsdI/5ajvfdrtpxwYum4t0hnoklznaEhgbDiad6X9frHY2+U30FY2Yx35TUtaZUZ
J1sNFQ2iFyY9bK28VZQgKzm6h6lY+MaeBvruS2cpS+hWrQJhK0YX66tUWj1iUhhBAD2um+Sl0zHb
woWxJufQEX/+Okwl8aeuFzIrnqT6NaCRxcsY5Q6p8EwvJ+a39R/fSfm3OahtjQyHjrJTS6sVt195
6b402AX1viShN+xSpvefM3URk5fb2BP7RqI0TwkXrRKYcjI8hVMP+j/U0SzyzIU4Z5EtftNFuB4O
qxU6hwFH05+JPDEQayW5WmHeNq6ZJ+Cxk73n9i3bXU836Fsz5bgiaRwpWJlJb3gEVuM5S3UB6rHr
4nsg7+ALrMZZzrMVFfijjsrqxhiPP4Qxqo1ngF4uvC4xwnOZTSH7Oxytj8I0Zl+GBgwwSkmNbqdj
K6cyHEM8ACFbOO8Ck++4/zrUvJAPRS9bvxf6DnHQamau+kBX837fDoOioKOEitd+IVZoQTlq+p1T
1+SDaiMb+WryC/NPpnnxiXF7tew1XMxe0r6j6JbLNo53UJNDKOdmho6kFi327OqtNT1mg24XXoow
y49obpfOr6SpyiD4a+rvGkVh9mKDSQK0/9BoXDlJBojTRuK41ZzT5R0zgxBXa053m7HwLZt9EL5i
JjVCnkvlaLsxSjsHTTIt+R3a1cry64swKEVXzTAhSIZwuieJmZU5/4ySRK88ijmR0ggw/tjUv7ta
SPMneuXanHgkRugNyon0Y8mVDjQgCIJh9BfS/nEvqSZT4FVxyfxCHYW2VRzW1Xg/FLJdnbQ8CtMP
Q9eb3QHoPmCT1BwHzW3rcHyJBS3/ANgf4wmKlWLe1xjNd36Scva8JKuR74zHBP2rVKSW+GBLDVkj
DtuyzDhDQXonwdI991UUa37QKrZ/YcrGnRRNZazspTpP9c+dVSDIk1u6/EXn50Y3SLEt8r1Wt4sC
EWQSeguLAEc1L1Wx5lX9vkNa7k6EKZJXXs51fbfQuCIlz5J8cAJrEJJuIt5hpArSYXYIKSY1xfx9
UCdHC5auX74CqNc/a7TrK4ywOzQq8bitpfskIdIenG5ELIvQbSh4Kivc85MPCl+liSOw6N3LSaZ0
z50xIAGmCj1sBdGlUaA/9Ej6mRlz/r1aLXn0gCOhNh4kfSFak+NbedD0hok2EfoRULydkliuzLY5
HvW2boq9VYURwUcPwVaafeh87Ox+ES8FKnAvSFLh4xbiKrkcp0KSf+BrD6gvT+RxRAFv0COvxdlt
QM8ujkdjnyxA8W5qRkPoycLyLwNAFLPyga7aYJ1wHKydYFAloojcNbrkWvYQZT70HEU/J7kMxBhk
aW7lrgOt95capcW0bxrynGMRqmF2xDgOPZKi4HJ+gJOeq3vc2FTjCZPYRH4elqbVfaeVjHR0qzRN
jRub5ND8grgd2cECzNl0UQVyuvsWnJ7idrDNm29OPXZqQLPBWa1sitrcZWqhR49gYeKJmmnpxyBL
oDm7+KFPaSCPBbCFZFElMknm7JFXSGbL0dHaEpUhU2laXiR+ppR5VRF64GnnISCO2OJLj3V17hVd
OffnOsIo9K4TWmkzNKkTxTNzsL6+qRXWUyE3y3lwevtx6lut3CNO3vwwcmvpj8ZAf+UDGnLjcx31
jrQnGjjY2zlNmSFdlXfKfS+XgxzU1jrqlxCkHb+o46xHh3RQyzGAwFJHbqSHinLuUlF8hYsuFGxz
Q+e3IpYqw96F+ujUynwq3+JzykcrxUhkNzZNpDwMSIPgx5M3JVm1bLcpal6OhGqvP8k2rpyD5GQ5
5QAjfx9IFldjYqX6T7wXpfpYVyG+cyi/Qb2AByAJCQQI/uluDANCfIxmWi4nU2u6zNWkls3WlXEU
BQrgLuOhRIkjQj8yXlC8g+5le5CZhGLTii/XFEcOlRy80ZL34VFTM1v/XOoyV2NWhcN3PTRJQhB8
/hxKs9B84NbDJ81o6v4J08gUew00e39VIRXzDpuo9ocq2fhZxsW8HDHZk9I9+v7LU1kNVe3pSRz9
6mR9bHzsNjPtZ96WQ/i5GZP8Za7jWPgLihv3jgBPhFBYyowgbUYqFZ32wU977qbkJpcL8VttF3QW
i7gyyhe1lLXeN+zIKm7LvJG+SORSzs1UlzgOGUuVD9QiojdvQS1Eq9pYn37Si86xvXRUx+aR/hL2
1kYWlUcltbL0Bn/uBLgpVprPNcqwz0MVdsOOErWGAG7IdegjrCtSd0ACX6J41lFTNIeRxBM8J/L4
a4TKH4CUcseqTYULct4MVBHzpE53WU74cOMkMzTv/1J3XstxY1mU/SJ0wJvXBJAJelIkJVIvCImS
4M2Fv/j6WVD3VEnZSmZUR8zDvCqqiIS57py91yYe2uPe+mIiEgC/5XNaMSP4Cn/8sVAT1vq0sPrh
xtQWu35ceuwg96rX1folyZtDf43JYEm6nWELL7luFbP5isDIoZoytJONZoMjQ5BU7QYzJOe53je6
nT5UnBcGwBVEXe7NbM0tnxJ7lfuT1eFxFmJ2BSUf4tSgnQhTvyGtRWpXWcJh9Y39WeFFUkD7J8y5
nYZrSVbk/Vim7uS3SWFzkiMi3CxAmnb1G7JF+x5BThUf8mFxBZsPXftB3WWTjLn90B1MFxH/Lt8U
isE6wkUMDZbZgZnAwH3YDoZV+BX+ivSmEePUhqkBXzMa2HISfWmzX9mh1sIQ7DrxliDLyfNeEiy1
XpdjqsJMnhScS69OmrRPMoUdEE0JGbU7yVC1wOhZan8Jby6ed1Jpk3lX6mAHfXbr0wQYh9xJf9Hj
VgQOaEdCOWiEf+4HlzgrhHGcopdiND7OmP1e7VLXX2ZSJ+EpgW8A+6FKBpiS5Moc5UmaZH5LCmp5
L5faZAQY/RhM1mqChTNTewUVkiceOkFDlkGs2Pq6K6lXqBcJpyhjB5jVfcOcwvhNRJXc6EB6yFWI
a00CidCHPJJTYd3HneJ8jtc0/kC0WBxfmalSkPxIq+aA9W6m5TUWjLwCGhxYP6Xt60PH2f0Sv/8y
XBL3kd4jdiPn25rq9TJNvFYJ4NPygjhkcFxuedYmwQQ95bxlXLunbCIwlVIcKFH20X3/Oal769Gc
nPUxroqVH64tLpQ/r9dIpsjn6UsLvvGrQTYs+bnUKCfCxIGBaqI0obhoDKJQixvxjH5EfQVJZLOJ
1C0Ahy3R7PzHDs6pXSanwUZUwgO6druyB0XSirzb6a7U7uEMCpfoAMGq2BNk+ziLxn3okrS6W2o6
BbuOWPAXD/QRqM1mqUkT7qFIgTONnfvWgH64Wwwn+dAJx8mDJlXkt7q0+xJXSWLfFOPGcUUcR0nP
qW37NivjwUIcV6XKvs9HsLh9hX7D9+yuu5+tibV8EcQs9Oui/MiSirOUmxqJEjau1PUAaX6Z7rSC
yI1d7tIvuYg76GuhlcLmgaVKgYANS0JlpseDtvico7z5kuED2Z0/zswC+9WBoQHQ4xr+n5MEhVq2
EOA72XY7186gxHa1l3KOEAlsAJ1dAxsf20uRe6TzZ60ytNQXdZNE5kpcmN93uvnYxLbzeZxsB7ca
8Vgpf2gWP2DYM+nl9VoPQaXHFB30YUi+55PZv3md6NqwGtPsh200UDwMba6eh9ZbXkWqVneeKJd2
r8zWcLfo9ZRu61P/nTwq5XUaZ5JYC8Rz0BgT23po6Cw8W+1Qc3DUKtS9nT7CABs8ZWR6sGcLPnE5
p/IKZmzzMlBxVYGtleol/FOR+VMZs1fDduO+idmcqKZm2XplC4F2x8ta77I0oG/tBNuCajfUqzRD
Fmx2H6sxkquDd4dKs9eXn+3ehKOgdLW2sD/pXM83oYpqfpl0zVsvi1r67L00ZgpiWOQusyh17Rzb
FkjqXTkBYFym+ms5o1TFBjDlPsgmCiVGCUgkXGVdP8hMrTpGd8NWueOknQVTMrOHVkdjTOEFMa9e
es1UPeoO9Ysxt1nwBYrJpzwx56dx1Cu5SY0tnGq5qgXLCsWAw3Hlwf0g9vlbmrooSQQwkpo3/IWk
EWqB7PTyR62KdcIOsQrbXZLshbFhVrOJPtQuaTwAsmVsz58ctnQxR9w8vyPgxXsdqED8aOO5j3Rd
McaQyvIAaVh1FH87W4Z6Cs0U/6RveO1813Aie1pTAgeps8XXEFBrC5hCOX0mk2zt9w6r5OWaLM43
S81KJ0T6ZDRXZt4yyaxNvj517qBeJVDpbpRZhY+mKOX6TUldBhEl2v4lWZfxtRlnl+KYkssvXrFA
UtU7h25IZlr5Ncf5EtEWFWbSgQ3yHv3cW/svKP1NBq1jLD82Qxt/Dcz2MymFBvobGmijD93Z+2oO
EwOPcdeRaMAUuQZr2zefTSUrV1+bY4OoC/YsGhPg7DwaI4dYVrV2vKkUJKZ8o2wmduoEjZQNtWt2
FJ0acVEufc1+euqqb64qnI84bj1EB9gzniD61s/6QD0D4v9S9YEjFwyhUwat2l/ivkqD2hxU2iFF
Ft8OsuutHSndW6QwptHPXprWDtWhmHqGsWriA+bG9mvC/qmFoJRvZQolr7+v5BI9O9LrXixIAIxM
M/1OnZIpLqb11QSEEHXXubrWbxVd4hrGbRWDB6014yLXphzCt6iz5zztR9VXG935YCY55+BsjbEX
GgNKuSBR3VLbW46ypTraswMny52NNmwFwlxKYuwR/LE1zW8y0YfVd1qv+rZS7mCszs66ue5zOLi2
m9ZkH3epwVCKi/4NK9Oi8/um5sYpLU2FNFawRK3FmhB4DM2h2eNgRQWkFDycMDe9mh1OwVqu2LnO
mLP16X4WGruiYtBg1gxd5T04jVc9r2orzB2DKP66jHQvcRTopCin1Kg4paEovpOgal9NfduUsZyN
NuIVbbYIRfC0Xl92c4o6rlnILvJdDmli65GB/xaYidOdYVLLCzVtjNdwRiZcBcs4k/bcUEfgnuPM
qoKShzigMx6BxXtFrxswYOLJDhayXyXfS5tmIZ3NeIyGFVCt75ocR26Y/cGgv9+GPObek1sFMIPO
OoIqXI2w1n5vQiZ0tyyy68qwddxwKQ7k3V6s4s7U8svefLa1/IBbd496IGxMN0jQUCtWH47aFQW5
240EKMxbg7If3W4MDOPemi4mapuduVxU7s0KJ+L9H/zfHWeiXemWApGEBE1iwO+/V7jDpHnjUIZr
I+IXVCPOrekoyv79qxyLUSDxYQ8ExEd8h06JY2tH/9JuzvsN1LdaeWgN5fqkzt10Q5nAuXDZ+oVu
ATDz/ev9911xvU0uiBwRLs2xMdEZKKCwA8rD1ug4vcucTSXKtzMv+493hbCS/xPtCwrg3+9qpOWK
1MfMyYxQ0Y7pShuZUFIikyDsqEX4Grx/V9u382uDm4Y9ZhpsVFvskgYx9vfryXYFsV4YblBtM85i
mrfqbLO1ZktPfRmcVUqS+/uXPNYJcElwDNydywRhYuX6/ZK4ssp0pLUWNE0WR41SUWIeeiswVKCt
//RSfIcbiYMFxMUQfaR9gIAvbZgcVqDoXu2bAh5hl9C8XIi/PHNXx58H3hRIZWhS8GdsFIijSzGt
YMvhdklhTKmKpZ1rB53QOL68f0t/uo6JIJzPnwGAG+T3p1dKo0lAnZtBMRtGZBE26TeLo58RwPz3
Z2GQS2+CIibFljPq0RBuZU9rGkFRQO3f+MCE67CtUvRqX6Rp8XksaxoWmAnVf/wQ8fbRZEEyj9PF
/SnL+nVMl64Wz5LqUQ3UH1R5qV0Iq033//QRopVDNg6CAC2RZx89wixnEXAI/gtSUgkurcxEATl3
/3S++Klc26ZAjGp0OI+hTdZSpDrmfjOYEOdw0lYnv8y75YyG6Hi+4CrIDPHqYEDALKAbv38O2cCh
hmgmI7C7daFnEWv7zJM13q/EAnmXift//Ozw3Jl4CfAp61A/f7+eNQtrpg4JRbzUxn2neNMHp1mW
7+9f5b8/PzhNm+wP18u29h3NSitUd7aAXIVDnX6XsUIeRkv0T3HtKPdrQRModV22be9f9b8npk2i
ylThoJVmgj96lt64egkJMwZzIQmeXkLdNDaxE9ZT+58Uwv8XTpr/b4OItknjtKfmoi+/9KQr0bGu
v/S/Omu2/+8/zhrL+dcGcEYSsdGxfnPW2Nq/sKmxkhhsNEie2wyI/3HWKJb2L1Y1l62HCZMaJSmy
rv8LRrf0f+G5YY6BnEol0WQC/QehRD/9GX+vn4oOyAQtLN/p7+OAZIAynnDpR8Vi3S0prRvqSZmf
WZmxX4gZ+az2hfLscLh8yYq28Jtsnfc0e21fxqBACHvwDuraZiEeAO1j0ZG++MvTvP/3T/iNjrtN
0X/6ZUdjJ1Vydepds4hKI62udFO218XS0QuGW3RD8yL21c6zCBhzCJCZZPk4GOvzpKTaXlcTvN0y
tuje04kJVLXU4Y9nIjCIGT44jbuEJeLSD2d+6bY0/umXHo03tRntdPCKglwiauBGN3a7UqFY0jhF
+qZSiLuyTZrp05oWSL1iMwsG0Z9D7hxZQP5+g0ergOH2sUfybBGpaHX2tkM8B8BtK3SFpftdOlRR
37QlPbq5DVptnihZkKDy/q1v8sE/3fmRvrSpjQxlnE6YU50QRtPaU/aQINi4YONOo3j21A+UyLf4
Dcf5Z9uvv+/3aINC7BKNEE3Po7YYq/1ccWRq3Lq8aWL12/t3deTq/OsSWxLZr1ty4DBKpa5zEU1a
kl6trUg5rtTNEwdXqq5rnHIGpKPvJVLlkFnVUbVOw95N1tuinIMtsSPwzBpVWtF/pYNl7ptMH30C
OOIzziL9d13n37/wSM9JxaKpe3vOI73IFxLCsjykCtTvS3wCkbGq9eVslcUlZ6jKd2I7fcK9moeJ
RsevGcGeoATpURmVzsEolvRSnTX9tl3H5coQrbxQe9oH5J30u2qR50DMv69Of//kba38ZU9U9XM2
lK612V8XUl48goSXJZ8ONEUf339vP60Pf/gcj+W0I4yY0iTROCpJYiEc0xD0i0gHs8p2ucJ4isKv
y5qD0lOOWGu5YaYpFU0VtTZ1GbUHBDsyTLuttUUNaUe8VfFpqBMzStp0jIhbw3KvazWs+0QcaCgo
4bI00wH5ZeprPfkQgEyhbulLWMWxvp+Gtb4yp1FcLC0xma3FLXeUrK8I1RK7vmjagGTu7z2m2Rs9
GV30AJ1xxnR76mkfzeu5BKLIQaKJ6nhVfULGnEDaKyqFVjpntqGnZp5j4KPoqBF4cuFxO3mPKVOo
AT27ClrjeNsm1Sd66K/mgMF4NhwCASpDnnnR2ja3/elFH824LRwbx+zMJioyers728pN25+B0XxU
k3T6Xk2uQ6klLx1ysxxZmFSFNO/QewMKTGEvlhqtAyKJM/uukz/naApuF5ecIADNUd1WxvW8Uh6k
mJNVEZ0gZ9fU5mXtkiQG5A2YwUjPlyiegjQ3sUSTWQ3nfsapSeFoNp5qzF2VqjVRQtwTCdykHxeT
7Dgqxs/CIIc4qysRSnVQNuWdG67UhiHtrudQd7/v5f8e4UczMzA4U5lypYzcmcajpioUcZpSXNGV
LgOsEEn4/jg/8W0fH+pi6TKyJreMyNiuDj1HYxZ7j9hnTTy9f4Xf9+9/3cmxK7QrPYKPW6+I0JXn
QQy6GL2L4vEGtfFC/FuLK7VP71/s1Dg6tiONdZ2ulVgTdGa9sZeFXTxQ41VYeJh1Cs3uAzim6YVi
tj+QWnQB4Uz1mZF0xGH+606t7V3+Mis7jnSlFINyIIivvgROZFB8dddXCWOXNAqcpJZB9oyvpFZ3
2PLRFh7zRNIucFrrqzqwI9sNPPgEkkfm3aKZjo2gs+QYof2q9opZ45erMm0rdXvtVzpS1YuZpe3B
A+lM6V2nHkg8rFi6IDMlcX/G3EoiVSCjHN5/vP826f1htnCOV54FSqjhuHUECkR+4wRab2R1B5Kp
hZFgT9uRplhBJr2zG7uyvCqpM+fBMKKi2yH9KbfSq72gIEKidaH0xU1uk2dBbZuCeAkU9mYpO4KE
tFyqb2QOxl9EFWtjoOIteIU8NL4ipkiCKh2avTWiHCGFJi1ImrFYq3Yz4if0UnXqFQc7zpx71UVm
59Ms0YSPd3yiq7zoNz2V/FsjxnwXksXtXUCGcdneZZqyhmUV01BQa86TARLF9GDX+qoFmWGM9wSV
ITebndq5SyyXvo5BX/kqQzuj+Ytd0Tmpe135JM2u+IEtrlrCgVZVdY1INXm12LZdIcRb3NvJq7XQ
shfT8HO04GjcjE73dmSg5ZCtU2QpaOhrnExLkwwHEj7tJ2PMm4w7a9YfSowubc4zWjmx4lqRkLXx
ALowaXZIzc3rLre9J9lT2Qs18v1aLiprgKpTpSOfJ6SG6iv4pp2Xcnu7XnhrF6J87KxrST6boQz8
o96k0WiUl6W6YlWol2wrxNvCmcjOHvMvuWosT0ZWFXdFP7UXAo/KwUp08GhDZ/HmkZu0LqrYNpUU
DM05i3rZI4epdSL0eNCTdSBxUnuxVRRduxm/QEEnzS7u7NzxlMt0sPrvjW2VP+YcjD9t3pbeAa3w
kD1YE4I/nQhFwYAh6IoOJB3G1liRPdQt7lPlrrxlrZjLD3UFlWhntTr0VQJF7RdlzajzoaRCRIWU
sKBlgWb8Za4yOmhyRckZmm2BICXVE6WKvCU1XnJpT5HhFt1zTrDmF62w7bfKVGisjkkj62cxqPYb
KRGrst9aH2j50MUlD3Zm1MLXWgVOZZG77Od1RPUfSNuuPiZ6Uyck+emFGhUCWbpvaIO6j8uiNi/E
1OsXhZIoIwkp3RoSbWDXbB2b7Lq3pEfHQZkKAlBbYgID2515Mkuqjg/mwLgnw1BFUO9mvf44moqe
BNlAXRJRXF0G5EXZQUWbeWd3nndldQ0Sb2ON6XnEgKWADWuBm3M43aFsXl89aQnhp95KwJAeL8Oj
aC2ASpYplXyvjrT6ZlD/B3Q1I5qh1BseEo3v2h9jl4+9HJIfVlq3w86kg2X5iUYHtIPLRCjeuIpI
8cjhWnrR5nfzoNmPRMaML52qtEOo2FtOIJ8OZKXFYDNkq0aOjShFAN4TqvS1Yawh6i075zEe2/qH
Qtb5m5tM2hBsFqfvQhp25mtipJs2oUh5JvWU2KWtpvR1mPoh9S3CGL43iZk/o8yl156oEnVSaS5k
wWiGudn7tbH+ItRkvB0p532SyzjudaUb8U9lqPp7Yh0vBpfowzDeUqIIXddvsXjgc2ztdNeOtILx
ZrSb6NtCTWC1l0kpl6dBI8uV4NFKfHH4nJC0VmonIp1QxD1JiUYZlI1rvE79uKQhcVmXc6Vifhji
DtBirglyfRdwpypB4EDbcJfpPhTC9StEqnaIZJ/LNdTRs1zH/brRqlBKfohp6zNrDu2rqjmyulTb
WL1BnLJeiDEdnB0gkOajSUTPArlLuteaWAuQ053YA2Od6YgmcXarIY8NeJEisoB72+R1NkiWvWIl
EKREzYRRqWSiGGQW4eoZyChdPO+71ahZHFblrL5VSSmwdJuZhXbLW8avghNBvacVW2o77FyETtqm
Ut6QjETOfWnTksSI1uYoI5yUxTJBfTErrfmqekP1ZSpnZtuSDtwmqBQ4iuyi4HvupymOmcOZM/1M
gOlCM5JaBIqZjMP3l8ATG6Zj6rGYjdEa24796SD7PZCB5II+vCRa1PhnLs2/9hHH/Rd44X0lqqaJ
YO2RGjVII0pQWp4p5x+1EP/+80cbfnR7jbc6eh2RnEmSfF2oB7YT5m4kYBn5RNM/IrSb96uO8omy
A9CE2LAvx46toddkKaGcFuo6a0RCQQQBdog53Ztrnn1sJwcVsj7QOiUgJsKulO94hayyc7FeCtPt
b9WOFtn7L+IIhfT3fRydFBa0SnE2rGWUj3N+TbI0XeAcWSeWkolWt9TCHq8Now20vGAbeig3obPW
TvqZvfOJqpp9dEZw2MZVhSuyyEKje4fGJr5Z5jZ/UYRCxviMOCBLjCRSxjrd9MPyzFnxZ4/3D3uw
47aSdGQ5paOZRTEWnW+oZQE6ZvWW6+zM7fVoVLZFdusYi90EBeB5IH36C2ZfQT1yxDZzsNsCXcTq
9UR+O+uCC1gjrsVXEeLwD/EkPnLy77ZQY2uS4dKXyZNSVgkH+7RsvNBOJ/tVGZbpqpydhjXYNGIm
EAR5Z97siedqHZWMarPNGybXNErHBVCfTLdCUVsO4bjMyCkWEVucU/U2gSOsxvW3tM+b5Eyp9MTw
Pu7orl1T4/vi/OCRtPxqk6IWSqVbgrzNz/HTTxztnKNjQrdkToeyMmfnRnptrlQHcNNsZJXs22JI
58xDPHEjzvbvvxxGEmfNlASXYZRNeDiSfpmCrmL7PdtsMv+3EXjs7q7r1SbdfSkjw1rTfTenpl8C
5mUL3mgOIn/W8cXK5T3R5R3fHiKr2V3zg5ro8fczP2GbtP4wFpyjycxplcGbqFAxyobmoo2lPNDW
Te+1YsgeBNonZDtp94wJYqS0YVg3uaish1UUWF575tQW1fqZw9F2BPrTTzmaj+qO1G1rGYpIYduM
Ql5FFqta8w6QmOJrVZOHjifP4XFPvd6juYdqmFPkQ9JEuOlA3NiJSwxkQ/5RFzcf3n+2py5xVIIY
pNY4S2dsRcZc3wssC2x2iokmM7Ke9y+x9R/+8MiOaU6t9NapoMhNVXHRd0bW4x5D9nOGKHhioNlH
hV03nqkFOHYdCWF1vuN5Tw1ioqu+nOVulsl8ZhicmK7soyNxPZEQLjjdR+nS4o0a1Pm2TJSbpJXr
daVYFNMkw9sesU/ZgGLPPLqf/P8/PbujaaReqgXxad1EVayKjwAvuCGblAl8pqW5vmQwlZGtEnjP
oXdOsgkCatwYOxyja+ej0C6uh7LbZEu4NH/UbtPgKOAgTLrN1CmHvJkKwYZuO1Arkrl4rUtmfAKP
moNsq/m+rZbpxVnwDe3mrlYvdODEfRA7ZgpUCa9+e1CLnrOZowhkFuh+uwcNt2iyq8xusPxl6KeH
LB6Lj7Ws6DqZtWjOsRpODETraOrDcEQ3qyzyKEbLuSuxPu7bflivjRKhc54V+QsKx+TMR3aibWNt
n/Yv86ytIZprXBzshb5+N4zhYV21nuNLflsqk3bo3bn8bOLTPfPaT+16jsFWqp3LvHFpUaFEvtbc
cXxQm0rlgi4qUD1r92OfevvSK77Eq6O8eFah7kZW6/v3R+yJScHSf7/dQouJV17yIjJ7KlmYBJ2Q
YCK516syO9OQOXWJo6mto+XiospNI1px40Wc6SrK1ay5IsJzPbPKn/pCjqa21a2LqsVeHg0GFtAE
XC6mCqu4bjutxZQyYViHpfD2Pz2yY+lbTSIEJ3c3iTg7ogmcVYJtYP/586I64fuXODHTmUczXeqA
Pl05AkUVBad7jRBiWP3YD+CArgeMMee+vp9/8A+TznGwoDcIa8GUiH8mtusr5JCG39tNHGiNae5r
xVBuRlxTl5jQ7jQG/r1jV1XoaE37cax17UszE82mptr3miPGDjdNQzqh+pTMeR1NOxvMf1SmAqBG
UnyC2mrv1wGpGYfk2p8VsgvlmBR7pRsOkCupSLWVFU4Ieqh7TMUdNpe3nBIsJ1zgP7mleNHUgDxW
nVQAWmMDtNhp9VDzesO46FiOgXRcFWPf+X2v28Fqx5+dIRN7hzPomQ/t1HA1j2bpoWwblAw6pwB3
M+nnNbETcuhs3y4bOxAlXYO009WoU+Z4D8VYgdkuRt+oSvXMee/Et24ezYYNxgdvNbQk6isn+bx5
jB5XXeB6wifoT0rBsRxCwvT9/S/xp8joT1/I0XzoCAxPg8RXWw6OeuPYfRMacb2iU+y6i3nR08Ng
9zqnxl4PUJCBblmoCVb65p3P7BiXd/PspYqH477o/NHq1L05L7hmK3P9jMXB3VqEOfT1Ug84hhPg
LZvmzDA69aiONpPehO7eAQYQOcvSh4ZOcj0TkbzF9f1pyIrsYS0pcLz/oE5+GUczqZRJkVebFQ0N
aR2ZhuwP5A3Ir84kpytylabLyS76qxT69+NcVCSWpnkfiIyQxvd/wfZG/vSmjubZHABDpqgDdzso
diCzTvFBiKhndkWnOjHHnEHRgz7QE1oWifYf6XfUkBQVQgrofW9ZnKtWWfRQr9b8orMEdChkoWci
qrZv+w+3dszzUzUcisD8lYNqlUgaxqUO1CLPgrnGQv/+0zsx5RpHUy5Fp9xcpZJGjpT6ixHry43a
x2+9u9aTT+3kXL3piAr7V5nj5/7vlw0G0AjkRLaTRgWGgJ3wFvlgzGt1NXfDAN4l1g+uVar7uQRL
Tih89lDrEEQyO2PLR0oWbQxq+7t+UWQ4JY5xKS3U371jx//jsz6a4YwEJpJ0Wa7Lrs4fYp1ysLbq
JS0TS/v4/rM+9Tq3f//lEWTSbcYWD200pIV3GBSAJCkWrDsTksmZfdX22v70xRxNW/1cqgscRi5B
oMqlQw54hAje2+tW5R0wcGB4SIikpGfUnrniqZs6mmyUyhBri58o4vUNPq6J4pJPtsdG21ZndlKn
xDfHNDljGZIJCgAVKmDPT5Rgq8Pkdfp92eGXkYliBFI00yPXFRc02QlBWlLhW4m77junHoPF1IrQ
chbgWB68SrO2R58iwhB03XLu+HRqIB1NQ6MnhpnmUMbxyaKaO+Mmlbkj941Nl8fJVnF4/yM6dZ2j
PV9sC0V3CMCNOk1aNNMreQXdSdunlNMglGDqfP86J97rMT7Yq2o0YsLKqN6O60U5LfjTYk8Juxl/
/PuXODFzHxPoGrqBqFERJ0zTjGVm8MybQdQyfP+vn7qBbXX8ZbRp9rTUfPU1pCz4OcQCWWGss0K4
kq79/3aJozmjEA0epBL9Ug6MAe8ObpC+Xe9QaM9nltdTN7H9+y83gRN6dDvIGVGXeu5dW5DA7eE5
vp+m6txbOPFBHdOalTRbt3TEKkpEPHyMYxXz1FJoF7YKdQop6HDx/sM6sSs5lnPz07uFOPY8QmcJ
6Lu9TfLe3mnAZANc7zh4zHOo01MP7WhLstosLLPkGGHW9AMIXF13uYNVUlNT78yne0rf81OF98uL
GRK9Bhwz5VGeo+MjkDy+VJdMgVlFgsU894OPX8+61ikvhFmhDbtOM/XLrnId4H/u2X35qZd3NBu4
qUVZoOYYnTYC6fiMs7P3NUvTPseiaTcCVN5dTHo8eigMxi8wELTPmHdbeM2jabwNUpkvPRjTmytc
EsZYlxwj3ESjgPL+W/+5kfjDinQcptIomcXxHs2uARKpgE34KM2R3n2+7PWu6MJhodyK9BBRr924
5MsDDqKPPO69ZJxxNloWLgNHYn/mNcKOqun2OuLTmGjuYbD0FFt3vIRoL9egAj8V5uTh7MYiverm
/lpMYA0bHNG7EaQFXteN1pfYn2wgAgfob8UeSOMVb1AcpkHxAjNL9NtF7QOtOzdHnFiRf65pv3wo
JX5xvcXMGNH/17E1LpxTvBzdrdpxWFz1H8racnbvOu/MxG2qJ+bVn1uwXy6JUjMFXUhU8Lx6WDPM
sXGvMlEBWyzZhK1AQEYSld3S9vw2Vqob3IxQ6PGfa11oAH8MOD4iSXFpGXd+xkqr4S9uWVHnHJNm
h2T8kubb5OuWsif2MKEaVfNsfSUp588VNh5nB4cuPgyF219sFCw6/9Rgv6VkEM4YSPGrW0KZ7pA1
GY8lGLL7UdjWtxTcnBb06lT2/tBn9s1MGzrbwW/EoZwbenyH29jCNap484eE1uoUJOSJjXsleaNL
Wjd+JWP9th60DO1HVdCD0Nfq0jH0FnDeOoBUsQzESqD+UKhntA+XEH4GzCbpOmU0rgtdQcVR1jLw
JHiOkDAG1cAb5FbfbQo5wUJ+jBNki9G/dpOafXEH8jpxu3ce/QhYQ5KftsZfVG3En6lWHwY7nS8t
SX+117y7NgFK7q5SB23apdAfJ2lvaee9o18388ZGKtXUnHax19OP5/6yb2NZatdxnoDVs40xHgNE
Mt3eFk36RXe6nr5mnCPVs7KqTEOjNrUXaxDkZJPdHmLI7sVBrWpKFRoAY/Am89xpEDhiERkKt5PN
Y+P4LktXel8xG2h+HY85JHmjXr43uKAnslon8SF38olWuesRMobIxXsTcV8acJy9MoJIYjRBDehu
3FEprhTUWtiAb3HQl99APlovpeQUiisWkjzETzP/6EJkzcjMTotPc5Zajr/MuNoDeDPu89CAXSFM
NGm/5qNkqKwFScCoFeV0oYFbH3cq3XQfTYLQ90h0Rj7pFZAVzbVpixC3lPlFalqTXGba5D63epz9
UJA+ZYe6r6oicEBvRwt2fziFXU1b3pTIMHbmbOTIHVwLuqSdDCNo/0LOT5w4ajRMYwaAnBMJWL21
rsyF2DDQeIYxGXqIe9g0fVCa2Q2pl6vGSW1WH+YkBVDe2IO7y3QvfU7gEmc3AF2xR6jtohoX07qC
NypkUtZhU3mot0Sv1F+zwbSFv4yD93l2vH3sUvf226WW9zi3sfwTnegcJpXPcovEglNo9xOJQVrZ
X89lK4s9VS3xKqcs+dKrBMcqU4mRVh1TuHt2r3qXE+20BhSzw0+faYNezpmG49ug0vEwOknrRmzv
6Hy58D3KcOxaXiizt/nVy9PxWcEYvuwYFc5lrmvL4hd1rZKi6aj5nU3+/Es8iumKlmMHaM3tLBBk
XeI9JhmJreht6YfS2va6/AOV5uZQ54r1NtmyDfgW4PiMcQUNaShE9gzzzPnWjEChkNBVC4/E6/sk
zEgPQSUNQ1fsB69dE2btuL1J5iUr9gZBvw+JVavSd6l7WP5aeAQAdG43jrsBqwPYrnSFKKqOc/EE
mxMxGNWb6hlJtGICWEndrwSScNIsbFOsWBU2fU6POe1udTcRPxZ/uwxyZ4gPiOW6NFS82Fr3gmLi
bVktBWgAZpBsV3griDCrnRTcJWWPnGwsActLQ2k1gL64BsJmdYHbqTGomHhB7j2pznVhzAVx7l41
fANgZ3m7VXPWvcy2pKpZg8eJvQsf62qCTdrpOV+DN0zUySEU3kxm72Y7/p7r60ucRF3c5/rlCMvC
DLl1ZINt2pXfPG+ax6D6P+ydyZLcyLVtf+XZHT+UAQ7AHRjcCYBos2+ZzAksGxJ93+Pr34osqR4r
r0ia7lgDyWQlsjIjAgH42WfvtaE9bDtEx6/E74n4T0TYeYca2pgPJkFS2yu6E+SMy3c8A1AVwbAk
jXyl02JGIr3tp0NhzlAjHUoJb/jWQ6QwY7dJ/YIrGfZQRG1htZYDrZqo+K+2PV44RfMY6TJpAwO6
w9kMmusbBfEJVwJmHk8aZXJlFcp8C2OQsHCHa5giqRT2IcJer7ZmzH1q48IMhXNJOcdNPXdZsq30
k+oJlJ32u4YHqhfXwxhy1OnZG3RltgSue8r3Q1U3Gg91Rn+CkyfyfV+EV01iqqsCwPJ9UrFtXDOd
nsRG1JJLMc1dfAKIPyHeq9I6z9m2caHXU3gNLdi24L/Xxlfy/EO1sTusRnipmqsuFP3FnCwPGBZP
tgk3Le8pVdVSfJVx957Pslr8DmNXhec7K55zN+eXqxKaWOBZWu0RhbEA+MAlG9CzrIGbSZwT/bbP
hlscadNtnLrzc1RZ3bJzehCZG5nZbe/nTTLBJx5z+A480nXWU1Wk70veAm908/J1Ttrxfq3K4rI2
897CKhbBOSnLqUkCipS10ZdcOHvYh8CYqqyaIl9Xczz4SUJ39a4mkPYG89P9ysGgFV6B37jGZtfR
jr6MUQvZq2yy0tfd0O0xXNBWZg0lYh8b3eGcvTbswakj6VieKFZWep6MbU1juS262//rjlwYnBqc
3VimxRf8OvxqsVbWX359BP3ZCezTGTkNuUsOunR3MIEh3STGG12E3ZXLvesA5tBiucWTZswG9zd6
xU/mD/2T8YNb51zGpx/I86i+yTACf2fOlQeVJ2+/fkk/UyX102v94Yg36VYXU5zh7tSIKkYTkh5U
RZxtZWJ0r/2JptP1I9zqguL3BLth0OfV/PqbH/6T86X+abLWcYlKDRVvBxboPoKO4S9jTJiF2LYv
In0MxGgnGy3i2hbclQ95M+lnUzM5m9rKysDscm2b6ePLr3+dn3y8nzP38yrqoh4nudMnypxFNAJs
Wsvu0k3iaodxMffhdQ3biEPKb37iT4auz3gGHpt9JkVGUEJLs0dBTigwi5kzBzesA679+X95HZ3e
/x8+ZKOadCLsk9rZPdzmOBf5BWfLMahFkt38+s372aX6Sb1b87DOWtgbuxU40UXvyqt8XrC4hmBT
/nc/4dMwDs/bMKmkdnbS0R761DSvAWWWmFgW/TfCws8+jk/KW1OUOTsz4IkqgW04OV1xVs2VsSUV
Wu2MwZl/M8r+RMD43DYRtqbV1fGs7UD1PzHEHjSoWIFTxO9NUi2HTPbqN0mtjz3k/xyaxefeG9nm
rY4pP96HgJn9psqjawWx/opNk/TA8cm9CV8ZD3haXpBBM/0K7CNMpHgOTB4ej27ufi/I/QeAY7Pz
MZyNx7SYYD5P5hQIJqONE+FesCq6JKOhLzZ4oqm8yRN5bcL73iaKXatEl8axVqrDpMGX7xer2FBE
GW8bY8G+7or8it6EZGeqOrsIlWSHOiwTpMAaeL7Si0ORZ6yH84SnammtmxL04ibDqh6oAasEk2iP
n7BbfnOh/WQTRV/L378uTZRDCkpzbdfIEtAb58xNNedxQIixC6wQenrpLARts0w7QjvTb2PwIUHu
AJ379aX+wXL4Vx/bpxtjJqJGtCEIwnHqXDNwjDWnUUOYrdeSpqCGWjYicPoc8Hhjdd3LKMYikLMc
dnDURyaIBQrqlNr2pZuiT//m1/rXt2vxmbtixlHXW9oU79u8MXY0KtQ3eDlF8OsX/ZM7yOeWPyhl
GoXLfPtsUgK0TcYuUzbMHobg39kcPgAg//N9NT+TGQYCvrEZr9n+BKWDip8v2zpCYHfB572FLf5c
GF4T2VqI9FUZRl8HieOYXofUE2JdjjloWi902mi3Tj1JzM4NL8JooLorX8hkRu51ZeX5TdZXb61N
n9yv35mfrbw+Iz/iKgQJn7PvWcOVujZse34xZtP2zxj22qvr1pRvwCrN83yx7L2bsJoRiW7x3Hbc
a9NwTw2TMV89QPB3VmzbHm3kxm/gPz+5bRqfbv1ONK/W6vKmwplWN64cMFuglfrCXcm3tcra//pt
+Mlt80NB/eEplkUgeCMoH7vYXa7hP1a7jHYE6HV26PEh0nxCquHXP+pnL+nTk6BwxsFoKxHu9HYe
zxd8YT6z4rSFRUfukLDHn2/df1AX/+db2Sf9cnj/7/8ydN7Fn7MudsPyUr78yLj4+Av/hFzIP6BY
0WQhLIfLm17Nv+pjT5ALeF+GQkWk3QMAxl+QC+cPhmoeevR96JCH3JOf8h+MC+MP/oKg6YlqSarM
Tjf5fwNxQVEUz4T/f0cBRcUJylCOeWJEAcyxPl0xtiUcmQGJ9OOZzDeUZKCePjFsCnPaWYYu9L90
fR5Xw3ogemlg9nHcNPHttYkJcsz9eDcl84xTGPb/cxc7QHN5AtD6Epfa/QKX9H0CvCuCLiqPwI/r
W/bb5GV6bZ5A+iFCnJm1gT8jMsfotgotoXytXLObYejtc3JvqgncubUf54yiA69eaU89QasnqDvW
YkGxzIyOXxiq990U6S6CP3LhE4pPf4kUAUO5m0Kj32KP4BWdyHZPNHmEEytQk9yvwLr10lpDdAP0
GXZdDOv1W9TFEG9bLEfo7XPWDpt06m3glDywWj2eaa5oTy56W4Li2Gllqc4aEdqkGUnORUGdF5Jt
h8UP2xiicoxATkb0te+i4WKkTDrjRuwuljdGxXITM/dbO2TS7ljojoY2UYzaFdUgVr7tKDClCAJh
d/QyhQJBsxAJtaAk2xWePpfCPtSrLvZRBOHiEs3NWrmhzOqrYfchFQnIWVoQdplLTpacDVO9GlOb
934i7ImTNEEEbECy7noqMPe1VODIzcm+Y1MV3mqpFQ07ZtYBLmPeG7daEUNCb5SjLix+vyggpWlT
8gIE+SFqMYx6GFWdgy6LkEoh1QB9jzV83J5mxdRe8B4y8OaF5r7KdjYptJB2/2rMOK09MyPNsRd6
Yd/ZfUJRj6Pl4/2UUXWE6NOdHnYDPGgUfeSdwT4mZQbcb0pC4jqDW1+MxcSWJKfcJ/ZnTRnfHRxs
hReivJbe0Bhdx7ud43DVJ1dLPSJ7VkMOq5VLoEYyjn61aAQ/Bmt5h5BefRtXqX+fq1W/ku3C4jos
hQkUVYcK49eUmjebDCEScoKlUQJSNEvyGsupn6CnrgupJ6cbKbgI62c6MmPAEiRy8OACQmbFAz3W
W+3pYtVnLdlAocSuMzkpsSixtu1zOlEY7skJkm8lxmRrWFlvbdAr5ZFCntxFvA/V6q1RLKwN6SIk
Hymqun1dtDC/DFc3J6YTq+4wJJHijRzzwtpgFbHtnRIjhT26HATU6s4+M1Koh5uorut7Sy9Mxy+T
mNBoKiTtbqD4S8baCJfxrmrT8aZ1AVcfoEe5iw9sG7Hc0VbntS5BCfuthYpKpYhRyctZE+iNCeeR
KzQnSq1I3+XvveF07Vnrqvi8lmQNPEufZ31ngDFMNlBqqJGrVz4L1JSq/o5qH3/LRB4+YSVfX0Bv
nwRcTcqvZU400u91q/6axxr+yCpK6aLRJ5peqJuwi9RrVjcpoHnE873DIJ6i74nxEqgj0iTn9eHZ
Rkh/mTISkAEjBoDuYiqzq3JdtRc1QOgLZjih76qLNAUcNezuwbWr/mBy+4s3cdc3d2VTGDdcY2Z3
yq/USK19laXsS9KRgPLiakj0hBcfHSZvWj4KLlyvbbAPbgcVF9GmrEQ9nPUWDTxH2sKm+XK0klmh
0irqkcIZ7NdRVi5vh9W0ePwK24BVPtA3VoAXWlt5Dw01M0H71rDv7YAGNG5y4VBUc2BZxnA26XqV
Xdp1l6hNG3c6tFv6aZaLdIoj64r0ov6qpUroXpjHobPL81UKf030kyNPUgJy1dhORbLFrHX6z8iY
lqAyahv6uLb0N9WKuO5bXZmEQbhQT3xrGVrMdjdeKv2oNQnL4HYobBl6ayKNQXjW2Cxy9lTB6RsF
1Ui6TbcM+oNaJ9kGCwYsCPOWmnQf+ZPrO45NgBnCiZb2Udl6n3/LcqAsnmuRld1KPtfadxrHWXYZ
xxruEktufXHiwrnuuBZp9xL8/aCYhfEa2ZX2yuIM1HAb8llR65RMOjJs0d9PvDdU+EHVdrdp06mZ
cH4i56Bb4vjS1rPp2MEKeUqo6xgAsLnpxQp9ytiFzghulYWxxk5wquq3qI/WN+DZ7VXVZOlz3WCL
i2NpfAn5Qr8ZrBpWf+rdGTKnXFQbEKRT72qahgfTjirsiclY9HStsn8i6AJlkA4eupJAo4QO7OfM
cr6Y4+xWZxJxje3gWnCMb/q22winWQueEtxyhmmNTS+UFXcbV1gmLUjLWmEOdXU6b4g1Iztii7wT
srSW/dTV9mM1Tae2p3lYHkRNhYA/ZnlE+00TsYgzp4n+q6RHg9lmRYtrGxmDN7DBONwcjSSamZHX
MIu3xsiW08viWU0Eh5vhUf9IxWvKskLPNgbYzvnqGNgpWDQ9JGrqHB/cK0m2HgQePG6g75GXumF2
vroFr4f7sdxodrRymSWVeBYD3i1aRwzI5E6e5eM2LVz7WUZ2ASubNQeDl6zbrTbAFyiran60RWqD
Kgh1+YpPob83QTvyBLVmih9ypgie4mQX3lSluRBT3e7dSZbs2m2GihuGNeKta+3OLTY05eQ3S5mk
1bzjaeuW+llZ1OHjkAKi9ruob8i0szr/nuFE+j7qEQ0VVq1zdyqsS0JUADcxwHZXdkkUnVxTdcEK
qX8qnYbJnMB4dZ90dpN5K9lD7M10VR7oi6jV3tFG5qWSqe08702kxDYpzX6jdHyBAYM1tduhAgyN
SY+OvBhXT+n1sam/y2lel4B9NSwYWCthG5hplB/0eXSphEqFuHfMwbrHwRzhiyOFkELWTUMWuVHN
mWtOnfse3r306SdrCZrUJXOtSYL5SS/l+OTqZW+e1rMZ9DygpQlRa3u9ZGED36Ebhu6AZ9GxiLbn
6eVgRfl4WRQpQhGledEDTxQ9O6RuZjwq1YjJN+cu3MbdCfs+42K1giV2RLQx1UBngphLgEJl2cqH
3mTTtls5OT21KqYsxzTj7J4GxZoWzSmJ/FHXULfnKMvPuanHL7ipxvdiyKJ3TrPLaw554dmBX8xd
iKYcStgI0PJbKj5qn++8IndZ17TWSRn214kK4wf2Kk7oRwPHMW9iaa77oZZl91M6hBl7FUN+XYZ0
PSujxG62tjm57rFWpOC9dgp749AlIWB8FpjGY1OM1TVepqrYwx2b3+l6jrvA5NlxZoTDFActzOcT
v3RgA0MNkTrAWBmF1xupcZzWNc0RjVN5BCnGeoSFBLlPUPr0YHENZzw0BTtREt51uHPMkXvjKjge
rLptR9uoZt8LaXw2njgjFBQMVBwSA6dxuy9xL9l8dCG2e6+OWmpSut5lw4mBkv4Glw6flIaMUKig
bFf3doHgzvLeUdM9BR3xlwr2eO1rRRm2EH1E/KXUlukbpQwA5sqMoxPVlDbOmwwTzFlmFfHNwJa3
IagxqfuiTokN8IyPLhN2lKeMU01nk1vORMg0VFiyd3XsXq7KSMxNytesNAftySw1Ze5p8V0NHx55
edSmjAa70V7sQwZX7CFld8YNtl34F1R2F16xpuZ3oBKH1dm4UNTnIQKaiCfUVvwDwPafgfjHgdj5
5UB8N3Ajein+NhGf/sY/J2LzDxdKsKmALQvdcU+ELBa8/X//l2Y7f+jK4EbBhU8Z68fY+w/sowT6
qMOCdNjpgEK1T0LxXxMxreX8+RMt0gbuafw7AzGb+c8DsbQh/VKmjIuHUdD5JGFGQrQyBaoMqORU
21OLVYGxEykJ9DwHk751jLxm2a+H2G0IMn8pZDmf2VE4CfBlaRrurdSIHjEg8ezskq5cvQw8vfAN
9u1buCGn/3k6Ym9SZp1tOtJDgyzNRqhsGxoeC3tKn1NtJc5R4O8wdw6w9tGzFM2b9IvYxdmiHPFi
zQNjoc2hfPDMVdEokIm2UgELSSFOdoaTUTIFZ3FqRayvAELolb/UbE43PMnaXTmcmBBV0kUpJ368
QQFLsxHHu1Yo5edOa71yxoGDMlUr+MhByqw+RJ1CJBv1JecITmo4u2HPu0IyjOyl2DgOvWqeWaVU
PSE4sBJGDFVvDDTxY6lN07rV276g3yGe3RsrmsPv1jBED6E9dQ+tWfFyCFeZX9ohim/FLGboHdS/
bgZTcDQaeRxiOMjC8iotcYRiXwHrT+qoiInAEF90DnWk5hesZekXQkzyOUnKeqBXlwZGX3MpCwpo
kU3obHTFWFHMspq+QST8wl0ncc2CIbydxKy+VEwrp4BPlt9z5ImLQO+S4Z5nz+k5KkznsokjRjaz
d9ynJNfHG+pEmzaALlvs6lo3gIwVkrsu+2GOO5UYji3FCJzQ3FIzghBQzMyNGSH8AiwHpOUEZlDt
d25E2RgkofbOMbqG6gltLF/C1BHduUhPuY4oZ1Ljzula3+ljG+OgmUvHDBpeq7NJlUUV3+neykRL
MSsQiBUE/Haxo/LGpOYFh/EIYZAsqc25dZwwgwLkUJnvmHXyTY+q5CnnCJbuliUpeHzISKNsIgfh
iQsiTwfmhLKCw9+N8E5XGPuNp+elDLd8j7qUGlV4+0HZ6W3EYWi1OfyCpXF4Ghs8iUtj0JJjlFTz
98KxZu1QayrC3UDEoriJ8rrGRSdz92Zp2p6hGsEqGCytfZpzUmNHw8r19CDDNrzrx4FxLLBmfRYP
joUJ6hVsoUzPFrGOd5yyaZEqLdvE4paweMcHyipm37RaeAdYKOr9QUM88XSAK5WX5E1e32qS2Y4D
kMaBzGcNv0772BbR5RhiZ/eUZVDojOsEdknJvJyeT2KaLigzVkPAjBVje4h6nA5iqHDYu3W09tch
+BsKfKBecbDVOyxxZAFmyiVkFVuZn3RpWm77JkVYgDRvDMcxss1qr2v4pbysKC1qdww74kSTReM5
jW1Mk6HWkMcoYwpTNjSVniZO2TF9cqjXb4wqbu5SV8/iTZNZdg9pdO7u5cf82he9+15OlD5R8Jxp
LwBXsis30Zl6Kw7DGm8mw7CFw+15+nNCnqPpEqmAuXk+jdD1xzStN6Bt8NeoVeOgcJq447li+q5p
Pv7amsbaEA2mSJGkLpN6Y9vLC9va8AmodfSNDGb1He/HYHp1alPnIz6m/qpnv8uu6qQGdCdhACRl
2545ZpjRUmKWvHsfIoJI0RPoRCrkZfOhM1QfmgM+ReeVWnWUCDNSzgLxM8/TQ8Th9qZxJYFJN6X/
0cfQiZ5RfGgbVd8Kx9cwBt/XNC7CtLHMM0qhjTUYR5WtJ0MGSkm3Jjm+oQ8FZTmJKe6HroKhuLi0
P9QWEhgoL9RdcsxyI0fRyq5UWGwaK1PHKRtahf+wGrUNNzc/+dB0jJO8w8mDP0tBCY1qy4cCtKAF
AaNCFUo7HCsA7U9akYMNyB9OEhIWUia7qoTHDquSwtr8JDeFFO9BU0ttVKjqQ5Gaqa0tOD2dlKol
bZZm57QtHqm2Spsv4kPVkuX6Xp6ULsKyp3vOhwC2fIhhtDojjA0fItkwJghm7od4hjCHsT9POuO7
PdnYUIcPqS3k47rpQUs9U8q0MIOax1yVju82GSptnBbLdlpmySGVENw9nG00vaGT1p34UPr0D9Wv
16vhla44AVrrJAsmHwph+KEW0kpH7RJYNL6b64eiuCSNcxBjaKCcEpF9HD/UR/NDiWR/ry442qJP
Tm3BgKuZQnnhh4IJ1KR4kiGv7wBLzYUduPTxDmjRSf38UEL7D1WUuER8T3c2JY2k79GESo4BfrLi
lL6x0kH3tGKpb6MSFAT4BCPGQjRKykyrqqgXYjWY7f5c4vznLPm3syRr1J8vV65fWnqsX5a/Hyb5
K/88TFp/CPt09LMEj0zJf/46TErxhyRoSL0WvR4SiLj4a72iGe4fwjUoI+Ac8Of/+ddpkuzQH1Kn
OJZ/qct/E7r4d86Tf18KS541lkVLAJ2prH4c+zMYg2OYIyYZZRszyu9KoHue5MuH6zxS/9b6+Z8/
SSpXN0ysVR9Oih+2jNaYSUOz0myDzLdc0tNlXwNdtXAAYJP+4TPgqLNEVfkjfvxfvajTZkqwPeIV
fuYWCcsaetHzokiAX8cgonzNsG+bNvyN++PvW8w/X5Jpkqo2HBxzvId/9zOwHwMJnrnpJptFl2Nz
ZHnBlGmcEbeDjJQSLv/1C/v7hvYfP5AyEYYT21V/Lst+eA9HvMyJBVgCN0ibX7mVgxyftheaY1rb
LKbpizbp7nduDZpR/jZy8GMdy9X5zBxFAdWfY8+PNqew6BrN7ShxBtarrjW47d/KegmJzZDGNPGx
341zPV0uJ9uK2Xf1nsEkP85gui5DBOvAbgHO2fSDfnERVrcp/vPjqHR5vVKO7lsFSMh4GdqDy8Fk
b7AsukuxX6OmzQknui4P/bVg9e4VFQviesydo6Sd+2tOZnKjRIxUltFa1/ltVveBPmLwoMsYOSGE
8I1ZPlNfAd0XuxjmpOV1U6ddOSN2yVAPrWeLj44i4BUMVdFmYDz6oV/OeVT2L6rK3+OMrjaGxcux
UyA4hUsnOA57ErBmn/J+KIU0auMWwXB7xgMNjq5BEhgokPbFsGLn0lYNPYYFqHEpBxrpSBPMjyWH
0l2ytMlVNjnCy2uZHCxCCntbL170qhH7sDntwIA0RkiVlfHSYuO4q5ljEGxmALdesSxvOm5oTouT
Q9uqPQ07lBD8v3kxjoEmB4zUVNzxBuccUK5s1Lvek82c4z50UYp62ZzHuY2aiPeSzr2CAy3BjuyW
8+x0T1uYcXCW1A6ExkmOw7h4latJfCrRS69DUjKDNUy081lEVCxSD4yo5AxvkVzom4tD414z65Nh
oQrtxF/6Ij2XFSmoscjDQ4tndiNW+LNh63aUS5rZVZq30XWfN+HBUICCPYN/uB8KXcN4W+R50FaL
vc3IQtOXRhrBT3IxHmsoi3f0djfSK4pyMtCcCnWktDz+GhmmNLzVYQpex1wSas/mLWsc8+gqs3wR
UccoUPWpeOORzfktK7phP4XkZL0YbAISbOtQ3pqgymMyplqTPFNgFdW406vkKunUinVhHd5PrQDH
YnbJTukSyZrYQUsnsN633wZd787SMJIk9XhzV9sytwldtbGPcB+PXtlw9qoF2lma981TI8foIMfU
JJLAKEktcawCcyA2lY8AMcciWQNzGSd4oYb9yC6xusYKTY4kKjM/rOrwi9OvKbN7CoHUolgc41v2
aGMGdbymyZ8XjWhbU6kaT5fzrTdKDvllop7YiaF9yn65T9wiui1HW57L0XIfqO0UVABKZ8fBLzq6
UMEvyP44M7srQ38w11i/Gsw6vDSMhGUqqKj5LqY3jv7GKXxPkii+mm1a29ZFZWduMmc3NAx0T0x0
qocjWlMqpvFrdG9aTHvxRixuke77ctGr7VSOvR4oTi39SHTkxJpqs85sdpjNmwY4pZyLm1EXKWPm
oDX6e+nmU75FWhzCHTW9TrkLbUhFnumaVXURMx3vM7Nz04csM02Dothcf+84o6rtok/RsokS1D1i
F5BDL3ik8H5TRpg5frj01vPaaLIPZpQWtQXoMvSBFmYWTeBJDW4fJNa1TmODSnXD3nFaZSJr4RzS
4+7CMN2XEHiLF1z0Ax2plZUFNmcxtcHZYF0A8u6Q+zHuTcfYnsLqWILu+sIhzhrZPZrzSzFizvAw
o9kA8EQ3vw3Uxa/4tDvaZukaV8dMxf33ou6WOyrnY/M+zagh9RnytcFXhVjjA12+FA5RcQlRP07R
9ANOBPktwTBaaZPwAbZSu9Ox/uIotDQ/7PpzG7IROYGKzr5Okf3pW6ghI0t7NqQ1Q/10jJCaGtZB
vgE/+tEck5bIdpp+t+Jl9VlmUubRuHRYcDnN/MHaUZ4FsWPHLHlsmR987Nz6mTZI7he8Hwdt1L5B
chzPG0urr3vELV/PB6a8yhYUdYHS4uK/y7i8ql73p4jgvM7P2xkzR/A+du+7obtqpdyHZeFQb6s5
+rZoul0dyaNQcxM45VB6ZWgZV3CEHrFv+OUa73gC0brRnql+OpOxdihqdUYp5+M0NU921SS7OVze
7MZ4McfGS3trZ7TjOVvhB0ePxweeQzsWh3tdssCg5hVWaJMMbJEgk4ZiwsUQDYeqrHYrTnNvlOtj
tvC1gXyLD0OtL3nSUkyZXfCUxOTQfif9uatM68qy6qDI67uqyW9K0y09V7d2kzR3CUra88C9wSvi
k9KgMK0TGfKysrMuxzL8HlvTPcTiK2VwkbjlTS3g+ivRbqrY/dJClvZddjygYcJiG3XdjVNzHY3r
XukNCBCsBEuDyJbGb7NO+HBYvMj9NtTETxrbDeI1f2Q27SkkHrll5owhGbRc8OFgcMtz256/JlLt
Tcv2x272zYr7bmZQ/V4Qx+hf2pHfeDXO42y5gs7FOrY7Qb8Mzps1tcd9s+3aCVqOuuq7CaKyLi+j
SvDcN4cL23LEnaXaDZV+u2ac74toynzJ5veiccI9UhjXkSj24EK3Sw2/WOXLV5i5NRGs/DhN/cZK
HAJo1I9ys9SEP+FZRDzUrN0wN1UQzRpEeoQI2jxxJlZO4yllg5V2W79ycs0TSuxOFZ9sVdtrLWZo
NWjy9GvTaq8GEODmaIFsCGezOs/XIWbjiUUGlsTRIqAZsI2gvRfNLrE5GupZecGiNNplebkd1uSg
r86Z3cUveZW9l6be3FLwvlkUWGtLUPCNVDSeMqgsru7cwjlbmsi8SinwhPIEfYgfwItPy40KF1g1
pr5VvcaucXa+LOHyzaKYFslDDj6bFbKU8UC/coe9SfaGuhEqrS/RW2idJIHg6Xp7Wdf0G8xU7N6A
V6OwtrKfmL55y7rlzFVpuJW5fmCrq++iuu9vx3YIt1XV0DGkhXt3FdOL0GjpbtSqjhiOr8Ok3C+0
VfoW/pOLTLMPjaNV+2RaD23UzcQ2tWeTZ/0eS+roFXS8MkHflDNlLi3wepbqKVB23SEBW1/iX+2e
YiYkf2pzkGOd2C3hBIS7y4J+SJ6wyHfbdsYATuSRPxN1/uzMN92YPFbGdIvAd+ZOHTEpUcVc3OGu
noS4NJR2QaAPELVEVqv6+G5e9EvDHA9mUd+45nIcEjrWQX8Dv8YfFLhxOe2ok75g07luHJ2sUBOd
SavdVzN1t41dbpdBnFs2CtVCz3ky7ZXZ3DZx+IhMf2va5mWUtecqj68zdxi348qmdFlPGdPB9JNl
fpOYIhZiaVbmHNy+3XcT1d2Nda7xdWXHBbiiyy6w71zmaZZuHSe5rEbj1ZyLYB2S3dhj6UgA8nmG
5jwbVnMbLUbhs7i4Qjre4LjbonVctV2eESQqAiNetXOpl/f9qr+SxNC9Mh+DWJuT4MSV5JKd4mNn
EgVreeGRw6p2mWc0wxwgbDwNwDR4X3gurecE987XlO86JCbuhRXCTZLY5q1qevjOyObUlRr7PkPB
nWlS9uqabWFfD8pza/GgdcahJH640dtVeYU+Lgd3soSvteJdd/gQs1PkWLPQ6TPtrc4tfQuDVh7B
0+rcFLsHylbvaDDWYHqM2Isn2OydsF0cc3Rn3tjtKTnIusZjk7Ky+SMmNzjj2xhVoU/Z2sUgJ+2Y
TNpm5avNpeI+dXn5PLdloLp0vVvZuXpw9LHHKx5O4P6abT2B9yDN88Xux4V/5fSVONtFkfO8URI3
vUGUj9aEzqBXG/JkP3fpuxjVq+jz3dJpZ0tbvYRY3zcUzF9xm9pYkrc3j/J+W0tkm0Ya6zaNUe3b
D3tDNN6xSuHhUssDr5+XIsvLNKm/0Sd85ughkXt5CrI2JqVgNE15gkDE2Uy90YWeusqzi07zepF3
Z+HYUXTUI3lTUHDSyY2q3Ms0K3fVKlM9KPU65cwaNYHRkO01q+VbsQ51gMEhPq07T1UBdUkuoWl2
PVGIEqE5Bejb6fMjDKv5iMZrv1Ftkt2DDr/sAIcTU2iLu3WAh7fWGj0zcSjOC5zdzFm9xJlRKgO9
jfOxTv3Qa4kgGvmiiI1NYVbOHZQ+TgARM9/pu8hVFyFEo7FU3wya0M61OrEf0atdXBfxuOsnE5qb
LMjCLUmGJSfOenfjnJCCp7a9W1b58oWW9HnfWuYFZO14O+lOdonrPPmWDqzWAtPt5LMmXc1H8wey
iS8n9vsozHpcKO6hdOIZylinL4dkwE7mpbMgrENao/MioxDncTinR9o2Et+amiYoIUlfh44ct3Ky
58s2q/q7vu/sKxNg5kWbuV8BfLPwx0H2LcxB5kMr6xlvZCT9KOMardy+Om+5C+4sPF2QBDN51y5l
uqGr2r7sSw3JT+TzNsSYFdQsXEhX2eMVNk75uIzdCvksHhiilrq7kNOo/h9757bcOJJl2R9qlOHi
gAPzSBKkJJK6SyHpBRaKUOB+c8fFgU/r1/mxWaxq68mMKcuymue2MsuHyrRAkHS4Hz9n77WPOndQ
exdEkj10UVrvSogfWy9Bg7SBav8tXzL3yGjIeaA5gCE7yrzyjG0/f7bSkvI3se2535Z+Uu5ZsfIH
SqsW13UbfjOswl9Sjiqeitn9NJFXnexy7bYjluJjVquc7i/Y3nGDd1kzUkrnGm8C7/4NTvj0gFNM
XvUiGc5+QqBvldtfo+7lHhntgF0kC58LY7y7PnL6p3l1rd2iZ8qz2rnO/DUhRif8OSkHBSEbyY1e
I35o46pdZnftwkB0HR+VX1+6GrIw/QE/bt/szOWXukE9as0IftKMqgmKkc26XU527Xoi/NXgwAzb
OPRZDvcyc5dlPNuiz5151zNULPCwD6TXDZsFKZgX90uJN6eakwD+dSUrvMXGcs5aESp3H5Sh820Q
NXLbi+iP1rFo08daLCfHF2yu9ayv7SwlP94lUuLAJI8B0uJ7XLZQlIhkrmu2mDYO+NtTiGbeHqmD
u3ecqj91oZvFKF30DsqlHbdLP8YwJZbYIerkMALv3jtRMF9No015sk6x8hZgxURQtnPXIKgiQJyJ
pCDQxBt29AnDEwGW4UaMyX0/Uy05eL7hl0Tm0HLwA+ks3EtqCT9X2U0HPqq5QRfWHbjyPy2TIQsj
ncPrZAH2Mw19XAxzei60eRfh+hXk4IsWC1jj5A1WTGKId5OhFhFqfQwZWZSuZ9+k8GCh6zB0Muky
7KrV8ffG4POeCEK4IQJRnbshnA9jtVbHDPU1hj8GidbieW9JhJGD9/mQ2j5AQGSPexRZYwwadsGS
Ip4TlyJ48fUeMVjEjcJlHNeZKNuixgmOg8v0wPet6axq2e0TkC7XQ+uTwVAnLmflaqxbZsHBHDpE
MLbWTmL23/j++kk4ACuPkeCW8JNgvzh4LdHDjPW2zoIHX4ij8pcgDiGf8PchgG9Bja5YR/2mjdp2
14X2NXki8sSrbDgwJRgPNOVo7jJxp7ru1uTwrrPAHvapMNFNH80OGfLDUnzTbY1CU3fpfE1GzmfX
6mAXVEMZI7afYh2W7cEsvYiFTknOsL0a4oT+ni9rs8fNjVcoD619lqT5dbaG/V3fjo/MYIOdVOnr
ZKNNkctcxqpfPszQCxSBEwMrqB1XvO/yKjUBk5c+4rSe7H1b04aYCI5/W+qm3ycX14yhT7CZQ++W
VufC3LrSO26V9Y4rxnj0sZ9tPYIsKYkY1+0RDG0Ie122tcPCTO0yQbGa0LpLreTIRe277Za/FLDQ
LGRrBlxX3RZmCc95lNxBPuM6odzp3UNneR0tiOQ37eShhHOh119COF78iV0Q+vxDN9j5KbSIVcEd
EO0nG5cfsg/73WFjvu5KW+3IQJFntvhi6/ehvuIaU8UcBCMDIVltcd678aKkTyaff0G5OeZtpb0a
6yBcTvTB67vCzAsXnaL5tJJkfkA06iNziPzi3R+aMu6IIr5O+PCxZgwY9+4gZhJR+D9HJv43rk0e
nK0G+zHq/OIi90fmmdaW/RL2I4el5QXEwzfjUwMp9chdvItbBZIntUA3g0vtkdk20TW0MAfAxlrQ
2CzIx4BZEBFQj7UpubUC4yC+71+XsVyvl6T0tpMnWZ2eggbhujWT/uq7C9hiy3HBegMfsArv1kk7
+w5As82+FFGVyb4pDOYJTIa7conkq0vW2A5lW3owkbJuSEiGmIBsmCZE+1Ki8UcV6uD2z+Q2KVpB
sYjydsZ3sVuMF24cf31jORRXWq0XckIBrKWArrZxJ0rQjNdj40+sFEGhrJ2PWpBu4Q0OTWcPSQDv
031gJrivYR3ux5J+feFkKK3CLrgHilrfCuXdYnyv9GZFULdjEB1cW23+MlTOixMi3NVNxkW+9an/
lt7fJI1il2BJhCqyN95UIrwIXvuL8Jp4AUqYdU/qGQrv5joam1iY7l0W4VWRePfeEn4An/qklPIp
cUlVxIA93GXC/BTdKvaF0HWcCMm1Q+vPLJ0xRpLzSEAKl7zeHq4dNfv3vHPqvLblcFIc8Vd14ehd
h1n/KutTEwcdBKU0l5Z9TyxQebPM+dnPl29ev3y3kKxxY5uXp2a19aOYaXD0Q5ou20rVeE0H964b
a8pMondCJOjOvBH5fBzdcd43fhN9S/Rivvlexz3KC60z6MTzWOUCQSaWiTQkG4ekm6dgCl9lFBzR
H1T7CsRLVfqccCpFhmj69yZY+p2bzIduMjcS+iRFw46G7mkhxf2jXzhHy8zecZ+6muT4NCvU+IbE
+HJ9DLqq29KB3/sFrZDcbs9kMrnUvjjY/WIAbZLnD7PSOxrgOzKbdq3PWiyIdpyb/Foa/1bm0Vuk
7GOBXacTLk634ibtxVW41s9G2OEeYcwWb/rV2LJfRvmDtsbnKeteVDNuVRte0VPdZwRbjLRDonq6
SXW+q7Jgj6fna2BAoIknWAJ931ir/+G6pKyhM60cDltipnZub8VtqmLdLuu3QtZX6wSkLvMJKFvi
jkK9qqyj6nl7m+joSWdfJxOpS1MIRcZgn9H3YeTtI79+7dA+Z7l6BzYP54Kr8eVqs6Y3kIMQbHVE
qUC3RRn/PtWY70vwbsCPO+VibcHgdbNEwUuCGMmP3LgSI6to3UVlT6wdAtEC0Lqk8x+4nG9ory4w
oE1a/6y9rr81daSvZrfdcWrcoD3p3mbPu6l9dcim+VpknOp5Yq7TlDT3FtSbIFOK5u5paJsDF1PW
auKdGoAlNAy2JtPbib9pmbbvXaF2aYFUI8p3ddPdMw19kxbbYJhyaNvBqfabx0bTQEKfTWuF2AVI
eHvZOkwFHH6McVvI4GSkPmQBGM+xuve8DipPkW2RPsdyCPdWVDYnvspz5CfPw6CoMn54s3vSeb4H
WHMvZnHsi7Hc6Qq5SlLdLyEyG6LOsTY9TFx2IneCT5aeUkDOxI3VT3BvztVC94sT3Rvc3drXFxq0
Dclj9h7SDI3MGn1AYQIIAvGAw4P+qHVl3CL2vNVF22tOiLHPOuzYL8KzNXZHIid3lc+7bLXXTcK1
f+QdiwyDv003E1vMKf/QVenJm4qPWY/3S9rkjBCGG7dYt5njh4801hfKgGrXJuMQB35wHkdEPJZ1
aWCSBdi0k3nwSpe2NoIBlFrFPQf+QxUMZ0VJudolDQSX1hqfvpyACvnRcIS39Ugg0rhRcjp2lQbD
RCOWCKZDDhe+E87R1CPOtxkqP22ne/xdJwFuehuk8yNq2KesSnaycImNA4HWeHqOR09VmyFiN00s
vFgZ/Mn9kNtXeQa8ymNdcbeNg0J8eGFCdl45vrdifFWCrRM97rortTwKd5Fo0dRPex45XcZfJjPX
ai6uRRvtTJO/T5l8YGL04vpNSOd9/Ki86biWYXTNLOJZsGt1zAaZcQJbyD6XabnJJkBPRXC/RMVV
GiZslwx7nDxCFZ1Ee+mox9mnqeDOEWlguTn2wrn2y/qQRP5LuFp30qVObq0V20Iqnsa80dsEJAzK
8/M81V8FYQmmdw+dse6iIPseocja0ne5Jv89QH9s9i0ffbbaO+4mO88uj36VHZPIPJZB/zjaDPMy
X980nb7l/Ptoc5KUAid8qciQP9TuQP0kCQxjKrit1+ZOqvKkgNscEmv9xgR7M9fmCBboDijZyr0i
sU9A0/InJ+UebpEjeLuuTOXmsE2pNCZ3fFrz+rksZrPNiPeLS9tKF1xRimuXSJxrGWEwd+xyOc2O
jRooWm87BSc91LwXvB/VtV56eUiNCIEyed3V0EvnZbnMBcmBpUPvhMOyke5AXqLBBueODQ2fUJFt
NFPOvlnkEqwsumg95rbnnNFDDdty0FW/b8n6ih2lLiVQGOwZJDNE7qtLImiVPdXEi3yWnlvcV0tP
16eMlh4LSWLvxjx3H6cl9+89mQFzWvIoJe2itL+mKaITA0ZiZCNKEJunCSEPvZ19VplJ1FWSEx2P
tz0d3625Xzgh53a+JxKumyFihSOHFXl8RJXln4A6CVGrG/XQMz28aktXPnl5tH4L0B3fdfUU3lpR
7yDarbgxR3m67vQkbKKNK3NP69B7T6zM/pjpJF+hqEJX5cMGgTVnJ9uCMVwV5yl5qhjB6n0i8/mx
55eJF8qbOOkwEWH1nOJGp/n3qJeAJvQ67gIzmC1TdY96nIygoBhQCo/G2zNOQAXcJtEjxDUC12zN
vbGiuMhxZ7re3qFLwsY+zWecKIDTFj/gN2rc+bVqEgMtcpI3kz+H3zOCAvZo1sxzWo5iE4bQUWZR
mRcMsKgaEd+lCMh27YJ8ajPMHABOZHdX2m3Gm/BCg5xz/bPIsg85+MNdTvcgdtDTP4+1sMeNaPVE
6FrZXi/rWD4pn8ZqN+c0Zeir7lblOFvZ+s22ZJRiIzTkm6hShpI0UH25fjbMBsEdRtF8bSxdHTo9
sP/Yq9zLsO+OfasaXiC2tj61d6J1blt67ntD2+0xstfymA/+AWHCA6Mh7zGrV+pg8r90bKPq2Zmw
aeKJavub0QY+L1ix2NVDA7rS5/z304qGer5M8UALded6tJomj2ZDj1T4nLTSuiUNBUmrnBAybvyc
sFUEe9Wdu8yMzBqRHoUyM2fHnFxOExQXGwhq422O5QWcvVMck0wUD3YrP3rl9nv6P3qflkF1oHaK
tpb0a4BkLQf7SHrRrT3JNmcFaIZNJWEeN7DdoqdoKMFs6bHVP1cnATmZjqre93Ie78LOrrmuBXAK
x9UdD9Mc4YsCf2K44ktxWIVWA2UBIr6NypDCkj7riXOijLjRwE1uRNlVWKb6lVC7IOvKaV+TLX41
MgC9yJWLhNrfVeIZhZ/b7XzjYSyJbDoAWNmiu7oecdB2i7VQMQ7LrSlBDWKeGN4c7dRX5ZRnu8jH
uWKGwT/jn2n5M63gtku03PmY7fhOlxoLR9G6m/9YGxQ73ejQSojcBR9mmNpuwn6dcJVoq8R5i4Ii
yN48KeHtkddJpoIMDJzA/xgyp3d6RpFxOiGwYrwBnZXZ2NDbtySZ6uHwH2VdFgSG06joioh5Vpbz
rO3CGjdboi2y1zQhxXP/d63Q/6jz/qTOQyH1F+q8L/W///PP0jz++/+S5gXh33BSEImCV0L4kqPi
v6V5IeQDJKFRFPihy79wEZj9l8/Dsv+GKE86lJtSRp5AXMa/1O04ZBhEnPBvno/wDHGec5H0wdL9
N+AHv8mumJLakoE7Xl4cpHYYIBD8o+wq8xMu7KpI497G79+1/noInPJf4fT/DFgI/vEU1IeM/EOB
HOI3EZti/IUlNGXcqLpHqwgPXZR/xyh5Jsoy2uXldG957a8//Az/RKD3m47t78+UPv8LMIuDiwAf
8cdP1oQdlrlMk/SZwLKywds9puGYnHy9fjeYrM+mwSTy18/8TRT492eGaDsgWcC7cH6PapiHMl04
Lix64vk3J8qGm0qn6wbGRfWPN++H+V/pV/tPPt0/+0Zp5QU2bArBIrrIBv+g0nNaP5dpONCPNnp+
bRv4gF5qVwAQuJgQkexcefY87OmDVdf/5mfkeS5kDukGHnXf33nDf3gyXBjPL4Xb03APJ8YkYnCe
6ta/SHISF1bgXz/t/1mfvDs+Yk4HiaXH2OW3z+nDZki1I0jaYFK+7XLNDu5wg///eApPkqjZ0D3+
DvUaFrD5VRGoeIQqcQ4bDnas3F387z3F96UrheRN8zEeS+c3BKHXdJ4WeaLiCgHSfTS51t51SCT+
66f8vgYvT8FVBrJEUJYyRP3zyuhQZeumSnU8DitlY+3MT62XBDdd7ySHv37U7z8Oj5I8xhG2T88M
7eafH1V66AwwPup44XK/jVKIlpTP/yr08Z88JWR26vID+6Ef+b99ILWYagzzTsfdTKfDoqgj8G5N
//0fB9mpjYSaEsHxf8f5QQmiWu56Hc+U9RtdI5GrR0Yw/943xsbAXs8WGLGxU2X+tiktfiEwTRTY
1nsuekXSGXz0g9WLf7E9XF6L/0u0CSDZoN4OL5uDa2NF/T3NlR9BTYRR2DilNagrnA1XrmWX76kI
aWeHpWju//qD/cZb44kRq4B2GScTay4Kfz9I6pbcKvKrYqw98Jh7WJSjY8GidO3iRgTd91QQPrJS
ycQLV8mjK8hYk8ji/sUnv7B7fvvw0uc0vZyOWCQpg8PfvmQt5DrJqZ7iOXUFBGZN6MDGmlZJZ52U
og51XOdAZhMoPd39XKqofr0U7eED4+V04Z4/p1+LjePphqGz0efeYNx7w/QiBhhhDGdvIm1ltK28
WrG9jzh5c9gurnq0zCWZB/ck6NS6Fau6qoq5u9dkuE/7Zu7UyW4vNHrYLyZEHtKVz+CIRH2VBRDA
DznYaeS7Sx5mO7po7sAAawzkzsaVxA2BSFvQ6PO8/MSIV6wx3ONVvKVOr0GXZkGdH206iyWtAgsV
jS5TcxwLf45IDRvqaUujbqbAX7p1uXVK+rnW0fXKITxBESpJESGn/dTmLe6mKro4wbRvty+Aegl6
y23dxVHjJ3CAEIcfi2ZRxa5ML07wXCLMnJN0OSWDZ3c/m7CuJbzoyysblLksaDUmyt6uo9MSMl1l
+mKKHGqc3SYAXuvNo/ympUKO5rqDCglNNzZzGCejF0/cr3+PdzRot1JZ4ig46ULMnvTVdzZEzH1r
aVxCTeq52a6Oeow6Xu4CPdAIAX2Y5O5quBIZ+WjXEjeVNpc/xS5NqGLIDAvgfUWTxRY5A59JJ/pH
MfQzjsQ6G9PYt036kTk6ekRQ6n1Y2SwbWNTLBOVZlBUTbTHbM+GQLliHvHBmNEBdN7/rtDO/VtFw
MmP+fxt7ob7n0EiSXZ3PtE4TDJYay7kJ3gQADUTYSUTIUie0PF0C7csNzQXrzkYH+aNElZVdFba0
1/0AiqfatkwwwDaRjnmTcuvhTisDFmPSsqzRf2V67y0tzh5Une3GSqV9q/pAveoGONfBm4IUWTDJ
7zZDpAR8a5cF5Mq5EOF3ZGom/qYzU17upiGrD1ZZyI8hzbs3nD/Bt9nrQEfch1NQhO1DZJPMfh4j
px3HeCCE+5Az0ccvlLnRIz+ZK+iRzwB+SsqieUNSevQalLQt4tr6O7GcBLXiGFqoWg5KBkwES1Ui
G8iHELOaW/o9XtFRMxSdU1/eiTKhD1KBNrEgtuN2PKVZWqDjUuTjJu9luKq7NDUzPjmRBj9Xt+qe
u8EgUdfrgHMsjGZzudT204c1jz5IhQ5p2gI08OLdlDQ86TU0T9lMOwf+QNLdta0LC6gbHMaQLhJo
dKhONj3LsaATocIiei4xLfvXxhvL20zVYqL5Irx+X1WAkM/eHIp3a52gNjmDcewjamvA9pYKXC9O
rIHs4hGYBl3rJvPPbl07XzLv1hDjp0xu5sB1q22U4WTZ+44amFBFTJMZzKpAp+e+cBxrG+bruG6c
xJHw7dowQSXvknsdNM1ElyGz6HXYyKKOsmS/YhqL+iwmkA5XdmHRUEH61DCPHxtr+DULA/oEZWaO
zKPxowmxMErZaWL2egOnrWVRzpbCaueq9CcZkD35Z46yxdnvuuyz5ShbyFhFqrJZfON/jWKqXz3F
3PegRle8L6HIPpDW5q+rM3jv1Wro0CVph7FhSesAcnCWmieI28yAegZ46BUvSlX8AdQWdt7CyPeX
1PI3i5TivZq95XMm8OkRuU1R0LJMhh4XoJETiooVPwAwGPyLHiDAZ9uLcuIVLG79INABwm/4hu0f
rWD4GI9pzctT8VbMSGZ9CGFBroNfXNAq1LuKid1VIkgW2NR+KvtrRKne1QSUi+2izvpvFZ6NDBkn
HU6s5aL9Uvlo0eutQgcxceS8+6tc3y62j2hbUGF0m9Jy0cONaT4z9xALb6P0SpFdEyQjDqxlKYDV
9Ob7as/awVhBO4c2wjjp4+jZyyNxn+GvqOmBumNUgFhVkd1j7ZAadZ8+e8BPcMQWlHJhBQ9uP/gp
JJcLJSmNGEtvJs6gGHexZsDRTtl95Lh4OBODOeVC/C6izTx52ec4aAsxUZgzWU/UOM6xVUQEg7SJ
Uz4lrPkULahrTYdcYcnejF471scOTtddSa8OnbF3iXFZsmqs4iRT/S8ny71p54u0RTcqc5QzBk7v
PewB/8HzMfZUjV3/IIcdkomlwpIBH+mXm3VR6juxGAr4yFhYzxeqyxtE8oFkHdLZYNm4nfcz5Qxa
rit7wTZSJHCg6dnUWDkW0RFWjNaVwY1DL1DflOkq1EYOWXE/EYOCXqIYnQcbql+3wUBn9XtwhcN8
kex1j9h4mWC5duaTTdOY6lcEVWvZVLoVDawZaznp0Zvk3uXS9+AOUIMA70VOhlQxWPyrQGTdtzBH
gLAxygEo0ltD/lrBCGEYLFumXNniLb9oYXn+bmzGVp1Eg9LjysIHnoL588GcBsq+RN+1suyPmpvL
Y1hlvNqLCuSNg5y42yDgbe6coYRvUtPhRkc6oiCrh8oLzn3lyYv0HbINkBRnOgLPQxEJ2Cl5MBxx
A3vtaJ+VlDhK+zLRL+w5oFQ42KPbAvC0jW5zCr56250PFYFuX8TJQxCplqpYDqgZx6cJIYwkzoU0
uzNtecMUAidFtEEnZX0oUa9voy3RY4FK1o+Jl6M7703pxytj9A92i4q26sQ51QQOVHgYX+pjCRb7
0jcWAyTvZBDfgLu5P1ZgE1cjk8Nm25Wu+9qiBc23q8qtO7RWKOFk7mXokHt9RxlgfwqGTf2m5s9m
dOyyHBgDCvvT0cK5J1O1/6K2E8yQU38g0qKvgOQltj67aafJIwrDZN3100C7sUdz8OAMifVs1Q7C
r4gJ5GlUcq22UGumz7UO5343ujMvGeLV8hrXfFggOB4o/MpQoPMZ6HFSEzvjdYO5hJgrNykfuWBi
QAuKTjwxWQrIsU7WFqSfskHQhIEFukVAzWx2XYejaRN5bj8DxYuKa60yckPAagCMCQ0aJ6COYXhf
SXa4LVVW0MWriMrngi4wvjXMVp+161z01onGrDj3q3XRnTDfytS80jEvCuBUrrc09m6dtX4Z+jo8
K8EM49BbfVLFotYODfE1cYn5qZFZX1nUDXnMT0XqtmBmHIB10C7krcmqMgrZrjGxmCL6v0MW4kZI
S53XO79FFhljABnBi48BShD/QgckxEKJnsLDCtHrZtq8QlTsBhdZZdIjhSzdsoaUGeEi3SCQ8d8H
knbvhrVl6BXOBYUY1j5eAL5969O2O4RCsDXrFxrJEWwKh5AP0+MC2tmBO93LOkWx59N2mlALle1e
LZAiwJ3nVbFvMpO1eySE5Hx6fQk8knuTYxOqNTH7h2HgAtd21I+eqSV7htvXCHR9sjM36JGYrlqK
JFKgPVH9s5fTeLGpCPGzZdQSbPueSemmRbHHWRzM+PoCacFQwx9YOnsxeKjkllUPXCxSerb7su/l
I/XciJWub/KXidtBH7eh9pg0EniF5tYsTLPWsvmh9KROlm9jOMDhwozTh7TwBQaruZtapd9sT5kX
vrX6i4Fq7zJeZsoEUSXrPledqUdU6kmwTbKMOjivmuiDsYXbbvSiNIbTxYtuuf2QE4IKlm78nBcE
xoSLgejgCgP8IfEGJoegHpqXaVrqZ1vSd2Nu3svXBPz+T4NxIkConRLOOOH9h0A3+NV1ii6NbZMU
+wbuqjWc3VHh8xNZKZ86nBDOBnkp0m3fyiukWnnSfDhKzPjVcFR0iP19KDXaqaLPykacuo2qizKn
LUbzwvtll9Q5jfmVVROlbxmt+nvgVXO49bi9scWWUEn2fT8XJ0/Ji7mjNAvmBcZ/37txDickXsX4
jtVLvclMlQDKVnf5mRq7G7ZZg4egcUr8RZ67PPtFN4uN7SOBOQ4DXMG4mdLwZ1j29Y0n1lVzGrnj
x+gvDQDnJE1Oli5hpy++9yyibr7L8G6i/JVFf58xLAGEh8aKupp76FUmQLwxWjB6a02agANfteZb
1kYJRr5mRbGgPOTom27S3o+RlcBtJId3vJHgFr/naWndWW01/UQmiItjGBsK2qnGSwaStvDjesgZ
3jezmp+XZpTPU3F5M+vCyn6FXFefjDNW2Y1eIHNRis+CqwsRczgHhrZGM+UwcNxAvWoeCmFD05Qh
UfXEM80zYTAzwsGmT5rPMlyQmIZBgFqy8FuUi6W9qGXj4ByB7dokzbLNLNn88Et8qOAxVEjFFAw2
08MxpQ7xsUh+TyT0DyRwafTmWTm6G8wAi4gR2UomNaULQCbJO9Qms6SIKPJ8PQZhM5HUlCThj7li
vrTpK0dxX3cq+8bvULjtsLS0b341Zwsp4KHA8IEvxYVSH6GVURMenE3QkRe16cLQeenWKngAGLdU
fA6tyl2rPOu9g+f3FSFgpxhsy/GOEwWEPht1fZf1anlf4ei9SMTtUHBqk/9KVK+6mHTK4Yc3DOnX
OJlS8zWszbALUysn2IeA6F8LXylS+ykgzKNLAo5M5YqnGWRstlVNewlc9pxsG8pl+pBBlH0bAbsU
JMmldNl1E2U43MIhcNl1mC3vgxFe2i4pIu80gJpkGEe5zQh+6SFNMNSL5puhczqDiD2VHA+5T40Q
NQEtCzXAQ44JdWqXGHkhkMWqRW/FuzvCcnR1Y+ROLXp6os8JK6d3LI7n2TC42nl9h/9+SrTPi8xi
wHITYq3aS6Mr3GpkhGgCy2u72uK3Ag3SkqH5JbnhPNgyN1+W1RV6izxlzi+o41Wz5lPkLi7Sr3Uz
5TVw0H4KBEpJtRZkHsIzFoXuAYcGo4N4xQ2LYAenJkKawxC8ilsvwyE7coPhryWHqoYO2KdLd8oj
7Z0D0IYvokjmxnsenD4J3BeZMrLdzSMxePgRRhMiDF8HP1cP9CBQM5PxgxKLdIbxm+xX+zorM9x3
lq36T/gDxkHFY+v0BFSEAzGsq97HXIxgwUYGjTcpw1eAniektUkMuDA3osCuHQfBYA1AjjMCDmtp
ih8BRt6KAxiNJ1SOook2edbwz2i6QH6xv9pnCw32q2X3F+p9t7SvUC/FU6Hr0N8OweVFtU2SfyPn
imxDwgDRihbK/HIjy/05FA0HnbtU3IFEaDTaH81VH5RJUZWX3Du8JpWDiHDrIuuLtnVQzveDl90P
lgMps6szhezBC8pNinswO2CyEm9mtHwgCUZWuMZbusVb0NIXD6NaMsAMC8YkOjZj1Vynsgr6N6cY
Q/sUrQ3hMS2idXZAzfQKo5rDL7VxFcQlEvS6aGXvEK6dIzrTcmZrqUCWeNwJk7A41UWTMOFd4cGE
1xMuSkxCflgT8xOO2UXgq/25cjEopGjtK069bdt6YHr7Igtv5m6O1DMpXmN7WzC/D3c+bk26mqhQ
9HCTrKE/PqtsNuiHjGdwta0lHcBNFw1ixFIWrcmxMzhmIQ7Uk8p3Ngwz0hyqlUW5IeMhIDAJ825n
vaoBj/eDBxV6/gAdFFS3aTcPU7Kf3cSTB5Fho985I19fPCazoqXJS4vv0zQEclm8B+D01cUfteYP
KAtCYMJE1Uf7UXoO18thIezL2g0wjDgmLdHZfX1yYAzDDkMsDGN3h3gaaeAmAP9Jf8PVtLUAigdL
jh8r8ri1/TSjilIMUDlVhbuxwXR7+1CsHUGAo2cuVp/SUvh018sVxMZ49pW5tjp70+yzrfUg0mJn
nLHoZG4h1sMythSOBvltyeng0Zf0cyG5fPMpGpo1eZ8vmG+nllvCC9thAeDRWsUyYE0ox2wimrBj
L3X46ku//hnOUy7pey4orRhHtPVXTXIgGwpttAa+cyOj6mi7fcG3ptOW0VGh+SJ+5FLjCW3sCWgz
azs3/cmEaT8/+whvA1hfsJ68+7ERtqRn5lY+rhgHYACCARQaY7mZLdHkT5xbunwFow86uMyCNQOq
7vfFC/HCbntIvD7sj6Xy/fzRoBQnyC4wHnw4/A3h0SDJxN1WjSM5lfjdGQPsiKNq3WXDJt8G3g7h
FUkWm77HRHmFHsDyrkumLO7Wr6PafavhgT0y7WnJIDTai6r8kPqqKM314mjjrPGAUiIND5iGBmtC
GpanHm3j0sNMSTuZCxNKcs/WA9BVFB9sthvTdZU6zRKcFcWxhUi2xLeejXqNA1kzkP7HtOp/FAR/
VBBEf6kg2H7HlfwnBcHlv/+HgsB3/yYucB7UA/+NfPwHKNK3/3aZ2DPsY8Lzf9g7jyY3lixL/5Wy
Xs0s4hlCB8y6ZhESQAKpJTdhyRShA6EFfv18nmR3JfFeE1NVXd1T1iSMqSBCuPv1K849R/9GIfkd
P6AYv0EWQ0pOWUDmpJkKH/cdPaBov5HZokwjGHKoiiOF8DeDB0zV1JbiyHROUHDiOEc1H1MD2S0D
dnHbptJ2slmkm2ShXP28svRj+Y+DUIuDNhceI91QZIASPxYZe7YIKLBU2ExzSd/ojayv6noOT1S1
fyyYfTuKsbBEuUxgMSxu2ed6Op1p0l5e0LnVoRVyNhnJbaw3kZ8Qzfr7hSSfKDj/WL7/fjiL/D38
OmC8xQh9PpwoA/cTTYouyluk3dkFnWkx5I4EQQOe6Zxs8IItO+zVMvj57RTFr79UBv/tyCA+ZKQz
BDbixyPvu3AxV6qAv+YDJMF1BCYVllqg+OTnDoLRW9LVFS1D8xrv9pQs04/F6W9HNzk0iAVN1KfV
H48O82wWFjlHx1M27RFoqjtUi5ZsWhdtfn6hvz8UwAGOQWnSFPVc8fwnnEIShX0+tFbvRvVMm9Ei
AlO5RChS7+bZ/fmhwHf87q6aS3REkCMBpACr0NFdpfgZtm1ilW5eTSiy0sVUbBLFjG4SOTZKT6KF
44u1iEZc11qlTXO2xn6d673o6A7VYNDjkd6cPNV39TyE9wocq3u86Sx5t3IL6C76Go9Tne1djUYQ
P4S/L1WsyU4aFT+v2kP75gD2bx/nQx49aENIiYOM6y0BA0A91MF7mexSR6gD0lALqTzFiu7RBTLu
fYvWRfqdtMU2tvQkhOE97LYFrYTIgYvCFfUu6XCvK4r8Eh6aXvOGZULripwq02QPlHreJ+DAQPfr
dk7duoYLEgVxIzwzU9l0qmFp7ZapGj2HuBH3XauE7ybddeTO8qp8HXtgCesxRWrURdmBDp2YvjoX
kVxRYekPd8lBt25nfdbuINOEtrIMyQs6FJsOhh3JmvSUWvL8osyDDIQf1lh5tVeL9DyhwXomgjUJ
UKC6o3YQIbPcu7pFIwwfotM9ogpganlo287VO4O6gWYcaM9aDIg6Q71DLiY0YnZGJGCls35pFY1b
Vt38Uhll9LYwpXo30EDXBzj58eNCT5PbBUBS01bJSRAcUNZ0+9TMX61EZAY1PLndmEr1uQIhPeWy
RUR/UwJw/XCI44sGSPqmqBQNwKkkSbndNBYuvarrtPuMxoFWSEntRn+Y+xCI9J7MnoMX5/a6Kq3q
IjfgEWjbyS6W6fJ1WSCCS70xqYKFEqe0oeVNvZNQdEH8IUeT1YmrQ3of9pWRUgXrwqU3piKZiJJc
8kyBXKMZuJ70M3I0cLLIgCWRwSir6UJpB7MFcYoI3AKV9AN1aw1eC8i6XQKPPlt1ZOhfEcmAyHaa
D11LOjIXKZWRNt3Bavb3+UhypS2a4YHo6EDetzzoeJXw5qLvK1fGo6XXOEBDI9TIU3NQHsyK9jME
cvLCT/adsR6qxgqiOBm+9lanXjcLulyoWg/vtDinbjSS4XVR3llcKT2yOCdUGBVhoX60n0tZ7Hiy
DrjGWhyDC6r+sFc7bW5dQmYnbWmcn61gXN6VUGov+4mCPXSoOrejJ9tVksN6GdWzFsmKenmuL7dT
cQG62p3VnUU7CHhnQEBEwd+M/F/lVV1Ub+UNDFBv3e65+lfx1pd9Bd1XFHf/58df22+/AzxzcUV+
+MX7UIC66t+a+fqt7XPe+g2iJl75//rkd1fodq7e/vwvL/u+7MSnQXVbfvZ6hCLdfwyzDPrn1+e8
r96O3/JvSEv5twVyUNBlL/FvBJ7y35GWhvybRV4Xyq2FomhgU/AwvntKsvGbvgCRCEYGV+kbPvO7
pyTrv1kQZFqwKsqgwuDN+ms8pR/dC+G/KMA4TQNwtfDJ1KP9wahY/rM69O5UIIcBQ4lNNjVxR2Db
dkzd49Ot+QNw4MfH/WWSfjucLstgpWQBNzvWnINIn/AlUzqaR1jKbF1W5ynacvyC3FK/IcVPJQE6
LRl8f2TGr/t+rspVhc+/JvHdQbIqJ2SdErNXnholz1dJCXpy2NcQ3+OcaFegiukzK1WdQiZo40Wg
zyrKhpG+8POwhm2OIG4DTX65yXNFwZUCdUMBaomawkA/2FQs1jOxTwu3Toh4EAINNZ0UM4WA4jBX
FI/CIbsaIf1Dq2E5pKc8SoEYO749hiUmCQ3lDMqRS0k77CSXB3F7lnn9pWyK6s4YAfLS/oSmOv3v
JZn9CbA6SErpCz9pkQ9eKexsqUQlw87SmMwyQEi3NCdqjmZmpDRqtfvoLqWz1VlmCZiZDuIlKpjw
9NqGXmc1AJGhLyBuHWSPGo382g5DmvqkSozNWKcUMOsUBHtXGqtp0ZGDMUFZnC0SuA7HWZW2ZGJ7
n2Iyn2SiXg17WCFHV2oUZ48psvcw5eFX/XwigSX+3Z0yVQuQH6guYHHqkZ96ODR5RdBH4WQSrdVD
LpNGiQilpcgiKzrLabWFoFIK5NGwO7lH4RnYDMiRhUPfLpwO6MPfdONCD6SZyUP7M8rr2eJeyooo
KNCW8E6cMIDq46FdmprGClOMJcDRI+xXHpkjWeC8I5AOU5uTDldIxjyim4bkhaZTSZdFMnhaxLBk
HDq/OCzhU8uaYffzE/kxavlYgUsTv56UqclMWx5NsS7XD0mmR5176BAK0SVAP6VMV8DPj/IR/BzN
ZD7fEEBwYhYgx9yOT05umtY1SjBpBxQrytl3IA2yKDa7eSSS9J06rZaqbnicrwBNReEmg8TB0feC
FzwPT6Eb5d+bOZC6xGpQNBiqqgnRwM+noxdhaSr7Pd2w2lxvlX0OXT7pipHmsRF0RTwWVwsQRopX
Fl31DOX+Bs1e5azPGnrGlI5EC3ToNCVbcB6MMI3txr6BKuznN03M2R/vmSrwy2gRIspE/Hw0p6ER
MJWGUi+lTkNx82WCnlG56Yxxsektioqd8m1S/lW78S55aQAavnc/br0f2+lf9uWL4a3p+ubtT2zZ
7Z/8vnx97tgmj9/zw2b+/8fuzcb6aRSEd/B91z9/Ltj17xAsOKIw/njH991bVxG9EOEoSwZGXQL9
f9+90cNgNbOL/X73llQaJYi4CCYVIlld/ySIIanab7wHDOy/fajx1+zfIlj8y5wx6N1YaiBNhVSk
QLgex3eQ0g+aNgJWPBTl4qnNBYUH+k+3VKfgmPh0Zy6/fepnZuEfY8nvx5LJQ3DFlGyW4lw+rekZ
v11N6kz1zNJsAdUbyeWAo+IDEuqDHpDmTZbu6aNu4sMJv+FHo/X9yByTfXFJZkA5Wr7WpNJKrCA0
k0WQDO11dHIqKJR+fnl/eCtVrs+C6pcmAmFDPl1eofWdmu05SKJbNy1BLJn6XXZKJfgYj/xtxD4d
5sjjkod9iyfBYciaJ+d9CQ3lWDfSbaVJaDaRtOqD/WTCfwNGaU+bY/aQHJCinProBIGz8ofjCQW2
xUMDKH+0FYyUTGJrZDxHByJ+t3X2O8lJAvLegcxXEEqjT73ThsDHofZ3Rfe9U3wFVbCBYHBtnZhd
fzjGn85GPP/p9pNfTgxNylVvGKM9lAf6Vpom7a8cY8rKOLSmvmSA4SU/zqZp2jyOYV+qnqFUug/e
LT+ndYOGUHXar34+nY6vB/cNR/cjPWjpMiHAj9ejqW1E/zFZbXCOiKVkxI5x153aaFXreNpyHJP8
FS0i+NOg3Y8ci0UvwSSGFoOXNcBmCdLn+LBS8JxbwApxWAba0MdxUCWq9lWlTftgK0aoVoBnaW0A
zkYVdoB8eoEfwl6Id00NMSQ+D4spu8qGGrE5oGYL7ULPpSxCEaUiTQQ0mUAaBICs08qnmO1Zkycw
u9GPn5MgKStjf4XYGzSjAGIXxPkpIDTHlHLF2hUzd2adZshkZCjTn1uiJ32pb9l1I3ro6wUwFSmr
TWr50STDhmsOmgu98nxnjh2kmiAfNcudNKnD/xdfgypL2uUqbqYqvVGVsgIdOdawXVt1Td873fTL
e2TvwhDCXgr2AcBgIvt41geILaVESl8KoAoU18dKfkK7L5RYe0A0vAgpAVzrgnqYJVvG3oV9cXKb
qGzToNO0BAhfYUWtfzjoseIsikYLWsncU3xLYzolK0BZvjq1FuxecagCD5THBJBO0q2nIi/6VXSQ
pB0oNQpOMKFZr9p+quSLZY6eqrPsok6xpyGE5DrO5QT6qn4h7RJQ/nUwIjsxe6ORW6/LRQo1TGAu
J+sskmaud2nOiLZJqkWXRTZ1+bNKY1TvNZSfZr9MJlhQM2gVDlR00TmCZKuUBOW9fKk0CvhHw5it
y7psy8tuVM0rcJ/GV501sndyFF+ul0NMAWaMlzB5Jhn6NLAEG4fBVaW5fY8nKjguRSVqp82EnJJd
afF4m+kwQcIINh4A9samRf1erhvZHiolf2H/BGgzykP9lGhlVzgtVWUITiWrpGN6ob1IcDCdR6T0
Q5sFC6o8rmK41itTeJYgFPInbVni/1Pzk8CUSlb1nhnNvIMfKXyJQM1d0p18oNU/maLGUcx+uBgJ
Kx9gQcbARlUUXSSqCk7KBMB61aJYcLDVskWnzUyk4WaCrut1bKukgglonEAe1VKjiaJu/HCopzB1
iwWNHDbZNBJVmtzk5/D3kmyZaqvbgsNMoAE22oGsj5qDZVXn8VyN1AkU64DcY6NAl+5GVOHvcJiX
a8BnKCcpuQmiDA0bnX1hIR0gsyxQp5GSYXE1x4UIZ9Kmggg8Kglc0EZFZyVjol8oUpMcAJKYEpI1
JNdIlSYqTQeZrL6CpRwWZ/tlQTEe2rEvIFRrOWCaWRdjPYAiAdwzIsNj5osvxrI0UeSF27VCPK7S
rpfhwLoMARK/Q+FmPHeHmYadZbNPBVmmnF6UYTXfMaWgjY9iGa0PoPXkEOa0gjoYQ3mO1B63KYUm
4brFhshwbTAMpJ9mFvUBeq5dqBcaGTVD7R7nwSrgM5s73U2YMddFCaM+fLpN8VaqsVXZTapmzFvA
28jZzouKfausFWOl1WlxRuLh0DggHHN9lSksboj1qjqDBgBhaThFTeiT5mZsC6dXerifErjXY2Qb
56x3FBBYXxBaBp8ay/pwOdG3Nrm5ZdVvi4UEWTphO9zasyRPW4AHub5Nsrpr7Tymod03E+JgH4XO
peaNOgxKXm2EumZDLA5oDe0nfbqq0qrM7IQCEgCqoqpDV9m3urUJ26ppkB+umwGdUFpNAu2AmudW
RlX0nv7yHhHYKBlu4hboTQAH9iJ2wmRQ4caWyXh46A81h50QALo80CWooLsq56qtlO0FJKFp5ekE
ehPcDuR5BAWPDr9E2NfpajHPNVqPcC2oKw2OdAZs0aHQGhla1TpIg5LugAxueTMAfYEjMZGgpigX
5cIIDNhFMIONISH2W8jTECjLCNwtmMFwdMAfI65Ft1PceZPVZ8gMgFQ+2K1ZLeCBg7BsAeirKiof
mjtz9LJk0dcQVlhIGGa6CVY3zsdro6kSaD4Iz9QzmifiER43ukvZCOLcWpUaJF2uepj0y0kZm8qp
zEmlhrDI6JY/lAm0k/Kek/cLfa9IZ3Kv6A0J+D3U8rWJRU3lprrDwYw0z4qH4RypO8nwoizNLY+2
T5p/9hYyqPRGiga/TFCfOMDg5NoxFqmhbHVURMCfR3oO1csiVnOv2qdKd2sAzhxdNk71QZ/qyVxR
1JiWSFqF3DB0yevJF3CEyYFSKRxt1pe+d1g5IDNpqgoHNKITVfJgkFUXtt4DErXlZZfuMKuA4a2m
MtbarKBMhazVjWxWCYoHQ6jfQIgLergJlRKnEdEuV++rJTmQKdbJMshK3qRbUiTje9VmJtICRQpc
sWA/B0BwKOnYNxN6IzY5XcIaDAaFIPLi2ijEE0I/wGWQX8yZYjx2HTIYWymW2j2WTKLDB0kfdVur
LTTRWmJ2md9AFP/lw6v6FbJ+j0rXr3/+F0RtfpJwXrf5c/snZ/+yb//0v87e3nIwZf/7c/JZvP1b
+Lo0flvS2k5RkyZl2kct4qZvRXqeQbVlSanAoH5tfO7xl8lK06S7XLKsgSlpvOd75lmSld8QheQN
tFHqeJym+deErh/yOn+JXQFUmojRaDLZDvImC80U8cknj/8AsXUOL6oSGAMEhcNZGq0SFMYU6C3W
XeMaBdxXN7Rf4ETAw7ZYTd3KUM9wNpiKKi7VpmQJ5w4+C0wXOCIQuS8wY8amsXyt9wwWtOa0EPa3
N0MaqFIAQXeTeaXp6PW2UFJbtlzoyswUSv61Om5DYz3GHrzZeu4aXQAzUHVYJ3voYVbJjN4g2+gu
PjPv29vidXrW36fnMpC087m4StKnWVsX4dmngf2DgFukKj5F97+/Q0e+vQLtUAORiRJYktd+md8Q
QPxSf1EMR3+AngeP5atcuebX/Zf9l/6N3ikBBP5KBRG+H8h6/H5+m2GwVmwqtXv8sv1qTGm8fDHo
pEDfLj3sWtWZU3/eU2oP5Gil90+59D5nsM6PBALp5XiqIn3UA/u7S7KOmqbNvGrVkKbIYDQfq+bK
ylcL60yX7irlkorA+eFdurIe+21xC/7ySfUoOGZPHU1TsGTBV4AKIDJquV1dQ545I2bWOA0tRbzx
53f+5GkeZRz+m07z1AQ5bm7+J5ggp6yCJeqc/6Otwh8YBTR4KfUuyIWBljpKExfQGxdGIeQwyprS
Rw4LKQGeQz4OktHO8n6+Ek4d7chI/51H+8jkHe0JS0qa7C/k6WEuP7J4jXbYR8RF6FI4RjA7o6c5
qUuI5SydpYeJdw48wCi7iLi6kau7P79aKgK/N7mfT8A8sk9FDssWqBV872D08N6pX/V0c9gooBMo
6I9QuG9JaHT0Qt5az9MrDLrKHf1cPU0v6HmQLoAcdVPdQIhaR050CBoKHF+TDV2YaugCY67virfo
qpNBKTvR3snupHMQR91ZcrcYbX7ia/Y2rFB3+PYL/tcEdgM3mrJRZPepbXoZyjShl7UU9e0OZMxt
tO3e4Q6W7vBnr0Gjg2pXN9Fl9HR4Bsbda055PrrDdUS/YO5swcdum3sjd6rc3prAdB/l+/Z1CLKL
+WE8i9ziugb0aifXWe1oCHbo9q3qE/lGEDjS5a2DRnbG2D88pWtZEJLYyTvK6NF79VK+VC8NTffE
rsgPUaw8f12cq2y7A2RsnDBwiTtahdPIybMApvVGJ5FjAygrv8CF6LbkQhHuRAX9pgvCyiV0js9I
SeUnco2nh/nIvv8a5n/GYT5lTY4z3P/Z1uTHgt6Hr4OLTSUIWA7pZvWoooBQj2zFc64FlRK9jYp2
OU81bYdme1gtG5WWPBXVqZ8bsFOHPNoc/jMOeVTR+H6ZhiwbXKtiWfrRFpHpSlYv1ZLkpzc7E3WE
24eDF587/YlrO3mgo83hbz6Q8kebHthmghLqIhqhyY8+SII6DoLJtRYMYRg6CB5AEmGme0fR0pWS
TJPfVlO0Mpet4ahlePClQ0JGysjQAWxmizyLBK1zORfrmX6+TSxpC0dDi9cGhl/7Bo2FTnNeV2QY
DQuTnIZZSZPq7QSUgwZPaBh/Pic+CsfHm+rnyzkaoLLNjKSBUyagz6hw4pFWGweNiJFEYcMpQIMC
BYsLSTmbGVl99G4eSU9O9SUbRwj8ECDJtCufoZE3XXLVpzbdP1ymn8/vaFwjgLfLtOD86Fyr1hJV
sHVIr0fppDfNhfVorKyV8lgRG5Co/DrspqDZJaeKYSeG/JjM6Z98yPWj/e2/esjFjPvJjNSPimP7
mGo1pRctqJ9rlEYyu3oG4RrvTnGOnZpax7juf8TUOnWtR4XNv/laP8BzxzcVckb6LtD/5d+R1WpJ
hyLJnmnB4+PCubhAzdV+erq7uTmRlfgYnJ8d58icRFZpDEtxnHkTXXfr2KntxSYMolW3/lqtm7WG
2244OMhr+KTsQArgFbLpsLXHbXVe2s/PG9eTAm9j8EcZz7SyHzTbsEv7vHNIhJ506hUxm352wsf2
pYFApt5jX/YHG3oDQafi9FdLP76E8zQDFO8s1mDNy8Qpr6pNfQGoeKE5Zm2Hd+b6hC0+cS7HXHvR
P/BcTk2YY5DW3zph/nDf/jQxj0vhehyRiiyYMIMPc4axab+s2WT2gYb8We5N4wnv/tR4y0cpBHDM
7WLRMN7olr4UyNVd5LeoDyN9o8YoBSAp6yAo2Jl2ukIkbKneZgPJQ6d2IUTKCZdOqUifWjHHsNf/
9hVzcsSOoD5/74gdwQW/uZCfZ8iRp9wa/XLIEmZIWTh7RIYdRH1XmubK76oTZ4BvXenvniVH5vIf
PktO3oQju/qfcRP+KIG4BAqjAzgGAA4M/EdPV01pW6e4rQWu+2Vvf6n8Mdh9KezOffRT136LPJsm
Ote6eHKuWk+1Vzc356pj2bO7Opudx5W7ukvt1c9NJDDeP7LXfzkp7SgHk/ed1e4PnNQiMO3GZaNx
EIuyKZjdGkFPD4Yb08Xht5v9mcAidY/GrvEXV4AcX3hl5UirmaXf+ap9L/mv9Up9gsfIWa5Ch+Ki
XXvWXUhwchV6V/co+Fwa3rwhX7JaozzgWC6K1W7mTCvLTQK0NRz+e50dXAIx95EQ9t9ocPEODuod
3ltzBvObdntJakry8J3f9rvQ1S47+01ygnUWmB4E4q5hO94TtUM+PnOg3nDf6BeyPaexN/CT+PFX
tuqvUdD6CZ+KtFiQOC+X+s4utpeWi1iyt16yQ9GzxHkYbm57rd/Zi/XgmPxZ4xWtD4I9CLflQ8Ih
DVe/Ns9FukwOFuuH9L3b9P7D4Ewbruclc14Md/s0ug/nlv1Aest5uLwunEDjcKW9X49uyWYcPPAU
WiC2vtl4ls3L1Q08JwcHMat1aW/Ob66uCjuzO1+3De+s9cTjEX4q++x1ukDazkcjxm29zj3rndd7
BdNf2MjEuKnzqvM+yMw82pa2wM79x7Pe3uVrnVnHBuGOzuPuLF03bu2RHbqIt2flVnxY5TZ+vB43
wyPsE1AAwOnqzJt0m6LvxY9Ufux+A4udP10qpA/T7bxRL8RhxRmGTsj/e2D7PDL79fxJD5DGsp9X
7719f7+4SlzkcRa2XW9zG8kRGyIcd/HoPWVrREPswduvn+D0cNG13sAPseM2S85kryM7QDLBXpXO
auT6TqyEHzFk383ip4Vw5MXT0xMbslidut16NEWuuYCdv94HiX2xm9yDX25Hz700g9yWN0/t2pM3
nKI/+57jnvD6TlkK7chl/y+xFKfuz9FG33Q0oE/Nx/0RkyrcmRejt5Ps1q6dL7KLjo9dOJvneet4
asAagAbAjy63m83N1Ynbc9poHbn5v4zWL6P1P9NoHfmO/8hFeco+HLmV/0j7qQhMxe+iUMpaBrBa
3C1Quz+6WhKsgYd4j7ESm1njLgKxP9Kz6iOj5fUeWnl8L+4nf/KpPTniuXlTs0t2H68TFSnx3Owc
/P1zuZZ92bc2BxepGlf3FQ+tMy/zEi91URBdmdfDaljR/Ozi0LhLvgPUXOloZdlK75iNX97T8+cY
9rZ3PQRZNoP3HLlL1wIMPlJ6S9cwa97M7KKDCwaXvwIScqnTELPjMdDS42JNz1M7tu+eVee54u8i
xMdpCN4Kx7rcszteZ8HlteZ2OEaDfb13tkpvZ9vlef2iBgdny05b2tvL7cOTQVIgtldQAtr3e3tp
Hz52bbbp17N7IKM2+QzTxgOcHd2+6u1XcW/exQndvLN98zxEgx9OxevrK9XQjZN6KP/5qL3gvGr2
7Pd+5YnbErvtHU2uvuEXbhUIp8ByTPd7l+t/qIHAeJ4Y6yNXPrGmuIwgTAoqRq/n7vVg55GgZ+TR
JPXESJ4NrqhwimHUNqNXrcs18hPryZ091V9QelRIolR44Ymnr3I/8mI/5beS/HrhxW7GgKuu6ccM
v/hbHcQ+elQOitUenFQ8z6v9vZN4h1URZDw7rbIdMW+1dBcXBfRS3sI/4IJmfr2dHyWIyBtbu5CD
xhv9dn3wZhdPP/QUW/EnD4VUvOkKH4yL4SFzVokXchkG/+kWXuuuiccNa61TnNWeemEEsr8gEZSv
B79yQ4d3kjhGKpKR2fudo6wqxynB03jxyq5vkXk9V6/223qtbLvAib3ILR0SwDa8k768KVeJbeOe
e3VQ+oXnj+vuHNkeH5HuDZ+0u3J723LiTcG79mfwMrN8iADchZPjSOIYOsn9wO8wbLkTnzhQTYZj
1NGYx53XcSvOyDvhgCoB4saewX+TC8JpF4uHxMDK3C63ib9aOlCu3c4XvW8n62jtwK4YxMHP3b7T
puIoKvtlKv5pTQVtWj83FcfBbtiLvh8LUzH4aDwwb41gwOCjYX41fd8YQtaSgo0Qz+iPYSDsg+wu
vJkVGAYwIICSKN3UhxbdeRkIWJm03jpRnf1jSzjQuwcPdWPms8kizJ082LjlrtuNa+MR+KkNvzh5
WFoeL4AduKyKyCt9Fe+Z+ILVOzsU//lI7WJhnyuP8XXn5BvIWYIuYPH5agD6ah2f79cU9R3rY+Vg
7U7BUMwT26fAJX7GBTWougiZAC1QSQmIFY0qnWftUMTibtEd8XLwB7diWzz4+mO+PmCVNCwkJOYf
X1UXDksbYvMgdwvuXutoXu62QerH3LeInyMsZeSFbuhOfI+8fRBtEi/326AO5K/C9qJI7JTY19Td
B/GNeF8BOkW8NrmCTB7jBM/Ijvdhe+Wv4hPkVepDVRsgARBIXuHAg84Nh+44EK/69sr2TbxizyP2
xddok/vJRl7VAd85YuKheBAUnHfCuOR+7SAl62ecWeYVXuVzTlxjyS6Q+z1nIKx+6MZcByqMbrEr
AnE9InMRbVL3sNqL8/HFd86TK4ENzBVH/vh/IfYJ8T6M7fmwKjC5wuyaOBAmCYXEuczWBT7DFj0y
/AfYf6/0TbvOr9Nr7XG/xnyzt3bn7a28Gd3JtwISNh9OzkRkL5wZnYfs9kHJKGgODLrscr3HjoH9
Nrw82H/Y6L3bndM5hTUXu4vCeEUrMR8nxmDBKgm9ykF01IEKxU6vdUemoJC5sSddJn7mx17suelV
jHMCSy7bu9i6ajaExg+9eZUHEVva7M9uwXOdTyZBOBQa5zr4YquOA5GnsJhfpgsPyfXsys7W8qt3
HccidOJdiNMw2/oltd1N5N7AzycFOVmeMrCu0yBx2eZD9rXQwSmBSNTxGu6czp2kJIP6nLN3pJ0Z
6M4yqNfttt2awc2uZqts2MZ2SIHSdCe5jZO5j7KPyjsTvOYEK6a9WF+hlwB+ynxIIwFCna3OluvR
vhdXaHFjOGVO3131K+q5bLk9C4SzddEQcvektirPvFpyBstg6dlsfYNtm2QNDs7dCu5hMjzbFanw
dbtWN+1WDpRH7cV4gVXkJWJm0va5tbbDak1cvXcA8tvAnxzcr8I+I5Xj7g7+oz940o6hxfOMAlBq
l9JmCnLPeS+xD+/vuXP1Sjndubk7f07tu7vRfsXrCxkwp1+ld8a5eya8Pdk+2NcixdLat+IoNT/s
ORackjYETRzw9fV+uWpc0iCumGa1N66WlxEjbHGnavzpmaklhlR36VskI0W+KRhX+7M9AyNsobhb
IUODbiSjCemFzexwtwCvSO+NvrqJVxtGUrjje27/6IjJRLWcKYTqpIOzzHSYma/wLHo1fqZjBvu1
GcjcOHVjPEqkhsqAy3LOFZc+OW7M1olXIr1ne8vAU73iIrp433vwwQYhc7/kAa6NSxCGWuWvS4bQ
dA0v5mOkEykLOspPbD1HKR2tQr1omFrqJB/ZOqQ7PmISsWCFhyoWBRWUj/hkehSxh1jQ+3M2Hx9+
V0/3D25zq/uyqznyVsbA9ufRmcnv3XrhqVD6rDRHrF3D2Qk3Vd9W/lf6tO6wYm558eGpYtWEHcNj
9VHZ2PRBjb3De72a7/qgucndftcGKAryN2ENscRn+wA7jWVOscB0TGCxwaB5kDCSYAUlyIMwYwkF
88V0pdwoN8m2f5LP9V22jdb6+fCwD1D/5V1LT6RIyaxeLokNhC0Udli2OTdhZdkZsiBj3RrYwm+f
TXesE201uyFi0vBhmTaryLdYZGKURIIR3/pM9hCHvR99XkU6d+A94+XgGOvpDMsc5DeRJ86xW5Gw
dUncdR4ebHkXuZDM+uSlH8aHJujdGr8zwb5lfD6zwEsDC/OSsojRGWCVzv5z4zi41Q3Tk3FiBOOg
/ZoT1CBXc0Ucx/oXIVAayGuyocxC0qXCu+X74IuRhrkOd6PH1YBoiny6+Ik0I1t+DZCnIRlLdMpE
xGcIkouZHCdqDn4Z5KwbC/PIw0sx2jUTWGzKNDRielVPJj/e41YvsLDLYCTcqt7PwUL65lYkac0P
Mxbhu/OUCwEwXwk3fOGJw0zFriISrTQMefS0+ktiDtUWS1gs1yUGmw5HkJ+sF+453WKXxQNmbh06
BeEMY8VMKDBtIuAl8AQxKgoYHZ8vwp1+vbAdLDjLCSFMHh93ZiXxkebTeCatYxbzx8PPN0MAq/i6
PF8Alizvh42+Y7hE0t2On6UrNnIvvIHERkyl89C11vz/mIoWcNVvG+pkVw8ZpyCCCP3cclX+i801
uwvX0jUb81lxN6ymM7ExiwknPkEiNAk/nAqcEr90k5UIBg8soq9E3u26pf0hsdmHeIjRSDHair9V
fNN7ERM5wSkYg5gQEKeDW1BskcK5qIJV4peOk7/1JKotRhcmZEZOmLGEqdwFsU2Pj/PKPOYGibut
XceBmNUiQkZOhK/sigQ7zPVbsQ1Jt+K14q+W067Ez/o6DZRrsXOKaDAOCKOIBnm1w7Q74RCejLHh
QfrBIfwVY/+Ksfvicp+UXfvnf5FPhRNH6XrIObpDPpKNS3F+xcaBNLHzLMyksjsFyjROBi/ibD41
NfwKXn4FL7+Cl1/By6/g5T+SGRYZ0GNI36diyke1+pNBlaWiiJbCfAM1ICe9Dkx84hNNgKeOcVSw
+ZuOcToIOyoV/ArCfgVhv4Iw/K5fQdh/fxB20os+KlT9XV60ecIeH7doLBZ1ViwnKiWjo33UPaq1
KJyXW/VCFFYFcoz6o02yguqu/lFDrIhNTfLGB1fzFOoYOrmmA3kYkd/+ljUCp2e5L28iL5s5b+gD
Ll4fDhvS2/RLenowkjboSeJMgB7hkwb+JhIyIufxLc96JuLjU7ivk1d6VOv4573Sk+Wvj0r6p438
f2j5S/6gcfudw2OoOtzAsD4hvf1jBAlZIES4QycmP9k68nUi53Z//3o/O19Jqu5BQdzzh8olm34G
THDkqypS6yLfRx5qfXC/Xh/si5qXwsBq395K9gVQgk15UV60gXXZPSiX6rm6m66028qrSGjXIEdM
ylUtqSX78vLyJadUeElWM7cvSUUdNofNYg0mdXMIahcBZxB2e7KjMaSB+/UMmLV2BSRkIriOfZt3
D/Zh85Tb5tX7+01s31AG4Fwl9zVxr96pASBszx8AEIDzuBewTck/uz8j8b1F9cZ5fU0dsB9U/sj+
3zfuPck78oK6uGAgnKBCevFdPCOu/uqee/Fxj/jkzucLrxCggqvXn1fr/ziL/mlkjmL7PMmW2f9l
70ubIkeyLf9K23xXj3zRZvbmmT2XYiGIACLY+SKDBLTvu379HI+stgLBhCZ7ql9X27RRRiVJgm/X
771+l3PMqOGoVZYf50j52E/doncy8WCI5Q0ace7B/SsOvbg59rKvULwsFluB+pctKmhu0SOzAG2t
EyDlIdN2YPS1lymSV+ECVHZyLSFirnevKLUZjrv2jtqXcPE+iNMrOaZQT8nYpFyqZ4Oi9WBaWulP
+YP7hjLrVbcxroNnfa/u6b6/qgD9KXrfATA4Wh9VS/SgaBuFsTOv0RzIgVcXym6a/iX7oSPJB+g9
WwFepIsOLxuNg3SvA91RtI+n581kpO/UvCeOutVURpuDj3UF+vgAedo3mQJN7B8EOSPHE8Eu8Ozb
ZJks44XiRNfRtb8D/h8ydwEyQjKmLeuDT8/p2GB3ak4Tt74uPfC85jK3ggwVt5GJQiqELeutiTou
mc9DQYyo1sdaE7tGGz9ZZKgEIvfdcoPaJXRMIbOJLGB1TMowyHyIqaImBjmiDinMeIecEbymdKU9
okV1RhSABTSzpxPLHqY+WJcUzF9mC0zMVyZpkTfYyZIfkLnizz/zQykKl7qFd5DlSy0yce4dcj+o
R6svZTVadRvj/zK9LZPMLtLPMp0uy5lk+lsW2Ut5D+wE2fcVeAc9ULPvvZvSOi9AlsBEisDzsA5R
fg3iLJRkB9seUbpn/XJcrGXJj2nnMPdI/OIUTSROK+T92uUxnYYgtJxxfNYfy5IsJ0L9Gr+U9Qrt
gm1UuAgpEsXv+ao7f311F+/vt9u3ZHW4AjhbmgrcP+iowMEnYD6L63fLqVChJqPjMuYt7b783CHy
jbw1EgXNWn4ts0AyVo70IoLr5TGfjJTt/6N40UmLRAOKL3cA38MqEeqxBgH9umu5vd0tWwOrC9mz
QPh2AFUCxbvZQGNcg+tY5PatKm4T5/b2OnOS5XGF0In719cUvXdSR56+B997iL9rx2OD5gf7rvYp
EOoaTLQ4xJdch9eFSrNVu8pkFdgKrDfOuKX3M4POWctjh9iHUf9tLf+7rOWsPEyyNn+IPMwpYzpx
nv55t2VO7R6LiD8I7r/V7p9L7U48pD+ZVZ9zlI5AER+k67/DUZpzOo8o5R/m9GdxOufcfjpxkP68
br8howlfXFUDfBNAFNPQmDDRjlpWeAAdgatn7p9aVO5cZv367DK9rnZkjSJv5w2VFItYvEU7D54c
ag+c5hZl9HawgXuxTjao7REo9sHz7kcP7HjwV9jArFrpy3GXIRITChTqAUn/WFcBll04T/6tBc87
iGx/n6+Alx3uy0LswTK4RbPmjCs7u7zJ++xfbHn6t4lssEkQAmJcA328nwMDZgLm5lo6WOpgpzcN
SmT4veE8yNItWQvbO3DG7fIGzw88QKJ1dK4fa0ULu9nJOtBwKdtEWqDXgJRXNAYKrVC3J5sHnPAS
RVbLZGfhyS9LjhpkyGXBJUp5bJDd4nO/8tBBkBHR6SuNLK1mcdqRm13cxFv4l1rchAzrZ3en5AH5
28lN7t2gRl5KeQu8DlAVi/P9HeIadw94R6P2TkUUZLW64oi4tPYxOnm1utrnaJchNt4jM88Jaba+
aIAPM5lckcIFklGsYSaXy7PN9ekznF3mxGb+A5epyR09tc5JoEBjWaA3oIpEsaisJY0uRgRplgG0
14sMvrycXVDx/LhdeegfDTZnFwjZAJ0G37l8QbEj/llmI4YmwwrD4omtqjO+TK7oVl/r5+Y6ufbA
EL8+vXtyRqdmPAkjjK5lZGaPGQPbdnmOgN7pX8+/feZ/OPmJFaujjGfUgPYoQRiIZqDBju5eZDMZ
2XJbxf9TVGACRB0VmrISPXbIeknOZdm4fMH7S985VInN3kt05SNi0W2ZTaAcXMHs+DAuSoHiNNF2
C/dweuIz+2JN37+9roI2EvuS7B/ROrafe2B/bzV+3xhrEoLPi96vWYEBzmt0EY+oCgValg3iNRsh
VEXcSMkY8fZ+QVx1eSZW6GQD8ZnQli8jontv+O/tClg3t6V4zOHTlgKzREObjBCCvMbelOIAW4gG
p2vE8d5VoaIs733mdJnchRPSMyX7UvJRCVUfi4BWGTD5B0s8FAgAy2jx007+TesUspwVBr5ebB/l
4SmrUjinD2vu3lkTNf7nv3eSmvFjwdav3rs58Z0o3OYPF9+J0v3XFN+Juv5Hie+MdbQmOviXrOOc
Ap7S9/xpFPC3GIngCCegbedg+1UnGjiNFFJpesdXLz7ak6oVqKzRDvXjHrrOvoaLcgt956CXQiap
ZjoXQHD2rWL7ffCJdo7BhQdehB79teCvvQjRUTSiF3ZY7I7IXpfJgq1TFNvLcn4LzVQ9wKZQ53mt
oRHq5by89kpwAwkfdEV4zIDKYik1PDA12Lp13EeUpC8vLlSsgzrvIVbRrkB3ifRvKBJ05WQOs69V
/HE461ey1ShEwD5YqusQ+CEeukiQpJGB1nBB1xHeP8kyXCQoscY30f1B4UBTB3zXzrP0owt847Sy
Be7mzOZMXgRDEQCF0sXJOAY6qQc000iNf57B9AxwK+WXKlT/7kk9dtPI3hp0G+NvDPHwtyyW7MLu
0VvOltJGZEL2BjxZ+MkCfy29JtmJI/sR5W97KgS+9/PDv5L/BvjBeBTeoAUMRfyyzD9HMgMpwwVF
ctBER9Ro92jvkll2QG7Jr1Huj44ktIUb6Bhojw0WHX4KvVOpsFY/q/fJhsBA9cCjOb1l/wf79Ls4
TexT4pGkySKIE9hBgWb34omzwj7ceHD14BpWInWW8i+kjCSL9Ozp6X5w7pkN5LocTs/z8ysQbGDD
Q/G6f98EkPrcBp0oRGTubGcFf2KX/n8S/G9hoz5qpIlRLUo3bfMEp3h052WkQn7IQ5PuW7i8ObtB
DxF6idBAfnT6A5zvzctLAcds/353B+iBtzcT2E8R3sPumfTw0E+73by/v6OX8HptvytIx8rD3VAh
77N9jRa9AC06Ofrw0hUa3GS+Ntxc+4tBzOi82dVNLPq/1urmldbE1v9bac0qrYlb8k9TWrOewuSN
+Yd6Ct862hboF0FoA6LoKb+5C5JScEXBFsJKgf0IVzqDggfU3Sg2z/pSFfFmRkd/CzlrfhhystyA
KrUeUgzpG+S1V02gUpglCFjqF3DhrbOWtKsEpFNOFCXJMh2BkcoJoEZ5JCyVP3SSYq5I0spW1PwK
rKcvuV/YbTqUK82IKmF1rTo3428dht9nzCeuXBJGkeZWUJxAImnRh4uSHN/Oz5gYdogPglS7XeeA
Abl9lkUJmwsP+PwzFnjCRfpbLOzDFCYOXVIafNA5poCHtVTRB28hG+UknF0sJCyM7Bv0UCe0h3d1
/R6jFuK0D0ClV/TlrfxhBhOvKembKvILzGAnX8ev+50ERLxcAtOvlqg2t5tQ7GeGnNv3qdvxx+/7
Ecn81Kon/kSVN3WnKFg1WRbw5FAXBjY5lA3Iz7InccR9kcAIQPIB66NzgT4+6RomYp+imiBwUCAx
rHEk0vvVEPZHlANFSu93p3fqe1334XAmpr03W0WhKaZ5B2v9Ij1MeGVwOxHSkC7tg7NqbeAR5eJK
giz+AN8eOu2NxeqilO8Q2di9Xt9IT0BOvZPxGBuN6Hd379fvp2c6K8jyzD+ks/54QZ490okl/Scd
6ZyalKxlHzfqn68m527rRK8nXsS6KIcMJmJ3tV2flpuZXz6tbf61X34kmjhxy4/1ER+EEgyxmup2
MEm4LRUuMAFMCYBJ7GgX3tdiK7vgAzu+yFBS1QByDPgagPvKxQXAGWTF06vMODwuTq947k5PK3//
eXeazDgRUxD5P8KJmLFGx837cGJ/gDWaFZKJjk3GQDfyUgqJagNKzEMhL7wlWIDKltC30iYo4ql3
8OZfaSiiGxAAiZbuBWoRV6hlvEZvvj3jmczOaapN/wxzmujXP/Iy/QNoMf+rqeryOQ6e07+Ipnx7
bv6Svf/lun6ug6oOflT/IYf8keVDGXh+/Z+fv6x+fu29Zc5z/fzpi0VaB/Wwb97K4fBWNTF+9Cdc
nvyX/7ff/I0D82bI3/7X//iRNWktf5sXZOlHfksqY6j/8+Pv/+3nLp4T/NzdW/o2Nm/x85ef+UmK
qWjWX01V10GhhriiSg1Z7/CTFVMx2F8ZNzjjFjjiNVOTYf80K2tfNpD/FXyVGNuwwH+JIgnYq994
MdW/6iCwxM9YKn5Ipxx1NX+b3tVPNYydO4Ee+MkTBSWnZphUpyBy0JAc1rWJ0Ktp3CRKNrjO3eUo
XdGnQFwhOOmJC19cXL2tbjfvD69zadqjk/+7jfg66kSsR9ACa0nbuQ7cqrt9JhD9KsQDvnh523pI
aeHrt9Xi8f754vzuYvt8+359e/66R2Hsh8P6bTf+kv7emC8dzlPTmLgFakJ7ZYyw+Cy7I+pL6c84
3dZnS/t1nRMzTnteU02uE77jHTCs8TC8e7g7f3lDdlc84D/An48IC10ezi6fbgDwfHYQV2eHw9n2
4nDY2heL7epwtjocNvJPC6Bjnz9dX2ztzfXGfry+QOj7/HJvb97Pry82e+f8/H1m/hNoyS/z1yeP
NZAWZYbSYP67p93DfrPePV0+nT88rFY357sHD30Fh+1itdkuDofLw+XyUk5xswfe8fXiYjPjtEzK
bL/OhXz24bIgQ4k7O+7lixQb7OXLy80boNJvZMgZCE5vNwH2UsbhDm+Z/Lx6u3nD9uKZB2m+x7+8
h9P+6Iv358eL99fHZ0TaNs97SNfj1Tuka3/9fvf+CnI5fNwhSFfgQjzst9tHxFxlE8n+dWZ/jzCs
JwRQn7wDeVRTEF1hTc5y56x3jvz/UojF2XK5sgWQm2x8IYB875wWfCY369TAk9dg7mV9HLg9INuO
Yrh/fT9/uUyw3hfoSHG4wF4hyfy4uXu+er6YOUl5q06NLW/lB3ej7rgXmQMWrejrQr8P1Ccvugp8
vKLyRmTq3emlEnnHpsPphgmcDMYJM9lkj7VIbWIwbKNePS92QbdtKrZOTHSG8PfCAHwNi57G/jlQ
2CJtD7y95xwxCL5Rxuchuu36G6+58Vgw0+49Aej9Kc26qWkcVVQWOI4n0hzFY6oanS81w82LfGMe
EEh+uXreXj0/Xl28Iudz9zp3nY98L1+24sOgk60Y/bIw9RaDVqoiau3eMAaQjJ/3w7VpeaKsXSc1
z0k9Q3clfblPowJ+2FS5RdBOBpNmTpTgoNDGU5oCiZzCqxyDBCMyYknnOUPdjj9On/Z0LMMw0a+m
Gww2knJz2rlWtl1dZrUHbKTRaHdVN7Dnlnf0UIZBcvV3DKUTMFrDsGtsmkzNAhaoFoAinbiox2tt
9OrQHhQQqunxmNyeHmtqqOSywHeHjbRMk8JZ+HxlDLgvDS8Nw+F1pl1alYaOEN2KZ4Tyu1FAlA0W
OoPBsTjmgz5czLYse58RFR0nWjOu3M4wVqkxWjO654sUysXoJlwfrqtEV9lkMbkWsMgYqOHQqteX
Pmfsvhtjj9mpZribIClpLjK3RkQoMjWH6qb1I0w1JRS/vqcgguPI4oD6FT7aZE8bv+BRNqC1Vhl1
x7daKrpqnMuQftlTU5V8jHDvqKobKJr8PEql+aWRug0D0U8ZrCJzRMK3y+dQfL+OwrlqSaBvU0Pc
+cj28uHkvC5sO183eqcvVNUurRQtZ77lzZzcl8tlgkGd4jIbOjEsRibukl7pVai1eu+kHbE2fkEs
u6mZ7xAv8GcOZxIh1eCVfh5rojQsK7YSYmKsARSvzI8OiWnYRVWvm8Y9Cw1AxynJfWbWomgNMN/m
a8jZQin0JembNdHRKRUDSbofn5kO0hKVLkPW9oIxcgum8dOC9O22MBVY6/CmNWuq31TisrCjmCpL
Q/QZmeyBmb4igrBMZw7gu2MmoLFXGa6OhdfDZ2GKajOJWcZ6x2WJvos0rm4VjRn26fVMnVa59RBW
PAiwFgsExZ9HydwoKPuC905gtiB4CYNuGXctvdCHsRW56Wtnp8f7ctamvH1YFFPxBtHoF3C1WgHz
NCmBfLotr7TL5i7dlQ/WK7/oQWB6X56Hd8PVeOE/j+/BlbUBiqbTzbgkkwAhXlKTKUzW3PVFrMQd
ppDdsWv1YFzyi+xdBwgp24MKubsyG6HcqlfhIIBWumaX7IbPKN/prk9nMNGKrc+43yjF4HhFKMw6
XaOpc0m1bpMVxvL0hk/FCKkd8F0bSFJZJjwPdXK3lFDL1bqqO4e0iSKIOZbXpZeqDzOjfDMM15AM
A7k26naIPtlTL2cuyY1xcLifnJlFjtKMljyYPQWQf96KtET9X7Tx81tGulVfg5rZujWSwvZzF5C0
Jlp9zXPNKh5GoEprSJ/753HZrRNeOYmyoxmKPtRRmJYiWPhs+WDGqV7q7pGQx15LhAt05mFYjeor
xQGqyr3BYhHp9cLoejsKXrM6f4IFXWplRGd01zfr1lEfz3X4O6ZhmhM1Ce4/Kx5dLDfJRuuljzz+
lCXxYmZ3cQk/OlU4Q/hUKIaCPqYGn/LghkRvakqHzuFDoi7bst0bcdZv/p5BYK9NKBwZbfisCXp9
KCuFV52j1ekg0Hmeirg2w79jKdgvwBBYkBb84fMoutVprkHDzoniim01JOdsPjTmjJaRunG6YZI2
WEW8gzF6jP59MJGsw8B+0aJKKIoaUXexdW2xsN71xdisMg8A5tHQ093pDZRH/WVQg3DsH4h9odw+
L831kixOYohCW5nZxijL5yKlLACzuQLq9qqwIkFGP3JityG/LoUmMeB1WzDYGj8q3Q/r1ViipEmU
Ylc1Fjl1qbjO0Ol0RnF+I+smdAlH0huOFB4ynxfIzCFQx1JpnSjxjGWoxc2GwOrO1KOQqXKU0s5l
OAyvJY2b1mQflThry6xKOifkFH3aca7ZxUC9q7YbzE3kDqbwoz5ZVnpK8U8YWVRdVj1afbzmbccg
Th34F+PkJu8ALM7J9vQpH92r6THrug7/HB46JYac/oe99mjTRw2spUNY5VHbrcv0RetJflkGmdRF
kXvQ9TZdj3if4mFNvGpf9YkGSHE9pkgijjT9xXcQNswCl5fK4WiDC3xKtVfyUM9N0jSO0TV8nQwM
XR/M8Jdx081dX7n3k8VbDOFDqAgEK+mxd+3D4n1idY1X10DTVbwqt80s6/chH1i2VjO3ameUhbRN
n0eDHjKISSzIA/z2ibLQctPLCW8BkxOYRFCX9qIOhmjd6nlqu3kabEemrv2eHnJV7Wc8oy9LJapq
gl8dcS/TkNfq8znXpVuajRoCLjlJR882eAwrVBptTFedH5dkZq1fpB63iqqUqQwPJQw6MaAqiXUW
D2ruDGFxGSv1Q866XrjG8BRXhTqjL76oKkIMooGXkeMzY9rEt1SUJO1L04gcNzQApzwo7S5txuZM
r6v2UBlBC3PWAfE59MwZd+SLZj6OLP0fbC8u+mTkWLGatqysyNEHA6UfSr4tm9yzx9x/Kq18nWap
N3OOX7QWRoTDbhBqQUPq04L7gKH+hBo61GIB+t188ICMPWaxc1otTI5Pl+91HS4AriDDxxSNINEa
EtfGmDsZCTW2Tcwgrg56ovfM7j28I1aZ30f5jMWZiCgGNRDlUpkcE/1eU98u1XIvNesycYw8r34E
cQ2Ealg4FNVqPns+vcDJNsqxNBWBCVO67fwnjNCHm9/iEeKyiCROXQdk74a5exOMSf5rh3UcBYXf
nFEdDg8CIJ8vnTsOtZZXXeKwkkWrkfjhc8mY/6v7Bnmw0JJqcEMj0JmTqx30hadnI/ZNy5vEXCas
Su+pOuSguSiLasbXnz43EPRQEQuA2YSUqVjS5GYPI23iog1BlGKYzDwzco5ISOoxK7DNUov5Xh0C
zWqAkj2M+mXelenjmJtKKwqtGcJFTNIMrEaBYfhPSRmXL4oXpeGbmSrlLov9tFv4aVB3vuAB5aHT
u6ZenbcjrdBtGUbW/hfFAIsxkTvCGSGTRKZOTtFZgTLmWAwbQ8vOYjUVSZi5M57Gl9vEoJrw5qVw
o3Bxv3iJg1W0g1LGjmUVVBcJr/vU6fCAMe1aLZQnAuuj/Zr/i2MiRIOVMSyVWdAZE6GoFbOtRy1N
HITkUKkQWuDhCPpsRsAJ+2zTjsPoBEujWB/CHpP3WES6xm0tL3GKfgTrmel7F50ZRrbaFuOGdGZ+
XcQjtT0/8JZV0/sLUNb2gpCiXxlFBbISayD3v3qm0leG0891CpVsTvy6xKx5kIR+4lgxnKgg1Lpl
qJRsZuVfFAj2F+E7+I5MGlUqN+aDAun7IUiSAqOEpRZcm77vX3WhUsxYtu9GgfqQwQyuUrgNn0dR
KlNJWcljJw/oeB40SrOiAUn/DlmBR0ApgR9I4a1+HiXyM02JcyuGl92GS7PvQMNhKLOwWd+ICvSF
hUATBtKOsdUPOzYq7VDAi4xxp0n8njG1W1ReAdbq08c/MclHiTSxVzgZxH/wvPy8GNjNSqnlMHGV
gX0gjHKRBmPhkNqvV4jLRWdGEM29Jb6YLkgDzBbCBXDvsLTJDo5B7WUBbKZjmi7av6NeXfNIUewx
LJOb0+v7KhJQIPAh4e9glZDyz+uLNK3SqAVwMURT8TAiaZFuwzGOcuf0OF+XBFnQcaXhXHMNhuXz
OF01cLXKEIhNvUh/yDs8AsAtUwVUX1haTdnb6eG+HhtF+J7K162GZ990WTEp9QrmGsNlrbEpoSW0
5dANFooVUxfwxUMXrVUc7epXh5X3mBOZC0GwW5Wq+4NQhkMaMmWIQQCppgWYw0ilFCutULLLuikH
TRDoLFBXJUk5E3mdPAYgplJkII3MQlEZ/NbPA/claete9RVoys499zMjOYsML1yN/TDYXjoUKyWO
lIuCsNBRk7SbWfdXkyQBEgncBoRIVBjzz8OjqqPs41gBRpcaBK2g1ugD+C0hIVgzEoaAcE7NlsyI
1FfRxaBUs3RYJryEj/VjHzbbbNUs4boLaDDNBF9WExWiC8N+ZpSvgotRsL+UMARLIFKfl2aFdVgh
UufafdmO3bYE8QEXtY9SEScKIVgzhuDLcPC6qGrAXcVYSN9NzI3X9FxrzFGxeTeqqyYJ72Km8jUt
6mBGs33ZPsgJg0pDQBIJNaJOzkypmqYsfde01dr3l+aIfIxLom5m+75cRDkKslwQTLiuMG6ft8/z
siJTLGbabVekB2o2wVMBZ+KRBJz7wrMG0J5DL92cvodfdhGjwsIdn6a4EdNdREbSYmVDTTty+3ST
6rEpqpZE+64sveXpoeQCPjzDdUTqKS465A+vNoNOX1B6gL8aeWbYPjXKO8OifbvXm1gJ0JIUMdXb
4UVrAI8wrL3EEqwd0/5XHXY8OmQ0CIFl/CZjCkoHCJkSuapYs1kHU6vkLO3R05DUd1lh8l996Mix
NKohxoEPOi2SGpQmTDIzAcxv2OSbJlKyHeXB3Hvxm+MzcJ8R1yVwJGCYPgtNOLRpoiCOaCeZGhUL
hStWsvAQ1VXtgnjGXIDw63DyhqPoi8Iu4TwnkZSel8hZwzraYaO352FEK9tNe3JpJDxZnJaWb4eS
wRpk/xG+MybaBMXMqR8PNVamFOrgtFrBH4dC0fJl0VBl5qHw9YZjXR8Gk9//oCBJkEcurwdue13b
LXOadqJOi2RG93+3JATe4a/IdmQy9ZCghAc60JbbTWIYoAGuS+Pg+Ya5ZaWp1X/H/hlQyAYcFrzs
j2VmH5Y0BjGy04DdsX3maktex2BpCriypYM+zqzri03TED2AMdc1mVpAFvDz7o3uUIU0xFDEaKq9
PzLTGc1I3TRobXLKLE1mrvE3p4VohYq4E+UGovNynz8srbHakgVZxe0sqI2bNlG9tWUkmXNaAL8d
RecoO7AQu/sSoK2IlWddGHE7CHh4mYYxPUuaMPzVh7DcO0T7kYpHTBzP+89rAYgHzSwjhpgbWS+i
KvVXpBuHGWH45oQ4MxHlgfJlBH7A51Hwq8eKpyqzldozXnGC+aLRPRTyFBXypTSt2pnN+0bUkcdT
kZlBUBmx98mAueuVCpIJqM9Q0iq11bEyOEolCvUNYXUkRk8f1VfTSTgKJVSOnYSumGYUgjY2tMLD
aFrPQCUe+nUo0razdl6Xh06pW5dtp3ozARk86+UqPlk0UzMQWIBNoXAkrWkUsm7DkY4RbRHALuqb
nLhFt65ZUG9RzsMqh+ZakYmUVsojS7N4p+pJh0j/kJuLRBlDYxlZaQnAlawODl7IBktUnPQoNgs5
wKxKzQTXJ/OS6yh3Cyb0MOsru9ZLFi/hota53Rbcv3ZxFTSh1TVopXMlBuqV6amByMHzjgCe0tNb
WmjVY1KHY2ATL89bu6kzuvSM0UUlTc35D44f3kU5H9FbzIwwE7FpWL7DvTxC/rMx6nbpu9lwk7Qt
OSt9WWGRaV62UUPVeLMUi5ylCXPrVVS44VYLBg/xQ+ZaQBOotPASpSwJkGSKLl6XShd5i7pQ9ZeM
I5glmgahYlFXUbat8rIA5EFQKMBJKA1aiDAMvcfCVfPG0bwKa6rUkJ0PujrEm85tTETC2tZEH8gQ
ZveR37oe9shtbvDYjR6btnZjkcA8RsJTCDk0WR4OTjTA3As4ecGDRs1qFIggZsOSjH316hElQ5NY
V0U3lhmz4SxNa/O+VMZ0j4omtD8mgcJvWmA03fdVXAfnTa4bmR22RluKokLyIvbGyBKU5MloU7fu
W6HmhXKlVWP44BF4cHbtZyaAivXKRCog1HoQs5pkjAUuS7cbKz0pVkbtuTkKwlg3iq73okDwMe/W
Cs3LXpg+ZwAz1v3gcSC6/8iUQtFFWfVUO1MiE/e4QbUFCuDTZgs/H5s2VGW2U7WiL4Wrjt5W8boa
8BOhYT6HKo+piDzPAA8f3taARKoCIxI1j+sXI+80H0uO+H1bDuVzN1TaLnZr/alAHt04z9rc70TT
GsVVRJuOisTSWyJUs64Onqt0nk25W4Q2rYYcIAu64RKR5cUYOsbQJuairXJ2pgWjrzg1XgfI3Kus
BI17hMFsFpnsrGry5CWifXyFntLstfFj696PmxBQbwjwnnt5mTyRnFf3yNspt0FB+A8vRQGacMfM
BO8j/GiwIBiteuYHHI6YHrQcnMtNypHcZw3r7dRv1cvaGjvdrgBsf2PWQ6uJLLXqq6oNcsOGg2fq
y4JkFZ7Dvh6fMwjQu6+EKA3tPaVShd65GU4rYt51Cw1/0w4WyOpNtfGEVTUD2B7Q3ZuLmJt1Z/tG
QRd0CLUEQNrEAwo4crE5NtEfH2KEmrvlMCrVyqKDImtNIyOFp9rktd1xPt4lcVuce3gpBwuF5fx1
MNoMNJGkN6K1brUgL2a95tolfDeO94I7gBTbK62D4ltjs0Gfr3+PSNmoLdOWKbsii/UnJQ37+gyV
Eum56gY5eiV1Vu8D04z5snJr7ywaizB0kHg0a7uP1SZaKqglas86Co9iOVZjvAO2ufYW62Z/0It0
1IUZtiUVJbagEjypS0CJ0DG+UQrTv1Nazi9pV1FcyiFpPRStJLVu13FgPo2kLy6SEPdRDDHIkxbI
kGbaMilJsmlZ3xt2XikDKFEZhaJiRm+EotbdshRB1qaAWEGgBMWO8EOwd1qrvbSj15UAURn7Oxgh
3Vg11dA2gIRX0n5JFKqNgtKkT5e9GYVXdPBNMH42mnbTkLYanZwNPnqf67K5qMYk6XEgVRrZOTU8
bkeRUkWC49ITu8tHZGi7pCCqYxZ1eW6ovvca1JoJLJPYrx+bqqquRpZ7+yxNlSeKIMP7qIeAMyv6
uEF0kSSxA8GJwB0dV+VgB9xN34Kg4GAtzcbYvyxUVMMi3zQM12GSoPqkzkPvR94FyXsO0RqcHk55
uyaDnwK739ctrLtu72jdVBtPU2gswqoPb3hR6c9w4ItgyZqku0CtAXl3+yS9VEJLA27JMGTPXYFL
LZqoYi9WkuX9usGLOhdRF8VPflx0KkppLGPl9QgpOAErsmRTB0Hzg7k8jAQQvfoXVEb1KtAWq2Gn
hZnlYusSSK2OauqlnqAwYOH2JX4n8RTWClOxumhFk6Dd+6Gr7JGVVZ4Hdewu5Hv7qcvcFjYiYeQu
bc2kQSI1aJDJ0EcfvO9Bj9ivr/XIgvCxQK4xjny+YWnS/IAzVd90fQNh0820vVaDkP/wfQaL0Hdd
iQsak+LZ09sBqjF0YUk0klCY5jQOoJYrP7VbtdGIjfexe1eMqpWq52MawA6v6jpK9kyt3WSRDRVL
nbyP89COQiu6KnlVv7YsBUJHX1c//DJyY7tJcXCQNwivyEta38Cw6S+Wz7QG6pv0d17Lwsc81vNy
yWCJUtvwtORd6Uv9yYqjuF16UV62gjU8D5CXV9onEgUMMDWKqi9wr0ZUoJdZvI2M0ENrnNGRWgxZ
V2J3jK4CB0wSRbfRaELfWLUShMgJc+4KtYDms6nPm7vY743Ozl3MVGijG/lLLe57HGk5esWm84dC
E2qfp6MzwJmly1H3Ml+YxsjBmxERjGoFLfWXXM8TgPJXuXbnmqM2rHWlaa6pgtLBhaf42f+m7tuW
48a1JX/l/AB38A7wlZeqUpVuliXr8sKQLZsESIIgCIAg/2a+ZX5ssrx7ItpybyvOw4mYeemHtl28
AQtr5crM5Rc1+HwbqPxjA1+BpW6iPJpm+xLRCU+haDvCGWkdyFzE1mUjgm5MH+e5plgGTZthnpqw
eIAYHFmOWbN20EWMfMRH6yszD67byNuMvrAqvYYGEV7LnGHGB1/ot34R4eM0OXKK7cpfgLqpG29u
tm9uGeU3rw0aVQBzsfAUaus62OPc51eT8GpTSC47L1dr217XMUMKFIaGrbu6syzbhSzlcAuSsrvv
0KH1S6s8mSATWDrMSIhH76vRPZwSdDCacu4Un/HiHUXQ6eNHH6xiDDHRfb3u084uWIdzU4NA2Xeu
zcEKC2paMiR8HE+7WKjkwqyLSZ65qfN2nR3H8TlD/cVKD+fLWPpg3H5mSdTANCppYCK1tkHSFRHD
u99rYZvvC/UV2K0b9badZ4bhCWknFE0oEPptP+sOOybY0La7JPXI6oOzW4ptN53joRlNu1YuiqWH
1UzVN24T3+zQY+y3AseS6fN24CukNGzw+NECXY5Lt4Byh+wMYZQAmJj75AiQdMZD99znJzM3bGAg
9y28NQXzjMzuqBwDr4oXLciTm4bmnnROLQWgYdU15ShV2lygf+NtX6inpvRGo5+4XUgxbf2RiB6s
044ZZBcFy2jYn7w+Hb3KmFG3e2f9tfvURq09NtxbddlEvucfLXLt8JgMSaff4hZJps0D5XV9MQAV
7CszDgYGtkbzdb8YysA3RAMwqyvPZ35TtlZadow7qFSem22TtTugiTRJmcdRvWZHkH2G+VIFKxI/
hJPYfO6R35iTs+0af4o0zkk/Z6D2qAq/HfHdOjZL9rANPahtS2JpdlgQIuK7CClPXSzoP/LPo2zU
8ECXsFs5im/4tT4SQ52fa8Ko/8SFm7mPfWJ6hsMzQcmAv5nQizme7JSLodU+SgLwk/JODroF5iZ4
UKRhp5IcSdrgo0A0NtkxguNyrwbE6ftgwoe7NNvQpkfCZmX3fNS1X8Igh9iHIOi27TZugQDKi6Z3
EvS/BZx8RvJGkNZ+p3UtTM6ZXMRuirzBBzFct94XEs6sv5lggTVURDUmwUBpmdT+EcVwlO2saWb2
oiX633DzXFC2BAWJjW6LZG3Ul3GJh7VqDMgH97SJPIPIsVgM6Ojr2H1mNpMxfMEa6yEaNOP4NJsA
W8smbdDtonpTyPTS5FyQzRohLZKuwYXx+diFlMZDOpWRegryANnFfC19YRFcIfDop50dB7uddA0M
4UfmZ2tfRY5H4WsqhKJXYzpoeydpn0R7rVh/zhrnyX6BloKcj/9l6NfHNdBWwA2CmFrdDJtAOyKf
PD6qQvStQsmXsVG/+Zjhg1RNo9UPRCJpr0cOnmAhxqi/GC2z20XIvSTEmRXMw1q23iRgJtW2Hb/M
5pbNELZwYm8D340KeVNsnomFlOEmUmgK5JFSvnmDkCMRFU2sfXQ8RIimZImnMqZqmPOm37I7NMAC
UUUrS8eiXUE/riafL2JvpjYImzzWBBVFFicKw8ydckTnAXMUFnSqniRSummz5Ec9kqC+drOH9M6u
W/RQO8uWQiCrX3dGd6y5G8KBRKUON+edALhDYuEPkT/kmRdzBxIkt+G9xkcUuwWJZFDWNRf+1yDr
4/RApmaJNKRJmkAdPrmx/7TONFD5msx6uOo4rdnVBtfEDgdZ2NlKe8smP6NP4aZn40VJd0qs5Pph
iUfB07xrUb/lfTupYJ+BpMYuGtMhzrFoibydXpT8USdufgrIto157SlDLtI1aTD5pAkTfrDN0txl
WTsPeROjMVlMfrT0p8aburFgsoGKzQDzPqLdHGGg+2BQRgFJ84LbWaAplQehQ80qKXMIOWKp09Kk
yI7wf/CIF70esVv7tWE46TOeIslIQs5gA+hW+9WtnchuO3AM669sC0R75Kgs6Wm2K+0eXQdQ48S4
v4rLNprD5NrixrdrLw6X5WoY5wTVZ9YrIyrktHFfxC04ogfpO6z/GdNN09t2SAhXmKvkIoLcbmuG
L4lpPfmy8cl9Z25JEnEQNa5zRxq9wrdBsGCohmDwj4SqDYELORDFPJg2Gqcfa+NHXXNgOpuD29Tv
hy+BxXKpnPHr21gK1OrMiLoykkO3gRfGfzTYUlnFR06jXSucVDlptWElHp2eep9TfcqUj/K9j7L4
WDvOs7xziblME5VgK8yCimpKWrgGgYYS/tBLAFoXAAacDHMnp2+JbSgKsZm4W07ApMPu6dclH9Ou
xpSzeWwwn9slYNmFXpM8ocQdt/1mXP8QRGG7VcNK46Gg04QxU3Gi48uVN2NUjXYMYUt51jvlKEB6
s589bB4QYkjYVsp25Mem+N6u4Sj3JpX2cjQB7XOZteYFZ/Ow5Fuw1HO1Aknxctfx7kQEU6w0LOuW
ioVyqoLJ+l+jmYnwMPLzPlf+pJCzcZKxHbqva8kg2bpHnwIoAtKG+k63PfC6NllCVfBptd/SJUjf
HGkE3O+t2+6kHlZgbH4wXREVESzYLUweteImQbkM8t/khmArNAvZ61QDpt1NzDq6R00p5LWCaVSK
iVe+8zFRrGfrGyEz2LXITuoUxk5p0r0m25Bchlm9bEXmTOZXic/tZyAkU1DFMKb63NNoi8sh3Jgr
lkCaL5sX9aD4LqASlwsIdM+KZqQp0iVWYbGybp7yIJL+j8mJNa5cgJ5FsS6+3g7cCwC7eorL7/hw
PQwoV2+0BaRmzQtNeg/AQKwWm0N0z58CNoSyIKHG4dlkUryMc9BFO2m9FZ6ZqfWeF7Fxry26sQuC
g05MGFRr1CAL4SgSMfxpFkGQW2cDvGI3x0CwxSi/koiPQ1l7dVtlxg3f55DNqGFH8xQsrSEFBhR5
uOHIQ2LeomR4gI5vweC8GWBoOYsYKzdzKbv3marbXOuYwtR6tT9aAYCnWGW3yX3Gm/hNRY1oix5r
5yaqHRiMKTJjoJdUd10OMNKc1jgJ3ryEG5cvGTH3wQJimevWCPnFBLjv0Bs/24rEDDI4hv3SijJb
mvFN6I6MKFYVe4IRA+lQ7yDpL+HuvAmcxfE6Vq3K7HNNu2DqUCkg34gZWM7UQsPRh+S0RSrCVIa6
4RjVEAXAzhBYNArgIRufXRiosYhrT6J5wvoG9VmkLYrSYUi3Ui0egm3gkNXm2Mc0RJxdEoCZal1U
AQEUSwu2rfWbMxPiua3jDIP8Wu6hFEpodItkCNlsT2sHa2zrz98n5nDleByaoWAU5zZIcQqMDK2D
prvo4sWjeTownlZK1uyHN5gwKRLKkyfXZWwu68FM2OydWbzSjAEA4mmyqr22tmZdVSOkLVeM9j2i
z0D7peiUDJF3dVJeIlec2qIdLA0K7s/bYxxN6MSSVRlbMAQ9FJnaTKZsICGjZ3SJfG9MvbQFSARD
eMgS9FJPsVKQtrFmnF/XbXbAGq0MMCUj1i2yCh3NOu/QXFsgh1ncVrRAWoDIJHH/Wfr9Olx7Xku7
Kmwz9oLF2K8FxZEblCmKon3USm4u7JRqr6IA+gUCB3II8FODJizJKIdmv2Sj3Kq6prXamTlmKHd8
IpKy0U7C0jaaRIsjjliEIpEBsjBOjbB0J2Nwnakh9POp0SrOIXXvXWnQShOV5ymmS5LpFFZ1Xdyq
g1eLGFPNRi/5bpj2ULm3AKrKjDbN3aJD9zkbhiNgqEmW+HlwGidWz5CJZqoP8tgkK2xubTCoSoaZ
XcvQjKouwym2dUm7LfUrm6zsx2Anitllbovaix5yviYtUa1Y91nV3WwKC5ofYKM5Itc1RQVTgPLo
f6dD3aPOR7p4koPv5n206drkBNVXUOootHfakOgB20PpQqFLfNmpMUjywevNNWStwDG8obNocHl+
NSZcNmWwMGwfoF4PPBzDEGuB+s811FGsysYVkFAbgXJVzBnvMWA2cPjXjguCnsjGgYQHI0lcrlrm
eyXta0C7QEu8z4oPrMHhPvrfgpqlNPeAzLQX26J7t2foftA8tELeOAEU4ApNX9+gYjAr7A5Cm534
Bo32aViQkBcofn1xkDoZmmIVI2JVQ2f6QGXm4fhDPsXKDWxE3dyhsdEOtwrVxjUjyP5LEntAiup1
/CY9EjfFoKf+RzZN232CLtWWGzFHAbA11l+yzgbglLn4LLVP2icgehA2d0aJA6lpwnCg4SUDU1rn
G2fMFuWI+UiQfNd2J6X7KasGmiLtTRw5InJuT1MC5Vy+NRJSaeR4i90DUvUO2kWmzUeXKQBX3qLa
f3P//gcccW7sdwXS0/f/unqV83/tjHiDGc4ofrW++X/SCYeiD/mfjXD2r8NX9vp3F5zz3//LBCeI
/gWxISr4GI3esxUO/ugvE5wg/RcFdwz/P87wZ/HZM/P/muBE/6KQ8J87j2EEnv650fmXCQ5+EPxp
H+z9My3jbKPw3/HAgQvBr70/SDl8KF7BDCU/WTv0XdNbzi5YweT6FDoGfN9bOX0Rg0o+RQMBfDgl
vMa2iQNksvfEZjNYUZBu3fsqWd422a+op3zKj2BoI5Gbe9o/RqtPHUgpPLsAgzJ6xFkR+vto8uMy
a9l2N6ZbNxS+jJf2OCmPYBYRGXx+WFbDHgz4zC8KvF+730K36F2i6hnWFV4LWKEZ+mYq0E+E9Fn4
IN10tQkh+57oS8YoxhtZ1iwwVSQSZRM1cADNOSCfoYjZMsxFOkRId0O7zA1OzTqu0gzULpDOz+Te
1ZyhuJVmfV3JTSi9w09uTS6nCJxuBV5NTke//oZOAUFOEXYEqBSPW0znEMFYlzwy8OVeaYCcwMVn
jtM6DRjdmaJ9V9TNYgB2drOFtVe4EFloaznOgs7Ze+nr+BphdItzRIqE5KOxcVZscdai+EtA/M8H
0J2hENaopi9Qq67Aauiq80hnw2PHNbTvyxBPjwv6nJgskU0etrpzwhYS3g9BtcmwF2UU2amBrlSR
a2BMUISGtaQy95fad4eVgASDXLJNOBqvqgPq04/tWoCbHRYAZcO3JGjjZpfFAIhxcCg0ZaZo7AA+
kJH7SM4Wb66SvgsX+Fv4SFonqMJAZ4XJ0L1e+eoHX+awZZgqLDscl3YDPHUIVAwYWaWWY7IRMf1l
v6CPsyP10DVFJ7NhqdDZiK992s3HIYEoqOz9BinVgFYQreZRh0hSedDCTm9cULf/3Mb/E6FNfhef
tfr+XSO2/X8Q0ILzhJL/HNFuX8Xr8L//199D2s9/8VdMI+Rf0BChYxj/25ODIjr9FdMoohNCCfy5
fNB+Ia9GuPkrpmVw7wIt1z+zXVL4bgVgP/wV0/B7Z3XjOU6mEO5BNPTfiWnvFSagHiLnAvuQQGdy
pgO/C2mw0sjmGLuwms48R5C8g88hWZfDtqVTGYLaee0NVl/YbQ0xQUeE2V0GmsEV0FF+GXl+hxQK
pByufVv5oDajSdJMcz447ZWZYf4+bfE7DejABSFOXPztTd/+m3Xxd1+ud2Oc4I6TnWm9aFrAMQ3O
Ge/FukEPY7WsziK4PKT0dmhrdsqyIeQY3buyUovkeeRo2K4r91hOOkAhK98mgH1Bgp5vzJI9p63Y
WZ/tNo6X4GLT5ZMeuuMs5JIvqXmZ2/EOZ8v0hLMBICsT2UvdE78MONwcytBByoKA4/YTsOVTm4G2
Vm9alwOmV1VatOO1bwd2GEdv3nHi2V1naLgDQMVPCg3GDzht7+iWeB8h8LoMrBgcpCF9/z4AwQ2j
6buoAnrn7nvJZpMjXWtOddYCC4OhytPk47CAC5/9+udvEWAh/50Yg2uncGlJwX6ExBVKmPO9/Y2h
JXoxNNTMQWUW/AcSn+xB91D1jwCxdlLWu55AlUPMgD6ltV886KuPayC//fk23tGCcBdYzjAegZIa
bwCs5F/vYmyl7gA96GqxUYAiH4QYf+l/eIR+icNhu8B7+Igq/I73dL4k2IpQ0sKDC4TX8179+4OD
E1EbPUEMSRcfE+1S+jRM6m6m4qML/f51caEUZEKoOoKzTuXXCwlpG5Fs8CaIeb/2aPRsmGA9Jnon
phANF6K6fFY0PHLLk4+U1Wdm9d9oTz8fEqo3rC9oxJGHvbt2jS8LHpHRVVdrzFSRk4SzkMD06rmB
G7av7qEcqHPXz+UcbF9Ezft/HzD/0YHwnx7+/KLBTcZL+O0tz16DFMYqjdKofvLr8dVN6ROPetSN
C8gSOtgJ8RFR+l2+d35oeA2ESEThTHHWMP76wpm3LL5AnVnJZU4uGGuQGHVUPvx5yf6+fqAwQTAP
wFIGVe/nvMG/bRxw2oERkUxVpGNtuWaxQMACRUp0MfuAP/9T9/PrZ8S1IDSBWyQ4eogVvz4RSZcF
/L9E4TPGJzORhylIvnut4AXzfYksTQHcX3so0Psy1PPjn5/051Z4d/mzXSWk2THsFeh7vvsMuhnB
ClMV6uE3BQaY79QL8fVL1MCNpx526G7VOXNpyVvy2feyl7OYDuUsrJ6YS/ZTg56/oR0rOvL853v7
h6/wy629W+B6Hs5sMtwaSbJjCAA9i/VXfJrDny/zD2GShtAmnvXaCE+/EWdTb6Dos2yq4uhSET3v
6RhBxQBKCzWmmj2+a/32ii5Rm4cd6JqLox+Nlvl9WeMWEKBxdiItCck5kv9twTGuNR8Bv1QdncaK
xDIrFxlNHzzpO/4pNs/5Kkgr/ACNXSy4X6/ijzBSWHyLq3Dy0KzkXvf6i8Bpq9xc/fml/h70Ufqd
Pbpw9oQJeR/0edxnPrrRqoo2qQ5bQ54YGBp5aNp4bxOd5IyGHyns/unxonNmB81WCvrKu8QpUyhX
HZ9VFUsY/2Vw6Ehb9VXH5AiLnrc/P98/bVv4t6SgnULvBgL0u20Lvt8W1qtSVb/yHlycCTNt6TgU
zTo6+ODwZS81lEWLpk9oIRf+JD8S3f3juo0gOYC2gcY+fe8UAXNPz5+gg69UGl9lOOJPDMrkna43
dF3M9xWf5TIIOHowbNwjb71j4EN8cAb8402g9kf8R58dh9C7073LIJgJW6Hg2DU+wSfqbg3CK/RS
wcOVX5Da3eLswkjE5EfcQk3ixtcPvsPvhxCghpgiSCHHgoLt3XewAx/QlG4wnBDNtIpb7zLr/HHf
1Rxi20Ts5niubMe6XTrBb8hluvaA0SVt6YVepXWEGQBrUIDIASrO5HUH4mf+mS3vl3++0d8XJxyb
4GSGjAQ3iZ7Tu71H0XffUAPi4IofmInokcNHgMBNM9+st3xwqvweOnGUpOcyAugLeO3v3soMUzNQ
JPoAWsXZvnUd+4zhitEP632U3r4bZHDO97HJcTF4MkBmA/3Gr88FCibknl3so8kVXkBG+7SBJwTk
cb51DfJKNLb6vFEraAaDOLomzMoEDMuDBNfO+N2QAxsdc946WqLj/qJTag9nm1HIHgGj6wTJRNC2
n5TF94n7geZJ6FQpNaQo4GBBvue+NfojQfD7bwU1G3ArPAu2NlbV+2i8GNGmGKeyVQYFVJUkA/3k
GtC76RZj1sgiPorL76P/v68HEhQqTxSS/vnP/xb9W7DCrQ9kt1LIzk8AJJJPoB6lH6zA9yH5fBXw
WSmMw7AKkbP+epU+RseX+QOGq9UbxpTK9uvmQOaI5eU8+FWmt+GDC77fmrggRPHQtSKpiVCAvMvC
nVxamgTdWoUNadCR7TAw1kyvoQq+BX2nQAtnmBI+xh957Z1ByV8y4/OFkRNH5yTxbDzw7kkTNJu5
ptRV/SRULnEKhWN0X2uQqjv0CI6hlRVP+APdfrQp/Sx8dgNq4mWNDGgbh6cwgM+Zzdrxg1j5flPi
tlAoIEaR2Ic6/738w4kGXW7shSqbYOeAzl98gcZNVmRylRd/jjY/3VL/ntbhWmf89VwAQccYvbf2
6SB809D0OcTApi/UBiOWJpIl1Hhb3qBKqNDf9st0C17hYbxb53UuUPlBxTnGOywPtLQW9vXP9/QP
ywEie+jkcFwgz3qvqDaQSeBanas4YMXdjFykAN9QVgnZXsNofeKmYUXD+nb35+v+dlRDMIpDEpUg
nFn8c9Hw68IHZoN47vhSrXP3owd+C5CTDB16VE6wKqR8u1yEGU+gZAB44B3EINMw6bc/38ZPDdGv
nwSJAmTyELGCY/nbJzH9FNnGeLaK+yV6S2T9DNLizeKHZl8T/b1bTHqPfmPS5BA9NfC9leuh7zd0
2LP2k0fVRddDpGZAFzo4BXJSTBp0/YQ3qhMsH9Uu9rbxE/FUewP2b4L+6BZcZGJbqtHvxXMyTMlh
jDYf9K0t3NfxmO1NawA9KjHtgGFjcjMoa8MqB1gH2OF6BJ9omqDmCQEFo4kvwgsX86/CI+QIi6fo
ddaBu9MD9Ba9ATiOfthOhOGXaYnc3QqT5JwunT2E0LVfT2ie5dAHjTfDrLd9mw2kggkppN1WgY3V
LIu76rsJQDLlQEVSX9GTWwIwZQHPJntJdLR9sBl/jxE4GKHHg6QRmwT+JL8uChDqadz1ylbLYJI3
2k/1QwhGwmHY/C+JytwH+fA/LEJ8eGRrKLGAMP4Wk7x1guDAZFCNiOg+aeIHfMOvI5EvmCfV5QxC
jWSbDxOJqmb1vv156f1mWQ0gDD7asMkL4AEcIvj/+rAD22BNkva2kqSpv5hAQifCSFKCB1p/A1s4
ZWXvJq8Iew/6gaVeHnsv4vcwxiKnhozpD4tORDlw0MD0MEuRez2LTKGmkW1ImxDNOn91d/4KuD0T
E1rcBD/kJ7O/l+DmX8ezYfs/P9Pv0STGxoXPxU9AIH3vb98n65qpZcFuggFmgYkk7Fah53FDpcPa
QYv8gloHlVN4psL9+dJnUepvJwzOFYrTC3cAA4P34bUNoMqoa8AQdcsF23VcgKsLpcFFCGNbDO6W
qXwewXgBzaFx5EJJBjO5dPCGG0xPEG+OMvbYiFSjlmTsQsyJu93qBA3irTPxictxfaJpG12E0v7o
jQuueUvnU9gF/TVdAlROUy2SGPRoEFK1GZzdQb893ropeQa35donfXAIwzE+STqqsl2Ghy0bXiMh
MIx90uNFNM/hoyIDeVnHDNqtEbo44SJ30deKHGQSTrdgSpMCGUt2Z9dYXi8xPIiKegJPuZJDHF14
YKQdWsrD+9En41iC1VltOG8PIjHyGZzWYM/rVBS9MySPhAS5muGYeWphRvYA3CarurgDzxb9ZtBi
J97wIhuBL1Qy8s+asUGNl2zu0T8Gr6fPazC1TjVfQCkms91evc54r8izg/t5iZLXxE0G3akMZi55
MIdDxXUgn12f8XKbFvep46bfUZBML3zQ7m/6mq6fzpy2wkqvzr05JMDJOcgVUMWT1zY0wQJyi/Vh
rk6TLamk0GNUzpOYrlUDNHnXTaIG95K7q0TCWiFp/WbacdmC41tjCFm6X+EleBDpMt8PoBXDibbx
5fNme7mbp2GEKWrkZdcBC+QVjIHqvINRwwuNpvaUtK3e9WMDM+8mDXOKDmRuU6J5pcYORHYJWPcZ
uUwCsoFimFJGwG7st5ZUgjYGTKdxOq4d54eQTd2b31hzu640LdYOfBuQ1drrfnD8uMYhxubBIhg9
hI0XFKq+YvYHLDXQjKpWBldt7UPu4qFNVmqbQRAUwY/nGPRt8t3pFQySJvVBetpQ8TYV1YC5wFUA
zQ7UZTXttYVc8mJVKIp3Y2rRqwiDuEPuHvUNbGQpnWBo4kAZ7OAC0nALi214kl3QYWL7mDJz7a8p
O7YwrTv0at7ufC8EawYkYgtm0tKvx42szSeSImnZEplddiBXAuNmnwPeBZdTIsVeS+V/UVkkTgws
5mpc1no3Kx/ER58Jc3Sqm8pJpNkXCEbs7uyh98JMOh02EbsJQpauLUC6Gh7BddxwvIr1qgb5rghD
T9PcH7LwCP9TdGw3UoFRbsrNpR42WcDueOjkESYL2ZfV2qwCMcfdKQ/5RQ5R3HSl1r7ejbYvpIWL
Ofq9wbUWaA5vwMOu6hTM/mmGfXAXkOtxVBSkHgraT6bZfmaDQV9VjjQFpT3xjnpdpusk5eoztsmz
ARmwTKnsSw81xV6rkFxkusuOPmXeYUvO7I/EI/fQMYDN2dTZkwu4u3NtuH2TPT4mWLIUynvS33XA
l6+ML3Up+o5er0OfXhFS2ytlNvI1xCnwLRPw+GnqgT/JpAv3P78pdJtp1YNVd13Dbwt1nF7HUwC6
pDsQ8NvKeVAo/SAX0Vd1vKBbxTD74T5Ah+Buhf3dAR5NmDLG/Ak62ma98bqhyqLZ3RpMfLkbXcRO
4I6OOyiJ011IajSTQ5ip9EuWFs5P6GlCNXzsBv66pA42bLrm8JjxdHTo0+RTOsw4jKQCBRpSkVuG
EvUW/j71nANr9OEDs3nbjR636GrREPDA73NEssi7JBvzFEIfKHJMdJWyBFKotF8ehDdV8J7bPrOF
B9eEY/3iEgq4KVhxKe/8qFQKlnfFz1NQa4F2lzW2RkHCwnGpapy1zz3BvxUzlc+hUfw0R236tjgB
leq0QHVDJNtj6AUIM2IIMCFFdX5TLHgRT6Mf4x7B0RPXyWgOGAJhj1M/X8iWNjc2o2onIH0+xoAT
r1nXU7hBCVOK1Ux3htLtZVMze0zXeP0ksvazWEbve7qRGLGHJQUwtOAaZIih6LkVBV83c0vquQ0u
vCYw6xUIxBzd8Bm9bye4JDfQxajgsFlB7wCmyOMGgdwuXSn+MdIT8mCJdaxyfgbPD2Ea6w7g5jef
WB+7bEd0Zkq84SVBiRiIoARKC2ccGoERuExravcQypMdrGIbdAPR3oUT9ASyvdwCuYN3qPgkuxT0
BDqBEa+4eoDyDUJPpdKbEdLQ7zzw3GPfZh4uPcNbwgaufoy8uAVb2xvb3TLb8YkDHScQrEIRVbUu
WXdzpkARAKsqO2niv8GLkVTG6p3uIFoEH2HCDOg6uZq5448Z5jHtWU3AbOxDCmc7jy23AMftC+m8
7rXzB3YPGV+zGwSo7aDULqHehQ56C0Rxb3v2YhhMlRgrAwEcfn44JM2GeOP3F0sW9Z/QHx1/bCLq
iiAhIsjxvpYH+FGut9KzQEUaeGOLOBnBO+cyOsJqcdo1I6ikNkVPppP7bSALOLcwWFmyUF/bJHIP
dZ3JbQclJsRUYxx99332VRJLbhqdqDdP9sgTTW+TB7cgpqA7u7pbGThkNZ2k5AEOPOgejol/LSXv
LjJ+prOs2t2jDiL5DDrHCUdq/2yg2SssmJdw85gHBLOhUGPz2e/sCfXOXETOC4psbmASzj+licUk
dztll57DZrVgol8AdaRRldYocPaB9tDmhm4l9xIn7lYfDq5+sOiyRQfyxfFtYF/IvD2vDOqhHQ5p
0aDEOScXscUHmkfsTgxYOMIxGprMBg67TkEDkqLm2astue0XT9Q5STQKmDaccMpFc4QQHEcKRzsR
6CPgnVB3uyx1C8bROQvKTNPubSsTSED+D3XnsSM5lmbpVxnUngnKSxKYamBImjY31yJyQ3i4e9xL
reXTz2eRNd0Z1T1V3YteNJCbRES4MJKXvzjnO12GejUpmr0xJ0ePn/GGcqW74yDNER66L4VzrWPa
3D+BIM0DNNX3EykMW17d6Wnu15M+FEhcReM9pVTTTqF3O3egpNby0diOKt8POMc5QDWCkzQHK5jp
vuLt30yK3dSgAZtBGPAj5p7aI/pH/qgXDgpRF0flILa1wuLlxaUX+NX0JtJB2+fdVXA71XxDJ1Mv
fELZd9B+ZZCRc7PNPFdeGr+huvb8Q+aM+FMLs7tF3izwwTA0ahs1vwpRJMcul5xAbby86HrenyqX
R6Uqqs2UX12mk14RpTGXgZyhD7mo7Q9QwnbNkI7I+qdqU1f7pEYpZMv0iYc5DzO5XrK69EJfr7NN
t1h3vZh0nnzDvvdiY2aWOOvVARbhsO2JIbrNpnq5M9e6K7ZtW6vLYnCCOiwM79sU190KxvaC1+GW
dxvSaj4ZKlgcU7sCb+JmEn63SVwEV9iMuntnHtil5ohC0y5pHiaMfGfPKD5iQpZPOa7ANhKD8M7z
9Q8QkKYytHU0ykYljY3SbBuKQofKZ87aPT0QstOxmY9qmh3mYXJ45uucRp6u48i27Tq1N/p3Wbwv
buJs9R6uVcVdC7FooSKzYrVrbPAk9ZXtYA6O4MSquYYybjZJXFxmpzTwi3BvptQY2mCW+7iL563q
IMhh+7D559OHJbRyMztquagYW5FDMXjQpwwFbFw157yUy8OYGMnB6jP9DjlzsxtNnSangpskoqtI
uYhYmM4cn8Zydlez2DWtvTyLqe6D1K/SB+DVyDoaSP9onU04DnpVOjfo3TMLQ6Jr50GlcdevNG6I
+d3mxI4kaVGeXTHXbWLz8AyrkS6hUerZ1lej2kjA3Fk4kXZB3Iu1folUXAH9woeKscp4pE5venG3
xMri1vHa6vfUzcEAaFl96NN5rra4OAHrMbIY77uaPhdFN67mpo+nC+6PedsALr464WOOqapdi6ch
T7VzbtkAPQbstcwoQZTyYUNx1vRosNc6iAHWnPXCnh+6OnXe5xGTcNo45D5Yi8VF19vITHRXy5mC
gMCNTHi0u4kwgDOjKO0oV7yFBuTXhyQXQ2AQyPJNFaJ8LUYND5qYkl11fecbqqR8yRM+1LVdOHgx
U3nRaFIJ2rwFD1pXy1tdlD0l9prsu8osmeQ69WbOteYyF35Yjo4fLL0OhaBzvF2qIaMe2QUt2Ngx
xTT11vA1Lw7xm8abKbHc/ahkvxFLXn8s3F6RLl1nG3vwQByqRnb76OEG+s8FokYhux09Qn3+Kabp
4XptsrVYsGzGlf5ezZWIROsZxzjF9Cix9oc1c24Cbnpv261ljQMRpVKTu1E3ORR1FlxHPY2ndzyU
7TY3uTjVJI6Nv1xY7Rkva619umUqX0DDJ9/HXsffNsjiY9AK5B06ho/Q7suHKR/ksXMqdYaFzdlu
O3qk6sUKHPsqs5tK33j0bYlvpV6xWGrXH6kTTF7G/AyBGW+2Y7VlCOEIjoM2NufRAxNuUdP1fa3t
mxrGV2m60ByYXu9mx4+PBpLEndT6GiIlNkzpYZGgzsSdCwzjNHBYBXii6F+0zr9hQA8UVq3INEuG
rnunx/8RUDG47EPIT+L9ivL+yYQgrAJRGdOExUI1mwyKd8tI5MbXmdDiLTgaYup3V88G0BMLT/Nk
VfYBs32LeWMRAVy58dU2s+lQ11oD9KbLuX/L1tkwYStPWuHzvmvNaFRPq2OrI2ku+LdnRcEY5x7r
m5r3aTB6LdVdadEIpE9ySuJDbOC1LRlJMIFYHvGEiuMyypbYGV8SAVHZwyG2jHFbWkUCOaxEY6Vz
JPl5hYNR19c65EOrdkwGqtCndt+k6ZTFeuC5cb0wsOcdlXaGe26z/jLMtIu8dkLAHuOHZFMfUkFj
te7my4JRvwwQ7N1JWA24kEwbQ1guwjGOz76L4AywzbRd49TfWFp1WNeWV7atvc1teuiE+iphPoD1
uDZxU2WCQFnFZl5Fh3ly9HdtXx/sYVDhFCOCH0v+sQXIIuxnQz9IJP+pzvKKXiXsxmyMqkk2jEGW
lSfWTze1crVtpa9b5vugAFhVQMFI6l0zZ9PZS3+iWSonxJ2RkiKxPC0tAAPdveInNOHeGFaGmyWp
z1aZJZss4VbAKLtAh8BfUyTzTYlbkRMwf8C+00M3htY31z317ryDHvfMRXjvZfrCB/WyONkeF9Zu
mcVpGormpuGNbG/GVtYNUn0PXXQzWz4lyrr4TjC4MHI8W5vvrDztMIlTBK2YL/G1Q0RpbAfjTQLf
/s5b2/neTpq5Duqx1B5sB6ZlI1Pz4tHRfyXAcEPdKF/hzhgVTpxuCjvJ8ASQ6YxjrpdhnMTDLp19
+4PnyQ+wj2bbhZvlBOXMxG7JsAgYjbkrocGg2xN3cS6aoDVGlNmG9UQolx1ORVFfHER9ASqvV9xh
CQaVJUPvZaynsm3yTc3V3CeVaeBDx94EpqWjErImTFiSfh764u9mtz7nnaSVpGvnLYrLH6LRJ8OJ
LGz85Jm80QExpsKVlvefQ5xuOe245Wyaa8ab5p1jjuYmSX39Rrm2d295g3dJlFFFWOPSPdq44gIB
6ZDRJV+uU2+FU27IeT/kyUsM8YPXd+ZcoPSaN3kt8wsWQfSSjdzqk/Xm4eoJ4SQ62JZM50bMbcHD
NYk9fmn7DafEvDeGDqnz9YtTGqDu6+fv/qTVD1U6szUQtC7xagCljkv2B8JiWob3ot6Koen2Njrl
i9ak8Q3GQ/+7WwFoRFhZ+VjPlcY0LUdQANPqymAIO6WL5LlnyCMY48yx+eGsLi+o3BC1vDbI1mXU
bQpiKWVUg1V4d5mJnBqeiXuXa3BC5V6eoBwsXuStbvfli0Xx7VTKWmLp+32ZLvLWdevp4vBO/sQq
qj3WCMl/xHWxnOdc1t+6wsoe+h7jEMAiJlpuw8J+mRxj18fuwMK/M6OMYc3Gkoqbp5JOZKGC51E0
2zcJDOnJwKS5m/1sfO6gYd5zdXHhY1hV+zim8JGpnp7dVkIcsLz6hJEmzjf0O1d49yJOsZtI+nNg
e4Mz426zVLVGJt/6pi/nhA1aOxxw3ubMHVOkW53tQdMSKbLAsb/4GeYpOS7qbsBf9Fi0Y7tvE4eq
xssk69ImNSU7Afqj+QHa9RxvG5/oRfIeW+ddrgmDChSV/mYsZi7TQMmQnkwIYoHpufl3v+U9tbog
14KZzLOnRigiVyzg/mte2C8lTshXjdLGraD4eFlTmQHDOexITQNCaZl5TRSr5od171ovCVCVHQp9
+cgZ/8BEL8TCi2mMLZ6hHjOmjxRqzrYRzW622hTBsXeQCS8wz8MAbCjABga3yeDnv/cFw4euml2W
ENoP7MVQT1TNhLuwgnUd7A1j7b1i2RDOSVlGmocxEo3j1m+y/iXxmgOP7vDRDgxr2nzqokqJIdSR
AtdVw0Qw1hgMqMQ5Zvzqgbs4DpgHrdop168265z3UT7i3FdMsSOHl+yXHvOKxiZlbu3Vcb6WmUw8
Z5iJ+6PQI2qTwmTyx1OCNfR8FYAemNdroYaXPGrXsYKqBJohVD6OXMW/O1oNEgs+OiZ9jGC7x0EX
esD4arypJQeFqcfGUzYM/kYfLLGBcIUH1CgljVGHE4zqTNcCRKuCm2n27hvGWuefDTcwoekZd7px
tiw5RnaXAj1YKrX3UgAeyzhhHe/EET9ODjPB3C7YSCEXoG3f4VAbHg3bKHajvYxbhtW5FiCATnfW
mPt7exrmjWn19be0rdz3Mk2yt9bouxfmaiILJhByaZSaqjphtOs+Y7YEp5It12HWGBNDDMjPzSrq
O19m6a5c5N3iAYCyykW9/OOFy08i7K+r06uEjF/hihe86ox+3V9NLKMypZs4qe3UDrWu4X1n+M9l
xkw6r29L0soeHX6qZ3YuX7yeKFpMbBxI9cDMvotrOT1JT8Dcp9XPdTzhU1oduwqHTJbAeizoav7J
z/wfbOAdznmEJJZg4cvC+9ef2WbCFJNQi3qTWLHnJZl9zMaWogmoszC3EWp11xMHv+OnsniQOpYG
p7To7BtoHV2wmog+KY7af6IM+Pd7M8dFiW1Y3hWpb/x9YgF2oEaurmw2uC23HUoT9lH3MQ1mUDbK
jmwSj6Doafk/EyRdV4x/dwkRuOCRuG4hBTKIXz8OPOnc0X3SbNbKyI9+FTfBIuYxjWLlPtWp9Y48
/XlBT4yjCQq3UhTqDguDoG+88i7HrIVq0Xln9JDdsIj0LlNiVwe3Waxo1di2FatZIZ/Vr0uq1mCZ
MBszbk31o0V8GzDRxhid1BwD0CA+4ra5AEDBrVwbm1JN/q5Yke05rOfP/loWH9qCa8DFD3QUfpHx
Xlgr2m4hnhjHqIM+ruO3NjPwPOMx3mlpZ0XoiXBKJcU3D+uBDPAEiY+VZyfg0atO9iqXr3/8UPw7
5Z3roLrDjeKjbSC24O+Vu/5SoRidkIvWmrNEU7vsIJ/4Fybx2Y50I6ZBjXDV0+Dhp1rG7DMxhB5a
5EH8s8iBqzzpl0uLsMIkhx6RDyscIud+vbQjf1Ing15t+sUS9yImw1f41nT38/f9b7Az7b6qyzv+
/L93MiFs/6jqpU2k6v/lqSr47+//yvWn+de/0/3h5pRfVfTev//yPxvs8/1yP3y1ywMYx7z/l//9
h2z++jf/s3/4v75+fpWnpf76618+CALur19NYir9s3WJ1fP/3+r0f0pZ5Ugm//hKh8+//oW//ofP
ybR/I+qKWNmr4ABN2XWH/YfNyTB+Ey7xNViHUG16P2Od/+Zy0uzfGGsgsb9eUNLW2G//q81JM7zf
dBQMqBfxOF3/yPqv+Jx+iuj/7bbxroLVq5QfEe0VI4yF6tfbplI66kvb3bqp2es7pG9+wdq3HpIh
33m4CO6KeHQely5JmfzMa89rx3fQKDAN+JR0SAPgSK945wRgdoSKYn5rVzXdLs6o/d4nNgguc1LT
a5u6jc14I50udi8UMBLoPZgq/ZFzAd+59jHaGqITH/geLpyiRHkP/ZSpSZsyBAnzbPAfU6aBFDRo
92Yao2oZN6CgHIukZU/6r3qilS6r1cF+qggtR4qDQfOHZFFTRJks5mVjkN7mh3pHrY/ziWeWiQ7f
wU3q9Ml1wGWGvuY4VVQxWKQBj4chBV6mzyQAORkbVZqhiu1G3ejgB0qjf7GnRM7HesrKYtOR8UXx
g0LRZ3Y0T5O80bI237kQkirMlYtX80KcNHg0m6K20vLHn265uz8u2Z89X78+/1xIhJ8cQNeQH7oy
sg1+vZBTjaBoEeKQ6KV7m+nu9BrHM6qCf/xdflXP8dWBhWBQuMrHsNpwkv36Xfy87IfRNG6nMbOs
SKvspti31dApyD5rkvxx2vzxkP4HvxMBeHy9P92eMJa4N7kr+YbwBMhM/vX7lcWaofAYvgswjnnU
WFn+ViIbe098v6v2K/N3xWuspChxOwHwyRTKh261rC0ZTnNSnyo5X/e9vZqorzxbRYqL1nRfeT94
RvUmJekeu5oO9A4qWcWqUvaevgN+GnsnCwX1RE3YYVQ1RXyd52CBvwL6aLvZAc7Um+3MHiguctBy
+LzqG99QWn/HLrl69WyMZSgHemuKVk7szbpK6C7MBJmZD+uEGIU5juE9UaHUbpC3tlVsVpdB0lb3
6jayhwQoL9OEtmb5bk0LjDEx1tii4T9ugUkOn3qh3DcSSrwsdFokdMio7VHtu0QX+4FZZb1vEuYE
O8fJna+e6GF25QhCoykbGPKmmcYmv9807B6Y+LNnmetxCCuorOwaleHctu5CT9nijOsC0CkgaJsV
j7FserawpI8TXGlb9ezy0iucO9alnX9MRGJNjCr4CJAUZ9n3XuLP2opRJB67dTfTI9T8NDGOXRUw
DwnReDeUXAA8ZwUqcAHcwg46pWF7yUE2mQ/ramBmprJ2Jz6OCgapVXTOWfTF2IX6OMWMGZFwBiof
Mv/UmrlnhkCKh1dlUTcES+uSbVihSYJyUBOyBSctbc4rkYPFIW214anNnUQGmvRtSI7YBF/XkQ4l
iNtBW0Iz9bCWqaJjTJbZBcUEMiCEs3jYp/5IxhUfBe/m+RGLjpmEStZWEug0snawWKU372YDQ2VA
qlHchY0H54xbZ5EuYM7MPVd9XpSRsli/HVSfpSoijJv5VErHCF+nVHpCC9To5WYw6IYDxF7GSybH
5gvYV/albG9Yg5G+GS19hTf1eMXgHVpTA0EEA7mG0FHM675H83z2/IRB/drqeditzsVMzbI81kmb
Gohy0uy4NrOth92yOq+Wt87PoF3qY6FP+LzmfvqaXXN4ZTfkQjaxEUaGDuVNhW7QgriRr8VQhLVj
o/TPzbG9E162eOGEBLHcTOWSmoExeCMiFtPxbntjtT8EnzESN0BRqAx8DExma2ReuCzLqO1W2Sot
cJqhZziHUAktrJl4bqQnFQPAllSCx0XvimFbW15BUFvG+ilMJD1rrA/MAnKSVbNtP9EK92JtfuQc
MCU7BKLXo4bF6jPAx5my0zLbJ4ON9pczTBYJ9pboDg7LWLnD9QeDeeF9+MVVzNwoXuTETDLTFB6/
ZaxA6i0ivicwzkr36VpjSfdp2ruwWnKWeVIkfcuWoPK+e8TV3WgL3e1pgHLwY7YcgeZU1l9qBd+4
0RrLYerYEobDs9WSBp9PebmGwrKyZ7UO7Y1br/OPAfNsFdBhxW81KBZGgaVKiKQzao4p1kgm8/Su
fljqhb/GQ2RJrD5+srCnRBog9cyUUS6n1t2Sq6iVW2+p5Ucp7fqVgPiFxbC79hmzdjP3o9WzQOI4
Y8z9t0IN2nfWyuqz0iv/AbgL+LnSTdh0TeMMGiRfbL2JmLk3zzGvx4yW247RMSCJIajFMhmC+7nO
UDofvXNvWpU3fJRzmfWh1jQpCa/crvydqSu8s4J6fK93M2hX1cwNi928oFsPpGREtLOqMiOFLDbX
3oPV01csYHVHY+M5GHhac81stMgh2pVZVjECwLYL3z0B+Fm1YLXb+p4d0ATBjGNgjLzSTG5X1wEz
ChJT3sxpgmuzJqf+90zqhbcnlQn4sJCWsxVSLc9to8UiMAhEY3MADGnPLh0ctiXQHkYVI1ev3cFn
qS8+LBY3El2Z6Dmg1MXY5Zmsi5BOQdRHZVEL0HNllQSultAAD8rTX6auN76AA3qfkDf5VPtFKuAs
JpPykQlAAPMp+ZHKBRluLPJmOE5Z4UMa6xobLaLXMeYnKscZCEBRww9kwIYdSS0Zqq1X2MyrUQ5A
eszJfG02OfzjIUAB2YC8gCHeIYJs5jQgM9VmFhWLeEF973P6J8taPqlaah9t6tvffHR3t6xE3Neq
bfUP3K00kQD9WD661uotV+FFiZK1Qw4QGq0+OlENZXkJPD53FpJtnL5i+NYQqPkSRo09jlMVWiyc
9MCsCodVKrHd35UoTBOfyTJRwi0Q8BtN729jjl/4+XlPjWWr1NZPTlE5L1Lvk8ee+70lUcDJ7tvM
5Nyvcz2+nXtWG5FP76gClPga2sIsn77VcoQdOWirqphYxiuE/6Iujs7M00UmOpgKQmPLjDi9buCl
s/jsCJJM9XcGwnU068LIPwr0lC2TSAuY2jiUb9ko40+yPnJkSQjm3rxx4OIbJVDiSMWF7AOTwdon
yr2OKnKuFzuw/L40N7BtxdPa5oJVwSCJJ+ChC0p2gZLxI2OWLdA3Hdsj8LSZ3ZWmWxj3fGqZcSzH
t6KMxRtNDTBzX2W+q60BKu45P2XTVE9X+KxkI+eQe/WjMBb3arPqzMvMU/Z7VbvWhwN2aKXV12K2
wYCkZZQWVpNFRZ654xmJSd7yTp9Ue9d5fvoG9w5EUJ1k6R623ZJHNpDs5gC/CiD43Ix5B3tjyPIN
cefjGnYx5PYNgVHwmGKnyYfArIEvnlG+rC58f2J5T/7a1fXrIqFmg3BOtBEpXOmPBNBM5aOjWbF5
gQwyN3vkFOzngtI20W2D61ghmoajY/cGmBLROsb3Mm7kyMLblItTolhwdAoz0SzIYYlkSFHRX6Ua
vk1Obq3L9RVsdJYf0SkWYOtmkgiYq5ZyIq4RrjLtQlBk7Zp8hzGq7D05t0ieqiqOnXNeo5GbqPnM
q0SNEicu7jSxIH1A/8okP2Tm5SDfQKKQpVNYULVqVijyxNTuUHGt2dkbfC2W6OW6VX2aoEw1VEl2
6t5lrXIEFLnr74NIJEls7I2cjAfdQwpbYsWaM9BTKxtUMwQmWSXbOjZbcnIBLsTsoLCzuWGWoGrc
dVfVynNHspqTR2njpQACSUCsML8phq55l+nxE+lMDlCAzFoTUjAYAbZ76XdpMwROgW/+PlHMHFwg
ZU6LfXGl+ZBhomZqb6LTXN6iGukQLcHwaDXZ7MWi6p4XME4+KzlFpl1gSe2qztSl3d0AXlbluWza
cQKXDx6gCmrNg9QdwIomyzW220a/xaeCPgvasDXd1/UYm48mUgtxU7AMgDFjLeMLvGPONAPDNpta
CNlnz5vWIjRiAsxfJzUvPzqjRemkZy3aLDdpzHxPROz01rELijdg0sdTI5aEkK8snihPrJa3Yel1
2hPAWZQpJQoFcRV2oK4TTm/KcypcqBkT7YUeVoAld4XB5DGsvcl8U3ixm6jtBtvYM8PL141XIYk9
sK1CompMDWN4RuMtxmKLD5/76zreZb7f0bTay4q2oJir4bbpcwvTZJyO2WZpKckj4NF2fUytQrLr
9Gv5oyJSD9kxuLiUgIauReOPuWBPKAXIdjvWKe0XyI93s2fxk1WndCykzav7GjtByc4So5yAr4ZN
rAorcjw7f5gMZ/gwU9/6XOl75Rue1uQtr5EGol+L0WVUzO0DYXUtiRPjPH2a+mimdwjWOLAdU7lN
wC0+LPzq1bApIB7zmHJrf6Hdq1lVaHOyh3B6RVG3HnqpmrkqnbdHAuBhVC6kctvqXxzeggCUELCz
yBoTAccI+uM9kegdxsMZotVOdVbuhRrdbhIAIXBujdTNvAiJuHzSW1F8Y4vBrsPnDaFFMyq8fNso
TfEIKbl+X92UeIJ6VnkTVB3QIlQYc2IfQNN6H03syvtYJDMkpnrNlkC0WUFfhuGWl1JauOjDLQO2
0M+W+r9hpHZb/08jBP1puHCdyf1tQnadC/71L0HVdwOQoD/Pza6D8L8NzvzfcJF78HxMxgyOqzO5
/9vgzP/tOrIiwZG4IXQWDMD+Hx5IM9zfXOYTeHuYcOsojcW/Dc5M8Zv/MyKRf+Q6jG39/8rgjHjh
XycuDlZbH+CZbeJzJ0sS+Nqvs4nJ6yWKswKdSrvOY9RabZd911SGwdHOEdqFtshkF7mxY3m3zLIr
Ad3L6bzhjrVgkkROoy0G4eYS67rkQ9BveNLh7PgwkmNkOMSv0naa+XCmKriqx/sOwYk3j13/7M5Y
Zg/W2kp08YhB94KY7xj/uczf9WnFK1aOyvCBKI7eu2UVBcerP9zFM9JTN+WAQW6dvSXoRrdiQtTQ
ZCr7hviVNsSJi+++P1H2zzQXvP7TC51x8hYTmcs2sdcjh0fiVSud/HesIeXGbob8Dl0mEmPDAMKi
zxRf9tLmActIdUerFCf0UT5FzSLQqnPVyMNlMcSqbdDsJ3Oum9u2oN+P8qaS92hNvFPhAyFaxTpf
XMJY6VfTnuCOoeM1okbrQnHZsaRoZvGpNx06FAkDXYccHk8trGg5sWhw0RxvK3stN0uc0ifYA4HP
dDjFyNI4No66M/Qj4VCVd9u5cfKdJSqjHDd/wrWgDqWa5ZMva+QYxLXIvSUmb7PwunhORp1/BwY8
3The/KNFM160WQb+DRA1l3Y4dvAlwmlBTmQpnzAiqsUdw6HsWVjTVpuqSFU2raS1SjoqLdciJUpn
W8UDUrw6KXZcMC0iNat7zvrGuFWxcZNU2XOCZpmmwGv9CNKe5E3exifqSgp2ckGKz3ZU5B4ww90b
VkGWmdbl6kZM2kzRJWDGumjyAsXPxksRmcBt143zscOECZ/mOtapMAgcAK9rCG9M7ZEMI4UimCaC
hV+2qUtR7XylVg5UdAvDojvHOEceknrjsmUGsOHI9vl+3UVI+t/BUskVxbyTbm0cOguPhTdaN2W7
apHI/OXsN+Li4G086YrSE3SPRkhWa+7wPMmb2JzqpzJ1C0TRffq52vB9yG8aCiDfyciee0k2Mcrx
F1Hm+sNaNjUCEU99dF3RRB3CPsQqlQPqSk8vjYD3umgmo6E5uUssrzt01G2h0tbmWC5ZsgU5dYYo
WFMgGE3ATCWFFDjx4kphjYChM2suQsFLzjORJaXOMmwEdvorgbh7Qk9oPDTaZO4I6WrIxl6ezQTL
ks3BQScAAi/KvfI4FI5xWhkeRKVp/D5ZdnogyEU+IIuaFii9RHFWtciiKa/nW68kptxisBDp2uiE
cDx266oXt70GTYHW37qJDc2/7WS5XvA/XH3FTndClUCbUxe+/VlJIqyYkEyHrpmTU5Mod2u4gNlb
Q24qUgiCBX3RTWrIPnQt8SJBtc0nKf0cXwPxtd525tIfpa4xzSLuoj4s0n6ivAamBCvK3VIlzG/9
WsXBmvzUMHLJVRLnv8NGYweX8s/6tmy5d+Y+ZMd7RXsbGdMZ59ZTMzOwTE1R2ZqojyS+C5BUqMHi
Fioau6v8dRKDdWwmwz5lM+Ifo8usY2XEaBvaT3PMvmPZcu+ahUKq0Jwk7Gog80FXVt3LXKTrssNw
tLYQELNir03l1aPbZ9o0fIdSrcbrA+b0FYQJhJwUzCU71046xt4f9fI9sxcZ5j0jxya1xU08juj1
0lyHPEMkm/Hgdr6L1IpPrc022egaZ6JFOG9Mq7OxYxVcuvu5k7NHpk8uAwuGekQzsbWq4Wa+Tmcr
vd5Trx/oDW61FXo+CguMYpIpgUFBliXLC/3psTHMUPA9znoybvzY/W5fy0BbbWvsIZDlzJC+f6/n
6iLNIg7HKn/srR6JY7yGVY5mtEHZnqtdZ+jbYor5f1zCYg48d/mwk8erv0/znG/NauAG0LcG8RXV
aN54JpYV9HWorjcoBwNg8qeakJbCzk9jYeH8qXYVSyLkNbtVNYclranKyovXmoHbpripcMlIa0uE
wS2F+gaBVQjxnwNjNEMN8THiBmr+ua5ZxXRHNi4/ieRJkGnxg5XOHAfmPuPVQ4V8nvIq0uzlrtcY
uDJSfeJI8+GX4RqEQqfsIJ3MRDEnhTofuoNY7q1isoJ4qK2NWaj7ZmL8OHrlbWNZZwY0j1mRbdu8
3bVa2kZNoZt7kH32Jc8d9amZ9roek2wy7tHLEJWmZV1UerF4bkyJXSnDC+26rmIaP3HsQVxgsyCW
Phw5PrftlBRbx88BmmSIC1oUuxs0pT/Ma3jqWPh6uCIfgVD+ASiQEUFFph3JOnZI7MNwwIryHU8V
fiyldyF7LuuQNSq+FXNVRo1rgaq2quPs+WU4g/TfsAyi30+Jd1oYF4qpMVmsI3HW6QMNdCmy9m8r
l/ysoR9UlGlexfZE1psqdpsN+zKe3X78JB3uhlCKg+tlw3eMLTwR/m1hreY+nvx2K+3q0dFjenCM
6ZQr732KEBupVBM4ucA/I6yQU3NLOb0lTu1izPp6k7vuEqb5dD/yJvQdvOtQh7nZZ/majqOMZqLV
h4UsLuT9urTOzWRyLI753husOPBA9b1OWDMj6oZp3zdZSejQ4r5P4LOOud+Uu7iPOzaFPhIv6zpQ
mAi/+KYIsqsFx3ZnJfgv3cKn+BmZtdLtmWdRYJh1GqQ1atBB07vrDe8O2LQDTRSuVt/+SviRRKmb
h74h4oFTjxAOBxKrK+zf49EkrkkfjI0z6fmENDMvd3A1vhmzdELNjR+n3Ef1n3LesWdFL4HhkH68
hRI7seW4EwhMrjuBbWrxKkrq9TUGTBqy07olIwbZpsO2dO049awWo4x1Hqc1PZJ/dhgn7ZuR4EzR
m4GRY7dVBIqFaB3usSeZZMRZ52JgX1KYhoYGYuWkMLUfHXybG7lOD6uePQyOX1OXoAo36lOfC2KO
qmhWfvYjveYcaig3ohi3QSCTdZeOfrXPxhH+M4UpHiAEzFbb+yhA9OUZD0YFLZ3Sq77G8vWG9Q03
xg8nTmE3Fqm3X+r6JNzaRw7avIoUC5scEbSx/gVsHhftVtSZlUSjfc1d81Rb35AOlB/XfDYid52e
EJuPAbFo77GHWJtF3Xr4v+ydyXLcSLZtf6XszpGGxtEN7hsA0QebYCtRExjVoXX0/W+9T3g/9hak
rCoxxCQta3bNbpVJKYkSEQAccPdz9l47ZYu2wrZB5IJ2GzXOdZKQ0lWRQTNd1JHdnBrbrjdpGwFX
nFqahIFibQmIKb6GOkU1X1Mp3Gpq68Ijr4Pw2WzAkfSEWs5eHMqGrARluiiIJ7spuGLkdolK9ZVR
fdTpn3qmMxirZNbn/YTr1PW6oZqVnYaLt6BhJFIcHiapjZjSynXMPVU9sjwn9YBAdvIrKaOQyCn8
cIhqC+OG2nD2SSghByS47zoAc3HZmlSjqmEMrkJrnE9tSV7qThLeRP5YZuWXDdXPT+o4REsFEOmq
rXbMRuQOUlFgoOkEb7AWcC4U2uU0RmggXtpKaiCnImGOpbZ9IB3wY0L4Dum22qxtm15ox0YLxcdm
qljiZJnlkdBXbXBMNWsnik8zilmPWujncei0XYp/Iz+hGFZLHNa10z8SL6AkoLUCwpIUxRoOc103
41btk+Kqnrrp2GmaQkGfJC21D/2myO0GfXExa1/HBbCguJSPLrVWozJKMPgtIWJy2LnA9SVdz7F+
oA7AA2O2ufbckwEABy6Ye8xXo3lR2pEyUNbvW8ovwDfqr4aSWpY3pAo3H+5VlK3pgibGAQ9XbF2S
CJbnR97VtbLlNR4rKyWm8UB/hNYbsGayG6lotFSQEfSpJLfC8UrUjU5VHRRqDLDqQz5SXL8lf4hb
Eo31qNyOYP7LnYDAkRKLSBeh42G3rGpN/opiH+YuLvWP6VhqYldamH4BTgeQHroobz6NY4lk35Yy
rldpn4TR3mba0U8QkpGSy3lqCIUSEzsyD2Ff0q0xTDlg+wllIS0uNc3PQg3kPSrwut9bFm+au6qX
1EjZWjJN25WFsn3xly6AlQmDJtNs3T/DVsmViJlRxDeRdGV5MCLFRI1fG06962NyAOapj8dD2qdl
dxwCFthGLTkvQxOL76WS1PHacFXnCluXpIi/TeSnYVPS0s8Z9doVFbD+JlBac+9MuUUajkOVrJvj
DfdH8RN7EYX1VkTESOG6C9U5Oo16n93HSJUyO/IZlnsH2eAqjWbLS0gUXaW28pBnyrUBBltPNQtD
Q2PvKppxRtIU10wbxFbk7F9lVH9MMqdco6Su1oVk9KRut7EbDZttHLcEZhTuVTr08mNROM9B0zg7
YfWP4BYqvBHk43Wi0E56UJEirFp3meRz1iXEhi4q1jJo8ZhWB5coTj/phhPKlhWKC21jZMpRS+uA
j2vcN0jbE1EiaGuyx8Eqyw2CQyA/bqX5aiFupsJ4IsLjwL4g8B0EW55SFls9bb+1BY6HYnocBvdq
mJIPBO6gJK66saVikDxyq5/aKjpFBQ0TRames+JUtOnezNsviVrspDVdzLM0d33SPFkJNwCdo2zn
lYhsv7cGzcNigBS6XHrXyqOeq7dVo26iXrvuAPbRKcsPgTt8U2EYe2XoFle60txRw6R+rUpsHcNt
OleXwMVGTBZK7dPsvByDBgW2fmpHbFmF2n53dUohVXpIg3FCJhuxCu1ZvhcjOhvMC2HV38xF9nFy
nU/sx4edkQZ7qzIm37bYE/EYWioOWSbBPN7J6nsS0Fe3glPmMJUZoIzbbsPLt/cxnX/K8GhGHULw
yu0BCzdiowTJdmaDEWbO53biepjT3tGNp8mlot8PZASTiOEHQ7yfZuzeTvKFRCv9qKn5JyoeIBLI
seEluZJTCJyrkI9g0tR1JzA9q/YzeTS4+We6MLUV41xWh6W7X9CRGLhg7ZWNuYFioj4/t4LhGOcJ
n7un35d3Yt+NNO8qGLidNRurouEj60s/p8mftMW7MrFVRaudfa1jvCptpHoGL3RIDXhRM/XCsRUK
khrhifSOc0DuZMWqxu1gJ2hvgZSBGKhMs74BIcMe3+Eqo5O23XgPa3PnELWDKBMSurCRtRBqojS7
lhCS0s7R1+t3Kkt3dQyvknR8HKsheMg6nAZxsAJSdWW46YOh9qDenEPUq/uiVLbxXO/s2drVeDqW
erc32tmazni+VfXh2LfBDu/pwSGWNGrSh0xXfcvJ0AyHe+JN7nQHMy84uoOGsULrRXwBJ/PQltpW
pQ5rNMpDgEbPR4D2DcioWCM4MbaqaA/BlK8B190aU9DgF+UBZ56vyLcC0a2lpseD72dTjRtGca57
q7qmcrKnSPMR4+jXgIXhzBS9QpYdXAE76C7UAdsCs/hTTXbbEUtCvsMwvaoj3hhJj/k9iaZhhTzE
xWSMSQ7WPpVjFXo1+6jHcdQM3Mg4neJhTFckfssbKsyAQvTyCB3AwLaERohm4DXd6zurqdZOoniJ
1VwSaXhvpuZmxk15i2eZSoWS9t5Uqv6oLQp+dLC9QeRpKw5zKQ4aIHyTZgCudIUcRZRpRaavdWHe
4fvdT6L0mdvCVaVUx5mIgQ1KCLml0IGeuDtQzmLfTU1yN9M4GwOFQna/M3MJVgpfsT7IwGsL8/Ms
oo+N4h7stERA6vCgxHQKRZpfGRBJatXdV+EipG9adA32wV7aG1idkrzcJ467Dp1sJ0ZVuVTqqxoX
qyTn0Bsm9nRLE1NooIlcXJAi+JoTzaZimkU1hAUgalcJuS2PWKDI1Aw/kPXAiCUKjCm7YM8IC/7E
+xpVdL0aTOKyW9bx0iayWTfTW5zzmyxHxt/eZiV8n8p5UPV51c/yVueCC7fedzq7tZw1Or4CAhc2
CBY7T51VqoOF4dLnJjUq7+cBbyUjCgbws0NMWTiF9/XAVjzOEmtDMi+dMJyskFmqHWbVb7kE46HN
31EA+GiO8MnVFlxgNVgOsIjIiGSI7f4y1PjoTcUKOrNu8T7Csk0wI+e0F+lmV15sV1/7KqePP3xC
+nOZQYGD57WysvlDXWZPmkvjNqCzXpcWpZi8oGM9nAh1XOdme5zy6nJgzQE63CsL8TjOAVFGWvwh
kel1r9W+6JpjDs8rThT7En5i7pkBRYw6tXLPDsI1+XZPUy2uU7O+yifo5xrc2kWZTw5Pq+1ZSDyC
ONmoBUvxrniigrYfLbkNCGXwUpJq92jrL1S3obFlUdzVFbaERAw/hEGxasmLYjPX0nFKx8tkBj+E
LODOUdFmp8JdxYQiN0NDol8M3SLFRdnint5oemigfZLPBHMhPe9x1o9d5+xBKVBM1cSTGFlQVmVI
JKygqJ2Tuslmq6wPJTgkVOT4OSjofe64BavYHeztYDU71oNPaaPgg4nqNcqJAAtMXvp9497IJHsg
O9cdPoLlFyxlYzEhcUAGhgQHNZWMCxiQI51KbubOkaGSqXeyiSRYT+RROLIU345ruoAkl+fpBq2M
Xq70krbxZlC04LaJnMnYEC0SI0BP6JBuMzqUD7NE0sj9sEx7LQZLu5dlFkm/r6KK5DNy7p5q1uqk
VvKGbdhyDcHXwg4GPJxpa34nc8S+LeZ+uK3ItUipQyJm8kZWTyAfAM9QvcxER02zVOZmTfJ5+YR1
XiOxuybTjZ2UkzPTySG9mpNBua1QBX4EsETkcZ0VVeXrUzR9dIMG3y6BmRNsrZBaPJpA3hMkcjuL
E29pXzYBYhcPgaNt+eGYz8EuhVanbVzilhgRpTDraptHs93scaZbGrBq1RjXBGp3lPBzR9mOUyE/
6Ylobwb6g9dkNYWRn2useX8qV/+3zfZfJE8t5mmVOjP9MlNAfH6r77ZvsufmHw9ZWz/LZ3hW/Oby
G8rzb80/vn77x7ppn78WfD2P+c+vvblXD/PPNA/zDxUfC5RLDQg/rTB6YX926yzrDwsCmO0aLgVv
fJH/6tbpzh8LidFx8CEgQDdUvtQUKBX/+78U9Y9F485JLbBeWnV09P5Wt+5lrw53BooceoiYKxwY
xbY4Y+/pXSNDGsrhU9XjVYaCYt5qTXJVNvMRBdq3oSS7HIJQMI0TtQNcZ0Tvtg4+pTjRhnWdv0eu
fomB/fPzAOB0HJ0mpnru1hjqlpgv3NpPMmWXDsOfWuzyU6otLZyUqDHZqR9+uc2vqKnP6IdcQleg
onaFbWlcdQwrLxuWjaFT6lBi45423NHU6jVvgPoRIkBFqZ5tc43+06daKX0y6R6t5s9H8C/l3Is4
/N9ibnInYOvTyXWX2qRw0Iy8PL6M8o5LOjq3rM2XfHT0fcaETD9GlbBXwbXyOjeuJl2d92+f+e8H
NoHQMsjgscIKP0+ioAwXMbUZxq1uIQAzbJZbAwYQzwj6OxdrOsmjd6aGWLoQT28f+aeB4t8nzQjm
BhsYvUhicTFZWGcGi6QXrLbqSN6AvfUMflxeftrvpW/74bb3ggvzyl3jON5h19mj3t9a+/rI8v1K
WUcrZwWXdq34y58vf6/cAbPbtd6p3rX8EoDWnv2XhzCDv/il97+crBXL2Kf66K7FyubLyefhaTpl
x3k73oy35mW4L9fa1XwVXrgP481wAg4Cq2Xfe4qPfs9HAbau119OfNMvX1p+OfqwqjzDj1c3lC98
Z61sAp/IbX5leMqO0MeVulW3xVrd9pt6I78n+2rdriht7twdjpFtsaMGalMn/6peafvpdrwer5Wj
PFpr+0K/VHbqdjoMfrVGds53Y8X+4/s7a7qmG8Nzd/NJXBn75Tt1XuB/3x0LD9mijxqXj+Guql11
bHaZfyc96Hm+sY+2gW/urato6943OwRaP6eRvxzD9ksHxJ/3U1chbuPRMRhPLwdx7HZtUJlKdrNZ
Xd8DEDxWfrENb/rPgCyMFlUOeZ5rKbzxOO/CNTXGNQnGXraZd/Gaxsk2XIM+2XzbXh0mj7WYf4c/
cgfHwZ88/mCdrEli5lMTbM2f8QOMuz94N6gXoReSWfbgnnJ2Hfx+NeyUVbjJ/eXf7nZvD1yxOCvO
xi0qZHsxCsLW/E3dUAo5gDIz5M2YIfcyzME5jDQe97gttkMcYf0lkQtRLrttlrIXP3+S0SHqZLT/
8btmGp7ysG+2lYyBCLAwXsf51PvaiOfX6UFegnOrVDgWLDv0sTj8+ElL2i+RXhLTScEKlQA91Bpi
N93UXBxbbbgO0GUdAm7UwQ2bP3/KUdV6c/CD1vjPP/vx96qxc94ZAehEfrsyJp5tF34D72/4tS9H
QDCDMZ5Qzd8IoR3gWFyIPLpN2ujCkd+Utr3TAnOFF+jKUDS2KTOmbWczV/s+dNczyk99PiTq1zAy
6AUN93aSPxeFe1PZ8YGq8rGT7YcOF2TQgGzPP8dieCKoe1fAZDGnmuVgd8VCaosJAK6Cs8bseRKO
tkUnhih4jrYW1fWgGy/GNt0kIl6D1VgX0bWZdnD2y3UQinXBYq21+l0WuGtXVVdCtMfEjK8NrMta
ld0CKL0b2uKAbdd7e1CdzUA/Hh6HFDBSTrh0vHDP7Dx0CDo8b/Tl1JSppl26Ajp76EH9rrZ2c4zb
rWaeptbajKHbv3Pwc88tEh0Ld5SwdcFSxNDPZh8nGMxpbGkhA+QaEQugcEnmofREbcxrs2nb25II
d6NJ7HcGzNl4WVZnzH0aWCsV8rs41wmZQ+0042DO10mjf0OxDeemr+RmDvXrIGxMj2Rf05tdFHMu
vJXtO5f85dEdJJNLihlxHBSjMSCaZ9ztUnT01ztTvadKou8mEd4m0kmPWoeSUQ0U2tIGl7o1i8ui
LPbxHHeX6UIB0iSpXRacRZE/C0Q05NXOhAiM5ZcyKZt7Sav3ZwroX75aX/+kFuosV9cISTlzsOYO
3o6M9cN9p8VPZB2YvlQRj0JDOuZN/NRR5CmQq6+yOTPfGRvi5VvdwW3JpRH42RiUOm6d5eu/wP+1
YRG60sW5yeAjZFDl1iVgw82KHEi5jWqTWUeHFC/TubmSMSpXaecPU551xxDSMnTEzr2wC974ddQe
KWR/pAQ+3LSDTqe5Thv/x2+tAnwQ9KPJp6EZb1saanCTsiuc69dOJQBztGXwINqrWQ7TRRIeXDvq
7wo2rWSZhKOXiAmE0ki8YjPk/QFnjbqa0YmTJh9cqRZKe7wBDz/Gz9/aNt2/6tLlvv7LpPt//qdJ
E5fp7q8NvX70/PXXrc/yt/+UJRqL+NB1iEwlIYMUAeNfGx3jDxbWus5ehxUuT/q/9zl8xVQXO6/g
q0CyefP8uc+x/2COYC3Bn7kWnWH0iv/0MP+5oMf+/JcPEP/0xdTEU87H4vHhm7LjIcbo7GHHANaJ
SrMOnZJWSuk5REcN+1qJ3HLvBJHmOxgjFFqUTivTe8Mtops4WJTHOB4i+rOgNNGWz+69q4Wm2CFT
KK1NTORpepw75LzHIk+qW92eaYRZIUl2TDGVGWD+mpV2wqwgY8DKda7TwdM6t/Vxn2jUlZDkx8Yq
LENzoXdl1pROvtVREDGTemgwXA2QOf0ExQ6aXUvtdyIOA6H7GdQRals4NllXFfkpikv8NbiBcEEJ
FQwvXYYtllroUyHrhE7kE9IyGlWaLNTwaqyVXL3i2deCweNTqRfAQ9KPcENcuUuzVrM+OnkWPYfA
+FfK2Pazp1a5TrceE5s71W5RX5UwE1aAgh6II5moW8rArnlnK7OpKR/ofVlLj2qiGt/Jub6qUlko
H+vaClBGhOQHJBJtE8Axg3pnStp4V2UXamFLM0L2JI3rvI6c6FZVJgqVHikuefl1jM3kW4XdJTFZ
JaViXCFKEuFdGMGUuzWVWuTYV+pi2kxztEBtUWNrhFrBEkzr4nNU2dN3as+iwgfSGYhQqCRa12LK
1F0TlAliESOQ8aZpzO7SkVCnr/Hx4e8Ev61fV00cUNu0kEyvElJppwcSa4dvia6l5U0WEOWETGBx
1a3BJ5b3VQx1rVaQ9qnArXeq6OMbwg7gXE0aofX0YUYS0Rs6QIEeGXcTEbqkqdm2kOMmju1w0XmX
LsEAPh5w6V7S63UDqnoDTjcc2LneYC6KslHSqg0j3uFHqrYD6e8WfIHCn1q9mjQPmXtd9p47L4Bj
D8VaO5OOngcl1zeUZuZ1psggLYtCd45tOETsAYUxTtDDDLuBeDmwH+5iS2ZbqloOXcDW6g4zyKPo
YOFng8URYHteNfjN2J84pMzuCBWs8n1TDOYj4hv8EMo8roqCePO+dVULCFZpE/1ZWuXFhAqAtFDZ
bGj1owSg5SavOiNEP4hUS0HxQ/9x02fGdDfVE0lzBSu93agV/U1I0fga14G50tNpVK6cpupuhiLX
bH9sdGIGJQqzR01R8h2UC4RUUc4jAaRTKlvRd6XAM1Znd3pBcdOLWtRaZaWLm1G3y+cwD62ngKFV
+3SYsAM02UCDcFLnGcFhHiqTN2eFUe5NI5dAOBHsKR6LBdogMWkJykXSpe0Hi/j0+3GiyuykXOm6
16ugafeTHiHEfGi7IYnHrxFxoMGcekFLQ1Iq0AsVnqYBr8ZQtf0X3grC6GDQVxXUrzFB99gArZKs
3WXO4jB1wcu6dT6y0DXUqoVeFGlDOH/SgaKhHooaobZs5JNe89vMxXLiY1dL9HlNgDtZMvvUpade
fC9r8IEJDpU0sKNkhXs0pn69gJPRUFDp7ut8DeFsgAZM3w3v8JGuQKWRA21VI1blAfG/2CBqVOmt
j8YgNqWLCSfzR5uLj8lcTe+DUOVjXhpDYw7DowyW6q8PEJMqkGcCple3cQ5kBut3KWCNW70eGF5j
o9Z+KPC1oZXJdcxWz4LNTf6Iby23nuZMFOm9o2fDuOm0rqgv3bSN60sraGYS79Oo1kB6EpjUnepo
xLSU1ElRI3gcJApLDbVEUJvWc1eZ1NTVtLJ3qKvFtjXoVxWFKj9F3FwPCzOYZ67+Cq8Q6oA+U+5Y
tkA0xidNiUYmdDdo2q8m3SRoQecbXc5mVR+c1HJuI4g2q4mk7HUdA+mlFu10ytbtVLLox6F5MowB
pFWts/qFH9qt+iGTm7gDkO3RgdS2o3Szx2gyF+wxSydPLVTKGwUaAKMNbfr7ttjTI1auO8CjPrhE
lDdWbm2xsGKMKgExeNU0mp/6qbP9dpDRSnbDjC+kAVAQ9cWFy+uc6LFqnu7T2sRI52Zmu5aJaazQ
TiPq0vVR3+p5Yy9GSd3dwBpOtrEeaQ9mKhFSYZIrQtkdyk79bglFu7dLipqonwUN5hq9nhuV+SNB
dJY8or4wt4Fhf0YcUdWfopA38QHEbl99DTKjKS7LuMA3RQIgNxyfA6pVvY8SPy2YbJ9iadEuWNEV
zoHBm1IEl2OdifBrGjfJ88KhUT5agHHDizpPc2cTwGYLVjwg+soYGDJeE+p277thPIBMjpv8ZrSn
chtj/J5IBrfyKyudRzZ+cKSqhVeWT5tYBBTksGg5l1k8N/kKnSzddTm120RvkDItrRx2ZYDcK1ci
yDSRZK+NvFNduiOg+2nlIyRC7TA5xkaRMLAVDebZDEV6mxml88mEQL2qBkGsk8rTeSObyr5AAWXd
tvVsm35Dil3tGSIfP5N7MlzgzCufB7K/VZ+o0XQTKMNUrikdpncjxWO66UHUPveWyr3f5RHTjJfM
cTp/aSLceldBGg72ZpKQi7ZBHE9HenD6hSxN0/aSkPrJZCvR92kW4bSFglrz0KOr7OTp76+fL+Mv
ddEU39tz0M3/6CW0weLyr5fQP7sMdyhR5P/7vy9QOsu/+7mYpiJPaPfPNTHV6KU18GfTwDT/MLHO
YfS1aAD8qFT/k41Dp8Ghhgz/xmQ3bSx5Zv9sGmj6HyTgUeQlckwnX1P8LTSOthQE/l0BcxzVFmB5
KPJhlKYBcb5z1pGA15kt41PB/LbDjpPv5iBz91AklUOhkvTLOwtlD2TWtVn0RCuXc3HC1p58nJPg
2y9X78+1/q94lx816vNP41BvYmEPO4yzfLlDtWXI5OP2ySltS/sjyVEaok9zzO6NIgu+DVOG+LdP
5KUpeEd7jPLwRsXeONE7NmTn5Wg1t2VoaPfwdJY8NoChSBNHiNw+EdXDl7c/7mLC+u3iseHRdN5G
hglk6OXHNdKqs1J9ik8Zykt1VfTYOeq+qBo/zmwFU1DEYhpbgbvPY4nhdzILqoyh9dlMex1BiqY/
oN4d783RgA7MoetvWVQEW2UEucDrOf2uB338BV7u/DA1aXmXkkyhRr3y+PaJvGwc/RwE2LyW0Ulg
lP1bYSBqazCa5Brh9k32TigSRAmm9tMD+Jc7t6W8cHZzGa46DQqdGCOQdS+vFmQmJ2ZdE59kraSo
Y6mIlmNVHeuEF9XbJ7Q0eX47FOw5a4kHoxV21gQihdPFSMsJAQb4TqwANo1Av2wUljm1a/6sHvyt
81pKXg71lYUbtIySX8oqDjUb1uYiPvVOK45h0ZFZLAoikgxLXr19Xq/cKMpGBG2KhZpl/CAJ/XIo
PIGxhCycnBKgGJtBGANTUTWs/oOjmBoWQ5IDuVtnJzRJUyWFWUXdFUrY4YZKi8RRjHfu0e/nwp4U
CA7VO1hLln7WY9ABSgcjBPYTLyXWNV3VsetI9HfO5axasIxtkx+0Rvk2YOPs5QX4yyVrRxFjfUkZ
CrOl4kqS0U5J2mZp0nt2KLmAFQwGGzkQ7M5iQsVSjJdvX8+XRdmfH4FVuiOE0MnxPe/LJiYWL6tP
k9MQ6d+7Mqm3ht632ygKh5WgFrkkVgDgLez3nrhXLrFDZJhm8nqnCXtelHWyLOghVSSnmhgUhLn4
CNKiKt+5kb8/bPhMNY0NrQYmkSTYl1eYOCad/8XJSa1cAxWX+axP+Qclw9IRju88AK9dSqZKXVNp
si8dx5fH6hMnmhpRJqe2RptS9625nnNwppVTRitjdCEeCdF7mbSK9wbSMh5fvlPo/NMp4m2ik8V2
Pl77CBvFANb85Iyf0qa/FND3lxW5k6j7Tir3SQaZKwwwgrBMtdW1nO8I7XquNemNU+l16HnT7uvb
I+v3G2zZGsw9lhH4hLHnvrwcFkoa3Szm6IQjJwYWkLi3iRnU75XXl47Fy1Nnec6MjBJtudXnqbH4
JnSn6KJkmdGWGCUUW8NgtbsBWDD0g8hm+6MkT1bdFWtBqtIuqQOw14IWz9vn+/vtJ1zQWIY0yyrG
9dmEO2iidoI+SU5RpKW7sjTaNUEBpK9KlVoT23ySA+aY4l0dvXPk3wc5R6bAydkb8OHOX/LAyBSJ
nSs54SmZ1sWENjq2CowowGmuCShS37nmZ30CXlkWkhFmL7RRvMHOj6drzSDNkDMlviq+nw1SCLxm
VMrWw/plKh6ZtNADUwTrRCHHmygPwvmdU9Zeue2sQtka6Uz2gtng5egqIbtBTpfJCW+rezRakkuI
RtCh5jc676w0X3y07V0y2hjoIsuikhcz9xlReXz7tv+IrH45AB0VOh7iBrq1mNGXT/rLS7wrtant
2eacULkzWUQwXVo8ezrd1q7XiPZLFJl1/uAW4VFRkL9NvQNNpx6K0i+EJHK2wiR+EkGW0ykMJIaG
HPsrbuDQ0ssdrSsLcSquKhcxZ+Bc1BBrnoo8AlQ2heze5Zi3H+1ejLcy6ZyOTIE6v6ggaN1CBqlv
CSxDlTh0zQSOOizr72U3ddbffs2yMmZYLP9fMJtndyN22xAwW9qcCgWPYYNbdtVoAcmA5kzsRhUb
d29f9N+XaywAVFCICHjAIeln19ywe8dKqrE5gTMvd2ZE/66a8FYnBRjutw/1+2uMQ/H6ImGeFgJ3
+eXt1bqyIjdEa054lYYDvh6E2Qmpa//BUSx1marQadnnsyE+2tgZI4UTUg1GzFgCJ0/7/+QgdENp
hVrGst97eSpR1UdWbxTtqZtIqc3of3pILeN3JqNXLpjBIDBICWPSJWj15VEmpSqhebTtSYQ6svM+
+JyC23pnwL12ENRbpHwJw0AHcjbXOhMJAQ243VOGsmyN1vQbdaf6nYP8PqtSuIZygVZredFZZzu+
ljnebe2pOyX4BPfhUhRWyBzZ48FEWDIbEgSQ9d408tqZLZtrdHncI6RaLy+fZVemYU8GB1UxzZA0
Bc3FyZJ3Tu2VB4hocNNms8PC6LdRLXMg+u5Y16eFUuS7VYIriwuwsPLfzSFfnpCzF6RpqvA12fIA
oV3Ekb++IEFFgh2Yx/qUFBAG4LERH5eM2qbs7ADMQOte6IJyoJKYKHliSKIEiBh3kCiStdXb44M+
tMY7ne5XTt9iucTu2LAFpYWz4TNlsdVCQ2tZqpnj2tBg00XlYhfIm/dUD9orx2IvQSvQYLLSUUC+
PP2WMnOm1mZ7Sgsie5SpBl3ZhCIf/LQetuDU0Jqocz6sRa9SDaRqPUl6UwkAvbAfYM9bfdM2G6jy
kEYUnTedW8h8/bffP8zkBqrA5TYhY335IfHcqOVYF91J2rQTIYfRdRjj7p3L/oP2fjYUXhzmbCjY
dqlDauUwGm23jUkIw7WIFEypJkzUQNHbPTVD7VSarnJNKDPOhXBQtkmTYl9bMkrsJd/17TP/ITs5
+0z0a3nB8zgwhzln76u8naJg0szhVBZKeQF6vvKMurQ7wID98AVyxdLVocufgEpUHGvjirw+UQjC
LtL0bQsUw8TFupocJAJ+ZEcWZMJwwos/oFSjFG5lhbuurA7nsKlALDPzDB04hZLyZBUqZJa3z8d4
5XGjXAJEBMUjO4JzFYeTz2MY0m86xZXRrOlNJJt+MjQ/HywoXBIlhbSSb4lNDQoXXn8IWuwPWxpF
+Kczq14jqgjJk7KbVV06rWcgB12AzAQcS73/OuTSwaSOo4OsKN2PTfM7VVtxckQfboo40S/yYMz3
A6kRWyd2nNUQ0V9WdFdd44KdVj1x1e9Ma78/YLwvBXsN7FRMaud7vFK1O3bR6nBSlQaCSevW5PDV
+A9VI7l5++L+/nLGDMU1RcDMTosVwcvHBDFbLwgHHU5KPRlAF7JvVdpru//gIDZg8B8/fgPJK0aF
GDhvxxOlNvLvFCyEC8LznRlgee28HPYUvGwWAg7lMp1S7stTmdq0mFkojCcsi99i7GWJPWwQEqpe
31bGO4PytVuE/JnDmK4jKBC/PFhA5BuN+WA86QuVCA/htJEQwgHPEUv09tX78T49PzGmGwqfy9EM
9+xY4FZxNJnpdKpDs6QH48R7uAP6Rq8yIr5gtRxIRWqetdjSW8gyvXV0Boc8RrPBGMgORiKbiJPa
cKl/hBIajp0O3xMaHvU7F+WVwQRe2zY0do388/MtzNCg0VOZhU8G1EJf7bBbWTWpoO9cj+VGnl0P
Vq4sK4W2FHjOS5uV1BVbalwPJjj13m1SApe1VNQ0dq0a0zXiznqXwJfD9Nw02nNIXyvcjCjj7kDM
AMh6+/O8Mu6oyjnaUnBi8j0vE5phaNQGAIbTMMfaM0nDIaPbTk45so5VNubVO+P8lSKb++KAZwM9
VhOlQgyAsd8pg+tpdkmPE3CiaZaFBwJEYSh2ZfAxx3x+12aZsenHMXvnpF8Z/yyyqHQJAiJQAy4r
zV/2iFFoW00CBvpU2Xq1nbHZI7FQyJQ2QvHO+b56KMYTVUsE+7wZXx6qm4OYhOZhPgXWvARGVoiy
O7J+4V017xzqlQYNl5YnjBwEqgBUA14eK4sd2kAIKyk7OcYWRodBaqkIj2lag+6NekEJIkdUHYNr
mt0AGLOBYS8xlfI+qLXknZH+e1mCT/PDXsDOgE2o8fLTkF/owJLq5tPEy8FrNBJ78aEnfkyQzCGF
xe2hKyGEwDC+1HWvvLO2ee26C40oCYwuzEHnyzyNSnubROpM8Gr2sQ0tezXK4rExoNy8/QC90tmh
3PDLkc6u+pQUaKSwtp1wnWdkIyfuYtsjgHPlagsaGP9zAmQ46xBMGI12IpJQpxZRSgv4GsZ0z6AM
dx+2mYBBpRLYBmSkbleU791iA1i5/uLEvdrt7KzS1AueUB2QhOokMEMR//hVGRHw9/Y5/f7SRsbN
hWczorIvQW/58t6ZdgTGH9LsqSaLaxPE2Jwhe8kTHGCNUC6oru7KVQk18YxRL27cplQ/TGmhgo+r
HFyfojPnrR279vcgrRWViWxQ7lKAJY9vf1DB5/j1ZQqEa0kT0VUyHphcFsfUrw9yHDvWNCdFc4L4
YbImNebt4NK5/rtHQVCPPptGCm4u/DIvjzJYMjXatu4obyS3fYUxz2unDNjR24c5fxVTPWOLSXNI
8LzQND07jKxbiR2oHk66hN5KGCtSvzF1H+Bz2DDzpu7u7eP9aCb8evUMzWbRRP+UpTb9DufsgKQ8
tAaLJvUUVIb95f9zdl5LbirtGr4iqogNnAqlmfHYkvP4hHJYJufQwNXvh9knI6QS5f/IrvJaaqDT
F97QJunssgS9Gh3CDGUiPNZtOgAFYXbv8RtI2yH4a8UzByz40xiJanpQiRB76BHa+2ZXXaNtzTh3
5abQGiA4kzUzY6E5tdB72lB80LIoJcqoRPQDoV2z2OSG0qJHjP35rxohtuemK+2nUCpwO4rQUruN
mHqM5UXuU1+LkK+NvLKoLWSuGhRaNqWe4Ahh1FZ/yrqyHrahNEcEzKiWRl5rhXiXhJZRPkeKA04v
po7z+/4ndJaHHNECWFZsjmjtwitYHnJdp6kJLg/dyY1gqoHH1qejKx1QltVvJTQUsDLT+DLhQPwA
3bfaqKJDwYuuRYwrmxm7j2oxlX9yjR7dJpk6JdtmQEPBjSWF8m3sba3ZIF6sPob12JTvNBTFHyIf
BzvAVWb7KwzRtDnYdusemV5mJpNueEL2tf4cpg5NBsQfwIVMdaKiFdmWxnMXG9YA7ixrH7OuxQnE
ECPoPAeOMIvaVbDg6oze/Np1AYipoImVQ5ZYgbMpsTqpdiLW5XM4VXjKhcXYfC2nWEPWoqZKgtyk
bScewLIOdSVk18/0AUu4XEILH0erNUHW+P60m2SL/3fkjlOLLa5dQziUcao/6r3ZftGTPEi9vmtg
qQR1FYdPjsj8ZyWY+jO89wk2dqD+YIVB8VbDTqs3eeqrqjfaVYiUox0C8EmMpOgOli7JV0v8Zx5y
vS8+R0mCXfkgMfj2MrfEKjAL0LMCN1sesjwbw2MX0QoAFuvXX3WsRnIo3uCvEKAxvvtCg07C4Vw7
h/sLaHmAzetHQEgAUgqHCmHXy6MFYGKkd6XendQOUw0tp9pY0pvc//MoVMxoz9ogJejMzE/xJt4p
8QvXUf0hBjcdSHdGgqFoAun+/ihXoR0vwzCCF7Kpnbqv8cmbYRCmzPCO7ODXNU15VEU77RLKjzOQ
WR5Ge/hpzcz5ZjRUzLvJtBs3aVaStbkwcnmksRe5/Whg0nqh5nn5phClsICWfkf/VNNAjMnfdd+A
JMaN2ksDKztWMd5O7qrt2fy7V+OaXBLU7mxCy8W4RdsjwuBU9A2aDgVJxMCbbxmfgVK/4rp/87bs
/7pEIQm6P5N4Xwot26N05p7ErPwvs/Srlkt4bB3B4W7UUAvHojsAgda2errSIrn5jehLcW6RAwKz
uPxGTd6rU4yQy2noe4jxZonVvIYRVEI1x0s0pCeGEj8Bq7HX3JJurHZOShrM3Nq0Bmd147frUIVo
5HSp6E+dxJdOqjGpHSXcfww8WYbUElV6H+5Mbl52P3KtaO1KRRhCYjJ3xBYPjr4TTT34IIKqlzbP
ICXmSH39baMuqjwf2/C1ss+N9cBGo/k4y9tx8C2C37jv0hoBV9J56SA/O7jRIRj16Gzl/QP2if7n
rLX1zyv7b/7RxSKEOqFR6KdjMbPEF58Xj2m/D7TxFKn4aKaQL4f8PenjZzSTafuoHhfgzz41t4nT
nkqO9hRFzRRN1ZXnuDHNPAc9d+SlX/vNl8/Rgo3k4A3IeYZ2eHBC3XzCBNB8zICPbQoDADACQD6O
A1q5IzlAytEabTpGSutJnFR3GYKwHpAdY7fyYHNAs/hAZLosvPmAIutdfKC0tiKtQLrhhBXFgOJJ
+NdRKLlUcQQtV+dorKy2wZYwSH4idAJLsfAtr8WwYuWkvLE62AUWnSwmiuN8cVrMPpOFMifdgez0
DYjr7gNCqOpWtYYK5Vrs0UplLB/uv/0r4GHx9nNYScBM/X/eIpfTIqw0Lo1yJCUCGXTwRe/P6oPN
QU6K/wBUDCcFaBWVlnY7UzFVRApTPgbdAmSzWudMlmUfujzXaOMn1TszhrSuREH7BMhI2dfdZD/0
iWh/j24kH4zQ1zcDqoJbvdfMR6yXv44TSHxOZTIHZn7Dpaw86a0vPeRmJExYPOPGHDcxthMtljbZ
0VBMMa4fjWcz6vN397/GMtjmkKAnNjeT+CLWVYbTmDaOAqk2nZqxRuSvR/vSLZF3CzN38PDFMFcu
pmU+Oo9nqiSKaKM7NOLm53lzN1YtLfqk81l6eidPiUBhLcU/ZReHdXG4/2o3th/RKCVnBCNY6K9V
/zdDocLIJTwl6inRNHGUU2geeldZyxFvjUJRm+ayDsgMwY3LF0JxRYsLq1dPjUVEq+e9fewhLK58
tquaxvzdBK03aGKUjfB+vBwmR7k6HppQw2KdSxbEzBz0GQTV517kyUswDP03C7YWgli86Ufs7TTk
GqBNoiKRoKrppUWNVu6/f2HqwfRm6NHQnlnsJNxFIkMLXfUEMw4wSYKsLAKOa/ngFcQVCC2dR+IY
qnMup8TimCgsB9VoGwJWYk3xrujdYNxiw4R5WuqmyVejiMNvVHDHbusHQXWKe6MjRUvgaG7k1EQ/
aCGa0dHCPfKXcMLmvTGkNoKI6N+5nonqprNyrF0vCZ4XwRWAjZxr9K4u5wqpVIpqo0WJQx25Vn3L
2Wpj365c79c7l6I/6DzNJOU3CfIuRyHRd6D1FfrJFhweqKqHJFtG+25CCvkYywk/ufuzfXNACsPz
TQ6eZLmfuOoCRChRpBS+gwZFhNc3YCZtJ0ktsQXHHOz+eK9h0OVBzRu+GXCxvCgRaHnVGfopN1AU
sKN46xjoMJv2u7hE+laThXPsldbH/QSBrKyBu0LBJtl2XVF9pB4CNzmX42PRVD+HxIl3Fe2Kh1xM
yh5R6PvPen2s8ahw6cDtUbOAtHM5GblpxaBceNRG6XBwiEDNlgAnvcjHOe3+UDen4c1Qc/Tz5liD
TIoHH12Ck2siS0i/gApTaqKnJccQgkW8FkbeWs3sboEvNKEy5fHL8QJzjEnOMv1kRGj1BbMsVzQW
cuWt5j2xnGt2NjMAW1UVYrGa/XIsBpnoLC6rEl7pV/Ypxz3NM4lJ9gMVgB1oMvfb/U95nQG46ith
FxtwMAfOYlB8HXoX0rtxaidDeLJN/6ql5Xymxy3eQUgkMXf76acfKfbKCXFrDueXFRiFzG27RV3R
EDpkKS02ToNVRkdObawAwmJ6b2aYzbuj3v0P4+E0TEcHTBhNncWLdqVlwVMfjBNauJRfLSV6tt26
9LLQHLcFFeGV1OrGdmC5kHPoJNpkoYvbipp3NA4wX08kOQRx8agfnM74Ly6DZGWkG6sTXOOrWzJc
ad7ucnVCThpkhNHKKTYqFUkx+xkc7BqY7sbrAAZGeXUmZNOtWkxXbgymo6Crceq6tDoSk4XbSZ9F
c4s6WHmfGyuDXgyYa9IGWpOvsL63u9vNECRGnY2ZcvQP7VAYz0kicDztcAGgFLhm/X5zPOChZMAE
MPbVq4V+MVLTVU9xPJm4PffdN7TTfyiIIb2fkiFcaUfcqI24BDEsQdtSWffLW2ss0F23IqGeRKlO
h0a69dkIM5QCfV/ds1vDfeBUGh59Tr+32jp/bBBwXskAbkwnzzDrfcxxC4SiyzWDQ3M3oruvnhwq
+vuoR5lRitg4GFRZV461G8uTyA17ZJIChxR8cYVFaMAKAfL21Ee6/4T3fEw9r1ZXzrGrPgUR0tzE
IxfEyohW9nzQvVk1RVU4WT9HHKPtlL8NpeNCNhR9Z+W+/thg9vCkwm9+hKFveobZRp6QLTpKpdAP
hYAImxrRf0ppaPCzy3yfJ8Be7p+0t+5y6h0zC2sGKFyFyU4dO2OjZuppdPG0CGwZvrNk3B8jFDwG
iFwH4GDRY5pm33TMWt/BS7QOJaaL27yMrW9oohm7tnbAUfTgxNElTDCXq2t8XJDsliuBzq31wayZ
uqD1Q/9wkR47eZWM1PnVk93i26mUXfaxt6FD55a/RiO6cQPNnUpqdSB8QAUshtInE8dOK9BOacus
WPQeZkpn/r4VMc4KFExn7pbKDaG3f+7PyK2X5EZAeQxHeTDTizBCRnqDduakQfJofXqh04/GktYx
jbV+d3+kK1D0vDq5Zuf+AKJn2qxz8XZ1On47Jcy+fpqc8j0e7NNBC7L2F1dD/imFfrmhRtTAgk61
H9pQ6F+sJh2PBsJH95/jRojBOUeqq+oorwEFvXyMIYyiYqp7/RToNVzoyXyfS0dsOyol2ymmmeUH
2qeVIeebYRHW0FvnynDAs3AVzs/0ZmPC9VeSAaOvU6lF+CdVTpi+MwdoVhvalylCmTJ5RI0ezptT
JD0ywVFt2fsCl9+I9s2YnPLK+kt/sQ63Ok0V1CdU95twFfFLIdBU9qGNiSf/VwkaqrOT/G8cywFb
SafBasTvGzycasU24h1UfmfaOJWrf9e6bHw/WoM84IugiGfTasJHu6JIsWGZV9hDZzDcE4kOKW64
VUuTwiqbLYKn5uSViuyfoCdhpikmlLy8UoUGjr4+9tQbtC9wNxiwkvqAlkTfP2v2qAFkIFFCYbxQ
HFpYVofcdjr6g3JsWSoHyxb5k4pT5G8IY+j1N4RbHxpdgFSDSlkcJmqGhVe1TvHNUKSq4yY8OZPX
hWX/DbM/tMBdI/7jW3VRPrRdYM3VvhoJMXy1aMm0bhEfbN8P1qDltxY1iCGNh6JyAql0ceRONKJc
Hb+NE/CcD/ZUau+ayJ6+IALW/UWPRz62kBhRm2izlxw9pQFAfNm811A6P95fYzeuGBIhYGZc3xos
n8XukmaiKDpW8ZRY8+CBPiJMRNsJDv88yryFkY+eebSIb10uZIwadB82uXFKK2TLfB1Gt4l2wD8O
olOp0UAEIbgEBGyZagxCLwa1bcUpamW1q0yB33QUrd3JVycfoyC6CDTPRr8OJtDlq3RaiCS1r9mn
IUZZE5tW/f2c5Bwr21w7+q6Od5pZ7PyZmUzYTQR5OZSUiWm0UaKcCsz1Nl1afkzUscWHN1cesTNr
0SEIh61jFmvwqhsDE2K5JBgcvVBUFxGrFU+TVkhDOQla0me7RhshrTKE9qbsj6OGiIslaKFEEsWS
+1P4/2WAiyMP/PsMdJlV3WZAwuLIq0CfTtjkJGenwQVgruqE+6aY0ueuUaJpSxMMxfFCq3skxPT4
aDVWucP6F9wxZhXPZqBSuBAZJmZm67q/syK2v0ZTV33o1SQxPcSHi+IzhRXcSstkzH1kuKVo9oQ/
xa7KJwyvSj+sml1t6IlnNw36gRXyTCjCl8Buthyv9odEs1FDcDtR4B6TNnbmYUfaH+upDMoN7jDD
ycXLFjuaJI3OQnH7c5qxAb2x6POTVmXu+zrI059xoc3Gi42LlCVSGN0pQen6G/rwaNzAypD/iRpH
341o0XfTbH/YWKNEhKiV7lNYmHjecorG+K5o1fittWRgeC5gh2CW4MG0jAhg+DN0lvEHc1v1bwEF
mKw0bnQ8EkGUuthJRfCeETXQH0YrSqwtjNMGIbn0QeFk4vgPfBg9RstiOCoJ5h8jPt2fEGhAASqI
UnGs5IR7+UaM9rTr3CTAHQmQwgadhDHc1q3R/elRFUOlSPbBLuh1o9+juZI3O2rm0VFT8OPbTjji
okeEgy1qnlTS/ULP9+g4/OiMNPmWmWA4mJvCVV7fKn6kBmDiZIyXhelUTehhoIBuGRrZzffWbPDo
cIm3Tk43xXsTT9uHyk2Sl7TuDACgZWe8Dy14LygyINaNiWDeBCsB+1WQMK9eqhB0jZhj6gKLHdtQ
MiU0iM5qg0XP4KrKTouaAhuQst01uMltMW4ZVgLO6+ouHRDU7eYoaRabWxIlVaUyc9E5yVmJacRZ
siq/wh5EXUNRsIQbZXxwqjw9JAWN+BDXoaNBR3eaEu3JbkT0rykonGhSFgoxtHFhg8/n55uYJUak
qncTPzvzHCGGAj5GR4M0N00PIzYYfXflarnOCYmlLfqUNCEYEwbE5YBdmroYSTbFWYuTbmMgOnSI
EzjnqJ40H6beGZ/URKh8/Uw7RFk6ftTGRH+5f25d3aI69QqT1J554Ep3F7eo6iih4+SxfkYzr3hy
xrR/Eno2rkz0jVFmXQuihZnETXfi8k2DsK8r0YQmnUndIvSx8DkCp7Gyhq8vOEGpAmXHuaTFFTdf
Dm8mkJNLt4GmmSfLrINn28SfddZt2voICdz/atfXDBpcM7UX0NTr7F2OhFxOP6l1Yp6mBkJISNtj
zEeMK5Dg2Mm+sCm5dkiR+cL9R374rONBfEHph+4hZO3F/ZaPIWDSqDFPs3KQJxS7+RkMlbl3pTs+
JkJiITn6WGojQLe2WueVcHm/Uemeke1UfCFpvwoBv/m6jT5aTlZl1snPxq9j0orP+AvGYEitEKXW
8NAW1fjA4RJuxewtNGho44r00Crhr/sf//VUuHwSLlnqNnTX4ZxSYbj8+o42UiwyyvgcolmzzaMw
2AdJpn+f0lA5qLmCVlbraMcSGxAvcPzyITEqG6iaoXziznF2fhIbR+EkzjHSOns3dhCENb/sznaT
R4+tMY47iE4nNUCCB7Cb0Tzi1YSlMNCIRz2zsULJLTSOuChWTqBby4r6DLkpJ7B91ZQUGCGmbmdZ
p8bvuw/WRElgU/a1jqml8sKygk8LOQZp5ySZvtz/qHNEdvlNqclCiIJXSYUKqNDlN+Xaj/F2MKwT
hAq8LrsoexfZQ/CQjan8UNTOU1ymkKdjLoeAROv+4DdOQkaH8UM7EeAAIMjL0Y0wt914IADuowK1
kzwqj30wNh9ylPV+2EVibkLMb+INj1WdAR6luENZ9Yf7T3FVEmRvvX2IxfmPo2jXT3ko6PP0eM+4
JssKzWdk+9DOQDUg2t0f78Y6tlVKY0y1O7eVlnCYAUaERPdOnPB4xNO1idPkuyHi7KfFXffRKsHe
eq3q4EDblq3xnZBIa7Y0VmpgMzhStB6rQbLEbSVP951sEIcTAG+/ExMB+8M9DovgCihuuYmjJjkS
gVvgQEjq4Hy0kfId0zZdgfyWdMdU02TjJcB0fw81Ydv9N70imtHdIGUEjgUmBq66tVhdVTEQTdaO
OI0DHf6iUZQHt6nd93Hmd3tqlkjv0tMK8QED09njaAh42uZhyzas9w2GAWu91eu55oHIT+Zqs4o8
wGLBNXohe1lU4gTmrz7nufsfp5c82pi0PUkdO977H+D6/mM4Fjd9iFnufwkHioA7VpE1iJOmRcY7
q8gklac+fLg/inZ9fnAeAhFHQITeNDT8y22EBJkIOZntk1kp1i+A/dQnxvCsRbr7QS/w3g2UVvlu
jErzuU/H4dkY4qc2dpU/MN9IDPQssPCU8p1kq+Kge3J9N9iqqZFEXq714woCY95OlyfO/LDwxWmv
ce4sYz87VaOyc0ZxknaANGcQ6LsG3CVsx0bf3/8wN74LZ8ucWL9Co5YbLRGlFBHqdKdEFtMhQJz6
oEy13OrKgHIlhZytVUh3W/eOurLHb4xsEVTPkSU876uyf56ivRnbYXDWxmk4Unca9kGQiV3qKt12
DGFj1DjQeH4o1/AZN85U6uGEsrTJOdTB+1wuhkb4SWgPIjzLJjzrambtsr6qHslgy22E6uVmmOS0
SYhrz6hAvhioVay8/PUmm58AvxICFYqPyI9dxGOF2Vq6WljhGaANmSFiBB4Nsm6DkU+278BAr1yf
N8cjlwBpwzlDc+dyPDRz7WBMnfAcd1VzMBykDoMqw1C4dpBYYsJX3u86Z5rBQ7DFBFe1BY7+crwQ
MDQOa9QZVDtGPCJTEHWJH8rBzTdjGiAtE6LBd38lX2NCyNCo40JfmoE3UCwvx+yAa9Nq16IzbqzD
p9GC/LCpcF/CE3BUws7z8xSf+MwBr5zoLVZp+M2mOs4ic9yA73fsbEy9lxJhwWg4t5Mw/stCGahb
MTbZh9io8zWR+xuzQqsJWDC9PWA8y0NJuL4VFU6CwCGLoMUYbNNHkUnibSKiWeo/7n+g+Ztfniqk
GCAPwRwgRcIZf/l9ULKcrNYJ4rOVuuMGsFW81S0cuVyqyisR8e2hAP0iQTdnzIupSCmqZ3gORGdg
a86mi4v4XaHiWRUkTbOysq/vD96Kr+fSSuO0XBZde9SrgxqT1bMxVcEBMgcWuyY6m/e/3c2ZejPK
omqnoDk8WTGjhEZte52aghLEk89RK20PrWba/g/D0RuYoz5Bk3Dx/bDw7XFnVJF5Hy3zU9WVk9eP
o+1haOs+djJcK9Hd2K4U1YWNAwD3Pi25y6UR1qpjpj0kZB3M3x5OabstSoFgtk4oZQ2jvx2jSvwP
Lzm3lwHF85IUFi4Htccs6OA9xOeZNHNMKyX0ENEQuzCMfhdGvBZJX4fx4N85IijjoIHDQrgcLgws
JTRbmZxjTcHUzsifsCP9lFXmX703ztiQvTMz6/1QYeB4fzJvrFC6PGT2OuRvE+jhYmCKJJaWchb6
HYd7FNjGrszGfuVr3ohwuMhmlUvSbq5VfbFE29xvMISnTIWmCXwOCFXttxwejYpXIQkZCs2K9YBW
bos9g6D42UHrDDZ+j85QpBsGEnXSVP/rBqhsiLZjD4pXqrVzZDzt296dug3KD8lamevGvoLjwa6F
Dj8LeC7OpCHxrclXqAzbMptb/G11iEQSHZIpFt4IY3NlLm4cTERVMwGfBqcBIPxyLqALpqODkuwZ
R+SXiHL4Q9z0/0GLWZN9ujHpgM2hpc8wIoacX/xNSaAacG0vezs7B0EEZbqI8TDR7WFl0m/sW9y5
6CTCjqOoYy2uWZGNmll0ZnZG8ocum4o9u4S65hXCTdCnLrBg1k1nd38937po5xG5ZOHls44WHzEb
6rFXuiA/S612PDCVc8gyBBtcz9WDA8DgUIeFPGeDCda+QLEtTl3rZ6njDEIKjT+Pr8ee68YaYveQ
oWqsvt6b02oR8cZcz4ZxcxeMyi3cwcspkEiCB4EY83OM8eaTo07U2FU5wBx02pV5uDHbTDVFQppV
FCuXmI62RdLJhpp/1tF68mpcWjdq2mT7+x/+ik9LuAzREgQCt8Jr4HD5RqotNbSXkuIMockEMI4V
JnLd2fep6l93Na0Ueq7vpjjoDxR2in2Z6NUzqqTUDCxc28upheKjlP/VZRHtAU/lu9pPh30/JdGD
6NMXPbageuvl9DuAZuelChy0++9w60uBUaA7igQd0cgi9FZwCioAvxcEoqrGKdwIdDDCNY7JK5ps
EevMYjlkfDOPBzTY5ZfCELcFIuuW57w1E5Zj3EeHEkVnZaN0mZFuO6OMfoUJXOFtpbfG12kMSnsj
TdP/SWtCO/eDPnzx9aD8lE9C/PLzsWn2LkY258LS/d9Q6vScGuOMuK7jVis3ieNnK/vs1qeaq+Bz
+flVLvHyHfACN6qowEzBMItZCKH1w83UZO7L/Rm5UYGA8YSCMYgPWJLE7ZfjBK4oh6F1o7Ph+8gr
yK+FpJ2SSLphDRX+Zmd22i6uHG4Aq/G6QT40Un0uJvt4/0FuXNBUqGmM0mWhjKrO3+PNkWmgNcCE
5vFZFLh+ITo3PCC53ntG7DYHd5J/x9zed35bfzGGPF1Bgtz4CgSqpMIO2ESBFPEiPEB8XY2h5OXn
2uhtOKTa8BVf8ngDp0gcYtwqk01pqLFnqUX4LFEj3ZWidw6QVmMPrwtrl5tGsaLTeeNO5/iaeYPw
pYAE4Wx58UngywVhaFDYs40h+Fk3yQinFxTXyyh6Bdn0SsfxGD+NAO06M3qKq9o4YmkFtKELNNXf
RfxXv1Jbo+w7RDH0krYa/sphJrDGuY+xONGKutbReA3cLjcf4HPqCTS4aTog3XL51LixDynsUnKo
xqw/GlUovqTBXIILaFCgG4XgZLEl/3B9z4ZH/cCMlAdUqSPFk1Hp4PFn+V2yrzBE/1X4qvbc8nJ7
PR9q9tmg9AB0BAr5u9FXCsVrOAuhMYpOB7o/6smpV0zYOXapNC9alPFv8AQdiWZr7+8Sc4g/OGM0
OtvSqCQOh/Cik23rxuOz1REjbqlyDnB7AgfqQOPmudf7pSL2RgU8dyedJgq8rjbScjuplU2tCrTS
gxJ0ofqoTGFzoLCAYwNBRn4WWm2CF66n+o8DZ7jk6RAvIwuc3czeo2o0nUoJSGOyJvG7QCWm2vim
Un/uWr1LPGzf5U+1ts3EA/1pxJuySfLfvt8XL206Cbkjosbg0UGNxUsa39Jh8AZG6plK7wMlGgZF
fYxkImaJ/6KsPY3zHdFe3wZ3UmW5dW4Tq9KpkAbjnwT+UeWNbkMHNUZGSeAijBLlpmsa5+9oljRl
V7b61dk2b7UZ30bFU1D8WSxsQzGtCI7MdBZVAoSI8wDRyKoo1RSXZzzgs2DCem7sJjc/KG4q1S8x
QNd9r+eoAIIU0ZIneoJDuWmK2vhPHwaM0vGTxyzCiAMPJw/B7kANsfOI+PQfOHT5rQeLTmLekqoQ
XpmCj1FHUrfrAlN/iZw2zDbjVMMUN41abONRG570oZ1g5YbY1+/5GWMzAtz7GeX69LVQUzZO1Vcl
phD4YJ80FLZoNrVjku5g8Ka+VxRRXu6Socx+meit6ls8ZVp9K9nxxEDuKKFopA6pnd2XxsuA2ccD
PhwG4h8FcKyDFfdjv6lNkz7MkLZ67QHHCvZ2M4LjKozetfZOV/baRoEx0UJcH6HZ2GGu7vJizLax
HmM3YlRoMVSBFf7xy6CIAEwGYerhSC3CR7h9CglAbIR/1akNvqHwGX/Swm5wnqpaoCBYzkwF01BG
bKBiSmAym8CnyTRBKl4xsukpgTSd77ggzRd0bXHj0bog+OnP/u+T1Ht4ctIOYYcrwMs9Ran85zDJ
kuJ90Ca6fIxxZuwPzgjubD/VRfHp/hq7qi/SEJwBJ5weM7pHXUQaYeTHadS1zVnGTupZZWk/mnp9
blSsI3oLpVIrlb+awXBXirfz6XZx+lHRh1xG35q2xSwYfXn6jTExWDyN9blMUsMrOiSVi0BHhtE3
q0Pbr7LNbrznTF2nhMQlTkazeM8mzrXBwbvnXKb+U5fSfut8wwHsmz11dX5gbRW7Rjf+OaslCuUd
iTRpNdL9XAyri0BzJr1vzuHMiJ6F4nepQJj//iRexfC0BewZigpeiTLIMo5rpoztqWb9Wavs89CF
P1PVdN9Js9ZXVsuNgQh9BLVDINOsm/nf3wQffossTqB33blAGHtL0gJHk5bAPqnqtTD+eoFQEwWD
xRKhxE/973IoqYFaIH4czjnCwx5nwrSDWuk82WOKV9OMgb//Da/L3dR73w64yNdiowC01A3DeTJx
knHhDHruCBXfSHTEL7gND1ge218ti2u5DON6Q+G8WAlmb3xfCw2Q2QSVWgiq+JcvbdpB3NSOO5xd
I/9buFbynI+TRhSgOisp/jUMk9clq51jZtYM5YXLoUQdJ5VVK7gY61pxUDLRP+E7lu1q7BSfAEk4
XhXI+GNe+PUx4KE9wGndVqmstSe59c6vItsUnEhDlg8yjDESuVUryc7NejPIytqJNiy2iYut2Moc
3xprhhSqbMr59RffFykY0DtpPZwbyzgkafBDOk70UlXVxvH9g9GF28QIDuNQPYCCeAJY/bllGW5K
21Ce7RqzSC0XK/H8jUdiAgA70kikCLLMK6LOiJypm6dcDOkBAUn5IZagHGudwtK/nxOzmBV5Mb7y
FPkWr+9WaY9faTaea6sFnZbEzqdY2ghIGghI3f/U171pCkeCHiLGGBDTwLks1hc4KCUMTO0sQfGS
/6l2ru5NYi/c4l3c08BQxqXiuUNGyJvNyoZfVEVT3kXNgE5uzCfTN7gYFaeKi1Nuxs7H74J4Op61
VKE3tH5m7EABil8TRNEPacTl69WD/DtMRfKbW6cbnzKpTA/wf7ma7QFs2vPky/yfi2W8KE83Z4ev
sqPzBL85E82h6LGeE+PZMgoDukg5bULKWh9pLlQr6dettUJf9v+hVlQxF3tW6bteGRNlPLtjP27z
WfkvzDIY/2M4rm2Vud56eUHzWrOzMI1Hamf2Yv7Qgiv0STCW1Ua2V7S485iKQPc8R9bcUMJnGDLK
NoFZf2Q+3kndLVaOqHmExRNgRs0JxRJCEWZ52dDhtAaC7/HcpMD+0f5SidEC9E6Vib+iGP+Sqjha
E2dmaxfqjctnvq3phMP6g0y2uHzock1W2KXT2SKv2ZgZPcBayIrsyGTgQfv3fUmjFcYzBHWwv0ut
uUqkdW/bo3p2YffYkV59MTKjfRgkVPT72/LGsQ91a+Y6EX2RfhqLgKTLmmYq09Q6T6ApvvguPf3Y
ddg6VQW1a9Mj5PtQKOAQNrlIkXNxJ3fQcRpNwPRUjf31/uNcJzgzKp4SMPNLXXBJdzSroEdA1O7P
SZEnkItr13Ml7qP3R7meTWhCgM6odc2lm+VSznU3qiq9ooZqhsle9jXvrJvxg9Y61S7pW22lIHHj
rRyKI9YcjyEguEQLUI9HgiOozbOKqM9G5hTB6sJt9//8VlyXYL1crvG5ZX157nRlU1Mwb8Q5r638
EadYcewC7FvJI4bj2Kvqv6KbOA/mOjag+HmmlhrbflOl02iO4kxnRfMy4tpdp8rY64PUPbbVuAbG
vN7+kH+AN9GsQf2SPy/fL8sDNCG00D5r7gBjFFY6fJhWeQgqCm7aVDfelDv2YVLCP/c/7Ov8XB48
XMevQEUkZ2fz7MuRRdgiI1LzZXHKkn9Nk6A6UFI8yToFf2mj+VjSKd9GjQPqXk0h5ZSx2NLmNXeI
JIzvcelLPTc2fjVEiAj9hfnZQc9477e2uYlsKz+uPO/1euP2IYnixHql2S5uoAZ78WDoDPtcpUq+
E9CFPLtr4he/QLZNlahHur6MtqRb47uiyUuy4yDaaW2pbBtblHicmpaXSFA69x/s+rlAUYBqmCsX
dHiWcAq/53NYwRB89HXA8MTSuhcjWLmyu53rmwoKOicSIiyMgefL5XSBz5JWTDP7o0Jl8uzOTr+b
dOgAUWhlK38Wg2+e7YrygTfRV3H2cYCskBdFmlYg/VfLZEMiU3xIue5gYoWR8wtLqk5/dDBNOuZx
4B7COAZL5viQszdDGQWSyldTTdvRctvzWFm4i4mcRHuj4r9s4hVnZV+RGZ+ehMjrDF2+0IUNARB9
M/cepx1mqckRt+c+e7FxbEDqoquqZJPaIt1RtCm+uR1c/r4Ok49cz9kfO4jM9ogiVf6lqk033uVl
pH/0J9vek9FkP9WqCGskO/wh2wpe5j/wBuq04RSaXnQjwb6raUe0JgxZ149D2dX+TmqV9gDsI/4T
lVqscrOlSeA5mVlXSNiJ8qnp6vhvRUyKwrkeTN+qQhcf4qrDubaYEuN9piM8eLBtPHDQBB/6YNMh
u0dbx8eU9ZDip+6lYSpYVxWFVnBTQ7vT09J6pwR+CFKrNGUHYlEk2sp6uCqQU1UgwGc1AJqigGZc
LgeENbvKTtvoY4wf6wdXSEw8M7v93pgKki5G3z7WtmLsiop214Se3EqMdn1sMfxr3Y4OF43NRegQ
TTjUmHiAf8wT43s24PlphYnwbBkJirB2d6JxMm1kj77p/d02//DFqYXQKkESqHJyGJSYF+8tIjxr
OkAEH2nr1M9DYff/x92ZLMeNbGn6Va7lHirMg1ndWmAIDiIpiqQ4bWAiKQGOyeGYgUerbb1YfWDm
rZKo7GTnsjsXSpOCQURgcD/nP/8Qd7lrnBbAYgcnLbJzin7tnUf8l5PtUJmze/PkwVCgY/35ZGsV
jyWPk3lVd3l24/qcXUHqWJJ1lX5wZJkeWsLIwqZs5QtKXfXOnvRarrz50nAjcJqFHIlfwlvkY+hM
Y+YT2Fdb7kJGI+DY0ZLCdOZPi78aF0aRA/amUm+t0LWzEUr25DxYvY15sC8V8cYNQaMfJ3qi+TA1
jX3RBTNOTk296XPcUh7hNEmQAqhikDaHuch6CLVY9YS47Y1ZAiPTLmJb2sFJST9DMbphuR8bxI5j
TwYk3kRFB+ce3rHCrzDzBratv77svxQ3nHrWP/4gKgzPnDc9gTsU3dxR3FwFwLSQtYIadKTfDmQz
NwlBICL+6+P9cn/vANorjMZ0FSO+/fP80O5kmG8TFFlYV73bledkHAHFOqlffVG6JAhYNx8UGd4P
hCH270gXftlO9iPjOLiPqdmW386eOkvre/M1Gr5b7LCytCqCePPepvVrhcxhoB3i0svJBHh/c0Lr
oF5ms1XWlVgzeSqCisxMpy6O6xLgqRi2DOs/s7gwuLiPZOfe+4MtTrCqfs/j7Zdmb/8cNIl00FRA
zGd/PtFVa4+FyEbrCkXFeqPPjTwOWmZ8+aBlt399Tf/szP54qDelFgVdbdssl1e1Dza5tFodURa9
x3b8da2gPacAB8zDQBdqyc9fSHiGjtnS6F7lq2UcSl3UJzDHLSI61+Z4bFvjNDMtorb0cTtfS8N4
Z338FeCD1ATUDf0Azjzn802dIOyZvd5N7avWXvyk8OsjkRdVaA/qI0TWh6nRL/ptOpF292nyxHtH
38/hzysV7B3qdVppx2Wq/uYcT7On6UOTO1fbtmznY2lYn3HVzc+ncthibCjmj2XVNhelRXx4V1Vf
Gil2I9uueK9a3PeBNx+E4nbXi3EZwPzf7BN9MHqb19Xald7RPYSGNzPIxp9l+NTx2qVbkxIbqmZp
rcjH5e77nI3HA4ssitKZ3OptaIURqy0onv76JvzlwbN3PBKRF5uJCffs7fXpywwGNvSwz+a4ZkeL
7pz52Wode7a0JNE59XqKlW9/6ZRQZ1RRa6AQZfO1zyzx3uPw9tFDIIWsjtYfTI7S8i1JzPA6kbuA
zZ+b1lR53K9aWyZmTuUelKpsIsQmjCocrFC2s6DVcsT8tcLDLbOD4d7nvWm84M++wmAbDSveLL/a
51+zLZJuw5wp1O3eZdmEGYyzaLM1Z6lXzV7YyVI7JpjceVYw8c8YLMwdmlDRP/hso2OIjqSdQ0zL
pyd73Oy7QG/FmSLYnVgXuqUgkg3KP1Lhd8SsyMrl1rfWAUpvUX8kQNDBX6tozJCSrTXjjv5Fw8Wk
3Raw3aopQFeY9obGUov34ql+8VnZuygKBdSa0Fx/NQLSs6Ex5laV15lddubJskG5CYc8w+RRTH5v
hqz35bepNKsbYoN68LqtHK7NYbSOKbqrJ2EUNoRkIGLAwiLI8ghDXrALg/Sd7+/ch/s68OMDwmcl
aAQiAVp36Epv+4lqc2RfF3xWBLp4WpZ+NUQEzRtHtaWPR7aZy5PckPWRWXTl9bp7V8K9mGJjLssI
1PM9UxXj7QNLlgtDF5gnuyyD/e9NjYXTrlg7pZnXGmEimKYfA0knhvuY++AYvXvY7Vyk+7U2igtn
48zJ6dheyr9ZVfMh0CEQuYpRDoKLt3ZHOK04o5Oa+nVF3n2EFJMrsK3u0US5fVr3ugrbNp8fZzyi
MfF8p+b4hahEVQvq+aovY1dmBf156xjGwUk9t/auN/NSVOe98UkylPWtMcaqMt6D1WzceYviyh0C
ktzuVwRflt1GmXNeeyeq8xO7McLAvCua4kivu+SdW+ZtC/r6+SBMsr7vn+9tJNriz4tWGpV3DT32
qE78kynxwyXJw89/faC3W+h+HIwqGF9wd4LivTkP9twu5AdxHsrQjHBFiaYQEUr4Xo33y1L89jhv
ijxhpe00u3wfPTLCPspjDCHjpAihhvx+X/3bT4nW/X/8O39/li2GKxlBfj//9T/OxTNVtvw+/Pv+
tv/5sTc/9an91lwP3bdvw/nX9u1P/vRGfv8fx4+/Dl9/+kvSDGJYP4/fuvXqW8+m9nqQ7Jvcf/L/
9sV/fHv9LTdr++2fvz3LsRn235YJ2fz2x0snL//8bW/A/u3HX//Haxdfa9529a39r/98qsTz13+8
fKv+wcqcybfv/va1H/75m+F/QOIH/YP/+JO29rd/zN9eXzE+7BnIAOSIFYCpbS5TI7sh/+dv1ge0
acyVwD0pt4B5KbYwg9pf0pwPuw8lgz8cSOGWUOD+61Ne/r4M/n59OCl//P0fzVhfQsMY+n/+Rrf1
83JJ04UdGSMebv0dgHqL8pgaS2jRtQfXXZfYyuSanQfmallni9pUczYR34HRztbD+JiDLV9OIQ12
9zlKrT5i0oyTRDBqvh1t67wWhLSNKC6yzan0sJnw2IrHYl0h7xCSd01auBOQcFwomZT9Km7xpcZ3
nOjwhZxcc87rGLQj/d44hFEdVmO0b3pPl1445t54PlgyldGmW5t1PGILah1RWqxTYi8Dc2xs1YnI
XoJsuVXCC+qTceqN9c73OrWeEgmrkXajEeEaK2HYx8xMUVVO9H8EShSawfO4dekjDmFbCxwy7rB6
W8PEIkFdViG+tsh5FqeGPpM3jjgPtNVBbIl1fxduSLu0cBq18qmGSvCou5OJfNRySHIumAbfbqIQ
96obm/WQLcFwUfp7e+kHlfFdDgMi9dXr8JUMbOmezMsMX10KWV3m0vBlYrWw3yKrzUyRbLYm1ySb
jUEPhRTpEjk4S92Igg6XryRWO3Yt0jqoicvtehbYzUUN5l2HbXakTGZIWmRPGJXmJhZpgv6RDpZ0
JBpreOxhENVh4DYe6le3u2hG1xSx6jcIeMu4+wpVWDaNka23thYKtyKtOui6K+lmgGqEcbgy6qqZ
sRbVqXXWWNM2HunblNkRYqXGjI3cH5fIaoLOODBMVOy/yoUnp0iOLa6Wbhrcq61WszgWkz71J+uo
ee1JP+4sf9w0yjzJ4EmthICs0kjqoCPdwWyn3Y0azhhS+E4DpJwmc2mPHFfYa+JkjLyPNEfow1mJ
rHo4Ey6TxwOcr3aJDbfT/ZgJS6NO+9LU7lXlacWTvxZmn+R8DhWPWtAWIYW4MhJllFPOpMxSRQzl
O/OjRlmbTODyw0SvIXiM2IzkAWm7wlKwvJZqbRPVdgsUo3qW68GbCrCyqZ2E4cO8VJl2I+XsOofM
gEMTrYgyi9OunLU7NM7IBHOgZjvs3CITZ2gXjZ3Jpfrxi1OZRY5D/7DOD1R6dRvl1Z77XFHHFucU
1/3pMntT/ZH8Y3O6yJYqmD91QzDMJ2peeh9+dDPm3K9E594PZlDa3/ncmjwKVuEbcc8N5Bz6dTVE
7ElTtrhhgKxEmY59/SFX6yKSZZ2dERJFNogTo/CZsHcyH7eYACRVXThd7fmfKph/TFKbRbNOrY0A
xFiDCYWVY7A63wHRB/LsS9GUie7UmDvqJZZSSYfLhTyoyc2NhHyKOj9erEEvjgILl9DI3yDln2eI
s6G2pRToF+aSsXJhXzaYL7Kg5wlrPR2HS+x5HR0S79LkBwfKa5YM6eq5odIr2ZCUWOkDU7LBzZO2
2V81IY+IY1ALVZ+b1dwXx7Pe9fLCNFh5jhcWi/yk7+eqPa6GRjiRyX2Unnb5BDe22drZiIreUTaw
vdGlcSmMWovJtoYAAdFm6cJKVsK+touxRM8v7MWJ+2X1b+2AuVnE1edNGE35p0Q1TirOfVk8lKbX
fVdrigtauRht3PSrvANF4Oh1b/EP5Hl1wNl6qls8YnVnR/Cj2pT1TefVyTVZbnIxlFwJW5F4CcZT
HWxtGT6ZzoASL9ha7yLHxuKlhQijjuu1bDvWbwzJQzl74pthKu+iXDmvIam+8i53Zfd90Dc9Pe5t
u/u+LprzvTCNhiBswmGdsDF6m4c1r+Sdb9CdRBTi8mU3xuF6OS0PadPoSw9zq+0KLNYcjKxb0nGC
WW8mgrpdfY14fgGHCvwiq1g4W7uGujX6/onJrArQSDjdDtb4xXjYCLa8nWHFqjNihcqbdpB5eTQ7
3aydTJ1YZMSGobWxldrWPVSo0tKOM1NCags7YWhFVDejPBvXUjfDAfOyDctdbrYoh4j1hfGY9U1A
mkUXGYzr1eT1Cp+8Rc/mKEtH/SbPHefEZTCiDuhaUyQgRp+eT2hgX7qxmqtwNdy1CDtj6JtwSItl
jVN7lJL4g2o4M6XrNJERrHVzyHtfXozzaBoMHlbrRmaMy6PJMoeA2ThdRWQ3dXdWtyl2cKO1sz/g
a9hHgwjGIPRUWrIWrYvlxcZiofdSaZAzi1h080Zx+BJPKdwqDtu4mh/TbJlmJsNEZEVjBl8KR6V6
u8Gjr//sV4t7V2jCzEMr6LzTLBU1hEtryu/LxrBYzLolezRZy7neeDXC1Z2Vu0ZeoDaMq6yhutkt
Uc5cXfnFQeuK7mGw/Ox8DmajOVhVWl6oVTV37VDPd02lmfeavitlU6ySLkdX4WjkysBgu1Fj6iVT
mk0qMUVXfzEGhYmYZZSkDnV+TRJqmWr5SVeQvKYd2aumE6FiTwW0WtNTLmtba65Z0m61Y8QlkUVu
pEzLezHTRuqHZXanz5PX9DcYbCKDowAqMZ3K2wJfDX/2sd8SQ3eMDdIEcbhRbG+tv5V5WOlGSj1t
jt7FuEgY1/UiuqvBTOVTiQV2E8Op9tmYLUuVUTCpgjNEyOZu5ewtSzhgGX5nz033DOjKpbQ7W1yC
zWvlUTbQsUaTFMsV8Jv+ZGar+FKJQIi48QXpn/DaW1qSYDMxaw0MeSErizPbq7yPycCq+zCFDPbo
Cz142kanujEz6Xw08sW6lQG6oNheKvlC+HSth3Ul8iBs5QJWYPKL1QE/CKnhRenYd4p1WMU+s1su
MkK8Y9npDB1G3+zrGGnTmBOyNvXPwvPg15mLJGdLb9pggTsLDfAYz0C1JoNrVzL09GG51kTVmpFV
1cUUa3YxXSpzsu2E+yn7hjdztp5W65Q/NNlMopMGloNEnEqKQnBdfQzFB5c0t1H38+d+qqUI806z
L4d50bn1M9kg39BUWR42a/Eh5k6goJGeVX2RLKTryHBjMzqVrYYWcpnbDT96XZaJodrUPk6roLiU
7WDOh0rxyEY463MP6I3TLowam/lBOJX7cSxMaw67QBMMx7a18I+6WdGbap4slkNZT0saWmmmvIPT
VWYZW9DOCKxqZHlAtjYzAWy8KlnLMr2sK0L0kqDZMpvxhdsrqhCBqwl7bXavaZn1vdNzZoC6XuBA
YWoFHwd+Zv2Fwm/+1FAWTGFfDut5QKdmM5q2sIE0UwvPzDVX5J8r/EuqA0HsKXZZhEhr4T5G+CoY
qdUn9mhhMjBVPTIBhXHvY5su9i2q5ZEWPC+YbpI62ozxgnw2CfJGVnGdVeUc9UMf+Cxly/qtGMb5
oi7GMY0qJlZX0qn6Z6sKGmKXUTzdexIeechcr8Y0LhBeuRfN1KnYti+K2Ssi6RjnrvqywxPv2UeL
+mD4mGyFPTUDuTQssNTZmV60Ce6hOVMeoWzzo6TW/JzVdcnkrVZQsMc9wJXoGuV+zvrcezDXaaLo
0t38Rc8BiGKFxesXQ8/ll63PZjtGQVbkRIb1uhPCZ2tfSEkYq4Qiik0omOCOhkuV+VZYrKM1hcIv
18ei9mC75X6zB9XhN58mpLHXV9nIthZmug5kQXtSXizYEYK+6bkiPszNmTn5K2ArRLfMfm4XB5tl
aE/T/aB6Kw3Xwmif56GDVDer0s3CbmAUm3RscEYIRxM0t1c+sRIrnPomSruVFQ1PAO0OP4XUvepx
LX3qgnp6XLc5u/Th4sNzcvt6Yno1zy7sNckVHfVgpFx3hubzGgypjCt4+ga7W0feElOL9KyjIbZC
c3T1097xp/IoRXtC9J+1dWMM+TD7jArQccI5k6h/jHkunpml6d9yExVLGASLm8XVli1nA2oznRtz
XtYwXa35fADArg6uVfbXhbuKZ9EYNCUrCOqt23bjHdZQ6smcFk0LC3bnWzkyAYv0cSive1mlKCUa
torQUhOugltDQ6QV3DrRSKH62W4C82KFc/JQl4hYIvg1hnNkDv704Fkrgq5Fqgp/Pi0jbm9SFC5K
bQuWiK2VPwWSnoHUGqx0YN0F6CAmxx6+EqEgnojrK576Hgg4K7tNhJVmkBU3ek5xhpHUbp5Sdg0j
lrJ9pL2ppqjxZ0yaOru/DwoS7PS4CXg07sdJZHjHWrRvYerUXRdqdl1+KZcAimQjtSc9mBjmI7Jx
7jfTzzQaYJPbfl18zP8yOx+vAJJnppiUO+frXNfft3lZ7pjRb08emThpQkfffxuxBJwZ0k71qdc0
C1Y/1VQQG1akxNhlQP9FNPf6dF8RUP+IhMBBWU/lR3wj8gf/4BsY1YadU1VUzQvbbbKVjftlMK1u
vggKiCURlk+BfzrWgyBPfaYUnbUlzxJdaMYLfVhbRRuBudgFbCQFRCYI9b6A1dMhbzbqQShN/ANe
wxmtp1kZFwt+JyRBBoO8s52Rar01cJhJet3KnslBNrojm2ihTxTFpnkxDinnOB2FbmHYNcjtmgEQ
tXSQDapi9RlgOjBZ683YZNmGoiU2HtzcbYnnaKVnjB/ZVN0kVZufh2KUXhv7ikIxqU1inc4DIuSt
UJWD7V8hN+j3H1py/WExh4JaSutHzZgiUlmrLZrxD4E0uW2ZeYeLj7jMWh+hFCevHOrfhRV/C1D7
fw4qA+f8P0NlEYBZ91//+TO4xjv+gMfcD8z+PQSGwZ4dCEntX/CY/2HnruI5R9HMoJppzv/AY4b1
AYMPnOgwGwBYd/cJzx/wmPHBdXYur06QFM5OuM78HXjs50kSso/dRQR/LuNVmQGG/jNwLcveSK22
isnfbY7dtN8+KmuekkLb1sMP5+RPgLgdkv3fqcW/jsSBOBuwVu2dHvLDXH4wEPDg3RJXjW/mUa4c
9n5bF+Wh9vQnxrEoM//6gD8TAX4/4A5M7lIFnv23liLbmM45XKQ4z3Ei6IYFGKMYlvX76rP0IFMk
GN6lnwFqoPa5/etj/9lpdXFxZxqBHhX+w89fNp0NIXOX6lYXehXDJerWIxqooYkpz7LqnVP7Z0cD
TOUG2qOMkSv9fLQlT4fGblF9oCU077S0a0SczT7e43M7qunyr7/bn51X8H2+GvpabI/ezGdZF/NZ
kojVeUXNtGnDqaX07u2ycE5SieOu3xJ/Upr88dfH3W+QNzcQPGsPEe3OW+L6/vwtJ9cp29KXdP5G
Fm0KN9VycKPCtZ5TXOaRBcJ8+PtHRH0ChzVwSIZ5K0cwG7/vfCLTMr2h7PAHCrhg16E4rZlfG/q2
xSZl/TssEvc1kf6nLwqjAl8fIHP+BDl/c/MgDJHMx8zDNGj01hjKoV/mytNzj3v7PXsmCrzXntx7
7c8NkodP8r1p11779/m1l1eOu16tmlmxbe/NvjFs0xfnFQFoRTfhoP6KDFQ7SGD1eOSRjDk2T3Pn
YQ9PGWFfaoHbLUeL2Rv1F7uiOQ39ZiZrFOvlTCaOr2jx3SWdvHgF+v1kk/pwlQ9ywPfaL5rPI3eE
Ho5d5aRJlbXtqYbRvRWXRQUirAuPpqOyN2dNlq5PzXgrvZGZkZBtHzHMlHi1ZgIDkQM+FUN9MHEC
yEHs6qBcjUiiz5uO1tZ26UqtWic3bSkmEpDHBkmgN831y4CM5r7oNOEeCUOUV87GTPvzFLTOYbY7
1QDvuaVNoPJGRKRqAhXT1zYC1adn9mG+iqk7bk14erSoTXXr04bR9Vfe9jhJR+QR0w4D8nSB6FNO
fSEPeapVTuhT2jxmrssa0+EiY8aBaowvc2vYzVHQ964f4iVND4OaUVlJb04ONzPj5wtnXdAU07zY
J/rmDt9y7LbpNP2geKHSolpUaV9sCfM399RFVYrIXzJURN6eMRofl6xsTmpyynEX0OBBPBSSMKdw
XifHuA9IwQZ+oQv36gunzHpc2WYNoDkheq7Jb2mwpQ7cbDopzIABs+zPW13q2sdVFZWzRDls3ToN
y8ku1b1WZrN3GLCnzi8maWoIELRmVOV8QY1mq0+lOdEi1ZDOikM+EOZGZe5vAAt4JM4sgw2Ve7zq
g19e6Y4Q+Wmtz6t9nueT3MIeqrWsQ+GUGmRkkM06A/3C8eGesmtYG7IktUHRtNSuL0UMh85ZH0xM
r1fYCNRgZ7Oy+vloKBiIvygpwLnJqi31bKNzGSbyoP2O63Jh2KnInvVRk8a17S+pdfArTLuAQpTm
wUOo82W+33RwrLAN9E7hsdXZ6QPPF+VuOeoYZK/eQOZ2PUjv+1jZ0AWKoSyDaDW2mccxQCwe6YNX
UmO583RTe2rYQh12NlUd9XMO/GCv9/kUzDfrsmCVzdQ8naniN8JbRdpo15k/z/etJdTViFVzGxkb
MYE06lNL20iU+Xnlde6DlfXpUb0ZTkmDIRnJrFphY3BdB/aF3vYjXGO5QLG2t04bwtqVbn6W+Yvk
6UMdfQ0Dc/uCl8b6rBmL8TXoyurBAgV8VmawjGjM03lIJNDTZQZH/AlSRvCCpV77dTZTZ4p0HLyH
w+Ir3BaqcU0ZitWu9tlVeYoNJhqP5wzLTJMmvrGvQVdaRY8acD5r6akbYQxw5Su1WWaY9mX53YLE
0kYVeoKvHvp4zN0cTfZgX/paPyrcW4lW9ZzU1ZuTyW6KB2OcN34jBtQvIIRZGyq32PKklCn68tyG
MVw2tOCYcEgUJGMJMFQ7RapF26K3ty2ed2vkDvwvzPs8bWKMC+rbEol1HxLgi8h3UmabgfK7jR8S
+DrsvU4KiYHk75RWxCy5cEFtGngNpJY8nQEKuDiYYN5oTgMck9r5NlK6T849bqfIggKCPdy4S7WU
m10F3tUgsgXI3lcp97tt14/9VPRBope4HhzsQmZkxGMYNiSOtYdi1H1DqFdarCD54GVpTf5yPqag
F9l6ntIQACibXnbVlyNgQs3XOvG9ts0/Cd8Vc1L3QS7LmPdVOP8Coa+XNKxgzujRWrjX9WhuIQJT
bz4lu8Bwj3pzDtzDwtOWxnJqgz12xLTs0FSVOLeGMk1vsGbWtgOptMSFlAWt43Ut7J2kqhhB8eMr
Qb313FtZbBczLCRtZ20nIqcxTeZK83sAAWDu7FvQTlnwBQuXLDvLdVrdw5ZvQQWJWzojPp7VBprZ
LlX+Ytj91J11Chwi9IRvryeGUqRyLBZG/JdlO7T2R9ZcT/AgytZnnx6D+rgstb59DlDen2msa1qS
UgrOdFyarjcfcUio7XO+F/yMfvQXPRyyNEO8T0kihquySEcT4p2TkaYqeno5ipQOM/He1NfTnMTp
6qC0AFpplM2Wyp5cYtmNhIXA7jE4GFdnPpnmyWJgTHqLiFsxi2uJn5F13LL0laEzmV8yhs7f8zbP
r2ammx8HiF4zMe2a9tKjKjk2fBpZ0DSZF0fFAg4UGViI8OTZosd1sMu8NTJdDnUoHUcDO/Sz7qP0
GUCFhlGjDes3pk54YailPwIzkVCBhe09T75qVbRksDcNMWhOstTO8MA8yL4VbpNi5k+H+NyvjWT9
Eb16mnO28qQMekWcbUboz3GmwzM9zEuT3rqEwEx9KEkpGKEkp8s92gvadwMo+KNVjP5+veetOiFh
pu0/rVu1nbL7ixasnATKJWZcP54FoFAbFi2NYVxj3enf9syWAYpaD2EPkJjfR8BBk5nYmIwN8eyI
WV5PAD/+ybYn98SZWMqJBtjw6tPJs6f6XDLAccJROUN9J7psc+9ZvMeSHVliy2q0qd9F8xJ4L4ji
nXu1DcFX8FntgoF0w5UcXOPCauzqPgXWWo8d7F0Z13dWg9md40rrMGS7587iLoMKt7L2OyJtNCEi
yca0RZa2m1OUuuG0xzarfBVioJDOOLox8OUx8Zcp6l2FqVYmp+wR4t96LmjEuLATxU+IDbn2aLau
ed5XBjiIcnIb1F2CJoDPutuLvdX9mSzz2jzHdEWQu2HnnnZwnWGpI63O/O5u1kbiwXrRW+4TBHRs
OTwN2Oo4VVyco2HctiDUwG2H094vl/J00XwWTgoMlR7ycu2zgzbYJEL0KaoS/CV6V94Ih8n3WVcS
8PwRYQrLTGi7aWsliP4bSrKcUgLmYcaDMUAO4mVzLkruPCXseyQDWQo8g0kv1DGbPORVZ3SRzKBA
OYVan52CdnpWNAR5++QZG/aJmWeuFKTBer6tk99hfsVWRKVTl8HBmFciLuqhZBkuFjQ0KLZHa9Xi
FlsR9wWXXEPJXSbZmRFisiz9jq5+6o5MF1ZhDHNeFHd1YLWMQxgc5/5zwEy9whbcHW7J25JPGpga
Xwc8tgtNHefuHZ/Tv0rGx9tp0w8eOqY8N79PSyUuhtlYHnoFprrlZFLMV6IWMBRMLaiDCCt2Wqdh
HpwDY9z1aMNnQDv2ij6/aJA+P0Jlae4cuJ5eJGxrxC5HTOza/pSJx3VazCxK7Sq3AWqt9mLxff+7
SwbR50Bj3H4IZNc9oE3FsA6oTddC1x7s+mwzi/VT3k0UgKy/wOfrWmZlXLYLj3tvg5SZxsSAQzA2
HI6mTjZ9SGkMI6KSvfkVosd2V5G30ETa6okXHxSaWUejTK6h7sznuVI9YtxS+V/HPFDXwe7THHLp
dTKhZCGTAfTzUtSN7rLhd/rxhkSQci/AhzzqU0N7ymdHnUxtQ0j1MmMLEGm09hnsgbL6OvZjcGnP
psM4jDnhxHCMvTw/sfrS72PzdX6mv87SyORiqNAIwoYCKkYvcWkuCGh5ncJh1lRfpq+zuSLtrXu5
D+zafXRn70M8KjLmeRSi2Xm6D/lWbwyKgyWM8szZh4Du6zzQsGdnJW9+nxOaLQZKoZi17JHlikli
sA8V59Rgvmjuo0bxOnUkaMm9M4qx/9zP23YzvM4n4TMhEYDVw9xy3UeYzus0s32dbObIQ25QeTDv
bG3arY9Fvthe7L7ORPvX+ah6nZXibLZ+rl4nqLbNzli/zlXH32esr/NWex+9Dq9TWGaQ7YX+Ops1
Xue0zevI1vUbyYO9T3Jf2+i/hfj9/0mh29Mp/gIXlLXsvvY/sub2N/wOC9r2Bybx2KJA4gWd8vfk
mN9Zc7b1wTT3qBj8j7GxwFz6f2BBzTA+AGgZ2OTCi0N5sTsy/4s2Z5gfbAwxUVoClu2aDOfvAIOv
yZL/i0IgEQOqhDWAtoK2j57/DdzSKeoaUbpW2GZjh3JQc1aeYX+7GjehX1lD5hzSGUvUxDbU9Kw3
kOjSsq2vzaZ3SH3v9O1ENs1DVTWM+uwMx6IwsDGwgNwC1SXfXHqSmZHnJetAjZWJQ8JrY6Q7A853
B1RpfTbezI6T3lbGLJh58+w9tl1Tn0k0UWPcsCgxl+m2OPPs5ZzU7gDjxDZtz6tSh2Gbe/b1WJW2
x6hAxqLOv2BoJO+wLpQdbUuLYBLbX/dI547PIjn7SenPKfC3bJ6XoHPfU6K96mF+PqEQlGFCYsWA
4BR7oZ/xq5wA2LWqV4fmtjJuiFfqTolxZPJE6+x/lmtvvGAchcBys7c+mvcZMOGpvbrieS3v1jKY
v28Up8d4YLVGWKe129DUievORBAUy8aeTou8cqzjcqZx+uHGfRe83W8GB80BWnGTmEfWxzeQVAW2
VqkVawoLDhI0SSc9asx1SVxN+AkaLv0dQvVbc9JfDrijyT+gxRaudrk3g6fQ5zMc0z/V4A8GY0lr
tD+vdnnoPFIf0Mmcotk5aHlzVm3VRVWZp1263iEAS3qKuaWc31GnQEv9AYT8/UQwFPR9nj3yWHfI
/sfPZXY9gUmGImZtSdOQNkqe7jmQ72CAf3oUjFCQzu1SD+/NrYLnHduo13KraM5w1nVGlyhrfC8u
71Xq+eaOBFDFXQcLFBuhzZtH3LLKjel84BKV50ODFBLXuX1klX2EI5be5mNuwN02CTHT6eRuO8eF
ZsA4tfhaks0GAcI+8cbJrnZWbQChdNhyANK6hFlVMXvCDNZIthGH/mQBcIjT0vbbY+LSIiIewdaC
8ZNhLXWRFMCD18ztm3sFKHe6MlMkIzWtkkyYeBxSzM7/zd6ZJMetbGl6K2U1xzV0jmZYAUTHJkg1
JCVOYKIoonX0gAPYU64iN1YfdDOzxOBNMZWjGqTZs2cye4+BAMLhfs5//qbbLGZXUvIbxXHSRxOD
uWzCO6W0GB7/z3HVzyvjG0z5l9d+ZZS/onyf/vVf4h/tr8fVzz/4tzGW+GuNbiRAhggqxlk6E6m/
zyv9LxLBESJyVsGx9i3krv9xYJnWX5wgBoIV0gDxyloNjf59jsUgC94AaSEoQ5nO4NfwJzTvnybJ
/28x4/vALA1KuViXM9rqczeWFBp0GsO7juLCHC9ltlRWwCEE81Q1rXhmZyY/sxsi3cUSj9oxqGhz
9AsLBpO2Xz1ulyDJR4JZI2IBi4tolfI/J9hqNbfKs7STTiMDhSCryyW0VRM9FLUH0YRur/wupj55
6qbMu/Z7wPYNDKU6QYTSWBeD3lbxkzKNOr7STGO58My+2mORFu2gSY3u5czRWeyoFbGL5+1pXcwM
fVhK/hEKTN1ezz3l+kGkXX/Xli3oNmRKNPtmVjbLFkQwl4EAmlteZsiE7pUzzsbGzPOsPniZ42bb
GsVOvJ1gBivORxoGfT/TafBaCTHqP8qmAKHeDX4x2t6GYYCH39KiSt+GMOn2hDPTwEePXm+CJhcU
kdbJqQbLIIN2yOjlpIN6fLOMrWVtXE1Ez8NQDQ/kLCt8FeeobDaYaOq7YRxHDjUE2B9nN1ZglQ1O
T6GOC/5tPnSiDK1Bq6+qyk7bcDIbyIj1kIJG97pO5nVEunjYZrX5sW5nSaMd25eggEiWkdN/mQ1S
zTeV5menftY8PbBmR36vQKtV0NNbfQIWt2gy89VFvTXHUNoie5TghZQgEKfT0KhSzhe9bttj1KAg
hs5vJuxTMyqujUE+7gkrzY5YEaZ9BjDW8BW6SM+gwluItE3UNp/7aU+0k7VrE9P5mNZ2/R0UogMu
A4I2NrlRfpl7IzlgiOmXMKzd5X4ppHhGCuCj8k6UU21TT9eKnQWgMgRGFuWYgybmJ8nOr6uNVlVL
dFBmzLNyFJ6OzCtEXH2GG23VIdQ3d3iMoTDmVxIYwrsqbawsapaiM1vRfomdzvoGmiJ9Y4MTTbec
gCDyedf2wP0AlCRmnzRzMYr1vcirnd7Z1eeF+I1Lu2n9UOTO1VhN14vfvwwVSI1fDxWMl6bAOzU9
xhiyB6WGZWmbwpzWG79nzx+u4NSDACZFSVZP+3lu23brxWRxDLXOgTG53nfV1kxe6GY3aMErGG6j
WAsYb9eKaR+byA8S6N8YGk9EFCfafV/o9zlw+B6yUAfvP4cKClFjrzfD1QQCSK2Y73ru+TAX9d7E
EQj+8LYq00Pnudo64oD4N0MS0fR22uawg7up/IJS7AmXo8u0crYLvJ+drWzvx1LYzxpsJwbXt9q8
mJ/KVncDWy0dZ+VKxMEsOqpN/BtmPwtgxzPdVqBHOvCxMzPlSkwVh86kh7mom703GDdLM2UBk6Iu
qCbCRZdepU8jv/clTvN7h2EHkBqLRgnzoazih76KL3wfMKhxP6nMTnDWLR590cOCtqWH4GM41eTc
fq0T+YEIouOSjdYhM7I2KCgvF7eoSdbSbuKEaVFUPCSxlpGfjIM7dkTw3kw9ussNCeeqru9Erb5q
sr9RC6PArr+EN14c4HZdT1El79jVG1LT+urFIXlhVymE2GYKIsKvOM0XqnY+Zop4gWIcq20ST86m
jRtmDAVlC4pRc4sL1gQ1pxTdZtRhH9UOM8hogoPa1kW680hogg481Ies6B8tJpS7TDjPHhrG62bR
ixPCCkYQowqN0dI2BsmDV1078kRcioFZdB6pak4LuVJ8bDvjAbPZXVZZK+Bu5x9QBxyyzESGWolj
p/vMvaKviWM/AW4UCGR8PSzs6aGfAPXh4Ee7eNGx+bM6bMTSnAq9hxtH4XOIx5Fxl7DCoW2o3+vO
5ilY11bqt5cx2N3F4OIa7yZmvXXy8dKDIeYO3W3NTOaU12lClvfyXVjeR2mI5gIz33avXPWlQCL0
qa0svHrU1IRKL5oQdYNJal+P8GWcTl6LRDd203hT63qIBOOqn+xtb0psQXMt+5oqa9/a8ZNUiIpG
Zd8UsgurfmVkmyzTrDH8g8Q7Jkz6sT4I1d510/DMOOg6z9PLsobL3czDvaysr52HQQ+bjXaacMTf
sOSKoNfqD7C1JsrB6a7Xp2mn28YFKO51tW70CpB+iMzAWAXYueNuEt4o/GKifQqTOx+M6uAk3a6v
xjHAYHtfCT8sUC0HfaPdjsP4XOnyYo6bk2U0x27RYbiX9gf2N3lyF+659/qUjDfTgUJeP8/ldCf0
8sXskFzbyXZu6jicqupqTGd/39JmQZ7XPhQ6pi+uDxVfm7QjESEX9dj1T8motjXm1gEUxhi6MxMc
u8A6IVma71U1Q2L1qiCu++9ubM+hl6Tlpd2m2sZTIIc90V1MEz/iiGitRM9Qjv6zNi03fV/YHxAJ
XDjKvV7gfC4YcEaeLA8c7TlMvcgs2O5KXfTNi97r+ece2bhA01xUOoIAJlzYICnL3mGKg+q/cnWt
+j4ZjFQ5UlyrC/ykX4x7G9orghC3N3B3x868xjsH87vpu2u1C1RiLIaNFjdfMB5MxmPXGurQJ8Nn
PceUV3juZ29YI4N72WRHeDpSE0HZDyJ1PpierPxmB2PeGqoX0xjcSh6R8WQmTlowexFbMYLGk4Q8
SpWFGV+2o3IyO2VepoaKl0dbR9jjbiGgTJ6BQj73C3NvlRgHZ3vGY+ZU7ruevJZ9Endo1VubkQc/
HsS6E1xe/UKfE/92mhv8L7tUf4JxatZhzVlhInwaCSX9RNuXV+LggiObGylHa9e0zRKLh1yVmPlY
aMrJpS9t1tCHwuQ91LaVZinkMOsojdkrJy+DH2fJZIbERLfrWH6JZqgYoVdVd7ohmUjdpDpTDuNI
bi98uRLVVx8mWe8FCwefwLwah9V5QEwzXWWZ8hA9R2mT2B9RUkVhmgo5bRg1xU22r4tcAHxYser2
pp/BsgcuNoohLCKrna+lqQ8NbAOjELIJC8lsg8drLaWwcGKqXWPrVVYpNyKXlgg6r3DZF+BEJMUp
idq2I0ZTb9lkW6rrD7Ncs4WYL8v91CMvCWIfCubX0mgfew6C9M4ACHE/wU3t4yOBbnX1lNos1C0l
1G2rDRnnyWJGbruL2j6+TjqNWRU6NJwhOHYWxIsrmF8n5biHmtBgPGMWce9ssHeLhh+j0uf0VuXe
1DNVkZM8ImOaojBhJpbBzuCh23aa5qFWFdPy2YsxytqNnaaym8Vj/Oxt07b14BUoH55vOkbJPlcS
aU6Grmx6KKXZfYykiFc4x6Efdpqa1K90BJxG5DMl1QYOQKr25VTo9QYn+L67sBACHvDIadx9EumZ
zuttGysfTMqtho+KFy6Gj7vnGPl5oBIqmpA3XUpM5X0NYYkGQBeTPgas38hsIyojmW/aOSbAINKx
WzkaNQKW+0T1DGBLBfMjrOXC8HZyk6rioY1evoktJtQKswz216Xvg1Zz2i8QchiDrGN55izFhezN
bjeIud+3U70AX1j1VxIJBmo1qypaH0VaJ8y9YgbJjEyLEUUwqQ2tZOqPPsqsgO5Au2JyVR0dSC1X
+TioA1NcddQ6t/lYFex2YtYGAXdHhT2P+4IQVPdqmTzz4GI2faF7bFvcpQYxvvNCiAVAbhUz+QNg
M+fYEpO9UgyQW6OiAwxn7tMVGpg96Z2BV9X2tTbWxTf82AdQKC27zyZXvyJepn0p54Yq0aXG/1FE
uvPSYuhAsIprak/eMEg0LbzlpwnF5daQkE4zLx/w2vbI5DIqb6DuSc1d4sps1/jC++6lee1v4B0B
OETtB8eizioMzNmt6qn2QItQVUeBVjXeLfBe/kTLigpu5T40VZ4dpqlK7KDjqDy2qT7tRDI/aRWz
2TaXzPRaP0uDFLgr0IYp26Yx+6IW584xxvZ0NzejFwxm+YVTB49+COxf7JkIdT/XVICAKYFSIKE/
Ff2lP3R9aBV6tunzmu6EKGFj5w9sN8iGrfHB76I2bOfURVWT5AExkfZhavofndeQEy+S6oNiki3L
UV7FhE3Rkllu8DOeJF9Wtrp0c/ox6cMORq1xh9r1LlJ2csx0W9t60sHK1i15jKOzjWvduDBif96g
NU2/A5nSx7qyupYlumBjMDLG9l3xqYlbWkfFUFHZY/3AnVChzv4w7is54hVCP3l0I2M5KdnVxyFq
XW58nPaQlCeSxdw+/5vX+D+Dg/9trvDEfz45+D/tt6f02//69G14/td/+RWQ+fl3fwMyQvwFHIMF
roWGF6fo1SXyb0DGsiEWA7uQNIKnH/AL/8u/y+7NvwwipvCtBKqBfbO6/Pw7HuP8ZUFRZvKwWp6C
4/wJHAMk+gooxb0HS1MTwBjAGxIjrLTXQGlMl190xjo4hMun7ZGKyB+p7SsvLDnDLyaB/NZEQasH
pmbS3hpWP98vC8HXxzHTGh//FFm8kD84f4pjX1o70+6zAzqtbG8miPXp35IIt0rFPsD4sDnUdgy+
Ay+Ggjdr42dRxs3R67Q7aDgiaD0YHoYkSyKwMJN+SLPGDU0msM8RL/ZHty5JABT0ZjzorxYi0WCR
PQWZN6jikDSl1R3rNo+/TWbhfJ0RShBv6xYfPWOGfEcznh9zqsWAn+SK7+0jHyG3tKW1McUL3jIE
EmOhq8JmKO1b+EuUDBqtQx1Z6gNgFva2+UBxTyFRcbra42BhQp3Y+5lyCbLbxGAghMApCd9s5AL2
0U2udZHnRMxuvKTNPmFrYY57C4VKTVmKnICMhindV1ZnXme4A3Fal674AiEtne5MMbTlcSFZ4dJN
u+5HlBBjzo6mQ6b0EiQIBSyYO87UVRZh+In1SWYxbuuHsmTy+B0xbO6OG4njTyHvy66ZcZeJFAMJ
elxvsaPP4+LNMSy6um6MZGuPIyzkF0wYdZPG29S9uiO4XMiBge8Pw6+04dYEjZKOzw8Wm/62TKOh
arUQbYlX69ewUTxgLgIZ0viUakMBJ4HlrRH8FsbwXfKcLgyZrnGdeR6I04ItFcN8WHP0qKU+PCul
weORrKDrIhNde1TN4GNgSbiod+UtHdxz1xkJloED5zxEAs3KBqpmM+IjNVEBKOX53waSp41NBV5z
Ce8HXJ6cO3vBRgVYbthFUB313TgNMTU4NV0wMH0trnu7sMePji1Hlpa0HPsrNFak+0wO5g0joNF/
8P3c++yBuZycOkuGnZ70BOkhtRw/GplWiqNCTtzdK81z7qMFOmiil5Z908DGepzmvExhDpAGU04p
jg/N5PsqmCopbr3agakw1BrEBqeReXLXKTef9yMEHEnbXKrvDgIPKHK6ls5htbYnCC7jeePWZp9c
Rib5uYFRtwKusNA6/6JQ+fKlt4S4bhKjiy8XU9XFRkPkzfk+pRg4kJm2YMKP2vHGS2hbD2ONwnnB
Z9bfWe5MugUEsztkwFhzUzPPX8uBni0cS4+Z4EpZ20Hd9bci93qOLG+ckXyBIwVQDa3PKFWjFXIz
/DuwWDPbNtWMSraalR4qrY4jgFDVTNsF4GH5RkVDHm6LND/bJC7BYBeYmjbdAe4VyF5fkAJFXGxf
33ioXptwWrR8+VxS35qbigmEAwGwMewbNJlDv9Fn5LUtrYATaHjUxxy6bf2ZEi3ujzXN1RK0g8Tj
PGncVG7RbY271DC1dBNJ35fbHvsAxWTFSb7VubQPlaGSG4xTRnsnSZn7Gg1WNq9MCxtgSNHVwe0w
VHcZ1zavf4Zh5w+8X63b2pzMC18oCwcN2osXF5YaFCvU9wslrzkPgbskehomWpFWF/iA1+Ec6+Tg
TBB/DxIklcalikvYzLP5ZVkcqpF+8aoH7NjE18kY8N1g9JnG5AhApNvUIupwVHdhsSLrp8hEBBnH
CeYaDsZgZcocbm7sIb7MoUOGSxw3N8vg+A8aGyuOPD7vEBRgWx4RJ/lgPFhJRIGEflZACCQ6cNNk
zYKSdrLHUu4adFjOBgF2UQaEQsUQquyxCrOoaqoLHI/LL3AgYFAUIq79vdVVsXs00X5BSdcgHFKM
aqaHUHMsI5bT3hpUFDlhqkkMQvqxTZZAi6CK4+6hZoNSh0DtpVUB5L/RuaorB8Y02wnOi7C04k49
yib2t4y/LDxUBpNUYg/kOKtq7Dtp22eIz7euwr7WhmVG/zYKcLuGZ9zx0ij80U4R7svEuqC41Vkt
TWt2FeCRrSUaAnNjoOWxhsyV4eRCfApKO0ZF3ViiaXMi07QmQ38sDOOq1MvJ1OHkGHwu2BpocLWb
bbQBbENM1E0hXcAD/HHltCcBdlmh7BYe+xjGMcbLwxaTB0tdSpFE4OqplTtTfqsxnvPwJ7B92Wyz
ztC+C5j0A8TweGqusAqA9VeWxqPA2yP/NLta2YXCG2Y/hEhWfkrhrlZEpg16j2RVzE6gR7JvP2Q4
NA5XkWW76pAJf6GmnrrupRDo0TXMYaZtzzwo5gvW8keCl0LM7MPpetjNTJgDIDBynookWT5rSq2q
t0IuMIgAqEDNOztyb8zcSuvL2DbbHP6NHnm8JomPJjWNJEQZhUuxE3haZ/b7puPLZzBEJUhNJz1Y
uKMUGOJt5tZZ+pt+GQxUFTJGWY88XnU71yhkajEyKhdrE2dsz1CSe+dogWdJSKlDfKTLbNWVkgMI
oWHymcteL9PCPmVOM5m3i15KK5gKzJF3zVQ6zgf4BZjsmeloPsad5eI0Yyw1dLfWy7qTIuPz4KnZ
u+m5I/+exDLscDRODcE4OxrtC2AsTqy8zbURJAH7rfKmz+G5AUjp4kYv3bwJlqGHa5Sto+zvKLpi
vETkoL6Sxhu3gUQccBIkM3wSdRTt3MRmG6X1SJD422Yme2OD6N98hDSV1OsmZFeP8CLTL2SQkpNW
l7lH+hPjVucoQTXSDz4gwCdj1k1xr9HnzXqgjTmjd3YS394WjaN60AfDb1/sipu6r4DBfEjkcsSr
0OvJhaPr8Lrosi2YS++zWhXLzuvyLg/6qIMUEqS8EcjRi8ZmhBbbeva9Lkan3kJ+W01XWIvYuEm0
mo8D1oCPmTOhd4UHyhfNZLX+pgUq9+1KQE+PszV24nNcagIjFxyaUJNQK0YDWNAw7eo+MaIrUuyc
BZ3kEhuf0znRs+3SVL6bIgNuzMfSRAFxC3ejvO3ryX3MCpAuevIcu4IBSyXCCAxGFVuh7BrHMwv+
IY8NUSt8BUOm4+OQMX5nd+gKsZs9WqoDOn9ypcbc1UAH9Hj2oONbUEtZ2/o1NkytwAghWpJj79Vw
RjwHUkDgLGiuoPuOPbeIj80AHtqB0GwtEnDQd2ozFFzegmtjUgwQClLyTEOTn72KfC4m6oxot32j
rDnonJGqvDc4knUIwkHHqIvP9+AQI7O1rSaEcNI+4NxYk3iXDMOAQFa42rYA3kXBKmqMVwwDx70N
ni/+YUmx97mYfVpTicNJugOGGS4i4IFvUd2VIzS+xntssBZRoWTROJ80WNB5qEeunW/mfB52lLfF
i8M06hANGgJjfAW7l0oX0109jMZ+ZHKbHApT1h8B79S8s+aOJZq6bJ0Ot3CMzbHAVSPVP0TtMty0
mtE9u0nKAMrQU6RFay0ZaIuGQB4ZHZl+UGZYL5pKWPVeTCBs2FWp7286X+km1BZsDNwNkXOxs8Nj
zL5c4NvqctONVvIsc9mInUCFQdCbnQhOXgm3/tiMlvOl0vLsskJt0m3iSIfZmC+VNwYq16dvomXw
ubHcBhZtT/2YwGopHEmdTT99xRQkudaMyKgYw7XIEjq42xwN1eDeUrX732BXVLsMXB7jflDHbjOb
A++LlQH2MJNIx8/JotzhsPTJfOuMq7vnjIL5YLLoWPwJY5MtupXpKdczvzpKCNPFptM0q4EyajDN
gcU5VBf9hOPOVtXgWDg9sbH/zbF4Zar3qysbHegvNBpmkcwmVz4R5m+6Tjt61h1WLad+U9YlwCAG
DBjQi/gTUZZlWODJvop7ShGMVK63VtpXh4WD/T3XytcUm5/fwCXBioaaWCMHOuTr/pTDsiEul42y
xlHp1GnS3kXd3L380rb/A2/qzKjw7xvFG893Dce2dQLSX19mwZsktxV+xWJa6i50mw4/q8FJ/Stz
UpiS4Es1jIRHwFRaaytea6NxLKgImJV+Jo86qd9hcr29b9tdG3IPFaWHJfcZ56fPtCpCLgDLbmbW
YGDPfSijOf7w+/v+p6vAwcCnGoYHKrezq+RGUo1uQk0vEDgcaVeIpbGj8p0U4nOMASWkbZAUBZiB
ihoOyeuHK7BEEV3mlWAFdNNso4xA6SWa+S6b47ja/+k9ISPiiu5PYhYf9fpq5HZHTk8+E2WRz0sz
C3va6vhQdu+8Gyu17RciC+8G1h6m7TqegAZH1trr64y1PnDo8G5EUTlmu0oTVI3R3MJXtOpym1t9
Gh1/f2vrR55dEraphaUwFB/ios5eBh8CDwecRLvrlN3LSga4Rd03Xuq4YX/WFyW/s+lPgU5W53sp
KmeqXhNK0Gq4DSaFpmJdLq/vNreNyRTGAuMCb2IGzzQZL5NgAArqobN79bg7TmHXol595/d8s3p4
yCvNlscsoOGehxrhxlX7zmyDK+Q4om1iRhRAR51ECtLGmfn4+0d85u7NTmBjZw1lF+ogHCnz/JUw
a6RlKQIeokwtjp3exwgxyIp5vhOjpMzi+u4HLGHEvdcglN+L1o1OaZ2nX37/Rd4sL74H265BbhQq
GNjhrx/43On4/WhCrlEna01SLrQQRkstBSdn5fviCfTumv6HX9lhn7dM2KMu0ODZmk4jckah17IN
omRhyEyWMWPEzBcSPwDGtHs/xhsETWTrM/L9/Q2/+Z2Fbukexpvr+yTe7HiQIdaeOJFBMbrRpS4W
svtSVGcvMQKq6p3t9ezpItYWhs67RM6vw+X8s+U8d86gT7aRYN3TVZfDMOIQhAPk16LLs7D11ijW
39/d2U67XpDDi60WAJg7PL9gzaArwbwOkVHvgo9mYmS2+O5+/ua2MMV2eUdXeFi32HBfLxrhpUVS
+1oS9LmstwxJjBA5NfFblTKzg4Pp3cvvb+tswYBbc8H1cixW2Gjnmy1MmJGg5zoN2tgyHwsa1oeJ
zQ8ERYRDDC6UjDMv6u8verZSuKhle3QcmKrb1CbnO0In3FZlM3QoS1PPEZBM4FfDc4E26J0f7R8u
BJN6dfFGxbWq/V8/TsTlRm22RBzPvBZwZOI5KAoGjpmZz39+qVUwQHvBBQkYg4D5K2FZ6WrWU5oA
yEp1Fv68qYLyNPTX2/v941slC78eI+vzY9BMWSFAX9dd/fW1ighdOsqyJKgJHAQEyUoPAFT143XW
iCW7IBAIz6Wqi06LpNXaGILA4sCb5BLtoRE7xXVtkOez/f3Xevuw8RAke51laxN545w97LIfcaTo
UOybC20dA3NE296QQbLkX39+KYuVQ4tMkfDmYadLkUA3xPwdScSdO6i7UQ53Ov/+88tQvHJ2GQZR
wed3lKWZXZcJEDpmR6srZVFs7cyzN37fFv+Nh/fTuQZfZ3Su1tlPmg46lITci3FaknOQpEt08ih8
SKfiX7+/q7evPD43jKTYqHG04qx4vXoAWIq8NfH2oMrKDqDPvN/TOCxHiZnIgXlHfC20cvz++6ue
dSKsWcp/DgcS1Vgg7vnJNJa5RnY23ozscH4V6PSaJ8xfhxu/61mnSaIelrQdjgUi44A8PvlOpfwP
q3N1zicZyENRQK38+q5plpXXaNZ6/o+1eevq5JzDkKA2kCQ8vHc8vb0at6qvWe2WjznNedcjZVEP
vtvgzN7Od5rUAMKd/u6/sBe8vRCjP5fKCpIrp+C5dYoBLSYekxmgc5l+vgkM0v5bb4JDaANJhpTj
nm6eP70el0c8uHBaaJxlDFch+H0zDSNjLP71+4XyD3dEXU66AGuF+zpfKKrvvdgiVGfTYGO8vttS
Ty/+O+82CwGffupRjkAKtNfroRAr03sVXHp2ggXKMD9Ly16Ff/3z7+/nTeHguNTblIGsOcqjn6l1
vyhsEBOnbdYDd2S2kR1sTJDD9+/mHy6CSgZvK2pt7+1FelfOaQV9ljSksvxkY3j4whtl7/74Vsg2
WMUJf1P/z6oT3KdhmnfYVOYk3RL9TaPZ9MN7Pe3bBeCuz8sknRTZHiOr178M9S0GIUlPblZFNmNo
c2/jfoALjugl76jgf39T/3g5ey1bXUoRcS65iuaujNwZqNSEYXkHLXQ5NjNQReG40/bPL4WEg0qS
Zhq90dmas5plNhgNaJtW5tEUFn5aXeqI6I5Vk3ru5vcXe7MkgB8MVIX0esgU3/SaOekoM6D36oyo
2zuN/m+rJyy+P7wKVSOqJrzVTMHq/qlu/GV1a0vejjaXQebMciM3aAzr2fvjB8dVeGigf+tx/FMt
82txRZDcCJsrjzZQbGBcDbqH77RuSRcTS9du3oE73hThXA1SB5sQBT+l49lRgY6985y4iZhn5Om9
ZVVwGXSr+ThDmg+jzIn/SIXGAcz10PrAL+GkWNU1rxe8nmVew4jd3/yElCHDjcQPeO/lPb1ZD+jo
cLnidiBZWm9qJjzTkYA3VYSOQIvmS1hHtINeNDXze3Zeb6+Eax7IF/UZuBFCodf3M/dLW9up4o2S
WMEwXEOJA9sMiuM7S1y8KWVYEmtlhjEBbBv++/WVuliRkJ7w7hbr3j36+XSNlsV8krATrmpMUhMo
BXV1U2NMzEDQtooQ+5YMvkerZ5jnJ3mG39hK7tyUFjZMuN8MV/AdOrBsHJW2hjsP+EeO4lFUjqUF
eVJ0J9eQyz3u82AHAJ/zHYr/qsYte2AQ5TaYEzHItdMPjLhBHJHv0vwj3WniY94xaTgwv3xoImVl
FzIS8VdEvFOyM9cu625SbXQCU0fTx/CmGgPI192dWmovPnW9jOwNY0DrtolNbwk7CA5X/kTaEEdY
HGVb4rEccGVMAX8s4+RI7HHQ8Idx60yHJZ4r74T9pvGYuRrljucOgD5/uhdguOPTkoPdrTjM2Tru
Cg9p1uD6myGmhoUtXzJ4encdv307UYdyljJdBOgV581jxONA0M3xYHsVcJJVTBGahYEaUmnRCTPR
5R3Q7nw5r+5wwoRkpVOgo6Jbv9AvW1zVqgKISGjQSPLuZfKlvS/KMX4nLvQfrsJGCr4KQgZafg5g
IwxNFwH9Y9NOFqV4Spm1CE1++v1PdH7YcS+I1n2wRzYCILmzEzwqUnPoEj1idj9Ul1mHA9kGBxA6
AOm822j8wy3RofGCUvpTCJ+DGUjjhrTCQngzKM3eVJJjAf2q/fcm8Efkxc+V5D/nWUCvMoT+a8YI
+x/VGsvTnX/U+m3+I4/o/49YoVWY+Z8zG3+JFQpIKWqrb8DJ37+V335lOa4f8TfJ0XT/WqczTNfo
dE1Ep/yWf5McDUiORFlxXvDaMQJYY33+jeSISYIOHga+Qmfg2th//gfJ0cRaAUxpPQDE2jF4zp+w
HGFZrqXRr8j5CuaypQjcGLBlpbF6/RIOXYavW1sg/ZNAVpteiY4Yhr7GwkbToPTarf6I8q4micYf
Hu1F78JGOf0NqszqwXDH6aZFhQjhRHPLXRwZPuK29MlqKhIzFmYLoTNiYIiA1ghxYkvLIG118cMF
vLkQ2HOFPz9xatIphBb3NOemEc5dj/9e60LrwWudBJPZLusjvJTpPmZse9UIK/9oq1ZcOcZM1h/s
bf46IzBiadrspqoX5y5Kkvl+GjM3wKDt2aY8bBlFmoSEiMw91Iw2r5WTWAE41hTq80SSa1SUpK12
YReR1JikMr9BCficZb17cuGfh05hmces1vWDVXTPMo7IgSmRm+G+Qmwpo8cHbSJ5AFeacj8k2nik
dSCIoK+7F+xTnka5Gr3wl5riE/XcEp+xEn9ukPtfYktW4GnHV1aKi09rbkejpe4BvYF7AFh+cmMe
4OJa+U3rLYsV/LyNpHQdvLd4Tj+/pTer/EY3yQRRc/2sUv4qX7owrlF8pt2AmmoSzqHUfSOMtV68
2Bl2Ev5gt0zrTNXfMDHVD3iX5zfCj5KjSTpB2Lt8AoqTF35V/OGNlpvQNW11PGsMY1/gZHAHEY0H
IAlgd/pR7bAIck84X7qHHm7RzRwRhj2QXn+jMLuEm8aKOy2OyZ1ofH3h1jowc6fnwYqfYNkMjfMw
JsW0LWmZEP00riIiJDGf5cBnKkJxiBoWGsDRzx+vgRJLuo2b79eHmyWec1gmqWH7sUazZG7xRCw4
V7TUs2yzp5ZRbABZszquj5VgJffg29xyOfOArUY+LZilBqPGRd06dl48b25fhB1jMFfxgxTYchyA
W56tKXJOtsjn06y19qNZmTxFbzzlvVC35Yw4ccR+bMP/9Z4AmFujgBiLLWhlHl0vJVpvUE3xqW16
d5slyr3R0ia/hFyW7vH+XF3CBsO7x0KvJUmj1W9Ej76Eusu7IhJT38aOX5EPY0GjMlxHCzVe21MD
PW6r11N0icbcImfIl6FrDu3XNJ+IT7en9OgT3hVQN4EvuD0aBsQV8fMCVeNQuiVaF2FW0cElKuPZ
0tf8jH6uanODQWK1lfjzhyi7uus+hlEBIaP/kSlRBO7oQ1DE2mwhMEODR+l53Y1iwXuVS3AChRTu
5Ysl9vAknA+NrqyHevDUx4zZxbaNzaShyJyTb/HIiwCjr0WmIQzs2Gb1cY7d7MSqHx7aRDO25WQ3
I0RjaK1Vo1O6OUZ94S4IJeGoqI3TVRR4seE0W6LKzJM2N9FHv3JRJ8y9fzvgBkPqQC4CAlDM65xc
+FNM9DTdwdoN5yPSllTXcfUfoTO37YiIrvchuug6TML/S92ZLTeOZFv2hxplmIdXApxJUdSseIFJ
IQVmx+SO6evvYua91hVp2VVd/dZPaTkFSBBw93PO3mvHIvG3mbXka2/M3TvpKgvpUjw+6jWcr9ZX
erg4XnIoGyLfV7DQ3POoCusTlVW2mafS2auq/qk8t38wWCoZlg+Tc8BAjVleBHduZmmRQGxB57V/
QgpsjeuxEN3a0mNrTVpgyycU3cYaeCUsPXCQY5n2XjPTOFSiGg+DZr/UaAnvU1R2KLnq7LkgRuFg
Cs3+7AE4J6vCROqmuToMzqqVxaHqTRRJDK4sfEDGc6+72WtQes6ralwSoRz75u5Nn7xM1IhJpM8D
B1ASY968w02FLG0UqTzYoo9fHJPRSkbwxS6WtSQsJlW7rvIh7mJ5IhLCKmQIabY40vDVzi7Hvge9
WNDIM35uoRwoe+W46FVXPby4TQOhh9Q3ZjZfTRN/dxIPaKpNOys1QPW6IGMU7KgdfnuUW/BqPcn2
k8cbfZKIWdLOfe1JYd0bUiATxlC+YzjorSGJdnfcf7VCl1MSalflFwYZAlWn3z4jvF1W7mQ4hxSS
7D2yQw2bs/Sjjm7xO+E92TFdYkQdILwwrCb6yplafQXmuFynJkZh1YHv1Wuzw+DlJR+LMvlOHcA8
BJgy0hftrVhihFZTV2u8KlNdIDdbqjNBfKhxO9PcKzEB1swkYV1C3DzUxkAqVDUhJ1Ykm9kNr3cs
h5+Drc5d7k+rWvJ9fc05ltME2bkvh73uzsGuictJ8oo69bGsKkK71NydEb3zc5BjAheyGSzjmAIJ
Os5memMrdiYPFIbeh1Rv0h2HEtxA+jSTEBJjLEJe+toNOp6z0R9/anPicwZonvpBZKiXG7zVTbC8
0LH1jzPRILdXwrrz0sRkEbZn8yABrDkrN3HxwLqj5lxR4iKrXDRnPxE9d4rnetnRvh/WphmXkcsQ
n2g3IoZudv67WFQkkaZ9u0X76q61wGdt1WteCNDT+27wDv2CyM7FBHdhGIdvH8vnCsNUume/wyOa
EoCgJclDqdR8lzhjcMzkUnyp0SDsKXZm0HDiCZ4o67NhkjRsmdV3gi/iTP96WvVzw1Oc2/WmU0uN
ubZ/rEj/CVa1G3sb+k3jt9UlVbDyiU3sQxb8fhfElXn0BRxZvXLzeMWT6h1cLoj3b2gvQVPoX6Tx
eMfe9tMX053etbm3qZJvEtzYVmITOFl1LaETnmYklyu3bm/85GXkcczqBxpTNswDg4RDxvLxRdbt
daJg2JpNetZdu71mHlDFFps+elhp7hz+/A1Vz73SJhFlgxgeIWHfaKfauI3T6tIwti9mb7rX9HiI
OjmUBBYlQ5gG3gpYASgcqzrzrhLBDOwW0599GD0gN1XTVBeva+8pwZcwq8wncmoit1o+OcGSqDVl
6aYOnB9BbPCYSt/CyaZrvLSZg2mU2MnGKx+tzCNykMn5unYm/VDNIPc4pmkh6r3+BQq+d2SlYXg6
Emtek9a7Ek0xfFKM1z+KHGviKvaz7rI4xrTXqOYvvdDA7NpTAMciCLZ9PSp0kCBGSKk5dKM+PBpO
H19aM9PuHOGTUNmayWZIrDkiZtoBT+Fb27wl3NHJ2m5n1lq3HpA7rlOkh5t8dq1Ng039p5X5Yl2m
3tyuZ2ty8C73zy6b27nKp/ameTG0vW0qmMakipi4Z0D/IWx1ESfOQn9mcOj+nJkYbgQH39AhsWnd
By6a91j1WzXLdkP7csJQPcmNP/heCCC5ioZiOqQwFBCJ8kofLAevzDKixVSlu+6ZpB5yMBnbuq7O
JQF2jEpcuQ2GXtxpGusE7Ff32YIgmnfmuF4IkVtLz9b2biUJZnQmTKnpTMRu6drIOyzktwONIFcb
rxMhchuL0KsVm8MUGomHG7ZliSPLatnVQps3i10Z4TBLsu5Ex4uWDtlxaK0UMvCodr4h/W0z59lW
s1v9a6Z9s817fH16b82QZp0Y6Klajg64UWzU6Yco2vZn4iLs0bPuRx9gOrXtOb8unFe2VjDZp3q2
OQ0P/l3jpBcN7XJoTFgV8l7oj7NuXIgQxE5tJuBy1Oxv2RhAIM+eOayHQOt/BtNiv5fsbj/jdA72
ohl4ump9MfaCWBRjo8cw2rEva9YZ1il+CMNxfHgZgxqPgV93e88urXve2GZvLLZz9psOLDw2gexN
93qAiwQc3cVDjG1gnp3pCSR++5E1ZA5gGk93ARFY96o3DODiQ36uynE5+j7j5FXXZC6I3Z6ILMSj
7YNjd+JaBZr2blhpp2PUcuPtaPXAKthVvALf1y0ZOmm1B8UrSgpqbcWfTl3EO86E/YsT67cQtX6Z
91rW289ECzmXLHDlJs6ddutA2ilXEIoB1+Vwge7HoNFxqeslyVpCttchJSVrZbkxDAzksGq/VF7z
aREZ/cVGseydbBjMSLpJimrTXLay5slLDV9ty3b0XsYpH9dIsoBu6UNtnJOgrPYiJt8rswSqZnPo
dYayvpXj+3LOhtalkev1yyGtWpKw6UZD58nNW6xmUD5ohsRNxsHKVTB/0qb6oCeSIK/vcfpOMPC9
VAJPc4ORWPuMRKfEeZv6bA5hxj9XiAAImB+ww/TZOql0zoz1zCLNPn1SML7Wk0Z1UiF3XLee/yEb
qPVtN6hdQp7kyUZrfxoS+VGoyuCXVtpmQuqxSjQO6zEP7dcgbQCr1fDgLc3WL4C981lf8LZ3oTkW
h0S543pQAFR9vOWboIJDMw3OeWLGfyaOYvwsaMnflels/zKCxriOCQGjgZlnkRIw5RcwUevJ0qsd
x5+rJ+Yf0GA6mOxDcp54X6MlV+OaNCD3gJIpOYhWaojubDMinvQ0VRCEdYrSqEvseouVAJBOp4rd
7A3GC924Dlo3ZgiMWzdUgDwNxfzF2lmsFpH6u8qzNzXOgLUeVJtSC15AOT0V0/xYSQeskYsCPs/m
J1ETFNLR7YV38jyRHEboam6/N2O6HOsq9+4turzP2sQsACHGy6KG97haxL1yPGK1XCMOAbgt56Yh
Jq5VX1njkEdcGZ9ThVNrUtj1lA+aF2cQ7p4KcHVOJtYzwInqlPPd9vi5k0275I+0GPZeCiIZlFKB
2DoPMeMvFzoIVjRl3ecMpUHczlKZZj11E7tkEIOT5WR7yCt8CZNT/NAKkaNUcB7jUfuFPAKrVX2p
9ekdhsywcafxvnIg/5MPOp8w7GgHV/ok+rpWVDJvBVWe8vXRqK6Uob0aA8EKnABPo/Jz5n0F3Ce9
RcyBFv9s5c2wbhe7PhQJp0mpNw50Pp+GhQ0hyE9ywmI1Y4VFGlMVBBgGTzq+Zjdp9otZEhQg1cly
hvrnVHszWGilD6sccWIUsMlFKPamJy3xfNzwQ/ADDGcfDb6TrIcyObS6SbUfWD91dq7DWPor5lJk
CoBXcSrnAmJr2OachUPaQL9m6an9OFvtSmo5kWL1Ym7iOOA5Vkx63eAHwQ6PS2fLFSy2c5YFxyHD
P+monxZadNEWB7y9A5bZ6pxJHKe1iCEXsW/SyblLg3hb0gbSrPyYt+g1bR3cwUQI54bk8ReCKY8Q
GZ77rBnPdjNrD02c+2BQAPsQcKE688vRlj3siDQqDCo56RR3SjVjlKqmC2dSI9fSMAhSDF6hrcSh
NNvdIJxjU7DN+QqsU+33B3q3NHALju+j5j4ObJIFDwS2Ke0dRESz6qArbxMyFohGxRAAM22gLCQp
AcB+nlBaq3ob294F9Su5FH4KeTKHeFBKGPO+OU5h62eSkn75xQOOiB/ZFnuAvoXr8tIkTnWlz6y2
WiAOPqpZGgAlbI9kW5VavoZOH7Ftv2gyODWqnA6mrr7pz4HTbOZ30mR7jTgA64loi9fK0pZrk+vv
yPFZrsb+zdDaa+0Y35VdvbZB8DnOya/c9k8DxozEAoBkBb+S0tj7DeduszTNVVJhh5ns9AGXzkda
t+MR/C9PW2OpjVv2eyAa3RsRjnJFC764SN2yOCvq8QmPfr52YJtFZUL0a0yub1SUgE+0rg127HjN
KkCWswUDjZ7Lh2cKbAmu/XZoqsPUAwSq7UMlEqo6QBhtsnzhpoR7I4m3K9rlmMftOzfzUYp0B8v2
DhfmtIa2tVFWybaq9hlDGvJuNToCRVfuyiVtodbV7kWoW6ibB4JhNB7JCUroMw0bgOhiteh6s8FH
Aaa7ecBp9p4AcabnSdlUeveyjLd1UB38wYW/UK9cqgqwNxVwWJf4gTR7uUH+tTntV+DDP9zcYhMh
ANivxi3NpvjZkwRZMh4FPgvQeRi8Zsc5/oqv48z7sOVPeQDuciFXtV8vi3Nnx/leTtj8Zr98zZP+
YSD8MovrI3NHLQxaUBP58twwiCJiEiB3gqcn6u30WrFvrbJifgHTcdDL+GKTDRonlr4ti3QIgyLY
p0kRh36mdq7bJE9Ef5PN6ap3YrSO1MOE84nKxpsC9a1hKSNJB9R503s8vWlKS7huGHgsS+l9dB1o
Kph9QSg9lKmhVpjNQ98MzzQJjS2gDeOQJqWO/kiHpoTjulzHIu9fFg1bJOHxNQ2MACMpB/mc6FOP
VTHVJGwmpqF7VetyM2QKkpO4md7pIk83MhCLJsrrg1vI4Btkor+PyTaISIyYPmVN5rHMgJvaQT+c
OamKr7mwy9clSLp9byzZQXp0hukRwO1gNFSJR69L059xXxnvtNjsHblC5r3p+v1z1+dqhQgX+JrM
AfDRpjuUGJEPSW1HKuj/+Ej1CycT8vsIYwYMT7lHAvOMV1V+L4ZWHnltnQ2ZttzgOYF/5LvTva88
cVsn+odeS29NI+lSyqVGh1tnGZiRdsulWJr4PCOgXZsAjO7TlkrZbozgrVDKDTPdJVRzSNsXb0jF
U5+WxUcyF+128mu5SUt2JWuU5gHGjnYdMjC03FaVbUEjGdnKQlX4nndpHIEr9gH9mXCjetCkmwCf
0EFXctwyoRtOVOs0HPqOdBJeOIhjdB2agYjyTJAuREh0/OiBEI+CsTWwEU3tjqztcjOknrNr88q+
+vPyPeNYO/OV4n1e98MGJBsnDT2h4DXgze1BncsDO0p/FKXfbrHv3TztnWW8ufk4nCk6xPqmTcQ3
Sotg1EzaJMCSHpgXz4/AapK957Xll1LSe0id/s1CLIJdRWlAQjQrEgANV2TALgeIN1e3IxJCqLmO
iOLi5W7paHR8oI848+fHxun1TSOrakWra9pyjFHvEJrGIy4tIIFm1e3s9pa5K30Orp7RH7tEK5/b
tqceNlixG0FETVqX+gkvsXnqXc2ObIbsh6SY93mQ07lRTr/3RaOwRXZ+iFZCu+DZ+0GwE6dVN3tc
yCZfVU17AReYnBq9YZDhi6fMlubDEOQmvWZRpyslK+hMOExpfumOjGJ4fSvHzsUesgoRHcVSnDqX
bI4cR+POq1ojQheEP7iCgkR8RVP/XGDtHEnSQJHMSHGNNpkfthN5d0g6RCdazn3gyVwnsWucx74h
+9MeH5PKkmtMgS27ObqlfK6cvQBxA2ASSH7SzyUqZ6x4gW+Mq6xSgoBjRrtZXhofk0GNKJEPr5Pb
qmJKtzlPE1elqMSv7yfemqSefBMLJbdZYHYHn+SYm7/AuZBF/KSaeX6Q1o3vk+jTvp7FwGm5zkOv
jK8Yy/yNM2OtJS59ObQ9qCuMYgDkspEqlHyhrX9rrhK0NcFjBNyNbD974MmVX6IEF+yiKLhZGZlX
aakXZWZnbLxSPcaqGR5l7RbrheFNWKajeC2CXK1dd/IOxOYSXjuPdVR4XRN1HijFwTLbLb0Wxiau
5twZpH+GXZy3V40ErXM84erm85xrcoPoI7rWmeiZ6mT6xQ+7G9ONnO0SSM3Qbhvdo4FCzVXh12N1
DOwD7695PxijugyFINmzIbEjdcZiB6Kz3DiJelcuPu6xcP1TLGyxy2ATbLN5+hw6nSCcuewEnckl
OUoy1+7kUAxfSd4TdVwRxXSYh1FsU1vvDjXZUWdGUfmGA+qGHtd6GFoJzEQZnLdByZo4xCOCAvyN
lhC8IpCFhG4c69uJLsSRpqW+NlI7A4ZYfA9ZZRGDk057a8IJToqw8alPwl93jjVFMNXsUDgG1BGX
/izhKmSgwps8kKZQhC5MzUiyNmwgTOEc11rWdWJSz/RgvOfBsstzAssyGtO+XzfMgoit6h9AM0I/
BMf8VIy5XAfg+kLhtryBud8d5tnCw19WqsSvXn4wbCy3bamP54H/Gm1SqREk6Zm7vtCdpwy5yEpi
ad7UrnNKK5uj/eKQSp8UbbEaErBDcFF40z2t50sOLnrmDgQ6+9MNTWdBrC2bPuEELefsEb9xD5bI
AX7mBdk2dSsDRDRg0quHpQg0quU+G9B8L0YfLDsNbOlPXarmDh36+K0pJpmGNiAJwX7o7WImhmcE
Gu22n0rKMHoq90tG6LTheRqd34x3wBDW3q0X680gOTtSPeQTH+MOfVe7fHGpfKJSp//MxwzusVZ7
u4kI3UOFEidagmF4HtrhK8uq5K7qOcvQ13fHl2bQpruGTI1QX/qvIP1jissfolyhRabyIDnU7mC/
Lbzi9/rsxSx3RvdGtlJwb2k2EdSx7qgYIlhecTS3Cv21HRMzmlp3eMciO7ZhU4+OEyob0mGj53Ww
MmEB7JLU/zVxKKLfmvHJsWdjsTIaeRjI2X3JO9lHOQfCHwDKtNdmkHIn/EQelOsP7+RmVFdDkhq8
SnBR3FmN/2uEYkvqMLP498o3+rMXDPbFawz9YMC1gfVJIuXKDHTWN482R8cU8twlpOQOhEa9MJz7
FXRMfLt5jik3GXDaE3eAkDSSD+EsMBsaJ+ML14bLaGbCJ+Qk+WfrB+O1tcS4J/yC9peGlbw1ZybK
lt5HAeTp+6Ib431CqAunSUTcOH5kn0foNt0IUArHK88kFbwUGsbThY5GyqODox/QAdnZcdgYFNbd
zD8I54FbNKVzHuk3lkCbi2RXpLK9T52AVKjAjveGRz9VsSbvLb2z31r4BGvePO7sYjWAHW7fNxiY
cy+G6t5EzFAUm/rts9Vlr0Ug0pkQjzSEz4tZUSbPDobo1dCVn4MEt8hMCG2Rh48JK/yXU/OwBFXJ
xy+GutkzZm8O9ajpYW6rZJd4lXVhUQ3uhcNn0b24GkKz6+rP2Wks+aXcqm20K5eRR5LtWMuTTPdf
wLG7EUaiRa0sa/Hk9nZXBN+VkAbWLuh2/Pubf+0W5DIvZLH4zOSsT6y0CARqoinUllRJgHQEoNo7
en1gly2g7hEUF2NN6g6PulV+ggAyrCVqrQmfDa3dMID5MdPLCQzxzpi9cx4yvUmmc1cKr+G4bv+a
q0EFIdPqtD0VUmZjFEOJ6FaxMY/dXTA1+TdB2hVAN9RD5aV0wAeNPkazYz5ni71eqCTTB7P0zEsD
EbgnVUA3gAFyyB3WvSidnt1kKamXWRfsZbMsanoh0HuJHzEFDUBt/OQhz9BKsm+Sww4acQQFE5pz
94XrrWEiyxs0UcJXS3en8rSApdb33ZteJVS/dL7Ll4Wqh920X7RXILyj9ypcO682BbqEkbPuUBzL
2uS0MVeNy4MYSFLXwfsGb6NTmN2ZMc2zAvgV3RRlzUcFQ3O5swe06tup9tXBz2o8RAQd6cZLNtWa
EUIH0tsb5TOZo7GECuzwszwvpKlhvlGAxj1Sx990p3c+BmeQd9o4aNYON6LZMI4tWmLewKl7K4KH
UvoQrbje6M0hsyaD4CqQnQp8IE/UMUGmExnUpwnZn4w9o1tPbxOUcte32nGBdg6XQ1+6TaqoixhB
5kB5iNnbzmUFp8+mqdM4c19Ry4wIFWfOGf7Btsl6ex37eCq2Nub5Kgz6NM/XI+OPUm1pfQgGosBP
TzdeOM3K3C3bLCxILO2Y3BkEE6RDTuSoj2phROiVVlg7IQ6RNalaWMCJLeITvRJfhk7qut8xGQS0
78eaQq6k94sj0gvKT9gleD9q02y/UsdzLQgkMHRC10ybXw7AiIvWEje/8rjYQzC71MiWt4BOaojN
eiBXedKPeUVy+5HpaePS6WmyS2Pbib1GgBYMB8GnptwiVSwUuuTgmsfwke2gTq8AUgEE2jzugCC9
xA+rxNLKNcjxXCOR/hZ1P3iLh7wnGcsRxm1QAd4RxYK+VTRaEGz6iVHHr6kGwik65tWeMwJe0/0w
iOM50oDT3tgmckMGnnuhI9JvtVqKk1Gr/JbxicdIpNslbeQTp2SLmybzb8oTcqGmPlbrwJvXHO3c
lLNF+cIZ7bzQN+isgrZx5s575N1dpBFoDVDYHcIaIsqVu5kxyZvftHoGNRnPV68edAw4tNA5gshQ
U9ZP5pEcf2v52rITnyBQ7NI5tTe5q/1QNUSYRRpX0PTtV6dYLBqWThnY1RZqEsKFnMqE7vVxogkS
DaMbnxrXeoQmhvuWfDhkqSZIbiokRwj6ErW5KjzcTQtdD8yhU+0R9qhzomplONNK6wqK7ATMEEeV
zYKDhkwoQUyloQfhYlNd8/tZT4vDJktcydOS2C1aFTrqUCzpjLKMMZ9ae9Mg13oi/Fffwg0RtgYV
IQAbI8wVVOd6Ntd9V8wLDyorosjoAnX1Iu6yrMteSZvkfphNX56aVrRPzuBU53ROnsEaZxtvbl4C
OrRjTI7OSFQ9yZdEfDU5IKs7P/b8MqUf6TZ0iGIIbMyrm1XRByTPAtNd27Ux3dM0GA5LzSiS40+2
ldKBNBQTw2MAiVPj1blhUXPn3l6aHR3jPdSket3a5Iv1unZPc4zovJrzRVV11zgm69EvPGAZAH/q
kDSxMQRj+iBKprm9P26kBfiCgemJXIgs1FLjgnYe3J5wm01hQ98Ui0m7zS4+l7z3NmKaxKM+FBCp
mskMR4C9W8Z9ekgn+KjgDG9FjogOXe4yrFzJ0bHtEyBA6cKJnBJIj5IZrpdKkvy+DWh5pp3cJnqT
X6vShduNX5dEtz34hTW0NHtfZ/mrbVfRKNtkRxuQjlbclOUhyH06fIaqX5iVjh9mVtNEkzDqTT97
1Zq0OAqr+IGgPn2YSvN9IqkolD3o22Akx2Qe9X7rdsnaCoZN0y7mfvYdgFc1u5MeP3TGiBWCMKAd
AMBlS4q2+g68+MsoUjpSopojAFkkBFvNS8EAeT/2Dsxzl/4okaflqcTJdhs4NhFutn2pWdOGSE7w
oA4TRkAYyxcr0w0ki7rCbWvjVDmdvilpv3Q0eVZJm7lrN50g0JQvakrrk62VdDqSD+qot7iXeagM
ZCiOPcJvM1qa5SX8+hmcVo9b5mJnDJylPX/4E0WzJVwKgNz+tswKtL9VCzBrC4NrwFwbflZ3jV+n
2A3TZECHyz+8Chob41hmXqZCoQMKl3sKyQ6XxyNjo69S6zhUTJNPkzGXkTcv55R87n0ze8+a7U1s
+MgI0eAwitAt/70uTG9rW0wxZmdH90ODt2//yIc+3WadRvnwqxDmqRPBT18hVXFNsEJkHHNcSUT3
lBNisSLEdRcY2trokg2UK7re2mGu3Hsz4FfvTb/cz7Vl3s1pfK3M4TPPH0GIXQoSE9dtYEe02Y66
nt/ZlhyiOdfuzaTRdpWcEdBY1afXEXXYJOe+r+O3ZqhfC1mt56zjoDgybm91L+q7OP455GqTka7w
1Dkm88j5ofN92lq+dzC67i41l3otVBlqXvGDQjjym/SXLnNjFXi0beAfrMeO9ptfaJssHg9zCUc6
EBb4NNvhhO7Wl5zs4Q3qlPlgEBxBOzOJ10A13ia7IT7bkCG8MPAdem5XK92eTlOn8xmHYOOOqGR6
z0xgyJnO2aEoqdQ0Xkw3u7hO+ewn/j7N7SzSmmq/0JCiDBmotYbPICelOqhSmFBafueUOQ1qr3uu
ZXogUpmcoObD4vBXtFoPcF387B3wPwkpsiUmSeY9Ir3EktRuM39JvHZLjgcqQnkN9PrYG+LiZcCP
/SCiW7KDH3MHss099npf2FCsek4+iMwp6MooEdnBrhDq1YLxP2JZuMe0MERdP6e+BFxux9euHKt1
PWubpbcPUhXf+WDeFXV7pMQh1sMXgNA1Ull0wVNfpvT/fR1dTD59GhNmbsh8zRr0ufPDKlAODWma
EdtoIishADzM89qjvDbd27zO3HTaBAg18caHQCXWfhgNeuOGRO5otMCqyVgm+6M17ZOrpHFHQId5
YycvMSnJcJVwXEu8F1k0/hGY7v2Znq7+iFI3K160ILXRwugzjC4/E3ssX5cOkc1lLAsqHgQiQcEH
K8H2RQ1bzDI4D6VTvGAQIq8Nre7OpwLRBImSJCuugFVe7aUlhNcOkVTxGUk51UIjhTzuiZgeaqr2
zC+Hi91ZdmhRSt8rBbaqFyOTvaIJPeW0J1H5/qnM2570nfGa2USVMAqnliAhVC+UvaWF4x9UL4rt
2E9HaXV3meG8sLUddeF4KxiyGehv3UbEari7opY8BKNdXaU1WvctuLeQ2z+EfhGf8sRYtyrbUZww
mqQzVMTNNm0hqE/NJ81pZg25NEKAWCFgTy3KnG4vvfGkyY4uUHImq3dfy/KFnQi92hSRHfTcwA6J
JjXStak5ZxOJEvtftt86AsyPNNUaqYzzPdpWds4DkZ+YTgbnhHHoIc1aK18NnAmjeCBryAUNt8/a
6leBQS5EeVJFlcg4uXu9fzU4HYfjXMTY2OIgYtPx70ZGZqfKr6vwf/Wzm+BEyu99ux6MJtTzQvKX
5c+/9Epr+bs/dPv/kb/h/868cGm+xaPsvr/l+aP5/8DBgM/gX1kYHr/Fd/JR/rNh4Y//40/HgmYY
/wABoJNJAETCgXKFL+dPy4JmeP+4uQXZdv9IvsIb9r89Cy5pWDj7MHsS4ehaN+DF/4CZzX9YBj4H
2DxoCH1T/4/IzL9b09B5YHoBd3MjXpH8Zv+V0VDHIpvmKr66mcZsoLPKZ/yuuM0N7PZWaEt/+qwn
cjv+6Q7d/2mI+Gfe1++Wmz+v6loYNW6AaUhDt0/1T14lz0fy14rgmsWIVPGetQ9j13r/kVXpvy8S
WAYkKODTnLJ+vwghtC1dKv8Kidl+Qy5C0zJpp/lPX8//EV32u8/rz6t4+Eu4LVwGcNDvV1E+DE1k
M9dKpQQQ+GZiX20/G9YJ1LgdNMZ/ww363Rn135fD3sIjg5QD88rvlytyY6Qd412NwmiP+mQ9JqPh
nHpUcv/me/3dT0Ss2/9cyPqLS84Vgan00bviKqMtApMFeYj272g1f/f0QQZByuqByACJ9Pu3cdFv
VmnqXqvYDx74jwhomRiGH9gltc0c5CTN2Gigon/99Bl/+5vBJIfL4SBP0v9y2TIHT5iW/rWv0Pcw
JEJO0ErbjuLUsTYLUqtH1QXxWnil9+r4vbtxrCr5zBLXi4nWVlRB5WIfc1P5hzEtjRhoEUvzv/kB
/vbe+DDbfQt4u6X/9cHqOtUGuXclaImEhaJYEAGi8kdJ7Ge/TGsJ7htIMrt/fWv+5lf38UrxaFFp
YWL6y52Zl7RP68m8Wt3YHBsT2Vjm6+Pp/+EiBKMB2WBNpOX9+6/eaeQ0zUq/BiDD0ZN0OoRuf9z+
64s4xs0k+OfScws3vL0qNJi5BEsvRmmCZ36/TJMmeYfu7zQtHJSYiTjjGwVbWR86n12SL8aWCns1
91Q0mAYEGEMsQ70CMWqo3azr7S8cXnESLaQujKvesxlYEISXe1uSdcD03ma9J7e9HS3HesIvlS2B
+1CMcznT3Lbi+wV1JHyIVBJ2HwRZ8+y5VfPc2fT6V8PUdr/SoZeK5rWPsAhdR4+gGaIajUKtsV6n
oRvEClNy/iQbnR+/so29jmdSMumh9kLDmfVmhFdzWYOIEBzoTDWdEhJtr83k09IQdVZ8OEYOOdX2
ltwIa881tn5rWbdsCOHTSw+sh86i77rpRUO1RdleXXOSARdkBSi3qVG7Ll31ozP+wB1yowq3Qkes
3zZMGNq+gV9WU6UwCpSx/LZTwUCo4Ij6M1Hm9KvLc5u5LCSqyGHuwKkLGfkj9zHYk/1TBYg8q8AG
Cgg8nBqUeCEI3vJJtyC8bBIh473QvVELm968ZVE7aZus46Ie062oDVDQjKSKX2A4YKejFzSTddbK
pT4haQC1ScQRUthbz+rWXeq0725iAER1a1MBom3yDjFzEH8zYen/IWI3m1YI1BcyX+CvEFfmp/QX
OAYHCKqd9j6piKOqK64Q5oVXPgmEWf/F3pnt1o2kW/pVGnVPgwwyONzuWVuyBsuSJd8Qkmxxnocg
+TbnWfrF+qPs6pK2XNrtA5yLBgooFBKZzuQmGYzh/9f6FqV6srFuWFSCLf91HaNRaat7V1PdmUu4
kklJO6kvJ3izpwikggf03wTHxHGYG5z8h+Quj5o83kSJ7O1lYw3dWeQ2fbIWfVmnFKBK5W91PUjK
FZ0jlaxCT5WrONRBTJe2rWkbx61pQks7yB8ioy8pCyJHJQ5tUuVj1oB8RnAvi3NolBzYOXIMlFS9
EE3tFDu4x8YpCZ5kP6BBxhSI7JXT7vikzzj8RdY40drEkfGNqjBE0imMEasCcvAn6nbKrOjxG/55
kXQi/cwhFfUF/bdCUelx0RBhXzmrzMJ8xgVtj5eJNNSpCBJ1XsRmZSyQg4zWKsmzCcPSiOAafQ+s
ZfjuHknz1N/xxHtEpmt0OifatHTJLX2p2rqOFn02FsNyajv9S2WgR+B0XCsiEnsl/FWPl6ujFj0A
lAr00HlW5E1ygO5de6M1Ot9NU0k9Yl2JXHeVVmANOJB1w1M0GNaNoI/4nTJPdO0oJ0uQN9qoNwUV
yAdVjekNlA95ldA/f/QG+NGriFpJPXfEk5NiYDSfcIwdzqlqUsuOcquYbUpQdbjX8jESihdE+kT2
qOt+cM8vaL7lvdPaSzufnH0Ph4ATu1EgJkxNX+JpokK7LL02qzF2duO9nxOpuxY8WyLQAo/zPZJi
fQ64rr9H1qQIjiQ/9+fIayCFwsj7r4aIiycbptG9m7to6OGzBd9LgjhuB9MqowUt9/yChk6vL/SX
1BpZFEm0nBG26MB545cYYgTJ2rkT3ftaGH4WFJtziGg+pSpHTSEF7GKq1UZlFVU+Ts5lvkIVKW8Q
LfZfEUoxBge9ux3wIgE4a8hrxTaDwGrRwnTQSXGw1C0xC/5VRW5jsq3g3aCIN7ok2gLLJ+gsVz02
DDKGGhJFXUk0QdNb6TKZPWTUVQMj3iQyMp4Vpd9wETItEz9TN4GHD0hFxKIJoS7hCKdXqhhHjFVS
M85gQMlyQZPD1NedFNW4GDQvAPZL3YzegOrTq4RxT5yDW6b5um4tedkojJC42IKJ7Cwrt/Z9rJKT
HqOa+3lgJi+/Zx0l2hDxeOQjRc41gxmoQjyFlMkuZBaduXU9y++YjgHTl4rMi2nRgZkzrwk5JqG6
0Btx3iL15OSomWG20nqYHHuNOPTmMwLKGFtbm/PlyhKJ0NLhr/31/FUMC8A7JQPCm6p5sQtQ1JRC
EVinpggOMn33UwNnyDPs4BnKPcTTFhMncDsrqopmkVpVuVQ9LQ+yZXv9VMtjAakegel9LdPxzCp1
l6oGRXsOsqat/egTrblNcQlJegokWcHz1qPvHUDiSz1P+5/wLoyf7L+taYGEnFdfIghTKDCCMCb0
q8GRqlWudVWKMMzXZiEw3NxiptC/VmMVp5xrmyDaVe4QtOtJRomOk6hIQPuH9TjMInU0MS1GwAA5
SWz+IKvFoH/h1MmA4Yo81+XgxLhAJuXrAxbjMiHlza2d87QZAry0BK0buExIzcAWgzl43ZfJDODO
rOrF/jusROtl33zdpfTYO3HXnqLIHbkEKeAJiXLzyLLsStKEpD2HrccEpownuBeEouf2A+30JF+j
IKJhaSUNvjwvUDNLFJxZSvpWlfWbwcpGlvi2oVBg2kmprSmrhcHaQo3GUERAMGDVSv0nc6DkhtJR
J/wFmvVcXGEh2rD1SP31KPwQ27aX1Lh0PERkSysG7b+g5zuqhYyIZ1om/UTIjNdRDQD4L5AXqghN
IplkjPq1k/idWOmmpCQWZinujljDp7lA2NVUn5Eyq3bTGMrtt35TsFLZqTvGu8inWnSmp0Uf7geW
Asp3MomHk6wpzG8OO7MTO2wyhNIaeladrYJCgj3OsRyJg5q4D6LGXxISW3tfYVqx/lxMNIxAPGS1
vIII6HzHCEi8pu9VI/uTqaVebCQ+FnXHxF62QJ9TZQt0YtzZZM460cYYNeqNqTEu3caMK16KzcbB
BCHP4wSer28CSmXAZSX7vSXpOwQx1o6VU+w11UA6JCUhTGFkiD2D1+m6nfDpYS4GuP5bQQbFcBmN
ZjxsOLKHqIyLgRKuMuLs2tbMzt3Vo6LqPUOS+JcarxD9vkZXGt74o594C0tOXratKQtNS8ysU75J
W9zAvGKgRKtSb1nVmjpyo6feHQvSJ0K8tOVaGV6DlAEzilWQiktq00JMbTkkm87QHSzhcXJWDEm+
74MC1QQWnLpbEjOSQenDNJgzHILyZ8ODRrcvw1qil8slbRhtQMEtLJmSMdiNxhl9u5h+CTuVbske
uENWls0BZZNWzZGf7WRfxJgoi0XmT+kNhlPEpeEwUZXlrGWF20Fjn02dT/s6SAPncWb3PXkoMalg
qwmzwF0X9U76C3vyn7rTP4yZwfbv0RnnD13dva46vfz5X1Unw7Y/EX4HRMWD1Wy7DmWE35yM+Z/M
J6IZFCM4enNq+s3J0PRPUjdn6DP/hsmxGGbl/606zf8QGCNVJxSNNm5DT/4dK2M+5P3rdEY0PIwa
fsRLAYxixhxK9roEBOIVrQucp0t2lNaKBjZb1eZxrOpxV5JCyBFAW+A1IEnHDfxV8hOF2leNfh4M
hZE1kECeRhucW8Nd+gilTiKoN/ifnWDZ9U/aJB5fHu1/Rhnn5I8G2fLhsfhftz/rHz9fj7T53/ld
3hSC2DkX3Bk0ZwNo3IzB+13eFPKTSfXSomkJvlfMBYx/ElmcTxz+EUtQEzUYc69j56xPODAozczZ
c4LKnfE3RJaXWLl/jTI5V/4cSqz8AKhiwF8OagBBZgslLXILBx17dGJl/KWPKfRelngh+mQyvyN/
DWge1aZYl3OHP/IS09ywt8weCiPeh34HAUHTClKT4lkPkqV6emGXrfUA2Umcdq6ekRcRKSTf/iSw
veMcdO98WoUXcZegrkjGIvuG87s704BCDARrcRoRhrmrDU/71lUF/ZS4GLdhZ8lHzEjaA9sCE2uA
odYWvv6ltPEIp+RMncC8V6vEFtHNq5f6h3rsAbeG5+TCISc40PJYEg0QxG+/RlJx0irJzWfpSAGB
BIFok1aD2pIM5y+tIEVdnhsZtnmZV9EitLsnOZIsxrbRwfaNHXy41qLY0AmnEv2tbhOeuaj7oZ43
Ep+LtChTpJ86pwy2qrgeWFyidU5n/0hl6Y/3wUbXgmpKYRl6/dv7INmFo4cqntGYhV8y3/8ZmkSc
pSU9T2yp9DqD4kddDhYtqcDcBn1of/EynPntyKl5dMp46beB8eiTtLP3ZYvmNNPP2OaLEzcI69Mk
761LMw9jtAFFdKRefViV5B14hvWC2LMBV77Us14VxWsEsiYijOc88zNCnlzrDHUVipO2F2dGQvju
x+/8gEA/v3OQ1gaoIj4M8NOHM/CkUgxbwvmJu+dOS+RNmE7GWpZxu8PvkZ76Sun04GEMoUFm7A/Z
5uMfYL5dAn79APobuD6o08G8PXhZWdwMNXqQn3CSdQPPlmSHCEGp+kFXQjxPqV/NCdP9CX5iGa2r
Xh8fMwuV1XKK5PigjArvWQYX4ywdxIXMSchedKRGfZ9PMesJOUm4Qo0DcmXKNHzTpEbka0JNtNsi
0ta9rSdyE5ht2C6C2vwyYQbudllaB9/yPA++aL6L76xL3fIItvGFVf5mToIZC/yUVhCrngQU9XaM
WnBmgjBsn0wKfNWioDqyHwHk3NVDhaZ+0qNiU5iR/hzqg+jBBQyIyUrDb85TTOTXIQ7sEFkhpYxF
woEWJBKOy0U9lt03W9Pb89C2pmkzSPcKt428HcJBnfO3akxGCPiYhgp82WH92UAz+nVw3SuHMuoR
Ft27oYyAhBHs8BEScv2uq8THQdJsLR/LCoet9NNpnSakbEH5z1EhAQg8MpL+dD0uCYyV9YThfFBR
rmLdEeZYPXaYMu+o2cr1mICnydOWiMyOVNwHM/GcXY88CGJrOVI8aL6IPp+lOj3zkXCC/qwoa42W
P6KjHbKBJJhLhdoW54eDuomq6ZIclbZj545EaRpFcxWRCPkVpDfSuypSGDPweF6Mqb7OUsLjF3rh
mDWmL6QJtWb2JCmAS8Bz3z3z+RsX0u7NpRbXnn3kaRzWvdnz0U6xgZsD57dpIb4dX5kVWdT5pieF
yWGVBLW+Gnlki4HCyGm5GBcNy8uRS7LIv9rM8SXPl7R11nLgvvTCDgCXYRQ5rSyHJ53o8RMKeLOP
wQlWMqE3/fGrNt5NGnw0zJK8ZzajfD0Hd8dajRyubp4IGaVfWeAuKdsmvTdyfxlP1OGWdqCmXQKd
jRfCQew7WOPk82ghTznyU8R8V28/5JcRp0uh84MAjLx90ImHEzsU3mOBv+sepR6xSNRW6ksR1xCJ
4HcnED8GFEmxr7DFa1ag3YV5o+5EbKPHTFV1oWWxDSNJ8/xrLZAPLSXqeu31EVNPG5ZPuZHXlDGn
vKKU0HgUxoKusrhW5hyDlFrvvyFaJC8wPAjdgDEPtkp6NLkVAekPaSIK0AbpYP/QGwTaNR/5BQwK
4Kg5vNKJhRTtdsl383OoXc7VEW3slRMIDtS1wTG3jKjyTkA21gZSe3cluYsHyg3j82ijpaa7MQ3s
ISZxDTioOU+CEUsD9ohbTgPiglmYEkps7BKfaDk09aQiOWjusQ4Xbhxhtg8cY1H7Rb4j4HK8T9Ku
NtYWtVm9bCWwLjzxZNl3Z0bqzJ4zDOrewpMgnGBZga4xsrSl5gY1DDtrQdrax+NTvB+f9LUdh54+
3FKHkfF2UJh92yhCax9qEer3VlfbIDRCCwKoHmYUbpp8rJ2VQfUY/5s9YG9AbpZMcYpBnpiZVaGL
+AsYCng8PmHIQ4hNKqCCGUBV8PNnfFoNKADixpbeEKCy0dqmuHq5hf+cdf5hM6b//YH6PmJ9iF6f
c+Y//+ucY5ngJbFbI8mALol0htf665hjGZ8cx6BdStQF55mX7LJ/HnPEp7mDToQBxFSdfTUTyD9F
HPonIN7suV4yWuYZ7a+OOW8mIodWKlsJULaSZDF28IdZQiQmBx2ODwE/QwU7gE/tKnYyb/vqafzh
kDCP3H9Nd7+v4lIgmOGbFlKHtyO7iulvKlgvqAet8SxAAH2bIvI68gGxUTi4jsX9MBHNK7lAbO/N
i82rfXDah1QolT0CXGgtwTxYj8YKcpmLxZeYSBwljrWqEpdy1gA8dhmU2MNWntW3lyQ40URt+y7/
SmAtCtaMA2bxGe24MPdVMvfNzKAeUBBjslBrUGwRBYXWJy4UI8CAckuK7sSKDT/aTdPQbQ1nIggb
65ExdlQikYLzU/qGHofe+QjNoStWuB1K06clgqxgMQv5r5icZL7TO3o7K3hvtrEG9GI+Wd7UuDtr
aI2t45sEeKVQfUY8y0l84WOGMYFgqeFUOab8Ih3qgBd6Mei3Ixgv4MmkN9/0FDLhFdJeOrdgTKab
NqCIucHvNTRbWrCQHVRHkWSB9RPjSE2NiDQ95GTuKp7YjyAHd3UCe+rQsKpFNDCL7QY/9G9z1fYY
ZwVZ19sycYtyHaWeH2+7zCZDxPOjvD/VqMLP2k52SMs8H4OTWqipPaOJYXEWLiSARBt/aH6b11Z5
WseTVe2gyY2XZDByfjTocvSL1BtZxRwxQqyqg7x6iEvfe2hKb7jJ3bp87gnFhtgWtOn3AO/090jv
5BO4C/PZoiSV32uOP2FjS4feoF+vC3fnhWiBAVzhxN4Zk6HUunVVGe9KodUYMGwqpdxY2uNPq9wG
0UzMsrXIjIFuiWXYBJ22tWblqwIAOIxG0VoU4A2OFFsaA9gqOeciRp6CzoMppXMOOqltv4827H91
Z2kGcavDBqFufOd2bmvgG6V1vquopV7gBul/nXD/Mzn/w9ANnSoNs8G/n6JPHzrcDcnrOfpf/9qv
mdpxP6H2cJCuoChiDzwHJfyaqfknlC51dG5URnXmZEqOv2dqExCwhQyN2Xieebx58/N7pjaNT2xt
+S44pHIqZ5b/m5maxL43s5tGIZy9OTEo86791azmO7Gjimb0t0GqPjf2RIi41rA/7NPHpE+35NaT
ecQM3neE6TgnEScluu77IrlGjsDqP4OLRlISersmtMh/CERh7JxURKvcBRWBMSPfToA8hAKWN2Ac
W/IXa9S1d9SLNp531fbNog7dM8eot0ipv05Wd2OgKiLf9XJq8fAaLngX+glKy7FPqnDpYnMy3S84
Bn7Qn4Vf5HT8veYmifOnKjOBwhgxJsi4OOOxnttGc9bGNZZnNAmrOIsDLldxwnZOYzh5i2n2XcSB
jWVy4mLe6C5DkorwEIPACpqfWl1+8VL4eaAx6WRCGCujU6Xab2T8XvgjwJLwB+0t4hZJY9V15xr+
46KN7/zwmazC7ZS7dyqUYkny/LfIuKhMAn+trn+Q/ouGF90NKJsY2IY0xZWhT+uRLHXSwuOvSeaK
z7VM9P0gx4uR1um6CdICYXxpLej/kYTc6yckj9IxFOo2K+VMUVV725blnTOOw5Kue7+lTV9/x2C2
7AXeyIRKl7N2oqIp4euyCyQ3FvfJ4Ip17NfhVjiVRdAyK8IljfvqnCojf9BovmaJavYYaTZRpapT
IInFz9FHPMSxJ7rBchzvANucpSp1VkU/Al6r/c3/1AYQmjn/+/9Aw8uG5aN55SL73/+Vv5lV5j//
a0KR3ifc5NSiWQzoWRgzjP7XhPJKryvsTyZVZkI/sJIz+OYE239u9ZDyziEdOpUQ9k6EZv3NBPIC
2H+9C2OTR4KOp7MxcnQqtQe7o6h1Ir4tV64MzWVeIJzITGAF4HJZecNoXPbRpLUnfe/2gAbyAYpR
0g0uipiicFFmANSDpzOY5XOp+Qrml1b657EgXG9RZR36xips+IbbzvBauJC+fHKblnBxMyCIdOV7
blKeygSW12IW914TwEW5d6xCuYzKAniVU4t8xnOUmFZsvdKv2lYL7/IJaz99TpeJqtFdHCP9FJTj
wipKkewMA4nBaTwVeLKGph7uM4y/9UoMtWmhUHEQZ0Q4Oo2NlJqdrtsWN+JGFLHcy9CN/S3RyxbT
XVeiHK3N2hBLa2yMZO2VUwbgTaZRAm4hisyv1Af606FNQvr1gRnz10MMB5Kz6SwVCyppELPRTbuJ
0HCL0ttYaXuHU+nMMAvN6x7hCknMkDAoYTv1kfrviyDxzau1qSR4sxicSor0nIMlIvUNQrJjG6+Q
75X5ru8IyaZgl2VqZ/spwfFp4a1gymWrVoRAzxt9lg6lkW0vUAW7O/7D+eWrz+APe/63qxXRs3NP
B5UmZx9EE6ycb1ctI6X/GyrPXUELN88NzR5gRSt3B3Si3YvKd39NPf+PauqX65HFQMvPA0VEiMXB
GQOxRp+KqeJ6QzNturZGdQR8Z5W1RfOEmKk+cqaZf//rR+5SozQohLu65Ns2Tdb916tyVzYJnUrq
F2nArSVaoPZWAazCj/z0yK0dHmteLsU0wr6ELhm7w7eXagoPwDZetBV+VHeda0PxFKmS9ffjN/bu
Mkw/HDj5f1SviNLnN/pqnwH3B4BVEDlA6YW7DihEbsJgOpbaJA6KX3TS5HzYRYBlUYbjfg5uJ1ED
EphJWcvWp0bvre1BasPKCJQ57nuzjaobdIG6vE8tzdC2uSOi5wBNEe4n0n1chB8IEWB8pJacQc8h
0sSLQaUhIKVWWf59DA6hXLDJSQbgfHYpAPmITMHGUXhmd4kstJ9ebFfZZw8LdL/rhsn+RrJ2O64R
BjKACJZyIebklhTNIq8bIDlTKztzCXR5yu7nA5CmAPJOY7ZxkyFguhPAESCyamZ6rUxoNRwk6yRf
xSlSq23UNL51lcNJCZeZohhKTHcWmugiZR/Up7bfmdhtpdZp2ACangkYp1FGCYAQwSyU4x7e6SCh
m9hOutNyOQYbOmpFsTRyu8/O0Q4CfmntDtYsTZCEaNquYFvBfyNLOPLpRostz4kQoy3sXo3+WdZD
GF/Lqp+AOiu9tG/szO/R2OZtLB/rBIjBuhJNWW1Dt2kwH4IFvMtErQHDmIqouxsw6T9NsZ5eySSJ
BjQwlRG1lxPG0fg28xDSXVFT7xDxeTTGdm6UFNHnicMNnXoE72m39EtlR+z1qJcYG6vxx27XklJR
nU3JECe3QTRa8ZdKtHifl2YdRudTl2vidIqHbnyUqU88hEeGIuXFzsZ9jqmtBv7e9W6xSIaS0uEU
0RIdkzT9rLQAMVPYl4AOaw2mww9IBAmigbgN3G4mMnvmYmL/ZMuFm9WadkMAhudAbZ/talHUuSkU
ugnpG+fsrL1pwq6wrvuJVIbbNI6CnC0fxI2tQlk0QU3Sxv4iraYc9nXvV6l/Z/UIzvd4GGowjBqN
jO+8Cyhsu7BVxBevKhCM4kEEnaO129IYMki7buootaRSoij34mxWCHJMHLK+GRli5fQsoC0aKsL9
NEW/IYmsPj9F+ulWsG46oN6Jo3npvvYqZ9uAjLC3pVXk3aIcAIWwCKC/3jY9HWjAkWAB1y2/O17W
+RTmm4qAJrErvaS4HwVjcgUDAJoVHRLIJbrCt7ZIm8D316CMAF/HhFy0S4dkp3bvtlYfrNMSuRIN
aA3YgO274407+sGZnlupCy9VRhSCuVWP03Zj2IixrPoEUXFprUJIsB4ogdyqlx2y7HCVCXTE2yEf
If5GXol+Lw/DccQzaILjMq1qCDYgQPpxF4pSYqGORL4FVux9j6AclJuQrXSw0oSIy01VRY4NXRlZ
/QInjK3vcUmh14aUp/UL13HzzyIhROGib7tafg3DQWi7woTduTQSPT9veumUzEdlgRY884OvVs/9
wuGmFbN1WWdQ/SIOI6CapgG8Iw1ei2dm/OTJ5uXyy1MUrW6XQYiKgKyeD1RfpkU21JHwdgPrBjMQ
lvUanmXX26CS95UpKgGtssuJ9t2kblQ1KBWnkoSmSOU+EacfLwEUD9+sapQoLYciETwVlhobd83b
NYAppM17UOqrkKArdoCunfjWeY3SP1l3AK/KWyI91HRCQ7SMtroWUAPhM/HO8qLqkW0nEvh5BagC
EGgLAv88jCvwOB//yoOllzAeFJ2YRYmRYnNsOgcGI4SrQUhvJkTlllsX3qBTPurAiJgQ/o4svQdN
IxYrrmVSIH1Z6OcC5tsHwm6yZGKgH6zjqdigFaSb4Cq1skQhb0fpRV9Ks4RQgX3r3Hc1fV0MoEzr
JCz/qjH68kMM7DUcIuiTofE4uGmvAs3dOjnIDWskroWlJni0mA+xqfvoZdAH+5Z9ZDi8Hw1sA2jN
SbZy9otf8M2OIPZJfiFUTq2MCj1wmzO7puQlrD9+ne+vwibRnBOzDWdubR/spPoBglzZo8FFO22t
gzKIt72nT3+3u5lHtiD0EH3Qy570MOSM0AVdT7MIBVjY6ld1Y4kTRezK08f3Mu8yX+0KLVNwLxzV
DFcyOLne2+FiNkINSB7jVVelzlp6WJplmRobr/BYIdwAFIhmRb9e038qe/+YG6P/vqa3ZiPXFq8P
3/Of/3X2Nu1PnAKo1rnzJG7OXtffZ29hYZCVFrwH06NfoEuml38W84xP5F/NMKlZwsif4l/6fRYX
xieOF3hBHd6vpDjn/M1ZfJ5GXw0TVPoUbuj8onEiG0MeWj/ZIxRGjT+RLSV1ogFSUpHuywpgD6Uc
K4UgFX199WT+cBw7+Mh+XRFL69wAp81oH8xjZRa6YU1q+hIF9SmhQtvM/z0M/+0J7EX28+6uKBvQ
y6fggXru7eAHfdGi6ifiG6fRydSBVVjZz/4+2kWLi2HxkzulMPlUL/bl0jsyOx5IkjgaoQqfTXs0
9rFF84LeXntMjRKSoh8s/fopbC5SojJCGyMiqJog0FDznGeiAEX5/PFjfX9dTkpzTZilwcE16B7c
c0SUSUi+D5yZ1iQiqthqtXEOrefUNtfShA8fl1cilVvXPmLnPZhpmFwsm74gHlibydM4fNitqxXB
OIpkWVhEnmL5A3bilOsU60xhmoRmGYTkfHyz70Ytl6SCJHjErEPMdG+fcUQzKMOdh8KvHB+bYej3
Tuzikum0y153bmrK41+aLE6OzNx/uCztUU7ZKJ9oIL70zV+dS/Whrxw4OiG0iAAeiTLEI66DZg3N
6wRS0cr09hbq+aePb/bdBzMnAsJ7BV8yBwAevtiKDXGVwMpdphqwC5A1bfptTF24cB9fZz5Vv/lo
uI7LZCNwtUte5fyeX92dHaR23VSA7fEL4PgxNgM0Kcgkp+DAjzzIg30TQ4bdl0kjg6xhmznxYKza
QU/QeoXaIieoKZrOB8Fk85fr7O+LQCDAfUwypndwP+WUpoWhzZ7WOoIT7/jLRg39kS3DH+8EcbAw
Kaya5MO/fWgZx1uYuCYnlrDwN1oPB36YYL3E+jHH95+uhAqFlcRy5LxDeXulIIbxyzfOMAiJuNLQ
exYYGlztyA29H20UeqEdSYoijIN54Xk9CqBVu5agDAo9KvzqyPq6Sssjlzjc27+8GTg9fLs6r8Y8
fGiaMrpS58xBdBaMrcQ3xSVCyWLX18X1xB46yJWXrEZQlStT8wjr8kZMHjleSVH3lEaHVpLpREbU
kR/2h3vnI+PxuswraF8OHvEQAd/XwVUhZskBwRMDrDYZhZ4vH39of3iT82aeLRrVLeTlB7MX0QBm
wEmdcEoJQhRac0NInlUfU0O9XwVdyQLrsrwj67BJC377KsmKMNomgj0Ik/Kx9ogNCtqYSkgqV+hG
tbXQC2hcBUJyfMGwnu2oXoiqa/aR1JOzCnzWzgKldFJZ5bJzOvO57RADqtSEfal3+o+Pn8r8cN9O
PzStIFzQuDRnC/jBwLOdwEopq/JUxut0+OEQC78UV6N58/FlXtbfd9ehdMkJCuIDn+3bp2J4JF0k
g5ks8SvvIThj+6yy4dwt/BgQcD273OoGSi61ukHZC3Oodx0QoXWNQnw7aklhr/W0OjL3vl9Z2BpC
EZg3ffA2D1eWrGyEPlIyg/4W4DAfg0tYrg9Ju+vkSQuVc5dXhnZkEf3DMETXQ4me8war9rtJWMsQ
QMSYiSvLWRfKTSkG5Hu/aI/0BA6/KptNEJ+TmFdOA5XlwYuNDRrKXcaLLaFrXuDc9ledEs2Rqxyu
XodXmX/Fq9UL6p9vwn7l2y0qsQoJA1gCu7dPRW9Wa7T/3ZE3dvj0Dq83//NX1wt1Lwp6TJVLWX+2
jNOpujX+dp54uQStOFwf7PZt62Ck2oXe1a3HJYiCxV1NU5qcGJBlRz6IeRp4/UFwGYoXJEcjvKIi
Prf9Xt+JSOCAxzlpq1IG6oysX3ub+uVw30P/PNf1unloGvD3EXLgIRsuG4NZayq6qTnyQw4ngJff
YdB4nL8DmD4Htzuko5E37oiBH6Id8Sv1wvU75iVdrluh92sc6kfGzMuE/u7W2YgwS2K2IHz87a27
UpnkvkPwsJxu2FolECF4bznUbjNdAO2Kr1GsyhWMKtRaZKTapiY2QxJeJkYwE6nOUbXuTEg2hl19
bSv//ONX84cxBm4aWS7zHlrhw86VnCzORmBil5avmid6pQnJeQ1Loe8PxxTXx641f1+vxnNFMqcU
MdPiCG921M0f1Mw2Q1QcuaX5Jb574q9u6eCJ63amQjWxc1eB554FebkHq7pUtnUxUsEiexKxXNE9
OHWRrj5+mH+YhuhazSdn9mrs3Q+uPAFzgE9CCoC0tY7MTTs5rYV7bLI7LNOxsKNipFbFYWi+Tefg
ObI4ou6NBNsaKArkHGS7kWPfQhY69Rd7U8fBTYHA0fPxunbhlgiPIxPTu4MgW3dBlx5JM34xsnUP
ZsJAy+phcilcD0Hww2mt85RmkF7ooLmz8MKogZPglG4iE9Ccf/LxQ343ig6ufTArtgX1Mozi8PrN
J/gD6KQj5CLukZnisMuME+7tLR48ZNDUcwc3BN+ixrXjdMTSRQ8tJZaFLcq9nQXrBKdZlXYnpqNZ
+BdgjxtNv/34ZucR82Ysz78CmQTKIAvA0eEBI3GqRgdfAw81gcEa9vtI09aaEV+bONpJM/nrCZLr
zfOAy/aISuhsU3z9ibpghRMyJXHB2DNMxNmCkAUKvKltOQfO/XceMupV7s6jdkX99e3lyCvvmwYL
DA/Z24VltA9lf9V40T63qisj9j6Xdl2i/nHOCBwVi3J0gbHUx+bow53R/KodKLf8PyYeys5vf0US
OapTLXBWGkJW97VtSBBf4tcmIDuprPo2NztVXqeWWRADkdJb+/LxS343bXAQdqm1zZw6OhHOwe4l
bwZtals2hcmkznjKwaK3w7+soMyHbRYgie0Hrye+kLf3WMQQ28Wg10vg4PdSdsiBw0u39b7YenHX
+uORjd8fb+nV5cTbyyngu9MMlsLYGHWLKan2Q99df/zY5i/w4Nt4c0sHj21wrZBiA44tVlaCfhWM
stxZ9z5fI3PCkRsyWKoPr8fBGPgg8y11KDY0B98GihIgE1mowabAcTc0I4xrSbpe/dxN9piSLKtB
vyR3J/GR6/nFdcHRUy5oVksiiSf8VPQCm1hCWHbj8gK/dhd+CwNXpud4QnNnX449aNNFS4TBtZic
4TxVhnZHZqtzak76BKq2qXwSKluruFDYYenElD4JMGMcwwA3Ghq8SV3Vl64DCv9n7kbiAqFIndx4
Brx1po2OAEDiaZ0YZUXjaM6Ngyv3SolQuWeRaBCsgCKI+hlu4YQ7DBrFVa0XOLroFxPGOvXDra5E
z55kcscLi4S8k8E2Jfhl4T9HrKx3QRqUn5FcOuexI1FQJW25s5LkWcpmsk6aZMAMS/sD8gSSi6DC
5muTlVdberIe0yCwt6PgjLjM2dBXWz83OSKReYfZxq03Eda2fU5xlCBLEk6pfpKqBzHDEy3UCgKd
CVRzF9Itp3rft5F5maAFSEUbnirp+/vKSPpNmlhoP6va/qZryVTv5GjoZ7qRW1dYTUyAw9O1DQz1
vIIPcgK2B3JYUrubpgs3PukVxFU0QGp8UlTXag4i32mFX6jHBvZLtmy7Qm36zkKHA0Lmou5bcdmC
5e3WmczMTccrXYHemLrrAOfmjWyHRlGTikpJjAW68JPezadTIyl1cuZExoPL1vh6umhBch3hY40e
XiqIw8qK2+VEg7ty9WqblYlzZxOG8VzrrbmGhvTZwFmzdMppFaI5u8wGok4ZmmRYpsOza4PzL0K0
achJwIqgZ9uW6C6ErrTFlFr2D5gxYQxriez2eEpXNLbttQMtvwGCEZjngHeTS+yh+hXvq70AiqUb
n71qepQ6NGidlxYsoiDlOVs5bqKELbXp5c9mj39Yj91LWGAAfrV2GcQgtlWBJi0nCeBb0kyPDvii
e2jckPQbhQYmn39glJQnfWFDeS2cycC4pp2IUjyXpgXcGsFZtciSaE3uBYggb6GlyU08BCld8+LE
7TUSpjrrix/+9MbGzRc66uC7QRYXY8E7ZmaClz5CoTfrYvl/uDuT3bixbku/SqLmTLBvgKo7IBmN
Qn0veUJIss2+O4f9O9WoHuG+WH20ffFbYf8WclCDWwlkAkbKYpBxeJq91/rWuMzNwWnI/OCHgE47
84hQjhVfWSKXpEYNj2bT6wTYQolHcDoHC+D7DQ1gbQvx49JmqQukPWv7seRwX4xEpLcbXLt3hdEi
K+a1iwMyWKh7weoFJ5d+qiS7FwnfKJii9s1Qiadq06I59zRtObB3yi8xmBmfxwm7QmDYiXmIxKel
yE6pzGlj4HVV7D050DrHqLzEsXVfWk8NqKNeG+9rhkd1rbvJVG/cEf9DVRC6l0hPJwAur/LbUaFj
46taq9/26leTMM9QdXsiU7wQ6sTzousvscIwmzRVwJSSKgqFvLvLqW2dykwW90h90lBrM3tDkTzJ
Dx1zWzsQkdUr7bZXbP1NpoqNQld6J1CyNQdPBjjsXDsXDc1P0NRzMhZ+7FlfHCKbZWEdqiTeorFA
nSR5gYjFTVx7KgkLtWA9qfoygFwB3et29UM8FA1cP033tblD2peJTVpKHF+YkTfLuOzMJNmbrtwA
SzshOck3Ve+T1etbXPzQdtKgWNLtYFbQy/rHiVRpNUu5XBYWWkHWC0EhNacUTK72pjMblFv9vun3
mYEq26r9UQV2OEQhK4E/1PXY7QfSEkgS0qawquQT8xhpOoU6HID5EOzZCI6Zy1eb1AwzbZo11vEB
z8VANA/TQmwTDEQezNRsQUJor5qKURZZxCUshPZgCnM5J//LJpo7M0asRQsnpyHu5Rs+8Dc3BgSk
FsXezewVKx6VLUkZXQTOKtPExq7cWyPmm5aWmQBbWJTaR9yFblBE7c2EDZXv22gKnywF9UrXVpro
vGYILEQnDXP0GeUKcvV4sB/UCiUPKXHnawRIlygPlWU+ZcChGhdRa0yCs21U08aRxj6el/aKfKP2
plWIUfa8iem1UkYi1Vqgjr4T9552YrWgFA+gqszr0qNCqE2Ivv2EVjKYAdYH3O2PXYVKP3L7rNiU
VTtOh4iTzc4b4l008XpHi9J/NcuGyK9sBlh6B/lrvjLUfNopSqmcxXYR2btFls5pV+WJEs7u4gap
LE2CyteUwiyGQlgrIcgFEIoUvOG5+eMas7do2pvsp0d1mOzmQEeB7JFhjN48Z56QnE4qcDDLuiqM
suHIXubhmDcXqQGkgn1tqExTyIEB0N98AMXgF6LZACIL9JR8ywHCGrLKaZ9ijoR7KSKL+l+PCAvt
gPqYkRdqHtQCj9CNjA3ji9Ba9jjIhTdsYjdEEJ8banJOjWQnIyI7nTHANRm1F+lwARlu32PxItYg
qU+KwhQwsCm8YBe12xsxi/5QJGIkkNlIcX6ObvYEtWEuDhIXrgb7CLNwUgIxFLM3FbzQvKJWRDDT
ibBOstgQD96UIyp2MOv2aqW3aOmqwjudYmsJWkoUCPkzlfBiieOnminlUCi1/SRZ9skYL3fu0Nfc
YNN29xDxBopOgqsF0oU74MXOso8QEIXsfd5i1QBjXwOGDGqteWKmeqEK3VA170w0cZM3X8e6ArYe
ndNFoQwZ9H84ZmmAxs64QDVSkkcQT7NgisnHIlwDRTB449vyZy3KOTcq9fnkzGpYW0Z2r+SiBrCI
FXZfeL0T1FQSMM+plkj3euv0MhCxF19kCG8/taIZd4TELB5LijXFoU5Ah6RfV2lwUlOvtdYsnEdU
ZODq7SdJaEBoFPALcNJPZ52unFhNe0u8U/0pdSwio4DCbxsbGDZPbzVn4ZS/KO1yvkpIOCSdwXs0
sq49bxxlj69tJA86scqd0wBv46fiS20ChRU4zNQKFjsMvURbE5KxNFu1Ku+lBV4qbEfE6TO43POu
JEU2i+P4Ce0oG5Q1grLzy3bfEFyTkXqyPJvzfFERgJzt7djYJ24TYLBJCzr4Q33VjW53FiFffIPB
gsuv8kaXmtF0HYGid4b6VLO69qZO4jScOa2HXWLme9jPyVnljiddohoatcaYrNnymaSFk7EqRLJp
8xVxfFc1lbz0IucRHgWWngrYsNVISoMIQyO4sFjE86F8iheeymkBCHTXsD4EzGnRBXEFzt5chksI
k7cu+tewnGGH8UNQVYjILG8MjT2un/Mu+TV7YMX3CvMma/XCVwBDHMy5FqeunsinYp5uiCS+NqLp
UZmN3egUXbwvwNZGRbexDFyR/MbYfsnHxRg2kTCM0s9VLbsyUhYbsKxiMYcrDDESPa6lRN4afCBe
R/Cvj13kipuGje9lK0HRjXJp7vqlOZ2VAYxlPTY3aUrguN4RqJB3eFjqJv+6JCpgfzE9NY1DyNnq
fcSWZD4kVjaFWL1enD79QpTidJboU9xsPEJSD8Lpz9NMH3faxE3Ula5ukzx9MIy6JqKnJ65lWiNw
ieP2+7E4ja3auoyLjKgYK+99c2A7Luf0IlbVs07oG2/RWNgcOd625BqHUHMncqcbh+i79MUWSWAP
jfNVODbVAmiSlyX0Zzsl0w2wKKfTwKaZbfa1siNuw9kUsE/PRs1Axl8T72K7idzbmkvqquuK0FMg
zfkj0wCODHCqEOzqxL6asaoPud6eO4Vd0MvJsUZZU9ntPAifwdgULNw6vd/h1CCWPAkmEe3syYZe
pJHplEGK9tVZtGBpUdPtcqOb44Aceu2tj3F2APHFGdEm4yfyWj2CZuNXWydAAyQjId2JvPG8+lPV
zslmUOOlPGsFSQjMIXPHC5DkJ6LX+vO2YZOVdN106YmKVB+oD/U28wAV2kgs8xBQY0yHjIKh70Xw
WRrN3rYmfSAzZT51JiGIWlhwsutGopyIqfE2Q9ZmJsumk3SbDGEpGF5BZYqYxY2elyo94Q42cypf
q5mOZxelBIVGCH9HdlRg5JnECWButoXozb3uxGA/GAZERuTTQ0VsAiYThaD3/Gut9+I6s7uq2Bqj
V1ymKcvkvmMahQnaj+xDtY46TGiPbR2HvDjVyzJ6Xnvg2BzFp8OiN9XZVOnzUrOxNwjAADsKtjxa
NRqcMZGF9Zo7FOTTdWW+98ZeTIHhEM/k+B5rZneel51DnyqavC70mpzPNmtebt8IyjfGlpbLoIXp
rHonvPZzcjo5lSivsCXBtlBWcMR+MEsX32zWKSDZsRX3xWzMjynWNhSs1sgHyBSoxDRwViyG6/g5
/OLSj23ViB71uhxQe5rJ2O60RMuEb/RO89LaETr5LM+rNUhbLe5nCaVvM07zfE+BPzd2bTN7X2JU
tV04mE4DD8lIrhxZdLcektjnXreiahMvczKdNdkwHvhJTfk0xm5c7rJEuA+QD4aZFLdiMl7TtCFN
czV1EMibGcYlGxJnfEh6HcRFnHq6H6XK7D4MSlxFl0gKieaLm8lJz7Je2vFFbcyqRSBJTGTVSt5i
SerOmjrR9hA3b8aqXk6UqrW4F/FFdDnZ2lbVSb8pOWiB2rSEcSjzqvUe62ro+1Pq0UUVwNv2dnlu
IfNnP9btpyXFQq9wjkKPHOcbFu/IZjR6F7PZjec04cEPZacAXgkJrlDZ+5pSdQJx85C/jSIW96k2
JmeNmAuOXBoIJdmTK2PVnTndY2a2xmHXRHeKd5um4pDaNQdxTFdMBY2NNYJELBa+Zkgu6jX+zfyS
xu3tak2IDgg89TOO5vGB1XQIY5NTrLrTVDT8HIunWIWrWgrDKffJEhL1GacjBzZFasDtdSKirV4N
pZ4SYzvD+9hWnbYZyAOuVlf7RZFGp8CuN406nxri0XQ+zQuRZkJLt5Ex1xdxSkDEtRC6He2zMoC5
vJDXal0A2a6vm8oKneWKC9ZPo641W/JIPuUZ2/140ThqnS/Ro8D9AtLYnE5n2UdhklmU6DKBRSUz
Xyl4KME4zGaKX6M6a2R6lrRqd45NU7Fdv1F4SvYIMF2LBDbQqcPanqq7YVrUL7BiyapJrSXCkm24
4q7gLABn1PdmOlKDOEVca9zAnWsfRr29b07XANkzp68LVsuG3y6yAF5oqXTmmW50DeHqNe6EuFQ3
ua5d2G0WV0zntqdsm2hMtG2h5tElzitQ72kPZ0pwzOnZ7CXKq24nvl1N2AQ64i2ZZKuFwHMC4ohf
9DtN24xDZTO7FyRZDmmgjuwOeUKOUWjEvpnliQXDt9ikwi4V+mqpxwQXp60gaTe5ntXSULamqJPu
vLSUA2iQT3hYpjcHOwQedqXJfTw4boJPtuNw44CixdBB0aWqKcoICvLVmZunndgqUwFMmncOZrZO
RpFazPKCSLuIgo4RofhJVD4wG7di08Nxuuvm6ZT41sT1Sbt7nnL1xBG40/zUJOZpU8eMeLL2NIjH
fXLXojIDXeqYX6Rp7EpHPnYtp7B9WXaJQ8kqsUOHfuWFVlWGX7E2b3Lekzv2pPFN5zVbq7Dx4YMm
sE50jRLUMqrGpTtLKbaFgpHfNwDoTnemXWMRNGUbpJqL4F06cqPG3d2Est1+hY9Kyk+Oww8IshUY
rMyBvqx0D+jmzHfVNiGaSDnpLWJ9c6lt60Qcxnq4GMAyUHnzDr3SNBe9am6qWtXCGfxEHlrdMhDm
hztPA9NTjwYpT6Vi5WcgNJYu7CDwUxWtrPOGZBD6DUPzQjxmNgUzO+2DU5U69YQcyR3FBOAvOMCn
y6HKmRXddOEc5tRfi4IE++vKXdRbL6IxFGhykbBvCuWxzrPkDNKqWl2S5okjnEi96KR3W4FFSuh9
Cy4nEv1yGCypnhlorNxNFNWyYreQMMqKeAnzgQ3uNqd6AVAWR89dknvjCSzv5LFOjKw6k4leQ9vN
i1bfxLaej5dzNKDoXvTZIRisWV0T9kyOHS4CMMjTZH5VgRKNG5lzPhwUHek0BdMTr9K7NxTt451k
0f9cqCJXdoOrlNdL4eBAUYZIC3PM3pwewN+vU02JapZkOMolxc7DJfWWj516itM83kcLQI0gyrsa
v0eBFOYEmT2ebCwGpJQTDDi11ZbidVNaN03nJBH8wXHxWO8g3jacRp8JBjA5eSnmJBtOUNJhjvfV
PkYGpG2TiFiHicZtDoNot+DomnZJAzd8b1VpcsUeyrynKH5lyAUDWmkYp7Mqrcup5GCk9YYSsoaO
2QF0RXGXDYws6hJaTYi9Orgm57MyszZ6O1OG30+FCtofbITQl1Z5GUfkMwqhoQDwh2lcY8mZAeb9
P2srMPy+SZpWNzLCqWNVO0r3JUnqUQSyE2FK+WtmDre9u2j6oO1z3HZaL0RXz9ag3rioLo86jPrU
dtBY6F/QVsBThOkvKLXsMU/sRw6tI0kCHAyswaw/aGUc92a+XddCME6fGpCttX6un9rwCYrwWCmQ
uw1lWexUEecXJAU0HwgfjjuX61WwUoBOhDLBf45ae3GndElS8BgTnBpGpQVxqRMD6rjbCuDxSTcA
6f7zF3fcGP52xbV56Th00X6xWnbJMBu4KlgAyktlPvWkGdiJ9cFFjptO60XojEKDpPGOuvDo4bGz
rJDUrVrB9ISyM6cuOGSG77Cm/flufnch2K5QU6gNGcYK/Pj5W2oKnaTyVYlhUkOOlWiXVbm4yPuq
vUmj7IOe+m8uhvkLV56qaWgvjwVr2aTgJ4GyHZgDp0O2HuyzZS0C3t4Pnt8v4gUeIL4XNCc4AQi1
OXZvq042x2jMGX1P3mUVbW1xH5UgZXt2M9TL061rndi4Qf/x02SS4xbROmELOL7BVHgkMEeciwqZ
VGEiW/VxivQxqPKiDqM6Uz54oL95x1BE4nZYGSark+L9t5dQpBXFzDDx8hjo/KJKvze1zZ9v6vcX
IZJXR2oINHEVwvz0Ilsq+4Ux5RXDPYsfGD9aaCTmR9DC34wNj+Szbz5poIXH9o2eFqscDR5d5V6W
w001fjaTG1E8/PlejmKIMJ0xxtldmmvQFGTa4+4qWddl3mRTS6YjrTJssTIdX1j9EO4UByPLrlD1
bGG/4soiT9ER7j4nx0+HtULp6V6veMyKhMSC+ejKGeU/Hz+8iChGV2wmWsOj9nnSlbLt2TVQf9LK
fVNRsh/mpjoRyHQCA6HR/s+PY/3qfu5trx1mQBgg08iww4RwNHvCKSDqoeEtcWW28+I5KFz3IhMe
Z9F5PxI8PSfitcuLpz9f9tfv2kQu7XI6AgqELONoRKWs/m3uCF78ptyxcoRTlwSWtG+gzXwweH97
KRPz5UpS9vAevB+8U9Xm+rBWKkrKwgCzgCHDvuKY/cE6tL5p758kCwLSUBY6z8Jzd6TJqmh3ebJh
HjVa4pUKnH19Q3952Yykds2AqNghfzTHGcfXZOMAYnUV7cBQYiJ4f2/uaBsC5yq+Xsgk/jxpuy7R
8vUIRKtcvQe68SxruY/paxCsQ2oZVTujuyHw6CPO4i93D0TJQQWOAl5H8Hz8lAdFkzMJqkTYp9yt
cV2PpANFpW8IjmnFvvrINfPLuF2vR1bDSkp22EYdjVvM6gzaWqdrsCmuutPFb0Pkfo/dP5RFrWyo
dXZdlecrhvPodaxsCgg254aAcnjl4/NwApRLN42l3LEJTQNXH8I/vxm/bGeOrqi//0oJ/3VLnSYe
IJHPosBWUCj0T2hCKN12DUD+89WOBXboB81VE4Qmlw0i8/vRCEKr1GLYZwUG0XnQ7OjCkASJc0Zd
Y3cJ1168LbnI2wTy0rcr/yN75e9xRVjj3upmFmmcdP+x+1JfvJRf5H8DphFSzJ8efvjSvfz1perS
bl5v4H/9jzvYVkX/s6/y21/4bqzk1O79zeNnSKMRM9nu8UV8pxrhjPx7VUDi4QUG+B1l9MNZqVh/
28jIyIdYQTUI6dbX7oe1UtHUv7+Jjz3CSoGPeP8Ic7RS2n6a3fBSsoFHM4Z4Dl016S9HL8KatgdR
2Oru+4K4HFod9ulEv+IWRYG5T3vpnqAuK3d2LOorZOrNwWwiasCzvVxJYxpO+zwvcPtUuxjWduDW
bX7mgRq707SpOnMqtd3Y2hTvaSEup6lGkzlsLBmdtck+1zsrEh8ss+9vBx0pk5QGQMdefd8uCQfv
3zKV+pAd4VK7pfUQU1aq3E3mum8qB7+Tn77kq+8LwM/Rqu8nxh9XcjElsMixAnzjtvy0d+pL6WVj
01u3ellYmySZ3JNlou5bWU152nqJfd70DS0xr9A+Mo395ia5Is5Re321MRm+v0k6afXklmp0S1l8
QJxAql8RmeZZbNnz5s93+culGGQr3YZ7JPaE0977S2WMm8EbSiJBRrvbJrP9UtpYu5RJ+2ji/4YA
+tc6ywNlgdHWXQOHPVq/x5R6p1bRHthze5c76hbtBEUHa+sCvkTcs2mh4rNM+5ZxUsXExZmPrapc
a6x/WXYaRy+l8wVfGvxvSYu4Iy/+SmV1HgbzpDTLbVncWn1yP1llYJTOvmjkaVamp2KIr7pER3Os
a1d/fm7vNyfrzaxyUF5PG5ihyUB8/9zcac7sRC/yOy0fSQ9UaShNSLb8cu6gpJhKtf3z9X4ZjUz2
gJzYocBE1hkZ76/XjMhPslmYd0C/0CpE07KnFVKcjmVUnTTT6F3nhAYFuvhwhLw/Q6x3ijnH0kze
PBVTpns0QpACTrYXp+Zd79gjPIIqou4dlR+8bdqvA5GCOw8VEzoeENU52u1pjcYZS5n0uz7S6j1p
FznqNoX4zNIJZs0tQt3KpR+hBCJlAF6PjBKyJdeCJbzn9KLpK2OjzDt24C//8MmzrrM/1DXQXRRh
voUv/DQPNAAM+jqL4vs0iuuAxm5/6WiKCbNngMVqTPpm0JIb2sTO9Z8vfMTv5cmvBu41wYJ/2cYc
b5U0cqLUxLbEfWduFkEV3VoTC5yxum7l/CiM4S7jBBk4MUmAc2G8dnQMR4J4nZKgg7jpryDdSH+e
tZe6a3bES36JNaPz2QO+1vYSmu6ym5p2M6nDB4P1aHPCJ1+zaNbqh035iviQo72Q0nB+i2lV3beW
fh4t9m5EiFW73oX0xtOMpHuLXkSqmI9a/30c/aPdyf+n6enrEe/f0x9OZPEi/3r4z/8tYnLU5V++
SDtYjOnbi3y3dVl/y4+ti23+TTAQ5zmbeR/A9roJ+b51Ufhf63TzQ3LO4YBtw4+9iwYXFkIwiwW+
0R/bmv8iNLp/E6+8nkdBfbDpwOz5H//zHTBBHv355wX4/RSLCN1y8YNxUGID5WLfO9q5zAuhw5O0
vVCCDwrMcSLBUtoAD3d0a7/+9Kx+s9i/n32+X2vdSVMbxJXJTbyfXlVZLMUgswiqC3zFJY6zDRJu
9BGJfPjzlY6Tdb7dFpUmfIgu9lt7RaP/XJOZFlIso5TbWiDDVoZHnspDVVLN1ZDUbUGfIjoayGoB
cxZGY0Pg+hQukXqVQNn/VBpfByJV4O9vwBfCkVzbKzOHfmK+WDSNckMo5J8/8PtzzfdH42EoguBC
9R430fvPC/yNNNpR88J+NvDcURijnIE+isxSZ41TIcmRvecH2xJzfQr/2ixw1fU8bjAFqmxh16Lc
+6sWRWoV/Vx6YQOiM3Db+jpuh68FTeZrexLnY5SQkquM9XlC+l4wGWtyge2dUwv3K2bUsG2yME3d
68TEesxYDgyyAABXnzfDA2qWcZuuEnOwJKTDLk7qWwgHAzf2Ps0WLZG8qW9HYV9Pg5yQdioc0RNi
w3vUJxuA4ju4TkkYlWhBtAZnhBCeDEvkNJJ8pkdJYig75/SDSKYjv9G3R4Ibni8CA4hu88/7RyLI
VRyRg3hh4vZTKAjQDYw5/1yB8fFT/PphL+OnsgNlqbEBVyPvUIgu8Wm82B8cro/syz8+Cu8JyBg+
EqvU+48y15Djy6HxQgyotT8QjBnODRrjrCTHemmzjpQt1dukaOPhA9If6ohfwgw2Wu3jOJBo+Och
+stMwTJDhfO/Ps5xJ8FDLeTkyIM4a69dW6ONw8EQXmD0D2JcPqq7v98Qfb95xqXByY/TGWvz+5tP
p7g0jQGUZ9tGBdnK3cCuyP6I6fDNGH/0BrCMeszMK36HWfD9ZUqzgeKSDgDgiiijm9V9MibElk7a
n5cKaqM4W8J5co1DkxiQ8DTrQOzWHC6+7STWXiIsDpLakeiaSqBceoXYc9hXlfPZqHrpD955X2jR
Oe3gGNlev2XzisiItGXFVJBirjFe3nBBQPMQtIl3Lyztso+kCUKmQHQr88ZvCaD1PUCum2bM/Nku
uwuoVa6W9idtXJboJGoRloqzq9yk3NAppAxdRC+Kmn3Oq/GZcnt75tKoIzh1CV1KUOT6MKXk6f2Q
1gustVbz7VoijEiyZJNXrgy8ofoIt/DbsUyJca0Rsb/jcb9/zslUtKOdF17oINzbwKCus3ghetaq
9x3VomRI0CqyD9vaM84e8HnURqewsIhM5q99L668WwN/XvPeb/O/jy0mPPphK5NEP95sQpTrOzeK
iIERboKfA+9/qdZkSr+tthj8Nn4Dryv48+vz24vS2wUQZVCuOL6ouowlkwQXreKroesoHNkDzWjR
ni+pcEipyHpG2/OfL/rb6YyeBMd4qhPrJvf9c69GzgBDm7G8W/2JZN+9cWfghgPPtB4UL1Bk/8mp
F7CRNfIZlHCn5WDtXakkH9z+0dHj+0Nft9e805yvwNu8/yRRZy0oXIm5jgUY1pk2cxCpBiJzZywD
tV1z0khtDNp4EpgrEFK2kmK37igXDbuSg2sTw9zXiE9Ftv/zQ/pWez6eBBiXDpsFg6nmOE4wT7E8
0QJ0Q698RgFXXBbzxYwk0BptQI8eYW+e2uxq0zgxjIBO+3xu4qP3B4tCclZaHbFVrFEajNVZh+1R
N96zLA2UxzIpg8y4wSMsg0Rm3m5apTMKnl4S/WjHArqOhuy8dUd305TK8wQqLvawWtr5C8hWXDQz
o2MqzujUo9CLIt9AZxYQc4f8SgHbNdrJC00plXwiQodrbTlz4svWQe2slKWOUkWeKmrbh0SBQ5Ph
QRN9mIWUB5wwXagAkGB8nebm5Z8f6O9WivX4vM6qbPOOI1GspG2qPnLccMzQzhq9EsRutyEI/j7V
dfF9E/P/4iwyIKHrxZe/zl8a+de2rz6/dGld/TeonbpMl//+ULJ7ef3P//OOB7/+/Pfjh2b+zchV
NYBFzHgk4vJdfT99cMBQdZ0zBqUvpsJvqaY/Dh/639DQeVGpq4Kuodn2r7KpQVAv1DH6xeu5k8L/
Pzp8vF/kHSYDrPMcYnFkrePluD0rzYG8OgJGCVWpb9GRuOdDrbcfcAjWJfxfbzfBP+sBiswilnlQ
AOwl3k88XePMEep439UahPlttYLLljU9NfoxFP/tuvL+dn5ciSXO5q6ggntHU5ybJuBlLMz2SRuF
emZ2vpjmj3LcfnM7UOf4uoiKpUh77NWOLfIqBAY7K3XafezV8aWcRbdFKl9nH6yT9HKOnx1HJwgK
INWh9ZBTcrRsRwaCgNjKN0bEqka8Jq4SPIYlOvJ2wt4F3j3zEhST0t4U+HL6U6BmkSRfECU+Sm27
rALcqp2+KmBxDrhx1xYcbMQkfA9h1HLr9alqbLCJ4PbLEMXrF3Ei88t8NHSx61QjfmuJao83ltXD
21JqBy+HFaGwi8ep0i4UDOvxBmqt/TWtlszy8WaSVG/Ug/U1XVLFCfgVxKjNZcuFtVTRPpvKlBKZ
Y8Dq9pURQ06QN4XnHqLMQXDR64YYL1AS2vd9B5d3Y2D4bXxPK7EKCtE5b+QJOUUw6BFmrCn3Ci/I
c2d+nqQ6PCVypRp5a2KGL8jwISy9WqWVnWOUhyGx2nEbUcX8UuVUFDeFOs2vA4CPxwlq/teS09h5
W5PBi3Uk6W+myV2QvcV6PHDjZqIEnkytJ7esgTQtVa28SoSO95FZ5vesriw8qRlhL9N7LUat7JVZ
/+TiSCbHREvK7qnEfHi5uMiqkRDkzSfOP9WNLrAK+3o3ZmfAqlxgHaZDLlRHet8TMQf5ayXT9JW3
pn9JZnLpfHIPbCOI6IoPNN50+eIg9kP9r/HNgOYlob5gW4rUnlMTMrmuHZ8p+2vWrnTnWQYkkbjP
sVEZFzrpsYhz44EmHhpWPkQ75I+T7s6tb+TT5dKMSY2zs8tvq16gxq/y0nzQhgkAtdaTnpnSIUE9
UowPbU78qZ/ac/pGvIS8xcKkF1t9RvsscpThbBrYqPv5Ek9nrjfZcagx8Ug/aSb1i4qc7Y0sepqJ
rMsWdqxBxNd6rLNs9ibGUF9YLt6WqMq0Ayp/BKAkGypnhV5EapCnVaMFKOSjmkXWqq474uihUC5i
ZR+JWXd8rY4rEMxYbJbraRnjq6rUhk/56CSvhHvFzo1Lr++pt1Mn8dsuwZkmWhdF7KxAQ0Cdqo54
YzssRJuhzW2gBJ2IBPYprXmTrSR5eUyd/gkZYd37ujMabxinqzFobRJyQWFPED47p3YyX82U/EJZ
1MH0686WK1d3KW/oqCZYiMxEDzwQprVvuLKEsI1dbo2HIYOsaKlX+0C02TQ2UcFbVnDFYoOwufms
JVK1MEZbWeJXvTIC1JZ9fS+yYbnPmfG9UKh28rk3i9HzE5k4z6XR2te6gJ0bEC7NqYsPky/Ijjxx
vcaU6adzZCXS73Is2JtiUhn/amN7ZtgsxjSCwyitZ4lhl6wPu7yamz6rQ4RzjBtPxtQp0kx1co45
Rqnj1Y0SgUl4Gp6WEoy4P/L+vU0MoBsj059qL+Lbyrt+vJD4cr64A4p6v2+jfCSovYJM4+WRu8lj
OOah26gV4uY665WwJef2QTBl4k5R3NEH1T+2IROOKE880odeUsxgii9tI2JExTNy+LiWlLaNyKiI
k0yarPRBEQgTOr0xn9dl23GbpoJ2FazLPd4xfkAj/atc57QJUl6cGF8XjaEy4eHkTFjbEuN+GlE3
wfaXSDLQ5uIawTAxRTqxEDcxN5BvhxyriMvROSQbjWgQM4pbB2m6SToBre1s2mJisdBizG7u7gYc
ahNOXN0Ao54O9imqkfFZox03BVpJlotP9NRYBE3T6UxmRZ1fWRGF+r2uwmjmnKq6oVlMce1j1ysP
iEvVmihMTTQUihCXTS1G16AwmJ+dKKKA0J4gUxYG5X2HFFI5TqqHj7i1rsRQoqaKFpG+mYzWNYWt
99KwSDjNol3tjSGo47Ev8ZV7yTPJH+l8mCor/pJqs4Wr2cqGK7Mg6SiMMTnqlKe66ba3TZRL4D/a
eYPU2Db3OYVCPP1TTVZTaszobHJtkG/RABUiSNSeyASjaJh8pdJpe6+Kdc8Hg06OQOMI87EyseL6
0nGGkBqZ+qWP6tUzS9QX2liks4Y700Fh/4MzyFw6Y68Quk6yO3z9oNXs5GwQaCN7IzJP594q7lTO
yK9Ka4lPmjuRj2UqhE2Fo+jic6t05UVnqI2x87S4HjY1aHYjoF2RpmEpivRecRr1dazT6cbURlEG
yDeUfFfLLr0qqyitA5PzyVuTj9pjjEpzIrtCiYCAckDE9ZyBqKD45rSvKnPbpuhdHIW9HtWv1ViM
17XA/mWWQrtiWXAuZCPUkQ6mvtUVx3kDDJ/OlKCSQUcpxi58n3OouZxHex3nsWCRaTOr4sTiVPIu
kmVCkrk1zVtB5etzbgKNCKDp2hpncn1h2XWYv3xTa8RBSVGDBTEtwjiYR7pngdA7dwo6LREnHYPv
teVpdAGF8rrwBwPnKvEdNsasWBA35q2iZ63CnpWQQo04Gv+TP2Btvo0Hx3khqkdCkliG8bwxbRFh
aqSjvkF8X56w9spdSSWiCtQ0Wx4Zm3R5MEVDaJg0FpCs55i4w8nIcMLeWTREgWXdM1Y4fF3znDID
pGKAUlB55nTpmJ1ZntVgRVhT9Dkzg6b12meLwZdvnaUurmdK2gRpG4j4WSgYR7x9MfWYOP2kw2Ef
MdcYvR1qaixQ2uDxfoRZlH6ys//L3pn0xo2k3fq/9J4FBhmcFneTzEwppZSsybLlDWFZEucpyOD0
6+9DVXW3rdKV0R/wLS7QXUCjbJfMTDIYw/ue85wOL8MyOMapbGJnn9plhO9Z2Ry0p9THUm4GA6vD
iGv3czx2sg/NytNyU+AP8vD9TrrZe7O2StgIM99rZDcZbHpiAY4zHbCaIrCd1sxECLW5p33Pqrwb
MKwj0Y9Hc7iuMNnm16KVxXDeibbNbapTjry2vBZHjWl1PDubOapjIxcXmKsip30c8hivz2KQYuQr
jBgT3YEatX+STuFIVmJ+Xg326B5UwrzFwKmFvevHdLjKYsuqT3A32Mb5NAcJ5mBYvD0F7HgZNwih
1V2Tsu/cZPwIKJK86XHKggzc+WR2IBu0pnw3lW5H387JsmqDF48nL0U+PWKNt9wtxjrzLDNaHI0j
qrg0lLlO7E92xhvHQmJY11Zn9fG+HmgXb7oJ1fhVb7lr1giORNJzF8s/qsb0BnC0buaSJAfM+TLx
GpRvM2FB2V5Pwi0uy9advqsMkCFN+dYtCPWxAf+DqBielCUjdpBJP/nYWO3e2iSyzASL/PqZNfrd
loEFoyiMgWCfyanunjT9QOrsbl0pbDiGKEOY3yw4cae6MUQmOeAf7ly3g6zKHGzWs3kYi8Kghoiv
1t8YCX7o62Wauu6iB3Yb7IIusoM9tfjhtBhWovcmMRqsk8UA+JSqh2s/eiPehJ21KDgRURFYHfmk
TpfZn9K+sPY6MKzlUM5DzosBz2oLaqWvgJEgd1a7XJt9uU+jKBVMOdYgTyM3JvR828VBpUPPxtu5
xe6p3e+CSmu9iSIOIazL5Oq4j13j2RM0S5rrQzjEeSAppkiDzxUVzVcRZfB2sD1k5n001lPzPU2z
oL1aHTjeVWPJhGWqiVmD2de5+fPrIfx/ozABBei2V8/PPZWJ/w/KEZAbP6xH6LR6pv//p7zr8PR/
/vH6A3/1Q70/kBajQFgFRkTQoYv5Z0XCEM4fa2NTUCRmFyEIZ/h3P9SCks9/Tyt0rUw4FifRv/qh
3h/kEvO7/I9DPn/yH0m53lZMObbzF6F6sgUfbvUY/FouyHqCqu0yuTDUqL6DGaviUPUt22c3pqC+
NaFGXDmis1a9el/BgRgtvRxc6mrPDjkr8yHvu7Ha/nQD3+mcvikev34oASjTok5iUV94U8Mo6ZuZ
1lRcLPPc3JaF4Tw040w13ZVR/i0I4vFzMBbBV07JQvymcPummPfnpUG5cjNM2mLem/tRjJYRAT+9
qJrM2PNOOkfOrhxRrdS86meRPH78Td+7nLXafVwosliV3/Sjia5BjFlkF74sMo99sip/ZBCCvmHB
bbeDV3pPH1/v13IKolwe98/XW1ukPwlP7MxwleZ6wlpYHnKzObhtZ574Gb/8+Eq/Vof+upLFDfTN
VST4Kuf46UqkxzT1vOQXRlH1FxzFykOWENv08UXeGyi0LaFAe1RtkBv8+nUMisyazfJF7ev6BI6Z
eFFtyioOJuhgMXM+6tYdt6pwrd98u7W29e8q21/fDjPYirZb394397HLF7Oq4uQiBvxsh00lbfTU
Y3zjL45/U02a8MIiGMIyd42biPXudxFv795doMMMUTxH1lrn/Pk5Bh5QEfrFF3Fem7tGpeNJPCJM
/vjuvjM4kWgxx/hw2WmqrHf/p0eYO36f9XVyAfDB+aGxM2JlXrLrKc+TC6tR/dXHl3tj0nm9qbSU
V6Q9lwPX++Z61gQ5w3LiCzKg63PoA8bXOrXSqxp//LVvGdNDwG7tZHY5Dpo6N7s9xMGCmtdYzfuP
P8o7rwmv4/oPr6X9t8c7VNA+SZy46OlnhhiO5ZY0BDYhAW7P//hKyMlXouDaOWDO+fUeawUTq4y8
48D+6itsrgxzx+JC7s5+1/d57/ZCxQbIwVJDJfVtyHHZMpN5mX1MzVTgFy67b3Bc/EcJHK46lKVb
nC/8e41DNckoDSZl/t0x2EawPWuXm4+/9jsvLmRmvvOa0ELH/837M3EGxwMsjrxDbHKWopHfGiqP
RMIvRHuJuLzHgl0eSoBu/1lff50Bpcl8K1hYIA+/dfyUS5J5g20f6zj3T6056Pd5kcARyWe1j0QV
Hz7+om9ka6+DGnCu7QYCLKTJQvvmAQcyYem1jpAiMEaXKkdPCjFudUYD9/k6DvZ0JPlZf0kNX5wS
zGZ/ASGhNx9/jHfmq18+xZthxkwfebqxjk7RsLZHc9K+gFdpT7TTUbApjpgbi5O5DpqTnoPL6ccX
f2eywpaC5IqGzOryeTNLu/Cv0nERx34ql7O8t5xTMcQoaD++yjvvrGRpQ0GBfwkJ2pultB9VZDaN
OBqR2e8i8v6wv5Rm2Inqtyjk9y4Fk5PgYbZoDvuxX5+pFy+D4QziGFCEd8MhmT3IYknS7yUAyIBa
uBtfsA8fD6k1W9tKdvnR4XhlrqW29h4T1XzhyNa+nIqROqLlKP939rn3XvbV7UhDksMAHaE3w86v
OlKwnOlISWE+jqqTO1EFxZUFVvFkjpPpJsnKYN+lS3RodKD3tZraQ1R7ze/G//om/7pSkhyP22oV
8bFWvkolflpEgqQ3htZwz4vUHI+RX5lbdL96p1UTXCfeLClkU3eMxFRc+4VMTj10qCeeS9DQhura
+JsNwzuvI9EcyBIQGdmEzr2dBO1JwzCFJEgiR7EHO6wvDC0bznRBEUbkJZ+Ae9GnAv3vTjRjuUu1
M9x/PFDfeTaoQjB2IEJb9Rhvybv4rZagrrxzqgzdBV1s72iR9XjpIPLaKserboJ0Sk+r3Augj1Tx
9dxRyJxd/3ee87ciBebC1zsRwPNebdPyzYuZ6ckehJbnUdllT5HrNFugYgdBO2irhxWBMZdTfxL3
ChZ8a6YvgVDDV79pK1os9nJIYO9vqkGqS3+c5W8cdG81NOuHs1ir1mPTqsR6+5KJ1Cq5gfa5Y1FY
CgOdOKgFZ3mw9ATpqPwemUuxY79VbeU0RLtSRxZtGFOfc1DB0Vbbw8yp7V995neOJe8clvhIaLRQ
Lq52kbeasFj2yPxm87xvbKgkgBWKqyXt1Lbp2YbETVPczKt3WuvuOygseIfENh6ioZ6vE0U9+zeb
lPfGMh8Htw+zHkKOV6HHT69WM3ZZmnj2eUwBjnEbuWKjJqRxelL9bkGffSfhit1MA/UO2VSg6Vh1
Pr4lf1/HuSOoXRAQrpPhWyGn7gmd6Ubr3Bx6bw+ziQKO0Ga+7Vs7f9Czqw4USx5Q9snfrCnvDw+u
iXxeIJl7u66mMLPNwhMov7v2VBp9ekJXy9t7TmFeFyoQ38Tkq2d4bMzNuZlGhykoDoRpgWnm9mxJ
Me9/M7f8/V7AbuA+BLT2VwP2+uc/PY6C1OhILdl5WtfLd1MJhuoy0xpw81h2oU1WJ0J7dnvkhSu9
/fg5/H2JdQT7ZmYTboVgEfz12kYyypwS0zld/+ymH5P5pKKK+PjxRcS7VyF1CnEPamxUzb9exUn7
xoK/dr548IZmtxsOqjQw1ihIOXbvyX3BcDjJiijdQumD4+I0NmCVxEbbpu3lAcKSzDYVhcvdx5/s
nVvPKoPrjT006z/2tl9vfUQtXfHBuDvW6VSL8rKUAVykySJ0Btv0Zq6jCo5Y9JupfL2tvy5ueKnY
xFpcfI3JenPbc4JZk6o0kGvluEmm2ld92EAQgiSn64b2zRhR17bGePrdAfD1hPf20gQ5cfBFo7oC
kn79yj1Ce7lMybnynPpotxQByzGF3JGJ+67Oh7B3RbsDyncdD617Po7K2ZPD3O2NtfvRGCq/Uigb
wEVG/a0n20+BqJbrRTjqomwH9JlD/EOZ+k6PmX02Z1G2qyjfo0rujJ3LL3+zTXD/diM9XDrIL9aN
Anu3deT99O54Ki10qj1S69f3o1CwqJYksk+U0wb1zqZHcv3xiPn7UF4viOl/VcDhCXjz5BgupbVI
92zyUD3EEHr2ed5W4ccXeedb8VYifyTfdT3mvLkIXZRmMTLnDK1BdDUgb4Z7DTIA75GA5wjo27j9
+IJ/35h6bPkC+iQYMJiP37ygCC0Uuw511pN1sg06QuEIbXf3hlNZv/lqHJbePDLKVex+KR3y3Fbx
25sB2FYFSK0C8NqSy35P/4Pwxy42qy9m5c5V6JNliLIPHugXC84g+d8MOmtHx36oDm4XuRcWlDaw
awbYXnPMF+sUtj0kx4UWPvtDd84+ibFL6X5WPsE9XgBJqezm+knXS/lsTGbX3s7SypdQauylYdcW
9v2oivw42H2wigXmhIjGBMDTJD1UKZbbjzvpJ864GyO/+KEaDeO0iRIND90V2WXD49IcfJGD7C3a
Q3moptLZBXIhu6ruiuJHH1vLsRTt2G0r31YLvd7OjFhw0XxsQEDmV565+DnIXFv/4OVXL22xAOaq
PfQ0aT3maqMLXbx0DToZspxm9xmpQnbDWdV86arJurbTkeZh0ijYujH+sUcgcAXx2vmyYI/gZPE9
q11r2AyGGX2TpaCtWZNcbWPrMGHe5TK/1kUBlo8TnXFHPcBKTqKiAP2cpZhyiXenVx4qTMcQwK2p
BAAXBTSq6Yxy8+oCMUyj60NGMnVoZa3xrDgHfe4R5ESbBNMeI7iZxbDzqqIXJ8gQMncP1/cLCX7V
sA1EP7b7LInbdtfKKIEFS1MFoWifeSmCEwWlm42a80KYjDozh8L9qqq8J2CShdKHsFvxI8izA0kL
cp6djehjENYEBI3ntUEnZQssNOjC3lyD4AvC37cezDqUIE6VkEBf0R7bdGARUQDb/njaIUwFTd0m
AJhruMN16LRO9KlUA1JcjLL0tXMjta5kVBrJCSqO8azPFHBgMc9tHLo0Vv1N3hC7Gbb4eWCeudDQ
UI6kIjonba2odxq0y0li5P4PJ7NSGVZVz6jq7BQ5PfTC4Z7XANwd7LQZFYOjun5nKzkf7M4uH9hQ
WaASwbo9aidZHwmZ9gDL0jk/aMtT90yK0wSlcLLvykokSK7aiS5SNxFjVLHOblCfSrgotuVtYZGl
elvCm5u5h+ayFq0qJ2d0zs7tiNjiwU9sLq/zpCWzzF1J8X5LcOqQcnTeKLJA8tN4UAShpEmAGiHJ
M4oFaKYh7EdEuHsblCbzj8ZNEbe1ZYE1lc68ICc9h0vQeEtJh1OBidzGEIDNUMDFRKPG4NHnMkvx
AcSZx9YcoF1bndChsmuCFhz0FZEC1M4CFgC9agi3wx1ellpv27mPKh5ADWYPC+/w6GaDh3Jdesk3
b3FsAOyzXZj7AFfuUUIJPRnMFNWKIbPsnoGsXUC+cfGpYTMIR7QuBb/hJ/JoFwEClhEBRXsQYJjh
U87EBkSOmfq7ZUZOvDEn0EDwb5c2rHnIwy71zehRunHW7Ozc9HOk3V3tbAnZM/pTeMb9Q0TERv/J
6+PxxpmslUcRpajebW5kvDdsP7qvmjxFrESUm0SOYDb+tpApE0006pbI+9Zm61QsPi3QtCElY9un
gwbuil7f3gyd65U7lsrgRzOT07QrIHV6uwAqr3/M52Z1FLX1iGOmEGz2l4w5R0aN/xi3ksSmmfr4
j8XLrbPSbP07O5M52hNGpAmNNTfKExEtyJVV6wK+zhEDeCFplt2ti1RLbQtFbWDTCz+zKZhVzNBF
qys2tM26wU4BPH5Ode6gsR5rklbLPGNHokU1X9I/Xj6jsmLaiQdQh3FWQ0IP9Gi8eKl0ZjR4boor
w5mM6yyawOwQ0IVOMZuZeDe51Q0XejYA27ZNXV+7doeZDRLc+MUUw/jgWMq64E451saFov+ZBzDc
xMgOb620MOzQLyvopmVcmfWuRkuY7XyXpugmsqcu2EyBSKq9FafebcBp1kM6RUMh7BBLHV0bHHWg
2Xpt+qCI9AZ/jgC17AAk2PiqwRhbp2OLeXDwadrOkjUlHMfIfnL8Mb2A1Jc54cw3bE4dY0luLWk3
Xyi4WI+DWU8/Jq/U7s5NUD95HF2vJJydezyU42VsRwjQwBAY7q7qTBc+JcZXbHJwqtKtKaIo3wPq
Nq9NutfFpi8CnkzgTcQgqEYGPI24Ax/Ahtwg9gKW86bvi/E0DezsiyUH8Uw9Nroq6KjNG9ec3Js6
ctDFtJD3abGxxz4WGU8ObOaSeids6xt/M4wLqyQGkygmItNsX0aT3SHykgS5xEgMYgZquXD1Nu07
sDoDg7LeNlrl9VnnOOPXYOxcZ0fKi1cczCLNvmLSyAfcZYnuD7MjsG/NfmLczRjOd0arbQLExjLG
87UEWbCxQL1/RqkEEhGxsfvJNEiAD3XZxGg4JrMnn6P0fB1iFcsY9HoWRzYt1O4zY4KeMs4Gs7bj
JIpgHCNSYIensX6e6N5UoVOz4obzIuFBesoJBqzveXW2ZGwkBBPep3Skv/LsuAN1IdYakGGmWemz
qbdJe0sA77ehFLX/SckaUDkKXKZ0O2/sb9Io8xb7QQWTuK1QiG6BRw0POVbzw2h1yCRb20YAOUHk
vcFyBwF/tqz8yadlNodTMlGXoybmAUCVQoGetUt9w2l7ySAkgXUPG+2UPzoXKuFeeihvLsbZme1D
XAQuuZpFJzY0WaXNhFY4P5Ilii+xfzc/xlTlLdlhOr+WpWc81nYQD5RSKlluO6NBWtvrgOqPkAXa
GWrFLRNOkN3abj9dlszyNLbYr7Mo6H6V/kYxslGYiCaxBp6znEWRNxpfytrBemNCs9YHPKcV6o1K
oZYmFseQF4L5hz3hzIHiCsDIgAHUQF5H2gZk6nGLZDEbwi6rCnuHnsW0gMozNDdTgcgFDRwV9F0S
LPrerSP2FEObNhTR6EztCtdRX7tW4LuNPS/O9kDBky+pqdwnNxrTKqwGtj0Ub1LrSWpvvHboGPob
uAsiJoVAuddDhMiXlLsYJbTCuQPOtOIOEgbBPnrjLOOaZEFoi7kZvFiwIfJt52tipMlxjl3/dlni
+Xam+Hpni0Q6AI+bgFWUAY/2yIyadOf30wD8Fy72eW9mKIw8FMJf5JzPz44a+2aLFMW5mwhGuCPq
HYMsZUzmv8WKvGHjmQ3kZVo44z4odR/dtI6Kge06Tr/usIhMCEd75ZHGnd+gffayQMDdVLT4V6dK
OGXVuvbUarj2xjn5VhotWNRgkRcAwbpdQwpJcsJenjllHOHwbzA5WZdGQGQCYURBjgiY3/lm1VSM
t8lk+tMuY/q9cPQw3C3Q4dpDZsquOSXBrrxGKOWdMMmk1Uk2N3LZxZFLCSCyElnB/pbRc5SYeAlJ
fto1smr1BgARgeMmTNgxtJk+x5A0l9INZTa3yyZD9Bfsl7I3kj0aW3i9lpnnC1tcHbyIrm18kBkd
mRhlPfD45qDsxUWQSyveN4GMXbTgvXS3pl4q+N5L5NxWxVB8bhJ+ap+z5JORYXT9w5BkhtrIzmvL
cz+K5wVVRDqLkLKo85TNdYbXZirTrevxTLaw47tHNrqBiWh9jKt9PxMVEQ6NzTMpZr/W26CX3tea
ZAEJL3kp78y2dNimDezVd85AIXoHiy7+0qQjLGbHX75N/pTfy76yz/xCEwjYWOOMiFD5CEGHTmPB
zIl1EM3Ssv2Zh/nEpWAandpDdzfUeK9sQ5UiTHM2Wye2soxdxdbLvpi4Odfay9LstEkd/8h6KxPO
JiY6eLTMvWYvlA3llGzocNQ3pFoNd5VEzrXhIL10W3/M+8dS1sPDXFTzDWjdpEB12CPRMiZdV9ug
rXoYqiOLyqYj54pMu6xoz+nFRLg/KTSv7adGCeZtOQG16hkOieymC8LCmmXXdN3wYMcDWsJMxNbT
NAM9DsfJbvZNOyNBD+w+ujVmh4zwuINRTFu6ePGWzBzJB1jk19pyhmRnpCKzwljUlXOWZhNOeKOZ
p/FUebkPFNRqO4hWLRpstMJtjuOAzCTKiMHUE5jRTEqGhnZc1LZkWR2x3GtG1BA5OZbWiMgTAmLK
rQN3mryz1htC1l633xa9MX11CZaQJ95oRi+FGKyDY8+Ivivmo4e1HXGZ9CglDzyFccf8XsW7xLKm
+0DxandFVxLQVmg0OAsk+KNNfNZtFHP2pS3iT8nWRv92seSgDEP2fkjchnaWYQK26DFRq+pQNjV6
PkBC5Ax0Mnawt4pCE1JR4bd0rdK40pBm0dnHnGe2HG/GlyVXht6rWRjEUi/JOFGjCLyHit+5mMe2
u+mGQhBjzq3ZVDD/kY+5UfC100wS+6brPYGRuCYYonGT0iAQRhtfUS2hT09aut770TbLl9yrjLs2
8wlWWLSXFmyXSDTdgIJP103oasUIyKgCyW9DTQBLy15tV46jHvYGPoMzR9Gl3StHs2NGKD13nJGQ
zrLnk2yzuypxBtKdnGzcufUEFr3XSfBNWgBOdlRdMHCbgVF/iklSqVe/QYq21FTNJabAxthMOuU0
WRPr89ArG5FxgQax3o8kxt/hdldqLxIr/vxaqvmvXu4fwqEU9K++yt/QZxff57rvn38RzK0/8adg
Tjp/gDADSARqj545IoF/6uX4E1MQ14lHj/+nJUSn8Z/oM4Fejpo7P0mviHB4hz/7F/rM+iMI0Lav
MjeoqPSh/+cAkfXCqLQCC+0dNkO+6ZuSntHyTuPX8ekvBclJBkDgqN0k3zu5/QNcZfmbNsevZcr1
cj62Qw8qPi0e33wtwv1UF5VTynaJWKVN30VWmM/EJERO+juhz5tO0l+XQXRDPZly3t8CWBN0ya1R
9LyKbUDs3tDGZzmRRqFppOkZ89F4GnVdRZDCbAsM+ey46kla25+GwTvtNflrRfHPT0HjBHgzVj8y
u9+0I+lAm9jeMM6Ujaofs8KMr5f8ZKHa/FLXtfPUabw8Rl10Z6W77odEMuwzo1JqV6m8uaqGZfmS
tcS1REvOD1ZC5Ew8VnPTDkDH+yHPQrpi+THtDLbaJll258IwhRuS+4HwOIh8ZMpKHuJhmJDdGzWH
osSM8nWDU4VlX5hPPuF4csuJmOuPbrevY0t/w8Q0flvUfCWDJrp0G84dJNnV+8AvxzuPoyuVEJWx
gPglMSYeCNA/i7H/nUv+wTD4aRD9bS6h6gpY8Wn1OKuXtPhlTll/8i8RrvUHaG4aVqhwTQQRgc0f
/QUl8v9AxA+ZmeaNg+zzlSD3TygRzER4uOhjJTpUmEH81F+TivwD7Yft0XhFvktdACvvGwjRR1Ai
0F9vaulU6hG8vRKuKKsjOfu1/UH2JM6+duZEG8XkI0AkY+Oo8R7qOxZYExjLTEqXenDNrEq/aSpG
1k0Xa2tWB87qQ0UeSoNX3n+aWnJgIwidjVM/LStco7swdWl8XoAM4K3gBGAc02pSt22vvOa0ioLq
arAGikQs849mFSVf/MSD6jhI6QcHnVIm2LCuLgmYMhXPm0Ys00sAUCIgkKqFmNMhPGq2Mven9JjL
kv2DTxrZ3aCXNbOjFdqBSlTSDQxGTBMwENShiX37eYnNYd4l9EntLTdF5J9mk8yZu1oYIv9q4bzQ
l3EdiFPEieU3J8E7EFHJYAscJv04vySVoFxeLFASFl8n32RrVGvaYjwcfWOM6D0EPZ83ynP6b6QQ
uc5wBNzitFvhoofaTthLF6yydUpRoIthHXm9r8W9pVMOk2ljrydNrFR2shM1Jba9a022DmURj190
SvXsfM4TEhrN3pb3RevhZqjJnGDiaOolJgbeaYhtYJ+XHFCJGf0Fu7mWvbPoMu+rbacC7kaLuSDE
FkfghlPTeGBrNUBeQkw+6x21AWfZA9HMO8xCdk5hTzhxucIk/Go72KJ9isgzTPcay9axdDjdhksn
4svAJY9sY5OODvECOhscRquEYri4bR5ymK6XSwqk850nJ7ax0TSZ8odHdJcMbco5PmVrEcfnSZAo
N3Rok+VbrbCCbDyrTboTkn44Oy2yInvR63XGPXcEf7HZJ/oTDx3RTE34TxTm2D/VhjmdLAmMYwRa
ZkJXD8ovmBG9pfHdjddZFJdI7Avuqyrq042gunUAbI1nKDY8Dkt61H4UtlCrqYJwWMhPLMGgwAfW
GTFOM8N/oiPAoCuCApdQSmVy3ioO9ummSPrIO5cyr2LKI0twFcXj8h2uYdeFMygjOjY4LfpNnaZr
5a+R0zffsKYboUzve9dMBmIGN07TNfUrIh9Umxz/Z6hYDt6LIfqeiWAhtIed5n3a9jaoJwtHXihj
/o62GbqvmVFW11S84hj7Ypc/r3Fv7bamT/sYT6m8nUcfu9A4KJL/hs6QGwUelNfHIZSlS1GZnXJ3
mhciRiu+GUyDzwaqrXv+S+wcZkp0nTfo/hZ1nX0sg2w1TAkbY6uVkeyBNadg1ZqkjDXAq2B4yEhy
JUEWcyKZtWOhOeAnJNoSxFpji+XlDpGJWfiXKHm7G/zM/Zd4drMldLreIdNY5AXPY26LSwOBbr3R
Wd/9yBfP/FR0+NWI+KMbFw7F4l6OUxaPe9XmpslRp+NUrQ1a4xEile/0pDNjxymJGJdW9tm5JbCS
4a3rIB8BAiYSiQpjEIVWnM3Ee1Xzgzl2/aM9eVQ1bPRKl4vsB4WOYEHybOY09ChmmeXnRWSQiTun
KvxDHKv+mBuG+VgE+KrY43teuzXNurzmohI8iKrWFCLiYT9Z1Ce+WJHvMOhE355js3Ef65nkZQR7
/Bze3GS+7zBeXnZt1NxSBVkFRrNXfY4Hs7/xgMeeT3VbWPgEcoJqvBQBp1cm+mtajj5m33iu2rMG
G2W3L7vOeSiy3ssOUWtENHeMqLzWOfwlvjGRGBu79UmzbFqzvfDInay3FdEyl63t5TW4lFLfkvPM
gdaqU3Wrq2YtXjl9ec73ho2UGgnVdS5FxwQVDBwUP2tVeeF4JYIc5Vf3rYGrMSy7YTS3weia5FrH
4Ip2jsjSY9MzY4Uu9i+Skt3aLjZ2bWKRM20rfiTakoq/xNXsbb3IUD9yVWYzQU0eoTqByornqUwc
wuYW1Gw0GZhLl3Qe0F3o8cqGZwU0lbhItbHcOls2E+TJH5Y3UbEdiS8jqbaZ8UC5uhUNuDztWluL
OrK3s6vIP7G6SJHcO2YtjSJl5S9W4+oHDA0YUiNyvnNgL2ZAr4b99B2kVc/d9EmsvQ32LeuCPmA7
gLMnbHaTsRX43OeRfcNIoYVGidJ+CgjUVhSTKtLE44Ju22SOUxjJursv1m5c7nW0ACyo5ilxbPTr
yrGlzmutXbyxcGbvRMiaDp/+s9uXumDCXnuA2eJRR+hRwZACt7YJ+7VhqF97h/5rH7GkVgjfVXRl
vMtee438u7NmintNTA107UdWXTme1bOxnjnWhiWHJ3qXERQ5Hsja0qxeu5vda6dTvXY9c8McT8me
pRca2EzmG12aFAoNu6Jf6jSsg5NDFFHYv3ZUR9+fUe2sjdbGpTpIhdOfHK679mJxyNOX7QnG8Ta0
87BULGvr1uuU4nRAO5f6PWeCSkAVO21e+762xBq881/7waU5lsM2J3FrOvFf+8akyrEx0a9d5Spo
7M9ibTV3yGnvRhcw/WYJCr5Z/9qgZlKiM8pfiM1f9JRKz+mIE+BDBYHmNqnHxl1ZDrwG01w63KrX
dvjYJLTG9dolJ1+LhnkF2P179NpGpyZIS70mlvWR7jKNdlSxNN255xZJoq14oWia3Yg+9Z7Va6O+
7KL8hXQe2vfZayu/Wbv6jdDqxVs7/f5r039s3OxqeJUCsJ1Zos2yZEgEdNkTu5R03XKMEXL+QLaD
nGCwO2cnXkUGEWLTYI+radYY+NEh9LUmPq0SPgNnWJUK0jPscadfBQzWq5jBX3UNHf7xZDuuaofR
0fkR2oh9z6rnZeeM/IjWfrn0F0ncQGotaqLezwPtS32i8mq6Hv1geULQSbmwCahk0jZ1P9lWw14J
NyWJVHQ3aRN7Tiefm0BJwLh2Mn0SsulI/WTeo10/r/0XN6tKXJJipvOo3cy87bXv1Gc6EU1wUht9
f56ahNVunblQn1D2zM2GcFJ8zejixGVGOf4C+6rLXEuwCDtGVyzWJh18wWpAOlQbJovXP1ggWc5V
nQ2f08Yj9dXwquykKhdi7ipGDNvQwWuuVM7WYcuEB26KX4/nHfEZD7Q0/Jb5Mh7PiaCUHrusijaZ
OwYEH6MzzQCRo/P6UhIBrjF5aOOYTZaBsGSe6+8q4EudqUo0B2LV7O9er9RNXBHksh16SVRsZ3b+
bevMMR3z2uogYkkjcXmv1Lxs4qmRe+y6jnOOoGT8LJQMXsi9UxWYO4oWO3tChHwipR7isKKY/M3J
NF29hahwFoGot85ACEO2I9bFYDPVVHct88yt0/cUbP0KfvVoF9O8K8YmOy0Mc0c2gUd8lGu4B7O3
ime7ibM7DfnTPCV01PgyIej4QrBycI6Aj+ZYXwgDdUjfaapksTuadBSX8SyGBsJX0XF5LqbMYycZ
+8Zz1rjsDZq2qIJt7iuHTJSkSJJ9LFN1gtt1NsIJ6Xm8D0aB9IDqv74p8XgQyUzZ++iPKibDZIlI
dU+yAZ9zoBdAYoUbReW+K1u1t5O2J7MV6qWzaTIrv1JIceKNGKsBkreVst0P2hTKTD7ErhGWrc+a
8XqG/O9x+h9iZaL+v0tzx/TxWaWoon/ysq4/8S8vq+3CzgowVxDkhWYcGeZfx2ghOGLjdeNAvFKt
Kdz9qzjn/+EwE+PQM1fpNLU7furfx2iUYxzATTTEFH7QeP8Hx2jW8LfHaJrx/H1wWwg/cr3XP/+p
WubPhdQQrtnH2l69RxmEVCgvfIZJ9Dpkestk+FivQ8nwIoZVu44wCOkMNvk68FgA1b78v+ydSXPc
SLal/0pb7ZGGwTGZ9etFICbOFEmJkjYwiqIwOGbH/Ov7Q2RmlSKoJlu5LrO3yHpZJQgBwP36ved8
5/A6hodXsy0iCzv+4ZWVM4MicjSlfjAuofNa3u/YzEmRmf587btoJi3O4mvowzKJt6pKOLZmmoQk
2nt944CH4DsamZH6zG/5uog1ZLvtlm9OH7pRp/5zW1Q7h8/SPXyiuan5F8Py3WbLF5wjaDIW9kH6
4JFK9+IUpXvmHT77nAUgX1aC8bAo+Mv64ByWiqkK0/tmWT+GpGJei/1u+EKWj3nOoIylxjksO+Wy
AkUYNBglHBYmqMIsUuFhwapU6f8IldV/HA8LWlkPYtsdlrlydhIHgc2y/DWHpbBdVkVXlSyQ8WGx
1HKruZuWFZR0nAo647Ks2ssKKw+LbY6I6LI4LMHxshqPKEKLXaIo2pBRGB6JuIfFu0ut/iKqlyW9
XVb31GRdl4clXzNib2Z6yk4wo8YrVuVhg5jdLt2lh22jImvVSu3hLpxb7yJadpbasCqA74cNR3ko
WVah18IagOrFpmRV0MbtZaeq/cSFPzL5bGBi2csca8aTgD62vbCA93ymJ9hkhP2AHzrvDxuhyJFi
cTRkf+wOe6URZwuy6rCH9oMabzL+CIcTH5usM/pPxWSlMCZk2nJCdmz2Yibgzs1w2KEJElMP47Jt
9/pE5vlhL2fKzr6eHPZ4E8XExvGiOrCwhBorwZTeuqNfXLwUi3Ay1tohPOuRMpNv28eoixaRpeaU
UbeB3URbUqViNPeZzKx9WGSoM6l6nStrhoR/hsAI/SbJkWg5p8GeHv2DwtOrEtSeupEXj5NHrHtg
1prZbs1lYqIOw5MIK95DfhipVPbYYJddJi3GXFJ86ocBDAHa1TWIMsYyzH143nphlDf2YXATFXXO
iJRTDcBOpbMPFS6zM+bdTn+FEtHKguIwCuqkwVior7vag/2zjIvceSjOi8MQyTsMlNzaZ7gUU6dx
1joMnRITNgpZi3MoVvphMFVLtagQ4DA/jMvkCiiRibn3MNDSl9nW0oIiCvcw8qoP4y+GpozCJm3w
mT4uA7KYc4yz0o3B4D1kglYus7RmmaqFZguoY6F1Z5xcl8FbGFbjj+YwjsvnjNGcvUzpFHYbaJnL
7K49jPGqomCkV2olOejtbNBgMlpNe0pjC8lhbbYDf9xhLEg265V3GBaGIS3PfYW2q0DEkbk2x+1u
z4QPtRL1XFltCQgtH3wMtfZmYmSvzq3GSH84qglvCEBxBLtrCIoaZFCm3/lmFD95ocnqgwiCDXoV
U/e6DL8JoV3ByEjUXd9K+lFt6VXdLSEZ4rqeWKc/II9nZkFwuEeyAOuKt+mFCrftLID4Sbep9ZUi
U7UIak81n+GpNeeOGia+nbKAENXV+nXSLH1+D2AHjX/fS74xFWFMP/qK77VjEshTKwcOGaPNx0YV
8+z1iImWpGyf7EJkNc06jfX5U5b1+uc8zah5gB755X1tyDpp+dAIgrsZhtaabhD0ZdM2G+osWaOD
y7s1+lVj3kJ0zxEYoLi6gYPlou+yyqhSmyLyiuSDpZWIGP1JEXpFWGmKiFEBTLmcIfjBbFFNdVWp
wvGCiI/sq2IS0a21NqVWdjW9+lRNMbjwqLYriH6apfhlyprGZmD1LdIU0PXgTUxby7V1rsidAj80
usT8RkMnsO9laq3cqZVnlS/LLw1ytg9hNiX6RZGADuT8gSF/5YWe+TClvZPvU9atKxh10XxbzNRl
O7zNcheNUeGt0qpgz9Nz2UTbhqj2O2cEkYLuCenMspwjn74AhWIC+WnbUD/T3ZFQmYDGYHVjz3Mz
bOOsEPq686S61XiQWQD9l7ewSpHlxInqup1mlP2fw7L/1m3UbRRNb9Ztp1Ub//0/qzbT/oP5BkAL
rPwUYfzj30Wb/wf/Tyomn8AZ/pW5xH39NfqwrD8Mx8EdQVQPVdviI/irZDN8Cj3KObIGcE8v//Z3
SrZjgwReBVz+jBsxsHgH78cy/vypYFOTlau4mfk6iAsCNKjGbuMVWnLrGlFz7zbO+A5j4HjE6JrU
mvjVGAdzCxZ91OXf/3RBWyGIdvpYcC7L0jWzB43gGe1bjzJt+9MT+MU0E17AUTUKywNdCJNsiKzc
HN6gk1Ex1vcs9Vqa2nM1mZB5sgo6n35f+XzdID1pSKH9ixGFoGKK/FGHwbEmoUk2mbHNG4cWCwz+
uJWJEUDfjPaTg90ocI1BfbcUecwlwtpoT/Gnu5eZA0XL1ZgRh9pAaDjCZHkP9tvWtpk3Wu1a65zM
uvTHJKvPYhrmbIMGxt9NqeVGCSGwKcYtSkg32jnu7PBEaIqW9b5IlB1tYUGqbJ1LGSJyER59CoXS
UlzjKc/VbYlC2Ny0CGzkVVpF43NXJeqiSebKfcrTsURZNkfubWQn4VU1uclzBmcmCQrbwH1gmwph
zppqGDdOgE6aXjMLPMr6myzVw6tyHulgrRJX4mmIqWTB0eOfs5H1D8AKvEs7dykpMJFkpF3EmoMN
YB6dmh+G1/s5inoj+1JocctcZtDytAah1dGFH3XMdCj5gasaF15cj9W0sjFwKcB10pidbBWZjrKn
tZ6GYkZCaXDWHmmjoGxGB52Q0p6u664qh891nA71lR1pRfHgDSUQuFVR2jY867TWe/2TO4xSTQi4
kBwvrH0AU/7GG+xhbreEaJUIzZyRMTbdTeiG2EQVhbWP7lFXyIDOU6wJlXvTtky21Qe0cLW75KHZ
OjW6Tqqih/NLiKlqgzK23fnWbWujkAhxU8vNb1DbdPpdqKiiHqPUT2e1mSpqM+iS2qCeMC2Wtc+X
B670AzdAVcSwAG1PgQBSqKYO7CouqUJqxMboL0GbTvWda3Uqv80TTdyAYtXUVhEqkK9HMTePdTTx
EtW9mvJt1ZBUvuY5OsXaSjrfxoTSxOjlqEvlegYVlu97SVkQjIa7jFjcvHme00rNG8T7ab+b9cqK
PnVNXqLc5U/Te7wkfdtFN/h/ErpohEYhPOO3LtdmkdKdrpEBM68qfbdeOcXQljAFI8/fhb6d7K1B
UfvoNfKyVZF71g0JD4qniVZbrgsn6azvtC2G6nxQuV1eG07mWZdZT1rTBX3s2OqxpFNUBDph3eM9
G6hS+7Cul/9qtkAqTb4K8xoKoY7OaYwHJM+oVWgUSUdKfY8CErV0EkHefUF9IOSeod8UXSiHTTxQ
jDy/sTPaQDftZDzDbCn080pLemaZGS7gaD5v6o6sqI1iJIiCjhnsjEAKZZbm5FvktijAW9nn/Q6m
CaECbRhXxk4pfSpQ9NLJxIkwVXtzUg6wPaeSDP8SDmuIX2MSarpKKxaQZa2IjOk7IjsbGIZ7DoqO
vo3aAtUs8kSflpXWSv9W+pWv9lWHxkGi1Iuu4HuO3s6uzc64j0bB67vRskykn8oyHGFDtmM1Us2I
AuHcl7HQtEXB7Bt9e+V4BRo5fZy1ZD+p1NbWnUBgutKdRIcbnzIlvSzSVI/PNAKj611DVMv3Ajvh
THOQCeXKyajhKOnj6HqCvmhhxdTn+8TI+nhrOxXjCdpE9YWcUVVylh/sftPnnd2vUWHb+VqSLzHe
81YOTLFiOxYfBwaBDBWNNouSRS3us1h/MV2vyuUOcoFI5y+TbwrjLoyNmZADjfC2EiFIj4D7i6EV
zGkQiKR8zSpa51VSUKEKnIKlsylbxtXD96imc10T+CDCsFTfepr4iQU2cOo1MXwfzZhu2Mf/9rXa
6UBcE2/KRK6evj9FT+r5qTlubf1bIWLrfwgX1RHJlrDTbSqev4skQSUEf1y4wjBJs7IWINi/VWcG
eHiLcggrNOqyA8DtrzJJo+xydNRfnotdCQ0XUY+/0do6kYEtmhXfXP4KjgfriXPccdniVRz2jThm
uhpn4xlUa5Y1vsh3BFjH7TMPLYvJzSy54ZDqlns+uQoSGGNEcx/0dn0R6/XHvusfO3vcYL9CCi/Y
xN6ukU5va+nSUUwKfm/DRny2VFA/VWOjlaONjUjfbhEX37A2hTsf68DqN69i0mDgnvDh8nShfxxf
JZURjX3AlcseRqaQrsydUJZ4p7JcHsF//Nj8eCbiOUu36IyC7kNmdHIVRnsZVdRiHBhFQM4YbsZo
K0VymXi0bdL0uRuz5p1bOy4xl4uaPuIk7k+YVLPipH6eCBVrB6WpQFDxrI2OuE23mrSNrZnTJXVh
9c4bclw+L9cj0wbgGAW7SfF/SsdzJ3QTZOi0dDjdzy64mDWXA7QbyfadK716NUxyGwEpeJCDwBK6
J3cWTk1pkhLZUibG4/k0CxmYVZf9g6uYtsG1Fh+/cUoc6wkacRKva4O4jmt5jsUg1HgZa0Zcb7+D
rz4tE00q3zBaMU5T2HlP3g4B1XaOfVjQi7q7G6TcwaglhIxFf4s/1Pyh2vY98egvnhZHHSIgDk12
VLHHF9UhgtBkW1pIpig2jqDEb4TQtkWNoPTt+zt9XBwF+cCgWNom5QBCupNLEaPRDbiZgnSI0l1Z
ehaeHxK/377KyevOy8cKxbuO/IMUY2BCx1ch1ECPfPRIMCUquZcRvAMzu8wf8/A3OZBoUTm+8UEz
Q0BYTE7OyVpow/erxrGiS9dNF4zPbZ6X756jByvPahln+9++M4E5x+E95LNyTj/kWg3CqzsDBb7j
4MJB4AXFto8pPPuMOPUAoDwT77evefLMuEVktsv0BfcQgazi5J20CkDKHGNk4A6OdoZz8F7Wtvrt
GzP5AV1aEJy3lzis40cWG1Gt6BVyEXRXZ5GeizNK2HQTh7WxGQeSRX//ppaFCU2mxWty+tyEtyz3
S/wPnzvKOAjEm8yPtH9wV95yEcCuSLNtComfNy7UUslU4YUNRgmEOyw0tH+NOQVlmyuEcNLY/PZd
sYPxKvK8lmnaydvoCq2b+Zjx0oR5SpCSwOdmwKj/3avwiCgv+L+lDvBOruJPZdbbkyODmqEVYxTI
RrJT5fbtq5ysSrx2vGuUGhxtGRS6p22RlqFcgn0uC7wmJgaDf9zQhCThybLCd27oV5eCQErcOTAp
3vWTG2pNI2IGQH4JrG0niDsx3iuD0DMfHPnT798VvxwAcr4mPArLx/ZTKQOIussqVCsBhICHqgvH
ix5P9Kqahu633wXMEYtSmd2Ed++0Sgt1hCldRNQW5nXm6r1D4NSYlO4/uCFWdTQv1LjLbR3fUGyV
7tCqLA+cVFNXs6bPxrUJvy661lHsvAP7er0UUeEu2zwbPQnFh1baT7/egCfRw5pFMlpGA4avq7/S
y8g7e/sZ/eIqnmNAIVxYZ8ZBz/3zM2I2ytiKT5SDbdVsUjV/YY7nvvN6//IilmVTP/OmI309/t2S
HqhJaHARrSuyDQc/cUMM0HD19q384s0mYfc/Vzl5OmYVEcWSE3qQhEO8h3mPl7atMeWbg3v/u5dC
lw6DzaNhyRt36sqwB22c6t6SgY3zWK7YCvExm3b6mHmd9s4Ten1b9KdZ4OA4Ohy3Fp3+z0/Il4tY
W+AZ9OxUXEjXLS5b2plPnCLEO2vD6+ckAEyzN+HloWjRT37BITS1ciq5FLHVcmM3kwZrAN/v2z/e
64pFoDdk3UZdxhnulO9cpO6QAaDCJx5VUX9lon/8nEEebS96nL1VIE0t8955A19fk+PH4qGBXwuZ
zTqx0eCVzM2hjEgtMSwL/bvegI+x7XUGxTsQjPjeqSMWY8XPRx9WdHtZiQwH95DBSeTkgosxG1g9
iVNR54cqcK3Kp43sVypatf7kfdIGx5eLP7Vrlu6dIhEzrfQvdH7VZ4gSvROEaReZqFZN/OGOj45c
dAxZV4Yjx2wnaCdr244IUQC1VvT17Sf0+pUDzrREIXLoxdW1sN5/fuWaVEUkmLMdMRatCngDdAQ5
DszhNzJSM/ud9+FXVyOe2TegclJ5Gcuz+2mhU02GuRSPdTCkbjttc2mbHxuBFyNoPN9+L4XyF2+C
Ae0WMaUPhptq9vhqZpikCaq6jKdOzv0oYgeMV5/JJZ3VLgH6WON7K/nyR/50DF7eBUPnYjaLBUYW
1zq+JAIyqFYSgIvy9W3SOS/TrOeBJNo4qbFhCjHcv/38fnWPfL2MSShYdE5xxxfsdEE4Us12mAyj
tuoi65EhxxWTWwwImf17kNnlWHAg+lK3EEXushoeX83KesvVGkEgG6cUsPCtqh60qZZnqUisd3iC
v3hXgDQB4ObzWYZkJ9fyKmAA05BBqPBIjI6dUiOtNErPyfKaN2//iL94akvAIb/eAaO+dNN+fi2L
uIgckuyIr/Orak2gifvRZBSyKUk333B4TDfZNEXv7GGvnxxeQxf82vIBLt/e8UVBk3Rzkuh8Cw7x
G3Tmw41N+teZn6CBWcaZ29+9SY+Ua4r25UgsvNN1UTO1qI49SrRuGIed1y+xol3SdJdZPBB/ArHw
VjNre/32VV8/xUX6ZgqbASH/cArpVGISiMS4ajPM2W6u2chqWed4jBnvvX2pkxYULyfrlwXTegEt
m4jwjn9QAAQuAQ4VIaxm0fXANUR+W/uNjoqpmItP2Syze6kAOK6SqevKd5a21+8QjQbeVwIGDv2h
k8UmS6iGkkoiXGqa9qrMiBKHO0RajT8P6bVmZ+lDaONSeueyr/bxxaIHeIbvH7g2K8/xTUsc8FNR
IrZAI+WfjdjnL5G7e+/8tL+6CmuoILzTMnX3dFmbidCc9DrhfJ5DyXVlg5wl8rp33tBX78oS9cHQ
nV/Qtw320uN7adux6Q28HKTYTMQzUJDhuCVuPUGz808uRTflMJvWsU8dXwrbXNPmdoeiJB+cPcry
cS30Kd+Qmjfu3n4tf/HbUWDZ7EICKCo6z+NL5UbiuQlK/gCi/4JAYbVZh01W/mY3+dAwNE3aQ7z+
us1jOr4ORJ0uzYuZg5EaKiRcYZx9dTwNP9jb9/PqRV+eEq0TdgNWZaqs4+uQudcwFAfj7tdmUq2U
F/YaGAm/wfFmaGdjqZlq25pT9ftvOkdZOimYO1AyOCeLtES3mDoFygEgRfU5AqT0Cde5mfyjywAN
59CHbfY0zjgCYdu4DuHJHEDwbrpV0peBRjvsndfi0Po5KhX4HQl74GNyocm6r+4HPxMSQJ6XaICy
TbCwogdQgth77OyM0AcAJTRvisFcoWfrdiSRmu98BL96M3/6G5zynP1sVG7nIKsaOs3pA69zisdO
zPbd2y/Me5c5WZcJKBknhrA5po9xvMp976MFnuadltSvL7IsH2A5l+r/+K00+56BfrjUWhBTmq2n
R3jqcqK833lsv3r7F5s0AGxef/oqx9cpmqSXXW3mkGZxAgxiNO4W1yBdKSo+ojbdOrwEqvbeIeOX
t4d2h0WRao9e8/Flp84ufb3kskAgEfzHczo/ZlFnfXj7Uf1qBbYw2VDnMVYhFvf4MrhvNTqW1Hch
KqIVCTZiO7ktbRYxWEju3r7Y63talFlLfA33w8HaOr4YXgbRo+qmVVANLei5mMRmlOPl73/RXIci
kkP8ws14dYK3KkyTJQuWBZs0xSkjoh1C3OSdeu71b8fJ3cEPv5A4dGZtx7fjgoSoTAEczFITzLpZ
Tes+hp7nGWX+zhq1vMzHSwcllcnbx+yQLqI4+eWyCaa5w1EyiMk02aalVu8qUF03MaGIZFzm6p3+
1GtAhsvpHYkawRIcqU3vZO1N8ctNptaNQYphIL2pMsBWTxkVWcPZym/aD7Fd6Y+F20IrlpWbmZ/c
dOrcM2oGrbp/+7V59Tu7HnZLrBY6rRLGICe/c1OYaVyV/RhIt9a2CXiAnU4z40NsYXp++1K8Jie/
tMfntgSgM/hmX4XsdfxQQ1QKYRsmbpCVxZKvNxVa79+Q2yDU58Kq9JQMP2+okTvPQhMhDj2X7N+b
po+9difYOnDa0oZ9qOUok6d0Uk2xToB9gieaS/s646R1ZzNTtM+xVqIxbarBGDdT41qfRSpb52Ks
c6h/dWM5aLZBhEQfNfanw3QkGfBJ9DPlnrUxW9GTqkwqIC4VTGSFzqPxR5Oo26Sk3XcX+iNmY8BA
WC8+5Xrm70nlFKNcRalM4Hr6WedA1+RjHSoCDd2E6D+zRI+frhIAB9a30JxylyxHREvFhymWmovZ
lMxBYksxJ+R04IA4KfwceNDAwraGkzYrfIWWdaWSNMRsPDsKbmZtISG6zHsJ2Gnj+00+4ii17QJJ
NzFcXfp9tLEFnxOslYVBCjZwfLa8KE/o8MX1gISqGHvE/RHmP/I+9TlPH63RikW9GpMpdO7cvvT9
M0KTC/u27Abf3dYovNVZywM2g5aQF2PjVGLSuXVRWBgISz+tdxAHHP9aztnkB4Pqx4qU5Lqeboa5
ybSPWpSb6iLEpds/eFNp2WsjMfTzntBd4pDHeS5eajOcXtKy08xLqyN+MvBifPXntQuj4coRMm3O
4DENHdbskix6NfiF8zl1YgPLfD8gi3ajMPouKKo8JJORFDr6OfJmL6xhjJJoTTMwTh41QMTmCo0Z
yq5eiGZ6xjPBNB9jOLFFX/naZLgOa7sI78MQ68+5YVceAcDSHM0v+WgkKXbionGexibWcYj0VZLH
KYBiEyi9LJQH4TNuRp044RYUqdAa5dwU0sQgnYNa436Gwv/RmL75Ai1Z4ZbH3hvtrU6PMwrCCo7d
IDGEk3+sazeKA6lcVWpIxgera0IDSbhAcGROvd281Emof7GsWLkY4Pi7QfiroHXOBMDVW0yaw6U+
Oblc0c7T58eGHJV2Bf61QyoVDm5LQjHFy8poZPLZbMyMAGVkn4sBPuzqdUeTsQMiGZXRJhPY4zf4
llxrHeuj9Wz0ZOytbDALBer+SMO7648pwm+7TG9UmxrPuqlksi77abZ2g9QgEYaF15yhOhwUyDIX
OFAsVCkCiYLKWePgr+1tUenmS4QuLl1jBXHR73EQBwMHMoT05EG2X9w0t8RVNOFWArnpEOaJBAS0
A9jjqdyACzUeqgEg3boUpT+cu5XNmauJZSXPvXDSp60Yiuh5KDmmbMx8wXfClWhhAad2+zGhGO6C
JtIGTrxI7potDeD6XqGQna5ciLZtUA8xzHyArS1ixKavXXldlTrsP3TB8Piy3Iv1da/1eXgVV7ih
gwiokzpP6w46RpSAJ5klMNfHmWAWHkZKgCwkMlLvt2lriI8s/PFjBan8jrXblOBbHSf9CAGyYLnx
an3eD6yZPxpdtF/sniTaC5oG6Re/h3N+MWH/kqtQkZG6pgYPNTCFMn/RzdD4GPeLoZ0JFsZgOzJ7
bUcTHUL1MIal87Uv+0T/gCPFUI85bOA7vdHaG2M2aB4NGhjdC9ah4qaf7S470/LKL/c2FFTIDq5R
31eQkbJFTez96KfQL8+mduzqnZ92JkCA2NC/aLFuRztY35m2QxMUvViQF6sVkbT+cJb7tY1Bokgh
qcVUjN7WSMgYuIyKwTfOgTLbj06sK2dF0I75OdU5sHsLhFmr+dhHLzmfIh07wTTl82XVwVJaK9J1
NRSykVUGSKaHfpHpxg6ojFJZt3AEY2Mta5WTIC5n4W1yMBrdt5Bxfo3Rv3QhLndxb21YS9xhFbr5
NJJnnc4fspmW2tcGG9FXD9qi/IjYSRoXmYK7u5/EkvYKx94CmoeN0AyMThIozVrSm1vSqCv8glM4
E9ocaclkB8oa8+hzZozyW9XX5qOTlV64FQZGtyC1MoO1IWEPaDZkDvU1/Rgrqu9CDcjfQyatxn/E
+5REOxe2MGt3yVFklZeWeUfagS6AeIQivTBC36ohmTRQb3TUvunahfcZrxtPduG6wBBd3ERFX2WP
4MAtcyf9zJsv3QjB2Me4rejxDlXFLinjnhxxyZjQ40VMYXFAdxlw2PdwmnfNxFv+RYMz6QTwk7tz
NLPjcCZmHt4Gsw1KTgQ5Mlz5Pq75fZGPc/mjYdo/cWbq86cBIsQL5DCveR7lYCB96pESbBKtlMYK
oXFNkVDljv2JZSOzMDuGme5/YLVCP1vmVjTCxuDAFyRw4hGCdmOrjyszyprw0aydOrnXvE43eNk9
Z1onOsEuJFbKqL+T2NHj+xybtADjbQDrBgHciXzj9W6RP+BPKgEfKOLVeEtmEORXTTwM8lyBWcj2
USR8JHWzJ6ZwlXCeaR4LDDktLEIwGGDr5WwZ/dfWZ6r/ZLeRiu6SvsrVs4WMlE8oCWP7us4j70WU
IUCSQfdbcJPINpIVkvlpPpucXks2IfAysQudVkIgGx2PXzgoyjGpP1EZ1bzGCG97dz86mSEehITt
fdPk9BIfnU6q6H7kl+5It6yHDMbwXBtbxotxv0ujyYoDz+qyx8ExxXQ39VaxSGdRuX9j2trCe5KT
6M7sxKwx6WjePARl0bnoWifXOrcVHMXPFQpaWCtL4hVifG++SPV58PYgEGiej4aPJylVPeBrFglC
kZsJ/t3a8BKjulFTM7AEVQPPPFCi5cNckSFfaF/zXGrDzohrKDCazhUuBYwFd8u5MjOukNsWIzYq
MqlXdY+/bruo6QsSzGdzvI2UJs1PvWPBPGm6kmhExrntc0WY83Atoqmk2+JKYaj72EQ/ssrVgN+w
BQxr3AIFSL2d3gr/SWt1XX1yw2EoUMdVvpnBgNE6e8P2REdU01Js+oEMnUkvVyTmePpTFU2D9rku
o4StdMqnj4di+r/2pH8xnvjpXPGK0nbRDU9JeyS9Xf4Hf/qThPcHpwoatxyCIRksksI/PeXC+YPE
QMyDaL1I9cGG9G/lraX/QaObrVHHXcOZbJlI/iW8NbGb09Vcuo3Euyx9/t/R3R5u5KeT5pLbSLgJ
IhWGaByCGFgcn38m6fI9NWa1xnYzFquI4roL+kWlA4asdMbsKvLZCB/DKIjGrlDnTalVcxDaxUjM
BkbEEQCNXteseQ1LWE8pS4OS2FaWzrbEdeokcXjOQaPDEUOeBXoLfySdPU9i9D02FI0xaCDhhlcd
FQ0UCzCMxR7o+PjcwEfC+RICaQwa2RkWANp+PC/53vqVh5/5AzP26M5LvApgS0ZBF/iiAibjdZ1n
rjIjc6pVVRlQi3QSAALL7SuLPPm6OGudhGEa2YH6lcbhzNuz/yaXrZnk0xoQkRevK9Ts+h5FgAsY
LlVNT5hC6U0QKcJ2IzEe3uhze521Jr9IkiTfrbCkO2ToWJBv03BKvkSjZkcbCvih32uuZY4rWyS3
MM/DTyihdKZeM/9YtKEAt1XnLG8zLoLbSdaadR+ye3ff/S7V7A2VTeaeY0rU7HNaDUO0JdzHweYy
9yEBEsBisZiGIoLwOGEzXgpNe2X3CK2DmI6Scd31mIsDJyIdpKe9sS/mwZh3IJCs+EMBvXwEi2G1
+0okbXjbNrXVbQYrb8+tyPWKfWqVFYfUuhDfnGjCPS4oHX7gCLVXcHvTW3ZlpwpyfuB1gkf+Hqli
dqmIGgGoMs4w4ZOeydCq8qxiG89j9RzLdl7pBX3uz1R6wz4LGxpttJOvQQk/Cadw13PeQE222gVq
L87h8mWPrsxCAEd2OQdpBLYp0jv27i6F5xUmImsDoRvJhriYG9yrjlp1w+z061AnjyhAc132K0xK
ib9Ly7F5J3H1MLb4T7dm+YYQIqAL5R+gKaLGPv6GRAlaE7UNGDJoaluKJ2dn6iFAeFTfWMCk5/QD
6Tg8otoinwCrrO6D8SmcvU25fFHA3PlAnoCA81fFV2FhFB+n5ZczJ2gMPy1Mt3/+pf5X0eW3ZVK0
6n/+dcIg/evvinYQd/3SYjkdIogWxrTMcOZGeq1xME+tUN6GifI8nnQqR+hRztCtklHPmn1lqq+c
ffXxwqpM6W+sWsE5avC+rnyFGWo1DvHww2md6Ic/2hjfNb/Ya+DI781Ycl5jzzUaYMdpeRGbhC4y
GfnhpN6VNbjldck3uC3ivCJgATYLRmTPf/EnO/1QVXP7Ne99p16ZPQOBVRniIAhUbNDZsDXtZYrC
8kON//A6d/zSXYW1BdhGV/wRcM/iiL9YGEa7Lpe9vooBv77XnzsIp08fOXIufk9kKNQay6jyJ51D
aoxuP8RmR65uYt+VBO58Jor7I6g6cz9FWctBMpJB0cTTpoaYvdVk6z5leqduXY0RsNMn7ccQO99a
Zv2EPw/cu1u3EpO92b/zyI+npocnTv4lqmyWeNq+pyppvy8AAmhFt54hzTzGPI3NkFbztux0c0eP
ot6i46Bm4lN6b2T6qy8DcwiKabY+jkanvg66P7GXT4q3De/WWSEbj+jRxsfhP1UPntYb12h52m2f
qHw7zUt2T0kCNemh27yc5w3cxJcwj7RLMZmM7jzPPB9JgHqnr2suLf3jh4mkGxsreBc6j8hqjx+m
R8cpL524W2deyk6yWM27SIX3Vdexbcw4tgKF/ylm4tyZa1g+3SbsrTngdP3Zp0+174GIfIawqsg8
NrVrjrZqg+6HpLeEUNPRzbpdVJjGByMOkYT+ftV1U70U923z8tJePVX/eynYnkmmahJ6OP/n+D+C
bf2rnluqmKP/sCnapJ0+dC/NdPeiECn/7edZ/pv/v//yL7LOw1S9/M+/nsuuaJc/LUrK4qg8WmaK
/2+799VT9tQlr/4Hf9ZTlv0H5ApUDssw3qU7TMXyZ0FlAclmbkiJZSG9dW2XL+FvKxNecAdZBKJf
jCQ0rxap0N9WJsP9A7UuEikqLRwZi4b771v/a0V9C3bLaPm4gQ0KH9QP8hi6ybSvvcPf4+fFIQ9p
m8zmPK44/rtpQMuhni8VW8c2lGH5KS70YVhxD8Mm9kSzHTPPPiNmUd0mfsci6ZnADs0me3Cw4W5H
qTXnNcH06yIi/Vn5BngKBz9lNCv6yYKm2Tlm7/KMczDWYT8NiqG+aJyB1ktuvpj+9AV4HOk34V07
Fxv+clXARwZDZODIoI8VIQw6nFpvZLWtxXnG1auOVPhhuLGa0V5PRJucsbCz5+LNXGmSgIph6i/0
hiAcx9B+aKb/2JVyG804N+ldnE24qdka2IQroW1GAszOKzoYq5gD6mb2m2jVK289ySZ8qOunabJW
ckzsfWemI6Ath+vXOCxzufWt8rql7b5FY/XA8XEXVQWZHPO+Cus9B9k1yI09xBAZkMnqbyDOqBWE
wJsCQyRRLPMaREfQJc6V0OTHUNsQlwY0BrqFkSWPMdrI2hqDIUsAuop15FRfOS21q7x14lVqmS+6
UvEXFF/FWm/taU+MD2gK+MBBB4juDJ8rSL7QD0bf27hDlO+nXForCK3yjoX/grSc50a38gvpe9pG
IwoIkInAZ9bpz1Yr4nVrf2dlPo917f9Sdx7JsaNJut1KbwBl0GIKHYrBoCYnMEporbH6PnHrPevM
W2mZ1sMepyAZAfzC/fNzLk35oGWJq5U+zceTNdQUHOf5HXfYyKyryiFX6m4gt+yb4bnK99Fq5W4G
EcThFsFY7lzv5kF64Ymi6mhOB9ka7iq5OjYzPT1lkuWA4v/tVq3fHUc2V+mrnTUtE+O5y0c8r2E+
cPI2onw/jwl0qa38StPxM1a1M0jdA7JKarR0epwsFSIKmvMPcBpSOGq1I+/iK4yfAYnbFB8RGmSm
onCxHGUgUKEDsQMjt2mqLjtnYgwEL56KfQErUK4MNQBekyJQiO46vfB7mqpFRjkoitI8FJv+hrry
aKtF+xmN0mdVqy6C5J2Sj/vMAF0UWSSMOolyTDQQCgIXdct6/Q32+CJ12488A7Q04oHxPin9VjvF
tziEixv1f62xVtCP6aOpDo951t/EjXgPaxLjDPVxY1glV5Yp6kAW8Iwo2dVbu0/06qMf040yc6y/
I4X+UKfpZbIUtoglo6Ix062wugerVlyFCj+6CfR+0GqzaPiKByZ5DIGXXr9Pu6W6bam12gCQ4cOI
oxRmsfyZJ4q8TwTMoNVioTCtG93NhGLf5to7hQCvKzeeHYro687a0Bult1t80OLUMXpsjalpr1IY
oTzrLOlLX7U9TN+gGfcMUG/SgsJCi116FyYvf8GljJn8stxVXUDezym3jvmOyF+X7k269oFnU2r5
ogf6O5MLJuhYFc9Kf18vhot1BV9XacspvzuvvJO377MaYI90jOZ5MvWvBB1jjvrFEPmX6Js1+KNi
kfYRxY7mbR7m64hCV9WCZOco2QBZ57C7qQLWXAcBjTHEfWcyh77up25jMFNBk6N9atl0Vd6qrDrZ
lbaXmurOihYxeYMZ/ivOsSIfvoh6r1ZnQ2rK9hVDbSmFSapG6d7qWqms7d4oG4PbnrwCIx84+x5o
COW6TY0llt0rKb1lSU0SfqkhVj66pjTPopWknSsJwnQBAU1RhVFFWIlZXVm2spWojoaMPoRtDpmZ
BEmrgjHLi0W251VsuqBvFf0zFmORW2yVgVros2lidc62dlBsHTQSzKcuU3WyIEXbc1FTssnt6dSX
3jAKReZv7DcaHA9uak3b4LO0q0ER0fcoRX27EVL1or4zg6RQ49cShnC0Frzwpga1KoHNrKtTdYq6
fscQOZTKIX+hTly89ww8VFlxZqRIONV9BZk8YkCbmmrGJU9f7xWpUbm0ghCr4eq6176iYjGek85c
TVW1CYdmKc/SMPHqUILttMYxrSWs5G4vlIm1bzd/nXFZLvlh0OYTzVKQkLFTcl3UQWONUx9OHEbR
HvLB17ezAt3KsoJc4XtnJExootJjpV1DwADgEcErQ+owhPI00cuh4Do8cPGGpTpFr+goPStqjOMM
pske++9NLUID2AgSgyREpRLO3Wi3IGLcJUtJIxu5P2bp9T5WO4UwD97MTMtewPUTdXOgjJP2ZhBg
t0GiUyWkPudvvEU7PR6f9ATFCmkUR033/da4M7Rc+C68kuDD73QgIGYT+9BN7slYiHZDUvohXpPy
uGC5dGRRsPV4uRSASXZqURzKLh/sFFK5g9sK7+kcBXybwViPFC/W/hu56Q+pBskm2J6GybRSqgEf
EirxSggZenBXgCQG7+E1C+/eNiONj5Lydi5XnzbYTwftk1lqyrM9VzfxxkxeFRVPclynh7JvbgeQ
3vTonFwBqplmAewJkGzwA0zrKRGWI5exOyr/sDrpo7gdIktHJEs0NHnAQFBoiN2PuA63hlIWZ+j6
vygZQS91pictwnHSxhujoy/d5VztAFfV6YOlLu/RfAZcjx03E6xgLiU/oWxkbcdOL90R0erEcYmt
1Jy+am14wnaZOg3TubthkZAfXe8MyaL4Bt0Ur1nbx8FY9lsybTeRwKFb7OKjrqw+deHbQYuvzT+K
0MIC0kNjMHVSs4ctea+mwSvT0Z+2eUcZVWJyGiJZ0+yjJXstN9FZodEIsGK5Xo7WToLkbdbq6hl8
Ao2R3sGjZj0GJ8O6vIglbYc6dtJGtw5CnvwYykZbUvjAKxmayC3lRoLVBdiEwhgDuITc4FTvxnXM
gzxdnxq59dc65lYuhbFRvsZRd2rqJGwRU8dQiVeh+s4gqM5l6ZGBLTjGXOW8+bOiDaGOghGP6Dkv
8Hx0Ymz6prZUO0VbAqWtIU4s/pxYH0NuuJSg+uiYEOtrqNkJcLtgtLNlPPQ0xLdF5HzzCLHBi2Do
DfNzq/QhPdriaWxEdsGztYlWUA6MiEZCKMuohQTLgXFEo01/Ftv3qRQ+gYez9R/pGIjfGGkPMuYB
aGjQZ4DrRFYwpsJjKRGGRpYqB1Vulk/NbD1Ls1jc807SOzPY5WqmSWpNDOJCp2SgeOLAkaa1ZlZf
SMxslYtTJd1dijB2paGWgDpvngWmrBwtkjxznatAQ7/GGbrCY8pSaK7U7mnx9MJNmSn8yW967Mn5
oU8vZUrVfNIg3aZoIOp0i2/npn7WzPRmzMTc1QaEV0ll2HEii0wkjYdpYMsQ63cSQYdmMG+snGAk
jj4KD1kX5iATNicmFZ7YwN0I+XVw0akQvczpVLHTvjUFQJe4lWLPmidvNAJ6Lyll1xt1oHEMV4qK
pNxGj9kchVYagjZ52Ur9UoBEc4VafbXajwnIzygn4VSvg7dGxoUgI145RWRl6OkcQqmG6z72fqZH
hktXCML+imWO52cFKFLrN0Qxg9jCeZZq4pWDU3aPNXBpwxZ1dftszNqqWL3W6agsU+aO7bL55iBD
IZKF/NRXc+G2jfrQdWwxUkMWgzbk6yb320+a8v8caQ9C6z9lPENeN95aw/y4rS0na2tvbO0OMXtL
zYHBEIl5Z3Te2RqjrTX8qdF9chToxwZPu1b2BByOlw06FHq1ZAIAvT2U1wyFsB5a6ABeFWG2rIkn
RKn0LET6oTPwxJXTrhvwuqIYs0vDOqIXO2bIuBKLsHZlPo/l8tn02U1SXaxR+4io3LG5vLQLLLnS
9KJx9NB5USuJOv1Bkyoh3HQ6Rr1KhznuQhjiBynbTnIWU9CbZv4O4FTpWHmTJt4TVTsDUPeXqHI3
ct32wsUV5FRLTY0art1zv3MQxSKLRHVgCkGiqq61Dp8ThYiQ2wOoyqFxWj0Oe6oPzdVpPWHTsHsN
i2885WsomcujIo5c5koTtuOQP1hsssmV3yJHO2UeHzkI7kd4kz6WlMwm67IHA86Z4Jm0qeXAO5LP
Va9+aqmwn1m/oqr8sJDogcCMgm1NvUG7sK08aPxHCCdAUiryYHediqNIA2kPXXDfLONzrgiOjstk
a6TM0TrpZ+7S73gR/THOnoBNH8eEflQlpS9qv5zUdeLdtkKsdsjTQziEnDjeIsNPO+4EKsfbOsPz
OoneQK7KybjceUVRPbf1aD0RORsQn5ohWs/FaYuRbrR43lJ25NRocbdk3AljZX7WsZNWhSq5hpVS
pBfe2y31uqp8TNpldbLSAostfY2D5RRKa+z76dwy3RwZXdh2reigX3XnRr01jQSRjFr5WVeA3aKo
yQvRXIrW9OcNABMy8594Y8ICwW3NEsH4IDmb1hYtVixrnLx2kd8RLNH4XpWvKNEBTmuJdtWuh0K+
VH7HrKESDT6Qs8lWTC4fNCmuQOqeU6L6rhoV64hlcsPX1ntzUz7irn7gei+pIDoNInKR5Q/j6JcF
duU+N3y1ju/msfGBMt3NWexNsuFpc+bVoJ+qvgvNGQ5Q1Lw0HNxpkHBU4o5UIXI2D1ah+t1QPEb1
ERr/BRIx3XzNoH5PV1Qdrkccu0k+RqY8UgwxY2ScOthQNsrV7C0Hlu2pUrTUtpC0dzEyWW4Kt6Nh
JZ9xkooTy3aRfMfKuJ0yNYtiW6wraccTJdTekI18wRxI4IvPyi6ZIstbU1N+6CW5uRWlTTwyN4k8
JmpVpwAc+lxWUB8Y0RJ3hUHLvFu5PEfbdmqvQloVvYVDxqL2Oc8n3Kh5gFMAdcgs5z7YtrFnrxB9
SE8fuCEp64Fvl3Z5KVlOq7VL2OLvC7rpCtZPqkfUVgIXulj+AOvWPveGZATEFSaA9kYaVFFj2mRC
+p2aj/UtV1jpEikCPrFI12Bn4dlEy9wqfpKYyqNCmmx2SJu0uS3Eq3ynbVGm8fNrrjkChaaHiK2M
sACpUqJLKrMlqBzdERE8p3oCPGwael4f2VryNjCyrXDna5mjz4eRPE8inSscsPuyMtPSF+d8/aL9
Zzjd2i47VqB6F/fJuptI9e23oeLuMahO3XcxBYNU9lfRGj0xMZbn3NrKnUak7KVvjCW2N2KO7siv
eQcoc/6JOE+5KT3NoFKmKBSZTDtj2lm/cs3i0iuWDEDWFc4TbO+mRf2fW1DNX1Yf4d9dbUPNFuCu
WJikic1A4Hl4j8deDyxtzT9YyCE2F4nXbpMYUrFlcoOdavmG2d28DNOkWY6c6woihatEeKzUo6Is
YkOTQI3CyazTUGxxt5Vc1XFLoKrXrsO9W9Vw/23JTLAf4r0kseiPfPinkn4jmF48RaM0ihSRjAnX
9rW+2LCU6Mo9RZgod/JNu9HlwfhY5DJ7EBFU+aQO5SywxEbwG/o9DzQE6kONqOpYkiF3S0k85EKa
t+QixQqomMr/Zhbr4WKojfgWa8n4Ch1RZE0F+3cxCBWltjmXxUdM4MqgSwRbTuZ0ixtzAMBNMzRs
VSrVzA+k2hfSlGm101aZaVBGcFFbvHkHwGn5XsPsdgQW170M+bzuslHRDojuaIsYkaULTi3LESjc
axTPHFrVL6DPcVyvW+WZ+1NNXINNJhKNXZpW3hBtO83SLxLROQI51h0W1Hc56oK2i/YzBNUgkdBP
6ATbEXFDMSx3QwTrxabsTwWgNmqTpkyprYcmzVlGoond3ybQiXgnqawAV+XkcpGfHnQ0TgR/FOYO
De71lasPhsbdo4p8axBEh0hnE6gUcBU3w0t7V89VEoh8Kqu2Tm7DOxAAcIwLooEjl514FqIA3iCG
ZLORYMomJFlNY36nL/08TZZ0K4iLyjmgOhTKfGJ2p8J/UgxublnZRcIWfkJEdFerJeEoErFLPwWD
sg1jWLftFANpG43TAo0Q2nDRj/dx1bzllXR9U+dk2JVp1quOQl/zqmjp0kMLv6nwhpwllQxTFzSL
+qFFw4rkluLrKdaIKNprUepHTsiSV60C1dZSkZFRpdPQ7qWmpsteD1Ggd9ZCO7upmq9C3qh5omCJ
+UYJGDtj1V1mkaO2LHOX4jAyTq9JU0LI20Cws/pB2sLis7SRS8AVkFNbdY9C34KHNPj/7qO4ywg2
GcVxM9QpBD6+G4BckBsTx9MsN6ZHZEh+UNTtevTYzGk3qxKoUQVi754ILpGpLG/60xKpvT9KqnaU
m0juWEIky1dmboi8W5tEUWUYdhRlPFxvXNBGEUvPSFLLmMYPqR0hfM7chjOdFv7Q1p6lI0pNlGBs
52M9yvOdPJTc7kdFXD6NohZtjciZwIU5x5Cik75zMjbxHder9ltL+8TfzD7DOjHFnVOkWnLC5LMc
CCxTLpHlZGqdZqzjvb7Wt5qp4bAGbtVdCkuR32LuYJbdjiTFuUOq1zgAmV2JFTvLu+mMceNJHdvH
vO4pLA7xRZokqE4CmtoWL7pSc6Gn3KHy8Wbgv6WOp1u5H+Rg66L51SI3fSwUKm2FUex/0YcJeb4p
kpCEc4EQr8xupWV4mCLph2XEmfkoOZZyDxdups5oOFjUVGvU2W3F/sVcDf6VNXoZIqnwoDuifsky
nqXadMVadwSk1BpHNq2IkZvDLzq2xqtcq/dUkqSAPjx93UK5nRdjtcW5DkqNrmteC2E6a0/4thI3
3tThQp3ploSTn1JbzcQHZZOMIzzWj4X1Tyo66r2CprZHglLtRYBYyhJMSmxb+SKvnEZ/4k0yBfIX
BvW6ZIWmjP3kLVprpMzUwZhUn4zHtNM9syfBNIoPK/V5ezHNMw6tmFhv+Vmo8o2o1ui+IzqbI0h1
VctWv9HE+lPjWWlYlV2SY2cRAqaXtJFnloo7G/N9oasD3M2quQMBaTL8uxzbXH6uNuWzH/T3IXvs
IwiYUe2l26QEhfFcF3QgiNVTcxpKIAA5iFZJeyf7y4eYGo/E4k7rQqMfPjZ77eRQRdzsVpQopmRI
8IbZramNaXF9O1HlY/4+XJrG40/1NVaEiO5LOSC5zpOnZTXY10t1QuiQ7a25Km3szjTSVfWO3EpE
2bR7mMfxHFljQrKfghf55VTkvpAWsuila/Gd9ET1zMG4m8Q2C4lRGkfqDWFtxinJNA55pgnvXaii
WxBRGXLi7pvZgzLc6rpiQNi8Awu12jr5fR4R7Z7ow35tKG63KU76QZS4Jc8hPR31ZawnbgXNU6Hj
gaBM7+KH/Z7TbA6KpBlcdqZMPBN8Ex4Z96h2sxXpZaDowiuVg8NYUavG0fBkyqOzGcsSilN/Ic/y
RdsV0V80c0Sry58eazL1lR8g388gpDK3BjnJE49VKwW5G3QmdloqKo9zStVcjNtLLJKmpvy8nVDM
tH45xz0u9bJxDN0Y3bZXjvW6vOlFsbNioIPsK709l/UD1XjB7ktxH+npEHSY5Zx+7Wke0czYaYy3
1WrfGrYcafWpHnXFtXIdEDp5PCUSXVFq+eQi5OVyYvM5a9RylpcVtYJbTdYxHzf5JPQi1HPBnC/L
KAFiE7nFJtZK67tWPW4GKxG+Iecv3Ez2XOLCbXGJmtT0llh+wE7IuCzzOW+jlsyhOIv6jVLFWHks
C80BGJvMnoAy2CadNdKHuFx7bbcJeX9PVCh/ZSNfDnWdfGxClL6qW2zeRH0UMknNeKKgcz1pr+0R
LJpx0zLWsI/aPPLSyEwJCqOPUnKFd8Ls1yO0C8GHvuWqRX2MRmxfW0O/23pfWgp2lD0ESlI0xixl
PQ0aGsJl/pZZl9sif0now9S0h0iK5SFxyOuKFjFCU4tekozaSdZ5T5tF8no1/2IQyK9IU0sc82xj
jnywuo9tN+g76FCOigLdlnLFmwWBLwnZjsA9LlIeU0FAjZUMPfXo4Sfr25ctt5KjZWTuGqPzLjs2
FU4YtgKXKZAZNkGYt6/IkPaSRlWbJTrhhptKG7aiVui8KWIQgvmAx21WPicjPQhZtpcyI8wKOHc5
5yrwE3rdh4xr2VoetceUWfybWZSANFgxzRyZpdoSo82lpbFCmI9xQKQWi1rGH3nV9DXHdtx2cm8W
nFpHLZSsY8UkRag2RY6rWEAG2ZAUA2r7sEbls6AsP3Sx+HO3M65gBljV6wkheSHu4Y5jsbhK2XHU
n8V7GBmPSyeQzqmSndoS2l2iAyGjk9bpQUYTy6brd0jVec/G2FMDljLx2tf0B01p3EzlKmLQ3chy
hYqjaB0KiZy4vGnP/YbTLp5n08akJu1phzwIFkOgY9M7rdC+RnS33Ylo2innL/FrOLUOKekMHQjn
NuWpzl77+ecaKaJrzIcibWRkt1T7HmL9rRsWuzPUa3xaooFVUfBlEO2x1pRyrzW8sHJ8o0zbA3LL
91rsXsXlmkKLGm+E4jnHN+1U8LW2+orLPlH9LDZN1+KGiTLQlpVRsElsMYGjwS0nY25rvXSZ2qwE
NT3vs5RpjngESoyZUxQPQ6yWYTOwOmwmpYYcYyCpIryglYhV0J/1FrHIFlqgs+2ecQtyd4DEufbf
lEspuYUm0elKl/0CQSBIStV8NHLqyzOCZ8g1Rn9mMu1zpNuBJDO4tjgnARSqLkeJiwiHeYFmw5pV
Xxg6mPPFK4HLkHdUucAU9UPLp3DccokFXNIfpJzfb83Y8jawOLkEc5sPmudOm8QfXfzMCON9DPQP
fc3I+eG3os7Mel9H1o1hmJdOix2GaM7ZrzmfpnzCDKrY6tU5pk/3JAvlcCNObFnjO4n9NcNKOj8p
FGSz1qRIPegXUY7DbbgqLuuAmipNDbyAi8XWvrCOi9IdzGNAxrysW5c9thtGiXRWfvTNZ5ZEZiCp
rUFVJzETP5kPW4jOoowmu6TZuCzSvo23u4gjiCom9J1pkcTlTwyNhYp2auskuwONodOQrebcssgb
TRUopua2o2zX1oKBLIsO8VwelLbk+rnpI6wDXBGVsrPAgtswnYtPNhTI20RJ/UroA/S5TdjXqCcZ
SKE+QxtPBMp95tW6cri3O+5Cjq5fdcH1prpDp9ZujYTDlo35gQow5a6xCUnS25L0xcE/LBPhVDXc
7TOj+CI9dNKL7lkFLMRXZQHAvaUj5MDE9nKJBZmJEDde2yNaZKV8LhgvkyIaKUSZuL+P6VMpFb6y
rTE8dCm6M/PmE13aXT/zlom6uFP1geJjerAaAgNS/JLD0Hcaqfkpa+IIqxAH+J9wrYjptVW2UvTX
4pXUXXoqE+mDSG4N04m4rtSrB+wwRKQUsgxT4lmYjN6IN3bP6TZMwSxQ/DMoCrmcGcNhFV4BZHtV
0lKi02bStAJpYZyYvZHv1fKryKKboWLuZU3YHZeHRI1dU5zva4khKXn4odZJP1OMeLGi9XE2M6TQ
U3W7clmdOwrUzeTlk8B1yGwPKAgOoFOxfLzG4uY0Zkl2gLGxwrhQtguYHAzGKPWuyRiZZzFSumAh
BMzNdGV17k0fsv6uGFiTlLVHYp7eDBMTlhNSw9IcbvqGrRkeMXGFM+2BXZNJ/lIrn0LLuh9DAqkm
8UhUGWsbeJ7+Msk950wiHVU8npWqRWT8VI4xgVXBttT7CnnSsIr7JLkeBdQ5Ymhe5wYokixmRzSF
F4GBUKb9pkNvzKR/1kBSFk5K/TGrI59d1jWnsd9JxHuFKRTNkkMkz15qBsOafK79ag81A551TbOl
5Sgq2sgkH3pq+XkdFcGoaj7AKYce4p3ct8/JCp04j72E6bhJS1qXDTL5UWJW2et40qKjBiWw05W6
t21EmuIh3nX6eoKIz5tF+rbN42dRmPa5RGkF0WvEb53RJV4YprJLEA6YAGNVeBiwHIlT7DUMCQob
94ZrorOTaBvIhxEpfaNvg7sJClXcErkvv2Ypd6Vb92LiaFNKapkkwKLaZr8FUtTvy4xk1YZurCjf
tUJ9noz1TM2tcBdq+3p1mDrsDhD9N61NLkJfRUxvieviGeJKnT5r1m854uoUrerPklROsfFBac2d
aOX3m7a3UI6vhXyfVtPNTNOEhb3jRoULZ7HSwctIOy9KHdBqhF4C0dzZTJ5sdDSWV7X5jVK022PP
8ZQFMqHgSjlFjVVsYJVnjgX3UGn77Dk4pV1+bxXbvUmIMB1N+uSldco2sz224pjdEEnazkxCHxZ5
46gTff0hVfcXYeDfpr5/BdVkCU0IqUdLFlHe/Tn42FiYCvOKRwPSsXZeGRZhTrYa86/KIHLdLjOF
1LRajeMyNSgFCGYMsjcXtHq9f/hN/hzBJM13Td6h3INvAygJvMmff5OUSR29HCSkp7LWv1tFxDct
URMsGFms8ru2FIQvyvbmQzHW/b05KLNP47LH+7Hp+fevX+Z/Ncfyfy5RiVrwbxKVu548x3+d3rs+
eS+KPyUrr//hv5OVzJn8CzrvlXGkk7WGifj/k5WSLv7Lgg4ggkv5Fbn8n1EVSf0X1ADUhkxJqFfA
Fs/Q/wtWqv/SDPk6VmJJMmjcK0jmf5Gr/A2JIKqSRMSeCLEGHFnnyPTnJ2RGol3OYlredYvYOVJL
p0g076cZW1vCveMfKCB/Dk1DHuKnUUiEhkS8G9Pi9bf5Q75bR++9FEJT3hnp1RZxkbf4PGPAqJFK
1UpCDUc10vAPX8lfvI5/8TNhPelkpUVD4x24/vM//MwyixKZrmR+N63GGeFUHTJCFjR9yrpZG0FK
szrFDP/3P/QvPlaSqsTCsSQBL/r9Y530iViWVBR3nOi3cBpMIhbW8yCYhyLV/wnzK2nXKPX/RK35
XGWmJKBSKrAbLV1WfhuVgGpcmVkh6nfWWZuIKaBNcc38i3FIiT5Dn32lOlLm6mWM7yUSg+ONObCJ
hqhWuSWKscuI8ya9W5uNZ2tMvsz4y6wfF7ax8VacdsP0o6g7M4NO4A6JD5FL7c96cihMOjteOjkM
83RlYPavGywF8rT20jnyw9jt+sRVj9mlTjwadWv9oE73SXVTJOfNeNWFYGsC0wwi7U4x3Ea+iOod
AE+7R1vWyuS8mssgCkGeuKMRpsEih0LMyd40HOXOpBcbGHsktXbCIINxtp62dz3hmDQ4S7HnIv6c
f8iAMoXbTfssSDelXGQ4zLYkovrUUctvU3xdzXvNfG+zyF6n0a6ai9x+tBktP47FjfxNr2pAVUse
LR79XqHDU2GiwW3evkTbhR40BVCRIyHFYP5izRHWF/RttqQ8C+mhW/Y6layC/dWSDiJZ3dzubytO
6UgzaRZwPIwtn2chbtwuP6iRa8yvMHl10gOCm9Y7o/qHZ/K3fenfTwnQUoLc5Kg5yfwWyG+zuMNp
YOl3c1q218M1d61+jUjoqAkPAvQBs08VZJoMoq5C+1ADx/iH3+E/3gteBtqDcEala+vi960R/gLT
rKuu3g3m+wCjjDx0v3H9nnEEoSz4hxmNv/pptPdY1iyuI9LveHkNoyRXiU6/K0brEasNYkqd+no1
ZUc4Dv/kHviPhcZkWTZBG1K7Y9O9hvH/uNDAVpiEUVmKh0VWoBEvtEwH49Foot3A1Ui30seVpOK/
5xSYNYi/679Y3X6bBeFL5aeCllFEFY8DKNXftvg1iitRzY38oVu118EIk3IyHy30ejayqdaTyMfY
XaIvXp/PIZdRnuUmeUjL6aLPOPv6EeZ+OeS1t6QYlpbs7u8XQoO5gT8vTUhOrshcnjjISMDw/vyp
pFf1YC7H1n3VnJhH5ttGhzqYoSbjlycvYKtiyHA4p/+dOHOMpbRhJ5Rxv0kcrhYxXs7Ptno/hJng
ZH556g5cV3fa3iBMYY+dm7SOddJH/kaHf7HrKAnYEnX7yZYc+m3MtAl73QcKolI7toUv4djvGcIm
iXrTf8T3yV4+dG/FPvaTIPJaTzZoMnDJpCToRnfa699/Gr8W4j8t1L8+DQM6Dj0a6hK/PSMEok1M
WLl1bz7Oq6N8Il2l2sb0HRmG6y3qxzjUj8Vgy7cg/GlWljQM3abzkW2hIO6eyEQKrQN84TQfsu/6
g7+DEtj0T0+V9R8bym+/5xXn9YdNs4vFmXZBYt1nu4YxIeJsTrLrfBqxoYDdzW5/iNsoL/nN5keX
6YUO+XHdjx4zY9FNLgcR7ZxTsrPCmBnxO2XHlWdN/bQOaYXX5Nhbl6ZHg+8yP2aqQ+Rm4MKq2DMd
TEymFBg1rMd27mFlM0LjEO3mW+my3AFbpgbS4HDDxKbZCDPbMSh04sJnlbaT5vfRyapv1+hdrF9/
JdschTzvS3ET2bWvhk3AFNypPsvgm++7UxYI/t9/v9afD9y8jXxuvzwnEmPGBoaaP39uORMxZZRM
5n36JO6ls7TbztmxvylvLFsLhWf1qbe5zLU8rXYOSIfpVbrFPWURn2huNjjzW7kQWHbovPTLrptv
uy7Ad1VJTtczH2EXRFgZi0gJLxOJ9qrGpRmVju6aBQSTMX6N2FBVTyLodMwOxGCqN/Ydw/SEZN82
vHR+8dbeC/txZz5nb/qzdJpuSl+4ZeNhQiC7YLgtTYgEdno/UsZT761pl2gu7wOJR0UlJecLWTBv
rjV5RU580EZSnP3D5NgvRO3vbwlYIeNKj4Kc++vp/MPTtzIsKZecee6jU3RKn8Y96ZVHCixucWwT
R1w8gQ547SekugHRUF086bvRLw7VIQ1a17rUu8WTfdWnmCM/X5uApzr8+y+aQcjf1jVIkZi6rqxD
GF8MP/227pIdWxj+addLYQZpGdTSnnam2fk672NcyKz/h7whF2l5ZQy7aN+khGou+nTJqp1o7fX5
0DevqvVICqnvPSM+ESMUFXeNQkK5LTlBP56oOeyHn/WcRK6Ax/oCO6Yj/Y+i+Yv8g/Ue3zY/ss50
32O8vpjdGQQW/xyCVbHaWeKsM5wNj2Yjc1G1hJLVTeX7rXb71l3nfZ0xJUjMGZkbjSU/jcOBVr3C
Byzx2lnKucBHLT4apeSs2c2Wn5o2SLLrIsvpL82oRVZMEaUOYSQkeo+6cmNZLi/mNH7zy7dDYIhe
dmcyrvTRE7PW7/PxALOhzi9gaPT1Y+Ws+N/Unddy42jWZZ8IHfDmljB0okSRsnmDSKVS8N7j6f+F
7DEpqkaMupyuiqrqdPCfOWfvtfWcAgS2QGwnAJ9czNPo3a0VErMVIq2VSsK5WbMSpCaRrQTGSEWz
eUXxAq3Ivdy0Jm1LR6dxNYQSde2bbDwZ4bHvDiRye735FBkPMvl1WczdGv7lUmah1rHABwQJNoAt
1MWn7kO20uc5FE+5SsF+GOMtNifFrXy5of1vXJk5LpcyOKHBDy/ho6DERPVycSFmdHCLKKlPVNzf
m5qlGw4ZGnOVgWy3lG+uvN7q5duNjZkAB1NetofkUi0//9cX2BKg1+AHDM6xTsJqJ1Wzg3rml6Kr
yzp/F8Yqil1jm/e9chNUlZMMgUPvq95YpQHL4Gokh/T1hMAUi2xUWVoRA3KJ+BcGSNliOIonyfSf
QdBoHgvHVWjoN4jf0lUY+KhImFSF7J422m1UGfdoOjN2I+I92Ln0X25kWeGxrMGizKrLYDO+rHr+
uj+MTWOQiTJVc3wNiDagWg3tSq8qz5qxs1FYR5nNWvjKam8ZVP4eGDXI/CZYCWkBudKYudjnjZHS
GiYO41MXUTMTk0a0eyloQOTy5n3/ClyuZvGasUhhlWIQbYfH+eL1FoJUBQKWdae2agVUYG47Gij8
5pC02eSHosQ6fZBrrG2Wyl+uUOe74i+uk8Ne0svHWi6VuizlU0Kz2bSzeBuq76gnaA/dEsKuxpuO
nkrwM8d6oCxZqdjlFewX4kGzkJEWr1r1oLYnv3zKxeM47vPxPJVPU/NWtbwl4zlMb4b2LdL3anvD
ajnJSXfc4CbOq8OEARL1hArqJWQT12AfyeyXzHDarLfjrVFtEpkAPUyYknk31wgZNjXtkxKNGV/9
Me8Omr7JxNfF0lepYGjmjTodEuGDToWNn8huZERMgmcw9aovenDqrJNRPFUGO6GNwYmYd0Lgycqv
tHjSJrcYbwmBhLLMHNcb96m4tbQ9pVsp/6DlynqAhvEd5VHWQ46QrkV8QIsHkM6c4FrCsxk/yvOt
HJ7YYRu643NNEXdR2Mnqbx/7Y/9TKm5z5T6qHgCienq7i6V1OJROj7SNeyUw0daOIdxELQQGpNu1
6TuKdpgKr/sVFqCL858wKWjp/mjCCKz1qtTXqWSHxM039/nEZmdTR3ahbRE3yeqW/bNuPPTdQ8gv
jRLEyMqZnuJoImb2JEiMCt3tVeSzcV7G6qZ0lXg/aFeInF9mbZZlMqmMQIhFgqi1i1kbRN4QGJqv
nsIoSNmw47csS7MleVcpV5Mm1DaEIuPKV/tlNa1pBkg0Ii4YSDns5VohnIOhG0FLnmb9Pe9plM9o
vFyxwtxW7JPqA/MEWEV1ZDIN7hVkycrOzynHH9Tqqc08BpRmfBVMLzUO2XiQs9sIG0+i3ZtsBbT7
SfoBRgb9OA5inUVjvcOsFFDa0XdTfESk7oCAht2+qwqvt5x+Jxs3UJOUR1Z189HHIWXdW/2iUV0N
ikNuc694su+IAvb83dzjVhB3ubgbm99BTtsJBblbvPv6GmgwP2Pd98nhdsb6MdyF8UtBF00jsLBa
YEjdzawuCI6VUT9BjoLxGtV3KQajcZVHV3AhuM6/DB3ALUHxKGyGTSp+F3sWE7VdMOWKfIqUXRIt
O6r+Jt1qR98lK+CDhnxxgHBTv6iGI3U2dkwcFvGkY3S7F+fdiAzQy9iSjsahDG9S9W35PwHi0Sh7
8nU76x24jxjTZGVVjOAPPeE83RYzptlDmB/uCmptiQ3GilWzimwZH+r0e8QMlSgvCKlWRsG/bopx
m0mlRySwlf6wop9TfLCo+Vi2X6yn6BxGrjxuhLfyKDUHQ3CkYB/0RAw/0a7rO1DTAXa46Weg3itl
z0bpoM5rQb+Dv6OwDhClzM4GBoT6bpp+mt2NhYIPxZKA3VfsbqAjVrbfnkSBmh3Shm6HJ35VjU6g
gUN1kC2ECjCtBxTF+DTeJHwvsZCstPpBtJBmdfbEfrDDQsw0UKMoKfCZOBb94YBognGlE4L7JN10
8qFS1nSwdGw30an+OTiBdEQrXs7dyhQOCMVWQXWn+bc+VIiI0OH6XWFsC+mIjpuoRaM1aDd5fWy0
J/hFxPWxHS/vcK2ALadn1b0Vo3bTtdE2xFpnYq8vx7cYIarxW0QTV2Wg1efQk4p1XiPhrDyj/SXh
5sUZFSPQMoplK4TOdpplV68ZM5NpJagPGQa1aTsmTtlR1+u6Y0DLLNPfyvRdUx5koI8OhHstwWfF
mplMZidAod6wzPcKc/XIw1znP57kN6EEx7OGLiyKTnwSHjvRkd6D2DPZvFQoNV2L9PDErcdDEqKR
WfX37e04swX2er5yh4kmXYfbKfZ8Y10g2S0yt6IDhsPtsU32lFW9pc/l0scZadwFW9G5KdP1gAzO
JjcqaA5R54aGp28sp3EZH8LXJFgVP4K95RW3yU/hiNslk1b9aXS77bChg9rcddRS9S1q1PAU/sBM
DsNJ3FQoXDi7idwJ1Y625T5+xg/j29N9rTrqc35lzyd9XeBCy4L6QladIZMEcVEnKljLZwms9lNc
x6bbRyVqmarHjcDEpRMR4XSSRXszl/lAqWsFaYfwBNmMTmEnqvTbUJUeGwi5jZhcmTO+LD2pH5qY
w4CWa+j65WXc+WutZ1U1keV+N57iEHtEoMmFk+R99G9XlFz6EltqEOMInMy8mJmUFlGdGQPhJOuc
6rPWPYmheFTFnk3+/LMV5+MQW1fGTLIHLsdMapUULfErLHeeHsLnayOCUUDKOkmnLF1Fsy0aTiZu
KERFMyOBV+UO9W/c+rqE//g2xlDFezo/pYyxVOHLrflbipw3hh9i5ClZdOnekE4YsOxReDWqyh77
20hjzNhP4e8FlTD8lrIXo9mL6VvfHav4WMRPef8xY61UqGIRYIF6ZLV0/NGL443QbNacElX4lVF5
vAN/hGuIQUE0uwUrqXgX1VvIVuPgIHdM0ZBEqyFi5AXe6OB4MCkre4CCN/KegsaGhch947KZtKkX
OpSu1pI32ZXbe40b3Jr3/o/iw39MPsqXwtWcYk8fhV9H18irXBSmr8lz9ia94hPayj+me4F/a0ek
Bog8TNxN7EILqMgARTaz5CXzqRc2E35R+rzDfb42SSbI3vrk15QdRnkvorwmri6+a4ctfXS0Csw0
5abXznF1IxYvmZNXN3zgs+xFaNCSPTgMIdimtOwBKiTrEdkPCm8cPz1gOD5o8aF6TVAuv2K9MQrb
oN4pMbIxBK7ScWW8Rm/fbxDY6H59eXBZAxVfKiBfdyNTa7KDTLv5BFhVqQBRbpBSkb8jjR5WIxaV
/LiqO3K0pQWHugSpykr9YVVOrbp9+ZAbb11xSy3enA9gmakyqtK6j3BDIbPCZYwICR7mikCC5pS+
Ci/AKIrbxmZxTYUAm9u59V38xVgv5Tv/PL2gV0omD02Jdq++9E/SR3jKnzLehvvgptxwQrvqEHoJ
f4D1Ix2cEdfYjX/XeYbLOW7zp/Kn9tSvCy9BkK7ZyZnh/kNDhDjZVJUlHWG/05WriBPchHfGBqW6
+DNvHGOjb3Go1tKDfqd75S78gW4wVVcoDrftB5VAJk7Uva/aAQ+IdlAOmguZwM3WZJs5GMZv9BWT
iS16tcsORvgZU6DhgyIZ4Qe1FvHs3/gPIq5P7t27+C5vgzVCQiWG+r2qDsVuuFU2/UZ/bxit3cKT
3+TneD9F3AQs1upDNaz44maaW248O0niDtNOo4YquXO+EelZ9e+lcT/120k5hxiItPHGCr2YOFLN
jlDXMymgET2Jr/lzctBfsZ92PJJD9ogfj7+N0uXv2nd0xKmFN0o22riG0EwgMIU9cLhhYzX7Xtib
GI8HkWrdSzPtBmqYjO9v/cZYm5kNuS6J3CFcR4rT3ycgqh+Hd+13f8CdhnO55k9COkSPMnGpIKHP
qXU7DWwfQXqybrS13N4m6UE0PUN1+MXExoJSC3+H6gpanL6IZhwYg2Ln+drOt5w6xmjgITH0la0k
eWaxC4f7hBJrsNG7DzViPXVWaBH3m6haN+qh8MkmuBvYmsRu25JItu6MlVmSV+y0A0MdYhiIoDaF
bZqIA10L2nd0Iq/sIr6WQPQlNFam2iQTqE1gx+exWtXqzDT8bD5lnYG9cOAL96MxXSU9/Y4wMXZt
cpLqG11GtFW4ppbJjsD/7ExEJioo1/heXyZsTodpg9QLWaa/dtnKq5V6LJC4SifpxcqtyRW1kg5r
QVtjNK/MU7T6vgw1gPVYGVgApTBsXlYjxNRX+kSCmTA62abadbfjzfAku7FnucORTyPCDibZWbjr
xocysWvZlSgRP8pH9QE5pXmkSh73xzixYyrmAvsRdsIetmVManK0BuBs/pofJ3Flaz8zAi+0lU7m
Nnz1wqGW2fBuH3F8Zu1d2tg4y41smaC62B0LnFUe/RrxGH8sH/rd9Nr1GyV+CNTbqXcVhufjdCz3
8mu9CbbZTevOu2Adra1Tshbcdj8dVQdUwaF85tfdMbw/5T+Hm/JW9gbGJeVWVVZVfGvwSvpOE7uo
vf0aPdS6TQ5zexyTQwa9J3bU4xjbVHzVahkOfYX2lysY9xJTjmSrBs/GHo7C4zI2HsQjpx/8gIsY
PIpH+mvii/IhMEame+rERrDyX+fZoQ/DhogxRj8qJ93RncKWVpqHeN4LPXXFfOvI3vxRw7qyVsJj
/oYOEIEy55s8Dnx35qr6zY1ehprNvNNfwlODJPWheGArJOwWsy8faL9YBFfWu3UEQKAiYBtW/Hjz
Btcxo5WEllNedR+Fmx+qu+iFssnOvO121kY/xb8D5udhV9+kD9qvaScfEtjFFI5XxpGiMP8Wxl38
SJClbDlqxxZ61Up7jTAEzZ71m7S/b/y92dwOliN4SbFL+800ose679pjBGle9aLagxomoJqXPHhh
Qs/w4AAyt5q1pThCt5mjdRR6A3I7/P+wV35QsNbxpcTOAm6IeVtWyTMisEVZAJzEheZRdgcZkGHn
ydNJRr/d2JCzG647vxG6Q9reCS3aSe1gRU9lsEO6alyp6/7DN0unAhGSIsuGLooXCgCzI0/XH9v5
RH5SeScoEYK+DIyR34+qW0HjurKq/3o8SybhkxYJ+TEmH+/nISsu9CkeBiE5+RSUbbhrjJh1BWs2
eYflr1+pyC/83s/lUYo7rDlktG6SyDhxUbO0MIn2XWgmp7jxS2eesjdNzrujYuDcgAKAycbHyuMG
YYv1DeGDEY5IFPOcKVVnumozSFbMVro1Ceu2j0K7tLoWR3Lz6/ul0+Vt4c5TDVqq6yJQO1m+qK5X
YyfGbZxFJ6KfC1o7Ha+prrcOmx17HuRu+/3hLrCaiyJZBKOq0JNcZBAEGX5+DAkZd3PZpBFQ33nY
p9V0M8a+6SVNCFEimn9VIIIJV4X2M5kzjZaQ6AtKwznWnLReJJ/UQw3itvBW+RvdEuBCaFCBcJ5e
meOsL3dGWvQTqCiYVbg32sWdaTKh8pNamc/YcTge5LJ+lT4Id+paO/trc5e5xT390vAc7IrfyjND
PU3R6EeagLOgXruqI0+PjyqgSxZgxLIigMAuQMEl8oTIQ17KkkTzHXmBa0TM/+dOvUXYbp2yeB9I
+9y3tWrPKo9U2rhe5RMNJ88ygb27mtmvwhRejdfVLCI8Wp/wtgTVqbJDLlO8vRf808ByH59n5VIT
YCEy7flP/JPRW+FO98jc8Tn1KA9QxKNWgFJFE4XlEms55qNnMhpSNFYGMlo7xIvIIlCzy+HKLf4j
evm7h4CsEGIp7x59BEPT1YsxIAHXSPk1Fc9zWd/AvAWVYIyanYZMlKUwyiu+2p99zvxZQvXBuHUH
gOAjtpJiS1Pk+P2refnF6pK2JL8aJq+2bhI2+/nNZCscwjQI87MsRxJdHLhZ6tCv/eiXRMznCmJv
X2ziYbSuDBXLn/v5JnBclZhyXmOL6MSLkYIIogyccZSfe0vwWglRVzmio490ENpyBMjFAAX9/aV+
fbVpXUEoYcNEh0P6U778q4wgqFLbSBgkznER925t7CdFJ4uhYjUfA2X81wdbPiQg5CgSIHBeDLxj
MGpRSTrQWY6rlyjMWWAr5u9C6h4n7EhXXqnLxRl/PEUEpA0sB5dp5aJ0o1SKSHE7GM7+nFByy0nw
EmVaNt9f0p/J4uKZadAP0MSCJ0A9dvHixqoyNlKFYcY8UHSj9LrC4RDjr8Bex+fPos822fRGGzM9
ahjVcRGx3kHQmj920bbI93F4Eqy7ctyXgIn8dWFptpZ6qUYkjFMCyR2dobpV6oeycdLAkZr1KDiW
umkSp41Af+xbyTXYKFr7QHUn1a3xJvmupdGidqQPtpN0rUeWSi2sOSd6yB6kJ3Aqou4qULZuWXvx
8+lTAkSIYCp4DZUdsPrs7a61QRLM6W2huG20GbPb2PAI2WATv4Q7CZhXtnXlVYobGOt432LE8NfJ
sO4PWASv3OTLrh+PctHLKYiP0YKh1Pv8PaoiiLkIoPKZiBTb0vs7enyr2cJQ2Lf1C2l6dyHl/O8f
7BddImF2lkafmddoeVn/LP7/+jKA4wx5qunimZ4kZCDo3ERmha6iaWi7+kZd8EuUhHogeEIbuFVR
XkuD/XrZBtsqBYm2BvTC+DMt/XUGYjAH4QDc64wn+SmNMpiCBEbZcZVXYFRk2YmLj86A8Pj9lX8d
EhiC0WPKLMgQX4vK57vddFhKiQapz5NeN7sWaAdavIVkk0mBcKW++A93GQfyks6pg0wmmOBiSCDY
ovOHuuBgg3muAKI1OYCBovoIh2NB1hCzbZcCiaaFlJbFlYXgPxwd5alCtDcqQLaul0l4BfN9mEdT
fRZyWGeCjmUzDw5Kp8FOjKLDdDMQ/kMTMHiiM/fyb2+zZaE9VGSNrHb2qxcFXJl84aA38/rcZM2+
amBREh3BeEH63Gg1V8epL1MLR6MspqKoR3J+Wci2BrFG4qc1Z6QV7YZC1tBuR2EOVp2sPykyzmg5
xwkuKcm1tOEvWlAk4Fwlj5hCLqoURf78PpGC0BhCSQcsyyZEbrX4EKKHzrtz1wr7vIbK2xP4chhb
mKkWE4KNQtR01WirWwESzDIVvXYWPWNQ9XNDn/37x/Blec7pLVnIzPY09hU+t8+nF5epgBg3EE9T
1ZrkXkwfYV81nl6UDYgQuvssBgyk67QyrWRkZG7ZRFfhcxtBQtHUTPVasyvcTGe5VyonuB+dW2co
3sr4yql++TCRq1osziUmayJBLs+0J8tBH3O9PFsl+u25oWNilZVk+3LyK6xQlH1/Z75MoIsmG+49
L6gksTS7GAespmukPDCK82SAXxTx569Id0qvfIPaMkF+mkBlEygahhOFRsASS/35/g9arRSNnEbn
CrFatMos+VWRxlMTzluyh4obXUWtFkwzTWC1Kve6xnlYQqocxk6/88XAOmJoTTx/Rt4zGtqu15Ph
lqg1ZZ9I1BT0+UU1M1q7dazfWQR1rbq5w2Us/zIR8gqh/2YFobDlNKiWUhSW0/HWqjSq3Tnp5mk9
oTYQWaiApt4JEL1PVpY7xO7wAOZZXZeG2Nx3VEf91uzvZ8NNfdk6ISuYtLY4GlU73bbRleXp150T
twwZIv4Ypicmp4sn00SqaXZNGp/nFvMd2CXFhv9QOEYqYTWfKflFcevvINofGcwfMP8Mq1a0fout
eMDk6yqj2j+rsmXPNXWAWrYIl0MafGXWlpcP+/LJsq1DTsM6zGRz//nJVjKuSMvMo7M2CBgIh14B
IFsIbtC3Mv5hXqfOL1ATlGyJoGn4Ct1FsebbD7tKcEpFwrTc9KgB/cybkznazlZ0kxl9u03Ubh2l
TXNDttce/om8+f7V/zLz8iLiB7CWyRdrgH6xEFcA6wihNvSLrstaK7waN3TYsHUiYDetoVil5tg5
//6YDJPLqoNgTobKz3drkDV0umZfn+S4/TWnze8sTJ9TP9lmps9USPeL8KkrC3Lpj+Xn8zNi1c/B
FkWdtYwrn4+aKEot62k7nvLIUXKiLc+G1eHPeQKAE4DRDaQXLTvgRgJKlOkod1BoQq7CAS2B9x0q
mD4RfldcPTAzRJwZQCMchf1aM6Eu8Geo0Qgy5Dd4UV3+poOMK5R9TdkPB5Dc3/V4w1MVT/Zqyk7y
eNuj8SkTmM3HNnWMyc0Tdpxsh56atLL7Epbo21C5DU28TtuqlmeFH4h/05D6oL5eUlgy9VEHwvpM
AMmQvyjKfsBuAwWitxtgP2430Q9D9kOzVHf1zrZIRO3GD6E8kVC5yionH7eJcVD1O6N+9Kni6c9q
qrpmchdwwvUJtFJfeCXol5F67C18XogVwitjL22vSNvCNjQWsSl/FAGcWCyY1JFDrgkY/P5t+ToX
EAfFx4WTU0KDebkkTsVpmDpdZpxUFPQTIyVOP7ol88suwHpdeTUZib98ykv6FGsH5gRr+c/Pr0mk
AWCKKnU4dZiy5fsCK+5810CgTUVooo2rpZQLtBfD/GmVB5+HWPjnsH0Ju12jvCrqb0n9PQ4Uuspj
UP5OhUPor6rZVZPnuVujfOuKvS/SiXmUzMeJvGU1fg568l07awVHxotolgnE3ZLIOyKt6FGODMnW
705DeCjkdWC+dBZCqfJdbmp7hm/c84Tgt9vE1sKFKHmfny1/N4WkwuHpGXSN6F+q69RTxqbd9qHg
QquyYUkgo1MHcg/UgdIc5eUEZ3CPSIKOmoXT2gDf0U5UJkWyrugCdlmwEpTfkvZOVivYy6P1MrKl
qnF/Ccj5c2oGARls2brn1BfkcM3PyhiZCDenyvqENoZcRfhLDXMKxN6sf9V+YCCAUT3DfnrqkSyl
tgyroTzFybtKCzmRLaoCWzNM4QU+WMF9VL8W+klENxO+AJa09H1lsd/FVoTcLYtPYJqBOmytYt2V
r4ioEDOPOPvRUPDGdmtBc0zU6dSjq60pr+angpnPhtxlWZAClm5a9yh/SOcxdOiDS1jMkwTM14G0
VIMTDt2uvBfu6Q32b8p+zGyq9NG6IKaudgdGhHZFElJD1QYNm+wU6PmYKkVilt8G+UmwXAJd6Qhl
odMPoNzcQLGr0NE7eIebNF9b7JD9XYSYcfhhNRQmt7KxrSYQnd6wePImGLzCTfznh8fprq2RouOS
a8ZnUFN05V674nWkm4sWdwgd42l4nw2CI93OXGMxpE1byw8WEQupncu7oH0JzG06/zD6nzNvpomF
xWTRsXSsu9BNGMd4T+iNWuuicxWTxIA9qvgFBgGkvb+phXOCPirZsjMb5V2SIh+4ySDLlrc6cpG8
eUuWrvK4SpptLt2rnLxQvvewSKCHj+eYlmOjuVhGiKYFBUbD8DEPD7l/q0hrGfJetiPq3I+hC+1i
kgK6ZZOvzMBpd/l8J+V7sjxz1cu00zQ8Y+dT+scu9cBOF3eTuR5Vr4we6gSD4Enqjh3tf/Io+Tzm
EfoQuZg3yNkzbSPnG4tGKWKoHTHWgLG+H7bUr2sCzMFMc4sWTmLRd7Ha7vOiLUim6U8zbcAIhWka
Ez2bt3CRJPEcx+AZ5kof7tQWPlmTBTf5KEeOb/nA9kVqKcA9qA4nQBISGd1cBclzZfRKC+8pQ82Q
+TRSVp3VwyfIH1p/6eLKhZsaIhqIRQ6WI9lqwcGtqxEaidbDBu0bpqnUIiFEC5+tViHl08gqNLOE
v7MY0asW3paO6nMu1kmPQOv7W/J1E8rKCN/hshu0RFH7o0H6a5svlFoTkw6VnmVfHI46ecGVkjuy
ChIPkB6TcY+lxQzexq5pwIcG3bU9+JdnwgksLsHFAbnswS9KWFonwc+CTnZmC6feBOWRmgB4tVb9
iBoEhC3QWSw+lIjriRzAPJnfsY7TeSp50b+/F8vT/7QaWc6ErEOZJpBlIP35PM0M4HusNO6z85yK
r4E2M3dP7LsKFrxrXb7VLMb174/4Z1n15ZC6ItI2FjU2gRfb8DxTCCiRVQqgzdA6ZpEPIDKMX0pp
mcdMDbBPdPJWByeMKraBla7Wd/UIE5HJcFeZE7o+PXsM5JrfZk7k2qqQTtoamKv82xiZtPBAj1fu
0h9t1+dzxmsAwQH6Mf0T8XJhHc1kpkxRlSCG4/3oJdCY/SjKNiEoPdmOMCvKFICvHLBp0tHsxlYW
HFuEFgFNxy5Pe08NLGk9iWK3ljtyH6oGklAXSF7gN7qn5QWoTmNxwmQABYnqataNVOqbqUB7FYbR
ryk3mptJytbDJItXrk798g6oEsZMHommYuZYgp3+FrY1U0kMtDonZxlrxWowm4dJjDdXnvqX9Yzy
+SAXT90PAN7KiY+cphFpd8xG5kVSXaKm4R8qkZC5EcierkPHLlIdoExjvVTdXT6mpRcbYu2l7Lul
Qb4jxTcHj43wi96TLSJoIO4a0n6J1tcfcTBlRKWh4DeJXAwwJ5SC4VkOT1e5tpT/+hUvJXWZWpYJ
EEj7s8/+axiBHKeHWjgLJ71F3lQAqHYrkQBCywyGbViyadFZF3TBjTYuRd4gIMuZ34NMazCvPMI/
hfyLF5T+hY5kcmlksFf9/AxbSyW1aCiEE0D8tdYq/RqqbeQKs7otNJKoJFC3UDoBOSYacb2Tcgdo
hUUCbgk30FiEaRn9lhjm8vfP/R9PTFpAD+AeRAVUxecTy8uBFJS6Fk6VNc12GwwnBTw964PUYWzD
Apy3rz1go9HnGQJv2otUE2zCKBCnCmNjK0J4LrLx5fvT+odBiL08ox5PT8Pe8sfA+dezq7s+iqeg
DM6pb+a3M/tZXenWPkzP/Zz7W4BTNcxbM7BHdYSNy6+y9abU95omubGwH4sbhV6pKgKuD5o2Y62g
f+RWOHnVlIv2iDvizwn/K2rKgUSroik+2s+hc3+oH/83ke7/N7aKvHi4/t9pdQ8/8/lnHv38m6ry
57f8r/xf8T8U6xUqBhjicENpbNv+m1cnW/+Be4nlfynZ6Lq1mKT+d16dCIll6TZYiAPQJEjAef4P
V0WQpP8gvJWxmNGSX2wE/yoD+GJwlSRDpxmm6JQR+UApBn9+//sI03tLzBA7mDHJXMvCfRFV+Rhc
+dCW7+ivAYDj0HmjkkGtmbYi7bHPx5ksfaoyH1Ee8CUSnGJl6H6p81w8M/APV0abr9dkYISVaX5S
aGZ7ejHYJHJN5l4B8SKckEPlJfs9wMfpvxOp/LkipOB0RZbIQSg3n68obIhDYnvMFRHbea81Vd4x
x0fhXWLOYQmpSsyuXNeXe2hRkllYO7wsZD6JF0dMZLUxqxqjdKw2IXbhKBqdUMFxyE0Nxisz4rWD
XdzESpzmYVLY0FeSOY1rGJ3KYxIAwHNYKFdX5qovT8ySl5qFxWAHkYL35OJetqKYd1qfrJSyEu7h
DxLbQgH2ylH+4ZJgziCSJ4ybxcRla0nKJr2Vwy5BFDnF+wSX4rpOjJlNFkGBfw0Cx/++2J+Sdi9f
dy4IBirZp4hEAFwtp/LX+E2nXumYP5JV2JbIr7kYmw96uPJR/dNtU6WlzUwHgFf94uNNs05Lp4mJ
qS7RJCedmdqSr8VXjAXK8qg/fbtczGJIY0tCzxF4x+eLkQUjM0Ryg1dJEGIQqRvCGMF+lmXYAonu
O/ZrUACbQ9lr1c+gFuKJLWleSeuxKul8ZwQ61w8yUcKFnTdWlXv+2Pkm5LQ8PUy5hGJFav2OCRVK
cWC3Y6tra11PRqpxVVGTCGiI0DfrQQo+gOIovgOIvUjhwsXWTz01iP6YcwVbQK5lzcmKySOHXT/P
ROmROfcaqBpr4u8f73LFl3dkYVHxgGlisa75fEcYDchSEJaEhikxzZU2Ad61aLzeFzXqVr2ncUVa
puQ1o6h1K/jX1t33J/APT14xWK9Ab1JZFV+eQNv0KA8GwEijKJhEQOJGFBXUid8f5R8+GIU+qLgU
FFkbXQ5xwTwLPb3DZNVV3YQGQNb2SisS2FYl+q/vD8U8eHlH8RyiN+OycJCryzv41wcT61obwcuk
2pbU+bsx9gluR02hraXXSnTOiTTRrnTP/uEeLn0m/CyLUxuAw+dDCuUYFdFSNpMkZqROHXsvIrH3
yjRxeRRZpF2/cGVQ/KE8uZQORUpeR4qESLQuBfoXHTz6EQbAQCXp+zv49UAUfpkVlgmJ/rF6MeTU
id4UoRCDC5f0cCfNSEoMtRnP//4o/10wsDzl1Vue41/PqRjzKqRnxubXGpVV16EjVcw+uvLi/cO1
yDS3eTAchQ3txcCWDZLa5uDQVtNAIGxR6EsKSSocv7+W5QH//RWja1wASGyQsKvzj4s7FltRRxIn
elirmcv7SMpwKHfy9C5l73LXrMY8vFbaQbd2eUzmBZLXmeqWw0La+3z/8lEPtEFvKpjjNcrSRszx
P4RZLnQuORVRviWdiRZD3/vI//wqk21GmjaHpCtXa9SwbM4lMZVTgi2VtnN7USJMl6QoRMxxXXWZ
G6kKtgUQsFgU6y6b3sgMRv0rLTxN3Ol18jFXQwqaWW9rmfKGCmlXV2bwvJbSNrVDWkmQ7rREDUtH
KWM0zhJAciRDsSzcySlJKnZOOERrT4oynDVrVH8EDQ/I66YQyUJKdl2GXkEZNjWh75hQ2zqjRiTU
fu2mQ9X8nqRyQAg1yDqZS8MAO4OQDCW1LanHE0XCTMIGxZdwhJR+Gr6kZqXPrgSgN7ZVsyohm1ZS
TdawGdLEjUOpmFaTPJDzZ9U0CHdzFwwEO+XMYz/ScUkHJu6Yol7Wj+h0dMAAXhf5tXgwZ9V4U0sI
Yo+W2AEwjttBDeiaFFBaCXmU8lhNnSAnvmGHs5Q6fUW+gPGMNEIPOcORMdeY86i0o0nSynWYV2yp
g3QcHmYmogx4mz7g7+2nwU9XDRSrBveXaQqOX9YikhZCeA12Z8QC2VaZK78UXgKgQ2avv7VhFg5P
QpH5P42in4lWEfi0UXma08lKdeF9pJUN5TzLKrzqMUmDJfjjB/yKcmS3TQUFFynLcA5MrQ+A1i6t
ejUOs9mtBUi1jxW4WQRhQiS9tHoT/hCmUizs0pLL1yrIIwqNTWtg60cVTVamKidlaFeUeFDfyNnw
P+ydSXLcyLZtp/Ls9V0GR43G60QdJENiLYkdGKkCdeWAAw7M6Y3iT+wvZKb9r5TuzbTs31Y2UmQw
ULj7OWfvtfFawusLkbCm5aoTIR0DK/M4j/nB1WJ8ge1rtS+glQcXWjBRdIe8pDRYQfG0EYUPsmED
+NsRB9EnNh7vfsHmLPIpt49u2o32JrJE8CIa2SNK93PauiSs8pwjBnHuSyvNaFIghR6+upmw5+u+
InTpHHodbIHOKhNC4yJrKA9FV2BHrEOZf6S/KK0vqozLAcd/0/cn3RFcsrVbUZP9GM/Bp8TUsb9L
xjZ/qMScOed6Blz8VkdlN56rOS5cBJBjYh08spWYSszFyhTqszb47ldEAnHNHDf/0gelIZ2jsUDP
kJLrZLj7uiEH8E47beuiI23fetFXOQhCpRdMYqOfLiePN7792llthjM7mZS/m/VikOP4kmkHvZO0
3pPRJpgU+bONExr9lQZtUfq4z7SrUKV22u133Vx1T9JOsFh4ZUu6TWTGkPjOaAmSvYdoBcUvWSsk
9MIBBkhEHdVfUpJUq3qPq3RKQG4T6eyTOEtBKwyBiPh7WwRupZn3WeO59Y4rDfaClm+VY8oOZL9N
hqV5mcfEPld5YPQtS07aH+xRSdDuddp6w2rSiD31uQ8cPQzfVKYpZOTG9nKvCfYGZU9YnFJVZ0vx
nIeFpLMxmezDOJZM2GSbuwsm8UDmSRKBIi46PCCjrVI5EONSAagy5VK+xlzWELOX0mYPnCNiGsa4
dJNk2gSbiQSSZxOO4AymymAmXxqnrA8NIceEFLg+3G1VuaAVXMqEaOMKZwXSeoqTapQqvGm9FBao
ooJy4SSGyFNEc5W+/jotijBWZ+x0fz0UGQEQhEs71nE2YwIbIeGcuqf7N6OS7iwiUrOlQqkejrnl
YkYU1kr4JIpQmIYt23MmkuHzIfHaM5Nz6IpdE2IptCcnuiV6BWd/N0j++pxTC4nAfV49DMYLJ9Dq
CWVM18SdORLA0NHas12Sp+e26Azswta6E6W1xASMTRC4eNSS29wvKyBJvAScpuPsgd/hGxIBDIHz
aP764ropQ9ZmOQOJ3wD3BLA25WEKMKy3SLAjlSh84ErZoNHFVIFVSIJ4Kxu//DZ0XZDhM7M9KtUl
jvBDhnWdXTlNGL9Bx5zBdVBJgAQgzlts21G0b8LWAfPZPC0eHZkP+gDsj1yGQUqyY2IPI6qY4to+
Dn0GdapIwnh9WaqoPASsKs9DMFjtzsqZ4RlTU0O2ckxBKXQJpURP35XW9bz4ry1bJw5Ui37yNhV2
81I1A5y4xZHdOUJhBLygpxLaBEKzWgdSLs8i4DR+sIc0hWPmDxPmi8CDREaSzMWlLUkUubaIMVps
ks5IAOgSf9O0IdFjRlXMQh3I6k/kwXiIJutJgeY2jZt+yxrekSf+TK85q2oMSh4gkXuflnT2WyS0
VqCvM/p3hBsALS/3Wum6JuXJTuMXlx/TyH+7oD3LXk5IEFS4TLvIh/KNGHdAoJl3EPkftHE9dKpV
EpIuquypISW1LKxLX4iA2dmIHWPbhGLseUBhx1yFZd3Qum475q+N3Ql9jOioWIclzYgDA3sWjTd1
0QA+CVl4sr1BrUfQXUzG74tnZ8U6Eh69YjpXij35EETdDB3Ncsnh6QaCTfdTR3L8+7YyQ02SVVEr
6wZJYGfYw2vTh3de0rXqLU4bX32f8lgPRM0VxGEk7A5A8VmYs9PSS5QWU8HMaSNYW+SJ3lX6pIoE
8HkqfAx+pLMwryyzHHsxiSSCIMBkzlhSJ1DWGxKJwAp0ro+nXGTK6xmituxGwWADdkl1lsQbr/ZB
oWK4Uc5jZjmaBGcAKbzgJbX/qXZduBKDGBdnW9keY6F8suhhe6Ig1awjdfVI+C9raNZRDe5rv2AP
o0he6ewZEbdXHpkU9SYzHMrmVHi/RaJNHvYLX75XmUf678ixhZH2wr511AVKG7hiQfN9ZplFFpml
yVMgBaOmjJUCp5gTKKY1RLfkG2G1TQRAvY8uyejbwC9oFHWMuKvY3cnZz59SSwJSWZze6zdDWVTZ
viWvlutbduK5qhbekbAsJZuchyISuWWyrPFZwju6alhN34LQCnrKo7NvJuPo7eg587PuR/EBPU6I
WzlS/veQmwair1tKoh6BuRL1FdtxRrwQTQPzHSmS9zkWhEo/mtQYcbRizp+kJIbzvBkTRHiEc+f5
R6eIvS9E1bb1TdFqVnlCnEKWNccx8xVaDU3McC2KY+NPDWIbL6v7LWrukBluiXBrq9s+eiIRAJsw
UPaMqB+TWZ9yHRBhHLCVcv4E6oQBtdYBHYe4cR7cqnLUOUF2qTe9khCWSkU48SGoSgyT/ciEdDP0
wGM3DUBVPqhJvUdAD82bS6J0fuySeKHDxIpqMbpfBuj1nvCDvR2FJrwLavo6Bz8Z++C9V+fsgRIx
6d7RGaaburS7qyUzqUYd1WDZHpoVIbwU9esI/o7rA6f5t41YkZFldwp5lXHX/GelGGpTEwC/pBvj
fNWdCmwwNiXhXzKtpANKtWk/KaJEiEorF4znGVlMMzItRdac9Bcc7ZJ4WIlQaylonwYhekaHh3xn
j3q2ACqlQEfLXkYIb3gmiUv0e/e51Sgvt5zWIIJS24QHr2+tkmydEfMaTLj57q+LN+fnjgGFFC5j
ikOY2SCzfx5SWx6HU4necSMGDj1XLi8HLKghjuebJlGrSCgdiBef29hddkG20oJ1scy3ixwQnZHf
0BSHOWMx2aV1CacyNEx3N65P1MttyVS+vnfHfgQoSsVG9jF6I0ztIxISFIv1uF8Mq+EdpTbRzQTs
ZcPGaXz/M7aTNHiUS+CcvaFGJxzqNnl27dw85whSow8YW6R1JDwu8Y8ijkW0hskQ8FipSY+f//oa
/XqJgLeB2mazoq3yi3A/7dIW7i5J5SHJpE+o2eNTHOUo7Lwqt55Kd9aPf/2BPzeM6BOC+XV+M2Vg
IVqnHT92B8aZUSjcZNgspVV+WQQcMIoOzsnNMvwdu/xffJZr0/9C+Ay0Cufmnz+LEFC0gW6GZkNZ
uEK7GofzskCi8It6/9df69ei3cPNszZBoTOjU/mpUxTVcdZ7FcDwOGw/RYzaL3OYqb+5dr9+iG9h
eVjnROvUJ1j//w+dlbyLKlxDhoNJqvPvVW6nt6pqp/M//SqrgBtU4vrO/Iq2r0JFaUORQ/IYZmKZ
MZWWVl0d//pTfh6r0jBcfz8tFfQTNiqKnx4EXDJF5PUkba03qdn3NJANR0TpN8wplQeWTc81h7Iy
dwPiQw2OiIecWm7ZU7ND2bDn2bVv2Jo6nxhHOQfnVCZFQEhzZaLdX/+x/+rCYzcBauMwU0PR8ucL
70QtprdgvfDBcO+0Upx70QR/M075lx+CmBctC4M9moJ//hA5RqM9tKhD/J46hINtq8LdDNRt/pvW
9C+vhUNDmseUKdvqdfu5wVTUwdipIengkA7DQUzpQIJohz1rcSfMw3996X79MKab66xtnUFYjKv/
/K3ShfxUzi0K9BGkwaUU/bbU4bMi0O1vbtIvvToWMHf15RAisJpWfnqgbFcRkWuhBOXpRQ46N9OZ
7Sz/QPp3ciGyL9qgDbX+6Xu/rpoYfGmzrzOcn6HgSagQl4VMD7IKsIGbkaZuk3r3+6f8Z3b+33Lt
qf/72fnltfw///vj4Py3f//H4PwdVvKAaSD3ekVarQqJ3wfnQtrvWPd55CSPHg95SA/1j8m57b1D
KGb5IdhRZolYjP7f3Fxa77DM0VRm4I4FFEHMP8kjYebKo/1D83h93nHhRcjE+G/wCyI9lHj8dEG2
5DrjOTV5jmK3NFY2fKKCtwK1yYQKawJuoyXcZpEBfiKKpOuuI4zp0dHzu3a8d0xrA0vMhyA/W0lM
gkXa2U1/TdrhuI+qoNVku9jIQ+1cO/Uh6fzSnN0wQctLLnoaH1qvrPVzUJDhuzXOMslTt6hG7qTR
KQKlIGsQ7sYzPMmHsJNe8TWcjE8HxDGYmHYs/FX/lXI7+1A5rNa7tCmn7Kvp7QFyp69UdM5nd3I/
pJkiwjUtJMWnxZJ9l6Wcf+iQL3jzCC2XsH+CKYL63WBPZSD+OEzRlyaaLiQAVjtnlZm64oZJDp4c
B7kBpYXnDuGx0gOOO45tQ9tfwiYKny1LvSDelsnZuLFjbW2fhODFCp7cLP3odkN0Rc+sr/etZyh2
BXFJFQlfOqTcA6tA2m0S9Lh4qGmfXfR5akNvEK1r2bZDcj1FRXcVUDf1z67IxXKk+QkGOTPj9LwU
aiHokm+g6nNByNcHkirjGzrDQQ8OWuA3bAQS0Vq21bnHI4G/vwOn1PduZLZpOlLLhsw14/PSCPB5
xNXLe6dyG2TTmWlCsGFNCgMwNBm+4Dg21tHMrpPcLsAEHEBBUf9m9xJ1b5wvwZ2aljSptomCIVUV
s/2ZNuv8SgWp7qbMpxdZppcp9mAzFQ4jwIw2+X0kxqelHuwzMY7ON47oMP7ydJmALrXGp/ONdtZx
v7hGw+Fz077Ij547G31pc8PgiKbW+CnD/w4yau4hP6WlKl/yzHTzMe4kqYb5wKQZRMjUxfesvkTy
DtLKnZ0c2Zy/ZYyj5beCPGrzULDLTedZ9ZF6X5oKIB5IAapmCFKyGKrh6HBE7hgP9HIpnFMfEJ2+
bAI7L6xza5nM/kLId9AlwE/JLtlbGo3ux3bwSGQhw8vKyMnzYv2NsM988OlMpWrZjIrok/HYh1HM
yGgzdCFpfDi8k4umLxOog6V4KfdzbUf5nsTmvnmL4kknZ280XfDQmkFlT07S93CsyM0s1y7d0vRY
pexu6G97K8rK90NIVnO3Sy2rlKdYqhC3NTgLZ+NloP9GuXUC4iZXN7RTYcP2mwl2au6Hx8Ib1dGe
+vp9yFFvSxLtJfXGhWQ2nc8Pw5IEMPC75DrOpX2A/jqSJ+5TxEZB8VZNeAzQd4YJti0wveST4+vo
pwgbVFqfRFFUaDpjCkOLsxhZgoVGcZ+L1mbEYpZrewxXuNpcF48gBBtmHbPm8S20fp61VtescTm6
8cW/qnMSGONo+p7nbvLetPFjqWR4T/2aXFllwHVvElqLBVMq7ujE+6CYj3+oWuM8hqWNvy6rlXu0
WAnBZ3lAyjQAzcMsxvmQSOM/WZ5a7qJ27q9KMQw3albjdu7pdydRCM6kdFJDcKuDHa1y23E/dk5E
GGvEYnqg0WodO5sp0dA74bUVakDsI4o2yqlwPC3t3HzGtEp+op1h0RnJcAxIIR03bmaTDu7E4U6S
uL4dWiI8LbsXePsycdFjfysHpjC57q1DUtMfWzoAPGNc+FhvlR9uYaOYx8BrgTnSlrxm9BMxzCom
aE6VtY54iIAW5s0bxXTyvE7dD7QXTrR2Q4C30gJfZhuODtC3hCvktZuB05/TKf2UzBxqRTMFeCB8
BXFWx2dSbx6KQMWoTZlLT6GfHBePLhAsyfx9VnnNTS6Uusdgkp3HzJ8/V4rEUY5gQjxS8b3ZHva9
zEwa90Kg77qBQZVOGmcju5lOaTodbaZ711ad2+RiW0BdRTWeKdxfk2WknpL84/WRlxesWvyTkDxr
SvxsZ4y2D1W7goQonvcC2tYptf3pTHvdvhjq2E92bsOsDsf2PKqsvRpiugG26ncLh9F1y/L2DS3M
Ew5ORhXeOF20D0XYjF58SZo0PjqC5rppG/U6x6Pay97pzn5L3FNvV/oULcNbwC3ce5lt33fTeKiq
Mr0pkrw+Saj21+4Sh58JmEIjZVVRcHALkTGIiwdopmjtb1u85I8TzvPPNuIp4uXCjgzMzKvPTTA4
t0wrAM4mcWidQ3jtcjMnU/3slt5dQ+bvVgnLvheMrHEhpt3Bt4gCZx5W3iGSeBgV0ZdOlfsvCkHn
tiLX9JBZfbGdcTBfTW7tfIzmwNvltgLp65kvotQsLZmjbH7fEOcr4FiQBlnOmObaOHeAGyArAeGO
L4TTkL4feHPJGsF8yNIVblUtNURvsllE04rLkIR60ykLxnGimuF9iq+bkanl1elW5HGpDqScB3d0
prsbuzD592lJnP5GW2meeQUPAa0nOYJz0MTxqcM8tTIdMGOleem0uJtCtp3kkw4TJQmAX7sVDBH6
PvbFPqU50sEhizzQ/9hGxlLFJbMrWiFBDB/FCfPUsdYbrlLrAVWNzfTgPGk/pmlYWClBXz4jsW+U
YX78avt4VLFVJt7wAoukOXdLZ/Hw1tHBlM2wZa74UnbVvA2iKT/RU89uiYpPSYpKy8fCq0m6ENni
WAcL3WOxj0aVHOp6yqutDqvmfiB/elcXsbyQ3zHslfJaHzi5mQ/e0C+nYmEIOzkjXsagnbdzgO6J
RpAmAyqkHSgzPZ4F88GbJfWq51qbCs8b8OgvE+N6ch4aJqIISzA11XVwcLryqUZbBfRHkAOWNfj5
vSK/iCDJX9uucp6EbicQa4OnD6qYhqtyIq4a2vdCczuM5o80cJtT1RTVwUyL9y2nMN76diaOyRK8
MsjhFJcE8i4cy+gqrPzhPtANywa/kMeG/qY+RzTGxAbaDhyOxsZEU/gPbU8ispfnoOm9WYRfbJP1
m2iYgqfOqz7RQxseas41INDTPLjrbWxi3bpoWcJeB/M6Xm3vkzdct02vop1JlP0wuTF5Xbko6/y4
OLVz0d2SvhgTPcgqDW9bTr8HP8XBJ+c0h6oqaHUbvDbtjuRmgGpODSLOV371YkaXJLTcJ28YFf3F
mRO9ZdyyBoAE5alJR3r+gQr1Y5j55iZLgoGOP+j6jRTeSAKcXrmGnc+GsbyJKKVNO0ralLVbfxqC
GcpyPEa0JgoQzRvcQGaiQSq9+cRcCcZeV0bOnb+E1iftdLgmcDqQnKbpon+cws79slRW/8TOCBZu
MAvS9FkX79M6ZQ03jjznfi4f0zm0L56YkmciFvK3Qs0JAGvdmKfRtrpTYKp1K6+mdE8Mr32Zk5Ip
LI3iS0V//qrgV0RbV7TWzVIt/mMth+7anR34P1FfuPTvaa1xAp7TJ+IXk4vbZ2Y5LI4YHkY8CMfB
I8p5UyzGEH1H0k//kvhjRvyF3bjTN1PV4T1/6UclYuDYTbyOs1WbSfst7KCrXVTXKxCBsWWSj11B
PUYUnxzRuRl/dauho5/0o6yarL0I0cT2BoaY0+/SRPd4ZjMqGGLDy6bIxyt6WuznWhnhXeRoLQBs
KwdjVVWS8o59bQrqQzBGMCZGOyySE3oFglZjMjMEsYSYMbP4ROv9HDodGzJ1wZZA9498r3afTAys
VMsblQo2wA3ntfZcOVN3IyYxX0/ae8PPYchL8KK7vnPz6wqS2KaqIqLBp4lOjAb7VwWu2Zay5Ewh
RbLz2vw69WYAg2nZnoY0q85+kPhnz6s+j0V5p+2RUCiXTT+Yx8+xzQm95a3emQLmnkDZcxJ87++8
oM5DwtK9dYeJjvFk0ifZYSyMJhkfs6DzLyymjO6FJxegl1b22vtdeW3i0Xm1WjcYiI9vzBfT+wHx
DErMKaUShtnzOFMO7hj7q/w9p3j/hVYQWPhplBVswrwcOiz1Oi8/VtlsviXoqJptZqywPFXSH7tz
CqLyIanbwD514xS86CRj8u+4GOoObpVp62w5JdbOGa34eWoTrofIGkrYpZKt2lsTKo9tWeREG+nY
b7oTDdrW2YdBA9G7Tog+uQQVJ7Ozps/sXtnGm3rshnNnXsnAjW2s/Dr+kiHqGwBng+FENcHWg5o0
qMIbTdxs+hoMzOEvBMgH1Z0IRi4dutABHjlTFjyOfmqulihCEko0iEm3TZvFwc41rdMxPtcJIRRx
LCGjTX2b3EmvDJjCj6pF0jDG6bKtlmzy9oIv9W30sTa9Dyn9fAb7gmguPS49NPec7HHyiAV3WwSp
e5M2XD5cKj4ZksPSlc1pQVpG117P+iRy/Yysr7yKGQjunVnHhyyPrA9t2mQH0pfgOse5+mItQ/qi
R5yfwVL6H8WQL/uWcPtjLGIiv+D7bTich+WmswOAjMibyrd5jJN8UztOeXKRfV2Hpo5w8fifSuWN
PPlWUF2lqhdXyWSbvVdUgCkIld/lNT+W1F3zNtqIhHBlL86XilEvs227JOxprsqGTOhSnYSnhq9z
uTRX1uTFby0dFNZAr3WiXWEtLjbMFuoOnZVu3tbDgosocSkCc8tpj4AwZmZYugDFnjSrK9Ue7qpY
xtezTMYjwzX7drbqZT81sKaDZHgOmnk+BCWBkhYEveux6Xnzltq+CefCviRFjgCgpzdKm53I6MW2
hjeH8dp1SdbywdgBS0cR2l9FO6jrlB7NfTJjK8VRH04HVDxwAyS7zUYz0QOom9Zma7tYdBte+INX
YW9NFhQhnR3fOTNU0Mo48fXkzu6O8ro4B6nTD3ukPtHNMMxE63mx94CooXgakqQ41z0XBIR/rM8M
WedNo215nueOcZg28XU6NQBHbVmcBpmnKBOGdt+O2XCxyjBk9BJ37ec8I1kypyCodfSBvPl6uBqE
8DwOkl5iroTntMGHtkuRSxVSuWSdBmUTDb/Lh//TcqTlSKPur1qOSulvX5r+z21Hfub3tqOQawNx
HZm5Nu4RYpx+6DsG77BWgqZCM8wzFbr0+P/oOzreu0giVo0C10e2usr9/4hBtq13SEOYvZGAiaV2
NZj9gxhkxkF/ajsSqQydgzO7wyRqTc221rbkD1OicIkSUc/Jq9KuWK4rXprqfetiMERXorvunGTI
FmGSs4S2u8FAX/LW3k/UC6z8IZN8DlEZwkxrq52k1vPtRNejjW8K2uBdtLWUA6nStSr1nRPxwixZ
10k4POaTw0GK4CKncbGfSdswj66cOkCP6neI+j8mNqsJ0Xux9FKjdp2dmSLZ5o2wUHTsbJRzOnyE
ztJQj6dRag31JXKNPYwHvUBIelBprstbTnra+4S4ubT3bUPI+q0fZDHQnhCa6ivN1Cq/QswC7Jy+
p/HpkRqkKkWQYK7PqsSyrhLqesIAxsHq9vTX1Pc4FT2NSdce1YPnqKi9j/RkDR9ahB+fRUeT7xxM
dq9OVjVaYPGpt1/zatJANCa7ZYmA6xAAHA4NMoYlRiYGn8zeuYPo+p3X190hFOUcbDwd1uOhtu2w
+RCg/+sQwbQg8iJ3LsQJFayDPSBHDr4NkYr5u1QNqEYzr/NOPemp0Xagu8lcLtE+2qayEClh9l7x
qQ+ZNzqxtKhIKOW/txyP8E6x6NbvW7qI8lpmffIoeofhWhE68Rdkz31+dJgxTU+tZ2UR+r8kn/ti
n1nhkr1WVuq4V06lyvBb13IY/4SKd1EfgpYeJMR/ftNe903U7NMRK/1VNXfu3TiVMKbdUJm3ii0l
2Q91jEY/J4DsXjQeIDxXji5anHIAKJQtNUt1y3kATcK6Y6OBkSpGYxWiEaohWi5Vnzg7ZZLxceBV
I2Y7H+E4MxcPbgP7twR4l1kZqNfCgFsnNxocdNPY3zkoomorrHF8yJwG5dUS1J61LaABfEBXzykS
ikU9Dfme0q1vqTnqMm23ceFQeKdd19RHCG/hQVoZJRN9Duqkwsrsft/3XQnjvw45XC8MIKj/jZDe
Ps3qqHjPGbgtDqMs5ye0Du0lJaslv6q8FiFFnoVZ8iHoMzshcKWmlhpaX76Uoe58mtdy+W6NqMGO
Vu/ywlgddf6ldB3b3c2DVd4z5pXhGQKx5x3H0uZOW4k7J0ffBe+cIWDydsy5yvsSmjptTkQDoIcy
BeiGOcgCYJJe6QJAqUBobEUG2YXXD0RyNt5CtkqNEVnA+pib8KTjVn7OlEUsj2BfcZetzU7mnHsV
BNXOs4uR22YDXybtUOs85sA3kulY0m2GamHcLjtPjZeCh1LL9NS5dlodEUYUd2lKD2JHeQCJh8OD
oemm/QoLXuDXCQWeoWtXVqW4KYHnzZsw7OhodUVGRBhMMUwYRTj3ITSXlgqjawL5yHKbPLjIcaCr
hFoRihHHk/tYlI01HWk1T+V7AEg63SXxeuxZ8LrbW7uSVn/IYTWln8bRMA+wJrSXPI+iCHeLqeQr
V3mabk3ju3f5MDCWniZbiIeoGwHsxkbskdiFr5JhaXt2p8pdk5eqrtjlIfnFJEPVbb1PMhsC2lgz
ntpMus6w5LUSic9m6k2tTrT7x/6QBYMsD/ZAZ4QwBhTINoF7od2+2BWUTwvXiHNrt1PfHJCyweF3
kcNFm86I7HVRnneHHpCV3Da+JmNnaScHCXfSfQ961z6NrPLtx0pPMt2HkvnuMeuY1N4UQ036pjNJ
mRy1tqNPM1KmRzfpuVr5JFpzg5hiWfZ+MI4BYVHksR8UZ3QeeMSG0TYbc3o5MGNQ87+fxta1L3kp
AhJtcRfbz7oNgtcQoZH+2NNGGQ4Ol6al7k2L4sGLkf1vaJI52WnyKajPrvEx1XiJJ8hwM41FW9Oh
eYzcyc+vUnewLJjlgf1Gr5x6NSomYo+kKgrng4X+nXsnWsBMykFpvXNnMmBYlpbF3jENmOdt3xXG
/dbNqVs1SHrlMipiBguAfRy9Ijx+IJiKbr4lBVLnSAeqPtMFDoAs1ryfCxA7G4V2zCEOPg+6dXSP
QZJeu4DFsjXEwR+CGy+vhHqj/IgB0USxUiWLQqkwhotVEPLVHgxVwGz1jfvFLxrrifnMjGJ5RvQb
E78lqpiFZQzsLvigEj27J/TGFSfgohsgkOTumBLSVCO1Z+craEGPeaVvR/hp8zGrZ/bHnatQ+MOK
lzZR7pxM8hErllNAT/RDmKytTcNob4yRcpcI4y3v8z6VTAnzTOKMCFydQKdhP9sGuAPu3DALJogz
ldORypSIRR49ma7QrZlO2o3jhKk+Lglq7E8FzgPsrTnhYqCXyqgBCbhJAZf3yMHzKh2+ZYmYm+u+
sLwgQP/ZGvTUyHTD4RU+d21QXvOG1UyHkJ3Xm76b7fo5L3PjAPhZoBOQDsrNbc9ljr+xJFUbq4TZ
R8OQzpfaxEG899K0Gq9dyIPhVS9wAx1du8q4cUuK6ocWYGXQervscj0RznEcunsIhohwN41F26bY
ZXg76nIDWsR4emN0LcfjbAsz0x/RVEVnHt2EtcmeoyC9lJUj/Bd6IHN/GaXV6g9TrSaKJkfgGfnY
2k7r3QxgC+2LrfHvXOPKGIrbkGDyehd1UxAQ+KKaZbxt/VrMjx1GkxHBGIUUmSmqWwZyHMycnWc7
6dZ8gwxr5L0XBz5sSQgTzvdGuXl8XfaTqPeIz8v4cxx5Tbeng4asDH/whQsXLDssOPVbG2imjEwr
TD6+TGASwA6lcTJfR23hu1cZp4HiEchVOr4W41C9dfUQt6eyGcvxxoBRBJll5VO2rzHkTbdFhTZ1
O3LI9U/r/Ci9nhPHra5iEU71KSjqZfhE64tv6lpZoj6aKvceVrDlZ6Rg0n7yK5nDTQJ6AgVxwclw
SgpvHreTqUeCbX27tJAQTkqfJb1k8ViWZTPdT1HjVYL3t8vUKXRTktDHIUVVXDNAvE8tFv3/6C0A
JJ2//s9//ybA+ffFz63+pobmv+6zL82P5c9vP/VH+eN77yhQYZ2v6j3+s+ps/pBd+MG7yCV/y0fu
Y6F2X92gf5Q/Mny3ar1oISMrwxO4KjL+qH9k8G6tlyQMQ4ydK2fjn9Q/v0UO/H/Vhef5EtAlaS4A
6dZ8FZfq7Mfyp87GBEdID19/nTu0i552LuIy3t+AFp6u03LXgW+/wvj/wMiEEyJiwNbJ06uyXJCl
u352CjI8xelAP3PMRXjjl+nbzFTqKk0pgDjPX0tN3ZOJMfqQ2NK66sp5+Bth0Z/VTAiJPAoWSamI
Om5VnP3kApxaV2axzKp92cSKEbfuOSJltx6v11Z0I7ktufw7oj416A+ClfUzV8empDYDYk1wwU8K
KjZhMdRznezj1gKmH5Xf7aB+iazqn+EXfv2gn6RuOjJLFsZlsnfd8kXltEjDKnr8oWq//f2O/3t/
/e+fwbdZdb88XRyV/vwcDJpMkHTIkr2ApIM1vEcKQh37N7fpJxjmbx8DPgLkAoczHwXYT1/FT7HF
LW0liM/R0S4py+umij7GmXeMtPo0Kv2keub/xSAP+SLvqtD8jUV1vSk/Pu/cNA9oBiTs8Ddr9E9G
WL8ZV+djBuC9aG5YLtc8HVyWrOYSQB5Gx7++rHL9fb98XsiLDxIHvEjw0xfOvP/L3pksR25kWfRX
ZLWHDHDHuOheBGLgGBySZEbmBkYySczz7L/Vn9A/1gdMSSWGspOl3pVZm5WprMQiIwIBuPt7795z
sQMAmAnWUU+7r6zjpyhnGtyGLpE+mXNVoOqkoDNvLDSqdBM//fz1v0uSj94AOMklIFXSuP4LfUsW
k2YqM+DE7lVnlVXvsR6IjWknr2FfqZvUtm7idCx2+UCcX+NkT6ZMXhmMXFRMO+mZAsWHhOWx/ZOu
KSNlXvemu69jjtNOfkGYy14l6St12L6I3XRdzpnEZKzheujrZGWkVnCWe210nRoGlEhhfMN2DGZd
5x9zIG+UTOWqUPEny6i/poF917rmTdlYN67OK5tOeA/ZJPNtK3lyKoRIqLHa9fJqY4dXaXkbLoEO
dGadu7FkJM8U5IYT2lMAcHnl9foXF3sNIAR+BJDK+qQHU7dh56QEi9zmxG4nQejGQv5vMeKaDAPW
CGTUDQN5dx23/OlqyC/iRNwkeAC+fzKRmJczMolzs17WvFhLN4U2Tme6U6eXcdoe0qLkUznJpC4L
4KzjBP9JKzux9Nr3tRxhOFr2F7xCxefOGwNq1tbzS4MrB4Y/8a2UjJAQssNOBLAWizp/gsqwx3e4
t5KuPEnbUl1mKEa2s+Xe2QEOM9ZwdelWDLqdiNrckmG8pSkwrNl59oZVEDQz0wKfNIo/dEI3VZo/
pbN8EMz9157THgJYuJvc4S3gmZ7vl+81cIoLhHQuMYJZdNWTeZAljoHxwyXnqMz1NdWMtjEjAkvM
Vnk+XE6SmJbLOJkIpBK3dtdRF873HMPERi+5CLMsvW1hFLgIInQSHJ33XpQh3mvmeVfPtksIYPxk
FiShyLSrtvQMOPN6o9gwj1bbsYXGWJaoBzLbOi9dboVJTdb5yGWI7Fwx8OWVEuXNl0EYUPYusDAr
rRHtUDCvgoItrq6zV3esDiJyTt/eexYyx9ULQu1zNfjlpB7HQbzaAdqPqSf1KuFx1RUfcqijV3sO
1Zbz7eIinz2fNIXhpY9J+yXCk5zwIbvJ7bjEpTSJTSx536kXq60XtAeVFDoDYpsTtOFNBBmOTJ1a
rhPmmXArk2LeFS2PIKTGg7K4ATQrftVCs9iVc3MghJ2a5I2EpmUVp3S+zALRjN96eEkzz7jxDLRJ
8cA7QzrAbwfFxfLQ6AN/eCQ23g8q/vXyuPdRikV8GZsMmtmuCDzgT4ORBhCcvloDDxkulqe4IVt1
NC5FMF7VuneX071YpVObEvPLDa9Yt3cxtdiqH80bxfwXAdYEsdO190VhjJsii50V9fce9thNlvAg
CTt8kh4XZi4NXiNoDkSqwpeuDhrm9c3sxJ+dVuvX+sgXZig+poAmfpegyKE3FBETmQYxtsrlEXXU
84AunMg5907HVrMOcu0OnwG+Vf6NDIFqtdkTnVbsZ6ZzRwGnbZbFt+ucdM009pDk4gZBDQ+t4OEo
lhtfxx+3oqfGQRmLWSdGa00zs1hJ+ggb5TTTWRV309mUV+46txmxqRD4quGY0R5ygAp8ugLJymn5
aqyWN6kjpbvUFe9pBGa9qPWeLBhtvpVHKD1iFW61uu59NHb5c66i05RSEuP6QldNmkPjRE+D7A9N
3hyycrn2Zil8hzElLSDuEzfifZdu9JrFtdq+Pada5dzllGA77Fx0rOfe88l9KE8qd+CpAMi31gZu
EnfQ7qY55ebSvDMvhbfnlnN6OzDsfEBdSudbD5J5l3nBi04pvKYzo200k98KdHGDr00uYqbgsU2s
aWUtx74ABvmKiaRxQc4yjuo0t4ydbOFIC8sZmZ/yXaqwn65dySKYjAZByJ6Up2YRwgpuuLUD9IAz
dnABXi1GyJ812uM8hdG1dCE2JKzfJz3lOuHn5cGOC5PHBobPhRm01dYIlbg16EIsN/TMCMyZWWll
SjJUF2mErqQRjp3U6LWT3OQtG/RidqE+8ybmgZU+lzdNJFgXJ5K2u5RKD9Bz0n7G2wZ7SiNemen/
o+cBGzGNvF2P3tJ/R39zmBDzn7dAebZBrVdfDM2ddm4RzJdaBr0E42z01IakoMW69mjUKbjkmJTj
VZTo9F6DSmkbMRpiM4y1+a2q0vIElengpyEPy5CB0SjCMKPnDo81MEZSLutBP4xJ9jRNbM/L4lSV
3MGSDdud+LvV0BzetkXOrTczPfVN0SakqOrLvpgGzXm+HDZy19pLxX1YODwGFQuGVLBTRG4156bR
kf7ejlfW0MVfy4IV/G2NSGN7r7dVQYpH8hRmFZ7nMGLqX4p4yxK/7CnZXTYQlJIw3V8v6/Gk6B6m
ZfzaV+K6kv1lUzrPZpR9oY99ns4aGmTFKaGd6IOWRe5tkwG+ZhPzwAmWOJgSdDVLPbPRgaaEuab5
fD7VenoxTw6FSkD4Tqk7AfBjxNzpAFx0yLdUxD1DGmu6RtSY+C3dw7OiYlnnRHlgmsDHFHrLi/I8
ZmmtvvaxdzdX0RPl99Iqj18rJHu+US8P7XLAeDsuFEZzmO30iaSSij2rlRtCwT5yfiwVyvtzGjwo
Oka2ThCO6RwDHWVOqVdMKtpkLmsV+cx3I6/EoomuLAbLq2In9gWtwA9OqG+k/XcvjO7eYQKmg6Xl
aH6MZ51olvUtuTNrxxnQpTtrukVn0hxughQFWmXQ7IFgAWO9yQColJd2pz0YTn1IzGhHDwPahMl+
rkzJkY1BLPECGwZnAKTVp3DENxtSuPlR254Gnf5suZ22Qp/wmWr3k1U157XhVtt6ss4iLbwHT/Et
EdmJERJHuZxDhyx4rZoENVIen9noZNdZNkx7S+tShig8y0XAwi0dm14/Z/dxYc8s95yVmHtZsOok
ciZyN2OFbLsU2URlZ2TFsW9aDLERgOKij8dWkTM756u8Sidfq5Tc9Jr4gPn1lwKVJhkmLs4rzkKX
co6MPWXlVCg+cb8zJNU2Q4YDnZ7BKRCJ16Ri9WRjff350f8N43r0xeKPWkxLdLHofR+VHgKDQ1cH
mbYulivFl2OeglNSNzLyQkYz6gtK/NM6YVfJMxN+urtfjpNCsaDnmKv8rqMAMCDh+suZSR85Ai3f
csNhYJbp0xSxleasIfS80ccP5JQ6zWkpste6ag6y4qTTK+qaRN5MLus8QivILuS7MxUpLwRxU5uh
M2+EydFxOW5qipNDzumx1Xk6Y6b+mzZjDYgGvePURtHydqZDd0KqhnDvkCjejRr7U5o22onBNI1e
g7Wv6GdvKKQOU2K0d6UnZAwrJqGbyEB1zbhxOvu+M1JzQZEDLTvrGu3eCOqbh/QOMETFwpqzF2eC
XcEjFHI52CG55UP39piul+OWjOtDaqtuw+E5OAsTS319+/r+lqLgrsz5z0/pn/8aI3T3Uu4f85f2
+E8t7+YPkmj7n28/Dl/K9WP3+O5/cOShI3ZDu2u+fWn7rPt95L78P//VH/7y8vZXWE9f/uMfz2Vf
dMtfC3EEv2ueLSzm/73lhj3nsf3lrm+e+a/5F/+R3ts77QFepD+0B47xKwoiG0/rQgU1eQz+aL45
4ldmwLgghcRPSTPgn803YfxK75RwFh16uiQwi9/6XXxg/IowGLchhQeeKIvEnt+vxG89Fi4i15Rr
+Nv//nPP5XjJh91pocB1ncVehQT/qPc2a7MWRPgUtmJMu4d5cUsbFLFreD4pvKD4dWiS6kEa5eOf
rtgPXve4cfX2up7N5wPnSSuEz/fnnh+DmmKsND3ccuXEmul0Q3DqVJNnX6DL/PlrHckrSHZDVGHo
9pJKyMU+dvxxKfthGOZwm7khdp6cWqe1hVr//FWWd/znpW55FcJmWb5YZtGJHXV1cAw5uW3wKjYS
t03X5qQoB8iGOKIWZ2M05RfIKjfC3DXtmJ/+/LWPV3Ze2EaPYgqXOwmb8dG3aOF3UW7Ga0+WJTeL
tq3R1GWp9/FWNLGxweDz0VnhB18gx4TFdQxI0gCb+P4LlIAsOo5G4XYMaiDYhDByeRNFhqkVfcBF
/MGVJTgN5ibOVygZ7tEmgnStakbSxDdaW8XXyAj0tQej6zSwOMZp7fzVSvVzF5bcSdbZH3bPfnD3
8ATywCEPEo4w5fsPioY95bUtznugLP2octROnylj8yFyT4DaNWspFJnsBdnKcYJQH/mLtmYaQmxD
egAZxy/psfXBNfnR5aeZhm2W+1pYx3B4hSCnpddB78PMvK0NicMnXrBasEgfcVyNH1wB+vzL8MA0
F1LtUWPbqBknYcqPtkPoleflEFhPUelmX5kAWffUAwN4mtGv9KQ47dMLrUZIKzEIkUU71Vs1dHT4
jMBQHzzV4riNyk0PTNkwoESYUAmOcdr01auwa02WLjglsHoyZm+TPpPzHFce6J/azdw7dm9jL4G5
hKtqnCM/Rwa/Z+o5no1i1D739sRvzUYWrVvTVqRiQha+EFhi5kI6QEnzcN02rokeXXvKEa3gCYw4
4GlTnJ0k9kgy8NShPf7543wUpmexYrm66zg2TzM1KPf9+3sudcrINiy+3YYDzhZDWX/uMJ2laigx
YflBGemv8PPxyM3aNK2l2S1z6RnIWj8hAyb7hWFrjj6bUfJQeZ9xhNrzug7DiOxPOX+U97HQs4/W
PjYvmJg8n6yxznEK61QH1ozuPqAlEywx2wlCq7IAPUJBl5N9Whq3bQbVj8W36C9VYrrXiejHActa
oAEoqVGDOabsgE8yHYfllbadb44Z/6ITnoYNVmgD7hEz/FSVarzGNR7dNJzF4pVWTs55HKXWNUfq
7DbOLD9kYh2iiurWUIbMXR214oyWvHVLxC7qbaNFTFAa5MKNqlD3Kelg9whfvefOhE5l9E3yQXnz
1+dnCZ1gowYbQ5FzDLWQgzVYDF2JlZDxcJ9Vs74r3Nr6YP/58aswJwZ4QIv9eJerVJSgIdJJhQ2B
Eo5ifikrXG4/vzP/elzgoyz+eaSSCCmP6Zoa/StVW2OwMcYlMxxP6wGrEzPvsCCObqBkwvlC4HlT
iA+2uB+8Mu1yDgOA89kD3KNJV9J23oyey9sMlsQKw1HZj8YUgVTTkmHm3I9hEz1obuF88InfwgLe
7+vLGsPtzQnCgpx7tLc2kR1rUSLRgJe6LFdycoMHOTTto2gT8IEe4Is1AiVtm8ZjTt+Kzv1JSYPO
8lHLVxBHXae6iFJ9/kYy/EU90r1B0zB1q7TImrtAQPYfIkfeKS2s0EQWBUnBaZE/25lmXsnKS66n
Pg12P/8e//rAfl84HamjwuDmfL/ATMjq4VTo3iaqPHJCMCV9Yi5z26YdC7wz9VvXM/e0cKKdp03p
/+mS8sDZlPtIb4+5D6kyTc3UG3KhwD7tOvJucaqhoSzoHmL7rIerTEP+U6EcwQxessPict+SFiOv
cxHMG7AwD6mDz2WKArU2hcIGqzvFSVWaqEfp+fmAd8S60quXUFrVqs+bxyyugn0nSET/+ZX8yzgR
WTFPA2u1XEgEznGAZohIByAdWpk6FM4tvmdnFYAQO4/yzugY1tA3oUT2TuMORldm1d7plDflddC0
4cP/4a1IVmKA3gyh/xLIMUEwk3Fa8ow0acOG3DePQ7/gJmXfnrrK0K7ICyHtywyJg28bFKmzc2HI
prv94I2Iv+wH1LQsdow5bQaPx7eXx7fJbCHijdQNOe/iVClLPwX8EF9wQoMdiOLax8N9MbeaeSIr
xkxGQqBlFQvrg5vtB3e65A7nZrMJOKX38f5Oj6SgLc/BbkP6jbwPo9S9tHlSz1ujWEw/xFo7ofHo
UXqeMwyrz39+JX6wKKOuAtzCfo6G4ri8KusACgTWj83kBcFl0HruFnpA8/0e/Ft1+r9WhF8NqEX6
5uWXy8eq/YUUoG+PHcXvv0FNzsHzT5d+qfl/q+WXpsJ//OPi8ZfbF0SZ//1f7yr5t9/6LoOxrF8p
tjlVMfzHCWAsMpPvKhh+Igy6VFSjOhNyx2Zv+T21A6m/C4mK3C4JKoq4KoqP3wpxjSKdfKYlOxvZ
KvshjP2jyvtnlfhbL+yfGw29AZLSKPcJ6GSXcxBCvL9Thas6my2iIZUojbS9gxWdA9NUtNp6mCjF
tvQRDXqSeY6t2IQ91K0CMWvjudGYlO1kBqt6A40sUTttKEEfBarw2lODs9PoD+BqszO4gtVIgdIR
TCi9Ud3CVMmcdUsQQbWymEBcF42jFWs4I7RcTTyd7cqgv/YtNBPiZ/O6l7f4+BKkJuZkNaCevNZe
x2PfnmD7W2iBsjq0vV0+h1oMiLloym9v3+rfutX/3dJmjOV8/7N2UvP4kv25//T2C9/vWkwoQKxg
2yDAen/XShOazpIOrBs2nHuEHX/ctVL+unSOhE4MtxCou/jR790j71doVdhWKB6dRfzyt4JmUHy9
W+nJY8Fib3n28qd4K+zo729aM0KA6zhdw9B6SpI1rg91IMm3uXEnoQ7ocAOJnniAEO7I6qEQGrQC
Rtejc4NIAGQqfD3UzmCX8QMo5tbbGmcHgt4gt/ZG58VrmGP53ZDEOrVta6lqM2VJ8aCnzc4Z7bBY
dwMA7bVlBgjkSQhsadGWGEC2uQY8ZWWCpB3XnSwn/SJExaHWIUTlBGtnrBnolN2MeVPZnmZOIi4V
7ObihLoy0dajmSckjAYzZFM0+fWL2eIig7E3VcV5x/kF06nAyrWDd1GKdW3AhPkkJOZRtPRRlW3m
1usuUbIH5SnLfmGc4Nzvm62ElDz7YezhoA+JyegIo3I0tuhQx+FSprbRn0itxLY2MUFlyDsm9RNq
cUgf8VRYGNDKzJgwYbiM8gcrs/EVMyc79XCC0D0z37KLKxL9kBu4kOON3EIGIkmKu6mbOoiIPo/H
HYjgcl6jCfJ6f+r7FgIp80BMDGNhXNZBWzwwaHPyXTV781do9s7otxLe7hArncQ5N0dU3E1jsfX0
UZaXgewfk8jpxhOmtoS+TpR9BOYiLSTlM0H0Qz+98BI/QRicrEbA8PENUQDZN48h+i0eGkXgDkCI
kzCsMXwnMnYvSiLhk41ZlsHg91NXcfKeA/d8aAAwYrIOBbPGICYxq46SxVnMhF6s0GUECILTIQds
OXLfcfRq+FyGjriDl+ejrioCRACnNbH3okq3rChWQoGBFI3Ft2EoiQ/u8PZ8ZaSxWACxNu6cpiPx
JHPc9DIHYhKR9mdoz14Xtc0manu9gVKbmzC2leUeKgglZyOSbxxR8xjKFebHorjuMd3u24R89W3e
cxQEmJQQZKwHhvaK+7+86LvJmHdmHQGF6fquodydoaQ0J+iPgPoBal+qjwnX+LOhgDBhEyObDZN7
0MzFIdXrHuHDIOvgDEuyaleYYD0dya5DZHKRjhCcErCW6UoYqur9PFTT2WDFenKbyGkZ7XtzofHQ
oNI+63XMNScCMMXMfKoyi+TE0FIJK2N0cbxPqeNBIbZi7zYnwzI/GQsYf6UPj6cqiChzw/Ybnsp4
TSveOokJCH+0MF6Ea73DQL+2q9pQfpoY9V3JTYBka4ovanr/EaKCsSHxpoKAU0sBntzL/1bbbFmu
BMcwmokE1lHSmUfLVV7SAdcGOfml17abaYwYzJARt+LhM74f/f7WTvUvHsqql+JT17y8dJzK/h2O
YosV8n/fz/ZxCOqdecD3WcuiYTaW3/i+oRnmr4wecXQSrwUSk67R78cwwQ9c/q2HXMX0wB3+c0Mz
JIJjRMoLz4UGB57LPzY0dkE0yMRk0g2kNcy3+ncOYWSiv9/QCEeH+/Mmd2Zk4DAYeb+hOVkrzKQP
Vhl7TjWRnjkl2UqKUvdOKUBnd185jKLxIoL0vew7p+vWssua9pS0LsDEDR4BJEHCbu4cjqstgX5j
OF6hh48IkbZ4GlDF9LXunlUdYRQg6dnBs5LfSHWQWy1tnBUNVC3epixdyYkzmwmMeT0p7UuzaEfd
n8NSI5IiDkbaf5jp8FYYyAh9XG1lQalnmCgaADUQxQ5F7BJjpfZVsTyCoMYiiYvMcuZLs/XCr2kS
81DLXKDnL+y8MlZlbgbjyhxToBQ8x051YrIiEDORjrnyE5oVsS/HhFV3tifw/3BERnIs4qhmlx/s
krR1cgXA7ZAlNJ+YhZkdIF2JvRmZpbHpwiy8alTnPUYMFA5l2LnfqgCgtN/OFh3cqGlJC4NdZdiH
QPCSn0MD2wbJaOOUX85Y3PMzYs+zYVWUoL+I3cGfe2pmxVx+IuyEhpSq1KJ3c5TX+kg1XQWFP0KT
k+DjfCjLVhqfYLn06tJiL7jwlnYg3x5SD4DdLZEgWQ1i/wr+jZ4tdD63W2GQSs+FLenXgOaaDgUg
oX5be240IpAhXeKhjJKBuHRPi/KTNliUiKFdJ3JTx239xNpcGitVu85zZBdsv7qYzYcxt7ovetxp
1sbIUiDgRKDAN68K97mFctYQ0YEiYNeoFMi1DpTDXBUu55KVC6jnPLFgkLwpiKxtg9Zl9lMTUAF4
N3twyI3IpeNPYOngwLVYtUDlczyHb6x9iwYtHle49uJzI2jpM3Vx+4oF+h7RNXSlqMUq7WcdIWCY
A934Uz+WRcwFSustzHCa35pqGggNSsjPEFaIegALn88rZ6a52ptwlFHfg4z24yhT5GoTEKJRo4yt
WHUTeZqUKMD/provnkUHnt1Hi0U2urItdVMjp+S9GQjot4I8AZDexaAgyXt68xKJPHgOxry4Atpo
PMW6SrJtGy6QF8jeSExthhIp/4zHr64tEFPrvS6aXaAHPTK32WPrpDOuHk3Nqq44MS6Q+LrB5Jky
1OnWehNYHnK2ulSrSMRJeSa6BnFGrIsy9kOrlSNbNVN6vGXKUIcMIP3zEmjk7Kq8FMW55bLBc+si
Vf5UhMIkhpx0BHDdnUivjcQStwGRDReGpjpk2E2qf6vrQSja1PaUr9ohcQ8J4I+bzu68Q4njqECr
ZzgEo2eyK08j/GVXACp0OuqZCEweOQcdkNe54YtoZx1EUYNFgh+OSuChW5QkliyJDwjQad2PUYjC
iW6e6u9ps4RfYInw/RDCHJs4TA1XX9vzyKLHVEMYq8yeUFFFEqQdNWBYX3pukt/rglfbBE4yP6h5
lNHVkLcN+Azb7tPbZjKbYC11DcVF4KrwBBNpPe4QmljdJmxsIOigvZvZ7+vSDNfQInMeqNpudCg9
Ji4PL8jDhUDn4ILVvF6Sz1sYZDdVQxJhKMRN2uMUTpdP58VaudbMEv9Rng3xJS54SXo0hF4mCcoF
6uo2ElQ43sLhi6Y75ZfcrEWPJVRbHLK1CKkIplgSBw5hkoNdH3ZkhjutfYVyeHxqXTAU1RRCAQo9
C+dlOldTRXSKKW+5YSdjMwc5rqzQNKNxE8/wO9cxU1J9XfHAodWUqhv9wET74iMnTsaN4xCrdxVE
enTapPDK4RM54W1c55TwU6B6DOY1a3Jt8hW4M73PVY7OKL8MlF2UJEZkcBzrOQl7THEOpNxUYWHc
ukHeeXB18uIroEhuCuRqYNm72nNuW/AjAN4qGyBo1rHTcVtP8Zc41mPUnm2hk7vDo3aHN6hrCdKU
5VmQC6PdkL9hJT4wEOBzrKa6vmLP6NHqcjB3V52WM52ZjEyjdxaWMY68ROQPcRthYySoA8B8zT9m
kjD0CmF36Wl+06fcfAOD/Qh/f259IcQCiAAmmXjdkAMUbWqjitDlO475bfJiPPbs8skX1wqIrcKt
22LtfQiI4xEgiaPG+DZ2ebHvlcKhy2nWObXaNB92QSzS12QS2d6abOtegAv7kvWieY401kKfrCf7
G+Iuqqy51PWHqUy8eSXbpnwlzSXaTcopzzNstF9hJvWXHmFV5YrqTXqrqk6aco0AKU5xvDPLmjtl
fEbZTD5V7pQpgyR++4DleixXzMjULdWlek21bjgzHJYBJIVmtxvRx/c+rWLvavE7IjXVoeGuhkbA
pNTrqBzQig4ES5KXMm76MQUlpHho4lXAqAyBMKSXuzTUIC2lTQBhOwtMqNP4h0EYmlMz5isCOvTL
CMblczvhjQbGU0mTsIRsdm9CqeDntDFtrH0LmhUKZ+iOKI6mBOmjwR4/xPIxJWQp4hdBu/fnIyik
6Vqp3KKbBBOwdy9CEr3SCzvUlgKHBTQo7uwM/Ml6dBNShJzUmYIT0DENuE0vzHVQKpqV6TfNXLuG
75hNlq+hWZJzAOu9gg7LlPa86CK7AaCTGM8OOdbjN2Oew/qiJNlJW7MC56xMmdfH63lMA7n8JrHO
2RxJdKAkTPlSn/M2YCkCCriuSQILcIV3enDaQvKJPiOR0kzU+22R3HXzUJDUESSkjQfxGNrxymaV
h+1nkX229zox87UroEJfe5OaH6t54WHw7UtoSKsBvjphSyU0MRIv8XMP+kudsoyRViIF6UA2ADS1
HkCSd+PKcnPTvaC1HMyvHQ7+dE8qB0DITkJsx6QRls1lgF7RO4281FDWJudsMY1rUjD0bBuNVe+c
A8+RYF1VWIYXYjCz8KlsNOBsUTeBvJkSK++o+gPeqIj6YDyZgt6UEwgcBo7fqJv77CxMhzm9pi2q
K7/hIK0h8seofBZUGEiYV3HvnpAOAlqtxtGa+dympUSQi9v7gTpOxDtsrRyCuZGt6Z6Io8IlxdEa
Y6JyRF07X+BfGYcp0Caxo+cQvOo9oUIUnQkz5ywEc7vKA11PVkJxM9OwgQ+8devB6U6YgKXzKdc8
7f1ZH+LWR1ted1cJC092HjEjftE4QF+6+Ia/OsWsO1vDndN4azRtK3aEFHrzZsRkgjbVMQLllxbB
DmulnAXSqYZyj1FEkxto83rll7YVhhdo/OLMd0iCgljAIZvgxsqpn1gT4p5Re+tyq4ORMP1QjoN7
1Tk9j7nhZrLcmBw7ak5rPZALJwAutEFTpb/WwM84u3sxQlQ7pXTd2L2o6UYUURqs8WcApYxnmPk7
Dgg0/2tr4nnDAsyqV7Fv3jMuAl3Ho0pJbHKa3vaz01mU26PZoliAsLqpnDi5rZo5ei2Q46Z+Ntgk
KYL4mM+7Cr/+quVI3a2JuaMVXDbkgWDNtkdv1XhYys8MSn8WfkePPmsGOlAfRGeq+51sICgWVo+6
eaiBNl7LHkf7aWGVMW6Bae7Lc8bwmKjmKACjqUa6FidkvlfwWYpEmauhx+F+CffBJg8C8qY4Tz38
V1y8Ros2Q+8QI5mUxqitNUDvBgg2O7Vo6yg38klFYmqs93UUwElp0hbgwhIgEI7t7OCjj0bc/q03
Pg+awqKv2qh8CasY0lUdFHXyVGWVOdMACgmVo98WVziobQNjEoFZzuD2vgw7uyEVbej6qV4pyyFd
aUvZ4VnZ2rFCKBmrAmNBsJln2SFBrdvBu7eXzLgtvIJYv42aObBurMaU2ZuSgktKIk0i23uOngmu
5rCp8k59H1n9f+fgH+jvftY5uHzsm7g7Tl5/+6XfrMzmr66EaEDDGZPoIlv8Y4ijYUrWedqWUY3p
/Dap+Z0g7/xK2cvYhxY1fZ/Fr/x7P5x2BD2IxbKLtouf00X/GzOco3GfQ1OdF6FVgdMST+6bZOlP
ICfB6b0c+pjz2Aieja2QqgO9zp+uycfSye8v4qCHY06k2xi033comP84IRTHr1BxopNiJtaujTXt
TK9oCPz8lX74cZgl25LGGd7spVfyp49DRI6XebP3xZizlAPa6A23HQVtuv67L8MAnS49UlfqAf1Y
yNWPFit/aR1GvTb0TaHn/d3EmeGj+O6jSTDXjZdBKMnsj3Ew8773n0aA84FQI8lhA2GTWIH8HBIx
xuFKGGtMXt2WfmftD3mWnco5qz74kMu38s/pnvX26oxjGMmgskUkeqS4SLkL+8bUD9CEKZSMvEO6
pM8S+AcnUjvNkStwetjPWlx/0PM8Vij89tLcKGj3EIcet7QIe9REQ9VK5dMl91NujoGvD61BzgFw
cxoHwH+p2b00fexkYdKiZbvNtqUlOgggbgVW8+df+Puh0fdrsQiXDVKNXeKejnps9hxX1J/i0CeR
uSG54K6utNBP0/wjId1fX4jxLLg3HQE2OurjYGNEoxHsSXnAq1Fvg96qN0M6h6SCheEH8iRkK8df
MBs5WWyYuxHuMWc+ai3j69S4gaO9miVZZzN6SfRnwcSDw5Ah/wRcmX5JE6We6dNwC84cLySwTrdR
+a/a2UY4mtgDOZNth1h4XSyEWWApFQCExpaPOewrdE5G1xS+KuqCc4Wa0nJDxx+a7TDjRlgh9XUt
H1F1Zp/LutARpb4xcRvCmqAYBa3xTGfVnDbJoCjJTHDUYkW8btgxqwkBFBS1BCqlUSG054E0cPNa
qr8gdX2etsyR3Hg71n31yLFWmpTdsOlxPmvRZ4jMykHPMenliUhCMsTMNwpxipUM7qGNJNVsRhwV
ihqd+941zE/2UORwHEmzhKcI0Kjz8zdIMra08huZIom1yfQkG04DUzR38zDq3squGg2+d5przkkV
Y7qqgirSfaXZ5eTXzcJ8tlQJoiQMzYXhFNAcHaxpHu5IsFLyXBU29X6exsPXSCuib41eUNQGDZUj
GLg3TjXsfz3EYmEHt2rA47Mf3oDW09SAtvENe9K4sDtdS6L6rEZOBPra/A7Cttl4tJuyt1uAlEbA
3B7OIwEFtUqvg98Y2rmWZR6OJhl0kGk3SLAabJhmNTLkx3xigYD/UlVljF9FKLMi8Rd8Z97eJjyi
jK4gdmmB/WmE4tZN5DfWNFQ62addfJ6DWKr1rWEmtJXA4HC2xCAG4uaNzZfP5PK5GDPDOoxI0lXM
naDiOzFfvg8NbYH7EWT+xvojVtCpPwcDxk8TwrVD1NkqY3wDInBAUAgwsBeW1d0RHatAasgFK4g1
GcJg8h03OHyHDw7fUYQW7TTEPqmsOGvu7GS2qFPpZWpFcd9GTVKSaRt40Euoqqql7SN5qXiFSL9a
gjtb1Gd9V+v5PvJ0ZN4k6tr6rpUxIZLkBdHjkI176ZHnVp2WRu5+ls0QVhwnSStNslKEr9XU9Oa+
BYYa0QoNIHGKkDTDzs3iYDf1QoseZjcStW8wUhUM+6ZcXQelNdywT1jhFVBETSFRLZIvU9klzm5o
0PqQH2Eqg4shxqn8HAm4RLtIIYZC4BRE9klMcMqwGi0YfCu4rUZybhRRfbBTQX8jV20RbwwOq9r/
sHcmy3Er2Zb9lxo/PIOjxxSIhm2QFEmJ1AQmqkHfuKPH39S31I/Vgm5aJhliMUw1fqO8lvdKaMLh
zTl7rx12wif8FOu+27ygTpo60KvmtGwwWgv+U2vSJwxAgBbjpzHKBk6PJJdpj/NI45tIOiLFb9Ku
h0nmzcignoBG2ubDTLUk+eGXnXS+t6k0Bwz05SywPNt9adRfKGL4EMEmPnf/OtOls/pNu4yO9eBT
bjJD/E4jGbmrSCx7hJ2lij5MESOP2K7qymZPXccUMzTaMfYVgc8Lv2USW2ElMucWi1tRbaG/9xwU
R/zore0QqyBSfS0E2dS6YHoPlr7F4YruZMadeYV1aknCRqjijvi96RYVbkZxDJGcv8G6m04slBHt
b9qO4lcveaG7Ns0SL6xaTsWh2bgcNnUhsK2W45Bcl8wsbThDfUn3tMNZbdMSqvse8lpEKaSYPuM2
IfiQnjqfCxXFSOcVOSxDbQy+LKhIa3+IYtd+rLVFQkeKscZs/HpR427InNTZGVpkO4FR9WkVEoKc
kHXgps8tpVGNaT6bboWV2PDFao04tpyCHIGeVbyqmCu7vBlNi6ldzKn9mTjd+KuHOAAJTq5Fz7qR
1d/7Qh/YBY04sd3EyH4m1jKuFsa0/Uq6sH7dSLvIN6KjihD0facn21H35meosiUnIjvjiJeYrWYH
rqj9r7YPzm5TWaq6XGYORejcx/YL1tTkeaax8JJgOEMXpCr50pU1znMnHevzZqrqdJ84xgjoTSzl
eY5qE2konPNhk5lL+mK7pX0HhaJ4FKRlQtjUJiccPCJJwqGT6b0A1vg1mYT12Ova+J0ZKiNTFsOr
t2GZExwNXWWAlBw8uO4IZ/tAWxL310QrjSIpl6GZL+njI+VUwM44+lUaBete/7QYFhjgoVOUxxpH
wooEc1LkgTfSUd/x0HR9ysWnuVLwcZRB4xISwpdYLnx+PU2YDcc4KQIzzscDCPORyGnC629n5Nu/
iOvsrlptGO8LfoFx47Cw4oTOe6O45tOJDnW2GHKD4YiSQ+UvEynuGuivjecp6tQLqySGYkKBiH9v
YC9aw0QvYFry+DthiqTmdH5CRwECH3Mh/qg1mGm260PRRpT19GVsXtRot1qQiIHfBQ9b+c3xlBQb
0ig1DSFYZQ8B+LkKmrIe582GCOkx2vNfqyKE5Tbk27yse2TH9uAQW0Hlaye1KH/ik6nEfs1bJuKd
ZG0b20Q35qFrNPYns00hzv/e6v3PWZazLDvA/3cX/LpevkGokP3PN43w9Q/9c5a1UBZC3UJaxxYY
Hbb170a4qaNHNOhXOJbL/3DU+7eySyPxzMJfQZccWjB9DZO/7996ROe/MeesSvVV4SUw/v/NWfbt
3pm/xsT0Y8OXcjgXm6vN8M3hT2cHpsFroCenCy2gxmJflb2X3UlnhdC8ejXvHGnXo9d/Dkf/XEug
zgCKRMtW/+2HeXXQzKmJD23BUPf8AdFOpDzi2+PJpI6N/ufShP966gzy9mz7+5IrEgmBqIW/0ljf
4+uzLbvZMqN8ORKpOHabYfVoVypJTxwL3nkwjxOtsQrxkHSKo0NBQbty9caMEID9Kjl38VuHqOLJ
BUkMWrpsEKqq+qv6wD9PhpKVGrOBiZ/h8PbJkoLkErtzR062eFxiay6jsEgW6vVrLXP/178cJRVO
cY5A8g3H7e3FsohJ1Mgxuw1Ad/C7+/YPqx7lmQTzcdGnyvdPDJX1d3k9VJA6+lC7DN9mmPD9rKf8
V0OFAakPNSEfwTAml3o74wGPmksA058xWvpXZQW/Ubbbj5/yeLCsF+VExxUR1VNcOvoWEuxVtTNl
EwV3qsZ66UxIX+vixGD58yogyXBR2Tj6+PCPKQiDBEq26Cj9aIgNh9Rt0mvZui8fP8rxZ02dxXHx
+pqYiF02QUfjHtSCtzQKjmpjC/Xoj/l8mxtOfd6Kvjz760u5aKapO+AS/fN5sOZlSTbaNLqoNdOw
KWvCYVJzHp/MERHGid9oHWlvBwamIOYrDL7oh5gh3w6MMa1lWbcVXd08tfbg/eRz0gz9F+KinJul
zxEaONnJYtzxB87rxAhlYtjDje3QLn17VfZSUjZewlWF092l0TJdZp6PDI6jXTjPlW6fGP/vDBIq
nDg+mSZ1pvj1378a/9OKtNJLdAppJL2tT/bimefO04nP+v2rrGVM5kdqAkefdWEKtiJ5swS9L7Wg
ywRAldY4lfb8zstby7EU/8jSY60z3j4LcVKrHwX1JiYZua9zWztgJnYvDMJUfiV9JW8/HpB/zh2e
T82J+WN9MKiTb6+HVcwp60auh8bljLc8EAVIsaLu+qemFDeZpzrMi+IEduOdLw4gpIl7VuDR5rt7
e9XV4F4qsCqB183uVvV2TaXR8c8iDTnGxw/4x8+2zlEkWjvouoHnr6q714NDOo3WF+Zskexhttdk
gWX7ik7J3w5BD/WkI9ZA67Xk5R+9RqItiQsVIJiA8iE00dj1bxoKGvd/+TDrLAU2gVHOCo0g8O3D
ZNLjnNChXp4d1L/0sjxWaGBff3kV5IYYplYwiktjQD/6gMlaBsdlNUbgE14FyhaNFjRcd/PxVf4Y
A3yxyHExTjITIlk6usqM2HHwqJvhcvW0C5Uvyy2QlimESZbtPr7UH2Pg96XWLgQbKgO75NvXRmcg
nWGNWBAdEzQuc9nr1vncpK6x/fhC64T6ZsJd8a8gYte5FmiQdbQoKjps8ASxvvekFwjm9Llzz1Kr
bDVU1/O4hGtfdw4d6RZrgXHKe05nHIr++nk5mPFl4dFcbTPHqeR8r2YW40EIsmmY4os5atA940lt
Trmc//wNndWox+zBRpXrHH3HWpSVscKUHhRTXe0SX7rB0i/9WWw2xsPHr/bP3xAgr2PZgCSwaZjH
2fTOImypyslDGbY0N65mVWd1Tsf0r6+yojdW0BMOVyrlb0cK2FhnNJGGgEmEIAsuElx1T3rZx1fx
/8iN/20J5wwBo4LF5Hd+8+tZyU6zbBlcxGgIZroJuJROCpA+JvKH63WRetao5EAbcSX7002HTxMA
v1SRFe/jliTUe0e1LqJAUgiYPmExEE9qoHbFRlvm+lVKUMAP1x5MRJxUv9TPKCpqMhIjGMLBnLa6
uicScXBJEqp0kPiZnKoyELHI1YWO+grhVJsQ6ZdetD6aBORBYpgJEcPGQWQQVdk+nr1zaWR+epcl
kzWAgPRiBwWAYcjhzp6iGR87/9raLlXVizvXRQ8TiCbrCV5sch8qYWbP7n42M5Vc9lnbfLaTWt+b
9ZATGcvTNTc4RjX3OVHjXFzrsI+XwDJ9F3D34GDV0ue688/y1BfV7QI5fD6fWoqvd1pkpXInWhgA
V+y355ISvtuTf0cwYuPvh2ospwoJH2LZCwNsnbvtJiO1P9XtFCW7pCWjA52HrVl30PKQZuSkHd5l
grom6ao0aBCQtZRY85bNVdDnXkOUlt0a1ZMBOl+/qDu8JY+GoydLHFJmTYtvRWI5yRaYlLmiCc0E
5YROyXFD/obszpQ1uCjZRE1YrXLGVYGMo4DCIurnTTmJ9FFPUE6de36jEcYyg/cKlaHq9NadE+eR
Km0xnyEdKMbzQbnmL2Q6sEBIsiRAh3ZrrfjVhlmpTZuWEEjRwiR3EPjdOizdpBQbp86Lin0of/td
og3UZLTSGSnelNiWwgTd40iAXFl0B4JHHB9sm1Hc9pjenIfZ8tr5HMhLhWhAs8rRL7dUmjOKgjMU
lK7fjFObaC8ewmLLDEmqnNqDyqxSXYJFB8rSaBRvf6TlvJwrc/YwgDQFol101xzMLObqGlVgCoRj
R3mtU/dNh5DpZaapYZphhWAPu7RtNp3ZnuXIaskkQSoMODKoShm7wzZGk0TirCFjffiB3lXvrixP
Fu3PHvVaUxG01vlgfqzZFAe99KrkgiC1hP6IcoQ84yba77lOaXIf+QQCe6Uuf2mgZ0Xg1wiVL+PR
xxaOBroq61spNNGh/WhNc/i+ZFHGrwo539fO/Wlxhhd9LI1qH/d+0W0MX+ZIOnNyupBtZ91I2q7K
qDvpS7zGnTpkcKshLdxwSVIZ302FCfkb69fgX09d0rR7ErPrHx4f1bBPaD/r38vWTCx4XRInFvzL
+apAfFTsRo864rmZ5DSRAf/b46ZI7OHQjWYcX06IuYtPXlE71k6VmUFmHeRLAxpGgqWF4AHyHYjL
8yhNR/nQbBEvEfsmQf55e8AKoNKYSVnBIB7yGrTZX9iSwCu/mfJRfJ6R5pKMxl9pbS0wsXTxsLfl
W5ptQ33WGSkars7U+zq02kZGoZeRrR1ErZv/XDo3ZQOcFLT+0BJb4szux2p8tnNLtucJJx7/jIDr
0rxs2jKGfOzHo/Olrvs+/URPrGrOHTgny96ogQAxhOLC3vlV53+Rdpde642vxVujyOqfOh2k+Dpp
5Myn2cG33eYR7MbtGFtecS+VV+Ci0pHq8AP14zeLTgBJinmdPNTwHv0QZygWrpzP/5BPFZCHXnjp
fOYSQkzcSwukhgYmB/6zMU8EYaxtQkfR52tEz6y16zsryruWHHaaQVOhHfI5l/dM/C6Sc9PT4r1J
ICkqx6rt1Mp8zh9Izm5EaMSAJffxFNntDi5c1hBiaVDvpmPvtDQBlF2GKWnp3raxsybFT0evjs52
I1dTYqaip5hdDUf3WibAQf1OUwekDEirmS9Q9gkSU8PZNdLquYv7JIMcuPjP8K8cGrWeNzq/JHEk
lO2FqLpLl57VEETkPBsoDb1Su3KknqqNVxV48ajRt3YQjzrYUxZx9OJEYiETs4y+m3ekG4llk2AJ
Jwu4NTURCB9ZahDrdbdcJHwtYqe0DFy811dTdyGHmOr25DR2uSVIx8zOpa5DSgFZnhmPHbVv0qTQ
e/kXOkv5jLC/5PgLEJTNUOHMvtyZFYWbbW407gvTmtSvndqNd31sW3Itujf6jphFcoITt7bcrwPt
VhDKWqnnF3MPLAZqqajXxJXVftjMC08ykndab9Bdgba0ccstW19ZMYk0glLaPI2IyiIxkL2xNNj8
Qm0ca0Ku8cPM4SIaNoWN76iftaYitbXSucBYaOAKCJDoI14cWoWIdaYbF4BFt+MdeX3W13RW430m
0NCGpYZPJSwKpd00WuSKwGiyYYRk7MbNhhQVP7sockPDn+JrKNj82lIZ6diDhDEmp9zaUGrMfhlY
N8sQbs/ohm1fzi9eg/QrzCxz9LY5fgnmdoe8d7TPAs6q36Ab3hpENRZnetmsbVFj4Lw6NG0V9sZY
QGLWB58864g4Wa+rkuqcAE6t38L8LRU6wDFyQsI05zuqfnMVOm2DEUcZGuFbNRndl11BwApZx631
2V0GGgRlKziYtjEt8I059DSqyjxCWeo2dXeXABt2uZ/EFnSM6IgF0nVILM6q3Cc9BXLyihvMOXHq
tlNDmS4FnzxB0ZgKpHINqo7S/JG4Ch+TNpqUtdqhaumdsBIYgHMHiWqbRMUKQj4KvTBd8uobASA1
DCWzFg+D5yNCrwtDXihdYZMViHBJeCVSbevGQ+sezBYh/o7awuSxQSpIj5JNHPlBb8Nn2zbSzbOd
MTeRvI0jXcY3M8GsZKXFXgnxR2XDMF7SbwWCqTG/E+2rV3VynecFGTGFHLPp3lhKYk1qCBTZwcpQ
eu5zuijT2YIrmgZPMjviMupyP79s2Et0DzitCGjCNQWF/gIcRgwkSUtaiB4BltFJX7A+pp51Xsul
7lDamjTmvitcFw3rqyHhyfqKhZTYKLQfFh0rjf7dV7YtBlFGS9vS/JYjsmNLI9E8ZUFs9wNZsNgf
SdPBqVqUCBzgg6wwkgq/LWtHNRAky0nwSWrEBF2Q24ZIoyoVkvARJdKd16fS36S9L5Deakma71Tk
9Lh2PXCGGwo/qtmw6TLxmUqApehoeAXAf3r7osOr3JKO1xV3ukbgT+Aoe/lSJ3ZcsweXvdzESlmf
FJ3SC8Tz8FwNZqirODIttP+zcjqkkw5gpoggaLWFQusPT31smE9YUnWGm+H3Ykc+fUU8uF7m3W5I
5470uMjHoOFahFWRSP6DWr/jBDUqUjqxuilvE7IforVj3zRMgCyNgdZX2kFXKMIZ8lXE7dUzJfKB
mgJ8UJFmT5GeMINoWoTPqDfZJKLZTxFNkEvTf1Ms6iOeEg03MJmoHf67Ihq/yMyj7b7azKugEY3z
0GZLUWwrIXCZGTiuCGSvy1QP2biqYTsbnhrO5lIUmEFo9j7YOEroMw7ws3Zs+9xbR48dPTCLYopD
k/TsJ8NIwUR59jBBwfaK6sypCDri6jRnAtlP3icxZlq5wUVeSATdMZIzokiGnwTpOTFc7IbPMJNZ
qzY9ed78P6bbfUaunnyvc0XJdPGwQsJVs8dfhO80XxxUFGdWFLGX0nPBaYmzQN2GkJ3bq5nY7Gpj
K21a15uODLYy0zIPba67EoU4Dn0btc5F/mJN5daIs8LBRW8ntzixyubRJzoFy2LitgwlUtrdjURC
h+DHBWoE/ih3dqhnyiokkm/syZaujC4cDKJ9SGXIlru+ylAQ+SymVzhu4vgiySrtUTqxqz82Huz2
QKl8uFkk0WgTdmkz9BJL+0SabgJkWB+cnU9+8JXUB6sPOhujALNaU0OPiOvboefIyBY7LzgMG3Du
QgtP/czPD+xmXQ6iaG9YfTYR0c1B446ax/gzllX1q2gGElhLrWX1TMldUDhepurbBMjDYsm11NSG
VTTMIoJ2bWNNDty5Wogsa1TFNM3wqbP20mW28Z+1eQFpkOsaogdMGnlP2FcKzfYR+3PV0V025thg
j20qo7tJKq3gqyTouyU3jw0Q/8bVI/dziV/icXT5vLZFQQd31zcmTNexs+0nsO3Dg8VRcE2SdDvk
5EtVI8Dos7kLUft43g76x3A5LWzaQxeeTgQUPksZdHrvYBqHLNklP5XUWotET2/5NsmVZCyxlGB2
ZtVhnGrw9htNoiQyyxi5NVMG1jX0Ksmu9D1YBFFVOkQsqJYd8FIa5uc6NfXPQ8bszWRb6OXed4v+
DEM7oc2ymPRDhTS65HfAaYRQIS5/xH1U+3vXS/Knxi7MZENYWLHLGys1Q6Cb/pM99Vpza+QOcpbA
dEy7eelTDnIPRUmT7CvvdhbbXBvlvE0mtt5BPvXOIwhIn2SPQTMcLFxul24isxyGXUxUonVZur39
YDlGP+3Rc7MXY56WnX+nUc7ILgEseO7GcZEvbI2hRb5llPK7oNXP3ObgtQzcro/I6hP5NGwpNrEh
rzsLGZGSDSeFoZ3sM3sk3xlBTKpaYsyn5QF0eE8Euw8gmygw8eTNtnNdzfwloUw7lop0dIbPcLP1
lo9Dl/aWEcfegfIp+hkP0UsdII9EqE95uMG3QqpOsZctgoHAKYbqOwDkhZmPLi3uNNxzxF50bnth
VjXpaHPiI/FgA4pmcuzr/ps2Jiq9Gu1akN85e67a0/6MooCtRv9JtWVas0x706ESbelvjVpqkPkX
OX1aOlRg+6UacsnpWdPSPWU/k0cFzdwwDEfnzHWR6FKLoPAc2Gh+5IGITp9tt1c47tVQivipUl4d
bVKnabrAtUvjQaudEiD/wGY3aMklY+9WZOoyJfF82riLln1myzezAU1YQ0P8l3z8cnTRoymrKrEp
4wwl28nzezccekt9d2t8AQH664E6j4uyBMtW3TUbxiXTYT35sdhqcenHeE6y1SPVp8VXCYIdfTSA
BY7X+lI8atJbbiK82j9VKRe+8ilV3cXYDMMPxmVskjTHUfPXMueV3OvsjbULMp06EfSkZNOfHpQo
zjzVd9Xec31WTuDhvbnj1KvrX8vSIhKugk8nt0rvlpdJpsw7fZmI2wK3UY2CZlHP6FQVm6YhVZ5a
IaEgeK+1GWBKeZ/MvcX3Jfs528PHTb3+oDfebGwAxSNTrhdOqt8pHGTlVx25qAhjJdpu38akZmFp
zTirP8AQkZKFb4Ty/VQQ65bc01R0ySsA95/znSa2XrSfCrOwYZA7Ew0XmY8pZqzIGX+NU67N4VxN
OfM0VtMd0QicV1IXdle+eNFPmyirX2xu++dm8BPjyxA1fbEa77Jh5wBxXK3J9Rqh3TZZfY8qrJF7
o/C65MHpaFZTBZDZly7uPlX5jG3dHjoB1YShgVaGzW4GfB/kTLKJGts44z1/bUtxJSt1U9XWL867
+SZp3B9VYUzPme+12xKw995xx4t23XJqjdh75USWrBgN63vsWXNy+V8Nn1KUV6RiJEoT1WZAMX+r
OZXZbslexEjjAMiFT6K13TNlCdR9MwgD7rsd7Zv/IkklUorjHwf0Kp7woWYwT1fK5Q1OVXHPyUyk
fNEJ29N59Nrbxq8n1hjCxx8/rqUel6A91Nt0RAiLJkcJrtpRW67yB5uR6WgcQDJkEpQow6mJ/E2r
o9n6+FLHJWgOhvRd6CHR3l9pckdtBHvC8r6KigKhpfl1zDK4sbp5+suWN1ehJaLT8l7l4DCo35ag
W+wNHe5MLegtV11wCKquELaYJ67yW2bxulXBZXyfAzqbcxqNhjjqDbcxjEGjQ1Dlj1oRrRE9bMSj
wark1m3z+ZB25EmNrs6ZIo+l9ogfP/4FK4ytz8dv9b0fEDU6Bfe14Wm5Rzcy2JElNI0fkI1yH44d
6aya3mKCltq/2hX/o7z6XwBAX731P1BwexSXP7/xDbT/53/3b8RX65/7l5EIoggWHdPxV5gpzaO1
u/ivTETh/Dd9TcrWpqPzDyx2/5ZfCRglCPwFORXYo4X5ikOCMOvfHiI4JH8lvXorZcAfgY8JlLdB
7YseKGS4t18FON15EFF2E+Onp4HWdpxG2EXq+4g/tG0mTT3qhUKV9eo13f7zPbxmwR99Jv9cF4wd
ISAoKQQdtbfXLauhlkOT3iTE/In6erBbCnFdFajxyknLnxb57W0EGoRgm6e/vzTyIRqWKOFolP7R
i4pcWYxS3eBBpmKeOH2/nSrT2vkk3oICluwtr2cxQuqaTCLHMXyM6GnZb8cnvlCxti3/M1f8fgm4
c2DTINrCarb++q+7VVTwYodF42ZlDhgB+jyj2LQsowm44FjQw2wXmN+FU4kXalstfccSakgofDxS
2B695BKka9cFVHMa+f/xCzF94ftCEA949DeI+ZX6I0FaJQaDI3MjExUMOc7ihAxzmC2FV6mNNajy
cZ66ad5WM+aEje93nFDnto+uPv7B1onq+C2RO4l+8bfgTBw1Q+3Zs8qkjm90BsVLbff1y1T7ziaC
MnBRiFJ8GTg/3mq+rD/rThafWJzeTqP//EZI25jUTR+Z4jF8vtQtVo7WP2Qr9BeERvdiQLfYxZ1x
St/2dhn815U8eul8FODnVynm69HgeNSy61g7yNouvnBQSu6M0T8hS3nvaYCzg2xeCbLoRN5egyoq
7u7IPMSR1axI0ulxinV928mue/z4V3vvadAN2aiHVnnIMYk67xM30+b8ZuIj+iRbR954pbRODI33
Hgf6LNMX2CekekevrM85bLdFelNR3ZYBcQDluQ7b4lNWd/Pf4VXXidKCoO+iz1slIsffaj2i9o7S
/MZSS78lYThWkM36/u/2Qv8MAoyDOOdsaueg5t/+QOQjzm6XpzcuZLWHrGziq3b1en/82/xp02Np
YTYxVyQzZtXjvdDY1HGDE+WmhkegbSRJW9Wugh0YgplRT5VZdvejsdj6ht4Ap9I280oaaI0h3D36
Cz7zj+/nnbFio1oiJgiFMpW6o4fmtEuGc+HBiqjUeR4v+tmg5dP244uwAB9PI0y1iHA9A9Geexz9
2+A1UZEUB8OgpAd2qw/IqP6SFET7+OqEDuudB3IMFlMbHQISwWNIPY76EpHRdBijPD4nZBu/iBnb
p5aPdeI7mhgdLKYujwNwGNPY27GSVYnu0yk4rDT+C7D7ZFOpBgyi69WhtOjtyMigDFHPIAWNKLOf
bIcMNgLCzasFOMm5kRbRg4TWeo+TbsCypKtphQVmn+zer/Yfv/71Zo5vFokm+/tVh44I6u3NWr3R
SMMwDo5BQ2WhofECPqEJ1Gz5QTnHOvYz3f708TXfWTlYNv5zTePtNbtEh2zZWQd6sMCgUg4WYTJN
5WXjUahOTLREQVWsLTJhF/MVbjrt7uMbeG8coKmhfLmq1xDzvL2BvoEgxKRycCPEKIOm2uspSdIT
g+29bQSfDdIXEqFJLXHWu3i1Ure1kPQL9QP7DJMwr6k2egL7hEW5Z6GajqsveW7ywn7mPGfNQYWf
pQ2V45EQn1Fn3EDF5JjQUwjPT3zYv43Ox786Hx1APQdFDjrIt7e2CAN1iLQOjGNvE6k6+YSPqHjh
HGZsFwLoPgOyqTYEg0LNYhlfuV222CbpkPJPvn87WFq1V3WMu6u3lytQTuOJ9f33TvOPW2SHg2CI
DTgpSW9vcVhsf2x9/dCnmbhwk9rIwiIfhot2aGnZ2lN636u2fiatrr5Uaky/AGelip7KdoZfxe5+
68TKOJ+aKr+oqE4+/P0QwhBvktHECsRS9/b2nKZvyZbWD5qyq31b+SrIcq+//vgi78yNSIjwhWCM
59c6XkcJLolxdw0HwHwDgaGdlTyCpqWuuESdtauy6VSK0HsrEPJE5L7s7PBEeOvK/mrMNssA0ky0
h0nvu0vR5cC2cvqvSHWM2xEJqw/6KcEqOOujuLZSMZ0hYRvuo8Wkwfj3D78iczzgY0hNj93UoMFq
QoUVLKdE3yL6f3SN6UoYlbjEZXpiEXrvW6XM8U/YypqSffTcUEjNKE/aQ6nAzwMywkOlWuhxUcJ+
TC6E9FZRvlFUGgNjnBGjlnFUY8yeEROEy9wlCFOVfv7xG3hnIeGm2OLYMDFBjB/NzapTLkmU6jAm
nCtKQzxT4vs5evoL9XXEBcu+dc1Ti9c7UyPsVmxFTAt0So+1o3kDUNKu8XGMVAu1Rskgyiw7BBMA
rc0SvAc8Ov1sXE3F8kVb51Czv7PnbtuJ+ivd21NxI+/ezzpJ8RFQdT6WTi8g6JChVAeUS+qcAU+C
HtK8E0/950V8vFKsSb93B7BD3o56rYrVqGp5KCcjeQSQ1j6IpHZOzGjvXAQOAZUn5os13f7oVEnc
TFFKezyUaynbHJ38YqHJdeJJ1jt9O2v64CVWs9YKDGfKePsklYbZ1HbGQ6ePBgKypTuPlqVCdznY
SAM/Hp6/NzLHF8PAhtOIx2F2Ohqfs6NnI+HVB7dIqzkAkB/fJZOdfjbbaVq2I/GmIeIM8xHFSn8+
car5NgsjubCITxXwgiUKIZ+kZXz49XmXdfDmRsDLBC6abTNuTtzs6nl6fbO8cxIv0SlTUGHiPp5O
ctuOZuDcGDeniEyhsUeIo/tDekluBP5dr7XTMiQ2AFG7M0KMCpxuns9iqCTFXw6E9U44SPCZQW6H
0n402nJzotEv54MDpTRkn0oepJ7qJ36c44HARah2QtqDHI9O9NgLM8MJ1RAzHcZK0RIfs/HaoYlk
zVV2OPFi11/56MXSieZczBaHPLhjzxJVKhAivjw4pbKKPfFH7gXWd3OXouldiaTuXo1ENVVDckv3
WPvZ+dIHrunozyduZP2APrgR/8j1lrpx7Bh1d0ittr1mWalupTH2t7o+XkuNWBgZz8ljQeRw0c8L
0cH1sKPlIs5cJzaKsDY0pOof39LxRvf3j/CfV3NcQQePkKI+UwegWRj5mWx/RCg+78YRj3qUu1nQ
Ccve5jltJcRqfzurrVc3bEwaVCXFanB4OxfAHkZAYrcHtxRjiPiWYHY64ScmnPcecZ1qcEmA///D
1hAR5ENLSh7QMyBscwiKZzWvoBaKnVfWyZOc4mY/NVO5b5NUP3HxP5bt9RFpGjBzu2utwTv6yQuC
oBe/k4e29QhBn0bDuCrRRd97iVuee6kLmQBWHlnOvqAhJMkeSxGEm/FPe0DMGDrJCHSFaEvkzh//
8u/eGc4IvnEOzy7bl7cv38wqmJtFyxkn9i+XoaQcmA6W04RRpj2hFIO2mOjzmVY13ybfKTc9YgJ4
ntmnOkeHU5eN/Hbijo5Peuu7YmtDNhgbKvBHR9MO0D2vdszu0A2ztjIVk/ZZpK3rhSim3CzsK3+8
ruXcyu1E/QhaAmx2sXFFjHbHKZPxRmtSHwCc5Q12oEV9v8/SGdCgVuhiuLBKmf88ccfvzSxM2UyW
TJPsgtax92ozyqKi11NdHga3ipetmSMsDz0dXQx5I+7qwsg7NHMqbhMZ+q3e3fZ27P40F+gPAT9p
6ZxYQ45X8PUNric64F424XzHiysEjCl2huYgNLmkYdPr4G1F0Z8KK/1jE75eB5a5J1iw2JU4ztvn
Ljyzyox0fW46/YEnS/WSE7EuUHhP2nkla0w9wP8WiWAaU+OmUKV9cFC/G6FOvMLfllq5Hd9aQ7kN
5FrrQfbt7SBFJx3B869bb/avYojed4NIkq/YA8b7j3/xd16wb3Hmtym0crA6nsHdJLJygJ/X9exO
51DOECnlUjtRnFxv92iZoDRpmlhsmXH/MC257NYBfnnXDTL9M/BM/aaixHyX541KwKxUxdnHD/Xn
DEnv9HdKJQd9NrHrsvVqFFdLNJBFNly3ZNc96eg8LPBNY9UEo9dbsIL1WCFfgQhPXKgY5x/VEHWn
4tWZc46fml0a3aqV/4Ublw7L27vghJUQ89Fco5uHspKPg4y3dNq7p0mtihyzGx9J+6OXkeRFN323
LHBLIfr4rr1FOGCBNI+BmVxnpGfCV/FdkiuWKPH7c+QWC1AVUS/aF11r3eViloV+AQxkbbYSYwEt
SNlknSBKjUnjcLrpQABFfo8lRn6neYAuBKM3ml6692plwFYWqrlJS4atXbraC2rJ/A6lBOKUhFXy
e9fq8aEep/m77bSxtQXFikeBfFL3bJpBuJ7HpHS2150zTONO9nb5fe7MAswOpdNsU5tl/6m1hIpC
v1jFn6I3on6nu3GPPtkw8h/QOST5k4PQPkn4oRVCt7aCycF25jzP6vG5qcw536SGRuJFjSRVblxk
61+FGRsQzyH8A4VcFu8mTc0a9VdnwjeBLVr1F1Pm9z3ITrM/6yp6XQJ8fuL6oJUdwmM4WjOL7f3G
F2jyPXThoFLhjqTfu1wHdQKWZrBAh1usJRxC52pH0gZKjdpXXrkv8cT7AcJZiB8Bf8otYpDxuqOF
gE57D+eNY9jXEQwrHIH+lE7Q0DR/uvWrwdubESHngW+prj9rzUj8qojbWVNzxikOYLAjKu+iGKKh
vs7IAUC4Mg4iTy2H0kRBFv5f7s5kt3JsS8+vcof2gAk2m13BqMEhT6ujvgtpQoRCIbabff82Hnrg
p7gv5o+KqEpJkQ4hDU/qooBbSCRSPOw2117r/7+fcq5KV22h6Y5fW9nIDUyzwlwFGq/mbYs2uPMT
IdIbvTfrzgf1ECMLDQrgn8HAVnRVzRZoNqMNkcrCpYMkjqGnvlSkwSdTtzL90kJkrZ2JZsQZBSHC
QnJmNlq2npuuq3dIPeaHNGkwlLR61LB1jWQeeAlBV0S1Zh0pVmCYte+NQuc3mJXxsQDlMh9ytZiU
LWSr+lthpc18VsVTLj2Y0m2GEKAtrlso142P+SeBuY7MQ4OMo5kXE1j3q3CueILUKauaVYcJPMdA
MjLQL2qXsBMGqYtpJCgborYaBzL0QHDluCmmnBAviW5XX0UljVcPzCoA9G4gkXQdwkEnVIbEOuOo
Z0hD/bJIwq9I+1p4XUZuXxfWNN4Yk27JjYDm0m+Yjo0RYIIxvcFz5PBJVNOYoAE0dRd9MPSXWsEU
b9XxzUcIObr6s5WOJU6D3tXXco77Extf0dbI8JRnQ9/sCnxbBuHK/BmvcgNrNQxlckvOgCZBStTR
TVzl2hGyhXKCyDPKVzZqb2g7TtlZ+0LJ25u2c+PzsSVHaBVj6hlWFQ2luxZFueHpI0aHdTcPgjUE
ynmImaDHUvO67P4t8cN/tZgwWn1vvi2/yBquuq+k9b3VM7z+Bz/0DAYwGepv8JbmD2UC35kfcgbd
AQrDlHbBheHVprf3n2oGRfsDOIOgcOfzvvjTBV+v/4TJQKfhrzEZWDZ2FCN/D4z6qmx58+FFNYef
lW4eqzkaaAzx7z9BBTkcoErt6zaNkBXELnpeFUvAviqH+k7XWwDdrpWdRZZTXObz5JwOmjk+qRTS
Xg9lxMfAl/oh35Wzuu3HB30MhusJN8GNWRjlpgMZvIdzntzNk3ZDTN58qw0h6qioCS+DrJtPRKua
64i4ZKB4fThtsO2Y6zxJ272B9sizwTMfkXY7B9kGQLrajI3CJlHqDqw/oOB1FbX9l9SpMNcnEQo0
P85t89GUGiUEIlTd8jLLaM5xKzonSWWSjMC3Uh6sbnCxelQWZqqxLJGoSay/madmblqTtEK430RW
3o6oIhI4aO/gtzFbUV5KI7eifat23V2DIhXbpJjEpRxSm0DjtjmVAY25qgi0C1FOttcKjFvFZGIH
G/EbEi7bapCm1TFeIc/221I7wITOt0QQn1FJqyc4+H0StMeLwf7iGt1Fy359ShSkplUF0fqR2Jjh
Ehb7oW+cJyjdRwPYVCBP4Csehr69tUn5NtMOBe1o82Gor9UoeFYwChyqevhSFoHcd2Wvn9cCEjeB
hqvaaLAnJtaTro7OsWkxjxTOOVLw69GtyrXoYeJUw0S4QhQ+JQmI5qh0viHPq73ItMevqmyf0VTg
vYBW/zCazQP+iP2gKwdZY6aLwiC7Yg0l9aQai+dcta6tvH4B0neLouya5WyHqAZ3T71pAoJ6cliL
m0pvBJsvQ2DBjPnTc1DUm6R0StwAgb6uFXFllfKmllp1TPThq2kApoe8sav6iWva4frEwbHtAWLq
J0ZHLvFYxLgNBog/TKBC4jEGDC/BUKsvwE+8SldW1PzwuxW0zTo6Xzw5VVpsTbwCcd/tK6NN7gYR
TIfRtrwUjUfWf+mxlnXPStxd16Hth/kD1r7O9FpmIatGTmx3Jofcu6oEhzcqAlcYMTR8KE2zhuFn
QjpnHQ6m7pDjG8XCaBA8cSTVvflKOkZ+0fShtXbwxOxNOIYpOHSNVIB2ZLccJ7kfR428U8KKFgYz
Wqb57aqitYRBhn+y3QvyTQlAmJodsPJ7ndlmbcgrYAA+GW3Xyczin0Fba/XysguzeGOOyN1MN21O
OoNEGXLlH9Qp2VCeIK3hE7ViTnloSGFad2V3xEUY7couPkK5lAA05slbmPoprVxMSwNc0VzFyEyf
Q6a1epipibxUDwsfZQ9EyV5RV5QM/I+YbRIOiBeWenNeadgYIcsFx1wdhdfI7KjQLV3JHFtYo8h+
TQgmjH3Zwa4pwmsZxc4+n0ZUzdIML1EPBV7JTh35ujNtXHvI2Du03XMWh/cyrvdK9kIrU7vBl1mt
ZWUpd7klSOKs3B3+y/sSxu4G2CDLk6HtUkmSkeV02wFVhkdT1WS0X8K2s+rBDxpnXmEold7cqriM
GqezMBeLnRgDZ6Plg7Y1cDE9aaAKN1009AgCZv1hGt2rMM1BjKj5yiyTXZSPT1TGl0U0iBV9PD9K
fGLZ2+umn1xvkmnPUMchRkYGCcahkI5o8i3g0vmY0QmxCsxvUZ/upyrFVBvdhWXzTUxd+pTmzS6p
+ZTXg+5hJyF1UMTU7+T26OZ5LDr05uaVojSlp5K7hs+o242Oyk6I11F1i12Mp7bQuQfxMGLOI9M5
r7NdngfmWWJn5QWnQ7RVMcdn0jS6daKREqiIboBLbBzCdgoJQBkwoWr2TkQxWqPZB0qhP7gxGZMr
wabyps3n8ICIGJNDrDPCsjCz9xS0t8RL3CeV2EJPNHzDeoCpIlcD2Jh8V2LZDdYstuI+4vt5YYAv
vS2HjlXdCZ+0WOfdxZw+yQkrUZVUq2K2+62IQxOZey++scPyWXoc+KCtqexLlwLbGCPlxFB7tftK
70ISPNm1T8VoDXhTIap+y3UlF+QKiAH3R2xCRHWI9fMhFtrbWIt7RPc16cV6UWi3mNorbxSJomyl
ap5lWHbPJF2tCKtXgM2mRjTXoln2WbndDR60ej/UZnJCSAJQzsrA20kCXnZW50O0GTChe0o6ZLyY
jeonSojrlAyLFY2geEcI1bQdmdDclyG6QCnPSNnY1ZDESrkrxj7bMU/Od8acQWvsWQLZl/X7vhh2
TLBfGElUJ4CBVT8cM2uxAhCfFVdC2TntkGxINAo2NucCe2E+QZKvXUAz8ABTcAk4h3607giaxKIx
xuXV3Jgqrumv/ZzEm6Av7Vulm4LNaJOp3qoksRVhM+wS0QTrgPTPu1BNi68K8ZI3IaL+9che/JQd
S3JHDFa0R+KvbIURh8Q1FtEh1V0YvFk9XSK7Lx/iiZCTVUQpwtcTv/4+FVLng91aV22t5EfsY/kd
Y6/8KdKs+ToeoVSq1thA2Qzo5UknuGAAkPlWvuSQaNP87e9XuP+q8YK/K4NXX+t//q/4fcgzzc4f
ZbBJGUxfx+ZNBfFEKiBNxZ8Zz+ofi3ODfiLF7iI2/7MM1q0/kDmh8KMziuBAX+huP6tg3fyD/iOe
RiZ3hJm7lvZ3iIofVA2waQiKRri5TOdsTcNn9r4GNuFAsKhNkEMj3oIkkS+FTOKvCe3GI1a2eAE8
21uj7+dNzkbwWURy3qTJKLY0W+ZHParDjToFVLAMaPdvruLFj0r8rfj3lVT2Z4H+48cxHRPs0vl/
v4DhzDIHlz7Gla8waIa1mnTuAdPrAmwp6HJilAm+KqKiu9rQTfbmMkPcV8alxwOenJKwFz3SfxEX
aOefrNid/GUhuw6mGU5wWg7iTiOxlMwhoTwYNeMhXIGop7w6Faw7o1vad3ooOq+xe2WL3A535sT4
m6YGyFN71bJX8GMYM9fTbBbIkIn9aQhyB3ME4wbLW1KcguuGC1HbNjZLh04b7BHs30tw0fRCjz6E
i7LkDK8IjbEep5rgBKmoyWezt9eh9McLiW4Y+wQaatyEH5ptFClZouBXQ8LXkb+rr3W+jXyRMwac
ORFawWkvnzV8Kn3Wr43mMQcxYUdXFdmHuRrCBrsOatbETQykz8XYWGWo4jqTuNuasVrjBWnsO1rD
hsDZiUL5RHWyPIO//HrGuqYu2A+ycXz/jM5V2hZhgi+1Ig/KD9tGeFoafyY8ey9u+PGwsa10kdCA
kELg8v4omj3Hkayz2sdzKdaKyS3Ng8tOHjNbPs420JmswrH2+0f8l2xPUl9BzQFh4/RoM5PX/q4Z
SyYNlZXV1r6RV3JdCqkeB4l8Y0knG7+y1TC+8wonhOFqYXEpaD/RTEvU6FtZSHk046k4ZthLLjpS
DwnbiyLlqEL+oYjQ0ttoygxMfEO6Ha3J1P3ECcUnc6VXuOW7m8MJsLYhDnUY6sFmfX8CLCuzOYVp
7UdZP/q1MdA9TQkknueW1KLEKjY1sBoPKri9sdQu2zCj4Z1TiespNGfcm000eKYSZevRKqoVRXmz
mw0F+M5gOtspw4JjNZcAcHpPVkXiS1R0p1qhDOeMXIytVapXlOD5OWMGQuJNDOu/v0Pvp1Q8FiZ9
alZuIl7xxrBMvj8/s1fwZHRD5Se9qHd6Xe+r2OkxzosXTbd8B9/rJ0d83xn/cUSGh86i7Wao81EU
mqWQv3vJEcu6vpkqgvYIDMdupxwKMDPr35/eh9nOj6MxRDFsjTESSMwPHwD6xWrdiBrkvUq/oMVe
Xqqx7eUiVvxEGs6mmqAUFBfqznKAVcTjy+9/wCvd890DRPuFZYmzZZCFpP3D2tQFSo3DMAQAYLnh
FhO8OGSdDPaZPQde0JiEU056te6Yj9LTrGhmGnQ3K5KTAGXUPeSW3t7DunD9wm43rtHezCRqIFmM
MDKlrYrEkRQ4K80jLMagL3JyUvlr0LLcpsKunqnmjRwv6adCox005ULmS2ffMs310LvhVZMozk0P
+nGbBWW6thN4ILPLGooODNRg2zrFrRZncNtZO6KBeFSAKdZ+bLPijhTa7qAVZDzGNrduTGFxvl6+
f+muoqG9Mg3/76Dq66/5P06/1u0//3f+j/+2qb/m3+Kv//1tm/HnX/hpnLL0PxCloUzTtdcx6J8l
Frkgf2BrY0kH58mo6dUd9TOBSXP+YIDIWJPWn0bGz2Jc+Vlj8a9Ql4NRZepJeYbh8O/UWB+UL8Bt
KdjoWfKM4ylEvfN+BUnHtGnZbRj+hMx1BxJWwMGf1bVBzPgnS8crSPnPlwnULMdCLIgdk1ITbO8y
wX4z2zOIR9IY6hh+0szsQbGi1k3q6ylFiFGwiRlsdL0wwpD1kneIMRqbPjkNNb/ERvC3bV9iNTR3
bTq7viPACGDV9WH0H+1U/UyXvrR533zXX38sTh2+uSYaHGC8HwQAC+ayYVBl+E1h34UpPuWxd7Kj
40SnpMnTm6TpyRDj1gJF49vVTlWnfItaisZ+47AxVAygRVB02Tw6T2lc3aBOtL0SAaS0Kwo4szN8
3UlYumfFT4EJbsa4b7dhBHpOWIiPlJIM2CF3/OQMK2bu5WG5DoHae8PMHzJlQaqfnhwcNTkhFtQ3
4vg5coIro3LHbWAqN0ScHkxyOX6syf//3ulv4799K8qpjoET/vt5/50pWP2dN6Zs/rHp6Mi3cZH/
FwhtZ8F/8634Zbpw/X36Fn3Psu/N21f/9T/6ubWy/kCG4SxOEJ0wJeYG/7G1EvwblZcdkSpGDkgx
+p8TBgMrJQ07VWW10Bg9L2L7/5gw4JhkggFRE5sJpgz+6//3F59yaJksaOjtkYnyhH9M98qnrtYD
VydxLRPKZiqw1ocBnRQ8y+4ndeT7V+nnoezl5V90VdbHr3guBoz+ukNWLxwwnwgVshttUn3eXP+/
2pC9e2GXo9iGarP35KqxoX01a75ZXSrUOH1cZQp0TkMSQdGIdU5i6/ZvH4WlVyNPgHqEu/Ch4upU
ziHIavB05IDuZGBoXtM28eb3R3m1FPy5VL6eDNIR6isI/xT8xoe6AwTyws8gAdixp+cK2Eter0YY
tUw4GdPilZ/tQ8lUmejIo9kFIBNUH1ecX6j1Sq361Vxc6KV6as/R9e9/2fuKc/lhCGXR/6rLvhe1
Dc/u2zW8pXcsESChkZWAYKpWXhfAYFZLvrvPk8QutgET+ftjvj4g768GQhc+huixsKTrvxj+ohyk
UhIQRJYnzn4sFBSwqg4kaYQbRWps6Q9WNawd8Jj73u1Vr9asszyyxq1lkCIQWTQcQzN0PilPX50v
H34XZjeGfjruUt7XD3eJHi6KdqKJyGlWpskv3Gkjag0zmpAzmZ6pLiffGBvj3C3L+KJJDIZNUExm
lGH3DsZCTwX/cCRUr95C9l40Anb4vbCZy/sVAEvGyXZgPXSzqZwAip2ver0fc1+hk7dKlFisA6K8
pVcbsf6ZWvnXV3aBFVMYLCImkNIfzmyw7HZoRpWOrT1jpzJiSCuh+ExmvBQXv1w/GlDWsoshXOLD
yzSnxmSZsRF5iqnOtE0syJIhQrSSKtrT08T+ZCF6X+y8PrwL7x5bIqZ07tqHh1dAfy3t0eStiuBn
DlWvkE0wWf40DX8zLmN5T9huYolHOUWp9qp4fLMa1dmUqmWlRZ5tQU2BT9Hz7ur5Z0/gcoU+XEF4
xHgtdaAQgL8/XEGtK9soUbmCs3Dzs3hQx3MYwfU6Bc62bUtb3ahabGy6jlSdLHNsUC6aDn1lwJ19
2gdr0rWHPfKiNiJNKZpaeRFJd0T6qpg7EL6P9PpiusRKByAymNe0wpoTMx/VdZaAbOrDCr1J5lgQ
aIPskzXwfcvj9WZZtNVY0pmvqJzb+5VG7QmtABESeW1mkCNuO42nE7fs2y78wA47KJn2HZC75jP5
1188+zi5Fk+9ytRLGMtT++bW6bVBRx4DvRdNRrRzK5orSpcU/u8Xtb9YSPn0mlTdwDxQEyz//s1R
mAJnda5DT+8xvPHNIpJgXnriee9anjNM0SZgUfvkoH91TRdACQU9ZTh+vvcHLc1W7flERp6MBC3J
MUmPiuuk11mvV7uaocl9R5TnxrHzz4Jd/uKi8m2mzMD4wOtgLr/szemmvCPzMBHtPhEx7ik5g/PG
ho/5+4v6Fy+4y6cRhT0fCgqpDy+404oM/zsExIx9E+uvPu4otie/ZEbzyeP5wRXIqkUBtqSvLk3q
pVX+8TGZIoqQthSrtNYeSVn2o270SZsCRAR7AmBhcx3abbNRHNb+qc5vIpmRYQW+YovWPNuWlYHP
Q4cUWzh5sv/9hfh4uX/8OJxwJrkNeDY/3Gg3EBVScH7cTNfpciCS/jRoaCf//iivIpS3y8/Hw3y4
q6RrORaDVrHKI4LFNQKrvagvydScp/kpVYNoT4ukOapFP91U2TJEQ2EIozHqLmPkh35bB99GBhCr
mFb1vna1bqNM8oGL76xtZwgvAZSSs2Yncm0MxJjLRMq11rnfPzmP5V69Pw9BLawvazWvPpCT908n
CzO9vGpGswYW13Hj6nm0MveOFzdW/djuntogj6l5yL2k3UTSkzcwolKxdlFrlU2UPbCxCzWCyxiJ
kDpqh/gUJNtZ1MfadUZapbqaClOrvM5tiTFI44F4Nk30MSRDYM7CJ30P0mMX9qFHAOZnCRQfBPbL
w0oBRW7zUrG96pTen2A1B3Kwm8mEUqYRtB4jzOS0aGvGkXug6gCQSTi8h2SqBpTqDFfxoml3cwsJ
CzvWxhSfrER/ccUxNaNUx/WtU0EZ739Qg2rUTcVkU/MU411mGi9g3mBIVjMTapFNnxzuQyfx9QIg
5V2ChPFAkJPx4W0FdSmanJcZcd7ojb2GJMLqvA54l9d1st6mFJWruYE7WztVCtyf7AnD/Qzf9KEF
svwMXgkWfWpYVl+Mzu9Pe3LSetlVOKhdJLJVNQ0R/4EPpeTujh3TU5/gQPNUz5riRJlRVQ4uWGYy
BqE1j/D5wzLRvpa6ZPkoZXqARNmuMkW4N33KBL01xXdUzZ9IwD8uqkvjyqVNzyti8cK7H15yeB4A
44NWYVQ+wZ7MlW9ZqA0opj4Ntv7LI5GPweaWxhbzw/dXp4V6W/fVoIAvzV+klNW2NPPBcyNV+eR5
WK7zuxd+cQuwXUQ1r4NR0Jdf8uZzNJVi0szahaVfaebucY+rxNwUchj8MUb98/vl5ZdnnQHrq4/R
WCppgsbeHwyxZ1e5C3usbWZ9KyIGEKipt7DEnYygzd8f7NczY5YLbI0ePfeLVLr3B3PLanSg04Ve
YM1Y95y+qNekO1YrNTPryxRq+Qme5OSTL8EHFBIPNisMzQn2xLC6qHs/PCTohdATKORYkuPrO2p3
08vxtOgR/9XuSRIPB6Qh2yQajtR1n3zrfnlqeJ1gAljU3DQ1gFW8P+NsMjEWD+j0jaiHRxiUKJkb
FGu2Bc72b15cDoW80zQFh6R98qGDmQRlW0E+p74IcwjZIDZX0Vja67xElwhZelwNZdVufn9Qbala
3j2sOs1SRu3s+iluxELlevuw9jqOlaAD1huzKdtWXYYWScvDQzUMISlQOg4J17MTozwvw1YciQJp
zzEiuXt0fref/JblDH/5LTh/dZWe0UKFeP9bnLiv5pF76AFNwhdlNyO0zqpTVwg3AY0Hdrkt0YOe
l9YGojey6nxcIcr8ZOj66/cMGCeNcdYkZkMad+T9z1AHARoE2rSnUF1fsJSUp5ZeMs5ju+Ubbvic
ouXbRpAOkFCO2rmFrnzLAGXy6R6Y30ZpbF8vzN9qi/5rykuoGt48I782Qrvnf/7Plzr+9vV9I5T/
6Ecj1GBewUaKEYilagtDicf7h8YEcJwA98Fea2necQt/Dj8UXWf6sbAcGI8wYqQH9mcXlO4pg0e6
E6ykPH/Ln/v3/0HPmcbIxY8Htfnwz29VHHzK3r9dbL+A6dDQw/xJ7uQCU3v/KKFjpVfQI1CLLcQH
fqhi3DD5ANsEjdtth3JakBXQK3ljHyNDndPKM6rRjlZBaDZY/4mlFkdLdpX067IeC4/9wqQknkGG
5JkQSedcDhWPpEvWOqqMq1SIuj/miZph4SBvot7N0kq2qSlAQetDqbXZSsu7CPmGJYb+2ppVgntW
EwzhxrMVfUY/3eI8/JrBbxwAvEs91ByfSI/wElT6PPqmy4f6UW3SFki8y1mHW0QxDFhXM6S88ZyB
1AiUAetQ0K+HGh757WCXlo3cVrD5H51pzs5lITPKorxykmv4SmZ6peNhk08NrqVLM8wt9dLsqKcP
DMabkTZXYee+ro2y38i+rIpd1pN4ddNNdmE2aHUdqgW3H/LsSYYtCsvWYc2m7m2DQsKijokv6Yu2
1sH3z7Y9nZKmZiaz30o+4+YKfsIQnmkOkN3Y4/SK6cFsXWU+DGPVlt+hyLlVtmr7oonJ1CnSyndn
ptTFagkdDxDeTnmj79II4cFlqUVJ/YhGOm7OYkshtgDbzKDsZWkkzovTNdh6tK6Ym++wvTUg/qOB
bkZd9LMGMTsZZukMaK7V5nSpopoSevRbay7mXRJyS15GNbNM5O4zwcpBoRXcNsZqAvNnq5VueJ4P
iC4sj3gji8Wq7QMFP4rDj425ENCMcJBiYsyac8yShXHWuyQmf1HYOECEHse4GwmWzyyteRQjqYNf
Zj0aq7uqHYriwq7y9ZC51XZu4hu8reIkHYwU+Smy/XBgbNWm9hcxWeWzVqTB6Cl9/wUZa+kH+NVe
H9zLKE1JXbHG0AeeR+uDtBwFQHoY4m0axzG7SMjtNu4NXEDdQ6Wn2XBi6nW7oplC+4kkIZWgdGjN
onN8u+tzc4n+dOXNEgKWrBKRFJukn+fLQGnLDTdVgfwN4khd2QrCF9buKFs1hLkg9tXAuXguIPeH
ij57sndN4lJyT7pDrJKpgoD5YlDcIAy8kPD0GjlhHFtLkhRS22NMs0Hdxoo+zk+IuII2YCaeguBI
E1LJzzMdQfK9HTjdQ5pNiMEFenHA4RNfhsLNepQFTQAwt9C3SdkZ5aoVegWpOuT/Tt0sqq0DnTXI
Ikj5+/YKDdgrKbglcgkff4FlEOdGIZQvcT81/dMESmt4dkTjOnvVknTXGO8N8WkFHUV/qVWElxsi
wePgYA0Vmd+4nTuCsUejy9rzuiHFYjcrjbxiMoQYvp2qgJ12XcEcnqeG8K6uqdW12tvsLYXdy9Tr
JqV4UPqoivwkNUpo+h1Lx1lJiOKBHjs6sNnlomKrBHLtu2nq7Gxo7vaGeYSyFgUqbM+12wKLlVOY
HgEGpFLUnZIc00kl+wdFeGqcBHMr5x2qThExPSpQMahl6CwKrkJ+6SUuk9VEkXSiGHV/UUxSyQAW
J1aHxlpkzSozzPxLp8v5e1AI60Sz4tnru3h4LnSHhKZisK5k5HyZA3O6QmxBiyDmpDViVgJlM+hN
upWEla4Dde4XNTXrJz9EcVazrRZ7u4q1LYyuYR2DrGAsqzTNw+iOaJRiwiu+Me1S7omtD89b/qaf
Wk28ziZjujLzpTsDzXZbkQh8zPVM3oSJHC6bPDX0Q2A3L3QsCd0J4lwQEz6XoGbc4jaxsSF6KtDm
l17XMrBgSKqI8XEI72JkO0BebrWb0MDtuDKZc7+orWF/sTMMe97YYeyMp9Fa1y0RCIfOwnAfxI55
J9A7z9s50JB9yIzkdL3Q0yOKQjvye/LHziOS0NbA4Z10ral1QERWY4zfEZ/ctrWF+tAe+vwLsv/q
hhVAr1eaUMiSkXCy9h3klWeHEJuzmPBZ3zHzEKmXPp1CtA8ehyiatWNWtMO67zJSfBx9SM7tKrEv
uczj3pJu+tiUHThqrUCf2Tuc1CoPERFiuqCt4Y2MQb280rQSgbhV3w987PGvjbpVbe1eiKtMcSxW
RTv6kqt2fxr2jgJEXBM3VtTUD7U6dBtkoWTdj3Z8VQrw0wtEf9fbygHyX7zgz27UdKzOBuEOwfmE
YXFXJ5PmGSVZHR4S7umkpUfFP7e7WG/1YaUGdbXriMU6GINq3tZa/CSqMj9oY3hMI3AAmPrM9k4r
S+KMqMlPbdGdQ97Obsp5nn3C7khyqmeShIoCvXUcHNsCM5PZtfVll3XFiTsvpQAZh/IhJrHqwPhD
uRoaTLBtXhTnKuQkNA9KiOS+r7eVJIsMa5Xyks0YfTxSNbtsVSqFuBzVokr35UR2M4ZKy/JIAAk3
KDDjYzZ3L2GcnBM9hsO9Ch4CTb+wh7S5FlWlrJO4FveVAqjFiEuAM+1prVXdPonKmL11IdUXMrsk
gtLohAgF1dMqEd0piqojG2184v7E3g17yoWmOVQuvSupLuErhlBh8o01yVvuPAQ3o1uYG758z+Cg
4t6zbLxYpey2Lsbfk3KAxpjXCBxIKsdmVep1mqGYUBmExO153ojxhCLH2bGgEkM9JyjzZWjeUQYp
1mNVEBZHE26CNaFmeXWVZkw5yIWpZqJcFGCSzAPbe2Ih1AAPbewiEXOKRvo9rIWy9O2wBsHkmFRr
OxlSlVxpszrYD5mr9U+RI63Sb6Zo2qHazX006ioqXu2lDLt4QhKoyO8p3/wzzCP3WaEkD7KOWJ8J
u2EOoUqvCxgQnBhlH+8CUpH8XiXyB0kHkAhYfTqhgmp1mo1KCi4+Lje2iwd5nMb0KAFWfuHVUKZ1
ohjmtjCMjnZclC0y1ra7G7M+VvZZuSzbnRZiaeq0uGs3dj1N37BDQF4HwlO050IE1TasMXibY66v
cToseVFD9tiTupl5rWr1fmD1LjdZ0d1N0qC2SSZRroOyPNcTtJZr4diBJ2DS+gqOo2lVa0IeMdPz
e8KEDI1hPprBUIUbWeb5cQrY3LrEYmwLvS9KD42xtlG0oV8HqaLoK0pn9M302LCGkVQ4bEaA3WsU
NMPRwPrslfFIN5oN6fDsJml+naORfXBAn36ZlF58QTfTXo1ENdI9tedq06uTc+/UTbvr+zTfjF3x
PEtb3ZHNl/nEFQAk0HJ5WgAf2tjOnD3LQTe2XSrUXZQOhDG4Xc1Kacjzulcj37RwBjdhE1/1g8g9
ggc1xitS3jJLmA9067T7yC5vs5iYqbly1G2RzP133WS8NWb2d9Q56bZ3s8aDYKKsygh0Hg23K+qE
hq9pzCwF7Z/pWU3lXOg5be9ktsPTmtkBld2IrnVWg9O0aL7HmZnQcYxb1zeFqK5I8iuMQ0POso8z
W94LQyp+kavZti+y6GmglNxFk8Mb12A1u23MPNuS05lj6e/E44AlHPecFCNGlHLMVsqo2Nt2LKlP
7RwmsxjqDrxfkhLWB88TF1+bgmxny5dTnI094tZEf8ljs9tnMwUGdhPVXg82eV/0qKGZkCyDoVTH
60KgVzlYzAqB1+E5yikaFF2QzShrIuDkq8A6rAPlwKAnAdyCb2XbtIF+K5ModXk4iewoHNJOViNA
zy+KXpsvpjVlT3rVDaex21IuzqJ+nHQ6K7MkrNFDSmxB/WmgviCnkQctX4Kg5qAbvWkW6jqk1+NX
Sl31SHDJD0QFMIfUdM1Fpg/ijA5UvdXU1F1LkItXNgo4SF8az3aT0wkPs4JkDPKtILTpHSHXGQyg
A5ErSCgyteZJNGqbYOOxTbr0lMgo2sWlbDxtJHUDGSXDYwePrekLPcOYTzL3kc6urZ4WPNuZD0+6
5pRgeBkoMgy2gjyxwxnxHOnNOA8sW8oUBeXJaCb2LmJac1UpIG6qIhXJoUcrFizt3OZ2KOkLraB+
at7UiMn0OlvDCdnAMhnvu2Y6ZdhULKkDaUYSc6ZGuynKjTU1jHlhBHgDmNtb2EIH1QABU3QXDuvw
XkxpchzlHD7ZjXSafaiGur1OifhbD8LEIplOFotWGkNJiRHVExiSZPV8YhZmXK2WRClsfF36QGwS
VWBm1Tfh2PAqFhSOqwjZ8otwWonXLEj2CqvcfdiZ8VNP7sO6aJP+S100+XknWJ80C2oekxmAa3Ub
KecdwRznDku88AK9cO+ZDi0l7MDwamKDcK4ULaLbxDbXCRmgDtWDoZ7FRmqfEV43fNWoKdcQIsS3
HiJE4eWJqQb4RIL6PGNR3EPPFUf09flNTuw8FraQerpETAhQomzLq7J01U1FOOHJpLbqo5WGDa7n
wNqruJhKVPZz8CzoAvqaxFDtGPVwSUwKgSq43qbWx5i24DbMeN0xFtsWc8dHK6rc27QnL8NQ+mEn
Wru7F6lTb3giykdT7dT9JIL025TbyRH9tkMeWTFsSwXr9KDm5qGynHlCAo23TtOCPX7u6XoKlOS7
1YJenHAjn1RYN1fd/2HvTHbrVrI1/SoHOS4a7JvBnZC7lbRlyZLcTQhJltl3EeyCb1SvUNP7YvXR
p5N0XHb6AgVUATcHiUzYFsW9yYgVa/3/9+t9/IiJVpIKJVMQY3PxzmBhZPPJhikMODIRqBeUPGSz
vG+CNrjOYj3emXMgt67hHx3E5BelWyU4Xx2ki2CidLJUy+7Gt6v4c9931clsBafuCYtpiqVrPbyR
B+HwJGumcyhjAMyhzAA3RBkGxM8k6lTnLnbGi9wib6azmhu5ULlA7zAa9NB55u5YwwmT6nKV7SdS
X85oXZYRyWOOoKwV5Xt7kZMVJQubtFeXzQZCV1awhlfGdZCY8kPdedKN3EZNVPFDUmDAiJOFfzG5
wTWUM/rsOeczL0QLxAmbFgqVNZlwIcZK99BTOuEyWfuuG0/M430nGvvjMMvprjWWyonsGSUYMCHD
f2/Uiz3ySM3BsR+cNjgHy5flD0vjBQEhNBT6xNwW1hF2RzfvdA56ck+9/KWUo7eJdTldjbVNWMrY
+V91JN2fJNJsSUaVP+RvG8OhqeRT7a9uelXSOS8epCPm+TYfSXUnzC+rw6Kbkg9BrNyDnG15Q/cj
3nfZDLhkMhPdOVpOV3iRLhJ1mGbh2AhcnIwJHnOdamMmCudyzjD6THPspg4n5hIX9VDr+XahDVfs
xWJZuwAX7SZrOueLm+jdPi6afNpiY5Ui8qioosmL6XZDsnpyV7cfWa7mdg68CocR5NVixxl1mbai
opA/tu408lr4prqgu4PrAmd0dduwZZYRkV5ago/WIBoXsczdLOwMRm6PlTgLkib0qqx6HHrDOZPp
2IeD595k8TBuxDBpj7qsUL0oi37AYs03aZ7ZzBZma0OTyovmyoQ2m2f5tVEu9d6cLEYhovZOA8Hq
N15fF5fcKacxrSrILtUFnl2C/CKCnwiGpOtcXCpfS1EoL+2WvTVPiAMLki12EnXq+o5A5oBeYxw1
eYZHuxH5O9JtU4QzdRmATbBNPeLcVV65pMFIkpUbRz8ZXkx7EAaVIl5Sny3vbFjSRX8nSoK0qSB6
VZ7T8kD9VWRmmkfZPDgAcDxLs25EK5vkSiM7iMMbT9ZEZuWqnHaf0JoN9cNAYp6zo+vd9eWm90WL
X8wlnPF9hrHTPwxg83IM43Exxx97Z/CFzlPoxtrerLAPBEiu6hSDQ+4VzpXkRG4fY2z3PSjMidMM
RPcgPk/NUS1bX8+4ato73oUzt/7XKe/z4PPsy9gpQ4ZAo9o20nLFxRhX3hXHBzu/K4LJ7eEp5pk8
2o2f+7t0aGL/RIDSHF87sRU3u5Kjw3QER9bku6UvuGqWVM6XmgMziYA+LqOGgcASZmTIEeZjeBxv
SVklUTrY4B+KjW2M1BXcjUUr6jqt8rY85MZIqijX7neuh/p8mwxjf25PaZ/tpoqt5h0RWrgHM6R6
8V7nbXJO8Bt6rLVFoeyDU8RIgGgSVd55CdB12FvzQlsSWcVixO803+HiDPc1f+Nzo8medqEaj0kg
q/5KaT0ZjJZfpGqf+x7hgKRk19Whl6amXeVZG1R7Mr8Z0rlKms0hsGc3vij1VecpOEvpdy6yOZbd
Oh/I+SUcm6ErjgDtKlhmrrv0C93a/yE95Xf6TFBkBoPzQpuWmgrZvg/gP51JnYjJiPCzZNn4sWwu
MDTPC/KfUfk71+SAFWkTQhrkkZV7JedquogHlz5zTGB22vF6ckIpD4sd791JExRJvVsScL5Ue5j8
ZkRkKLUH7LGHTBJoOQo9vqOXUYWmLrzjQAvxWBWmce6qRRzjASpwbHKUL0ZH26ameHR7M4v8YSBz
OBgAMZndiSasd4vIlGyTkhIDfJE3kljL8Q1ETv2li4l78Kuea/kfharmEKjhWdZKKJmE0Y8u/hgn
GJstlRexdmkdQPUgBXIpYGKnPW2ttEw/iIWqY8xJNc1JAIymXhO73l4qsCVJuk9nqR28UXAetinD
SIcOi2LaS8tztz2Euah1lmkXVzrp13AM8OMVxpUjCaoezcSCGjS2aXx0JNgwkqf0gs4KC7hCvrf1
ayO7J4/bX8EOvOgFOhKGd0wu9dMiFsgDpXeujTI55FZTbW0tVVA3ynfSd+4zqHXg8VnirxM/xg+p
J8XRBSNxTFVr3vaF235VIKsuJQczQaJwVV6Vi8/e1RHT6LfNcDKGofuENKGPdGmWR+p8nbRVLvcZ
sBRnJ6e2NhXv1HmSdfNXvw7gCziSF9vNinEft4b7kObjxbjM5fty7JMPY6u5G04c3qNFiuuDXmX0
LflgP3qSumMEY3kDAoSA8tkYLw2jVFvBnAiBUFtvK8AytPvJUCbOWux04ml3ept+cBHS5vveICg6
FMTXRsrE6qQNbnuQbvZkF7V7zDr11qKrGBJQfGfUgKeNQmOp7vDB2sM4wg2Lv4Jly49GWvkkrvh5
VNEh78zqi2otl0Yz4SHL4nwYXCsPDc828EdRsWt9F5+PnmivvGq+p6zXoroc6Xvw4pF9WyRXma/8
jQurq9943nBNDfZQ8dLiN8XagqbuqmSGE1KkTDtG//XHhYTSelvaRr/F/tvdFH3GYDrL5/Ld0qhr
Y1hiDm6Dvl20qT1WQ4J+uGRs2sS6sQF1ZUSkR97kQK7CuAuE2MS8snv42+39WOjvlt56p3p1BwuY
VFWDkUfffNQ80ZznlXvIDD05YOE/pLk1faoJYjxlgzqL53HZupYdA9ZssUuvUd3jLJpTVfvzmeHQ
85mobY8dnNcToJQ5hLBg7APoyKhM+13S+cZTF0D8kp5vrn1g/ANu5w5HzxKPmWCG1dHpOvM6WAX+
3ByacpX09kG50zvqrdwO9iOTtU0yGvOG6N8pMqX7kTV0/DS005ldjvExK3DQQYlxx+3Q2R4jglwe
+qA5UyUaaydtS1qMcH/oxBo423pztN5iaccImFq9U3GKsuszTm91ujF4XyY8cm52bsWxe2m5PLbt
ks2HwEKkvYzlh1bP2VNFbJAVBbmLHk21YcZUg9NHaK8qgXjKqe9E4n5MBE9mkRG0Co+G5dszPlTm
Ykd8WeupLWcmnpWKllgm/WzLKfaDURog09JuU6wYE2m71Z5aoNqOWe1c2PWgfQniWQsNswGVOXmA
Q9Pmri34SueBmRdRlNR+oPvMM3ckqdaWXfIBMSy13zzIXeaRPIBqrIuy1K0+jQwRYfGomU8XxHib
M3Hj8Jg718QcT/sem/gSWkm7bgQq+cJhlFrDLI1wLlgbWQdbnmPCVc4mGsAItOqLoYi794YgXd5L
6F7n8cxL6Xf1wTOyhD3C0+Yt1iz3MCTDHvog6X5p39sbpoRq2tZTdjFU7nBGh5A1PB0QiZTyWgEt
Ouc7rJ/sJY9pMtQcUrB03dnDIC+mvCxu04ZiI1wczgGRWU+Pa4P4q9ZTTTfQme5MpWebgbMUfRPG
R5uqxK676NbA7RraZJ9EyxN7RF3xeaaPfMR50thseKUU236e9dMIbWPnMjvcVMb8kJpasGwGstbz
bUwmu7UZCrzAoVnbbrOfoMLBJBT9h5hG6nmj2CYzP22vGW7XUaFlHsU5jTRIclMQWmmm3dO+oHzW
ij2HHeNkWn15t8S52lkgLaO+y76QgZpsaEldG3Vw3WsFgEVqRDciFnPZ5GjhNpgO6GMX5IvgGe3H
EL80vOCBfHYd2lOWI8uqmEbEWxiBXUKdJIo27Gzk2ZHZYqET0LK2RP2mkcMgjXq2Mt+OjF5p/9iS
GOqBntCMlLtHy8mQWbTTTi0mq09emuOuVUrtUr3UD7UNn1ySrf00LPVZ7s0ljXddnWfS0N6yUrt7
pdiUKVO1jfBj/da1LZJNFSjPZ+qCPyb4zyf2q7LjbwGKA4rCI+wH6BMKD9tAbfRyXN9VyaRZNRiZ
whyh+lDzojplvouU8McXQmPw7EJIiSxI7TBPYRKQTwOf4OWFYsyyhRdXuBGt2u7OKjcz53PlLIb+
Ey3aKo36+45AfCOCQMWCVNfQHVw/r6RTsa+mnKDMDGZvOXnbZvT6PGS4En8aG6pGktRbSTq3E6S3
RuI64+/KlReSiOcf6GstzXp9nOOWCYNhFcW9pmxMHeL9xg2ybVZrdhnGNGHt0MnQLdgpTN2dr3lB
+xH5RD6e8MgbV/rS0mOwO9zPzNO19CIJWj04Gf0gnd91Zb8kq7ltOBBWry2DL2yG/57yZv/UXN5X
T/L1j1p/m78si6hH/vjtVqnLi/+zrXtK6OvhSah3T5LJ659Ck/Vv/rt/+NvTt59yq9qn//jXYzPU
/frTaDe8QLSY67f0Aw9y9iTE/W8XT039Unaz/rM/jMerXdDDcAdtHMU93y4P+J+JjdYba9WSBRAl
QDQz7/1LexO8gW6IApoIGfIsvqly/vAfortBCeoHYLHBXVAe/VJk46vXmHcYrsTKlLBJreH3e/V2
CdXXVbz4x4GJzL2C56rCoh/6B4OJxE/0gS9fZJKrYEMDAkTvjtORdJBXWjFpGHnXdfORbgiVPrCI
UHd6/5dWiz8vQiaGR16CwwH85WpBmHPa59l89DxWUMfMpm1Lw/0nF/nOh2ZgPGT0bKOkwlX68iLz
YAFIq6Yjdwzbz2FZbkxrup7tLv5JTsHrzwz1LdltSOI5YbLMvtb8AmGaUuJyjznaqIaeTYkSo2WA
8ZOl7/uXgT1kIsDSEWa/vKHeneDYJO0xi3vrdkjBDEP+7Q/PXo3v7BjrD/l7feU+dPYaRhpIeNct
w1sVs8+0vjkD2VlNHOarSe2HqWe3s6RLm4SDKa1Xq+1+kmX1z7tCVIYiFr8iXVMW15cXNCVF+uBZ
B9eNq6iHyx4RDfMz8+H37opXG2XxaiJyXkc6Is2YUllZhzGzi4hJFRmfEw0CW6Mkogj42Tf148uh
63p5TyWNsHHRjINWBc4OiAs4xbbq36bLYO9YR7rrH39nr5wl3740Oq6IbS0+QjbFVYf67EtbXOkO
zVwfSjXVnxtOgg/tsIAGsIt1gFNkhiLovvKLq9nl9LAxYxEQdD8P4k5PfJodynZGHM116X1qKwOP
nwWQCdUqM5crmwhjZgIEuX+QVVfJ1cEhDwOp9ON9UWaOdi1m0+TaUnbG9sc39voVxnfEioevDNsD
sqOVnfX8vvoADmnWDQz1pLP3gkmcKvKlDoStZD+R7f/zGwOH77DGrxRzbFfrnz/7BGOXHl8JZrJO
en2rWYmHbEGNT4CyIcT2S/szvMP37ozL4FwnssfBZvDyemWnDNkm4lBDE9nQxlN735+nA/2s4vbH
n+E/3y/uDM8jzltKFud1wTTnMnchwB8IdVqY5TXapqw5bP3yRdZlnB2QbYNN4dUXNdBkUHncHKzZ
g3rn4Q7JpsrY/fgi3/nM8OFh+YKthBL19dJkWplmDF51GHtG6lCmOVolyURPyul+kvz53StxAUz/
us6itH6mz54G+pS+pXEOz7EVX+RGr+2apm635ZRab398T9/5dhxsLngP0MkTAfTqueuUbs6GVh2U
qeFTh5SJZiIdfrKnf+92TN/wyPr6Fv3w6nYyp+h06RUH+BhMMRxX7lPElcesHuyr/8LtUJ9Q33Ly
8F/fDuh2xHaqPGhBpvbNZGUbYTNg+PFFXpo21tVuvROmnLALeN31V1uUqy8Nx6X8wCDp3mlLdWq9
oT1Nlem+q2m6Qz+b28//hUvS6aOKWBvirxMDU47r5qTyQ7F0aZSDJd8RUlcd8PjUB6X6lkmNVv2U
KPatRHm5GVOQYsCiKF1lFa/tKTTM+sQW5R5GM3780Z30R9lkLvoGXjb4rQWY97yHF08aQtt/snSR
PwQafclQWQ3HdspZ/ZJhxfRWTcWiwthtxJk7uwIdq5+TTMUSpIcpv38e0hmNd2Np0AJNCxmoqBBB
JqKuJZ7rWqamfekUnhiu8rEZgamUdSHfIRUkta7vEJ9vykX0TRjEZtXTU4Ybdu/gu9ARQtt49xnU
unbkdmYMxNrIv2ZO0MkzJnMMoNFBNLeIMdp2N5pSZ5RRTAd96VcELgF9J90c0FnIjg8j8oxqOrPM
xetCg0FDspUVsmyDaW2Gzlf6lw0M10+upeKcpuJoHuu5iL92tiPt/Vz06mM5oFPf0C7BwOd2efJE
zk8Nh2HQ4eY7mVfskoS5HGBiXV34DbkDOCrjkRCneh7cTVLNXXfAN1RgZexEICIYNJIvxCt8I0o6
xSLe5aOaNgUzQgcCsafyKEdDauJcdaaUuctif0RmA1G7kGP1NUXsdilYzsootvr4putUrEdJFrc7
esHo57V6Nr7YeB21sJTu+ElPjHbZEs41n2TZE6VXozT6oqlW0H6qJKOfIa1izPp52Z33Ck1HpKYm
JjGhq3v3kChI3Zsm6PM6rDUnLTegM9S7wXaHT8FU9A8xL5jcNHbCoKNbxHibo0p/l7YxNvh+mhlU
H8iKUQRImJORjmGXOf7F6DE+PCgJBXixm8Y6LemkbV1G8M1e+HNpRAsAj71ou1tXa8r44Cv2POw/
LQICZ3Knta8+7FOowCPK+km9w7BF4LKFbvys94vivUJ89LlMKuPkz3PygdJ/Luj454XcUuY7SLKG
Gump25Ov5kC1/VgpvxkYgidEngyq5zjTekKrdmaOcZMHspcPCrDxuJlTo8yQ2rrZ/ZDmzhfZZ4gi
kUqrJbLbpq3oDRe84pWD0BPm9lx+BVHMsibL0vQ2eV+l98yYGuOImzfO7lqN6d7ah2NQP/VEO9Oh
FvmNM1VWH2kcKJGKIGZtooElRYaJPtU6kAU4uvRM9eWUeCZA365S87FN6m7eDAQwoyCyhbanHqLj
PYyp9t7y0OptYga9ZIDMXWmGiejVQgcibj+nY5DxIumD2jP2RAqaegZyLR/RlnGNPlbTN6mPyNQ1
uqY5uHNDLIZSpf++7Kq5xaGMZgh1M4qMrTsWwXs16HO7sbrMRNyCaLWNHOYpPb3jsrqDT9OBTwsM
wjFyWmUzg6G0eixmld2U2eLIrZp40S9bz6tAEriV/bVUCH+QTNZw6ZeqFYz+YqfDWMt3kdDP8Vev
v1WwlGROHT8iN04wATC3Ji2lb8pyR1MFrVCJgLzCJs7Ee2M35vyIwqafd23GnDISylRZJOIEWkOX
OuX0fh5b22F8S6CJAx187PP4gug+bwhVkppuKGhwpXijZP/7DvxLnZl/r+3y/12uhIVF6P/ce7lt
kuaF1Wn967/3XIw3+Dxdah7yGrAUYTv7q+WivyEJFpjb+h+wuStw7a+ei2G8MdagMexONi0K2Ll/
2Z3cNwZ7pEurhIpKt8g7/xW3E2UlZd7f2y92V04f/HwKGVo//LxXRXqrL8rx8q9eRjzYvp5K7cLL
a1udhqGhnS28QCz3LbPnS4bsgXGRyhmF0ZQF6aVmGtVXLzWRgsGpjq/YNuL3OYaqz+lUtHcNEnt9
a5qDldBe6cD0p4kO78QNxv6+0cwOJfykYaTSzTTpEE90OiIzZxze4pyPKeODtPeiFPIE0xxS8q6s
0hbDweyE3m6V1lmfjAn522MdK2F8MIY8TvdCjkG6T3IMOCf4j9kxYNnUN1NuuN1dzYAOfy+ufPcO
2w5Bma2h+TuEb8Arx7Ihmp1GK/tlVDetYW29qVVB6DWIbI8uKu92D6e/MXYzM7X8nbRbYUd9glOH
ICDbvdCTpDrhxi7IP/AaRh3FyOg1nBHJPGj5jITVR501hAlot7cN1oX9JL0suxoN+vhJpGJDlNug
ny2IxVMmRvVWIOZLQ4cZM4ZvspQY8A9w9LHEF058obKWhB4bRO5taTgkzQQmArbdQrlNaozZVKP8
QoaEljAqcts7R87OZVaj+3J2zGBdsmMsMxmuPUQvXwK24jHS7an+avd1co6XgIlVLuxpy+7ll1Fn
F1Oza0fDIUOgSr7YcRwoxlyOLLbBaDP80qvS8KGGNQMxpHUubvzCDJw9xwyCHgQxG1CDsyImt8EM
lvQYxM6i7xn4dBf9gvgA6AGWpHUwr5WRw571dZVUt+FQ9DwFQpWxiFxHG0nXyAM2FJTX3Rc5+jLd
T5B481DSbLOhAqYsdIsu2fjBZQZ3aBSZ3DWAkEM/rxQ6jTyZKHHaLv4oS/Ta0GqQRsAHOs+CuW73
vJEIlut4KG66kWFTKAu0W9EEA73h8fTKy4BZ6AcTbXlzXiD3ZQ13ZDmjWJy8O9caJuRQyjNJqOy9
VEWWSKovzEHluDEXUls3krkejBxfJOW2d1v3csm67GnJfOBGkKOaa6LrMgvFzNI8lH4ynSdpGhTb
mJoXE0Hl9Ow0XVl/nB2zf8gRty0RoQ/ekzlmaGnUEuQPSZCnV8DZq4yT1oS8GFsQHgIzXXXZY+sq
YsLGAftW3tqZhXnGTY5jkTDxC/U6z8+njMowNByxaFEK4/2tWTs2sVNzTihFbvUTamZmQWWCCB4n
QArFdtDmmfoGWm7UWr2uhbT+17oJcchnK9DQhfY97gg6LogAsIqJB5w1EBVsLDCbXCdgKVRe5VEz
oSavtkEy10BvMojym8XI+VV7zXRvrBw0PNHNbf8giNTrtp6NgnSHcUnsg3lMnXVq6Tl7f9IFxGhY
msCe4z7FqIYX/Y5BfocsDovGU8kpstvhuEvExbLoTDlqw0KMFtRzdb0MWnqyy1arYTGW+dOc2sVd
WgYpSm+eexHS6areJUqiUJGtcvdLblI9o3Up74ch7T6vaj/cV3iomkPNisL0L4nbM5S1tkm9n7h3
ZpCT6rQ0/jrbc2rXpJKvtXN7jJ2nKZssGRrJ6F40qB4R0ZdlixtVpnWybctayINHwNbKHRnHgQVV
2Psal9y4ceLC2adZFWgHt6Fn/3u3+b93+H9BC/jRDg/htW9+Y+b0n//zN/XblYD0+pi1Ty83fX7C
75u+h4mZHZWNn4fIMyB1/Lnpf7M3W9ibQfCAmQhW6/GffNc3jFjAPwbfBiCY6fmjPzmP+hvIAmzN
a6VA6xPUwK+NWr5h1J5t+tAYILpDjKUmWac6wWtAAucqVXfkhmR2FEx9e9TrRc4RNtSDXmbiVMSm
lqGBypc29MohPnoV8bWhtaTWGWX5WG6qwqvu9DnprpyY7BA2QrV8hn2jbegrNbe2m3Bgf/aRf6dr
b68d3he/9YrkQXpGQcR/w+t42bEqGAmVwvs0Ohg1w3g0jKs0Szh59oXMrxOSO8PUH+trmwA+eFbU
xG8BkXVfQVVYJwvs+Jklzfm9RgPhbTm7Xs9R1jfO5wJ8Kl7Tcfo0Ymy55VHR7W1FXbTt9cwlats3
2DyyUnsUsTM96Wi53k31PO+cwRofcpA9Jy2Jve2YjjbltajzC9UQTzMOBdviQtRF5C0I5EK60PIr
AkIEGFnjXBCqiHaf8fjPeiove0c+DJNvYC2QFERO+u5rUG0Pp7v01s+JJoClB5fARjI6HY29Nb0e
gZqBjO3bV/PfC8O/KMF1l1f52aP6D+DB1b1WZtpjmt1jGB2eLwp//+s/VobgDU1+cuY8zgN02Py/
VgYv4B1HXeDyaAMleh4yZzGbJVqOpQR2IP9kJWz8sTJY5hsa3iw1INQY2jq/Rn6m0/fiDaNgtzkH
rMyrl29WYKo2b2uNdmNjZ/uYEp10r2xCZreIzxj/sOiYAaWoNlUHvcFFa1o5XR6V6efKxDh9JA1y
CUG6ZfeIJJszwcrwHj25c5Ys5cd8kp8RLclLdEwasMDq1hW4Bx2f0mzGpLJGYqnQxIgWLb7WRrjx
y31ZBGcp0sd3qTVrBr2cGXOcxO0RD9NFGfTFe6co7I+iqu1mM6oMjSG//Amjxuc4QR/lL+yhEvTL
zqbtvGEIfGM49zh3iYs00HWnmYw3WD+i2pzkxpAyP6H/aE54tdShabHCG0J1YbMmWoWKv31wpDY9
OlkdIy0XLAmjkSQXk3Ldz3SRzDOI0N62Rd0GcnVxQyVVdQFUHQNtba2tlyJunqhfaLi7VnJo0OOd
tyAcHhczjndicZPbGFbAe683yItchY6cUMSZFhgGA5vMuu4aZW0leuddWRbDWWrgRDI8xekq0Pmf
RZxIKBUu+ZpeHdy4wl8mSlBcTCbOypD2a3I5JeB4aiBjZFPG9caa2uFRMgRgyMCzVbJ86jhvdDGd
Ufo28Pt1d+sE0trbdt3niDrL/DS2dXtSmltfFbEgHytzaLmQxkSImFughhZNfbJ71zy0uZ5fMnIa
PwysmFGjxd47F8r9WxDe2kVNfPydoslBhp0zRGnaiQ18p/Lt0jbFZTB3Frgiu7mwYxMafmuMbkis
YIwd1aeN26TpaWiDLMI5ZCF30voNQ1f8G2A6QttfjK2ud4u2ReIOk00XuuTw0SM7tO6q1euM6V69
n0aLUhnM5cnJxmu/ahFOiW/upsx/6wm43TLHS8EgOjlYZgYSQckn4r2Ky8FOWdNTc/p9Lv1/YRn9
vgJmvdD/a7KVNSboB62T//xf9dPyfMn8liv0R/PEeLPWPMBH6N4Z1rdh2O96FY9lz1gjvmnh6/B2
Kb3+KKMs/mjtl7Aasv3pLJt/L5bIXyh1oLwCg3RpdfwSJ2btizwrRpDjwBtBEKYz31w1Na9KKCKF
lllXFeFwhl59LvMpPVvsjMg7/Cg3k4YBUIllvvLQTZwbmpD7Zx/Td4qhl+Muj8uv7RoWfIarjPpf
0zNRPqvaSW2INE2qXzX1MqC3j+ebQFjt5hcvRQwPtSwjKWasFD9rWfZsUMgLY+N9QmdOrHp5i/nR
jRpqQpReZfCTu/rHh2qzOerI3tjO4Pw4610/u5SFiVSINedHdzB29mhctbAIxsoJUzKL6G0Y5a07
+kxd6WUGTxKfmHX88d0a//hkuUvqY4u90OfBe51JILMh4fRYkJoRj3lzgJGSygiX7eBs/CVDdmkN
mo7IWZWfnARXD/aSon1PMDVNpKkmf5mQ4YHNz2GWAbqDGMZ6Eu2v4Zj5/lE3r5RptEwoBD39Vdsu
Az8AZojGcu0t8tRq+XimoVz4iW5lLS1ePuUA3LgQikfdpJh8/Zh1Q94GMIuLsNDqLA5dH0ZnCI+n
4SMRpv7Jm5PsbTVoJH/adTUte+A1zhP8E/frVMUive5MPb0CLAmTt2NT0bYqXgb644sR3CSFV05R
EqP1j0awxfsiKOtLwtF7C1+4RRxgH4yO2qnUGnPsgK39+OPvej0wPH+HGUpDDXM4SgDmt8Fav3zc
OBpVijcNbwpuqJ1b6MTH8M6Fk6qmrezT6SeT41eE2JVfxYeISIGDH28S6MSXF6QvM0x+s+BxTfW9
7ZQFXSN3M8YDcpXisx+LG+ZntBkhqDX2p0kHKeMDAPb7fe3WwDDAzUht/MkT//K48McvxWwedR/L
JhE+L38pj3YWjTWyYVLhZDcty9m2itXTIgv/fLbhqBDPXUY//uRfFppcEwEKxQivx4rzog/z8poL
LhxM8AE5UbRIjimOmB0C8J8pg793FU+HrsmJG1ol8QgvlhMMo4RwmkxJu7KFfIHQi6JCuj/5/L53
FbYCFC6ELtG1f7UTqNl247FerzKWydFwepdqlT7hL39ibHScsg0UASsD++W9dEFdadgxeBOz7p60
3Omz0Qn7y08u8o8XHmo4KhpCIJATOuhC1pt9tgLPhisbY3QeBbb0OtQJCMJDki1B++QaJTKhVk8+
SIIo9UNi2yv7iqrX2TJNZmLXTRCMLofeasxLci+Z2g564TWX35qWGHVylUTz0jfdsbep46J8Fowt
zVnS086kVzrX1ciM7xz8jW9dJGbCv7UHgEhnaUy4Xmgp3QAHRHLdcJBWXhcb4jrp2Xlpbb9dOqbH
4VK2zNZjRpwHQr6CYN/V2UBYKV9Ih2PDYegtknx+6B2jyDein+CGLPAKYOzKdkretmNiHWYl5vID
UYNrKnTjafKiJMh2eTdY3aLfxU2amPtxEP2ynQJDPAazBktaiGrxI7138+rgZQDKsWyKdMT1jwov
7DyzgsbamC1i+JGjwW7VHCR7ZS/ig95qY7UZ9Djpd1XcOm/rThT6VgnfH87ipR2XTVGjwd70pYzV
yW4lMJDJnBss4JmNtsqm4XELdxnoYu+kARgOhco3NGwVTxGcAr/bm/3AIYFwZnsIdavT2MMN6Rjb
ySiHJJKjQefHkLrYcWBrrKNv2Hw+hXSWo194Gv9GJvpneE0NU5PMhtnQFo7W7QzMGxXd9PUTdEpi
z7bKJd8XKwU7XsbGfanMTMwhTtpv7ebepxJvlMZANF/GT7NqiycxWaPcetjug23Db38nRsFDUEID
Mhjta2/5YSKNithwq60AUzPvTdQvass4YflQmJnST3ODF2JrzAB9d4Ga652yqzo+mpJF+Mz0VT9h
9kVNf6WNshM7ozCZWDtwKIhwMwbtoyGCRm21tgNW0DIy+ORbY/UQZ+lYhhSmWXZSHdPvEJ0UggdW
bnMORxgsK5FLr59AxeQdBpIMu24iGjKEaeebG3Qe3ZfR6vAsBmY2Yr2CLLZJOtBw4KJLeWxwg+V8
EwD0QQguCseqrdG8Gn164RFgdggqo1WJnmISCWFEBJP14DSNj1ey7wNCgyotJfXbm43yvDUKbJFe
PuVnk0aycIf/YoqaJcF71rqAWAhy7mCGJg38hSiuJZt21njJvfK6wD64HfO1baU088Gfi1lGUm8A
DYmKQGwYiFV/WXVz7R1bK6nFWR4TrnLllIHDq8Nw38StY8YmLTWUEGQwlwaB82PgIbdR/5u989iR
Xcmy7K80es4EtZiSTpcR7qHVhAh1jVrTaOTX1/KsrOx8PUigBjVooJGzJzLeDacbj+2z99qpm8Wi
bk3YIk5B1MtcW20848+21Y7WmdW7m+Rgvrta17Z3QMlF8myMg5Mdu4mq9FXvAA/RhJ51YKclDShD
oeArUUDrtqEYNPWOwEBks5BKNhvMFYbcDsFQfyxBNt9bBJhMgbpAC0IMU88Z2egkTr61h9F141aS
YIy4W1NCnhat3UdZAWV5Z6aF05A3NqiM7nWJd9evJwquGU7TRw37Sht5Hj02EYQ0xWDEUUpo0U+5
ajeTsNj7reAwKM3q/VPXDniYkB5A1a0A8M7lAJEQ1xiYn1DNlb3emf7kF+C0OvtHz9Evdza+gnSr
r6Z4VX4nSfwtefeTWaNHfbGVNbHV6ryeJxXkMVGhgUxi7rcnrA7uE/9JyW0C8ZaoZkOjQAjfY7A2
qsTVk4Ht4tuc9zVRWPYOj5nV2wfN7wkAuXpp39LwXdM4nhDeD12cC2KTleD5yDC1wdFMy6a/hd/J
kJSnVm8dTL1NHm1v5U8sK0uwSZyMs0ZXeHeofAAMke2XNCKjhU/rriiDFYOF087dnUzG1YUv0VKV
XTszFQcu7JeEy/zQffaOv5z0ymCBZTcgFyMp0/IFaFPQxC2H2G7NkDFC6nCsbpsF/jCBramqiOw0
9DCGy8uqsoxlieYMc0Rm7cpgNwHNp5NtHP0Mm/SNG2jaqe5mhCsJLfa+rGAXbtuakDwmxXkuoxWP
Cqz53BAZXZT5iLirTO0P34jhbbEN97NpG0iI89pZDmiClByfZM/E5ixtgUR6fgILflZiKdiiaVwV
W1fgytGDahpgi3jOR4B52UT8YI8J7gmrBtSedKzZUVfa3SK1poh0OmX1aOVnftv1jH2tsxHgQm1N
fapeswrKH2Gh2YxHyxJvOe+s+mgLMzVoqQTYEPaNq11EAm1wU01L80jgEXYQ2JWUB6ecsqdiVP5z
oNrkTzWxWY20jpn9hpsWspBVLBSXrmkr/gy+TO0DqeXqZWGwC0JTDM60SdX1yuNmieWFhMN9P0yS
vsc9AORf46uNt6Xw2jv2nFS4lok06QxPRz/iQPHf17Fr7x2trJ+bYrANMEQpNnJiKm0XOTCPrgst
d6EcUbct/95r81LB4VR2sVvmBaPQ9ReCL8Fr5mM6dIHE7tMTX3Ocbv6uJIS7kCxDV/BS1dqKz6Cb
AvAAzopkVEuMgqNLeFpW0udnBhwmpjHp2t7iMsDba+LxtcJE84qJIOn1axVk109V1h0F3qtRZxsX
S15tQi/r4S2V/QJDSrW6J+5YcNbqUWOzX/YRDRijd2z4a1MWLobAMZXXtLbyaJWuWMqN8tTkH7qh
cVANyG8knLXLYP2ZUtuoNqoTfl3FQ5GRx9v8fd77HxCc/p+z7LAh+ze6Uzj14MQ+/9f2c/irdef6
r/2n+mT+jWaAq1eelinssME1wPOPtBSd1gaDwzVFRO7Jo9v6n/qT4fztqt9f13iM0fxL/2eNF/wN
vw/Xdh3RitGaoMZ/x7mDnnW9vvzL9ZU1lHfNCbrIWdyiWBH8dVYvC4A35D4jb27A44xwuBm1A+t3
1MDGYBSVsG7BXLp14O4qWZjvtci31E/jXCZwb1YqMEM8+nGajHHg5clmZpiguItxDyytd1qRwoFi
FXFvLvbW5XW6b0sur80i6MVIen0zDjlAJfu578fjMsNGK80UZqZP++E0BO6pGfLHVFt3sxrkFSmb
XLJGYWYJ3C2AFaKoiUC7oC7VN9r54kvaqxuOZdhVWVnzGY4PPQPKpl2Se3Knr0ktN7nGUN5524o0
0taF6/MaZEkN/KO+WYzUZTG5YvhZXfONIzPdtRjvIl6r2WYFgsn1jyMZ7s5zJXPnMo+mdSgt/equ
q/5ADAvipJuHO1K66x9Hyz6YHEtsG0ZJ52ORH8wMk2HFD73kwWSfan8u7pHpjEPFuzDiLSyfM69q
wIclyqBqUdBhZZDUebA5zyHFOvdtNm+W1v0IMCH/4KTymEZyGBsbzEn6PYMr/INusJMb31StwU+1
V+Ayq3UbeHrdxLPI3a2oEv9PlxpOnKacVbEzekTtA8rf3ht/YNaxlDncicL0XkswuT7n07rcNV1Z
nS2+FSkjHb3YjvCsw+AwEd1BiK5vs977E4wlHpqEX6GMzXFeDosTeDtWxe6CD2YM0mznCk/AXspr
EJrTIDMQVvUMTXPKDbmZRRW8mTnB4K9hEPDMhk6/tJVFA/YoS9N46nShn2Xv3deuxo51NZjpXNYZ
Y0gHbYO4r2BWJV1x02RrHze5VZNXLlV1pBXHvciATyMtMlovx2y9JH17RmCoUgo1a3XmzoijDEfp
cRWsURhJacMwbfCEhr2XTUsCfU2WLZj+D1Lhm4aRLRrVmr1mV7LJ2oAFgUgVtrqz61bHumJJriVW
62Xp3fRIBJoZ9urjuAe/toTVVJ+T2b6xC/0mLzzWC/LqUn8D7nQroIYIPzvVkwnvzXdjkYp4+nvu
QShUVI2sD2yJnNJD3yPX3zs9I0h3C6jgYklvV1Yy8otko6rhybterHSz3Cnd7EFbqDOKWzS6BxgP
snnsnH7XyoV+5+/CWmNF2Bx20Zvu5MPDVEyX5Lq6s7sdx9G07WEP6ol5KnsgUEtyi1AJsxTrEt2d
vBcZIepKxsHq77MsT8jpZNFK0zJE5uDk4zY78FHhnlenslURESNuwYVjUJmCkxjvK6jqdDhK21nv
nJSfm+aFCrVKeHHnle0jX5sbI79bhAlF7CMr/GfYN5G1OrsFgjev5gPONzCi9WEZ8wv+KuKFXoSI
fqJmfZNmf2xOFS46NAhZmXqee0ZOowKrQaLebjwbQk0fJ6n37IEMi4qhgqgcDB+JbuJazBcZqSL7
w8Lprszbgeun50eT3r213fyjJUESd3wbD6Y9nZTiMq7Kc91BVM+ynaHR6zhaxtdSF0rclpRobOYM
I/eS10l5T0gsgX3F4pRlP/c6WNuevmCr8s32PCq4mXmTicNQr721zcEtb4B3pSdgVQsLpzLvxTMe
OQsHQgBEA5RzWmzg/sXLUKKQpr+Zpn8hInDEpX5xX61cOSSX8ARcR+3alFt6k/bATX/4sdb+Qdf0
5AHQFtBOYWrnPAUYHifgpLhI6oG8dRKws6gQ/X5uG88Nqfw5CNEaL4GBZY3GbkghTS0j0+6TWKvX
4AFDGFp8YayfRT8Et7aVbUVijpE3mus13Q8UrgHKaDg2pmL9MWUrCFnAf4PkO0Fpz9VhDrhylFK/
6bM8O0LopWBIML3aZt7eJCbzEN6qOG/9aGirJ6Oc78qOWW5sgSpyF7vpkjq/JDU+MS199ha+GY0+
vnZVs7WLT2iZkZOKRy9bTMya+q+f4f93k2M9NEQhIS2MV4y35aqTkF0ba0X3jcP21i+m70pl+MMG
GwRXU9xjjP7utB5+nph4+RjZviK2FEF5iFsXm2OPRJooIHjrCjbV93IVY63PIg35KQyW2ode7VYc
hVx00wQKSLW23wnRhG051kelB/mPnEt/x2T7E7Akn8GVbz1RRJVjR9i1p6jW0zhPqvNSZZfuaofN
eyQorrxx4S1R0rWblkhGbXMTelnX9wF/d4fHBE/oW884eX3oBq95Bap/U/a81QhOxOOk9o72Dj5x
BxIR27m5vnp+scu1dxpR91M3wzNWYM/gA9V9V294SsBJAJtxvN2k1/c96HO7UYdVuHwduHjbnrwT
Y3uxxHTKEKcA19RfnsddNvOHW3PVD9PQH+ba3ix1eRt09nPSpW8IG0fcaseCh7jBNijG/FS7QTTV
BkgXxCW2BQAK24NNIqHybleYiNmiHU3NetIC2wjJNZy9gG2ifOwGL90aMinCuaUvSy72HzdxYit3
don5aU/glXLNCHHkQh11Hm3LeVuGP5VX7mUlbt2RY4ZNU2ixoG5KY98mvRuafnaXTzargPQOAda+
NkL6obNcTaqYJr1h3F6bnlPrNMM1AiD6zY7+IFonNod2k+NdmBZj5Vc+bwP1QRSIuocRz7NyrJgl
w22QyF1XadrB14dDyWVfQzHODezPOYv34TVV4mQtr8uc7jDYbpWCwwUzPMz1uT3qiH1hJuSD7II9
qKV7vEZoCUEdT0nww5d2k7KlT8oBq7WXLAfs1qQ/Zu3HbdtDGgRbfmERjwY8mvTQYLbwV39X9zCH
MWzp7pOj9Z89Kwkrx27JsSH0rOML2J8THbGgHh/Mvoo8C0Cf1h0WmUdeFUQ0ym2MzsqiRjciMy9u
/QHJeC2r92L49Uv3TPHPm2ksWyTcvV04W6ddN0RmSspRmw1AW/xlB7IpPrEqEMp22ge7vrT4eHUX
/vy0cRy42K1949nmzQKgNtQNcT950zOhO21Tze9rNW0qtySSiWH5BKIr5w8aLMex+uGjPBQAgJOG
G9RU3fLVCtWQb2RhH91rdCWQJJI6ytvq2bt3JbYQb5rz2JoconYd+mRGHCs1H8TVCqKZw0PHoCFH
eaelvBaVAW1oPkD91rFfDBs8JDtDORt3nkLMm4+KnpwNnHSoThgLNgNmu41tK7lfB/stCGT9BPex
ji1nCE6BxuPnSl0PG6U5T4uVvRnNE0S389haj2hwG0ea20kb71O/O7mmeeMhZ84DIHXi4Bu7H47I
pKErunu7Nx8o5NkDhvyYdf9unKqtFtyYs7YBK7gzWeFN/O5Le7ipZv8JfrfcUtP0cz3Qt5Vd8T5o
5K50Ajpkx+euNg+0m+CMJcCELhSEOm/tIE0gdgEi5TaKZLH1llcM7Div7XJ75QbvBv+I7SX0u2wv
pzSNdS8z4sUhvQSgBtG1irXA/Bb9FwEcAJ8rsgn+fiuuzOmltqp3Y/E/zFLRVe6VVO+ZHAEwrISZ
v1p1HWeBewBfweeGXJxzLshr1xEbPt4cWcFy0ks+R0dGkyzP8NJCppOI8srIqoY4sebtUKDNVbeV
lZxtcU6yj7phILEvZTHsZK0dnKF7v8p1VWmT0aJOqNU/LFFuC7BoI56QWawxnX+xA2m2XWst7BDN
m8rfQDYuQs6Yz46egFwtsZ/xgTjakzevhzpro9bNdhg798qir8Wki2mlH6lqKX+stWRHAV+U5jY4
e8cFu+slO6hLYWcnD173kVf0CBBs9bar/WD5lQXWjFaDufC3iWeFnVjgzjvGIddJ/HkeFZ7uNoHw
lhXIIX5ZvHRkh7LF22cqODtL50da+UWUKbKNz8Gz7xbb+zLENzxcCpKpRGHZepyMVxY5n06x8sxY
T1lfpNtq9XhrAxbMtQU52UYcberO+kgTI3n3RceLtPbzTgtnc9nhfJyA3TVN2PX9Yw+P8CVt2N3w
18RyO6gWVHxGyq93R9qbEU3Dij6F0LSZryzhrBwT7smyiy82MW8z53MoRIKOp10fSQhgg8juzMX6
qqgCoKStezSUR4Z5Xo/BPLyaXfowO3b/muvFT359lyZUm2rsesF+0b5w7yyk4M02OyeT/jN02rHP
Kitya5dgJ4G3pP/pkHcXHqFA+bcUYJ3ZSMRDST9gMED71PVmx5s/ZvN1I3iV3uUB1z0T7PJtLbv8
TI9PQFjQMZlOS2KmsSzzKTDCPK/6MzddbSvrwDqQF3Aey9EctoFfp2+j6xUfVHKkiJtrGWW2Ody4
V4bU2GrrhyZGoghSkjrE2XsLfyHYAx9pmsgwyRbid5vd7Viu2g1GwnLeWNqkoxV6WdWAJ17tP2AI
W8mOAO50kVvTRTj9lUm/+n/XillMIKhPpHGE0afZxpggfsCRMlvjpmHOnbtdXWhTA9qWJl5/k4yF
cF4qvSKgQmOS6Hdau2gwPEW240mjnLBeJajhnLljZQS/a2eJsQLpi2DPlGTnILNmLt/aeBh7xDGJ
vA/QtkzRaM1+FRT9ihT9fYWsFgLqMjb8sgwIw5J+Svy2hF/Bddva68Q5mvG5mVxF7VJz96vlS9rA
afRQUbkOeREmOPuppRA2tdxpadMgUTBsQLqk3qDMx70LftM+e11LxlARkzysg5b64SAWsV96zHr0
nQTYsngTwDLVakYyFvmR3gmeaLohr0lT1XjnZESLzxCX+QT5m/uJ6TeUfVrfTmLlD4/O394jIZWL
H7O2oD8De7HjbgF0rOuTY2dZsVkUMEzhB1gul8DIDhWNtcnG1pLlpaub1Nq6Nt+lvliuY6cgh5Pr
7XASADHz2PMSr6MkJ/A049vntawfRq/J25W0gNMX1j5fC53sFdWjRnurSasmYJn5/KIOCSHb8iaf
la6Ydo2VRFC+GhSGdJ7y+nO5jN0MFd5z1WM+OaXxywUu9X6zmiC1nIfaPqboteqtytb5BtjbykrR
rSZmMDVHqvezvbk2rvHQ2RNcF04C45QQg+NkylS37LAYgq9z4AZmBLVLhIqO04TzrK3929z1/TYE
DooNRyqCKODHXZL+eiBg8eW2y2fhrvlw6w5s4bEVaCtGz6JwvkhBXlcMYzCyTFW1Q6x9XWBmO1aa
sHRT0tlVImHWW+D0GWxvdO/S0o3VIu8a2oM7lNZv3QbTlwlR6X4x1PDbjEwoZQDpfezbdIcEPhxb
XTbvrYEsjKfVMdfDrC86tdRB4mW8TCgUqtlhY+Qw1+4hzfL2KOmvv8+TJEk3fre6gOwVzEs3UwS6
F5oFnC7N3li+DHAYSyBUbGdRwmc6ZFOOAUoV1oT7QyGM39FNggO77eCxHR3/AWJ4c8vC17kHfkNr
a1HPxrGnl4WwfOUEr+MM+K+rZ0CrGHyKmW7koR9DtxsofaiWfDnCXm+vn/4M5bglxn7H/cmJlJbn
h8EQFUlTr4EIllDhuFU4MF6Vk45/9N7nWZ8TnSi8ldLoQLbsUme9tu2KxTxVtuC+YNxkOnmha5bc
JvPSVgeQ0Zx0qtehbjqlMB8Ljsu3gOvzMYee+5iMPfOIPWPaDCeJ2uYwjJ8rskFvAxsNXtVZkkP8
TZT4BE2e7lD01zgfBuMbgxHJnlEa1UteLA4yoyA5nbdpA+zZ6H8NUV94jtjxUkD2B3S9wYM6r7Jh
X04MHZ2pg0buZ2eAd4ikWIW56eainR7yrjLm0BqE/Q6FIKEgwMWJf0NYDrSjaplmhEfVUWtJA+kH
ny597CZehWby0C06R61ofjiMntFcZ8zPsy73RtCLkIoohmT7YrkFxxWphV2rW4mH62wqt0DIhz0y
nHVwlHDueiCWXNas5mCtH2n/MONtiBJszDcon4vnwbWWFmtUvoVHy10tsJBjwy6VDfCm0ozs1yhW
RhxlJMvRLHtxB2nafpyB6TERrQPO4Wx4UnrKxRcJetiKyVG3+AVsrq3tw1rYy9mAM8SXy/JPjuR+
xe97vLc4YRg7QJzO6smCZ8uuSLR7WsjM0B4bDZyAM4RujyTJZ6GrU2EZ6C9YhbelBfexs6prZQiB
cekkKKrjeZrTW73kderkO75W5QaD3lu3OI+9ziTc7DQVnBSxxNqGI1HaocZo4w3QbINlP7FkY/3L
2LEmsY777GaGTE30JTeiljw1D2fdhr6H4GzQMXNrN3NytPvF4fJTWD9uNWqvubDSChzt7L6AA2LC
N2Jp3iXdmL25Q34CfNl/KWKMt+TZrT8zg0MO3FeXrH7N4q1sluW3tK3y3bBHGyCEtvFV2sd9nRQz
36LF6/cy9VsY8qVGd1fVFrXa8XxW6UFCynoD8pv/ADBNL0WxWt/2SqSMQ1nLYtCm5TOOHuMdRG57
tgbdEtGcD9qn6EmGbsBwHtK0mJ4MFla0sGmBvCymWO9nb0yQ3fGrfOW9XRzNjDGWf2g3ObO+1/E0
/bRGSb8hExIuEbOQn/1oI0/MY3ex6rLa+51Dm9qqedy5vHVXA4gFw3hPHx3PSXJasLbAhk7NSKYq
fVv6ytjNaWVSPzhBaG8uglfgJmkzFr8BxNBEZMFBT6ztwGHa6asg9ca0lgfXr6TKxm26drdyrga0
584nLipomQjyyLeEG9ulwY5YoPGuU+C+zKuKVW1RMaWlPyOtgbhkhxP2DGKU0zTuG6zlsCuosKYd
5cYLUOyBKT7SB8Zldhzkflh4BxmCPDKCKFg0OhWb5JlgUr6DnpITy6vwXrSjG7vNst55Q/Ousv43
l2qTQ48SZpdzyarr44QUH5lSNZvCEEc5Vi9aqdFI21mf3jIhLKW5tnUp8YHpumPPlxxaP0eImd3n
69rw3MO6vkzgvk+ZVvVbNK14gX8far5Gc3gx9Re3dR7lLHCCAmFsOFeTL9OvTywjNrMzrju90d47
wK77RinSljzGQUthlcZ2aJwsL/blTw4ql+gwlv16qKJllPeJcEkd1vxeZFl58eTLV4Wfiu+xc0a0
yV8YP4td40gZc7zvkmyg7EjgJ6n95cG38g17oa3A5LCVAFVj22jIVFjSOei+axwCxN79UvfynfAI
/RFuj1hhCe2udN7obNoNU38USLt4RbncWC5E5CIYt1Lkp4m8w36kBY80VbGuWPtJB6sKl0JRYi0a
bPNi9S4yMStyCunw1tA0VDpECBDq/PmbUISD4KFvuV63B8Mk6rugG85eYTyUOIhG3atiU0gVa0YX
s435ALCxoLK1TEzTSEsH0nlHcjSZTXZptjPf4Z3g8WAOi0YNSoVOHC6aDXUY1LgvbbTHPM36+3nm
iSlKdWalMHLWufm2rKbypoLO+hgk+m0QDMaBnqmnwVhuTKF+lPKOXdud/NW7ydv8Jfi71DePj0zw
9G9Rxklvpad+BMKdmaf9mTS09pGzbr+4eoF7QZGW59ydYtbK5cmv6pzhgz/MTJPlvWsWX+PEej7h
m5ayXdxgodRDfwDrNw3iTL/VM2FU1CmYxLjXmOwhOeu0Cw7FPSvCfeVTUkNQB6+S4u00M35Z1b4A
yDNo06V2QFur/G2kuvN+6SZi0Et9nw+d89ko6T9gbS5XNk08tqrQy1Mwkp4nZGTjL++nqCRXHVMG
GvZuU28t6iPiii3LTo7leDN71tFExIukPp8HqDYvQVCkl0QbwCyO2QOdHEhuIzakqVV2aEhS32ng
f3Yda8Wr1ce8nWeg97jekoPe2AhiV2ud/kF3B1kbKo78LMCvM827mYqSbTNZTxNHyUYJ1R8BsIxf
ClwMwyhgXWeqHyy6tQlQ3viG+6ANxpdp0ZvAkUjLbMQnerSg9JrBYwGkfBSUC42zeaCt5UR2+2DW
zOdB89FilclqeZq1amQQx/EFlaWIB6jyQduWSOsc7EGpqDlp9W9L1pu25E9Dfv6HpMJD2xcnbEEX
aig3dCqQRm81d8dtadm7qZ5upVm+LIiPMjWt56kKjhNCXk2JU0iRwVUW5IugUnN4UdBaXnGVxUXH
1gU/Uxv182JuDQz4J6/v3gFDnewmZ1nAhnuNulFNWw+PQsx7OYt0fX7zBg+KXvPIdbZ85o9ThYMz
d1HrH/CHhoWNYqwoGJ1ycWM5EKXbU46AdDdPeradFueSZz/4bvIsxMFkX7CZbb26jhQXwvcMQvhX
3yvnIrN5/MnEPLnxkFtqoxQ9L1GVdUESkTRiQd3QdSnDK6fzHisgreqFr4IXwRVEO7Eh1y7W4tfv
jXCcT/2quZX8V8IQJnHfh36r95RyVUY/xGZgdtBUtJK2lPqKobJxKpM2042dY86ozskgL4T+KHxo
Uyo9XBdSc++xkLJLff32UkYM9BgK5LxSsEfMZTSSqeUAKwmQnYTF8hIx+FdfRDgwB2VwHHcmgxnd
BG7+DlBgmW8T21oQN4e8p5sWVlJECePyn57s/28G+d9U9fw7MwgI4Owr+/xLCun6b/zDB+L8jdQc
UR+DAzAwyFr+lw8ESgvDukdW23cM+2pC+qcNRKPJOnCBqYFwA/rlAXT+Zw5JM33+HmFv2FimD+QP
z8l/cYP/kfz5d4XVf41o+AbJRf5HbgZjeKDjVvmrC6TFp2Is5shmR/bGPW+dj8FwmtgtfHP7L7+V
f/zkf+VCs677i+OEnwXOMbgy2q4ZUdP+v5mBWGeJTlIEEepl74faNHfbWedH5yUuUcCmbFu4ws3U
FduTe9ZlmbI6U/OjVyX1ZztatNTpM9gn4F0Hv8JaLm2vCHOTjQQuzd9Ac+1926pXanTpwJsG7S6b
TI5ChuA72PbctRbhk5FozqmhUZ+tnCAeHBCWvWzCmWKYb/CJRuQn4o2WE3p33ZaVvmszIIRjlpDn
tDX2g1EiXXm5NrJIsxt/KZthtqFs6cunsHGXBTa0fhyloa3yYylBWiQN2RX8gGw9+qm344SGpJ+F
0sjQJWsfVbIHkL8saJBM3Uu+aSn2SOOJ+YV7TjWK35V06LUSW2RbTlmmQcsZdZAOWCa1fmTyBJFh
xMCu6FB6DFLXSg1/31QZk+qGlYRddkeddr2VKUg1izcfPeVr8xvzU0/qnWs69Ra8F51LT5zuThbG
9F0qAQpFmyo7i0q9tj4H1RkqFjqbEd3nxMVaOUJNb4ZRe7/2R92vVdL8TG7DK3RaAlLqdHjaG2kM
ktafeXE+xrVzA8ooERHCgO4fSn9nkDpHJ6W2FthVoMHZwNfN/KorXjG9K7ZG7yZ7olTDMxVmBhu7
3s3cI7fLrmB7pOcLfRNUKiF0jWD2ILllrya2ofFIpojspqD/EjmSUtTg2OC8YEPh002MK2SayB1U
BWt36rC1hiyA0+HmpgwFUE0n0iPARG2NNJidtOSsff3iMKyPhMjc8SnXnRmAfrAMeghAzP3jK+Y8
KHESx7UY54L4r5/CLErsaobFgehFMYY+mEAQFh1cD65U63XIZdpEKHQeUYeq1n5lMpAW7rPS/PFb
JKhd4A3oLVQRcLEnQU2GgQSsFkkmKEnLZx8c1zljq1B5lGcTrMqcISq165PbWGbznVdGebH1hHAs
L0PVbT2aGBFEZ7gg/NNj90PJNG270qOSi3W917lIpOXUb8ze7uRW9sEyivsBLw/nAofS0g6/Re/b
6UZHfHjnioUf+5osObYmUY7YulYfMAW6Zh2lWnmdgTXaMo6ds/TN3hvH6tPNLSo6+5TazdLC/78F
jcQvB+OZzoWyGERwLZXiXq4hZVHFysv43nJy/5tnIqP+a0gotTVKWXCKeLlPoWSplq8+1VI7HjGR
l9vcrvssLiaf04THh33iqmuPJk1U/ma2mQlWkg0ZX1Gr9CMbtJK5CxqeGXJbYiZDkrleSO833R0j
a/DrTdwaX/Jmmp6HusbVMzZUWOLX9FEhBk9bGH3o5wPUQq6YHZw+/NauwV2SvvAprutgWvZjJbkR
YfJwutjSpZnf6VLNP5419CpKG4mDKW24zocgdrQ7YXTZm66SSbxZeWD9KMOZvo1yLB9IFVfWppnp
t4hATmQrfiOPpQapBlSVDk1SA7zELn01qzzuFne4S1pWZCHqXdphJkNb3WMw7x+uwDGKegyiZkQk
MejizBVUi1Sa3R6x7bRXpB5Ok5jmFYslXKWa6YJzCdZFUKkRx1KdUI3uW9mUbhH7+yY25y7VsS5I
zzzSiE5Fb2ehECG0Z5axD0anYeGb5+bbVPqmFc1mIHdC2VeadVdfv0jklsTN0i1cvgAZ0yy31vqo
wtXUO+3JhIT0PRZcnEKGJaR1VwXyVGTEuuNGWPMb+zKz3BtUvPihwqtFOsHUUAbmqhr814FZFrkd
le3GmegGD2nE1Xu+vKV8qWEpET3QjWW8JZFQiY8GeWz89XsqYf90sl7VV5OYeQXgu+scrmsGdUgP
tFja/j22W23FdUzEE/kTK/a1LpIY0fwYaLPIzkudGcQPqbjjplRXg5lTbZ+kNZl2nygV60ScuxpV
s/2Szxd+z4aG9V1r0K91V9InZfH/n+xp/ygmWE6LzR9JQfSRXojxLLH+5Bp2YwxGDI7ghEapsYtB
q19YZnWWxgo5BxOQRZU2GfSeiVFLOJF0rxue50BfkCyQ2yr/xVsY3TmcRd49tChQ1sZfTHPd02za
0OdDVVUZz1YnOUpYVXL4dUWVHUVmtO6ePIvt3WkI8DjGZ7PhHcqLdnqriH42O702oZUlSMXQP5Nr
rmvpSKRGbkOTDuJ2jeD1UMAxsfd1Aef8wKwcsLKtFtDcP9ZsdMHrAl9dj+s+cJJy0zb/wd6ZJEeu
pNt5LzUWytA3g5pEANFHMBjsOYFlkkn0gKNxOIDdaC3amL64pfeeaiCZ1VBmKrM7qJs3M8kg4P43
53yna/OvZRzM4VlIdzTPM8Cx6uw4wmiRvdlz1/FONl56Ej0/0G08iip+IbRrGUMSuMd0a+ZOU/HV
9x3rWK1SD0rNlhulwB/TM+evUn8GVAX3hT+ZcY+q0K3TlHK+HpHrqzHsi9Qy+YTcqb4VQaANwCZi
90sYdjKHWoNRM8r6EsvUsPSpvDJ3MH87hkrkD1SIOP1lI82WZ1uWbXJC/uSZ+4Ikt5wdvh4M6Vpx
jOoemy6CR7c8KlM+RvDimCquUztZ7AM7iO/JAYCFuQl3UJ5VF1fTKBeoUioz7GaBObIKFmcnCX9m
iFAx1wzhmOVr0+rJ5JhyKg52vDsH9U5uuvWHKlrSxeLKEVG2lFhu4rQE0rdMP06jl3TEHFukbNIm
o4xfeJN9pv3dVD9gdk43BN4yChajw5mrCdaao2r3tuvelYfWDBCtdULoMWI/js3yWhd5aqCRQuXg
D+CCzX4oVrMzkEmUsPM+EysFCNUkA4skbhWyo7z4vr6qheftLEEEtGH0ajP23reYi3GHmclde3SQ
6wJO1qaVhEznw/S9oHrYuhBGUIWSRMSoV761+VRf4aIqiLOpsetcO3+vySb4mAqGKSu+V1TAo19j
B+hLMwAeuIBuX5kzRaZWkrWZeB4RP7mzs1k2RGishznsK2nyQDNq12GsJm4Y2/dgKm/RvoLY/c1j
0l8nGzUYBpz2DsaT547OjK4UaQinVdlFqSWXK0SLIuTkE4fWbR1gcoP2hVHy5KfTELZaUYXVYmkP
sWuma9G2xSH35u5phGyfgGrDWM4p1uVbsHY/sr4j1yzyiFDg2DlcpcxBT0hfatrla9HhlVHTXQTQ
K/2GrHAMPdv29m13t6mldfWEcGU+x5D4z8OQd/u6dCh+QHqE+DChdeiB4jilfBoa0GSoDYmb0e2O
8CqEnydjMJ+mgXxLoyFJzWJiv8ZEUUdtT0werofknZe3I1VdDh9QHRngaZN5Jl9U/NQNcm1YGd5K
WExOkdJf06B+MQV+DMad2q4cCGKbnQpvfQb4j3aZPzmj6+4aufUyfX4tiSRsN2lgfzqUuKtRutO+
ri0W07ZeDgojPi91OGi+++u+YLtaE9e6F/TO2eXi3ApDvXoTLr55RAShCmkdyslDKVe1zXcbmAjO
+qE5mEtZ7hlSPGFxn9ep4gtHxZGSk1epOsrR0kPky2yNJDLTfQkyxv0rm93RH6OpXaRCudv9mL2Z
7RvbjEM2k00QMj7QQQ8Wwf2QBw0eYHWTIakaGMztOh/+LJUvw7rutQhY1sIVYrznYAXpcUon1FhY
7p0B0N5qsBTyhGGWP3mbjsn/7/UJ4tl//+NvpkvT+n8GjkS9+sUplP1Ls3//Lf9s9gEqARoJyEiA
nUWHa2Lf+Kfpw9JBudL54o8HxaRjCPmvZt90/g6Aicgk33U8noU7maxv5JD+42+a6f2dmBmH2BQc
YfBcMYT8G80+9o5/acFJu7o7R2DE8cUYZgADhF//+nXL6qT/x9+M/2Ylo4X7NdZAKidbDJPP9qQh
AK/RLs3bzmEm7gMzB6CIKFXKvH4QQCWPKm/ZQ5F8/jnhafjS0o6JPW9Cjj69aM098viHUWpgixok
sUU9oHvN0zffzUIxZr+B4VsbJ7cPNUg0KMZ+RMtLHeE883fBZarxRszdRrqQDGQdHHNTvsuuvd6d
kMTCEcRuT+YUQXZ8tiQER4tg39dKc9sopQMsKWqGSo9iSnEIQqU/pM95ZcbfXca2HQ0MGKWnKa2p
8VKDamFlM+x/YgCeMtpe8pWuOQigKqW3l6T2KiCT3XDVHCwvnPpTZW5RNyCOYdPfJq+4J2vWYVqP
DjFruzmLBpUa47fdtrJfsRZBKdVl0O/XFk05lKeJKMGCQttI+xAfsXFuUqM9sXLX+F5LtxjfJMO5
IKIIcLfgLXEMC5HodWTiFkSzJGTymLIoOKfUHMRm+miHGBcoTgwmkBUexTh5BofRyos11XKLU5Uz
vtH95L6KnF7NeMQXzQDxrEpjy9/9yEGzINRDzZ/MurVSutbvTNUkJx6dSBVYIMF53buVLthruoS8
avbxrkVlr1S8qvMsTGS6szNMPaknuK9azz4GDrOa4h7SmB+HrngGZAV+FSIFtZHYZOOyPHpGwX5D
y94WksfOJtP/bZdRO1Gc0C+GAxtPsW7nFByv32lBhcCfKBNomVXaJFwVARctKe4WIve/XuF/a3L5
/5pBzbD+r+fUMesSSULu//jv/5IC9tfv+udR5et3nBHwF8P4T2LcP48qN2BiaRPHRYIHkQOw5v7z
qLItfukOoOP3/Mcv/a+Tygr+btzJgR70JMiQOrSMf+OgsvgD/+Wk4vgEh8FGiL7F94Ek3oGW//tJ
NWs1QHnXTnc9TMRp5WXLEmVxybpQmiZVYE+Eg1va2mUaFrkrrE7tPS9zorxptZ2aa3FU3Vh+gz7V
Hsqkz65GXDxB20fYI2wNu33eGmzMTQVZ2JXDOQe9/NNOuLVWRWfEIQ2d/WfEB1etnLHSNpJR2HNR
zx6KB9i0yZqYg25bTdZr68+Cyp1519WbkJCwsCBHkZyH2n6HUhJ/0cFoh3z0gaxnPXBX/kAtfqgr
w1j1roNYb6QVrZoEwVPvb2RZXsBGz2iUBsd8E1lu/zGwI297dQ/VMKtmb07BtG9RVZVr9jNkrfee
+1ilrDuD7G6rqDwU4dnY751M9999V/2MgejQMIyl2OnwQQdGiBwyoZR6+ux4dXnQG/B17Jbar570
ZTYQFIhESzzMKaLNwJ5NXvul3tnD8Dvr6ASS8i7HhnITdlaebThPCBFlLSm9/ETFjwSkHKM0Q4qR
J+4bdWzfVg8E+KB4dUr5qZWgeXNKZZYl1bCWKvnstQLE9HLGb5V07h+FFRr6hHHDLP8pvPxdDLGH
lBodtcuS3E1xXvMOoA6pvXw94ZNaahqY2mFRvXjdb5LAUAnSXgeU3CJvyg8Ax95q6Xxt66fZ2RFW
FzlYbgAdH1kUDk9e0c6v9iD3ReAg1iELJFl2boVahvQ1W593HNfGWvcxobgJl1mdfCs1hGMOSa6Q
sbOu2k8GHKS1F8hIfO3U5sRxaLMSTHeWel36f0BgrDKre5RMcXcDEcxSoD5ubcYZfeCs9Kqy15YV
B8wD512h0neMe6+p42acrBqP4Yrs4V2sW8RGxAbru3t2m4u3FyqnKXd6Sl2oXJaLU+ctxJMsufkl
IOikbIgAbhPsySPwqA2uti4UMmOzl/sgyEIdnejKlkMWojVFFD8bXZSbJQ8EiKN0G5Oe/dyDdo2W
0WRzaRe3xUQKwGiXD4xA5a8yJQnDUYIY6DbXjkFnyo12R7tyBWR4Hhx5y+AW4huz/MhC57XJuRcY
PcHujmrLOavOfsLjPb9bjjNtJ+SEGYp9Z256lMhuuyc0Yrj4Jq/YQpzJK5VB9TY4Nyed463XDfk2
Kd3gaSwXyRXpeHNY+Vl3FfwK1xKtKEJgC2EPAV/8RMbuZSHqPR9lFdo620GDQelmcIU8dLlh/BBm
kiCGjnF4eXKHKzJ50FN9QpGfgpccsr5fDUX+KPRWHEy7oQxXgfVLQxdLKzIdJyxjlPM16+zqphID
/jm2gn3ct+45ANOycWLkTKgD1nQZZ6cpqfbzQX+pO4kfq8I35iToxODlYG0kxCXwuOsl7Ifg0unz
sEMqtdNiCGowGYsZ+lWbY+5EGBpgmHoomVmhPW3wGkJvbHmqnNEf7hEaL/k86fSNIUfOvOcrnc4q
aN4ykusmgCMPZd5+JBbfTtWNh15lT0RJwRsZTfwpI3Lq6ZDO/p7dRVSWp8WLHyeVI+ucWLV4ET3e
61wiD2srFV/QOa6zPP3MyJVnmsFIqirFa5aPoeWWB4zzf7S0RVgDSb44B9Oy7Mq53WYE5KxxVvBV
6x8u8bPHXGY5C/K1PSrcMYlHYWl0oCR1ZMJVbpzGoDaPWkeO4GD7Ucm0CYUWiePEs6x5W3nikQWM
kPXJJ4saLQsJkQK94abVVrvrgaHThPpyxzT49a5C6bEedIEUZkp3uv6sDX0GMQBddm1mB6tb3oWu
tQjvIFW2VUejNjvveibf3BqmAC7FkL0XdC4IdH6pp6FmF9lRq5FFg2z4KNr+Y9ZQYPecLWHpJJfc
NxEBzsBMrczud0olN6ua0ZzZXfuweMmxIWUgTXHEQUX2n0XWv6FjECeUuI+TjtPufiDGWCYGVNm6
P+MS87CsEPbj+2ctx0zWaVwzgfuQj8JZF3d6CmC5kFnGvBGuzC/2KIdDheWwCwpcE4oBDCPqDk8o
RFAxfM5mdSdiGj+oraxPSKruSm+cPcMJSrl+fA8MzNM0oJ9+lUakqkAQkrX+LtxjZ/egd9yKpRk8
i5uDfIvoa3f46YOpf+Xt4CDM3PkyeSYsk1zV24L5o9c7ydYhUzrR2cTjJbhgMrku7MTqSsQv7PVe
vAArdS+cKTQdUgnz0fLeYiiJKEuAE2fJG6k6R+ZysHAsBEhApeG0yvFQSII0e4HhnXwo54XRlX21
Bru6Lp2xZaFF+I8W95E9zBsUC3gHi+H9Hjl+Fx0ONrE7Hmo6RoR2Odx/eGeYzYTKMKdemwiW7XWy
IPoCRLHLWs/YZUU6bAlbIlmwhuqYMdsn71aukb8WK/T/W1+ItzIw1Qkq4s1SWb7qZgt7Tj9s+7n5
XYj2UzL6akf2+mN6F7qkxbJJk+5Sg1q1TOth1lBKJSCBNkwdtrmHTbpxjJ+h8PdWM6erVMxp5Lmj
zd/lh7kLwn+I0arEhfHYtk0FypUtUpu3L8LId0YyyFXdt965EZ755HamuWEMnq3Z1MgQZaN+Mjht
1y66Rw1sxS3R2/qE7psehQFR2MduvVsmXby2oIi2aQpZHp/4kKhhha12Z1bdqiHBAGSODNaizzeW
sqOkIc/clZkdCncJHgqSF5tKbRBMjwfXBuSv9wRmaQVbC6PamprmRqVyNktKNmMHmYu4OcqBFi1t
MdrzFtf4durqTZGgPZsKMprsQX8TjsxDw4RihemmmK17Bgc3k+ljALez51iiFKKEO6Nu5CNMZLuG
1gaMa9SSUG8GQapYwBEOeaBf4mFXE2swoNZdu/rwmKXEnA+ixkLRlqHNcmzl1+UmteMyaoyH2E+K
SObUD14Q78siQzPecxqXbbACZQj2sNefOm06ubhG0J0aFzOBEmLUbXASCRa/pNDfGmMiX2DyoCkR
ULRT1lxHCfXIOXGpmqR3IW/hLjra+WiY956iWFASW6zwxue45sqqVPXJztDaQ/9zQJakiNXMyFuA
ECROhkVC85DZkKOi7wUG3PWdbBEiUzHeEoBM66npXnlndkDmw7EqzdDoVP6HHeiwydLMY4QM/MGd
JY9cZv6WXtPclrR97A0+NoI/MMJRYRkB+yYNmoLneQhJnyhIFcFDNM2LxVysYM6dpD8NW4pHrWK/
MI31eSjb/YKlQ9lxtopF/1fZU671QZs3BIagOJ38cQNMfU+4xR8AZkMk0wCbgPysBtM/ginuIvZo
5sYKpvSXgo2/kaNrAAskzAmRkzvuXLMh1owcm09GcYjS0wkzVWINx2zQ55O2ULANisdq8WvjJWjd
Lys2+23L/n0Ff8CjgmS5knf6xCOCv+ZJ72I6a4u8sQeWJR9OW00K321pfNoOrbuTxQjE7EJcM8Of
drnLkjfI9oPRPnnefMrwrEaEUrRPVWajHTV851vmbIm7xqlPWhEgW0sM0GrQxCLSMVvYhP2yc/CO
1oTMmX+GHAQc23BcfeyrD/No/PS+9WUs5Hy1IjliQArjuP100AZcG1EKnGi9t2X92uxK58dS3Bqp
bV19f34bEt1fL21F0m3TvFb33gR/E6rWHq4CHzZ6a9v8TWjsjryN5UyRuPWoqb0c5E0yg9SOC/eI
sNdAZBEgAyyRHQMQHDGbXdBnc9xU1p+ULf+qHvrdZGcdygLNvmoSYGt5HQMrPUPeERGCp/wxLwZ7
DUFqpxxEohmiOj7uM6xM/hGfvv4rwOVje/LbiIVxhbeKcayYXzF1/O78/NYn1sVok5pn3ZiumFzq
VXBfU+eig8Tj4Rxj6VWv4zmp7zPfezS74ZCjRxVzXXy5PCQ1tgBjQL9GKA0+GI/aXnjsNDu/0pGY
G5tWtT8xEUGlUZ+rJUMVnsKaKIgNa7nPE4lm3+5YxvB3WNFd3npWOKTemYdp65JYhGf6RvShTRas
aWTlDxP9+DluEuPmjLX6tjLy7xgiqospdIL/OsMtfyddbJ7S2JICO7+MyXZBMkqdJd7TWbbbPDYR
tThjdyzJHb3Pz8HMCu1RYBnbL1mxaboSboBEgGCJHxeGdW8jXykcfgTs0l9T5jXbgqA0Tg3xYcNP
lIQrwVUyuOtY/oBPEHE4BtIheS9f9lbib+cUea1BaxICCsnWtcg3w1yUO1+a46nIxV6OOcpaPZGX
UU/ExlaugGo3hXHO6Ul0jgEBsf/CAERunwHbNODPky5ilDZ/WTIE3bCqRLuSbC7Oy2hcyibbk8LU
b4VWuQcH0SqC/WRtBoi9wf9GidcOodOlgG4DeUY5uvGhSQWWmqM2WT7IrmD57zBOfAhisPG2S9a2
suw3X5FIZwfVHku4Rd+njL2q5t9VynuI0a3+BmH+5LTTxsPDCPzKWyX81iBhbKdphX3J8kcagz24
Sc2ckXzsXa08Z7WAi+Kav1RgOpGTGm9p5++sdLzQoi7rpez+dFWwmVBOgki4N5YMAurFYNPnscQx
ZpiLXnIqvBg+TpOYIS1oy9S0A+9Hzl/ayHSdQiA5ItZGo6rXCAJMyLSOrNblLB6aod6UfJpPwmWA
UpnuTvp2Deev2tduddQdqhi1ONMhTsmX6OBBvDGdZpCpJqi9Hr6VqLGYaI7DYF2n2bfWwDt9RKpA
gSicg3Mu6TSLxmq3Qzw/9p6lvvs6d8PWg4g3icB4CgDCcKjeewQ3kXO2YWXcRYkwJgRBVfwUBOx6
1nHJxpnp1XiaWC0+V4S5n/S7cAS7v8o2ReWlNzNucbtiCt/QTTZbFRT13i9ttSuaJSYCEIPLys8V
mPp0uS9Qza0uil+l1jpxiPeGd9fwFESfYXwSJAIdyfbq9o6O+Hi0yg0jyibCtFLiRijeLGe8DqKd
16WcjTPewe6p9cRptPBwD7zDQAHQJ1UTJudI81SAo6U9jNCg1zBhln0xNWKrzcAdmfznG33yUQop
I3slf4xnvGm0rXR1Bsk5NQ0xPf7Km6zPxOJWxdNLoqAx0bkaqfkGRoVys3ULeA7lHeKY1Z9TnGyD
2F7VPjHMDXx/z8UM5CjMF8soyTxivb6RGDKR1mnJoZqmIEzsEl02C6VXNBcABCjUytIFWU0lFjoM
k0lM1T4nwU2DzfgZ8dMRgU2NUoHBzAwExp1jjGILbyZGvQNhNlpYT2Rrxp3G+zR62gZWUfbCDozd
XGtyrQJ0kMn3SMxVCG+1jhrp13s9b2E0eUxJ4Gq+6FKwqE5Y2yW+gxA5cOa9bgRn1XMREOZgYqk2
S/5blhyrIQ+2Rswuwp/tGltF896nyQjxmU26kUp95UEY2C6zOJlcN6Ra3vEXFetgN7g0LtQACHi/
odFWm1oCH9UTCil0QojHAmuVSTgei5OdhWILG9ePSMT/yLLY6EXyDE0ufUWOcFehacDy3EqxKc7M
R6IrrqXuBK/+iI7IUaW6T8FwrWp3S/+Uat+NobGi9Z0XHFYGzBSPtC7d2yS5f7QqdwPGM7jvEedw
totjVWJeC7KcWidJnkhrfaiaCYUCxnjZGzfq1JTlgqMfheu/tj1zSrwLPJTJKWZQjyooCzPhXz3P
fW/76YaxfM/ND2W3j6be3dzzJIVp73qXF9mcG+Rx5tpeip3nqucYdSDOfBfhmGHqN69lG+ooJmBu
TYTayEXBK57SzyJ0U8mUnAJ0c7/AvTM6HNAsbLIySz6SVM6h6mGBMVpJNj2ap2gaKioLF3NhudyM
PtF+xWWenpe5xlyboxdTpOWmsfZqMB/9IxruHVgEB2fgd2CZrPF4WekmLr6rqd7TBhph0kMxWkYW
82iqO1m+ynzcMZCp/9gQEXEVJi0ZEmWyKWt7w36qxpGeAPXJfe9efGaAASS3iGkNl8mZvHWLZmmL
quQZLpZLX9SNb3yLzb6x7HdmvHx1yEXDynPKtaaaehsTArMxOz/9U8/qBk/fWhcTF5g3apv7JxK2
DAxWvclAYVjGZyUYVOkd7UAhiVdtJOln8G75WWZ8RulcP1j8vJlQzTcT7yQk5X7cWkawLerum0lM
Cnxx9kJkoBCXaG0gzBuMgVUxfrYch6zYm2cHMqfb17fcE4/IUMVumb320Sz4KQez/YbX7IoWKL6M
mYTvAJZk2026CqWyq5vEH3nL1P34rLOtreKPRiRnyfMLpUa7yTg1j16/pI/eMhywSAUQuOa9WkD/
qBiH+9x0ZEBPxJhkGjOvqo5Ykh26cYgcXusXjUTg30I5PUOqkjmfxbDVlsHJ1VX3oGqq9qXudkIT
v+WCP5C9voHzcbPE3J9mcFAle0pRZZ/Mj19qa/rhiC/QjMXtBfhQ6CMKVrBYT3f0fegYYnqszTKA
gBK37OnveA5qoBbFhIOLLg8g3BTYujRmwVnQDXSYs7rCBzqOCEmxbaiKTkIN+6ASzV6pQ1VkaFYd
zOONNq9kQIKJ4S1URRz2K1iZZ2Rqp9SH4ew5+drR+gUVbPuJyq2NKofEWrJC1jbbgQPf4YjlOw8x
oOOUMON7K6QQZZRLQqfS3MphARqrao0KvVUvxNbKI9q6A5k6ODYgvVwoFHvGywTMKcaIqWMicQom
77nveGy0QjsVxdBt+juVaww+F1UmV9NCEtU6F7C9I9q75TgX5q/UG8AhzD8BVe4EsTuqq/jQsqFZ
pTVjDJfx808dG499ZxwHRpqBLtK1MwAUrRJcVv2PLb0gjDU+V/r1PsRLeBvwUzWL0jeoc7MNmVxl
lBfUYiMhfnrfxUdbb8sHCPIA8oCwfVc+WwxzvuHmWbuumsMAeCpB3QPELeEAtsp0KFE4hLdgwNpo
GTiebEzeUdN2p84T9tYpWPNDruGEQJi3bmMTD5MO26tZHvBpakxcAVA1Cnab94GxXZxAuMbrHHoG
NvNN6d2NOdShTy5JQtck1ayojWlgqiqVD2WXHXUUHAy66GTy+j71Ao+bVPKJkONLTKkJDy2jEK8k
O5hyJ4um2Yq4P9TI07jPmdwVnEy6fPTcB3bRyGN6PdmguyXAtMkx2CXWVWu7ClpAsODlZgLS1h4m
OX9laj0bcHCzB+xwKOTZ8m80/nw85CiyLHnuA+BAtcGUxZn/1Fb+BycbTCmzeOS+xMsqki3COXC8
cNB8JNnKevVTU/9hrlbQNvhFRPOX/fGl9hFTBq261rD3XQrqsY8NWLHkhyZFtiXi9ZGFuQD2A4i9
gEAklrHcolTcT/lDfhdoyebku70bOszYh+FOkIBzhVkbFiyGxSQcjOzckaj9wCmesG3T053pjPHJ
Yfi3M0gr0rekJJKv3b3XuZkcJEMcHkPSdwQd/Cq18qPbuAA+2mWT+y17iGFoT7QXX25pPSUZCzU+
VmRRfkiRZtRpWCQ5rGdkYrfUGMY1y7QsQiMXxn5HlFPKal5R2KSNoqQiCfZXhbI9mgU+PkQOLVQO
c8BenXHKqal7he5WMhdTdvukz1I+s0I9iVw+4B7z/tBewvpZjLMcFKo8px16SjknzX9lprPH+r+e
7tvMmX17DWfsNovGjag0cXuTacohhfMUetDcbeP7qqCtSu02Ji0mUf3LLucymiAVM+wfd2wKQNO3
Nkqt7sh4cuH4lFsnGDhQEYD+0mz94sHU1o2TX+uhjap0Dx+f7qSDnwjdQIfCG0+/BUHWEYqpd3Op
5+3QVTeGs5wFkhluhtbJTtsbypZ+I6rqGtxxSXByYmV5a3/w9Qhv4y4oXkAShEzGbpyJ2rrHdrXu
k+S5Nnl3pnwq14WB29P0cV358UCvZ5HABYciAge1IeoOQTnoyd6sHu/a5rgzJla8CdsELb8WOaRg
oY1P0JfalSUBM8fVBlr3DnB6sIY49gBbIqT1JUC+RNm35DFbj2T58inbDkn5ZQxdsuEcdECMTorl
iS5A5BbaFqKLdoHcsBmXjPCvKdjZimWCrZHZDCfEkatcjv6+6DQrdOPlkuljt20mm3+fDjFqyyBY
lRRRK+Qjm8ppL7Hfv+k6gzsDZBE2Wf9ZNuwfZ/RZcFOy+THr3WKbVZgK+qBzDukyrTvDDl6h6idR
yoW2LqwRmvMV3sJhbMxHjB7ViivHjAjoYTS4wBuepWfQ/1ckLQYX4ZsPBfLLdTrmIfYEmpcktHsi
dpQVICnXl52hrAF/mVGDEon79WIyolrShUmCZpG1avvWU6ybbohk75AihulHdDCMGLOwsGGPMQzo
4sa9Z6ALzhspySKcjZNVWz8ImhlZoLTXy5qdiBtsYtnENpJNUnqhWGFF8GTbb0Yl021DkWivMk+Z
m84v7F3QTca+jil0WD/FM/YNdoShUZXFdciJOvAJH3hhAYvV0dy42NZ6L79yZe56ZFY8JNV0QswO
H9vLvAZ+XNDz+s+avqUX4duFkFXVuvgwHWk+OUn1PopFXR18BCKsbL+Hk3QPHhgSw8G1A/y+HbFP
R/5sQCgK0HZrefaQmmTL1jY2IuTe5jVWYv7sXPr3XsT60deqVya2IqREJewWVM7RytKU3ZNKw3FJ
bwUmoHBy41+kyF0MihNVv/OTXQcwZZQDmi9XY8WXwIY2ky85VxvO4EjHBcQK2NlRaZ6W9r4SkAcN
hkYSVM0q7iGJsiJ9EHF5myEh3VoJKwRd/socpm1TMIQoHQQHC/i3/IM4vgiZ+7VcpodgLhDhyGFq
17NKvqT1S7ota+WsIP3Cwg9vDF+OfZkop0bH27Tz8uiTfdLkuXWoumDZQX2CGNiOZ7RdFKsH/MKb
1OrPTi7AyRP9MpMaiQg5uWUNLhYDPqA25QUIM77kYv7GVhWOdh+WHf3p0nScSFJd47hMOcrHtcDK
M2rpl1DNW+IiPh+3RhJz+9O5Vob5EQdkV4hA7Reioin5DBVsSj4G1g+AxmeDCWAA7V7TtWFd2No+
KBqgQxbHGAGfbGfL4KPS1A1/Q6S19qWcps/Ktplj98OvTkB8HaBOLM0tV7F/wFMTwEC2Do7g81Bz
bB07iyVH0z6IhVXjX6PWSvhMKwPnareIg0cJn6zWHS30UBoiNm85WsEUARnx5SvkoiB0VWDz/+P6
VemEysWOhv7Z8I6ZM5wnWe98t/xSjvWozZg1B26oM6Fa+0TDQVZMLtbNUmxcq2V003CSe+DhfC17
HTwU8545Fue2tw4eyCykJZr4cQh4woiOCmsVoHdeWY2G9JY0FK+IAbHMNAONVSKvgr2mIXBevusC
E3DfwZKxkC48L1AXENp0TbDv2wbGSjApf591rfVGDCz6itkdk21imNp5/GtHUTqlm5P8PvOjlIRm
f+TQ1d4mif0hSRv30tlIP7aZAYS5rbRXSD3eI063+pz3DBo3sJPOYrIsnuXGHC44wdNTIl3tGoxm
/1HmnvPQNVPwTbqW8FfLpIoTIwh9Ey8+i4yZsAxA+UXD19XeXYLsySPHA7vYZ5BN2KLE9nM/Os3W
GCePjbBXRN4sEPMgBWR1QhjzrDvFN0AgtYabwmynNXsgwLkFQIwIZ7UljpCUGquctjoP48awMveB
fCDrPTHv21x4ixeQD9Q7Xud8gZ44TZYxfjHKLQhpTzclS6NKF7t2Mi44YvITn5Y4DXVjfWJA0a/Y
GuRmMKwmarDPMQdPaKS0Cs+hicYbgMd2ngcsJOBLQLlJ47tC80mGQ4ObZ4bd6Nf91ncrdgC0vKe4
dN8CZ3hFR2CyXCXNMsN02dqj/Rt4CY78sx5M59nmWeAJyj9zB/Bc4V2dqXqqteltrEx4Vk4KxlnQ
CgQ2viDTcW9xySAy538FeJxS/6kT0m/qvOWbRPF4CjrwiLPuR15JQN+a5Qia+biUlNv6Sy9QOYf9
pGXZqr0ToEXfrxXJKmsyKsBFWSm7iNaAulG59Cd4Q4+ALo+66cPjlD00oaQPnYYLzdLSCPDd/WXr
2QSj6Pq2zbbEjFOgmjGRH3A9hMANys/MpMkl4UPR3fVDZIIve/RnphBZt1TrbMh3EkAmMztN3FeJ
7p4hvh8hgDBoCHzPeE6bclzN/5O689iNHtm29AsVD+iCBuhReqtUyksTQpYMehdkkE/fX9ZtoIEL
9OAOe3KAU+avlDIzGHuvtb7V1rxoTmk0Alt2KRpdIH+TpusvU2dZ/Y2Ky+67bFPWOf912RarLk/c
90HoAa9IjaIg3G94k0u/wMIe3BYwyTzEB8+nLhzJjSnZDPIDrcrj0m/Z9BYk7Q4Y1kjfZ1Pw2rR0
dpeiQbz24ZtmmV9cacma+6VbGNNdq0No7AFKBpvkaTF33KPj2QOpBFpGLlTfQufxlF1+x1ldrJXR
DEd/7OZNbUtaU0vHPVpYdtdBN5mv8yx+eFh9+E64b+QoTuwkePgTK/I+JxkHxzYvSx5zU3lm5eeh
eubyZJCdOquh0Y+EHCPe3tBg/+Baz8ZoN7hWo2Y4DaquftJp6naWD46QKcHreVa3QMgUpw1VstW5
dvxiMUSR+klhGj8KT6k3bTdAPd1aAXll5ckW3x4Jh9IgFPlPtLqMO6lauWOJhTM57h/KfGyvVJdZ
x4Yv/l5bE6hADutj6Y/tKZQuFiQBh2rjdIU+E8ExfpIOB1ebqfjLlIG5A143ovSZ2uGh3EtSKmOk
H8qEUP+YzuBd8k5Hl8Qt7U1hUCFdZsRQzR6S6oyJhPErv1iSd76vzzZX6jUjt/9C9evtbujL/UjE
CSR8VF/bGuhL7+GCcf3Gepws6D2iL3qEK6aehaa1/gIoTBLoAUgBpmzEl+vEnzmZp6W0Sjx02Vjv
cVnnr7jymqUL94rXLH46Q7ZLUTf12aS7+WgZDmyOXI0+aQOD6mqVXLBrgTjEFXTDcvnxsC8JsX75
qqyfLMyX5+pWxRJXZ6xsvN+WaSyj2cnvqbQY3tt+yn97GrIoiiEO2OMa5HOzMMxkeJNdUM5Lzwiz
JQZolsyl+kvEpO4imK1r1rp6nbZY6EThpQ+kxIaFkxe3xqYhvQ65YLjssyLdgXpjAxDjTb7aI8dQ
Z/K1NtPSOvHd6lZzQFYK4gF3GkL1e4cKsXop45x3q9MBrz6M343en84lNQVgciC+tV4r9ybJ4Y3s
Ye9DsFcbMADqGIytwRURyzkMcn7mHOhrY/ga9H40vBiNLK78SdmRWc/7Et7YmihHt0wbrU/WM76B
lD1k4YpLEnj3id+9ummfL+GHuKvcSwAMVUG4S5QVPJjsz9qtYdrZJZnD4VykVKD3hUIEzubiPRzS
DPHQCe+8DGeFb839qusw/rTg+jZO1hZ3dVV5LMda6g9Nj40gdK5TwaTBE72I1zKtIrxzWXLvBDmp
rLBOCFLbPmsFVVyjyNBbgPvpJrVKNIUZ9qCVd/JIzAcXeANlJu2cpebRsFRqSk4dSaAlCFqx9JDS
OLgypL3Otd/CzI0vjazHj1hodoVTA1yuBff/NUQ6eixiu30eYzrfq6YJv2MpxF9GfPGqnSm6dEI3
I3RXL9+hM4T1gk97uEMRuF2RgiC/trxsuQrKOv8p5kG+GMh268S4eQzDNrszku4FcGa4NLLc/0yV
rpa3MWcdtU0QryKr0ifHaohN4c754WZSXyaHVpyuaPlrZg3G0eCsB9RnU3s0SJNslnRbqK+eZXOB
wn/FpFsHZzmTTqxsZ1zF5Kb/StdyNxMFV4SB2dxxBPIS/ARKWVFKeVGD9lalLDpaAHLWphZ2vhwr
7oWRNpE7g90UwABb+Q+xxenVFeBz0z6kP6KkqGshKQYCtVKVQP68nvPa7RyLpUDV//TBAHwRkpR1
rF2U0IHd+H42PKJeMaa9OcxuBrrGZEpW/qH2Rb0h8xXvp3BWJ4A8KX5YJQYkvN5dG2NtvkV1OK3R
0hDkuisZW9b7DLYGn6BVLPW1CR4toEkXkaXzE+VsHWy4MU+WvQDHR36zuN7gL5t0KK1jiv6w7ms8
erSQzRxKubGp4rE7WsOY3JfSgRIUcbEbzIAQb1Q2O1B9db+AfBwfC8HCHpHZWGGRo/RaVeOrtLW3
qImp3iQ/fFDSLH+ITQW0efjFt67xhy+hotyI6qxXusK8sahs1njwbrfEwdqNUZZ/06jKhp6MEo5O
kofVtz14xkog2pKacnCuiCF/62RT3k9CNV+sBPDPYDKMa/jF8htq27JycEpNOkv/rB4iNGyYiUY3
rwF574XN1ccwePtMjRnIvcG7S6P7TsYjW1qnfgzjW1Aazdh8TpGaZ2CBRviE1ofjtqYscxqx1ngA
yAE8+ZH8LRy7gwdoifkRigTFdVOhf2oHq4Llp+YXG+HkAUGIdTGlE3ivKuNVKg7cPJoSLCf5gP8U
lBbKrHeXgRFcsVxvf83Rtp/ppVKbuMmD01QoLhVeNR8FnoOd2YGDJvCBv8dE6oGFwTGCOC5Zs6Sw
7Q1+woM3T/2XZQTzQ0xybqMcTZgn7gcS4S1TCGFrsYoDR63zaeQSVER6PWJho2Yh6fnMDtrliWK0
DEUpmDdnZZD4f5gk9198Qyk/LV671Syp7h401K7jmKSMXc04x9Uqria2o3wmEgIotnq06YekSWbs
xDUwENC6dlLPht17z67ss+0w1+i0QCXZKWhKZ0jS6h2O9u7g1m35rVwum97UF8yOnboxNTMeBk34
3BbKo86Bey/9dFuDqM4aBldP4EUDSE0hSBDxgfDkGayHmAuSBzO7sVYLFjOJL21G6InPbhGINzxM
8Ynxo3qwbqU3RpzerpiajgoDkNA1DjLjWrVSrkcfm16cV/mD2TcfQNAR/mYucj4wjzVf93BZRZVG
UunlKZ0t/7FybxJna94E/a6GnevihWd6SsXGAXz0FnfeAbAGc6OENScgOb0PdX2LMvfyF6MXUKua
y9F+0v70mLaWgaO4t2wUeDah92mJ9wnDgHHK8yhnYe50KYUefXXHDn/+bIpEPou+ti6ckSVUWM+z
voAJhN8CgtoXZpppPw9EmRSK0rfojPYt6xmgMkXxPdStOTlC6n/vqlxskBDssz/c2mH8vlf3Bc/5
1yIT/QPo9wxnqMFhRnXlBdfPvKzrxNq7RmpyCFpf2lGwzuxRjcSKS85IzW9uWQfE7/HeJuIShgoc
lu/inZb8tbANqOByW++BBnbdLhy/rPTaqtk6GdJCPRB8RBZzGOaXFBA+Sjplqc8Be+wnL+NgWylW
mswr9s0QpnVr9GfC6h1g86iPj5aPnRIHoxGd7cJIl4Q44wTur+6MuzLhOKNjwNzQ5OGfTXCKauO2
cfZmuDClIxzF16JR/j31j9jjQoOxkvBVYT154dyNCw/JAfR5BK2OcXrtKD9+NCMVQLtoXToRvO6Z
iJc8ko9RpPLzHpRKnGH2UviOHSybqxJK7bIjvvLoyIy+jQDPrlaQJ/zGl9tmLB4Du7/YwoiOapTO
WgfRfPR9s3itZxHBkar4H5+9IW24/mqMmTeZUjNcbWX9qVJqFpf9RCy1ie1015qiW1tAmzcV2dhd
xhroKRduslRCzKvIIw6sjUhcrN6Q+xIP8XGS/NFTAiVMzZizExiEsHIShsIZT2vBlsnQTzE3aCoq
SdQVnWM/u2Htkqcwivs4aKKTqsPqcWpE8VMNhJMWhTnIsysslN8OQ9HaDUrvpki5WKBmyiIcHEuX
oo0mHB88KjxTiGtqUR/FYt/8SLtxOLluwdNvUuYliCmp7FqjuAAbLu+bVoOSTylb7fDanCjWlZeR
S8UBNZ8ltN3mMLYY1XhoILLHgUmU3raDdUlM9wJlB8YjCM2nhlvVa12z0AY8EJ2gT06btPGCn1yK
9N3Fgvw7gi+GLNlK0MR07djAZDZhTgRpkceFd+eQkf7w2pzPvptlZGUmSeg/SCtuZ2Tbn2VczAaL
W9bEYCDsh0l0JUwM4exZEEfvFIrk19gJ9LZuU/k2e6TLy8qfv+LGqfA4uP0xNUZ/15U375U7xxOb
5sFcKIO9oil54YYw0u8C9yoxzlydhtpqD1Pl1AdZzjz+YbHeGxAySeNY7opYh8Y5X9ZL5r7+d0x0
ehxdlX6PAJfXOmvxBLlChEtuKpKjvQuTbD07KZO24lT5KlqHCgDXtogJQFha1TzMPqmQl8Q8swdu
fnrXjYI+HxSKbzzq3TGDOLGPpO9Rh+3x/ePxGpggfsIh+QwaigqS8EYzoedyw8auhxk+e0tOVQRr
vpTnjhQMaFpcjpmnnf1IaOWDe3zyG2JyfKYM20m2RhEKOrZjf1rAV8TpQ0SJZoupiJ/idETOp4M+
3Dm+pszkVo3g+G6ATjjqLdN5ddY22RsNyJ9pVXnkbDy/YhYSe2PKoEJO5dyvmUL8R6tJkfRInsXg
MD47O3Rfasvrd1pZzjL2ZEJ5QcXcrzvB1jJjK9NUCQa0Oh74hSpX3/u09fxot5naFZjugkq1aWRi
iA4c8jZauk23GgbIPyOA7i97i6ipbYyEjZpG8oG2KF4mI0uJ448UpbtzqiHY2Nih0WTCcmcBNV4K
vjdcrUNPH+gcRGRPKK0ClM1UxRplOoi2Gb6j0I6ewQGUgk0tqp32g+anpfBzIxJcajYd1SthTtbD
nEM9TezbTrjV7eUfp0gsiuPscAsBBR1ZeNOpcjE/ImPZX6bXmO9DAa9wqPR4mRV1D3U86reqz8iT
tCYujpO2Fch2OCfrsZd67YWFQ6KADgy/waRM1gZORTNCpeJStRY8J+WyLWvnC+pJfiqJQ1BRVY3x
4h9EbBp44Djt6E9pd0Xt9H/pjB0HozNHZVG5OOtqA++JNao12W6cWyqa14oG3CULFWNbJnG37/Bt
r+rOrlhrzb8tev+dF1I4vRyLEX1HlR4XwcBy0FndIn9SCKP5OkOeIDZYIhkXVDygBKMD2Qs6juyT
KVS+mzLDPbXjbYzOsvGQx1O5S3sHtg+YG84H4Kavs18jZvI5RMLifnTlSnEOKDr6sqbRfhB9lr3I
HoPyuvZR3bWDtTF1GnUqGoz3AYay1VDy7ejgUT6Cbnvzcu6PfZvbB7LvyaGSbfes50ST3ijcK9Sa
4FC2brXyzV5v0nRKrv84PfW+qevLXTdb2dJp6K+qhR9sHI89lazx+6bWMw8nlPn+FnnoI4mhi4g6
M4bR9N+0OchVbmUkJ5y6mCfaAvik+b7dfnA0ANhP53lT1ZOzUiBR6sU/EmuNBiDnbVPuNNs0Adia
dwy5//Rd4oHrypOdxnB3n0a4iw1vytY0cI5byUCyVeSGFv/z2PFZfhNOqv76/3VLK3/zcm7h8P7f
5Oz//X//v4WTbQ+U4f8bovDxWfx3XuLtX/g/CAXnP76J+y1wiRlDn3IgKf5XLtm2/2MCTiB7EPKg
hpkIJoHtxr+YhOA/tu+GDn+ff0BYviBNzOP3379nBf8xfc+2TNMmKmff8Ar/g2QyYeYbErHKp7gq
b4QIgRVOCBdmos+YTc7Z/28MhZ6SCmXgCaYYOeoJ9xQM/YfQhqyW4+8i/0vVmkDusLC2/+GX0a8N
wZuQzhs+gWyr5eiPP3yppn6bBmXcHMLCNFE3GaWCX1EqV1IVXMRFckdxPA92g8dC9SJDtOUcKwPR
3zlNPevDBmOT3xfCwOBjpRb0l4Ay8yvoKyfeh+SncbZGVISfY2k47Qpi06zWDH5vbs2NeTMbhEQ2
QZwX5ASnIismHEip1eKR7BnAmH9Ds6VIvYB2DRKlw8JSoK421+hWtMI0DqusWJuNFwdrVVUKbnKC
j37rzSbrJuTsD/I+2MRtLzzLfkieZsMajokwu0fdBuyra6kxJebQY0J27UTk1GPbzdACourdJRW8
oCXxBxcwjXOTNR5HfrkLKAH9Shl+88lISp2uMOd9FOK1kc3YbgVF7mfTVBdWciXvhpoWPl0ESytM
UHsTDWFqGNWR6vISL5Hzzkw1LKOaKmzIXP69XZjROnUpzPPIPEVmo3ZIWvC8EucVWu1wdIQ3HBIi
o38Uc/UHKtWcLcAxQpUhwKymg6BdgQdBIPX7N/IQ9Nz3k1iwiRubZgncHqA/FsrK7S898cRb/ABL
MdkbIwCL96y9epg2md/xRuFzNKv2inlsDt9JUGbdMcy6W4Kv5KjHidnit9IhxSRF6/pLGzom8TIW
OANhP7IHRhpjr/LscQefqcmp7anuS/Js8TrwVB1hUmJVNFQKIrXAxmqzIKR6kTB1Y3vAdoAKwgJ9
yjyPGENq3uKFYCW04RIs84FmpQX9AmzZ1oCSmp6Mt8u/4ZYu3TKA+IPwQUo6NzesfnEmpdCFdGSP
19lF0F5OQ9A4j+QabRoZhBreMSUE3ClqGJuHOcXfc+4oA5IH3vDMP8GR/wJCbNIz7kQqQ401k3ox
Ou1HB0n3sfJKlOp40iPY5Jjah11Ec94uD8qrDchu0SY12Byso/sMw8lL5tJMkNaTdV8Khz4rno6h
49G/FpZWccQjc2tzbv2bwuSUzYpIJA1kMTohOSXG0m/SNDeGSYZOgJck2lqjn4KJHPy5wbY3tbf6
lQzMZRBNtX3PuEPaS1o2uEbbm1nBEfGk2LFRc75lNfzrdDWIewgNyJ1IqgZ/HCbmYG6qY91lqb8y
aAA8GNMUlVzMkbIWKkdFWvmTm+PXYDpujjlXXIxdfm5orOyCOPaQZxnGGKJhRlXR0NOOg7CrhVLo
Qm45oA54wv2YUsFuFR7oN0PaPhu6+sQBheBVgNeESBg0BLjIGMluj8NYvLq6ONDV3pSU3yjza5hK
h8lgHFqJUD05+oezoIZOMvs5NOO+ZWOX5i6rIvYjXOkJEo+Ud83O0B0kOCR8ERHWSMBJSfvF3uqW
8aLdtIEdFqX2KqSoSZA1N4kN8MSIQvamA63jbWtQRlnTtReD4UE5tawrX169BvBXnXF8qm0dS2Dl
cT6/TzDT5Lb3RhYZA0XyJh3zOOzpDWRBik3JNfcJjFMiluP8PJn5hSUYEDUkSRjK1ryZVE57iz8d
eXIbG5s672PAZeoIk8Q9uI00vgMlBQdnjBjfEVQ394yRU7Oh/8Z1CIZ0YuOH6jeLs3DFXWX6aPry
9RbD28jCnw55U1WbpqMtGdFwMc0VPzcLkCWR+B/wXPIMshyVe8Q5ykfDfR0h1i/KSbKNk1RAjMXA
LoMrLy5Jxx2yk+f5t3SO6siXm780jicPnLcIssEMW4VaYZrQJo96toCeWt8rvL0oqn7Rs7v4AFZQ
bQygZR8uuPucDqsoPaV5me9d4WXXoHXLA2XDF+T8P90UWY9ZHJeEF0TIDn0zH0at+k0VCfshIzH1
1niQqDlpcQvgLjkEAwFeRzPssT7Cv9Ak7ri3pm68sPfwWiI3LJqXpS0+s0GEoHrLcB3acrwfmjS9
TrTQugG2r5ujf6dzSbrebIxTDfNqgSOcat3R45dI7UzHK/G57Q9k+HA73iFvPpVRYYiV04Sdu3Zn
8QdQ7UEwyOwpEBm2bYpfdxogXg78LqpqV9X2Z43p0fK6e4Od4ELwvCya0ny0qSXhrn0F/nFk2bn0
/U5v5nAaj6yZsCPWdbVMnH6XtqrZ0BFGti2nxNWUtJXZJDsVb9umdbF1T5zxUwZpw23UMjH9Pemq
bs3v330J3ZE/CgkYk44bbslYxmcdBSbmCOtWiJFHB09DzYjJcny5llKHeYZiKjD3IFv51dmilpKV
FESKcMS2IKZvCi9G0kjzvmVYbLuJBZdhX0RNO1VdjU+YGkhcSAPTLfUq85ZA2V81VFcQLNiNaHHs
nQ84LKsYc35XIZEnVHymOlhxy3+Nm3HFTHCRrXXwbcjrvcc1HpPlOQXxumja9CHxm1OYjockmHE3
oTIgUFQv9ih2iVctWRPS9iFojfP8DBkBWILOapwHssORaFfzc0rzD0WxU7ERvnnvjQE/i96EMEtW
YiJbxGt79xxQLakeMJ7204j2PcEkkl6ScS655kOCV+4pCxtBAa6c3ggBxS9BU0qgfG43zRurjomd
lkN6Wy6AVnE2YS37hJTcYNA0kzMfLNvOyz9tZ77UtDHB4CiAMntszYOho5YciwtP57RNvu0xzvdN
b1E0e7YyB8lcKaTmwcnRAuFabiR4Lg7rzDwmc1SQNAswO5tzhMOAVsrF3PiF9LZ8g+qNNUEgCaYe
ekWqiks3K7yiFRr4wcYJ/t6WtrkR7RTmcKc6n67VEIMu4pO/6KyR3JhLJNTbAgHRn8MEMerWrmdw
kZzTW24AOCjQFBrSHPqc7cF/HejuCNe4ZFPKEocuvjftvr/MHUExpj3nolqB65rKQNbg49TAL03q
IaWkFyQ0nSt+Rb+yNd+H6eTe1QmpviFzWOTorCG5CqFUK950u7BI0BEDw7eVw+0d0cbquDehQiH8
5UXaQuod1EvFbfo6ThnqOBSfLDbn5eTw2Z257W8Hu54wbIj2jG7zwJLwvREBHwyu4LCpswtXQH1y
VRPkyEeUbWkKVVn4F49xl/KB7i0IrGn7Ynq6XTlheLLNOdlqNynWXeWaK1rm4gu3FrQ0v7wbO3Ok
7m6ij7mi4EbSIUG592/sGZ+5byWHxB+wbzLN4traw8EZPwVNhvj6qZkczbnf66qhr8bmwQl3cSyf
eFuHd1zl3cmIw2/tAiykXzjbVZ14rY2uvWMEYut0i7EaXvkI2JpH2HTTCrKaBI1bcboSherpE5pd
SWN4Mienm52kWg6iTne5Hpz7tsnnx1HM2QFTDcBPOzhj3BFbnNnxfnB4lgg5TU8FdLRXYrPRdvQw
frqphaTJhgDxh9arcDB4uIb9z6icq6x0/VaYFIT4BXvU3iIaMJr/6sn12kIH+Q5TOzxVwWy+ob9s
k7ji7uc11Rv7afCUZRw8oLY/mrIs3tg4/Bja3OcBOPGwTad39sFoiaPcseF0v6ApVAdBdchDryDS
lG0Uf9W973+RQFSXNnHdZwRP/NVWBAKIvLx4LEe+YvGN5gO2Iz8aGLAwErHu/RMTqXFhFMM2s8xu
iyGAZ5rdGVvPbnxAFxKDfzOiqBFC4RovG4p23PxpErzsIK/0ozlQXwdQngyha1F2yWrKDmwDCrYu
P7qsSdbVFFjrTKv0MtQIwlhji0seTOY7ATCb/EMOWDsoXwdHW1vtDDQRUleDpuUvBhnjp8pJHyo3
VEsIDODlIrIvLGTnQ2761Zb9Esv6QQJcMJXNQiQPSVCAlxu2NeGoa6hwRLX0YttYEdqFV5nzfQay
HO+xkgcDfvDznCWY32NPbPmiPgCV6A643W49Y9E1mShxqZLeWqH4QcP3E3HUXORXFYGQQdL3YeKV
S1Vav8nWtK59Wz05ZtEctQMLo/DIHHlkFQNmzZ3TB9kFqLFY1y1d74YTh5+iA0QQBOo9cHVyX1ix
d6xny360Oic5Ef228GuC1PVk3K6raHqOqvBAwci4Y5/tPKRckTYx0gghMsJUXglKS+dtCcNOsEOd
ymh6GoYUBnimoBKxO4NOZ7kMfBMPmh/4OCxzYkveV6ywHhjTmS5Z1XaYK5pviuZp2kudWi2I08XH
pqL0towM8yAbUD+MMBSYzagw42TUnCDufC+HaTga5CtPymoeBgf7bT9azD6xYA1gFOIua1D+WcZD
rWHI4vlo3XpqcYpTFhLumol8L16TeCXtvtsAdREP5e3+I4nZsuWuv+F68w1tKFfMyCLeQigOVgTP
J4DEM9WuG0wgLeYHqg9hYcXMof1YM3vX1Q5FHo5LKUESCO3+Enp/o8HUfp4TEGBlg3md2Ib+4v0S
B6P/d1CWb2T69Rsf5z2Bc7n055sht3C9rTEMZK3D2SMGXac5SRg4uasUnVMzDkYUVbUhzS3ODdQB
PCFfh5F2Di6efa7RcbAw0SDjIQiASEVn1zYfbBvPdUqu/E4lwTMmx5VlYi6tw+AMCkctNTi15Zhl
/KbK8BpGSAKWGqL13MhP9iRIIFXeb9nO4VQbkh3tVticm3lvxvnHUNyq04hcdJfBDCnLIhEwW4l/
mbjGHqMwQha2ZqpN8+/ELuNdInp16532djbLgg8yFNTo5LQBoNMS1g2PLGvrR4Nyz6/h9nTuHY1l
rs4e6fXEuEn8N6KwdRO7fvHU+NkTi6PupUP0viieA6tJDc4P88FnUBt3lVV+l11Sfo66a0/5lOFY
d1La0qoYG4NlshEnNU5wyp6Dg19jUKYF9BVIudziZ/M+U8sTb3p0za1hN6d8IN3NIUM/oT3T7dNE
Trsb+8HaMYR/OBWAf2Izb56rf/iIRHwtnAqWp21sdTSaJ1lW9GI7MUaQKt2IPnf/aEIdnzyWOuCk
iRioEMJ4NcXgbBUG7FhmetcbDtbFvNGLoOjkym5MsaJ/vXjWaMuc20l7n3asyRnZPATTwFiRpmnh
Wdpi6VqkxHO2KGuDdOAyFHm/8QqB3aQycWPgnuY5huudgHjz3AysRgwNlyUvx/lqu25+qDObCdj8
mzXt7QAK481tl+uv6tToHutp/oF1wLp8Cly242Z7Lg2QRBnxoIWu7HLdGqSJfcfptpVJH0IAdelo
z6G5hZJ1Z9G9OE7+K9cjLuVu0eGtqgvogK17ygOnWlbQ3UdU6sj/KHGKcDVM/jTi4CIP/GbVDV55
6lNdr/0o9E8VPxw2pGltJuIlTyJQBS2ZJJbUuKdVSCpYOsUWiob+zHtL3+GrzkFsWMWK4NCbmok1
OSQ8TnJOC/7TtvtrxIQqTdj81xwNgW8PthVUigKYKDkrh/EXtKq0H2VpVpvONntWCre5zpkpsFUB
M2FTG+2WZk+SGQZnvM+cgSrqX5uaoELVmvbCt4NiB5Om2TcFRdZWH1rLVtp/bKCIkYn0saNVCOCO
uFWYEXvzk1JfB1CJK7abfzYUvGM5ON6usP1+Z1sksKFexOsibO89GwFBTba5HD0peAZ2xQH8f3QX
Bj2e6QldGVIX6479yKJxBQGciQmswZLvj1h2mPOudKNV+HpCCB11G7IezckQ6IDbUTSG0Wp2SMMO
nabuVdBoiLd5aRjEmmhuIt8LOmYZejAF2sT44IlnrG+uzmNADfA+tkdnU6TiMpXFvk6C9IhKUG9b
AIxsT33ujpwPzPZ9kBLIRlcIskDuUs1mCUyOtXWIVdMLUFtrGhE78p3dMzGXlylms8h60f6I8/Yr
r7yLXUQt+G4xvvR92N0+W93etqTasgS/6Lk1V5nn/po8ZZd9hfZJ00m2qSHzsPGZCAl5Y3OwKaI6
RQSC13WZ+vdZnrJ5jQe4R5pIRKwp0u1Be2Vu8qmxzjoHZvY+OtpTQhZ3aLqk2mZekQ0nnDL6sUlK
ITZ0fKv5PorZxEPzwNq88rGaO4vOtsR06Zw5PUnH5DfrRQ7VrDczRMTeDBX1pfHJA2Q00MYQZ9K0
fNPUozNB45bVi9orgrdx7iq6u1jivubWWD/Jgc/boiGJqfcKVC0EhriuSFOFmpkwSCwTXEXndAMP
y9zAJj4E463Bq6g58iAQMqWMU/pYm11s/Ro967orSfURumZb2QYPPcfBYcN/vic4NZgM3GkDWH1l
hZGqz87Y2vahAcfJ2Bgich7rSTjDWlhtVq04NK35gI+ZCO0YT3l7cEe+S9hiPYJGsBMVHjwjsi89
1PU/WGDkfscBCtZKd+TgyW+P6p7Nf7jzO0lxWhk/FbMi3TZ5XNOKc6T859yK5iWm1WYZj3n7UMbi
0LjWV2Qj6sMIQu4tMtoZtP8z9Nb8wgdhfGZ/S2+kqSdMc8gUr1Y3EZpMWXXQ+6M3HQUmLob2Qixo
Oq7PYUr4kciOnDHnRVFA3tbIh/RFUwPTXyE+lnweqFPfhVT6kQ6MhvIBTF+ZriEy5Nj+27E+miyE
llnH2rJr4+KVMhWizcVYqzPJdWQJyPk2FYfLLskgA9qzAU1qrF70MLzmVfFUNH70eYt4PShpiIfa
mkrQPdNNgb3humgb6N2Uu0UvHulyYyzgkEw4lICvN6ou7/G811A4DZ91Jyvzl7mDvuaQtNk0qWwJ
KibTn4OBcOvbkgogp/bKpaiiN5q4J1p3MV47YJLgrCSCju4o/QtbZcBo58S4hTGrzjoHusVTLPRo
/WAcB8A+z7WYPgsPsXBXAEq111zFG0Gc1U3iLR/6MH2BIBoSluor3e1lUlits4jrpnWw3KUCkJmw
SJi7cKEZIGyEH0ZkWi78FfkxXu5iCNN1iDGZhk49dNUmq/yCqh5VqfIpc0Wr2allkqfqtJ6yQml4
8iSw5mYXk8HpuBbF/jiegmb8RAoismHz3mz6OUyWlNPO61nNrzqp7llNH+LJpBY4cfxb1LTdWTdK
R2Gm4BuRlBjZ6aydx8k8oFFIUiZUPuO+KMctgCdsZDFrbMFpt7DHDORPHJzDwUzv0DsWI+PKe9y2
l5yUy7IZNFi20SVdmXfezqy0cWmFAirBUnI5pAG2ck53C9ewNTT7qK4DwlwYXo90SNQfdN76b2TZ
/RNhY7m2Zmf8SJogOWCcoh6qSdjKCnSJU1/MNIKqMNgFjSYRnDiF2ox139a8PxJTpYILSx1qnBkr
YibAF9r/zd6ZLEeObEn2i5BimAywZbvDZ3fODDK4gZCMCMyTYcbX90FU1euuWpRI7WuTm3wvkkF3
wOzqVT3K6nlHfsei8aIkg4zL/4nup48lCs1nFgNX6LuYAeK637tTPP5ZtJ4OpuZaLsIcLhsZqd1g
yRCPXYezrEhmCyiEX9/TCTDmm8U3sNGhVO29AdY+5QkzKS8LyedtaZVL2thAxp243v7EJvq7rdCY
c93Ja23X2ZZvE8S8kjtMWlvVrcNd8UX28L7DZQIVN+n23NAVCNJpOvtJTO9hVFiPcWVjEMA9gOX+
4APRaqAN6lqqiwk5XXMepSCM/CG6OWwHtjReQ1jLlDbxC9Xmthpa1j4dbjuo892L4YV3bDs4FBmm
HxuPb6VABHyynfQmm4RErIuRJzto0+Y7b8blz8agTAIA8qdbo1ODzoNrq9LoyZxjsqGjiB9zL612
aoCzIycL9Tbmh1Y0uM6Wyr7qBW6jGj7LmsDnrFAoWfWPG9QALHSPRS2mb963xdugvZGnsQn3Usz3
jtFiK/U6v9gaKASBtjNUJFuY4xFfkPtsS+WYGwEN9GSNpn20U3hr85Jh6Fbz71FGr4UrWH/x3F1d
mBdHLxqXYCYwQ5ER5noYtQ9RzWdImJe7Qu72Gu914YNXZtek6eYO8qajbHSgAKTqbOOuN10dmGZd
XCYD83rs8H7mgYZpl/tV8zwM2VNScIkNK4zRPrvNTWxCKAFbs5yi3MX57YFwLnvvrUzpCxGzX8MQ
GYtbYVgMgaE+UKfTQvbqmFn76M5bf6na1N6OAS4NRGHPQcJtri6Mdy0t+zhAuCNcXP2IM/qNM5/o
VGqOn2OKCds3uLkHAHEgDPMKuZR2WdyirpaBE8nv0nNZ0lBe+FL6nAV2NtykGzNrmcXK8gr3/AWR
o0morVLZXSkytONy3lHKZ3x4TmlsMOdkZ1IBRWD2S1EGTRbHLwONefivxmHQxKy5JsGNgQ95KVD7
ww9NKzGMFgIj5oVcWroZBtPh3LXbbTgCWTkYk30hRsfooWpuu9iS5FmGhZW8sviI022mGISPGcbp
DhM/xt2v0BOSSMZSdC//69H4j6KL/7bU8gPw0edX//s/F138q9XStv8R+CCokbDpkPDBvf/LpeH+
Y2FjE8pVpsTOJiic/A+Xhun+I4WSSlkswaWHm+f/uTRwdzirn8Jnk8i/xvjxP3Fp+PZ/Lbrw4NZ7
QpEfU1JYvrni5f+/oovGp0uaTDccqEq6/XGuemxEz1Fd8ha8kVBKjUOsk9S8pSEcpIbA5UUqU79M
ZaU2bcjX0vYgRbKmrLZFmIzVSU3YIZK6Z+aFbgRlT8Am9/w31uewcKzp0NbJeGh8zMZeiGTkE1/n
iqaXC26vgWjgyitX7jcDOhvNun3xqhHaez/9EGL0YGGK2Hj006hqNzQrT8Omduby2xZ9fsK9uFYV
9fXWiZfyhLMpPfJoQC1z/KjfYT/1L1ZlSNofeBmWYWVtuVpWGwn1eZMLkxHPqd8ds/vq3fhiywLl
UwjSyj5JAz8LuYPQIeY74UCsZH7oU3OvKFz2tH/X2MD6yLRjrZojrjKg0Lh3LTEo7j8kAGacbhHH
Lkzb0Dw41N+dEB7b7qxFJq8J78rPZqBwjF1RtZ2E81w2FJwh6Y+Hzo1oXePEAzWzIlNz0nZealJm
7sL60dwZ93pkET/+VUpx/O+nZfgu/G6EaALJrpkjGEpFykucN0RAoXe/E7QGb7I2fO056Las9dOa
hZ4LLbaKOcrjlsxaV58QMqaTCVTpnqo9qj3aoboYhiu3/bqnMO0O/LdB8U5TRubLgF+62tRD2X1r
KNT7MWnNd6J/zmWWsf2B/gWdJ9XFEejrcPLRYvkAE+rKZLJyFmo8r0HnhJJCAMcKhOdee6S6DS/r
ZQJMpTnr46TZiHGcj1hualyjKfQiXnPM8W49LC9jUmhgGxVyLfnnx8KPjaOHKTbABc8oiJB78dcq
SkEqBxB6z+9QWlSfuG3ufVf+VL2Tw6Zdm8Drdqkn6+TgPnpJB2/ac6+ikEnSUAeYuAL+YOkLlVXm
iUOfCxh/6zs/4dJMCUFEY1TdAfKczIw6hNh0riPazUWmQAFIWLVEPfLZNQ+hzqvPeRyHw+wCY8Dr
wH3YWnhn240P/tNOOWhHpXFwq5AWZ90tJytuRr7XPlQjoNqKGylHLk1tG9sY7O94MLAmqoNXzsye
+EyNH4qALkB2NdEHUanPCnTxq+HEzjNfnIVvigdzwM2mR2g5LjTFCoCM17XflKcZZ0Hh6ZPOIDZg
rn4rC8c7YEjtN7SmtFuBiAkBcYivYwOhkHu2zRi+mDuSzHrvRsLYTYg1EIxEGxebzI69P5A/Gziu
pXPx0vkxKrjgWJTuPVJGcBjWKzFY2oMuqmNruMXdpOW57gp9VY44dmNTPnuLVbOWiEmOy+dUlZ9M
D9gQGiQ9CR0KF+r6CxvYUijjtlTR0xrgXtzI3fSpow9xA3l9q+zsGbuxB/k9Me98bb7jO5a0m5uw
lkvRH8kLHAev+MxYau2tsjLvANnY29RYvm1tDF84se/XJWm1UosIoAZUEweU4ZJPXF4L1dICmD0S
UPwcreh9HrzXECW4RWfb+x3qpQfEsZXtTnqCBZP+Q3ExBHPhvpOJ+vYgcq7u2nCHA4B5t7n3Wbd9
JCC6wELnmMStKf4dyvpJxd4d12VsLZPxViXmfmlFtS3zOGhlcsFJcpKx8W4MI34tx5h3SdKwtGQN
xRxT2228reqY5GVztmsIhGUpzlSQQhkFyk8zwGFoB+j9dr03kmityLR5XXjw3traIZ8C2jdPZ16N
5C2Tl6khrIhFP98bhC5sJ2QvQjDJz/n9xSMDXV2qu6hzjDVfVCKaY6CaPQB0jklwrQQ6zEzm7/zi
l2Nn9d5uCOLyzrj5c49uZaj8PMvKOheOdacitkC1gWNsqMFs6Ny9egigm27JvxFHfieLcXANMGk0
ojDiN+cEvQXjP65U4ELfUZeelyZ68YfyKAVjaexMO0g7Nxs0FhYbzpROe7/DEHkmL+VjPI4voAUv
E0/GBr2HUk6D56lP0vti8IDxxhgNPK7vo0XwWY0PuSnVnyyCIAFii6R3B1mm0sZdmnB6ppJWBY8/
YA8tGKinXR28BDJltHTIYg4gCMelqo0mTRFYi3dhST+gxS2vovDqjU5RiaklLzi0uvY5bnTPlnf5
gG847MLUz3/7eZs/KYMPzdb8f7dWRVYHNlt3MHFdfvtaTZsEnvuGyU3/WtphCWg+7g7KMppD5Rk+
5FQiiAQOvKZTj70n+YIvCyym2OnUuLdAx91V8xrYDul4NLcNG4IvAMfJc93wz0CLMu+3ftwPTB0z
innjycc+DinN7QmtRh39dj1iAekSUZ6tvA23qm2GXTGk28SxMvwxCTrkEhpBprCVSxcNmQ/bpQIA
LDkmrYNRNsuWjXy2lzNXfbObps9GFDRo4TciK63pBwU624DukDjLpjMJWw+kQdIO0ws1B6k6J+R+
gFUVsoM/JCcWFQ9TSihtoIQVAa3ejqNZ7Al4UU4ZJscIY3zSV59uH++o/YOzWwWcLFs6nX6KZsW8
gOfdsmd5m9K+O/GLeRCtS2iIsGkl8KzQFDAm2S5kRgmdLFA5Wn+ccAJs6wlPpJOYF5HPX/UwgzdX
XRBO4rFOEf/jWj6YZjICAeZk7Qjy48lo+Ds22EXDrPjjkwDYehUBbmmW9G4gVwNgWRSltPM4BU2e
f6ZEOqh1BMPusEjhMrRDkwVwUFovulyfTWmv0ZMq37uj8TVXwMlk1VLYo+z3CmvMpm9BNVPbijff
HuFzVvI1aeYb5pruqIjAwNACQ5cbqM2hgD0KvoJNMvbbzZjNJJnceTghBduIRWLwtsIN6UxwovGW
QTe8mP6YHdnQkkUkrIopqfxJ7QninzdKQ2zCiuRfPXYhGQY/vHN0ngc+cZofIyuAyzCo7nnw3A8v
bqB1lITxZlLHeK72TcOPQropoLR0OHENk8SVTArbUqcDpa6hIFex2pu6OrTsWszOJ+Q6vWVz2Ozz
MYt2OqJvM4HlSlv6u8uqYyeiOX0pCh54Mg0hX4HK3+CU5BB0m+Srb8LkPBcNlCXpoY40+F0/Gwwa
HVZrLjcMqRxs9ToUslLDrDaATKBbnTF7azCR8QuoVm9wFvF57OhvxDNsjUQTOA7+uonNhtt0sQb/
OW0cp170pepW/7ENIBgzcjI3ObIzugU2ZTurJn8/Tpho9lbUv0dzAlTBgNOHth6TB7v5f33PA75t
UPirHVr8dUazymz1nl6QJH8wotk2P1pE7VPjKupQcc7gHfwRp21K1LjD2npn1kJgw6ae2PtdQzfB
no2FgqZLlXtjd0B5GX9VXeQNRiCtHFrURqhyehOr5XsyIxtvMj1ya5QYKhfGcIC2yZnyulYF9t85
lUgtcPS/02vd+cQYJ8OlJnn5O+GygV6S13odfGvZT9vM4E2GrN2QHg/XQXkRrXPO1+GZxThzdPt3
poYPwXwt11E7we/D2J3/ncHHv/O4XkfzNqnBm7Es2rUsM3rIxjgKzn1Ci8GsbV8fLbDPbEUKVfB3
xYrOgV+VBnAI/hOfPuiDBt0ZtDgh2EZmNLEuNTDYeihC645MzsBMYhl6ONlIMi94Gd0vlRYgGGdp
+tD1Fpn2OxvfEGyMZSZbxppywSUnHRxsD+mQRjEVselqAJpWrbCDPvlRzoYEnit9PDBs2Uy2+n1S
W+9j1BpsvsBx8SaioqUPbFzMCOhjm6IMRpOejCdwRmx18ev57VOZYG56M72WVzX4lETsBTCi7sDT
JWjnlP3YU9ZDlCrf4LDPuk1t4WcIykE3ZHaqqiw5/LtI3jyzwAI0mSRTd9gKaNCxDLzSm5x3hv4F
ImDk3ImJz3EkTe41s8OFEw84/A8Hw+pn5/Pi3dD4rV/9JJ+LgEOhGI+hDgkBm3SsgmpNaOdxl/aY
TNVi/vLtwW8PLAEEtUGdaTKsQG/q58sypNWd0XH8HXi45HiuWFKyQfCBDDux9ocfRtuJOkjTaSof
RDPiNy6LmcGY2i4uA12NuonItq7hTHfHpv29gsP5lIisOOHMdLfdetpoSMnMsQORqGHKMGCkCv4P
clprr4OdZfUnf7HFg9eI7AEDNVuBUfG5alB9Hhshq/mpxtB8UJPj/Azj+JWJie+n2ZPIM+IyhIHF
Y7ftTVW8j4NMV2oKJHOqHnIuV7qD6orIiSmZCqNPlUtnDoRPe2Fbex12Cm7hb8x6nRFoatHaM/xs
TwDWAWJI5kpuIqtt9jgTOmsrGzMEpRVqWHeUYpT0Scshe8ER9dlllrwlldL7JgQs2PvO3WKB28n5
AMqov7HGHAH/pY+ww7esCuv0XHjQIJlizfxeR+mfuUlbyDNVpmBfxxGQTWnumsZh+0Z9crWhca8H
zEjS9H91qn/Tqf7bJNH/+RN9lrDZ/kvN4b/CRJ7zj+8r33Uc28SWbDv/ChNJ8c8aE1KoRCSNpG2h
D/27TGX7/6A/SSFcdnW2h37170kiS/1jkx/zfdQk+9/+1f8oSGT/5yCRVL7lklRaRSrbtCBJmf9Z
o+rp+WxdwwjBd43p1bD93yxqbQqpRhxRsYRgMJ4bILdnOp2iszHEPzMH+IsPhEVYs7UzNSHSCisw
lYMhexuDugReqFGfeUADBM4eBB71gJ5C7KMdEvbYI4U8+UrUbIcdDmy3gR2mG8vLNBJNVllE9tEe
frksoy7L1LfGW63wLfNwdfATO2+4dY735fVm/0jRGIOSqeg5Z3NbjAWFOCBrYKufCA4Eg9OFYD2N
yKe/lBe4uUEcKusbTaMKQwmAAtCZnT92mNMTfzkCdNj2NJIEto+3lV3funvMzfMQd/3WbTAykBh/
8KgYwuCOxUskzV2xHrBGY4M/7T9mLauAlLtVb8ifs70diislkbThLIQacAtUtEhZWrLjWgB1QImJ
W/sCJj495BkXXvyX6xhLQxuBdmONgxC+dasfLYGRcrag75i0/ETQ2DaDM5PJX+ziakoYfk1VTNyC
FBRjaujuiw7BRBTmH3aON5rXx+eoKe50P7fRXV2MM4WSwtM/NAh9F3cu+ZjIoLZukZl5Cv2M/+4M
gOjeyixw9A4ZsN/tPDjQjJuMCittxYo2iLiLrYDxAMdU3Lo/DK3RLsYoWuKtLUbwWCngbIh0/r7q
3Xn8Mc9m/Nwr4A46Hn9A86JSSvYkyrnppPteOPXF5df2INaCjmZhYKofqpJGndlsrAC+sRXQyrg3
h/Yzq5CLXLNlzF9opGW306Le9fowqLGDdIO31yK+d196PfJUZkFQgTjRgzYbOzcmsR+B1TMyexwx
XOTzqwc6TQZzUt+1rncEh32GGrPEe85SXpSoA8SVOMRzhKoeeY8h1eZ49scb2MgTWxIuvjFdt1DG
CkywZzgRCdqFjb1u7+ajpwM35WbDIYdChutiQwAEsKxcGNosvB2H1ohOANjDD2VxuCZxS0MNaVxO
YRdEhGvTLumI5XnKXXyVxjQKinv7Fzb53j10WLRPXhrVr6mWyR6OvrXpzNK5J1jPeLJ2C9byAsOk
DzqaGPelMxFJIgeSDMUfwJSH2qzOUd1dkXSDIlNfMrOnfcapRrpKXT0zCX+MMSeJGq1sk7qhiyGw
Q+BzaaFreZiSmglRVmF3qFCait8WT9SeLza1fD1lK9N2wf1L1Ue5j7OyfOaateI2pr6/LZRxLIBp
jDA7V/DaHjzBlQCX+eCzUsdfQIYf7+IGZqvA55+2Z8MSxVOpPe85GsRVWjVptLA25nOvhwtTXHoh
M9U2m6ohhE/8G9/EJpGDa++JvJH7am2klKWqIBQSCARG4Ik4P0zpoj/JcnTOwXZUi0TZTra1c5LJ
PfdWnz2igMNTa1td36KqYqBtkZ0frB7wxKae6tg4dJ5rfrHxj7K9p0emCXzoHjtnNW+dyPH3qVFE
f5YUqLOpZ5ZGBf4UYPkSyGYU46408j9qdNL3XPV9eBiSGAcpkC7KgnTKHc4HGbIzyjh5Gr38LmXL
C3Myi2/cYrOtEdn2S5YD6fNgGB5Ea9mHAhdrkDID0sTcsETdGXOnT0teKXFsaCtyFqM9q7kBol/P
ESHFDN7ahpqA9NDVIUY1Rzf2uKcpFQtn02lgmAWZN6xPNAWNVJTTaru1iV/v+Z3yNUsoG6uGNUA0
VfhSa92DPsrMtTpLRppoRY6zBYJ+cZd6LALoiqPGQaPoZT2wzzFK9FFW/gtWpz4OJpfwcwjGLmoj
uifCSb+Su4dxSV+jMfhHmbJcAcdN2xOzNO9XfW4Tb7gqd9w6YsjaYzTXN6+QLne7XLDxwW8gJlD5
uotCPyioRd3rCdQdiSkL5p3bX+PF0yjw472r0H9IHOZsMmcH0X9bQDuQR7iL8jGjP+xs4+//OWRp
/Lr0DoTzxrJ+2qp5BC1ES1pc41PR9StfcEbRwcM7SO1oZjqPEmF4NfM0t1C5v9M5+2Uh1cEONgTt
eHEo7nLu/Kj0UTnxoigqElNWoXt3O8KmP6a+88QR5bMTzz1cS850a0RdvCBbkdxyaOK2DdFcAVKv
Ijt2080SarBaaW8tn1Wtg6EDHNXSZ+SyCEeNAx+zARF2His2xBbSA2U3kJ51NgxBrbXdbA2HzilE
wUUGebg4WOkQWMJ2vAIiuwmwvyEeoW4/tk7JGzaRYfhGREk5QUL9ebYpVxizUR5y+ra3DXimY54k
GcnQxOw/FnMoX7oEJHjSWeX90rA+Qgm2ScyCxgM5kvQK6I7U5UvoJesEGy+8NRUdQ9UjdC/SP8Km
FQnIKG4TZLT0E0x/UWyLzo71wUlgCxEF4kWVpGtdLwPC9+DxzO4dKknLrS8b8QNxlKG4lCUEuJSb
xkBq+Nx1yZ1yXQ4WXD94Llt4np4S12nVa+0xvk6+ZyAwEN/nFHDZQaNLdD8zZFDMpMi8/r5VYfFA
IZ3toNqInD4GNLEL5cpUA7dQ+FVjDT+9CMbGdWqtO9xf6UObA/Ttyywg8fZdpiJIBuI62zDO6Bu3
yqZ7oS5LTAhS1FSEVRFuBFdEoPnTimMs0oj+Si8lsmqrFxsaibv1o0JyOublHkfWoYQmn1yb2H5K
QsvvqeAo4mYXtYV6iAUfDqlnrquMiyiPkUnD6MaXJr7IZKl1h4jYhuzgieVWQQLoeaKdy8GkA33J
rg/dBBxz2/nC6TASxxjPog7dgorZxzAVXbGl1sSb8W9zswr4BDuLcBS5rx9O7cG+TRGB9V4VvvdJ
3k7c6n4CvelwKQ3vYtsXegtIijo3SsMQWikIYKu12jclKbfEWLlEiTHu2Wq0zWFwjPFPaq59aoY2
fiRF5WODVvnRaAUMby4o08boMIruW0zC9wO4HIYiYmtTGl1hOvvnljFun1TDmyYhvK/h8EFC5gEl
jafgh6qkdDYT37QAGnJG6Vid8qCgKvBRVfXblBFxRmwgT4+YJB5aM7yWlTXv68oNL5gIhr1B31oc
lH6fgWGpe0ME2KsEYnoRd9s4TOgFGCDS0bisl+UkfYLIYxpbxtYPm2PXW+PeFTzyZpL/zhNoi2lm
W4DhtXcL52FstsscIaobZW3dwagcvlyP7Iq95O2NuAR7Cgmq1qvTx3jCLMqDMEdnSk4vtNhYBz5l
Lu1AM24z6KaD6o1nSlkSAFJUop0TA2YV2sirFYH94hYbf+OEOzKplwHGyfaHRxdivMF2ZX/hrkSr
9ivzDx8sWkiO306NxiMjB6nxpExKakaq8K2ric5mhq0+msYUwz6e2uSMWu6Pr7y5/f7cxaF1nl09
7mjm9F9jjuh8M4ga43GaRePXYIjk1Q7z4mNcRlyiYI8OIfBOcM+1DYEbvPRnjGln2wnau6CmmfU3
5Dq4p47p/nFptaMxg4VGZvQOnv9IJ/Vhmdw5v/a2x5uSdii5BGpM8/dlGopfue0N83lYAJ0eyrFf
FJDn2tiZIX5E9CU2r6i+ffZiymWgZNMr+N/5FiiBVf4mIejlkySZYS2ue4uB0+CBz2ATHkHB4/hS
9jRuycQ5JaJstHqtZ15XG1KKq9PYbzu6asH6PWOJ4aWBDFT+Lnkxmly9QQDA7MmtVaZUnUVw0ZH1
tisguJUo/KCMQ0A/lj/Jr3Qo4LHH8GzYI3HhG3cRjxgeUBo29PKshtatP3ROCmPjNPrEi2AEi6ua
uv9cStSfFVY8Z9d2SQh1Fyne8B7AN8DprHnMRTL9ytjdEPxsFLfQOXTcl44NDPfKHiLkrqZQzCKm
Pt+KxnHaF44RbO+5oEtwZ1T5s0l0vzrDpF/7lKwJ5OGGlrZ5gqrZtb+aWCi8d2MNzKo+eHZcvAo9
t++YHyvKkNoYR4Q18GJPNXkqjolW39delV3CMHG/CkDXxJ1UBxLZyctuF49DhAmZcG23L7CTbgut
HzTaOzugWH0mAFijLffhx2lpzA1XuK7btfgowMj3FDGyN8qwDHMxJt8eK4LVuyJPURcx8CfGXnB2
xRtT8NEfBPL3NuRQxapLfXd0pCPOlltr6SQo8jFN6dnrldxGxpg52CojU35g02zIFOUN3c6i7pwf
IRWDbLJy2iNwtSGkIZVLVvJZxdGGyzrprwl2iK0ckAk3OEzWB7Uoij86dGW+r1RqUohWarpknWG9
JUUZTAq27GERVV8TfhL6ko1EvEljxLVL9W+prsLJqodM1W5+SNKw5BIHoas0BUURYeqCvAAa0mEX
7Ih04sSopXgHZBdTe2/Wxo0SLgkWaQhpD2fpiXE/qV7h01G8N0fd8JiH+EK0NKFYLHb4B7QQyCtz
lhtPxaLk2zJxmQXUad/nYhzq/WQ2VcQ/PZwKJI/SO4EwPT65I55DqhQWm0YYV9C6TPoVSl1CXPpG
J2DScCWlEAlXZ1uRfaX6rdzagzk7u5gcObHwEJfEvkfVfAPtqZ/UEpK8HhbSgLh55fJeweUKzyWD
HYkpg0wefKgWo0TqghE0FufJyQZ4RyI7mDWXGgTqyaJFtKbaADJ63x5iBGryHXOeTbCAWUhjOO1E
YLZl8pYuHXgDRdItO7WwZLjz0osSZDQxwXFUuKrPo57sAgkFJXsOFoLUz34+V3Mwgcxg4HMSYPpU
EcvxZAzCm44IJ3V3ixfGs4c2SlUaGIQj9blnzvqO8FnjAI4FTHaLFvRNi7nip4LeBUyhN7CMp74F
jISV61bnqfE4x3nLIeUbhIXU/CQ1Y1UPXS6g55rJME2cO8tL5Qkhpn3QedbQsst2LSc9+u7ZPXUz
9eCDhYlsLBJ2/JFHk8OdIffJYjOjc5TaYQpxOx7Q9v2KtefWt/BSZlZhrWw3wS2nqHbSKtuzUPNC
vpbPIZ6Suy6mNkwh+gchr4MAP+eMk8FmI0UOxDDn57wmXxTbU2pfWB/k9MWmRnaMksZjWx9i/2Pa
KhVkMhnJ8gEQFRzbLZkJFwG586ZSfa0rOlaA3POzj2Es6qtueO7uvRo/xXFMDGiPG1H2Ryf0d8Ie
wwAR6zmtq2fh89Eq9xf8LfE2QsrAjNm8TBW5dmFoGCD8USJ/HEV0LHwizX6YzvfwYjtaddDEDc+9
hVijCBZTbBVGPzoS+zQ/nZuh+OLO+mmkzaNq6ydtmb8LM71avfDISBS7qp0+2aUkgeN1pyhcnsDt
qU3X5iA0S8Rrz30zbJ7Gwa0etF89+mbx09XOcyKM+zHH8lxFiOJS2KtjoLovppbAKxAcwlMb4BKf
VPL+rPBMBb4HW6CoMbNPvKo3ceF+s5ixfuVmzlDQKexEOvqcrGxXldnVUDUKjUJGyb1pS2MZaX1W
1WhG1vqFAYGWMUxvzDancMNOYZslL6LQlOctXDr5tv8ebb4l5mA9xThOCd+eExf/9SxJT7Zr8Q1+
01afjJox5yhSSHwJ3yZiQ6+qrBd4MfXc8yN4UjvRa7bYrH0xY3M+31GEyRlnzxhzaSpxG3WMF/mE
pnMjOncaS7nzUxQPQMp7zCl49+cqoEIbI5xoTyM2IeLV6d4T08VoyzubKzwkPLlZ5GBAB5dbmWPp
kawIaaQVXAyqewEnZdvJ7mc+wW7IdNLvsyZRJytdyy+nGhoILioDNQBg3QihyJc70XWvavYetKkI
1NGzWDFIsZRhVwiPh+ha5/6BfGNfebH553Fgyo3GsbkY2d+c2XTHVctit+wdceggo2FCSGX4G3gZ
gclw+WRh8NOUWbwb8+xUJUZybavoYZhoN52sO+I9zpNNuwzTx0yyTvTqXPJtPrWVURL942ySRJsC
r4cow9hTX1h8JCcnnd9VbOzrmh+Q03/DvfUM8QK22mKMW7Oh3yHP77RJO52M0yfwiV7ADBny5WuS
a2W4dG/b62ceMqLifftileJsLIc5cE74bVJdS6dOSvGjBe7ihDX43jTS56XIEZCGer5X2TB/tY5/
klH4o8fdQTXDuYCxdbCz+R4xoaGaxH4yubwTDCBGP6TJgYDKzq5N95iajnnFcEZUuXDpkwCCwPds
WO7dyaqPo1cfkqoAHo8Payd4exNJKdpn/jP1zl94PNZ5+uhp87PJufziWyWtXOOpwrskjrKlNK3V
1q20xv7eR0sjdILRWVKElYY/ez+uA8UJzm0DXUCEv3NUGMx5N/Ap+AAS3Pp1jbMn7dVj6+vyDHqx
5DaSx1qR4u7bFfEbBW1su+yrBZ67Jr3vYv/DDptLZboflUctBVXfar0XwSBVZG380v7ZGtj+qDO7
8yn/2sxme43YSX6oeMh2uO9PTe6cRdf4LMWyTt3Deh4ZI8kvhbukcfAItj1+8yMyPzpp6coIN2lJ
P8YvrcwRC2emrmA1lucWpAFWP9w+mtbCF7mky3UoMWeCoHpTTFm72MVf1qeVEbCyJ6s/tvN4JGnf
vk0un345zN7OS7S3761ufmrDeMF9FRY8nhNOQVa/G2Fp74tuB+BitAQNK7Y4TmtOmmFqnlMYpXvt
UHDrF/GFjEt2ivCJ7r3V49TVyRNdpucqq178Ynm0PfuFmghYvH3jXQZdzMd07o85F1KL4AG3uRuV
kHoreKyCOMF35KoZElVKLSazw4uJ53yLzLQmpC2KIbikHH1MFWiRwM4QgDKEOZKTzZsWJBYyFp/H
ootAY7UpRY61V+zMZDnaRXeDjZxvqea671PxCg8cjnZdUx4mw0sW181vY+EWEPWrjYvZiXS+Q/C2
dTdzPJ1K1Z9GDxtPQeNxVIP9j6LU1IGX2adIMkDSkNa+126JYrikd5btHVOiOzcQz91OU/RzTYZO
/kya/NvxwX8D1sS15neviznGL2yCWH/Ck9iPvj5TwKYPUdy+aK8ot3C3zhpts06GBpm8KN+sxJsA
c1RfETyZui0DOjzHfeFOHaae8U/GQ1JlbNjoB6qKfeLwpl0YGpkmbeQNJlL+1MwaeJT6lobVCIL+
CHoZXrv+la5Jgbl7yLWJgc0lN+XkvxhwOODxhlpNcez8+B3k8Ja6BwjlcNIQy1+lU8uf0RLZe757
/PB+S6ZNUW/kC+9r8UfwSO5yiCfvI0zKt55fqG+a/MxNYx2muT45mYQhE94GIB2WIE5YgJL0A/DG
HiTdqY9O7MPo/yXHuJar2g5ObxKmzTQnkL/KKgr+L3tntls3km3bX0nUOw02wYjgQx3gbu5GvWV1
lvVCSJbEvu/5aff1/tgdtLIyZVc25bdzgFMFFFCQpd0wGFyx1pxjMlwLEEaU/R0S7Pukc7udrvUd
kSZfOJ28Okv/MSUoc1/bRMY6wPPwqtLQIfjVojeyLSIaNvzNay1Ruw4Bl65plkch2IBgJqtL/OL7
uhTngwMqi3GUsB+zhCE3aiNnCvah7oj/KWtyxulj4ufPe7TQouF4G0+STIk4LYkGzjv1cVwTbivN
acFuI/cMPq0mYZdwuwbFTRh55T3GFHnucZWfXTNoH1EP3JtLi0Fo06gZmzbdgfajyxjKYN7owtVk
tOddUHEVztGCkdQ+DkQz5SiW+Ar8gOH53VSHtDASMM8zpPshLCoM3DiNb+GjoVSD3GCRMRkapE34
U1Z5OQ++bCg/DjQVQr5jOJ6BJkG17JKrYaknpAdWg1uSk9QYXWGFwUPtdkxrZnfQJw1bx2tK8/7c
7MfkxZYd2m+IC/F066bZYLIjKKKzaqc9SZF7ZJveGic3PefTqehjVIvYPSG4low+Wluw2tPOOdA0
Q9QETxmWcOz6Qawf5pxIPZSTOTkiPEizCAfKGt2eYPVs3HJvE++C/tuk6Y6btrowtHtOkpfxNWat
XVrtTC+L9k5j41lF7kCnGQ92uZi4s8leskLjme3molicXaY6koEgB68daSA5ZeQX8LYEDQQPzMbQ
2c+ujTWbW0dsYceU9/AkeAj048c6SCLEIyEyrcXTh8rBOoVRNsi7am97dugyLGlIFZvyV9I7FyM5
6zg624hWcqccqSkc3HpAzkHaIS5vqQaKFucPNzcGbVely76nKxruK/Ii7gk6S58SA7DfhrHzZJEG
S15lLzG4i2D7vyKGNxGDrWCV/jkQ9bp/RsHwy/NL9st133xnuVl/8VcwqvuBzEHPU8JT7ipN+E3L
YDsfhECVoJXSUkt0Dr9pGSwbN450PBMcNTceZ6Lf1Az8kue4jqct09KmlML6GcPN93Yb5VC0SksJ
Bi4mMgvrmx3nnd0mjCCqqSb74iaWeeMi9tsVVJQnZcG4zcb8AC6UqNI31Qsk3PClvHxDrv5CPXAJ
56lr//kPBpAoJH5Hsa4vK7Rte2g48NorOi3fKyhcLxfOnA13ZVNSK/apxj5Wzm4A4jSusFLC7FmF
TXn2CZzF2PkAl9SNjZjhySHO4oDt23GPXeBKNKglbqBD1XeufTfJRCHhl+30DCssPlESCNqeEy1/
IgHG7e7avpu4Rfoe4T5ISMlksh/uwcEKeK3z3LjnqbM4ctdqytsw5Gvw7YT4lIOh+m+qsFR/Lbja
PNBtU4Hc1qgv6H3xXhh5G1XlMtcYSEZ+7dhugi/kxzkc6ZHzrh4FxbdtVzuArvCydzgNiJJauMRt
doyvGWFn5KVUSBZKC2ZwzRQ1brKttN17X72SNuQWMmtVfLLj0nyiNcYTLYqr4jBFOCqvdFw654IG
cHjHjyZyHiftLcYeda4z+WOPKpPhQOJeAxmZ7ujD2BSEc7sgKIgIPNl7ETELLeXZoEwDW0nYh4c8
aqarKoPzCbWj1VhDldluo6inumFRoZmi20PHmE07PvQTua5rRW+cx4hS8IDbk1OhW8cwtIUzIz+W
YzOiXFiaygLZbESer0sDe741wBTe5eob9sFdYVt+2/YCw1Csu+gmUvmT3YyMCL3R1SOTFJxJY77I
BxIDm7WJEpLzEuJfBnKKLJpxAOyffsuUDSliakwcF4GLcgKnGiKHx67y9D4ScvjSKRzKdEmtWW9N
L+CZQptWoNQ1enres+1gZ+mmhK5Dji/fPDW7zNxLxHi3cTNIBHF6RlUi+d4OFB+YUY2+AzpXkosJ
C5iheH1EfNty7IUiPIWTwmtHKnnpsY2+5H26qA39Ps5OSEGiF8bjg9iGIH98FRLQBucBjdoC1PCo
Kp0QHkNeZvkmsEWIsqbJw8a3g3w8W/3nKy6KpG1cYZLN3kEn/mwybsL77AQNbJLIXcO+x+qZ4TA8
QGnG1Qld0PqWKDW0ysOiyIOVcHBWaxZFIOf2sTgQiOXhhp7JmFdBzXpZyHutObdUZgh4PchR/vah
S4+kap9zz2PQHgb2CkLIm4sYyscdg2VEnozNxzNm8txNOk0bzqlwiXmEj92JiuswPwwdJW8SmS3a
ciB+GLq7kBfOp+XMy9OF+LmlIMcv40E4+RyrFLYZQj+IAQgcAtUCOHByg9MUaXw6kwBC8C5xgRu0
1pRhdLDSfg/dGHEv0IrmRjOrgFMelqiU8fmd11M+fJmIsX5A47R8duAN6Q1ogP7StXR8nSBfuVhy
Ywm3czN6r8NSeiQHT5NyTqwwc5aNxkd0LwI0YxRQUpHINc03M5LHms2g865gvs534DqyR5BmMEIC
WvfY2sq1ravJYSSeDsX9ZSlyqhbtofzcQdqgo4iCkVaInloBoR/ykbVFecyg2gOhZGOyIDCR4QCp
CPFWZm6q/SzgYCd2tWnH1avgZrlO3VA1L7EzL3Q01NKdE6pAiYf8k2xcx6Wx71cJPUbk8SHoxqZn
udNc14250fC2oBtxLI73DB5jq9pULpiAPfhabZ6HTeW6z7mSyj1pwxrrATNy+L7bbFmCCYwOdBMo
nzZZYCxVEz1KHO41vIbRB3i3utgGhGp3XGRsdEszaOGn0okIQsb/pjfcTyvRI3GtVEHFnIu22xt4
g6Z0b4ytlk+yNyD/SZnHlORBFacjaO9KF2xFVFNwQ9eo5DY5L5slLrZtM3YLFpTBao+iAmBh5vcO
Bq8Nyp6ZGECjcpzOvkiFJiFtmgeJb41xpYb/BSdDphWEpwhvu12a8HA8lc5HgdFNJVk3USnFyfqI
Aq2fYmxXR3XSU24tOvfY4yJAqGZzpuiPjudz60GT3JhJ28qbMLcEMFInbtZjX9QX6lBJmarCZx6V
DzfBkEb2lwa9Ajq1BtT01urqJviMB6N9nd0ajRHcdNqwNK5fSnuqbKJZwrFmWGb2ZEklI8apIBI8
64hpuGe3C145P0RAj8z8NUkDzfChgzTCCYLU5RZXSwH1GlYno9qgx/CEcHEbNQ5UgHAsyisZ1wh2
w7A7ISewe+xzunA0W9P6ScxYDP0EJKHn04mew12wVBZBU8lIwrgseY6vwdz4WmvaE7dsHk3kzzbZ
CexYRoo9aWVOzATDHTckmtJYMeFlcYRC0osl13FOCyuyaH9ODlKtWBXqkWzIBF+Tqhjm5hP0Siwj
5fK1DXj2b1rR99zenIGfHR01N30B0Yy5BRiHzZKlRLhNZdbv5GxzJrMdDjr+4mXm18YRsN+8Kguv
PTBKT9PCmqZNiqGP50Q14e2sjaHhoSvxrO45ayBHk0VK+zOPkumTO2p9t6Q14y6zRoa9reJiUDuK
BaLhJxL+0JO3pDFtsyQc211WtMOX0WHOtinJV4DY1AqLjQ6/SIBePFK3QOlSTiV5K6udhziIs30M
uQJ6sMoyjptlAnN3JLTc8UL7GbuuDbgc2OhjiC1u2OSi8Gx/CtNqQkXX98mWmUhJdEi88OsCysmF
AEeN4tPGoOjbOsWPNRnrwYItmFMrlhrz1Ismj0DBJqYGYUMekCN4cSXP86HJeApVSU8H0WD7osRZ
JPWasb52I+HRHCdoCz6nowNB3F3gNTKC0RImziSsegebuqyPUBbi3kaQyI4umznrfEAQCKfomAJT
ASVUz4clZmPaz1hWPiHdUHDxwcFnx+1YDmKnhYAfPS9uv/idE8aQhwolT2LEpkeucOGYD3ZAGzBm
NMW+pNlxm1EyKomgJZ/hY1YeDXSDVkkwB4ND9CWzkTVKO3CPQtfzyFBaiA9iehqz+doxTcspt9rn
vjOUxUxtGRjxjNFM1kqRMXfFTicuE2vQnwbUfWBcELHQmXbZP8J6Nn1TGu4FBMXiwcuj8Vx0kr07
yVIYPamaHlzLjew9qY0jkrIuM4AwD+qjOUkT8ieIqpeqW6bLcXGNbj9VqfGZTy4V8qtwuDHwXNHS
nxUcE6uNwg7fmRaPpSoLHlGe84K+uuLuFIGVICHpcna7KA8/TkViPOhEN19nRuWJH5W914B8asJ7
lAwVWd9jdE4DMf3M1erJIlqtgYw9IdaRlFK9FoBCGZMbMUaueiHfRmQTnKgpmxpMFZiaDnC2MOH3
LvQjfyh18gXXBgz9rM8t7Lajxqg8G6QU+WGwdjYzNGk5OrwCSAW54Oo6S3DuYJMigtCnxA9ZoemU
fdaUKsTo0Vah3x8mjOTWUp8dLCa3gF6WwySZvRFdbQinEOIG3X9sJG7t4qMrJ3k29uFy5WYRDdLA
EqSqO4tnt/AK4/Qy1q3x6tqhcbIMFIw4VCx1X7DgL9ssEZ+8rtPHeHOBceokFZaP5FNmLAWjbY9r
D6Ea7pHQ0SsfWGKtc4LoAiOm91LkofOQs9eQ8BUZkol3IdgUXEpwdKnGLGDVMVwnOc1y0jM8IOuj
R3fYD/OSfKSNFy968AX0qDXJuSCsKjGsvIbFNFOF1kR/1fhXZXOF3CU3YZKGYLmR8a7/HFRT7GM/
Ip8ePXhPvICRA/EJM9Zg7JXNx5botNZHF+vskwUE50YVbvFRjZZ3n1e0t3zcTg4IJfQWx2U3JmKf
EF5HFy63jJdCBcgPdRz2+VkSpC3+X15v2RCwm4xb7r9IXmszcCCyUSZOmyjJl4/SlKQu0ZOnyAP+
T8ekTRBTnDGGj0DHoVw8JtqxviQVh3C5zAnJuoRZlkr6lynwVwet3LMVZPF9zk1wy2AbeyeHG5p2
Fb2kyK+MIH8KtZq+xEPL162t0nnSCzRvROGgPLfc3+ZDEXnUrZVNJi47gLhlOhgEaA+C8hLhCuGD
aVnyftIkTp5SsQZu2kPgXVllGhi840rfZLWlyFpDA3IQLUBfaqHRYFlU5kAJYvU11EF7aeSRcotG
Yqn3Cs/PKpNeY1cby1lIjZzvPKdfkftsq3S7DaKZyP/qHdBdTkdH1IAmuxmdCKwEd6K6Lcdakic0
rdsUgEiehhGaaWhLPY/jjefN9trR5wm3I07JuO9zPX9KAqqQHXdUOuw6nGh8ySOhQUjLoaOuuVsJ
sWbYdwmLzZ0KHNsY4eJRpBEcHAsYHFMza1LkWsUN7SyTfhSrNpruW44ixf8G7sRv/aW17/Hn7aWr
l+r//d+nLP76+Mu2zJF2fX0sHt93mdZff2syGVJ/cGyXcRoOGPrEgFP+BXYx1Jq/oy16T7ataByZ
v+fvWN4HQDDQWxx0/Q7umN/bTJb6IJRti7VHo4RlWz/VZrLV9x0f10UEi6XHo99kaUwH8gfPTEWX
MpkZgpAi4Gqs5H1jzvuykxMDXHiIN3aqKPq0aIkDWQLu/n2rOmCNfVtnp4wGIVc5Bke2k9YF6bnT
Hvx/WhpdyaQuih+XHvbhFqW281zlTP6x9MI1AmEq+tsCeTCFybhWi3YXGqDbcPQX0DQwD28zaCm3
cbGKoJCnNyuK0eE4jc5OIO5QSZ37hZoN+giSptA5qL21TzuMKBe8fg1KB7Exh4eWSsrAYZk6F6nd
uXeWTMgBsHqN8gS+NoGwzdIq7MhMDV+83oUa4BrFdNOYsVoRH9qZED9IMVzUUU5MdjC0FVJipDxP
kecFoJCxamxE1NmCWmbsQNlmGSMzq608PzVLCH8euOyTpGNTgwzdkl+S0/vP932xkB7djoghYb60
nB5BkNrNvuNsm1+EuCZH5gYDtPvZ7OtmZ6kJAZ5T9M3lwJF53HJuSh6tqUgLxv/8pg+dcoIXIcBp
+IQgGrY/wgWnOzV1ffTAVMP8aATUfohgddn6OSrr4WKcaegc2nhsPnOqHFp2Jnotw86INZKBumJ0
uwYjCX9AKHsGuWZAbETw6nmgBvNxVDr5qFJXPaVFyDwZGzcJS1PZUyHh7YGeg6ky+ZgRTndX1R5P
MrCDBL4UWBLkNgoM54mhHpL9FtvCbYjmfYSVHaAYt2TTx/u6jkpkasZixP5cAlBkiGpXyz50ald9
ShTttw18gsE9LNDUACWLCB/PmI7B4JdSyXxT46y5MpJMYVi0YSZXLsOArajAN+isWrIL4Sr7qoM5
rc8SAaLuqOodO90uYiGh25vwz291DmVjnwVK5aeltlEkFRiEIPDjGhu3BvcFYeLdhPYXNyt+EAqd
LvYh9Hlib9ZzZOCjcsldqlInCw5GrcW5QONM4kTXLlw35h7MTyzTzvdkmpQLRV7bX7UcM6gYAzV+
tfJxQorAdkNMC2am4azovPoL1om53pIdERBoC+MReIXdaNc30mGBfN6SItfL0URfL1GGbTHSBDFM
nqL2GJ6m5XUwLoA26wJkvo9ejj7CnGHY+0ItiPDH4mlTbFz6HZ+7tiHBsHUn466J6QFvyUNw7/Q4
MtAeRsTbZWoXiiueu4LbKmC1xkptMO3UdEjB/mASMom9KBLs56z/4QlF83BpTPDkN/OANBGJzKrq
y0sSFud0Tb0I4Uddj13+MgdN03OuW2bcN3HKuROfaXKwYmIw2UAbcnsxBad+Sgjg124wycIas0Wf
VaE3exzfam4bRHrTTdSnLhF6AehhWNiwwIVySUDBvpIwJJ1VTVJBFR7Dwm0iTvQdzjfa0j0+A2r5
Gj2GUZVb2208Z28gKa+IA9Ei3Biiwa8OOroJ2XqWdt6VU6bOG3MgEgHFUytZRp4c/AJvOEYZmY/O
KZ0QEz6xaX4lK7J/JM5PLjt3jDz02yITDK7k0oO1B+F0K5jbt4jmXevaZRFWF3KM4oLzktt/Nsky
BSfdebZH3BitLT+zHOqbeGDpbkYRoXnXYgT+FnMJrK0bhuETUihxbnYpJQXse4dU0yHloB1ykEG1
VBroEWmI2eVe906aHN49LP9gysBc5d2MYX3iOBbGIxs5sk1/QP0wY5AUicviduO3RsQu4Py3sZp8
eRt+/eksw1pT434fZby9jHBdCD84QW1pr2/j3QTFbkzCIDjj7CaPFYH7iz4+/mduhr5fkvOI1o8P
SDl4GFPQ/NaCgH0rOuLS/vrTrp/m+7fh2oyMXCSLPOe1/CHcjlE4IhqJLEsSQXyi+2T4QpxEe4uN
SXz965f63v66fmLmTnhvV4cuvDj3h5cqigBwVBZXO0RCHIcHQet0l1rjWjh2lbYQ+WXemq9n17j+
TP5LAnEZm7tvb2MNVPx9jNR+H6n4w//9r/8wh3F4abq+efnl/LFqf+GB9/zYxWXxY3bjd1GOvNKv
72T72D1+93+AbVK/fepfmvnqpeWM+i838fov/9Mf/vLy7a/czNXLP//xFVJst/41nrbF+wqPtMJ3
12b9+7/+3sVjzu9t4uaXm8cxzv7td36dPQoiFD0Wg9TK/jZ8/FdVCAjQkvwHq5e2HQQ29m+zR4h+
Jv+hklTOvyzW7Vsmo2194O/wQ0dbgj6mrX5m9kgJ+X7NKtvhrrF57HkmA03mgOtw8t2tIzT5dXph
KJJ5QwtNmX/DYGcBffoaVE5Uow/nQIak3ErwTpJUi3sLRBfoBEnCGajZFBArszf36udX1v+47E6L
HeHPzxLXcRE+Vj8MqddfeVsolslKYXhHMLonbYpnlt1beidngw8gIV1TevT0GWlyEX813FucEDhp
MFqxWA4am9JvQ2prXV2OxY/4X8nG9FOnByRJ368URuScW3hxT6/DYo4j368UtFouJTumOJzQX8v2
ckyRz9UJQfYVyYWlItfGMRLjDI9xthMru5Uq/dY2c4SSdfQccuCGwf1akFqzmYiSMqPR9sUEAksx
7RhkdlYqcbRY2Q4WJACssvAL3bRkO9FX7dEb0V/VIYx1mq45RCN1bBjZbnRbRB5k4vnAV45gPV8y
6L+YDU2uhg5PwxRoXurmvlOEAIQanK3aEZ8oESFX9dv1VWWSX2aBseM5dT6Iwm8pqohD33mNR4Kg
vGzIGdzLrLwuPDwlAW5kkTLu6qtLxvZ7A5MjPrsHqrWjNFfH7AXk4ATDuZyfuhpnY1JeGhq0oHPV
GR32wupysvlnBMmVkXs0iasyxJHPWOPGTJ3iQCQxtnz8HcfYPI85GSJPMopLoo0TRmmhd3DNkl4P
vdpD2z8xg075KIaVnZnpsMUhZ/JsR1xJV+AKb9O5pYwjYYgjl7cRZuZFvTQH9GGb9V93XXZAm7gs
4cFU1omF2pzD20YrpJdgBu7HEiMSMMHr1Mh9t0aOjyYe0Ta1EF/oQt6npuDoDOa7dJdNLgbvyB2t
O9eiWWJeZf0V4wqTCxppbPPWp4CGyPrCXuwe0OCf2m51Rad2qxacMcMDbn0GpIG9cRqX0xivaco9
Cuv7psiZkjfXBskW1pDtJkVUCquis7jSHfoi2Rm7PHWP8oiRb5EM53VfPKS4nGg65ie02o9L1trM
kIXzGdFytKxqMjDALpRquqt1uuvb5EnN3k3UmXff1k0m+Gv8G8U8ey7RdsUuSEK57/H8s96y/oiS
6rAWpOunTQrzrmu8G7KODilosxojc7amkLUGVpfhvFDjqS4RC1YHL2hOhmk3cAcMWh3nMVHodXDa
1gsJzeBBiY06kG/ia5JCR2acgS6uQfts3Dzcjdi4I5ntCE58FgUOnlIYO4QGz5UtmUFeEX2xXcro
tEg4DUA1OE5EvQ/mWJzGazx6yQiFWDxv2fYp+KM8UQ9kMc5XgvPKseTElyMLvV6KWp0RkfDgNSiz
07lUp7mMiu1CEN+WciPatwNTlyZSto+ivuAojKqxBXa1r2X0ZRWEbatVQP/th40gPgwb9yWs5+hg
ek0EAK5iLryYU8SlgG6fV/19OHkvnMsYNilxWXDjbFqL823CcfGqS5oWm5t6mE0ZHJe4KHwrh1o/
DsWrZG4AnN2Rp4bHveto7HzKIqozIaIQRJ3MTnXXFQeRe/Fxx6D1CANqtI8c0lziwjhK+w6/pjHB
7iqGEgI2pLZQWOo61uRGklm71ZO3r2qxTfVCelXlZ028N9PyQXrtae6k/lKg9CKZEdf8CQrpncqx
8uDpN+zlrQf3Xa31XrLzxzvwin8QoIBdtvTvd2AjRtgUirE8kKW5N/QVZTvuuifSChlYT3wN6VVG
5880ljsDzsW7Z9UflPKoJv/gAeC4KJ9syyY6dH0KvS8VHNxbKuvT8gAo6pB71UkVYFrsK72PENUF
CC420SFG7b7urhN5etFixUfN0uEDQDyxmSfAkqajfFoU0GvN9BUceYJ8xbwBFOQa9Y2SjLzyRV3E
vTisfyUBQW/mN0aQnYCO/ySn+L4ibyWT5FUMQbZb5mw3QEg1CyIYzQoaKCEusNHgVrI9ZPq4Y0CS
hdkWocyxy3PJGOQjZ74zNdgbwc273jhLp44LKzzF7HQaDMzMvWiLZf4ICqGv++jrqG7p84fAUPBN
Haehy8jmijWG6AQvSNM/hY44cKiABIx1OoE9I7kNcT4qwuVj5lmC1DDOJ3fVWF57On11E/xGjnvB
GezCCdWZFwwnHgNyzBsDB8VY+kZuYDE1d4vnHGHq3iQ2Ys1ZHg+1Bh654Ct9raQ+ntiujTXAzmUv
RpWN/3nOq+v1A7k8WJU4aSZcjJy2zzooeoyfjlxvVy7uhd02J5Xz6a+XCAXKu/MPhQsVgrSodDn2
uZQI66HlXS3ZMmqlqzavZnCwCwO7thcBDykx05ul9fTXL/at3vj9tPX2aooSmReis0pa9fevZrbw
W0KaWwdZqguCDNj1Urr8Y/SJEA/uwao/1LXcG8JET0fKk9hPwd994m8f6d/fBJ1BJdCHUqp//yY8
aFaFjmFijlCrScQ8crCWmHVAVXHgB2xD5bcLuj7O6uluIGFPJUhY8YpuOjk+VaPcVzSEMsPGAQbH
gs5orBpEqM7BCeRhrNYmX7CxZvYraRxHhnkR6OUyagmnpkBAcowhaCwfbed+mEBninVwqrf2UIyE
iN3gPzYa17cm5pslKvhnIZ682Lw03fGgMnubGOH5X18X5/vD+Nt18VxbUbAqKlBr7UK/WwWFZdvQ
L8FygkXdlJYJDJ8uoex5si3+kDU7Mrf2IQ3l6DPuESaseOyXSwWZn9Te3RyfThKKPrfPlIgjVQMi
sqJV01McynWoNT53xnjlXJJNdiom86JahqsZxtlffwr7j9YyHHZqZ9fyHA5h33+K0WN/Ej17LS00
fNTl2TSLgy3yLwbimDYbjgpneLJGfZq5N6M7XzBNPjIbatjOfsSMzC6QTBmDUnRjrbq2G4TuAzWn
NRwTmXi+1p4YsDG2hKd//ca/wdl/XJGeBC3vsVPDxfrhQOdUBm1gwtwPZe88oeU4dQ3lJxoPhjWG
m3JA4D2zc2KGOorI8rHG7mNdV7tiNpfNWFg+0c/fNreqBaNAkfE3jxFn/eL+/f1JlyeJVAxF1ibK
u+XhZDWxr7j8aXfBL6UktgSbOeq1hwgOcKXSMwe8lOmpi0KQMWxYBxqnJM+hS4/ZzxfnArP4rURT
WvWXCZwuWr59mu+E3VOG1Z/o0NIAiu6sXBxSM9vxMMM4NdBjA/ashi0I121ZOp8EagArCbZjm34d
nOjIjZ7/5kqsj+N/+6Sc301mN4h77R+el5lcgtTBxXWAofRprcYwUxzZwRliM2ia2XZO8BbHQE95
osyzfbSEzfXfvIU/XMWKs4fjaOoG/cMqdquKlofFW6gm6VcmHlbJNHx6WqtsK45O6SHtOIo8w9be
4nPd2PDO3cTdA7d6XatsGWZvHaOfKWIEzQuFIs1yUVWbP3wriz0WGEtYn655tqgaf5K4VNCxRFVe
gq19XuPd0YFcqEztUvHxb76Qf78mvDpXw/HwIaOnXH/+bvWNpK+BxHBZfRSeyvhStrfwnTa5MnYm
WgLOqdpujkiCvJR1eGqM8uKv34Dzd2/gh92xtsMJSQEPjJRhwAKphw7MoeLswlURtvGtmimQ5uA6
wWnQHhMtj2XpCxAW3NDzUe9OWH0/LtzP3DKHpvm67vqhk4PM7uH4F5jR2kPNiHpu1UXQYKalXtIJ
R110EBTBnv/tA/1UB/CGWKoy/7GVx5L4WlZzE4dR9+dNwv+GDT9GrtpiAyXDj3LGJleDQubP2zr/
52l+id83//7w9996PDZ/6a2nY6sP2rE9hbWMkTD3we8QRct86wsyUKBfaJkuW+SvzT8oisIBv0k/
hz1eS2X/VPPvh+2Bx5qwmDSBcnRpOgn1Qwk1UTeORtU9gGCv5E4MmayBKzShiZ52SokJ8clKLqrj
aI2tayhtTkhVFQgScMc2+qpF14pt1WmGrGoeSkg4+D/BWjcMoTJlYtyszUiorz+/4v6ndQa5iH+1
hI6xrre/HL08Ns+/zL+cf92WxWPG4+atP338/M9/fPsDb2tIOR9YlzxWPJLPVpUBW8zbmkJl4LLV
80Oii0weOb+vKcO1PwDsdGxqdB69FqfH3xYVcOQPHNkYjWCUY7Ej1PuZVfX9A14DDBU2fWnHc9W6
flcXzvstVsLxJvApN44Nt8/3QcfKatTwYKRFsxsDnkUcEW7Hsr999439wfkUz837xy2vS7XGsIlm
gzCZAv1YWHjdoiswF8kJGLXmsjJbmidgmMrPLq2Nx6yIjCumnuVuUEHXHXcoDwaf+s9K6T1i0y3K
odyJykIWIV2c1Nw5p3FUZNa+yczynlIrxFIGYPPF6XtRce6dknNYygNOsdG8mfGivZIyfxAZ7E9E
bD2h1Fban8vKCr8WTX7bCKvq/Zz0M9Q6sW3cz0TNX2ZefCgKNEb43iHJrLIC9IVmnaDKMgLzo8ri
5O2b+qkt+z8c2lQvxXXXvLx0TG1+3N//G+7c64L/84368FI2Yfz4/rZaf+HtrhKSsQp3FL4oJdF4
aLofb3eVMD+YdOA9+vKocOi88JNfu++Cvrx2XWYn0uYUys34200lrA+myzGIIsMSeDbET41peCvf
rW4mPsL5Nj5ijMSAU66PpPd3Fb53T6EP4fSEAjE9ZDP+rP2oKnkXu60AWwmkAwFaODj4tTGc3tpD
ph95xxNc1JI+7bDIiHyfqCdyw5aL3Z9QICUcw1LHu3cDMOabrsuBh+gY9PihCNOx2bjLMHykX93i
WwixPa3iFf3QsVYRK3jm7O4XwGLnuLHo6CHuj4BiKmbKOLuReG5Sc5zOus5ygo221p6Psob04zgE
yVE8mN5ZJ7P5IrTr8lG4Sf2KrnjkRBqZj5A2QQ82sU6/gPjLnI2aMxouKovMC0B805cO7wJUjHyM
D1EATQNwV0TUHkCwOAY2JRTmpCxfkFGHeftIUrn1HBUo/TfA4fPPdselJj0uRMMdgJTnrImAY+X3
t0ggra5J791IEj4VAyY/NmyrPsRQqm3RIBPpid85wbsAnj8nweWCvBFC770ySZ6jJAXVKIWYTxpJ
HtHGHDol4TTNmN35Vi3Ld+1uzHxBZsywRShGVEQXwDLl4K9tsOCZ4wS7oOirYi8LpzqHxMTZpTJ6
+0G0gL82pcyaT8pUobFzCHfBXL204Zaz6spltTv9scH9AOky1NHi1zlTcUD8uWnvcBc0n53S9Z6y
aUiBFjjpKvHMR+txQHQNLYHkvmCbRhiCSKPW8igwZ+YwTpXkEb7sooNzVQtmPirvl0u5Ztyyv85j
daQTkaBLUGkhsIUU9hHIjZE8enPMtF8SGn6bFyNTaiLPGSRCmUc8qzsLu3ihitjgiL3GcQhhqPoE
azCcocw1UygFRYnyi0297X2C+vBgYeyq95PwgCCtA9JhF3lRh44cBSR6jKSxr0G4qqti6iJaeou+
Qi2DoD+2C4dIK4c1FobxjAmwbYdb7HGQ5ZVC87+xMKvJkyUqgOElHOgeUbkSzR5wjDmtdY/IZYZm
R6dCByDcaH6BMnDzymHstBj6XC2lJPgShRTJoVVAz48IXgCbqWqX5SipZwx6ImZKelTqRsLnIksQ
9gTY9ng3C2t6IEHe+1KtUQW+ACzE99OKFj+7N2OnInR93kOA855opvKX6r4n5WmumvPFKcgHjUmM
PupyiCy7McHft3EIGbRRkEYqwq8wza/pZMX4IBdCQtTQoU6GhOfOx5FkFONDbSbCdDHr5pWg8TXV
qDTIJLGg6gHPK5ElYvqiYeX3ceB+JoCxSH1HTAkkTk/UfJlCNHdwoLLXbIBYkLcd/j5GFcFLV1Wy
xMbYjhfuYCNNzyoaA35PRpFFzCi6PogRDZq6ILaizzr17NEfnVoSYDJFBKh0XdT3fhpbICSISMkg
gSwicZG96IVYBKvAJpKui8cv3GQN8hZdTV+3iwQk53QgjKoSI/ep6xnLpZ7mMWayF8E/RCWSM26R
TGvRzxvFyhxolXmMvHCEIxs3KNXh4Au1L5f/z9557TiOpG36XvZ4+YMMBt2pDCWlN2Wy64QoS+89
r34fZs9sp6gcCTmHiwUGg8F0dYXCMOIzr8lRLRwVn6vJjCZT349ODGUsR7ITzDN6Dcm2mqpMojNZ
pMV6KnqlovIdWQiMlUNC6bOL5UtuVFB4bXsIv2BG5vxCYrx9AZ0glQ24vbrDpBiGJnrTTfPJGUaT
ymHSxea+LVDj2tLXqTUESSOrd7NR8wtuHjD1P/k5Q3sIYV8NrmrW8tvgULNCF4TWW4AwboB3DW5P
+ypvJx13s0lrniRSSEgxK6NhPoAJlB5o0Cn01xlpM5IXfd0XGyutk1+4OdfryCod+vtmuikK/9GJ
dKphVonJHbA1CzfcLi72iKWiKerRkKOGzb7qKkjPAZkQ6KARKG4j3WHEIG9QLryNejiO8GoOBntv
h3hC5OODg1GSAy6wDLUeRFl7Bwd6Y/Idp0V3L0v1J+6AjyoUHKSVNUQK2p0O3nQDG4L2R9rsu7gH
HJZdmwUl9AhHUd2Z7oFu2tvQL/D3MF6kKn/hmPE8ILsq+8LtNPFdQxqoKW/TeExWeE5jf3Wom+gA
kmw7QkDAjQiQZnI/hOM2LYOXqkPsoTHKEjGcHiqTB7EqCoe9bmJvlGVPXapwt5WwIDz7NqPBtE5K
A/4RN0z7EwRqtu66fIMGVTLLBe6iajaF9uwrR4++GoDiXGitHd8ldhhe6iJcCxlQl5spTja1Pl6h
ZRpfyVqHh5K2n/xYImMt602R9/m+j/ciT/lUx4r2xEjTNrP3Ff7Gid2BLGwPnelcOVrB5YMgoBx+
0GZo1hnSOgf+/a9e5X+toxnQmcnnJA6vOiu4tmP9Ju5GFD7syeGyHXddSeMeTHvqFr58xA/6J6Y7
2TbtgtpZ94YGucyo6i+Q31YwKzZ11WwVKdwAKY54mK6jQr1KMu26R9YMho62Kgx53wZUJSquHOQy
UPqqzQKeWflSKTkIvPg3nQNolMm+jcQer9cvlFJRkcXKdT2mdvxlUiUsnuK+FlAnQtgQk53echnp
EJtgU6CLmm+hH8brINO+WDlKH402RzJJ8zPMxVNVpva65WtctxOyT0qCpkj5Ca+JF+7TNVlDcFAy
8dj1akVolHMJhAhyyVJaukvs81xa+TWKUN9FEnwdvMb+WeGCjglm4LYG2vozeAs+GtwcxR5u615t
NxF2062RD49dwN9Z8AFt0T7sEQ5XhLxO2+qnTQOApnSn3fb041fN8CILPAKcyPzNcJvIju8CcNPW
pukMZ5MaHjFaqt0i8rTVMQLf2cQbG1EovyYqelnRb6dk8q5EURXPtbSITQQ1+EG5UuIHCZ+AqtFT
BEi4Rr0b/yhhjvTSOvkXouTTzRT7m7iEKJqU7SrOxkchUYmJgEtiBbDKbPYwyuRDms11qLvK7/yD
KXUkOmKoHs2hSqBVBFn4YwqDW+xlEXXm3Rj8OwxpDs1oPlhNRDeaV3agpQ7F4RlHqZEGTr8Rpo83
sNVug2JC8KxQUCGM7YDGygznzSleos+1b1oVwlt8O1b+dRybD0JDYR3aSG3FWzwadr7qPAgeGgMO
Vaxp9br14tmeaq065c4fN4GNKl7yLYghnlb1Z6KMFxA8Kyf4mRX2jUwew/EODjrHOX9uRx0fXbbf
6L4TBSqQdGr+Zfo9/tQ/tP6XhKqIRTsDnU+3dX4peXMzmsgqNJ53m4B1UJvIVRJEnu0RjSzxG7/l
dZJJHE5QSV7VwQAeV+Firyf6xlnV7jWf9ndGPxAsdr1C9/Kb5+QPEt8LXCJnjyQdrxs/prfW9fG9
gRBg4pjubJ8W5GL6GZdjuKauOG1o5gIrr4hG1Kn5ldUBwIei28BPJEbO5N4x0ztQNNfZUGVoNnKd
1FB4esTNmRpiKX0ML88ovxNbd3sn/z4IpShR1xtnomCTBt+shg06+JNq/dKT5l7rMaQnL4CWtaVd
BRV9qG01c/O4rcY90mDxN0eNHbh2ZmJHbpVj9RfisxNs4PD2/brxWgUpm4i3oC7a8E52PcL2XRhS
6y/NVP5EkCH9rsl07LZUybxia1qeibo3TOFh7SF/TayFrgOy4W2i7Q2zU2dQrsmTiO+WtZKoE14X
dqrROx1q/YoMpv3N2sa0ZrC0hsUNwxLfgsI2HyMfoDIStQ6OmmpVPFVQ1Qk97ZJWyjD42Rc1sQBo
g23WwnvTC5sHy+mCYG4QyWcMkDR7lReghdFoTqVYYfpT/OLTotUyQNqkDdBZE9YdGWo6KEW8Kk3A
D07AN/TeY9+Lms5H04z3iVJ0zTbVKsfYQBcc+j1PD9rr4+C3JcjfiB8I6zFKrmB7Sp5FW8yRpZMI
E/GvUPnaT7lyR2QyltfxSLkjhZz4S2swzoCf0cIAHJRo+vHxQt3/m3UGg+z7P9cZ1gh+VL/flhnm
P/93mUGXVAxA+DsaDf7XOty/yww6cjMmzJyZJkQv+W3xTsf7mfocvRLQERRr3yrR8PeBd57JRZZt
aXNx4t9I2H/VzP6G6/6D5n2LMHltSb1pWYErZVxJ5gS8T9BCXDRnckdCzffCaZ12U4W/sdOXGjx5
FHoBKyXtc2V03aMSV9qNU0jvRx+kSHTkUqt+DEjGKcgo12KPbHTxOdIG9LwBhzXfc8MsXqA2UN4q
W81qtpgYFNXawisiczMRT9J9s9zvlAKPK5AzOtZSBaBa1gvClWUueixVQUNcrQgzDG1M1ySHeBjX
pA3RJEvQg/j5pNHaj9q/Pj6srs7cL3JPlIYWi4fopZHpiaOtR2LZHoknpgYvN72fhumq6LrbftZ2
OT8mZeS3PcbXqb4dk6ru27LQAMtVL5p5TBVXZg8hMQ+O1Qopt2/nB3oFFx0fDboU9oxSRmWM+vGi
V6BWCOXAhhRkm7qBjx3Iug7mQYxUMs+U8qkZHUKYYCTIIKaJiHogSg9TO1Zb7AfAZym5sQfM3nck
DYKXtAh0KrR92MYHjSTzu2qkirFCTbQlH0x46wq9BtVTUDJKNucnw889XTfNpCkK04diuPHa/n/T
B9TaTOLiG01rZCGmBG4oONp1T1K2oamuDVuEXAhvKMSg8I72F37RSlpOL85UYHrT90ZyPfUEaZ6X
TdgKIeaTQtUvu9/A6fhiuGIh0imW4kE+RZq9XWlJoZDbvE5RzLOVkGYP8ErwxZ1adFlXFK+h/Xjz
KvXzeqFkOVVbj0WU1IcoibwubT2vMmoGyqcyHn2sJV63oVcQ70TmydM2VDYp6+iFjulvF6Ty9wi/
FC4NV0d+BQIcsnM+tAPqhS2SlNo0DX8kZKZ+HTCIRqlK9hMAI0f/E8MYVlZ9qjX2qhEKMRj8fYkC
jt55A04nvDo3dVAN/OXpkKE3UFcDDlQl7qKkJjoMPZQfhba1NBmwr6PeUF0SEMWeRzhySOChx08k
2V31Gdk2kvPo2GU0y9D5gbr/NTPoBkMtFmnjOn77lFTt9BQV0vhEuS8YbwPNKusHFel4yE5I6D+l
QEkPwUDO4uL910+/cOuqtS0OscpPP5Gj9jjA5gZI2SshxOyuHp9yO58Q/kFmhGNdU1rZmUmsk8LJ
qEK6o5H479mNQX2hbSsNHz0flSiCe2wU0lmrlwKnmNw6HEbh1lkjtlQNe3iLeKKPYBEtiEo9XN5P
An3eK6GGKZlwXHNAEq8iEC8RPoKeNBn1s2kq/myY7Ys/gTc4sDhkp//OQ8PQNmUk9JKIt2spk4Kk
xfaolxRj2OcEdywb1nMOzW4wVAM/B013NgOSHdV1yqYNaz1Nk3HrYe7i7eKSaNugAoUmcZuXL/V8
PXdhORDPzZe2OV/f/etNTmha/YCEx/1uz1e9N1/69Xz902Bqnv93OhpljBCKQLJDcbaFT5tn8NVQ
W5E34Xkpca2xN8A0KAPoZux8CuGYywu33wyWP77+gJAAhwfhQFGVD3oBdunh4fSBhdwq9Mr7TE9/
2dHYbVK7ARrbhjdDW/EmCfGnaL0NgoI1uhfmjYTVhR41sCEa6iUinOcvl7kSf3RR8ptmJTfaaLbJ
c7q4KP9ZmBDBBYR+Xydvx5DvjNc1oTDC+iSNEmircl62cV7A19/w/1s8/0vMOnb/OfZ6auvjDs/r
n/879gKsb/8PIoDQxP7hUfzd44GEPbfTIVNZANh4E9jUf/V4bO1/ePAcLGX/b3P03914ejwaz4dK
hx4+hOPwZn4g+Jrb+m8ODpgUSQ+W2I8nVjqaZiziB0/PA3UkkifhVaUPhQoX3bXfRlX7MsimwDlk
ioq4cfMymaoHVW2Q+PZsO4rQhK+c8aHShgI5e55VYNCbXo/Tbg81BymUZGzsfFN4lfqIRAduvX4I
ubTC7WGkhA+xYzsrepiPXNSe5yqoxyH8ggUWqrtUVmclb7eOR0jRszJwX20JL9onekNAS/AJVx/s
rKp/OmqjjA8FOv3UG5BjWXf0J6jS5qEpd45f9uraky2W9q3eYGoUOT512F5CIo2HIrk1eo9CSAzw
Focc2VDEoSuKhIgZWgGeBaERPym+FDU/oSsSVxWdZh5ULZoS6Zr1yFIlilPyaDfg1mkhvDlFD39/
vm8j4/f2xoDBCK+PjT7BcpVK1gnWzMLGK/cj3ML6Cn3VDkWH6xRt1fBSgDLv9T+XyHwWDEj63Gmv
/6HRzz9/E594oV9z5BqJhwuJGbdI5wu8b0xf9j9UkVJ/mRp0oK5RvBuTn5NTa59QhKhfxh49UnTF
66G/sALH1xq/iCx3ZgA5JphbYurFL6p9ZYoQY6TqWUcQlZBqRg6gzSeY5+Db+mmHdkBQb+3Ewd1G
lCirb7MUJ+sLP0Mcw0sBNczAB+nQftcNwQc7B/9vVsY0s3ZSEmwSVqhhJOYmD71c3KOeFFKmCJpe
dSViIeUK4IQaXw++qf+GglJutEER0BniAk8x3e9q5wtHHkrvjnZYgORWbLfFREqse9aTRNwpeO69
afR+Gt1QF7NpaNPDKDh/qugcH+0yGwxKdsZckNjRR1k8FWpkB2PYGJiBhKGdf5ssnbaSGehJdOE8
HYe786IBMGLNhIWforRemQVvFo28xON0eDQ3A2toTJzItdG6i3ArthAXocRNATeljn1+esuPhlH5
ZHQEVJFt1pCyON6q1O7LIjPRVkTFDs5gEBejq6MRjw+QU+3Pj3UyQ2g2JNZ8LsIW6gkQ2wfPlYg4
QUvOM5Oh2CDZI7w9QigoIEP8McR1g04BWjTnh50DjLffqQ0eQIURwdeBRujfecabhW28DhXw2kej
VfqTuR60On5I0cqB/g6F6os2VrXbpGbx/fywJyvLsECTTdJ1oQPqWXyMk0j7MYfWybDqNJVrzeiH
29a2ixbCQX6JbHycT3N66IZDOgEewbC8d/Pav5mk1SBQPk0WJKRJidt9RYK981pd38HLcB5qS6jb
1NSnq4AFvnCEhHaysfCpcQwG0mMBxIZIezy458UlDn8656f2BuzksQ+gE/5UV9SZvyfgoVDiNin1
GjvbmLD+DGLM6ZKV1ilYJGFVoGqGt5J1YyIimMeVOT5YQ9Rlt2OnQ9ZXszYR9+WA+zfPJKoh4G7g
9efTY48LCUwbNjh9zCdstF2z10YgFK3Xl+NT0agm2b2HTsPjhNrd9EcPy8Lo9yrKTSOyBb2lTjC/
O6X77avl5H8ms+roCEQjKlVoxIZC3oU03crHzEnNYe0LP0cdr0dYybqOVQtE8LoHYI6PRJ/k413t
I025hc5RVqPrAyCa2jU2m6H4GlFsNrsD3CBieATS4e99xnEQUEEw+JOGpomFrOwq0qlDvLS2CBMc
ag3semVc+CYtFKsNFPtQJAkupI2v6sFd1dlZtKMbkEpEYicUOd1AGfCbWceMHP0ATdV4N2Lufm5i
bP24OmoQ8HZ+h7SqHaUHTq6FAU4xGIOzaaYuNXjV8UuN8cOyhGdsk1KgF/iA7Fg5StxczayvUCBJ
E2xfcj1DMGmbKbIMLBQivZHaKcJhIz2iEGbMb0dJnfazqPqY1rZpFBbV2Dywih8KiGdSuSBDCh/F
3Tpoto6GENhvIhur2VigtKLf+Dsl2ZWi47+IbVUalYICblaY5SrEAhg6oqbiKhbjy4hyJkY9WBqL
CLPzr1JMFKUrk/zrSuDQ6ux7H28dONEoch0CsnLljrq4z+ujZE5QP9P9wG2V2KX4k6JM5Tz5ldJj
Tt0WCGq+0JABUkYVHC+VlRnjT39LVBiKJwQrHP26G8Y6d/VWjIAoYhMVdlJRwiPYdIY/fKb9j0EC
EmIx/nwSmYtKgwq6Dos06o2rwMqqT6GaatB9mj6jYZEofmtOP+xM8QYiTLYsX0WI28t412u1njU3
NeqymrkrMrAu2HaglTAhyu4bGtqxTT1bh2TTdW/aHfoldYruX1/wrgxr9NjD1vavbF8x0NWwIkdG
nywLONsXABX4yK/LKlKDw6DXSsDRxa4HOzWhJ4XE9kYNUeBtDNr+wHJaqV7h192h5dJhkjhRHME6
OO9XLbYgFnatfWPS9ZAKlhDgUWV00IeuUNYz0ABYBSKWqniwzZGVpfBeTvKHqHwtPLC5QbFFbg/L
KjR7Y3ElEMRAA7Dvh+gbMrOq7Rp0/9q7QoBCuplGWxsxKWlBDNBZVLqSSkRfWntKRN2A2aKlBTu7
tzT/Vps1+b8A0/MB+3VRWtiYlvRB3oxY26dyOBQhImX2DxRDvPozLYI4xEKyipCn5THu8XNEW9Zz
gs91J8Nwb8q66LF3AYkG3SvG0gK9VsorlbivxkSh36fiW5A/5mAJamWT1Do3Ba01YLl/jXQMmq+t
ktohsj+Kpn5JLZQfri01zYeDUlGBuVW8AAzA0Ev5c6Syga/S+Zfp+Lomg1Jn6DRsdbQLyJrMRXjm
ZSggK7aHK9wIlgWoSH2okZfcDFaprpAV7i48EKfjQWwHEE3xG+Cqtcy2IyqxWtuNjhujjbjPENPZ
55AAMRPgkp4m3bgw3vFbOM9PzCG5CgGFAwdm+vg5QlOp65rehhMa5/aa0zi4Q4Beomy8+sZubW2F
v6m9UUw9vxDDLeifr0NTWwY0Lrg8AQQuXsI2J65IxESC1gZ1cBVzVQzrcUi8awSJS9RhuvGAD4Fj
rIsKzpcfYWfmRmVU43WKaeTV+Y0+iV0JKpEbcDSKHCpo4zlEeRMUaL6OalQfeX+wYtSvohaajWGF
+oeOE6GHxd9tzMoxFHpAWi5GsRCT1I3JK/9UeZpQWC3rYNzkCXHlrtSTFpScF3nWhT1epjo2GjJE
kHCnBBBmsaRQmR5tunzW6S35yrp1Qjcx3lVCjQaXHL3vDnEYN0jDVg2cbf50c8D6TB1fzi/w8cme
py4AbKPtApab8HJZ2xoMs/RsPZgDnwAcmg6Hx69SsCaJrVe3Jfmhj0xmqeN2fH7g5RE3HcDNILi5
uVANhad1vLNC90chkJbHOhBnzZUXDGODDWirPeHLmgcIiRrcy2LqzHUDIkLfnx/+OLadjznQdfIU
y6SrBdhVPx5ewaC1xXHTckc4PPtEF+WVT5XvDkN4EJ4fHovCzuy6MLcB5FL9JBHwySLSVJcY27nx
ibQooxrxQ2FSnf7oUIJZcZw4yzqMj8WqJq3a9dRMFbcPfCuAVg721s8VEHmq3hQ35wc7Tkterwoe
WBNEPIhmNEPE8Rqi8Cvgv/tI4kWzCkAVg8SQGO8KCqEUpjPVRCtL0S9cCe+MasNL1/lySMPIT45H
xWiI4FeXipsYSfOYC9EfTFwj8QxSxXOi2PFaQ366urCHC/UnJotaCg0/DXAJdBq6l8fD2oBI4bOB
o8+tKVZ3adT1BPZihGILJMQEq+Mr6PtrWNtO2yQp0nxdjypkW0dFZbe58HNOji+lEQgQ/CZAZbxK
iwfCbzuPoi5RFSA5/OGKNqmSL11b4qU1lmHz0SV/vahIeCXSkez0/C2/uYWjKtAa0WIebdtVV7lo
bZegDDXc5MdZyw4g36/WDO3kwhVxfDex5JS4SUC5lXiLyM0Ww8quzIeg9OpdHw/qc6SL/knNkIGm
T9IqOFxomNycP9HHd/LriDTHqT/xAKIptqwlqLGGwTrh387v6elUiCVnwCF3mWiKrxzqFyGj7Amv
seHGJ5x7PD/48kacO+sz0ZzHjk1Fnud4lYdCqklpes0Ovb74e5zgABaHef0pkShs9xnYTGhU1maI
4uHC/i5EF+Z5C4H1DOEGeTAJ+OIBRDNY8ZFh7HYz2X2HFQdI2CF1flZTNxxQ9kCIpW9izAiwgk66
tt8jyGtCfAUdZmFRvxItQPPWE0V9YUNOzjnHiBYWW0lDlKtmcc5zpImR16xG1EsGiDRGW+yUevqO
O/Olm/Nk9RlJUuOQ1uzggxj/8eobYZm2eY3lTBLSbhoyoQLUrptDHBnKX7RR6htcCWnxW35Tf/TS
ZmhzRhDIeXAQVcdD5xKrWTk5446qGjGe0QE21xP/u8Pa/jp/xhbEbXYa/QRJ7AwJxVFRj1vstFTq
ARcdzJZZgXoLdAmgUVPluwyoI36FgHFzATRI2KV/NzijtmtqWOa2WqnPxYRL35SUX1F/R5CYRA22
gZaCbY2D35liXrp1jneEaNvReaLpUhhUv3g3F52KJqVDKwo72hihoWtXiTLI6RtqTBA/Wt+L8Za1
6qcU3FUOuhyI34VdWQ7P1epIA5XD+TlFbWKxUnFvD11iGZPbg5REnhM5eqPsvsda0GEXgcRCHfR4
eyq4S57fo+MHjjdmHhh4B4LfUIEARB8fBwM6RWyCTEdZQ8t+JUrcp5vAqtRhnepWAacCefIvIe2i
z+fHPb5u53HnhIpGp+PAJ6JPdTwuztQ5BiKj6kKBFzuK7mKT5YPYJQEiWU7dJ4f/Yjz2mA+b5Iqq
3/F4xagPFHsopRueVV9beAbeggaXu2qKfgTaoF64Xt+bnpir4KCi6H6Zi6sEBAscALvE1Ufmzn1m
VGRtIP8NcJI50lu96V1qHL87IuVaTXKrs5vzCXvzbOIS5IQa0bvbSxX2jFOK3UjZcKt7OAHiG5Bf
UGWYT+Q/ZeK/N5B9Q3YZopggRjoeL5EKYruFYEHxX1n52Mc+9fw/6I+N9n8xFMhi1J15q5BEXXwc
YM8In4U3uZOXAUQcR0A1eT7Y29gbPOVDj8Df8+J2RIJupsfBJD6eV4OkxCjtUHMj3KeABwT2jVlW
xQoJnu7p/Jk8XcK5EMynR1zLQ7jkKqe9aU4Y0aiu6Bxri6dLjI+vV34GT2F9KHqeZwULxTFmdjTC
ZyexRuPA7InQuXGRmy62hmzlpvIjG2gy2b5qBKDKeyd2Pz4/Mup559gixP6OlxJN/l7t7EZ17TzE
CaPxZP5pkL2eHIiL0ksP2+kVamLqOasDEqlzIS0+OeG0MW7loXBDS2nLey23yllvu7EjQFtVrZeb
JBAeArZ6ZnjPZV81SXhhwqeXKRWEuc/NfNHIWFZu0J1UxqlrNVdgTUV7DvBuViSFW1IIwA4J3pyc
ouTjWztnelw2Om8XqsLHq2xNSSqMnkFL0woBDmvWwee1ux5DCyi2PhqbFMTahz9Jknk+fApUvJqQ
RY8HZXFbJIwGfTYYfunUpHe1EcKQkdr1BX2L99Z0DpQ4vvRLUPc8HkkBitRC1dJdjNypWmdJeyBv
IkbE1mTXKTNmHXfxzYdPLgJINibLtsNXscxsQ/ADEYgrnddpDDYN4rfrtsRcvJ4JMOeHmlfq+B5l
y1QaCtBueS+WZybUKeQq5qi5QKkEOFxFv+utsL/xBiV4wq4pvjDeO5cOJ5S4z0LCFY2pxXqmZt4p
fcR4IoeShJfd8CCD9FdcDs3+/Mzm0GE5Mz5/HcI5ip1who93jt4RPl3tOLmFEzYvaptBmFCTLLrw
sp8OQ+WBqh2dNJOIYuYyv334nKlOgfn7mlujzDDSNaHEhCGX0L+en87p/UJdBUQNQRJFJN6G43Hw
TxuA3ErNVRObM8FF5E6UgX+pARy5zusAhQLMdyMIUxeepNMjMkN1wMUh7APWZ9Y5eDtD6PVNkjeT
5nayV9ys1P/Y9AZulE78RR3R3Jyf53ujUZmkQWmSfKNzfTwaEkX0AOgIuYOe4fwSWq2/hVBcrbH2
sBCNHDEe/tiIc3VdmnS5VcqD2B4t3gkPscg89aeG9hhsos7RfrfCuhrMwkNFHRzn+dGWHwCj8axT
GAP0AixqqZeTaWnn5KrTbGd7s0NJTLhT0lnpL4W78S+Tkf+oDbRczNfBiHR1ao8O+fZiMQ1S1Txo
GKxoRbATEKg3cdqWV1MHNlItcvPCN3dcU5gry0yOe3kGhFFlRkn56KjYoUp7t5PNdtAa45D5BYLT
Du59m7FNo2vGq2+9qfIOojaNF/5X+cHbZR4fSD+22xSu1JOjWuNzF/aR0mwbPwFF25mRO9LfRf2o
uiSRfrKPQDDkrNtIPEPGtsyhB6fzwD/oxbavzfGvLkqK4KEoUT29MsMifvjgoZnxHjgp0LVHvQhk
xPG66iDWdC2UhElFFl17qBJtnZwOKVquxYWv4Z15UW6cSxEGhxOw//FQg+61sjRxC0UOrpwJC34H
SdHLQR9jyZN9+/DEeKj5+Hh7GM1e3C1xC8ch6/j2fFrqLlmS/SUunWjTBDAnzw+1fMkpqvAaAJ7h
XJBsL8GAkYXoeelBlkhRK7kyaxNykpBbAKekRSMmBkUx5RfO46s039tHiEEpXBL3UmHjuCzvFt9G
I58Wfb3V6nJ8UBDMLGDYVs1+whnsyoNEd22JFoP1qFK9NaU6qLFoD4MMb4bsGTobhluRA2/xw2sB
M4bCOXkwT+NJ+c2Jm0yz6OULacIYGTAJRM4xH7c+0JW9maLIWhXSTz46LH8dijKEx/iTCAoZx2er
iaSvgxTpt6AlRrB+gAplBX0dzNZ0UJuKooPWXHifT87zPOYMM2QnyATU5e3uD8oQYOO+lWMS/wn1
1nFr4oVDjp7NRw/zPJSkfMuuU9JZRhw69piBMYb9tpcGLqfpTPzvkvKQjVZ8ISydo4qjc8VQ5PZ8
pLPgG7ik45XEla6cStPstzVa1HeRVRVrVfX6C5/Me2tH1kYINaeIwPuORwn0sRGitbCt1MvuahAx
nrpBreBlopSXsrWTz3Oe0dzp4NMEmDTjhd9GGUDgW70s/GErkHreOMZUrkrAOo9BESLWGaPqic9j
9tHLbr6+ZzTdPD3SxDnoelO1CD1kHLSoHbZtFPgbBD2TK66fcauJtHQ/+MnNQwE7lZx9ervLuEYU
Y5O1NqXcXoz6L2g0qHRGeuZBiwybTzno/p1HWvrj/Kjv7OArDBK82VxeO+k8Bio+p5XWb0Oj+6O3
uXbTgl2huCbHx/9mJFCRaHlQEnlFmb5ZSplmlLUNne8sVP39ZCrcKE4No5r++YVrZBkKc5MyqX+G
WlwjloeOk8xmvyw7Lm4iVFKKVQcHdW3GegMczAselA6zR6XK+wsBzgI8R4Qzjw00faYcovy1DIar
yA6top36bdPAKYHZ3WOD7QcPiTVgMUq+1KGRFdbGU46bw7Qy7dF5UKH33Kt1VV/zUESHESfmTZyn
NZ3ggg44qSzW5Od34537gWY379zM1qPNP//zN7vhkTw6WDD1W8iuf7QsGWHhW/aF6+EkumQteE6B
bgDYJCHXjweZoPZQtmHL686KrwpuX9euPP3G7gJ9qw2jdqHUcBJdzuOZhkmlgeQAgeDj8YBUFVyq
HeOVyCDUDR1tvZWhS/FJ29h2W6OjgC4xTKVolRRDtju/pu/cUAxP9kokRslh6YnTyilu8e7qt6U5
JLdaqXXqrjZRIrDwYrbRl0za+8ZoDHlB//fdZSaxBDoxt8uWiA38G/qhUzlyCfiMDRmtfV03FmpA
aQIjO7YvNQPeOeMmGAlOHZ8xHuPq4vvqahCNk4mLWYEYg7cKajP6TaXT+AQbYmhWKA5LF0NH81cX
9d2mQK+y3CiqLH/nowaFSw2KBmqFlzTbTp01acFH5xvfHuzv5zfk9HLjMJAkUnpiP4DNLM5D3qXU
ojtI6x1JaTHFhbY1Kg3/NnRbde9CDH66DXMcQe+QQpDBfbp4cvnYdLMA3rbVccBYAVuZ/oKfwS3j
NQGzVbQLF+p740l6lEj68gkTjx/PTiuSKenwQ912ftxB4jcRGf6cJyHKdnUbQfS02af8wqDvLClK
abOWLDBoAA+LV7iRtNRbNWq3CMTEu4n22lfVB2ztCT+K1ue37/SOQmmRqgLZItPkrB1PEATdaM8O
8Vs8wuvfopNY5sRW//X8KNr81xyHSsfDLNaxln3Vm+E0btH3MDa11QQvWqVGMD2JkP+Uem0pt5qe
a2Cala79CjxU32QAcLd5XOs7Fpqm+PmfdLLIRDrQZOdlphxOSfR44qgfgGUjTnA1DyPZFNTTPg88
dTWSaW7PD3VyiCjrQz0nUaUs7RBcHQ/llz4aIXFluDna7g9gyuTWT5EnUccyK5EAaYcLD+Q7A8IR
J3+kgaHDb158JUGP/0NgacK1ayO7Udn3Lyg8Ote2Exi3+Loqw4WX7uRRIKyio8Z/UYXTWNnjGZK5
JU02RgItejW/FxB9n1Q91v/4GE1jDQkulKKcOjsY+K2jpvs6VC7ZSJzEI/PosPy5NJ25gbs4YQR7
jp7EnXD9LCj/ymhi3qkUB17UuoG1Gg8R2j0t2iJVJMoLp/v0KLGWs7YB3W44c/oiQreCvpUedu8u
LZWZ02Q49RaVhPbgp6P8FwfyP1aTTh5A5mlQ51SBBgnaYYtzW+hWYsipEC56N9kmBHz8xIr+SZEI
xBmvjfZJr7Wb8wf4vQnSM5iFH3l0AWseb69RqEXPU4SQVzEqKG0odb8pk9oyXnLfU+0LT+07hwkY
qICRP3dOTwrvg+4ohuwb3SV7DTcSR8DrqbSLTa7pxbNe9JWr+nFy281kv0QV+e/zkz25ETkoYFGh
YNHTIGpbfDx+NHlTWyCQOplxeuVhxHqYnKjZnh9lAe9iGYkhOKxsI30iAG2LS0EFq5lWWYe04KB6
X8sh6w91KL2XOk18c9O0HhleHNRJsE0mYyjWOYY736g6W/LCL3lnvohvzEqgXIRkDYsfgvmKURf0
xtwBxfYvJWizQ5fU5YVc+fRKmoFG3A5QVwgWlg+3WQ12gziB7mI080eK2elWddhZEOPpjWeDjD+/
vu/MiucTyVMKkYSry89EjxHHJzuRLtHCzwDN6o2BRemFpZuPwtGrxsYREyCpzeVHMLq49mqFFwMf
GOnKEW3dvMyLFSlYvXdEE194rk7Wb5ZJQamCUWborDNfC29yiSarSO3gKbphD1Yb2VKgQSZiVQ9a
nT96EfZT59fvZGqMx6HEuA2JffKs5XiWCBtrajSOZ+B9VsHFbYD9Z/VGVhW6p+cHO7nTGMxCadZ6
Lau+ur29nZyCtEpeR5HmjiLDrQtG++cUvWFX16fgiuyMRnw+TRcin3cGnWvHEj1nMLkQYI9XNG2V
CiYDMwTcWdwUnaNeY7li7LhezS02SCOyeFBiz8/09LM3ZlQ5USqoKKCNy85DoxSONWVMVYsr/0ET
eM7LUK82molYRoSw1DZP0WLqNJm7rZobV1WGKP75H/HO3s6fxNyPp1QPtPR45mrW+4piFuxtGhjb
Uu06MA7YEySBd6nTePIZMl36tSRsSKvQ/Vgco6JVBLalNObwSI1v+2H0r6cICtf5Cb2zlcTJfBaU
Fy06gYv3SRmczDZrruwyD6QbhFhnx2BIXUXFI8xHA+IaAselRv97q/jarQIcDCZlmYmarTWFWEfT
I2On122SJVfgU5BSG2HxnJ/fOx8/kBcLtSQ64DaP4/GG2V6qIuOmc2gA5G9KRVfWmhXVm7AowxvF
F5da3++tJ68BkS5QWIpyi13TPRgmM0QOFbNY3Ism/z+cndeO20q2hp+IAHO4pWJLnbttt31D2G1v
FkMxk0Xy6c9Hz40lGS34zACewZ6BKRYrrPrXH2hBFEa0gRYbrKwIm9rezdLtxy/51/GkxQl6y7pg
8z59SWniLlNDjt8qX8fqp8uaUJhYSOio16486i/jCV5CaYGwlmzKwDx9FITl0RwaYW6dXMMasMop
aULYOcFXpJb2Ona85srx95cR5YmLjpd/L3Sp0ydKPFZVHVG1qTge13GTzlCbTW+HgLC5NSfxbfId
88ot4C8DyrTkWXRVOaPOl7nw6tnt+cps4Xm8cgc73eLkK0KSIdvdx9/uovh2fpf9BHJCEmdEzxZg
pY+2mQWRvrXQcW4zi5BpwqnKtVXlzaLdw03Gn0moj3Bh/fjJf3vJhSIOUAI2DuJ/OrB240+ESEpI
TUkk15AJu7C1Sy5YgT//P2YNwMNSulFZQGk6fVTQ+51rZVC1UtwKt349YrPUD/LBFC26fK27BnP+
7dUsLuULJL7ozM8WRAYzOyZ53tjGy8RxJ6gTkR3JPQyHn/8+iJRJ7C2cCUvZe/pmKY0ED6tSXkpM
hflTTbJ3nwwcy41wMuP57eOnXa4+rsIcPxxAC1vj/OCd58a0soCNuuLeTJBZkG0Srow73C4w+svp
Q378vMtxXOwmwEgJcaOkWSJJ/qwuOkgE2Dlg4t0L3dnbObQGYc412aaReP74UWdiNqYG3MsFmAYq
WsQi51mGgAeoRYn5g2Jqe8U9FkOieXeVl+c4iSdeU+/wXUjjrdMhX713GzPL5GrsTTm84t3ojntT
ec4/Y6YMNbditE+/m3DB2cStaO3WpZYBDMdR5NQhp2IW/xhde5ZrZxpiuQFPh8CJdV1m3Hw8In/5
2NyL6XAu1BVIzcv//kfd6hheZYzR4GzjDBkDx4hvHgph+ltUwPXKg3Z8pay73Ip+77J0OJegDgh4
pw/Mk1lRhhTBFjvubNtPQ/IW+UNxA0Cob9Jaa++kRewLYR7llT3+ss/MOgURh3cLkdoke+b00cLr
LFn0I1xOUelR6MROtxow/Vqlsq++z4M1HnGzDMLEKdxbfYRwXA8ViWbzqF5trx43MpjNKzPycvyB
uIAvl5tXQH19VuUOKL8tgvwojWwSVB2z7TfZ1BRHUZbzfeX4T//6uaGvAcOQMcQfXPlOhwASH0cd
RF1yPP3+pTbxHiClDTvt0PCGeVPndpBfOXsulzdYyHK1hF1KPX2OvvAx/cpArLm1MlG0pDPjbY62
0C2xww7ia4yTSyQT+gfVMwkYpEzA2js7cHCcoz6LOVXbFi9W26+wbm5783ns5gJjsKFbO3OGYF3m
8gc76Bt+Gd5KjvRUnZJ8rI+Heyn8Ti6g/Bh2NSgJNCWAMpey44/VJTP4l73RmPRcZLfLu2DKVmi/
RHllUV3OIp7DrOaai38PYTynz9Fbcxhw6oNXW0ziVepecnRzQx4lRMLQyf0f//xacBOgRC/oN7ms
ZwupzdwiFjbM0mxkjHFxcO59UeqPHz/lLxOHt+FYWG7U6AnP5mrld3E1Y823LfPUfu1GQf52kCl1
7Iu6N8OPH7Z8ibMvBaTFZUinfeYzmKcjOOFryCU4AiNshfgutMD5jgopnm+AhLV2UzndSBQmscLV
lU/3l7cEkWQ75FxfCJjm6YM7w+uWim25Fs390cEyA1/utq8RC2r6p49f8i/ThGfRmeNqu1S7Z9PR
N4AJRhtMy5mEPAg2y3VqYYeAAkRscO4XVxjIf33e0gbmM7L4z0/21ndHv/dcnLKyOdrnqZ8fPAqW
G7/O7LUJ+rP5f7wfd3eqwIVkfa4PpKxt3IaIya0lU3cTmDBoywyddrZcxqbI7a6dKMvHOZk19LNY
3BQvyFYWmc7px7OySVh+7dvbupm9ZlsVnfeiJWMNLSMiPVr3Ww+3cq+x41Aj2ZIkp7wNdqTMqI1e
EH4CsfjalnMxn/hJsNvZcJlVFkyb059EjLbVOLCttwVXQHrp5kQOLUSN3JuyK7X9xeflUQv7zUX/
ClJ6fnaJlOAFOqP2lu5rdU/y7bgT8yg2XYp+YUD7fGU6XeymPA+i2QJUuuw/52JMJ4nwKYWVse1M
vNAJkaHXHc4TftJXNoOLMWQX4J4EJw2qDbDh2aFMysHoVdjF7lia6bYb7XQ3BY25YSf/8vGMvXgl
yGXsO3woOqaXSZmjr7VuDN97Z6FpeWHSOAcUCuKKnPPyKfzV9MWXDQbL5vMCE6sTE2J36+yMUrPk
JslS04zDaMzH1v/noWNb5CaOPJf8De+8zTNbud2NZefvIpRN7/SYCPQpJoyxCGX6Z+Iu3tPQ5CBv
0IhAIne2+nKM753Sqn3cTW1aSHrTrTFGsm4jqzvmuhZdCdG8HEXusbDJYEosxmbns2LIeuz+m8rf
2e40bsA+52NU29r+4xnxm1b4556CnHzRNCyKOxAztECnC3hwPXjAZUdoh6YMN7QMEg2aG1TOvbsm
fNOMcTLuHU/dsUIYUhNRR7SjVyqsA8IElzytIDMDzpDWy0PVFHm3WtxlrTAe26nZGtDwv9W4yf4S
Vdy8qGr2HxAAW49ORJoT9XA+fYI/2x+jzDVf1Nh3ehj3hW+sEP2bSajS2HlPx45QOSS/+t3o6+N3
oUy8H2vQ4WOXguetPXPKaCw2ZjAfwLHY/zK76syw8KaInAzEi0+xIj1kFZjIN+/1cuiG26jyrHFT
5pn7M7BaNMbEXYnXqMnVd2nOArqEB0ByG7c2VkdsPnW3j5wuvi/bQRF/QJrqsHWdOiF8wDBkiVwy
luRuZHrqbVyFLf6j31TtT9WXstjR5fU3EQ42mGY546x+WjFqyjU5qW4JN9FKVL8isjWTNkkhAi9o
3HlHWR36QuEokLqj02Z7w0l7ywo7P26iYm0GWS8fijYnASduSLn8Zdljn24oOXC0TPTEkjddNc7+
yheyJhmCHJ6mZvDsHuyAQjSpt9JSgST5xKd1oW2DVqTjTUlM0/hLVrVTA75ZwcBG1E/TlyHyLLy+
PT9ogl1LX95eX5mLZ8fbb2YFd2U61GihL5sMRTMblRhiAm1S4tUru1uTX2DkoYjtedvTmQjjck7Q
whblpunI8fr4+ecHDNUzpd/ir4C2gnp+2af/KJ+HuS0nJMfpJnLH8tB57fdoWMxXfK3eembZvX78
uIulR+ufPYvjbBHA02Q8q48cMxL5jJXYIbZkFW1VYMpmO4+NiVNpQZtwPQuZqBvbrEznxmtrv9tg
02Uex1nvgx3hQ6az8+w0mbdDVOsRhqWN7oeuieF0aLZFO76VLeFYIQy3Ub8rez2LXlCroZmycB2t
78lV0A90Vq06xEKLPzVWwZOkAB++dLFnlBuzVma3dr0MvMKxstELm9bt8AKTyoge5FCW7RrPziIL
lRdTA9HEKJqvLWwkD5cGTdCRRYH3Wpmo9x8yWOy3hlbVZbgctz/0IRnsTVOnaXEfYPFg7RT5GMbe
TM3sP8NOM9LR9ZrLVch+kQaPyjOr5zYd4q98KemuDOz6yIRpk+HOc7R5o1TdJS/EaGT6kd86Jj8y
h+7N55j49/m2myeoI5FFwAzuCtKDcVlkaI6xEoB2Phptqx6TETfY3aQFxIAF2WjdBSX5bT+tOSh2
3GSjfp3RgwnsjUM7TAvTnma0WLkOCsrQNdKmmdZZ0kjzrcYmfaywOBeC4DicbBOMQ9PYgK2FmVkX
JsqdHeL1XNzJhyao40eLqMPxBX9B42dHQWccgcyMGDecKqA16pu53ESkuhBs1OBN9vbxTOTSdrb0
FtMWrlcAArjzgvOfTf1WJAqoyS8P+CkZpJ3VoDjEgnXLghdaWcbEdbLsmy1mG+5rTuDcf0HMtvBY
FRGHelbCFA7bxoRZ1gHs9PuZzLsful+I+7jkCCdAycZXzzLMyt4kLIjYCvEaQqqLF+FkhjIRZvHA
HCeTpJA6zq/VRI4X30svy8dBi1X1BL1ak1vHl1G50XXlJKuiLqxGx4EMf7XbofGMLOxIeCfHQSfj
btyWSEuzO02mSbIp8BAfsHXFQs//Yk+tPX91tdl33swmL3/4rbAw4cNlq73xkxiyf4/pFp507Adm
fh9MOCT+SqYoqNiI3Dad7kl1LI3D1Gf9RhazmW4DkQcNQUWBRV6eBy+w/UZnz1tNeRVh9CaqoDuk
s3AqyX7mkI8zRXWdrJN5IN/NEGkcbVMAwHvbJAoQ08SiiL66rhzcsLChBt0kvVdO2zS2p+kuymNS
jxgbIKUosdJD1DYaQUGxdNrpCduzoA9NfZy9rZMgFckcMJinRqmCXDcxZsQ+2b1+MxV4mB01ivsn
zZFLUJDfjKrlkDSbSVuJhuyiT5npmW9zI6Me+9SG1YevjFaTm4MTvdTXupVo0zrKCeFZe6XvaCv6
GkTcrFqTU47kpdImds+3JjlD2RiqQYWuKBP9QS/we3r3ZksjOnCySrnpRNMrPYTrmeZPlCzO57Eu
2uwV3Hlea8RC+gcn9eP3Js+N56qPB+OG4dendY3X5VvH+on3+DzxkVOY17W2jpzZ3Fl6mnqhckvk
9nhLWW9RayUOtrp9subotAi9xPFv+l4kQ2A8tNitTN+roLX4TIY55vdjJvKETMhofI1730tXpt6p
NXRi2rLdkBf7uMQuak1CJIZSRPwJB8k2TllmmGOlm38qtCn6ZpM/bT0knTHzwVOliy2aa7nHpH8y
X705nZLbFrs1EKNqKJPXyCK7w9ypHKndTdAw+3vSHzurqdcgP5nczLYqpldcL51fBBH3cEPsGcZr
aOGLmk8EaWVdS7gpx9w+rg0RYb9uN61NDkQ1p98xbDfsLyqKbOIOIhe/h6PwtdQ+iFn43rYwSEVr
NK9V+6lC7HsngtqzjnOkSWOdd2k10JTGgDQUsz8GG7Pszfwn7bMhOPJ3OZSpkdVXG92rvV1PnhI2
i3EiRgvSpEboSol0IgitrG2rb4OBv9mmbV3zXScswHofqipp10LOXfyk9Vbz2TZqZCmFO1rTblKm
Xa6CSiTHvh+z6a5BMjUCPXG6bPLO0G5AMzTKvmGgeg77Ogj6NJxwP93qi4xhXLlKije0G3lJRp/s
P9UFzt7/UX1ZpBwiOawO+L0pIxxT3fgZ6yK9ZiVwXmLAk17a/XS/YfkAVJ7dIVK7NwetbnWiycY8
3xlzNBHu6NGZG8PUaYlO7XDz116u7e/n2/sSAcKuD7kI5MA970PEExQDwrecQ0a5WDz5ZDkG0wpI
pHm3TCHce6cZ5gi7HygHG9LA5LirSL1pQnvUnPkxGLFAC/1Mzf85E0kOq7YsBpJSI1z+292sRe0P
IhUJKAw7pXQPib1BtFjg1eZaDn0/ZFdg5d/N9D8vLYusf2mAQzpf7sznbGibu1g20l4/+EYbI9u0
yj6/wbstaNaYtGcUzCUO+nlR+p/sghDGTS29ynv07cniDjDS97jVijjRl0uNYddhSf85euZ6lZLt
Swawhb8hWW3EybLJf2mzLj3YZWU4L4Wd2V98pzO60EhwF71xq15eY7z9pkGcvt4iigKhX4QblxKY
oIOkGsUWoSFwoqptXuj6Xe9yh666pnhIJ4LFNp3dpwRBxmMkIHq3X5upKK31hGXtQfOnrzZdnV+w
4XIYpWSIfbL74acfKfOauvSicACPgYBoon7m1AbSPK2ZbfqtjddO6qDcaapUOFbkdIQxOYimGY5M
qJao5VS/9whJLrcLBe5fbVzoUGLZvvS1IdGABSxL7o+q3e4FXdDI1Q8daOcn2ldEL8FCx0Y15cgh
GZna9ePlZCyr9PT76DD/MbHwlkb3BerAq3YVearuAZoHIYo0tcpy7Q9cLo5eZaX+PcxsHHOHOPEP
mgkIMoXNZHrzyui9jFw/Eq4D7ykb2plo2DbPh9c0dUmJiwsH+7pR9Ym5ooLN713+W0X2Mt2pK+9w
DkCj63KWG///wO4Lj4E+J8jYsUb/EBMGe1NRED2AwAe3TT16v/pGacRYZ8U1COXyqcCvoMEWBHNm
zPm6Day+jswe4LfKvdTZNWkTqH2pvMF/jPMpF69ZYHX+rW9g/Hytxl1m4slHo9+FWytEFspc7E/O
5kmRWRqoUCXJAieU21c+vsMd4qT4KaEh+qjVtarCtLaICDXwwjcfiCxsna0dTxFGaA2WuHs+XnI/
penQFOFUN06+G6WZv42xiQjESiuUB9xviv9a3tHCOzWqgityxouZ95vMTMcSieFvkvXpZI/bVvSm
XmgHz+2xjkzi78rppl+cJc4jZ2G8mQzRP+Bd6fyacBS9Auz9dgw6HUOsVODkcFvgPMEE8fTx5pBU
Bf7a2XGYrdpYC+KbbvOudsFpKD3kekwyvK9HS9j1iwdQWnPyO+0jxuoOoYVVJr2vVuyU8cb0KHCj
1TDLSP4g6zW5mzzymbfZzJWT7KbSa8dQQE3TNqT7ec0U2nh6d48Kyvotxo/2GI42EQioWSo0kmEh
Kvun7ZDoHMIqw8Am7gy322CpLuIjvarAPPaTqfxwarNK+1qR6aOnN7alXH8FWBXo5NYYHUJgXUSt
vruyX1xOPT4bZC0wXmi+/MfpsBVqDoDE9PSo3HicCe6duoPRzuoe7LzcgQOkx4CueKgb8c9q9I0D
oqLu+8c/4nzmcEjiPwHtARATjtM5UB8sGeuR2w/HoqEHdJNH1CJLmrlBkMkwgGpaVurqawKRlLXV
HLKWjnZS6vn2n38GvfBFr8dG4ENAOB2KcZ6V4eeiO2be1Fgb5Xrjqse+fiQzXkiDTMek2zhxpt0N
I/Gy05CXVybxb1jlz0nMSMDx1IFdYCFCeTz7Gk0gAOMSUR+Jvoj93eLFMIft4OMhOnc90R9JNA71
LVes5oddd76J779d3mcdQUtziEs2lhd5jAkFaZVau+2bZGjWjVG7WRd2ujl1e3/Q+3SLzri9LUlY
Hr9HfOPgMKjSPxZ2hOOQ5uXVoQ3iBkN+v6krd+sQ+LFDl95fS2o67y7wuvTflxflcF08l05HXJHR
OMcaKb6a776Puq+RiiqyL6LuKvtKc/GiG748C/wAagHfl47f2bPSlFR3om3KIxHp7yPCM5uQO0ny
zkBQ667qQUXDpLG8ctsUnfykIiHWcyL7ryByww2UuKtr77zgZqPX6asw9eGbUKKc9VYmAE3VTGlz
JHuYWLCuG0i6LbK6W+kOEObKbBOSnz+e4785BqczbHGboiphfrN5nJfbbCeuPtZdf8TIzudW5OSV
tSdjvh1Ise5w07TLWg7JsdW1WHuZEA1WDzUZF2tSurv8bRYAVG8BQMdDIgIt3hRB3hy52Zke0Ghj
9D/xiVfj1nPnPNql4PbEDrsxoa5FlqXu14GUE84sq0iUc4/AJVNP6L04dLnXdm+aXSZauq3xFipX
w8BWHeZ5phPu8fEoXGBKDD0MK6ydkQEuBM6zyUAUm2YX8VAeLdfq7ifh6DFkk7bK9wZtSeL2sFqI
143T1mQB9131jqxj9LdGmqpp5bfMzwOqCH2dwPIg5Td1xee8istpP86Glq6rybRuBici3P7KD1/m
xNnnQ23CDWMRuNCPM09XTFfQ9ReqbI6ex+R9aEsO9btEAAwbBn67R3JlnHt9bpxop5m5Ix60wc4I
XiYBDp90Mnq8L1d+0fLEs19Ee3VxBmUFL47sp7/IbMgFz6BAsGta1XF0B8iTPcEShlE+9LUvHpUK
okfKe/OmcZw6DfVqtKqFwzp+iRvYkleG6C+rCkMFfyGaLBzkc17PKGSkVJ9bxxYMGahndlXoGcW8
s2ua/LNO7/nKEy+Y8pDpFsIsDVI2lsWx8XQIyn7IjYi0zaOlhrhZqcoriP3rZKKv+ZiyKsLGVmb7
bKT8nzZ+CcK61oCLINpkueVc+SKXA8Dr8yNwYUAedPFrlGdHsV65zdFpPTe5yWc6X2s9tgf3hxer
pFq3hIpoNx9Pg7OdnAoBlhF04WVFYbB4rrtCLT6yWbp0B8gsGVbG1M+v2hL7Q0WRNPWVEf/L0+jC
ePTNuWJTsyy1/B/3KhSRhT3SokQRYMzFErGuz6sJT72DRaTafx+/2lmzk1czkAZALaeRy6L7fbD8
8bBscgenIiN3M3dzA2xIW4RepGZduQRcvhNTB+YLdxB06xdGOlXgjKRoA+AnspzV3WC0rviiejrZ
exweo+gK7nJ+kV/aO1w60MYvt/glrPd0DCd9EH3kpC7pN7ZjkHlPhlnG7bCPfO557Hxqp7QlUl4a
1GDNqjCnflgHfZT/0Baey4Ymj8hIu2VmDRtpz+1cr3E2I8x1ICTdXbtpWpMd7w/klBnXytazfZBf
Txcfcxh6Ykir6Xmf/foB+NqzZ/epJT39kY5UkIIj2vjTg5PczaUrv2k9Ge1zlOJQUxVl/iyrSr1V
tpm2V6q2Zbb9sQMuv4WfQCmPtmJpiJ/Vjf2kO0VZ2OK5iL3WCGM7dlciH41vqhHeixhHD8AxyK9Q
QM6WOU9dxBz8ixW3xBaeHWFF2lEjKOJAfVVEP6NeyNdI8+f5h1bUbbkm/1xNVwwVzjnD/3smCXxw
lFkIsDROR72QUGpA5/WniW8T3FQjJOxjZZeFL8Miyk0MJCyZubuojSUmRmS+59VXjUN+Xk+BipsN
wDzuFld2g7Prw/KrII0tjnqQfKAknBXN1WxHRMi145OezZvOyyd3xeS4UWZqO9il2MUhGm12IgDw
wtoL2E/NteJy+cR/TAF2P3xKOZcRvUG+4Bp1OjAZATxdNkXGU1EbcYLLP8ENu6bSZu3NIrHmce4K
VWySZmgGvJGnVnyKYIHIA+HbgZ4dLByHjBBWuSMxPmA7uta+/i2CO/2BbBQguzSPYYjwQ09/YFM2
kZfpnQvXoDZmTMd6dGMxQb+iIipb6FK7tZsJR3Ng9kAUodHPnrFKG7CaJ91XwbBtYADQc4JBZXPE
kbNdvJiFFbfHSI3FzYxbsfqvgQpiJ2GtgfzD2lOy3co0VlHY9JjxA/cVEZ6mK8Nuuhc5StHRxZ+q
xF/nVUUS7tqMNWNvEOCqtqMxBfIhCooq22pBnGZhX/nD9OTXjQsYonW4UTUDtdAmzWNHO5RR4jSr
HquVV0zCEwsv9i7qsaiUU9rd06A37acqM2OyenItVe4jPWjMRoupBvsiIq/q9+aYYK5HgoH2zK/K
38CcaOsrPmi+cnKVUCHr2SQPfT3eQ9O35WNUFm57Df46X2VMpkWczjXYg6DogrWefqtKK2HE2Z3x
pGo13BJjJ8EbpqlYFWllyFVhp7m5zvIsUduYPXxtjgrv2FgsHTWUqleoAMvMOJ05iOJoulDZLbaH
54qujqjjuC/t+rmbowfVjmIfgDwTk9YCdBRR9p9vF9HeGKLyym7z1weDS4KJscTZT06HQVN2ZWLV
0zyPgS32tMpk6BXQ6fjH8jH1J+0NbT7/sEH8vP/4yD+v6PgEkOJ55UUN6Pk0n0+fLaqcuTBO4rlS
ngjWbT2kAfgx3NgV0pps5RJ4bb0mg+GtZr1KnhVS9C95kMorG8vlGEAr5MeY0BjhWZ3z9DUapU1a
av1z7zHTic8yCTKX060cpman23XynShQsco7V/v88RCcHWqMACjIb+Ya2DnM5rMdLSels5Gy1J58
g7gyAkUGMd0maZPaawiDEyrQbjCI+CqDq5vp77c6nXK8K4kLyDAtWM/+2TGjJ7DxmqDNn9XSqAGs
tup8ub1M5IgCyyxcx5KYUxnOwYg5hQjsYn4ZR4frVjcFVirWiTam6lbhOeruuQyp6Mlkuxv/GyEw
TemvCZWiIoAwwnZckdIkdl1sBuWK3O8ovx2rXtShLzJzCt1qHMnsnBuDJnVWNMdSxaUk9YtVuOkG
2jTST81pJXWipVcGDX74LYkRV2vTw2QV+0phZ1vQ2nIgRL3RUkyc6qxvXynMykfXmuZvETtg9OSU
de3uRsgexQae9Rwgg9DTdtd6CZHvc+cSfCDcXvfe5w7pwopcwSo64HeTszl0WJbsgDZT9zHyY3lb
pDRed5MMnCWzQDN7hooB6w5NV7feugIs7dfegGMVofGmCzOAtlX9An09bR+LyO/kETvxFGNamMV0
U0tniIxiJQqZ0A3GKDrbesjkn1GGeGXoiaj5kkFq4BLapvP41XGl8225yvuQzfr2EcpN4e76ZJAp
bc6GFGMynDBHgFOq9r4sNPVZ2VOzz5IxhUflWo12qxQlHsnnahIbN6XtyzFVDNA4SNpo7fRno+iq
YmdUmhBg4qm262++Qmr+uAiV5kdozppxAxXQacVqCrx401IRWSuqOGuu97Uq9LuUHTitt7OaG/zF
Zc/xNnsTS3osK6v72riGKm/Rf+bgG1AAfyE28x8LJdVns5xGP8TzYSjWcVFWwdqUkB6IETTz9ZzH
wR4+EpeklS7pQq4CIeAsoBfzD6JOomnnKMJmyYGmH6z8Of3CtTIP1pO20HjcHCPblTnHEB12cPX0
9K202jTYVXNVTStatHDqmtJvA+QqjohWDalzOPA4dhPkN5M15vqNbxTDjzqXcbbG3wArDDbNwf/U
cvG0bvtY9h66MqHVIW6vgyfJYE/NdMWGMBwNj+S7lw55GFyBCcwOXwsZuNMDEyGX31uTMuc+Gs1S
3WhOMDuho2lptfN6rZOQDVUmj6AMnfOK9CQebudad4hpHoX5Ps9TxuJSFfJ1ZUrfyejVEqFMvtUg
881Y2tVOeso2XjXYNHO8dRPR3kB4KjpzuxQ1VFTS0z+NWoWjMVnjVYR6JnLKberD6JD3spSq0jaO
AL1dzWnWPg12meaP5txPeHZmUouusN4vN0kkLfTMKcLB70DzTo8J2L2wQNyke4b0Yq4hwPmbtBL6
7aSX4lPZ94vLmW3/64HMolvu9WhXF/TUPjubAKdhb6Daes5yGi1S5smrn/rle+C1gNQl69k4gmRH
DwVB3Nd4iJcHkuMgYuXGQX8RtOes1pa+3uJ0YDlPTObZMMLex+9chi4LFMnnEjQuokkO97AGUXGt
W7zJxf7jk+kvhzPWtgZcyMUlFa7N2QC4rZwhnSbJczHqlEZNHmcPLX2pG1vW0Ys16PbesSaSHLvZ
exoDNCtal2hXbqBn1y/ORxYlHskLXZ2z+dxlbUybMQ+MUj7njjQyQnG7ZIp3rC+CHmJorPqNYzTu
tWC8vz11sbLDowkU+39cuT+wiFyC3dr5XD17JA4+lXiy/uqiYt7Dqs+xDKTPcuVu9Zdi1AXZgeKN
MpPLrXV20R4qxGK1VZTPrRcXxV4rxgz7S68kvb4uS29t9ML376dafS5iLd3RV24hxVLN3TUoeB4/
/vSXs8/VacyA/TD5Fr+G0/VWCeiOlWFUz6op829tV9W3coqclaKdfsxo4JADE7MrqFHrr6y6vyx1
ahJE/8AKaL0u6iGPUzof6/LZwrP5fugtfT0qp/8+Ai6HU+5wt0279Pnj97383JjeAj9hbcBUx5Dz
9H1zo8aTcqrS56GHh1klKaegpkqZhWNSbWkVwTD8+Im/3+Os9rIWr1iEsGwvFwtcuQ3VQlvaT1ky
Q28tyDIAzXB9MexjTlYD7bOTb2fMjaxtV9uFxv4diaD7wm6gYU7i18t53MVlfejt3ErvwSg4lKPI
nF/45dDm2VzkLEKtnKzg5+TJHopuNmH8tzIiOVlt2CcNtdz64xe7mDp4C0CMYJPGXHkJ0z4dSsQl
JTyGIX2RXprP66B16r0G5XFnVIO+9wLSxEIPiAjaYOFdC3Q8QyiYrAumx65FRUF/7zx/Iks7Zcmx
yl9sR6htq+lMGSollLV5vSqaIdvjAmY9WDASDxoZVC8fv/t572t5/gKV8SetcVQ2yzz7Y9vAPd+A
rdzoz6wWZa20NMcPsIQV8gtf8uQJ3MoO61n32l1au8VrX4k8D4mb8T5BMJB0DqXz+eOfdLGc2Lvw
qFzQiEU6ZZ/PbNrttZajIU6zJH+2ECzssW2cI2jdtrPHJCi6HebmmgXDxXrC146lawSLYZcJ/nk6
DjNE8ggk3H6uIy3yjySQ4+hUS8jkZR1kewVR9f3j9zxDdRl5smyW4aX1uHjqnd3lhUZN0I/x9NyP
mnxta6189hIj3Ymc6vrjR10OKVg/1HtM7TiY6Z+cvhyuspCIVRC/VKJqvpTK/KoS3z0WXO9l2Ed9
tnG1Kv3XSzpV7GJNRFORjRng4vShDf09WG519Jy0VnzkzuavSFQvKfMi596tPe9YF5R9ISt7uAKA
Xg4tT0amT2MXQIzZffro2RzLMct78VKCzewRWcGFNYYmfoga1GlXzkEaOvx1JxsjVlZMV9hVtI+X
uXv6uJLJzB0q8Z4pP+rmCeKEqqm25kwq9JXSbn/pHlL91xlNrUB5YODINlKCp6Fb9hiyhsshK8K2
6wx0G2al/fTrOku2bZLIR+UHMtpa8ECacNbSBIIvKJM41H7WWnmILWTnhy1WiS2dehHV685zhgRD
JmQZN0oZZY9ZfGD070biB/l95hDmxS0rs43xoVs632FHyJe971VbJLRkvPpzJRP5qU5zkcOCS2ix
ztEQz5u41+t3gw0hW5du2sSrKW2tIXTZpe/bpkfYQmGtQyYSRfPLb+1JhlPfVt2d07Xa1xSOc38P
AbL9LJpSe/OLvn3PZ8NKN2iu5kfXkZG9igfhdLe61TvP9ijndwjDXD7xmCNfeABaXiHyITs0Mc2o
D/MpFnfKMrH1Vrh/podOpuVzHxl9d1MU7eysSzoTK1JbYLTFNJ+KsO/krK/swFdyo7vjHO+J6NZX
mo8e9XM9Glqw6+O2+k+lfsaqyBGo7nJfV+Kl4Oau/WowiC0fIXCna8rKctw6wf9Rdma9cWJbFP5F
SMzDK9Rol+1UHCdOXlDiTpgPcJj59ffD96WLilzqq75Rq1tqCjicYe+1vpWW6j2EWvtEHHKu+BR2
2z/8H+k6m8zhzbP7wdiabZcIn6JN/6IMU61/K2Ul7mTDunCHPctwtyDRunQzxVr33WBNL7d4tyAB
UMBreuTOaLv9CsU1G2f+ub3RO2khEyZ9rrQfpzwCVKyq9Lk+uZyWxp2rlpM8mdQukherSYt6E3La
G4OGbOj8MI7s1fw4Fr0TWGZpHWQpCg19PbYFvyu71NxbpPh0D/VE7SSwQaj1Xx2rzsI7WFG93m9n
PUzmLOC85VU/Ch0tjm/VkfjaYV3LNlPUd/t+cmPjeYR9auKcySXSEraisc/+dDL8WPc4oALWmsdN
UpbuK8V7z36rJQrZDViR9qWOTC8NWj110ns4p6LcTK02mafCxfl3RIef/OwIurZ3ZZQoHOV7o+vL
TV8N6VvEMvUtQrb3o8hFIX1FrcQOEZZnPaZJ5D6Q4eGILYkpofNK+busNpTuJofg5AqHmsP4j/0E
U1WCe6yz/mHyb5tzZw3jY6cgDt2gMqZp0DG5dX5ht3TFktLQXvMUl9GnrJ3JnfadxLY/uyFFf7Rm
BRUnCZztwGGQWYSaQDbUnZ+2cT1tmyypkydTEuy381oSiF/KfjS91gfjHA8+P3VSUxjNtJACK1YE
kMN+yEs/bBBGHSrS5Fu+m6wYt47T8IvQhhjWQxrL9lWKoXtbRG//EFmpKcHAqx1PTe81PwQErOQk
CNUrj+MkKogPk237ZpKOzjFrCqs4qqCae3ZjInm1OtEU/4TSbU1KAp1uB3qX6m81PtbwkFWdJ0gp
YOe9GaoJRQdpj7U8osLOLYobMPfOqPErO8gMObRvYTP12V3fgpR9Tjsr1w6inkBW0c9Ssn2djYXl
kx2Lk4LxiP/BZbU4QLcaaS+WEi50EfcZAKMkIasAhXy/WciGI3ODE8UbtXdD86jEXRrdOU4oTJ6g
DrrVTQs9pIKXJ9qmDaX56MyjM6WbtLSSZMd21aZQaObVKx7hZPA7K8RN6uMHMGaIWiZ5GkqqxzvB
BsJ6aQk36R76kHJaUGiukGgq7a70zUi3vw5hjQksNKV86HiqnbWpJ5T/90YVazMZeRQpIARrabEb
Lavapo1OGyEzcR8HaNxT+7NnI4/IMUTEph2MdQZwSiszpfEFVr8t/wG93tu4X39nZET8ntNKvBia
1nSH3uMFPYbt5IxYKNQZhHZSAsoVjtX8rHoEro9YX5yevZTM9WAyKiO+m1pVAZwTt/nobDCAlfpe
wUC2BCaM8k85eKniO3mp/Faw6PeYGDyrJo8tdG5Rb9YKZbZEruOgjGYDuHjX15FeTlW1CGb6+tmN
4ng8NgQMHOMasMAmA0cCCtyqGvtPlHnJE8UuRcGCyNeoCVXSfuqQ/22x82dWkCeMpK1Vm8VvzZFk
HsZDWLWBBZNR3aeJHE7OlBTef95lYdxYto9sdpA6rBV6ke2gEtJi+VxAGKtYrzpvO+aa6yu22itb
0477TZJH8lYWyvURgg0ranKK8jQZr5pCnlQVHlwLVhZXIUu7J8ti33YuIvp5bGNm3LYd9CDpp+EV
qHI9+MOcRbfoydcbaLbO+qKhw+NHh8C43ATVFGLzodTK5xk/yK+a66J+igfsaXGpBNiq1ON/3dRi
pea0T+VikRevpTWmMZg8zcn4jBogOjWxlVYb1QQmOlpT8xmMeoatueyGG9u96/vksshnbEptWOvX
scOzbAq9iQbj8xB7bN3mON6xpLiPWT4Xj7ZdPv/3u+QsREkY+tT1oRt56yQMvTE+o4NsfoxTavlq
GnXBiHhoCjoLUGtdq/l/rabQw4eID3ebjg14q1Utr6yQLaV9nD9bHccRP/JqcCFl0T81pFxjm58q
xW/pruEbbNxbnJ7r8YyKbYkTXVRj7pX8JClUQeWsdz93Q4WLChUrEm0y5ANpWHGz6TIzOTQzxcWg
won0bRhCnC8fP/W//ARUkLAgOBQuHI3V2QzJgBz7LhPP7Zgp/jRkABYHTRiOH9VeRYt8Fn6kDs6r
8BSvBx1g9Tc4CtfDjKmQth6EAxWW7Pr0RCVX7bPaaZ455hh7mopDC6JJM+/MiDD1Rpfi5eNbvrog
wdaUbXnpJgsYc+rq+1WbVEHOrT9rBGE81AMOxSExrTs6O/Ud7pBbbN7rWi2FQ/QQFkWdpWS61h04
JVBX/Jfhs1UKWdNBslsWKg/hiN8pSlSSIJ3YL8PsOl9Mu0PqrhtD+aQgKLyFTLkugiw/hftmEuG7
xqJwee+Ohc+xTvvw2RTdABfHFI+uW1fQCAQ2HC0XyU7XhLIZIjX8ni9J34kmjR/x1GmfK3cGJPHx
u/jLD1rCtBZhGe+CbvPqRDkZtIFc5rcvGoSEk0or5HuXQxsMEguvFHSsJtnUKJkoj+kzPPpI40CS
eXwNll6pv9q+ugUou/oiACJZC5n2/V3Rgb18RFnoebXU4pwOjCpHn6gD92fb5MMPM56tE5PF62Q1
xgG7vnrMktKqbjyS9fAEQ4hgltb7MlTwz61ekTfpoZV3uTwrdVLFd1haZP7JqYTbHPB5Qax1KgtH
4MfvYV034aJ8FVj2sD7SV1nTcUUkkiLNXfdTBlrjn7bl1Lxv+Kf6XldZA7b2WMhuZwxFLW9M++ua
JPMfQCs0Y9AXqdCvJyC1k0jWFAr5yFi8XyERKQ9VOZO5kOre4G2tOVW+5yAezKCxmyk+fnzfV6X9
RaiJtgEUDn+ziDsu3zaKPSlxWEfnUtTjz1FXsOKKmXhQo8mz77iw2r1nRsqZ/MkUS0vWvVRdP/su
G/BbtaureYLfshAvQWyim15K3Ze/hUxNs0HrkJ+1IpnuFkzellNUegjBSd0bS8Kn33leFAIiaYp9
6M7Z117OoXG48UyW6/y7ysPlKdLCSl+WJXx0qzUhTTSjGygWn6deFUc5TcWjKUeHcyASpTcJxe6n
Y47NsyFc5TcFygi/sXVjkr4eFjZ1LZTEzJkU59Z6Ni/D5Z/mvXXuSKkqA1t0aYkvwlRfpNqa0yY2
O9EFJjYl2yfVqdO3Hz+E6w+CxRBzJxgF7ACIei/fRQfXNB1rdTyD3yjOGcHQu9npvEAPRbnPjUE5
8ohu7auXB3v54FFQvmdjImWkpLeaDIkLMvqqiLpz086d59uh8Cp/yC3lSGUn3X98h1fzDBGcPFs2
Pyp8E6Aql3eYoBqQdaFpZ1fNu8gHKEGtomjCPwkJB7uImKwbp4b1xMpKCzWGZZCr0X64wu8XY0N0
OpIuc569w9jP4sGOx2R6RHbRHxnH2Vc62daWGq7DFzbnsXvjpf7tlpnV2egs6FfYd5e3TFijVkq1
Vs8zwKtwR82rnx6jDt55KBJNO+a08PIb7fGrgcxdI+Dn6cHv0DnyXV4zQV9SNNmknkn7SCCztHNz
oLTSmYHq9o5xoopUvFIRDIvALMP4n49f8l+e+bKWMKVTbGFjvbpju635ZoQ0zqxpZetjt5PfqoXj
m7VAhg6sXulexFSpsAw4QYjJ7cYEezWkDew9NO5gb/IVo7W+vH2aDZU6Kbp+nun/tBszqRTzmGnw
2qQXRsmNIfZ+FLr4gqhZa4SBoNUCRImd7vJyTSyATqmedxYpvL9NXfcWPoO2NIcTUoS23HdNBu2j
COPWwA1pI8ssrWxUfiEmMQwq1n1vHDqBzixKvAQgrdfnueH3Zox4KajNqinu22ZSKwc+qBXv6JWl
VlCmFqekyulcv9KbeIujG5qNTyIJdKSAoypq3L6JKYknVdXD3hjdxNqM1rLpbz2zfUr6MW1vtAY0
g3tdPwv21Eso7dLrW6Mkmz5pS7pJ9jmfRkpOfXlOAVCZ+HogcpVdyHY+TnLnvkuqctuM7bA3K1v8
7Nx4egUe0+/Rjqq3ftTV2oJPZlFuLKORpLR1zys29d6KodacNUGxe58okfROxA4UnRbkrlD2PPCK
KiPkCW9btXqh7CNmseRzqlXiFu3hapLnx8C/Qw/MgYCovdUUiPYtlvNYzmddF3EOHyUON8k0Tn3g
aJW1xeY8+GkWGpuPP8q/XRan8xINwJ7HXe85MEk58F5K7ewAWrGOii3JesvLmKp1XVe9cmqQRe2a
um1vNKr+8jGynjELLCsaJ87l3/+rBTpKPJzo+tQzYrTsjy3deRNLRScBHddgfeMu1z7O5WSFepEL
cr5lZ79ezagbCW+ee/Uc4hn5HqER6oKOc5mg0JfHG5QCc3qPfH/YxF3l6Ns6GmhYaCKVRw2N8cmV
ztR/go9jv/Z6Zuh+rcy244+RVDfSbtNpO1R0I547BNpxAJ0mcTawjOpDgpu598usEt7GHJIc84js
F+27NrWJD6PTK27Zn9aSAWTKDGnkqQsdDRX+OjFAT7OoHoyqvRcDIMqHKGyojM99Cl8fY0YSfqoy
k7Im/fGiCMJ8tt8qHFrDCfpv/OgpMxirNtPrr4Lflvle18e7juRj9U4dvVzZYzlCY10i5B7uKyPv
f6Q6UTzbZFKUXThlhrhxHljvi9/vhw0g8dLMqLi6VkMlS/Ny1pGj4xTNs+ZL69XaU5rbNX0aekyp
n4XpnNxRRu6fpGg6cTaovHW+RgE6/oqDXNzwl6wWMtZs9ujYkN4lsfRal2/qX0OXLbgX1/Q6TxlP
WWZ4gOdsDtRMa4yN7dAJVH0+q/Krnthi2AwTnkA/VebCuLGcv3vB/zWrLj/k/VSG+YNTC7PH5Q9p
LOnNo2WnpzQ0x7oLRDk0w2tpocEM6DJlIAsnR9I8SBp61L5oetvZzEJrTxMa8vZ+cGVrxSgcwf5o
rCgl2y9f6TxNakFpFKr720yiET4XGp6TU8kpBzwTlSKwQ/TON7YHq5mIID3dxbGDvJsDBwvn6qnG
IOeGNgr1E8WtrvmmllpypCs7aBuK01XaBTgjQms3S7wbLx9Pgu8I5YsHybWXWBtEbHw5/IDLB6n2
HhzJrjHvAdGZI8J+5KTEeccJRngghsVQfEkJOI/5LQDC8NA1Wd4nQR4Osmn8OtPbkTZ7GsJ8be3o
FYM3/tWmj1xrl6ACZjG32uy+6FQ0ujrUPnSoKMRVqlt5odyjGKu/625XfkazCSohK7xWnpQwUZd+
kz4VRBvKjK5e0haNH3fjWAeaJ4yndnRBP+ddOkUnCETyzo0Bv23BQUZtYPRIRmlOMQpfi6abxK7I
CTsFbcmpoc36OtpFmlaNL5g8kq9tj6J20wLve1MclCensjFjDCdN6b65CeHAd0Uh+3+KkO6Fz56n
4aiDxr7Ylx7nr73tKNV9XloQO9tC57ye4Zs+QFTDGeGEKTplHxpf4p4q6vXYmBtqyzs7tybvnqKT
Uu+H2tGOWeWVCTdo9tP2xhvmBV6+YMpdrKp0kd4hQKujdTFQ9tS7OT4BvqmGDS2R7mCqNHr2UMTn
Q5uN2rePr3j9caJN44KUkRcX5tV4pgPqsOam8akuE7P7x+sH/QfUdbffE1wZVcQMzRpLRR0K3fEp
pjsBACVYjvhxU4sGpC3ggsWQhWf67Joa3WVZok37OSqtcWOmpW6D5fKSr5NSDcmjFbmlc+gQFRk3
Zrt3r9Tls8ONiIgFuRRT11UOQKFOFiBgJT7psmrT49CmotLgT4C09r2mSo+xPoTJnVd3pYdCPC1j
vQikdMbdQK4BzvU+C0/sAlp9W7ptmTZAJnX1m5XU3pNFvRvct6nnCB4GHeXoIwjq6UtdgZzZSs/M
d57BLH8H0DV7zuZEE3s+GRUTu2XLOduMTTYSEKmkMBsDLQl1zAGNmb8vsI7bUqnzUmCzH7/b1TmK
qQoDBiVbzhK0nJg6L6eLjmzkOmo9795BfP67ch0LoWkC+k4zw0+qwtvyexolFGli4d16Haut9PvF
sZzhgqEJw5tZXdxzpmiGy+zeDxzUWIjbdMBVQMav+OXEZRq9cKTKHYhknvaTkpGVvDRgBOxfljsk
BEhAYeoDW9G1n+Bf2lb6QnOmJwOpfq/daWk2pS+UApGr+Lmb990YxFalfOUjnWE1WWERPYZ1rCYb
QJQuWY4znq8djojM+xppsffkhrPRMKqZ5CRFA/hG7Om88hHobJkdmlHWv0ZtRD5x47T1/swvR+nS
HOJzw+9HJ2P9WGYr5WusVOt+7KqiBG8AGdF71Ky62yJpqZudwcl+bxWpyPaxpRSvpsJcSe/Yteq5
Aj+FpP93LWM7uVPpoiW+IBxY+e7JGlNAShFM7ByICfpGqyjFpEEhU7X7PEq3bpVtSf+THYjAg4ZV
r8hZbC03Nes9HoCo2ODI8+wfVsHB/lmrR7d8cLMkajZOkza8QcudgHWOaWIepYFb9JlmpzA+ZSCf
+1OL6RaZRzzOVTBoyWRtTZQYHAaKStcQpLiz2EuhhsMz0Eweq+n0zlkWsCMePSdLPwvUk8gTRnuS
FaSEqg6/lSnNLBYsKgyE97qZmb7aoQHsouHLUV5QkVLia8WYgnOu8U6EJuoccGHeBLVQKJX8kySZ
C9iw4sj09eNP6/1UvH6PDg0KrLtkRiBwvvy2kly1gKd02n1eLX1VO5PuT7arUf42N7rI3zQ3FbHf
auG8hQo9JdspXmyuvcMHsOkcLY6kL8Op0R/YaGfak3xXZqeyNV4iKPwLia6AmvejTKzeeY7ijKXW
UofaYFWf4/61anInfqvjXm4FTqXQ23p1Y3qB16as/m40j88epaoErwRSgipm63njsPKX2YXfRCik
jareBWNw+QTwEbm5W3jTvY0mssFS5HWfDMU0uge+OV29N2WPmcDru6R5SFt1ToYbP+B6J2YQ2bo0
1CkIWVcuCpo/Iy3vXrvvbAruD1mrRg/S7FowAnmoUlJIC9BYMJVnufv47S87+cuXzwYMD8WyHQPY
t2ZFxHlJWb4r0xO4yiHD4K+I86jnhNapVuXcmEnXjntmUgrcQAswtJmMt3U5rLVUaZCW6t5rUdFL
jkJuZESHkBBrAsGNQZSvXU0MQjAYQ5UFgKQUi4lQUbRdoba622zybmqG+3pKx71Lxpfpq3OU9mdR
iVw/MlyHIgfyK9roxmO6fkGMigUwT1OceIc1KkDVMjeNk165xxXpanuIhipezJkYqM8lLgcWA6v/
qnXMlzcu/Jf3g7+FRwW+jz/X5gO6ROWotGlycuO0G5FWUjt4UbsIRjfaodHqb7WEr78FuvAAidhF
4bpkWr/8FlAZdXWcJumpJcibsFQVIvmmZwsdfmI37SZPrhpqFSLOJv7VkR/UnD8ekMu3thqQC8UM
qMECBaKMd3l9TlhOCnvBu687kd6N4XLoZ1pVzx0NlAc9D+f+xt7ivRRxeUnyKhaSAkgkvu11TAF9
4rwq1MjhtKs5AKZGWg9nrHqyuVfUUtavedQmTZCNElVqDJoOiY2wYveTFk3FdzvSohBcdQ9Y+xlX
KoRXXZ0K+1az9C/bWwuIOpohGthQMtbVXFUZnMqzZXSqvZC9oz8pfTa/9UPbPSoTJBRfFgk+mGxp
32d5XD0toU8LhrkNtadYVK2IdniJlPZkt9gEfFsvYuXRE7mN5GDCTndQRsP6pYSaIpNNxzsQu8gp
+uhGdeH6W7JMlEH4EOi7gVJYhvy/DvOiq6u5ob99KkdNu0ujFKVQryaxckjiHDG1rxisilvcmqK6
5Sx/J1Gs3rXFOsepd9Eb4Fy7vHhcxtLVlMS5H9J0fLVc5H7CR/GP6tiphojZY25Vl+CfNgyX/HFq
+4GhwmX2gQmFTdCjU5meJ8DWktW7E8XP2UQR+JLSXZ2/kqTQIXRUEq/8XteTcbDsrI9CwKvxcpRv
I/BaW8+lZBOMcyEQGDtO3WybwVPGU61hBHmTtVIl8ike4qaR21jpUxH5U5WV9JuG3hbOaTToAX/p
STw4QourzF1TQNDzmbQX6TSBYY0PmVT85DPtOMlgUbSDiCr3j8FQozHfVW5jMHt9/NleVWj4bpZa
/2JoQBy+niCd1KmQ99XUOexZHYLM1QngkLpSfIsiYJwBQim4UDutQsp0l5SO+JmWmql0x49/xl/G
FuqhpY1Go4eOx6rhkAGcXuoB0clltiw2itdwMnDjWUVX3ZjDfm5sd5NJCwz0f74wNjjGM1IPBGJr
uRSkTI4iEZEX6Au6jC088Q2yj0t+giLRFRZFesIYc+tc9E4VWo1nNt901ZgVTOMqxs6JC3axfTjf
L8puxwlk2ttyN8E8zf0yd/vf6lilod8DjvfuQtOdH2QrRLsNm8FU0LSbQJWHJHXv03Rytz27PGcp
6WnhbvYAs+Pt9wqw3ypszm9hlgEDa5piah7YuGruIaQUMd3H3pTa9/1k9e3PfCJ24FFx4F99nmsz
+9mPNRUTpR5AwlghRO1hS48BxP6mMbNQ9BvoVLewt++L1OVTWci8bGhZw/Az66thsDQOHEOoHoLq
MsUETSdfbow2E9PnGlDNV75YtgiAObwvnAvK78DOe3fcYAKeG+TRNCnEXohU+QcZLcTaj4fKX34d
049BLRHe9GKlWBcRezQHcejiBM67Ga8eUIshPppawhnDmzPX2Uda2TwMcWeHL3o1FmywCQxJaqhE
mA2/eHiAjQ2Qq8T82U+VTMz/PJip/bLVwaqFV4zv6HKSbB0quyP+1VNvDemd6qbYLaSkvhIdzZaB
siemmVhaE5m1kDf2iNfr/3KctJHj6Qv2Yq0IGaZ2zno49mRRNO4fUmiQcToyOSA86NAo2VVi3thi
XVe7CduknMsG3F2CE9Y2Gt1JKz0N9eJkjfjs77s8TOyDFw7uXibijLNk/pPBT/OBB09fbDkga64H
rzyrgAOrGxPYWhv8/sip47FJxmt5XWFGsOpWet60p3TulSkJUEGr/YZSmztCj7FGzfxkwTZ76mDj
KgGceis/d3Pdk6pDpxFXhj9gwI2JblARMT7X5dCbNuyDsFVemlwxwzOzkBIfG5Bh1WFhQMefZoRp
9q0ts331JpmE0YvDEV4cUuxgL0dRzqJZGHXSnCLhZumP1DBi8RlxsAtrnv7snYk4uQRZznwJUhVU
IaaGPBm+kvSe7RJbIbaDpUsDOKJQDheAnCn+BMypzvcQj754RnEvPqu07KBR5HP4I8x6J/JrXPT5
pqwK9yVxONn4tTYx3dP9DJ29JnLcC0A76sTMN1D1zeHOKrMER2AcjguuIGV70G5aop+KQ9iFhQsd
QbeiHzZ5Sv3GVDLV2tLYLUHhhDFH21lvyOuxLNEVj5GVGx79Zs/8EQ6ppty1o243n5V8tJd9mY3V
AU+Qi6hV05NDa8mEHmiGROPYMS5rXxvMtvUrle7zVptpqRxtgKbhIR41qIFWrrOtg2vqkMne0lz7
aWc03d+Dhquo8slux6+Q25mLXq4Z3Fz5ZsOGBxQQGxJW8sez2NVKC+1pOcKxa0ZUYa1bMhbkcYs8
meik2ELrfsVWj+8txOV5R1iSAiUtZtexyDBuzZ5XBxQuzNRO08ChtMwkcTms2riiF+IihZ7mRXZd
Wkp8aOxBr/+QxZA0d0mtVc5BwuYug4mp5Jc1CPv7nNeZbH11zLzpe2RxgqI7mNJZZHpJStEdM5tE
g7vI1Ail9Vtw179ilpBbIYhrxSOfN4Jj2mrvUna6hSuJgj5ms1HoIj15CsWPvZZOzsaYLFwahgxP
dGsAs5MtTDx2mA/5vqCAEgdmqhk+tTCHTAxY6jeKD9fzH7+J3RvmaiYcoGar6R4YhtrKvChOjPl2
IvPFNFM0x6V0Tk2E6Sggm4V1mvwQY9dEtfwlnND7jjmMDE7FKIfu68dD6+rMiy0VsOGSTbmcQNeN
6qh12MUgHD2ZdlVSBkgLskrixnGPqs3O+eOLvftPL/YKXI1jD9RspFB0LFarcc5mIc+6ksyBzK1i
IME1cUUEfqgZWkCCFQOKlgn+zdLMZdwHUzfwCDYujDXUFEWk1P0nDR+GuGejHQFEJRvAg9dsUqoY
fLeM5iK+8QlcfQEuTWb6kNglMWSy5b78AoCN0qXrBuvkjJDduqx0nt28naSv47N8xrqO6a1AW/wk
+ti50QE1l//4xeOibbfItxD1YOlllVpdnPwgglI848SAcUV2VBqt+tqaakmYzuBGJJS0jhHT5hcV
3hN9ayVNaoX+OEnSbBxcdbg4eR24Gum2qX5MDMivuHWn8qHKh0yeF+TPtMfQmIPWIAhLDyRU5PNQ
9yMlZpDhRhy4itfNGaidLJmeVVUx3bdMk9lvMxMJIU960meBVhhTHOh00b8keLVGf4It52xJ+sZ+
SMpQ690LdSx1kr36xsNBhOA8Qcxj6rWVbphhFG0zqaqIvutdKU9DGqNQ8HN0iUYXRCQ9nEdDw+t7
YzSup1VmBmYFDaCGQ7cBttzl4zUGVJe5Oos7cuvz55YH9qnS25ngndlR96iiu894VUnWspZoJQ5d
95PVFTscfuVBrQisYrpu95MptbtBtcZT2mkDc4dLitHHv/Tqh5oq/1tOHWzS2MWupuEYOHSKeVze
4Zq3Dm6eJ/+UVLcPE36lbaWr5VOe/UciF7PfolyxaCkCWuX6q2tSMyiHsFGGu7yGWJCMVR+Eqi4C
3P3DQWM34ieG098Y8evZiKkBDR16TDZllIedVUGqSiu8127dHYQ5F18sB4qgH9MtaP1GpYR/YwAs
7/ffn9f71ZiKSICnDIwy/vL9O62n0MJTu0NFICOFL5GofgexqtpM2hgzPj2YVf/1VXKHS0kEQQOD
jrSQy2tGej/UNZkxB7T31jeYTHLeVG6UiUcTYRphV4rMvxQtW6wbF/7bo2Uh5HyGxGRRhF1eGPKC
R8a91h3KtpEbZ7DKeYfdO2l8JBTOrXiLq0dL9ZVeKpwkBHH4TVaflrTRIAkOu8fCHOPNmNnp1isA
K5H5/UtW7O8//kDeaw0Xr5LrYbbgguiglhDUy7vrCm/ALzrbBwk0OydtqZ6iDtXyIrb/hI/MHAKn
m+35yU6m6k5mSmWfciJLqk91ITlo17MW/SArRU9AcykKVLXWQC2S4gBUNrqdWt9dLVd/1kxo41af
AD1t7KFMv4gUj9qW9c7zDokr9DMAMUCXmQAXcBLSs4eDl+RF/OJNM/isnWhDnNpbBpwZviVRYWk/
Y/rAA8N8KNt5CGq1a/M3Sd0Jq3sdWdiPi9SqY5iVJbU7IZKwDequ6N50cHLJvQq7Ld8R/OJE3zLO
ud2xQY61qUlKi44E0PV1YJiTxXTOJKufBjbAW+Ei2wpkbSCQ1AenL2vUDobGyUfEeMfFFAlkyk7f
yy9O6mXl749f1l/GBvVAj5qRx8ZSXafHKprJGQgSwHEqI23+osephoSsUH8Po5y7x3zK9Bsf+tXY
p4+9ICMo3LCVsdboey/p2eZZeXLMpJY/Ih7V5A6ZovpDSdqk3H58e+sdA7Eq/+9bGHC62TWsvvCi
LFsKBxPyHsI5DYoJ1AsB448bNyTMFBVmtRUNYCvfU4pbjpa/3CjqooXmCXaEw/Vqt2IlgxsW2J/5
yMcQ2YWu3kVaZTyYs96/fXyb670Jt7nYMl0U12xPIEZefnE5kXIc0qR9YB0Z/FovU4JIyDNLb7y7
v1zHRdBMr27ZOTprIKjmNYCdy8Q9RLASzG+92g/WXSFNtbs1Q16tsoBMAG3g0COqgKlkNUMmiU6s
BWE9B9Tj4RPN1+GzGrlANApRzYTV5jTLvKHPbzRhVuPlXbzJ0KQEBOKYE/zqshpn9U72o3GuUi/a
5hl5nrZRE18qDaM64JnPhc85xvmjiNg8fPwS1xvy94tTCl1Uo5iSiGG9fIsmIMCsaUL9rHmgtLCB
e1lYB4079/I4QX41nps+HfajUxkEbymWePCw5OaEClvqfRTP7rSNrHawKJ4TnPiQNv3wlGXC1Tcf
/9DVnPH+Oz36RpxC0QRSrLr8nVpEhA8h79pZTo76VRdhmgZZM3YBk3UuNtKVyfPHV7x+LZS16f0s
i/SCqFpdkfqbitRB6mcCyuboqRNT8xLrSj5tRqfXWtxiqvYdeHAcHQ2nMb9+fPVlvfrXesb94hOl
IcifS2V9XSab2t6o6AHo525hnzejZr05odUHigA3pxDgucGs6u2anC59o9jzjXFx/bgp5FJU5gS9
8Ku81c6IuzRRi8/GOaoIoenLikBMq9BfPDDAWlC5ZjvfmDVXM9f7DfMH1CKO7YBvVgMRImTnETJv
nkPCecYgc8z+RSlTig5mUuufPn66qy/9/xej7YrliofMse5yNBHcp+pNJaxzO1EbfhydVvkDHAK2
sW2o4wOpcjF7sPa/OzSgYrsafzn439z1PfJIU6VgrJ3pU2S/FAUZREARx7kzAVTe6lb87R5R0C5s
Js1b+FOX96jDnhhadG9nekXsbtNRUc52H6pPIDXR58V4uzZl0403Go7X1jrG7OLZX0T+Nlvr1fKn
x4kt9TI0z1U0e8QkmIisZdc5VWAlxrgRomj+aaDKYDlXyKKdrWiL20v//vEb/vvPIJtr4X0xn2ur
V6yUkI9GxTHPvaFokM+MbGfDeIYuFgnlXmtj+85Op+ptihP3EZlSiM00uWU/WFd7loGG+ILVUeMz
teklX74EMtHbsmYl5SU0XX3UJvA+e5gZEbqbKIGf2SPJ+jRnoy1wuWSQWbxhmJcJJc4PuJLr6cZi
85cPGzQc6zVdYTCiaxO+KU2RZzIzz3WRIQWTSbwDua1vU8fLTm1YyRvz9vVnDQCOXRDocq5KD+by
AcQp/h0yd8NPc43TwG9kUX1Tc1TtghKFvDGHXE+a7ET4vkzA8+xL1iupF2axUulVdtbGSnRPrUxn
Yz82Q78xbCUm+tJNemcj4rr+bhMY9OqpPVirG0eR6++OhhCnESZvKnxXFvSWAqNSWlN5Lrum+MXv
6YJ0GAwZZOX/KDuP5UiZbQs/ERF4M4UyKnmV1EY9IVptEg8JiX3689Fn8quqQxU9uoPz305BAblz
77W+VfrLPo6FeZPH5Pp8/MCf/bB8p3naV3AmHSM85+9vtMGmNIgRpgPKianaMYsNcVJDBVVNt2sY
dl+4zPP1QEegmF0F5QhaT3urNQj/GVFo/FTnUxIflNVXL3aDvAwmkujUNren5d+mVcjXWZIbuvZA
+IKeFtYV0H9ATH7w1Dmq6Q914KR7WXhkBTdONY17fXHt/MJtPe0h/1l09UxzluXJOrPWJC7DkqIu
xbEwTEG2DyFm7VdwTP7yMnWTnW3ajhL12pRBcUcDASPxHBAyuxK6y+kglWzldhjdRLvwYp0964CL
SIDgEIVKFm3JSXkSJLPT4CYLnkpP9Z/ylpgsyE4+cCGO9PbDIHNOq0w1i6dqKCsO3156wWD2lycA
AztSLR37MGOJk79gMEpZW/MsjgO5W9emSM3XuAar6atW5FFuFOLSqHT9F98VRVwz7IyVwosQFmbo
+2d8iokCgPIRPEFSX7Sb2irKQ9H4Pm/zRMx37i+NvUlSbD0RbQIGTB+/YmffMhtGADwHzjq42RjX
vl++MAaE9GC1jgkqn2w35l6x75pcJHuHwdGF9+v8Wsm9Xa9zFe44TNjfLzZYKq3iUebHTNPUoUF0
/bI40vqGRe9rACBuB1MThTrEIZA8H1/n+d65/qZgQ6nD0AzZp2tbNfBdD0ToMYOA8xngr70n7Us/
qFFrX93EqQHXIVdQsYYuZ6zS3xOIqgsv+19evJUETLcMR/hKzzwpCCuXIB8Q7N6T1ZEq2jIQVuo5
nYTmPDAPAAwALp3qJcVAvwbFTlp8ZWtVPoWGHLOKeKbEvG1Hc1kuPPZ/ztDvn0JwHogKMED8ac6f
PAaVqs1q8POAKo6tfUvYtiM3oPe8ISxafSbWnNThmNRoofc3vtulMiI7p9smyMnElU9KC2CvbIyz
CExHBmqunsovpJr51jUeHs2mOT7Dw82YCOx6L5h+04MeHhU8+eVILmAzRoylZLNNsCu8Xfjl1/7q
6bVBiAkMvq8m29jJTc+yfDE8NfCGub7WErFneZELmZdOkqcwyKcC8L9hw2wAL3NTzCaODa/Nbz19
uJRFcbaP2u7aPkQq6NqwGk573j3bjudik35CwOUwHi4s8Vm4RuttO30UQ1j6PmIt4bbZ88c34S8L
s6nRocL7xlnktOHgQsWvYz5BT4HTGiS0YNv4yhQgH/YAwglay5fhJRGJdqnJf/55oSLTGTUx6yW7
/rRJxYeA3NxiEkelHKOEhm/ICIm0NMhjnbILjfbzynTN24DaSpuDQ55+esLzG6RJAyTxY18U4hea
nC7fqyGz1MOojYGznQEDrREwLhLGEv1p/QxGTWs2lpFLa9PpUrvwXv3tq8NxZd3O/kgYTg8OmhDK
loObHNOx8j417Ob3fa1jxDIsAKcAz2XI8HA6lKUdY5DRhgm9XaL2H//6f5hiJ6/AHx7G6qmlQXYq
AkaQC6lJieBp1PqqOdiptvghgQwmkUAYFZdtmdYDHL00b0EnDp7zVTgdqMPGLrL+aqq1Kv4UW7OK
Q80uyCNGXp2gn5beg0lo1iOuqKQMC9pYMornqXqeSVNwIvLYHXUPj2tOw94uxd0ikuKX11N40Oyu
rNs2gOq6E7mVpc++nvZJhGbDB9LoAM5igpADlAZ8HLvXhtEWW6dH/rhLGi2do1iis9g7tdL2feHD
S3diePs4dfU42IC8qdMfmZFIWuc9GTt5NltZ1A0890SLdB0xlI7RJeGqpESvE4yZHlLfVo8Iw4f5
VmGTGzd9rSXyWjcW3fpuOYU9X3fKNuftRCYXsRmJX6MMTOXyQNyn9a0JKgOvTp6lnz7+8f6c6k5/
PMjX7BzA23AYnFTBQ18Xjind+EnZ1fxzrka57BNfc10EaX1qRzWZDbhFZgyCYdn5Zf9mspUJAtKD
stjlnWqHsB2kurdBs4pw8Ov+BwRKmUZ5XHfNhYLiz8zl5M9dJQAGZ37OC/zJ7zf5tJrwcIhAe0qW
qhw2uDRxF9UinnXWdpLkZjCHQj4I1en+XkNS1RLKM3KS6cp4sMMGJiqHqna0BhlqU6/bWx7tntFS
l4lwGS3jbYl1ngOr0Jvvxpjlz16pZ/YWvqc+bQwFc2yL+bh8cBqS3LcaEhcW7kpMbOBCTclTPuQ2
/wcoy6GQ3K+wSYZZbhXihUvv/1rRnN4MHL+cEZFYrnv/+5uh05Ah2yiIn5hkW/p3NjqCRkIMjYlg
RDU39teK4RghweNc6fcYf4PrINW1+hoDlD46UTwQk1rT9bl0hj0vdFFskI+FOo9PMyeB93+Yqzy7
dmerOuYM0NsHq02W1wybSnqPzti5wsfTXdiHz1ekG0vbjcKeASxuhPcrJpOlEGME5REblakT4cPc
dS69oQ1FNzNiqi8pav+2IAwgPndMJ+lFr//7f2TiKKVo9sddcyzd0b9iBySOZe4ZMzcInYy93sVN
d/Xxu3q+zdJKR0TLPv63znMhtDJYjL45QhHvnNAmEL0rrMWI+rLKIqsvQS22DLcuLHt+bqK+WcdO
dP2gl5+WFSUOD99Jveo4BjL27lPgy3WUBZP8SSgRJmRG8EsAOHmd/C7kIrtowcy+7cOPr/4vN5w3
ntMbIxjIeMHJMzV4Q2q2VDBHIGAE03QI3fgeJq+ujcu6lnVzoZz+y3qYXBnVQPVk9nZ6dlGTGDU4
Tu2xJiJoX9bxt6BC1oUbqduTU5gcP768v2zmXBqjWB4bOINngZkVyKFxni15jEkjMHbZnOCh8WGR
xxTJ1rxrqTeSLTWOYd4M9JPZlIa6SI8Yo1R+4aj8t2vH0MPn8Y/U6Q894z8Ptw4EhZyIoT2KOB73
wlyaWys3rAUDZ/1Aai5K4I+v/s90+/2nbLX2UUPyFsPVOuVxMLGyQRf0KDBTm3DMONGdNxpkU3C1
NB699KztW59MBsHSOjlCSAwxkD7oQAKrkHp3VAixpA8lW680C6K74eFEh1dJEKGdc8SWlk2wrqj0
KtL7BXlEz2ckweLVW6/WUOfDLml1jISjD3Ea6WXdOY/B5F1KOf/LO7wqJxi4ox3mdVpL2v/c2cDO
NGtyVXGUbV+86Enh7rAvYwXIrPG6aZb8wL53+Pjm/uVgyDhk9ZRQKrq42042zRIzddXGi3e0gXoe
+TlRM5iT9U2Orbl3tS77wkRZ7ZKg504L4TbX0jA0M4oRMpXkFhrzP79bTIlMwnnYs1Zy5nqX/nMX
5kClXgcA8ihSIyd8eSaXuCR4a0JX6pu3TQ7G7kLlcP5Ir+1kvDUMMNBTnzlr0mbMsyH3jgWWFQ28
OvRWbsL8Kc0AdeDmbKcLpdX56YQVLZIR14bfSsd9f5EjgSno3lgxj5flNUmVHRXLkrphK6th+/FP
jJmCf+3dCwS2GXrRuv/x2eI6368WO7mkyEsCvtLe0n9PbAXcA/M9guI32jDd1O0EdtYBYKVKTbL6
xhwitUh6YX/izS6Cr8DktE4PeaPkfAN0VCNDIe6y4sqp3UL/xfvWuRBvssHf1Dlauu/KjEn9dOIF
YVpGom97hb1dXE86IYRoRRX1FjD16aBP4BZehLKEfb9CmPOwcfCscSOMrLe+06DCB3E9mc1MnT/Q
vis2CKy0+ZpsDvPOFGXn9BG8Jh32vu30JifKOTA/aZzR2AiaZHrhjDssRCDapG86pRXvyMQhCRo/
Z5+HWhZ7X7zBGu7Xgj6/atGm7JxxStRGZnR+NyPvYwH3B2FkKDR9SuZoJLFQ/4TbU+lhTskZR83Y
Lk++JgNvWzjB8JbYRFtufKfWH0o16s/G5BizGzqVPcSHLKub+NZNhI9cNjWcp9KPuwoWYGF8caq8
m5GBG/FjVk+4F0sM8u2mtpT5i3rUsT5XvIb1TS0cklrx0Mm3hbyQ721P+2zf60Z3w/usQZABGrGE
eV7P6UtbM3C1SFX/SiakfEptIeeIOVJ8LHMaUqBV8zwqB9p0m1oW3Q1A1TqLUjl5Rxd8/+dYjMNL
7uXxjyEPjCKk+16Vh8EU4msTlMEvWpNGvIVgLcUzRvrFisqcc0BYQG+wIvJ6VHFfWUM83mf6WL/B
vOEUNRsZ7V9pBQns/4LkEUgeJhlcM/3CZpMGna7AzFfd24JLxL9JjCSTpNX5RBCRHhYkOw6Jwr7z
l1gFT+gQiAPQ9NK98c15/ES7s852GLGrG8o0P4hal7gOdoUEDsuczvLJXSqltniThAqzzG2ItKc2
944egWNeqIO1+eZ4Xv29b8wxv+eiks0yD36/XZDOX6NvLs3QHvV+fJ59fHKbZSGwftvGufzVxNAw
Kff0cYnq2OuLTz3TQ5OwhBoAvj10hvdCSnf8Ntocb59x407Dja/nmoy8po+TfVKSWUtDZh7aTSzr
eYkaPJ62wlLgKB5zpm3fW8U4JOoYHpbbjIjI9fUShAGnqTKmTc+4nWC9KTE4iwUNDOx0FShGmS5h
jbvmYHwdKhIPXo1G2uaDgFndP1vc/q90cOrhzU48sjRDMgjM+pCIYrzVB6Otv4kRle4To9gFTNXY
EppIxnjn/eg7kY2/uyS13fsOAuayK2EbzGHj+uq61tNgClfLhsVPBKvUybvgobHj1rnJRatPuFYG
bHZzS+x2NM4jp6ZNTGLIPbBDp7zmPyy2ipCNyY1gK9KeLKiVVuQztcKVH3Pi/Fw6eUJooN6oQ7HI
kVpTqXkJC9SPeuiIcvE282JL7whFT9T8vnnnb7RS74ZItXJ8aJdlMQ4cf7S9O2ROsMdziiZNCZf8
lrSf02FXBYp0RFMWM/hhaBbi4C6o0F4Guwnae643rj9lGDM5TRYtZDxDmu4jnghhbO1Slb+URoDM
ha3yrGBg10bGsYoaGLszBH//XbdolzQkUc8Ia0znKQY9muMPiWHBDdgZru0FY9Y+LuL8kqDhbPti
UIXcF2IY5TZ63/V//88ejQhN+AMHvKNbVNrPvBYvipZFujEJAesulH9nm7MD3pxjItO/9fx2mpio
2yQwYU7xgVMM9a5ulvIt4Wgjw3h2nKOp2vlCgXtebTOQcBi5c2XY5RFRvL+6hc4SwDCTQBkYz1vQ
oPp9OtXVT3whxr3RdtO17nbW3licYY7gT8UynAb768e79unJiiE3khV6l3zVaY2fqqlTppwlfqHy
2Zyt2gythimY0dfpm1YX2a7VM45SC8l1E1EpI/zGtuz/eSSFj4E0IXrXOMuCMy9dWSP+JEeseMaN
K+OdnpnTL63omVLkLRvvNSmk5oXz5Hkj1YEsSEHKFXOg5bzz/t6TQgdZi6/EsbPSOiwcwl4yT4o7
2Ulqg6AxmvuRVHF/M3dF99bUcRXS7p5Rldk0e/+1LuT9WmHrnHUoRrHYvf9jAKXRMTSr6eiPwDLn
zFARRAMFusFR3lOgtEv+8r+8V8wAOd+hFUJVcKrzRTHtLUVvzUenKfA/y8S5Kq18/DyrOr5kyj/9
eKwPGAN+2iErRxJX/vuLczNfi4Uv6ufeaU2xCSwVQI+UxHEGXqZuk75tHxlAlr8+fq59/tn/1qIs
axvYBBjqU+Xj03y/bDI20OBas3n2MYnFD3FV8TzxInZfFisR+0YMtdiUFeetO4sYoS8fr356g9fV
1ygKXmzkb8x8369OdRcPDfDFZ5pAMOLLqvaewI4NB7cbCKn5eLHTLxeJfbS4kI5SkQOIt06KfG/J
M8vF+vRsjkqfiHHCio9ukYxR5mjmmy2aJLmw5Nk4jVE+x3LiArG/gsk/7YGishzhBATypdQskM/h
CuSySECqPChEuSzFFerI0fhc6xO1OvX8EmwQzFhvtTAZfba+MOYITpYHMSfR9SEUU+ZnO7S25q1j
xS4brCW0LkpK8HCcsIdgB/cKEH9tEfr8U9fE9GVGWf5aQJ5znz++oeePLBcH5oaD06o7PvUz9Fmc
jpxl1IsSU3lctYq3LeeDl1xNc6RNnXszpXny++NFz0SdLMgEaXWq0+0BRrE+0f/Z7Mpe+M3iV/UL
ueNgkcoWrlXUe6m4EU7vOYeEFO8N4ZQltuy5dbxr32gIfeq01trD2x4arL/93Ow5zk5XwUyVc2XO
mpqOH/+d62b//sVayah8qKhugSKeNutTB0FMLjvzeW6rBk4yvRK1t/CIXfgonr9CrBNwWzmD02o8
BeEaqhb0my3zeZBdNu+qxfvpoDhLI2PQGXL8+0XxMeR6OMLy8p6+r2Xe2B1MtWet0sisykWVHDzS
suYL+87fLuq/65yckJGwZ8WoE63BWUD6WFXQIYRwUeZ4w9QHIdnHl/W35SBb6xaSQpw5p8M5Qpu8
ZvIX6zll+k3J1qQ3jpMWP/Qkry71Rs+fCxrfKMvX7y5LnsoP0qxSXpKanDTifHwdtSZ2w4Gu5qd/
vSS6+qsJZ30/8SKcbCdS6oBdmSG/iEkapMH2amHbZNYWpVlrvn282NkmsgJYVsoPg12dEuXky+oC
JDV88hdfrDrv201SVsEbBz945H5vz7eoxNIXJ82a3wtmrPHCC3D2FVoXR4CIg5ipL/v1++8BYgFr
yelHvHBqIjEwwEVtYe/zgzCLRRHvVZNXByN2l8O/XzRYASpgxHCr2fX9uvhhMCTiL31JVBszyiHx
Z1t5vXhZCFB+qeH40pvodTcNbUe6/7yZIWCgjYJiDMgdmtuT1T0y7jSrkbipMpql1pjjXZsq7bvd
yebQJ92lntzZK7KuR2nNQ4u4F77R+6tF2xknJbLCF8DKvnadjEbZ7KY+LlDPAMMINh/f3LO3BJTY
Kr1aiVXkapzivUwXACelFwmgrVAlnZPS/hkszaUIrjO2NMP4VW23FpZYJK3TktK2k4J9tpxf/JT2
yDciwS0ou9IXpNy1Q3/nFnTSrszeDeKtxeCKHuvoSin3lRPM14WXOkVYuGO3XMWpo4CwOg3wExJ3
uzHh1Du3y7V0ZdG++H7SXNW63hqEi2l9GeXDQsYqXBtO9aGqONGrPa58+AGE07kE3rfZ9yTtIDN8
fGfPfkgYquwYHhX9KpI4nZW0VHKegjfwsriahxpj8r4a5E7updtfAnCcL4WZn3YqoUXY+oF4v39m
xsUUGPGS9gWutnpJkjwwozHtjiT7Of3u48s6r7T+4OkxJZF7wtnoD0PiP2UBetuUo6PZvvSrFW0f
T11x5Y12YEXQTVT7O9BV1q36lsXZJ1bfPKP4X+ibLxPNDiPuSvgO1bIk1UbvPO1p1ktpRp7sJkQD
g7AJHbTF8iMTPpMIYiTN3w7V2hWzg7nZaQokEJjopJMPEn9NeUHPcvZ9XcMuAOCshgnK5FOKCq94
m6du2b8YXjdA8iMqBZp90z9OZlt/mU2v2dpkYu8zus4XHpezonn99TAR8ybSIT+r0I2glCImjPGl
SejlARFsGJwTNGv3UZvqstuXiVguxS+cfdLXt5HhIcYhXlCEUu8fnF76bJKYlV8MafTTHshWhSal
ychaoFwb7yuiZXZFl//zVsK6jA9BKlANYMY5eWDb1hFparXDi2mRKB7yq+rXibUcfPw5rwPnY0KR
XfNSR+XsNVmrQ9xfjGt1jwrupNgZkqnNFECjl6qnp0mgFzKOMBi0otzFo1c024/flLMzPTNLD/EI
YDw2Dz7rJ1eJ1ghVWzUnn2a06jepZBRtJGN2S6fvLm3rvWunxsNKN72nUedc9VzyvWzH7t+eLLYu
4FbsXsy5kDvTMXv/I4NHSRynYQTulZQVO2/mkLoLTCAIRUfAbOQCuK3/ra78s6bNVImEJsoUpADv
1wREWMI5jjUSsPxMYYVB2Youq03u57L/9vF9PvlZWYvxP1klLkLyPyfP92t50pEFGbcB0GW9+zFO
ZbztAaATjuPN+uO/rkWKJTdytSKw4unRthSF5gtvTK792AH1O0wODHG4yu1GNT56ro9XO/kmcGWY
QCl9cFrzniBUfH9lKzjRhYweH5oisK+KYO4e9WyWG7KG/I1plt2/xU2s67FpIUqm7/Dn7Pd+PRNE
np0Hwj04QRF8HvQaRE2qyKtyenbKf7421mKqz4kKkYpzcm2GiaV76RfnUEnnc+pL45Etu7vGcTpG
rTMO+4+XWx/y/5wS/39p3Em2LGoqCp73l5Yr0UMyI7wjRw2yAVJkh5qj11urz40w1rX5Ki3VgnYq
KPZxYJW7j5c//Rb8WZ/POjcWvwydtZMysnShtGmq8A8k8CaviS+LG1FN+iuthPLVHzTFRDEw88hy
Kv+2tPV5HyMsvS4XW7/wp5zscf//S5i+0odyV3LmydHSsRgqT/SwDxVc5o3TL/MPYBrergWE+ECr
L0edBUr4Kofn+uvju3D+pmLABZHOlhMggTqlqC2MJToKOfegYQi/RvNHtnhSps9eLS/5itff8/T3
Zj/lgdbBJBDy8f73LnHxcDBiqaaym93Yp/WGzY7AWzI89u6Mzv/jSzvZSf/cVfxx3Fc0gxwT1kv/
T1UEcK118tngcTZm26KFmXU3PmGlkdHp7aadmQpH3NX2wrLnl8nUlzw+Og+rruzUr4MUB95JPNkH
L02SrwyrytBd+mk3WZ0eQco0LhwXzi8THAM1LQYKqlo6zO8vM1gYdWlitA5DYZNqPabmJrATdYzj
KnZCyTnwUetNxksf393zB4dlOcwzE+BK0cy/X1ZUsb5+b20+hEO6N4R0Dn5HJUjeofv08VJ/u0JU
Pj4tJfYtpBHvl+JoG3eDKu3DLFv9d8fE8kuc0RIi4t5dppDm3HJH7mg9/eudpR3CARsMJWXYGnP0
fl3oijKG/B8cXHRUd9IEGRRVWuDcqnI2bjUksFHru+mFffrs+VlX5VC2Stkwu51erYdqqCv7wccG
ZXuPwlMAkkzsUd9tG3hUWOa2f2HFs58SBoTOw8q6fH/48L+/zolA4tifTOeQebNJRkpVJlfprMdh
UjT6pTKEBh3/3PvvAFzE//ycJzUfsxyTvJcOZKZrjcfSwRByaFoXCAzGozEIpzbIgxApeOvcI+tt
9DevTDocV5anDno1TDGU99QBSjCYI4APVBZuG5kLXVNg+Rydw67KynlbOqo9epVZf/cbx34V2apn
tvRZf2HrnrrIBDys4X4WI/NW4dT9o26VcbldhriUX0xoaPPtWGqt/zjUMG23XhI0zpU9y6rdzHYc
m18R9adDZPs8m9eLWXvFzhp6vd4MbbMMn5H+mdYzG5xB1EpJAkSooyAqwyov4k81gjCCQSuyfra1
YYjPVW1oYmOWaX/fWFXFuYwLvh9S12geEX97By2bJibAqVt423Sw5XNB6fXdM0vvWdnxQiyeFWhX
Yyus3ybxJ2+6M3RahJOvqhGsa2kWNgXUyVAR437gz7RRUjV9LrcgZNP+WvRd8jgupene+24JlaHF
Av/gpbo4YmHJXytKRVAp3L7Qs9vgOosdlUQWmQJ1BJrQLz8ZRoX4esxH+yuo0JampWEscivmWFl7
v6+YrpeT9qOVdmFuR006xmaxQAyE/P/1N0DAfWCdZRuE6NyK5ib15iAuwiS3hjtvCBBNZDAC3Ts/
Zh4e0SbVCIRyE9O9S7KR27pA+H/uZSvifTnkyV1LDnMb6n4z/siFQ+oskpceQorQfmSeQV4L2q/i
VRQZ1CUUBK3Un7SiAajsFGVRPHIotLW33JLLdVcKP3gbg7zMdlNiynIzDBri0lE2U3CtNZ1+S28Q
lUI3zxIhmpomoDgONo+HyiNQJizNprB3hluzw7a6Ue+dBNHZAxZ8lICDHFCho3kS+X6EVzxFqS9S
/UdjDFlzp3tg/LeSqY77uwtSkUQOiVj9Q10qa9kKq3R+gz2Fccd3o731Oii0zFhUZzgPsTOhk/Pd
pc53HlSwDXSWuP+sF+00G5GtLPtWeYyP+5DOuhwJZ5kn7Vcpg+XJJmBp+c5EoZ6rbRn35RuUiEy9
mnOsfW9Gxdsj8dAgW27iuS6I21ELDBvCdukhi7rta8UUJtHFs0wsr9rk2jwUN95c1STJ564+53y1
01yPFGqVLqTXnGvPvI1IOQuzHq5HjC1g2pOu9X7kytQ8evuD1+5IhlJzELKBJ1/yTKMxniPSW0dZ
yvmhk+0trwo1whkj5Qu9Hua1Z+UOi3U1gT19RJxpeNdupzUyqtO5+NXKVNrMSxqpbQlilQN/W1eo
L+ANR3VNbHJ55eUqAQw2O7V/I+p6lFfVYuB+Z0Mcm7CBcz3fFL20u5/0w9Lu56DZTfOY5A2jmIi8
g6G58pVTO5Fd9u2hIseB/tk8jHMIuBl+tBaMOqA0pTnNLX0Bu3jIx6nAT21Z80/ItcG0KVI+26Ao
51RDwg8iesudNbtHRsK2v4GaZ3xp27F6TB3N9Xei9ac6nM3aSUmKyzNejG7pnyuXHFYwmHXQhknT
9eKuW0OYgAEpMIoG0neTgTqNDoQwunfHMBa5sjvUaXDIwAx8qgBPu+HoCf6DwBq7sPdcgQ6t5lHZ
we4urlub3D3MDa55U2pr9EFZqQJhEMOnfFvE/ZRtZiX1z0G5aO1mJFYJ7lg69TQRvbQ8+FZLeKQi
M40ey7IAYSYn0rT3kngA+1ZK4X6rysl/AA/DdLSz+x7dTWEP2dYbuA9v7ZhNgvlFL4ZoGuoJ5iuY
SsDt7hRbYUs3S+wap+0FSZNtOkYCURNxeBz+f2mMwH+PhQjeJqSJL25rSSdaT7c1Cqdg+jn0GV8f
C+blTaZEclzcGnD8EIx8OIokCT5r2mAVBzPRM7mH6bQcMh5TZm1xHX+ZRCHRQPt9+m3KPf3OkxhQ
NtrS9HeJmfsiSpa5H7Z+r02HIOjqr4WG+DgcZ7Px0FVrCm9cYP1uNbMD0+l2Um7jsqEF1U9e+pOE
kYpOau3VwZqwWfARAkWvJaAI7GW3INAK9qQhwzZR7aAZEVYSfqSlU/lDkpCgCZDGnJ9MElUSdGJO
XzwEST59RgNZPGVpnC47LXBl/WBnUrOfLFtjaBhSNMfdYQKp/lvNa+ZVa+UyfyqmxbmZ1UjwrKbN
1bcmVtOrnkgn32GtDswdYNr2NlmHeQTyKvu+m3PXCMfexQk3rA2ovTQW99arEPWGHjKXl4Ie8C+g
fIY8TIs3AtGSHb+KDfieY7fhF1EP76GMLNKlip2shTaEsWoqxFsx9O4ra+DmhjlI6DugWrbNhmOX
d4Mzup/GuNGxl0onuGYwLpyN29lZeWhjOXYHi9Of2pKu2Ovbtg40YpmyHmlikXXy1kqHAtO/mybd
Jq1JT4ycjill6KbKGe8c4lUeRg71cpPpVafTUi1XwZzlprdFIIJp59eVa93aeBF/Zm2MijGB5E2Q
wFiqLARV0R390vZQwPppkW0nbeh/9X7ZvCoL9teWzq264lSrM+4paVqGceLkT2UaNz0Cc70YQkPL
e7wNAT/WHrtDf0QFR7AUJaDxMNeNR51FPPFrkJve8lAVto8CNSN1LzQ4t1Th1FHCsONUNeRXInu0
0M4N5fEZCowfnp1WI9T9Ud0pzW+/a0If81tLH7tfRkk3KVxqsgCe9bLApzS0lf/FcjrZRcZYDr8y
zZjyQ08MYnVlGk0sbvgvrCBqtC7xws5M+gefqXl24yfd+NMbBD7JxJWO+mzUKm+2omt1Wq9FaRlX
eFfXpKZlBnmZ2oYy9+niq6OT9FnKBXIu3HRW7PuEHMZtfMiR7d7PfYNmPGlzIwsVdbD1C5qESvf+
Ysb5RjbusA3qDplPjY7y18B+ona1P8EWH8WEwtPJRxfWpvDE18DuUP8x3jCzDc/zEESOcG0/NLH/
JYepLudsr+n+7IVtr8v0pjfmyqaBasXVVZGPyRbJuhPvC6+zPqeJXOqtIjGIWLV+pi4LgmV+hvk8
yX06UUZuyVZ1aTlRp4GT0ybHuyqDID9qqTZaO4ES0o+axfMfM2GgmaiQxd81gVWL686QyKet2bDz
qz4X/q8kqPDJQdMf3F05VVkdlUkSS/ZX32w3edPzqwd1UqlrfFM41xycHckXiUSoxSvZ4xiqEDdu
3JkCD3U+uo6rAlwEVXvjGuVdDAw63ssmJiQwreM0O+RgMXgRR/wfIT1HuM3VnCIYM0lmq4+u7Rjj
dcJDj4C5kvGLtyRaG5qaMHro00H9k7yjHPOIQynoeOw216MJB7ofC16API/h5BW4PcjSpNWKtVbv
i20XCLwVHarhBaHzQklXSBDroU1ONFmiXs9Dv3HTadDXhzor6ewLsa1sP9Hxodee8Yh/Ke/wo5VY
U/VAgcWanSS/yadl8jfT0uUPbm3W7U1ZmmrTgdMqybGpFe9v1yyTenFUH3Qbxl78Bd7ilJ+qkszN
F70x4jHCcKZ4AUysibux1WqylK0uMQ6c7nsjD6e6UdODiasnP5jOXAZhV0M+4AOeNDuhhnYUIRp7
5B8r9JEq2zMhyIOXibsvtd9OLZ0OfxAbYyiyelcQqRxsO9lrTznNdeubn/Avhw0mpTjCuOlqmwZ0
nvaoGtugNODL1Wz8tmFZ2ZtlfQcHt6NMKQvtKOtlfPHboEAiIHuVQ5AFyKi1iu+3T3EK3ElTVX3L
bMnMD7Y9oIQ3gppfrjbGub+H7+gFESKAZryzu5JyhkZjpj1SWVN6OUJW3jP5MtorVmor/raMsr1X
IOPVXuvApl2wJf6tq8BsiT4U7WNOwCcNDCenF9MrYR/QDV8vA0IsE6FsFPeavdPL+fdqlP0fZWfW
GycSReFfhMS+vNJ7tx0ncdpO8oKSjMO+FlAFv34+/BR3R25lFmk0MxINFLXce853du8XMl6LIpdH
X6D8AeVxUKj4Lt6etCUYlJaYPetAh8LL7iy8mNa6ZAPvYSWa0NubiQ8Uzki61jxGCdNQ2MjR3OeO
1plbkqxA8rrsSc5oQuJkEzOFeyH13PQ/ugy8BdeIkzu9QzC3BtvhfrGDwa7uYOEbvyiwVVtzSqbk
3nNyXl5P51NbD+MAoEpoHDY/N16WmidTyVIBWACLvpnsYuRhiDxbFXpdPfhyZFIMNdLh1Pe8weYQ
1rNv/6bZEtkHo0z8sw5ib7qrW+U8uz2ojrBiCfmNE41DYOBGWrrt7VkrOH35SE0UnYp2VZmCeJcJ
mjxugLrAQdXDTfJ3JDM2/TH1SLo7gHPS+y3lofk0udKstgY5gMYmmdz8PAX+kJwbLZrKNUdCAIn2
gJ+a1aGPbnQbrkq1gHHwBKF6oLVBqeRi1FBTExJkXnLUgsr+LIU13+VlatIanwtFmTr2fqGQ7HaJ
Gr68P3iuqzQ4ZtAfUZFCp4Pk5O3YiTnZk2pWZ8egd4++V0Yv0PsXyZtMb9mXr0pQIGzxPC0aM6QI
9qWuiuwipeP/cA8qpe039Xx7AGWnVdOVGAai4sYz/UslnutRvaQphsIXLejbW6NV39ALiJyD2wTp
3kzn7KM2S5K1i86dnsyO/CVPee3JTAdSRcfIYw84jI191PHwv7z/mK9eMHoaQix4yYDx0XpddAXY
FppBX6GlIwty3HfNYOJeICINBSmixJJZ/7sYzJ9ZEkXejXrj3y4ND4P3CxHCQWv+9jEYTVzTLtTd
gxUv+zqOL1u2Ct02oE/CVjWqhq8ej+nk5dq4ff+u//YKaANASiZ6B6Hoa0LOH8Vyy0b3UXqTe6Al
Ai2vai0vZGqIFgKBNqyoi5BkLCmvGKHRk6sbwmgEh9uzan6Ad1yoG7PzX4YgMEj+XFiNNBMvRrtl
ec0Yw445TPModo2sgnatKU0/DqpoUippmbplTvvL41/4k8Cv0FlT2L5oyooAVn9eS+cACtxcA2KI
d9IBEoyXJDmaxqR2oiM+yprt8vP7T/8vSxG6OOScfNuWzXz99sULGF95ruhUBH3vb4sozn5QeR2J
WQ+0w0Am6RKQMZf/PtzovNN6Xz49Prrlefz5ys0yipf6GSEmkBR+FEVgJdvRxKwmTU/Wa8op8crG
zgWFeJqDWwqZvz3upfPEHwbg3svLT5qaew/w6CHIMf1VsNdOvprkx1b2XrUSSRf9itNa7Ct28eWN
hfi6BA0mCmEHohg0e2iB3t56hd2voMDhHvKBSkOYtUxKKw7q5KoGQlZZmKH3XimTE5Obju49POni
n/snfMmYC2hYYxYPLue8ehitQCS+cwBRaKLWbeMDcqG73KvmGwqa6297gT0RdQC5FQiteUlMFJ6E
FDkzrwzUdMetVcEvZoX0KZyViV20d2NZYNfpCGPztkGbZ+2ngFp7skU17t/J0RhvteauwgIJgQwI
sMRZu+hqmPTfvgAX9K1B5qR/SJrW2Zkdm/jQZte/c4tgPikUTRnpymr+6BVtX5wGnZCCk11hrziV
YC3WcKypWORG2m20UiCf/8cPkvY+g5Lpn/kQvfxFqzLwBUuwP2THohmpx7oZtmvOAmsj9syX2a43
I5iy7sZFrz4ILkrbEK8P+gy0qxfT/yxsQf8hz49OaWhJ2Lmx+aHz8vaUxHExH0SRGgM1lClL9rGO
U/BfpwMuT/sH3phBhCm5GG9fiaO3JmuuTVKVxPPaV0jHQ0HjjfJSYbT7DE8lghFMCzjt3PHx/Qd+
fe/4vl8341BC0O5ebIx589Kc6UQforgjfMZs4CSZcNBWsYjlERNkfejcXrarVh/03+9f+ypPlUUP
9hxsNXbeCJ8uZwOLY9HUlFN60KdqOpPl3VU73egVJ6+MdjVyxqC5U1WLukQkZR89SZNwk3UzjKVF
IYHc5rXd12MVr2ZiGYsfhq8a80RuVKzv8rKz9u6Qq6/v/+ir9XFZLRbVFH27xRJ08QE1ldSo/dkN
WyYcvBQpvk7ErmxNp/tvVIF9K/HxevPJ5RyeD6cX/r7UTRmjoj3bus2hiIHc2xRWf/fwLbZ9ZYgs
fP/WrlbD5dboJC2UiYX5eXFrek3anKqR8sY2gsl8QLOFTdJySX40VJpuxk7EH6qolDfazNfzJE8U
HRGNV2SizPgXq8JCWmBmHI1DF5SjOlJVNTe9VY33KVuvb23CsbUDuI9BOijKKMxqTbx09UjBGW1D
/K/CH9x+6MNgmVD1B1Z58RSaSaPQ0rfWwQBR84z7VT7YVmwFhzKwx+rf3Js6CDqEzQwmrI1oVS/v
nGAO6VQ1UhyKWygdCeHujH3KwPMPmolkgaiODnP5hOW0uIEVvhrIPrMsuGbsm3iT+AVvp50Fo5tW
HHIPs6sKMzT5du6tit5UbY4PbuPdvz+4rgbycjkkCwZBxBzhLve5MSnAipraeOgwfa+bfso+YmDM
dkoWt/ZXV+OYS9FOR7SKUgIJ18V+0rHxuKdzNR7MVM92pW1GmwzY2KqMKXWSymN+KI24/+c3uSgc
6ecvzxOT6vKj/tjUIQXxegTJ4yEYKumvk8otxtVYYIYKaVzaxT6e2/Yla0tVHN5/sldTOGp1Zk/Q
houClL3N2ys3VGs84InzAQlZ9GzPsfmJcq3pbKxo1MVxSj2y2YjkAtgBCwq2w/uXv37arzoujsdg
csELXixfQ1l2GqcT+0DqYYDBXveSsLCL+tjL3NzkonxpDehy71/0ejShclyIMOyeHbZxFzNGqnIt
m1hLD3Xa5MfCcEZrRdCd16006kvR/v2rXX0qRJtj0IG9vRjOriyZMkhoCBhed2raRpYQGxo6WHGc
0D90K/lCZZcn/M+XxPi7KPRQzqKavRhOaUXEk1/I/oREz6DTKQt6b0XGBgFdu4qPTdz2N+5yeWZv
amQB1SIIO3gTFkv55daQWJIqYiANJ51cc2OX9GBwD01Pw/Dl/Xu7ShClWIRgigkPNwkXvNzldbT+
3SzD9Q+Rp24OqSbcapVSuk3/i4VyH31HqClYzUqmADyw1XzTGb/lPf2U7CNdWpn+qitPuiHx4t4t
Pfb1y/aWuZ/TGWdSQu2tt58T7Ac4bfGgn5qS4mRoYoAOTXQEn3wS0falmG4UYa4+XzT2qJwWZr6B
OOeSW0UmIoBcFdC8LZTyjsKb7Q+EuP1WhpHs4sg1hk9Za+n7bJTZ7v0XcfUVBd5S9lhUoK8y/+W/
/zFnIcB2+pK8sxN5lqM7hKVlIVB2VOSWd8SZJTf22dcDbLlV5LQUuBB2XZ62594ioi6q6pPl1539
pHm1XmzLAvvKjZF8/Ug5WVvkJNFrw7h+iQvAJEVf1tWaU8GOJp02oN/GhTM95M+lM/nqoCG86uA8
a+X4y43s+tv7z/Xy+sRILMACTHAIytAtL0Psj+c6prHesRQmJ9i65TcrN22iHB2Q8OZC7Ii6OvuB
73ne2dpYxOv3r305Hb9ee6kusP4t5sKLE1SuWo3wEa5ds7qGaQdEkhYIHUWvmb/2sqyeVNKp5/cv
evnNLBdlBHOoRE7MMeJixeVjz/yp6NJTGvHZhymaps+2bEmB6hVpnhn99fjGBHlJaGCdXSABpLNi
YmDhvcStInk0SViZsxO5qckGzE90AO7cf7S8tF+7yi328PCb1UBKs7HqegRrHo6qG0/7L296qSUg
gycLk5F9MVlk6FpaQbfqhG/deg7o0z1owIdP/mgjUHOiTB0DT5NrBwLLja/pdWH9c75eHgAHEcSg
bHYwrVys+wIFjwGoLDsldBPJNqADjME8ppkVViT7nLsCPRe9t47k3bmZ5wN+RS1a5bFG47yXI2FZ
nTlthwl1FXp9aw2Gyd03CLZPtBKyH6NIbiK4X0upFz8a1z8fBUOT3crlWXuoOHC6XTUfOxlkH1wF
GnetSaSrIRQ9aEhpXwFtJuswWyFrKdTHLIvj32KwloCDLAdj27GgfKnMVrwg65JnS6Vxsdcy09VC
02WxuAtQLabf8LMUahsFdRrdlVZMrP1Is/kOvU0ZPyWtnbyoVM+DjVe58gkQ9jhuo8ns9hPtXFTf
Taz9TppIGVAnLFpEdGqypn2gQTHc4UXs5iqkeldlayGGQXyZ6NHnW9W2DbhPuA26ucNaYBu8Cd0p
f5R1a2yYVbXkezu3k/hQm8HQMiqRwqxIorU+DgqyybnunViE2mQMcb8pLeHoe9uq6pcEyPGDkczD
90oZbkWKmTmeY9pPEI/mVP3updFoKDq7vD3krsVJMWDKG0Pb7tOT1kaOvRkKT27ryKHSNJPAtDWt
xI+OQdARk6oKg6AHhDVj8aVG9JI9dEavy70FFuIDDp1FluANgCikM/egd2s6PSvQWJ62Sbs2L++7
Io8ONrxBFQaZ2w6fJrdVxsqo6WizG0QOB1xMiHjdeuS5A8GmHrBO9VKeZR+V1QPmn7he1dUck9Xu
j+5pwr4arZxhoCgcpHN/yBtR9+FUw0nqCXUdQ5hI/nesr6TKmmar8nVGx3NYx6TTfgO+aethJnsa
e46XqJ8D4PMhTJGOvfgSMsWHMbeIte8L0/wcDFPHsZbEzum+YZ7Aiz22pbfKZ4VOpZx66+QS4Qpt
V/c7sUnpEXzHmSk+yWTOl/RibxK7OU69ZEUPPwFwNFjB1pMA93ZGZDNEkN5PwJl8kW9p/0M9A0dr
miuimH1921pzV+5l2erxhp0NKXFG1fb/jVPc/tL1xsk2Iz354qPtRU1+N/uRbey00WmN+yBqLeoy
g+s/zYMzN4dgROrieI4cPqVzYRl3VBGLX55KBj0ENkHnZJeNjWCscSB89GMCKF+GVsXNqemDHk3g
YJXfkXf48W9UD0n+yZGlp347dPryTYVXMIJFRnzx3orbhtDoIa8QKFCd2klOHpxSlTV9HKysTDe2
1cb9YQpUDJsqnlGJlnwDzRr0rRDrKFLEuImaWfKg7JEyO6oD3fjMh6tZj5EqkG94YwIQv7Ck/Yt2
rCzW8bgonvK0ss1wHoq+PyOEMp/9hGnvo5BZvxF1oRtf0mRAaxYZMIrXEypk92s2RZKjNAFMbkCq
wmz/Z7g8JIKKbb1beflcflq4e+eyiJN8PSS6c6YUp/IzqGC9OFe2p0RYUPkUhzpOQW2OsVZ0GoTp
Who4ZtDCjetczkH1g+la/KBPOH+vjEz/TydMICXzG+nN917koHb1Tvg7GMCBsc6tqB13kSGjAWkC
ibBr5aDAxrQw8j/aQR93R0NQiwkBKumfAXUv5UHVO3dSL7GtkdUFJp/8l6g6tZ2y5pU9xkT7zsIy
Vpmn4+rF3Tk8KNFS2m71bi6/aXRSEIKSZMj34Yxtv+J76Jo7eqjRsNFbErFWunKpvZl9khzJ02M1
sVgYfuDvbeIQFb7bh5DFgpMx2KrbzLX0nG1UNU6N7FjmalNnc/RVpJPsVhQ2RU3bKqi/jlhW2xVg
2u7rFDR8tBHn2WcrjYNv2QBG6t4zibTWE/h9R62Lol1Q25q+GmMxlHsqRgCPwoIi7rGZzTTfoTBl
d1M2hMGoVUayAJJPaOqfjaSa7GNN6mlyMIHuHlpnHupPDS3sxgxh1iXGGilleh/Y+TAdBxb2o0a1
3VgDwKzczaKJfwoK9JhrtmpAxCJhSI0Zuba+JSVknF0ToIbecWLLvLWPOEVfJWqJB3ENAUsnnNB0
AJAOxqp+DEqWt2c7LczqYzMITxwJVUMmlDVmU+LZnTptXydN/BIJx8AWzLw92pu+NGy1BliK/HhC
CklYJn14/2sQm8Ez6bTpvNKnsvQITAeWsUaG6xIgHyOgPyBn9+U+TWxSoZBp9+insoHaz8PU91H9
QWTuKE+UvmY01CXKDORYdVqJ/pvUkyY9SDAGd4Uf5PldOXbqWIIf1T+PgbKPnJeg+REbpg3rye0b
g9302B4sA7j7mvO9WR6aceyzlSSiNFg7nFseFXlnZxu0o73v6slLniO2pPLjIib7xgRS/+ytRLuf
Mb8Wx2TCRf3VocohNwm0QB1Ov1Yaax84Xf4F9ZbRHgcfMF5Lcly60TMnNn5wdNAAgpptfbe4Yg44
3EncLAu3hprnisZ00ADhOxW4H9O52amhmRu+ZGXn/d0M6s77MPeV7F4GN/FekqKu6y1VMLvf67Dj
/gMmix4YMIeLyiCyM1rBBg3ger3oKBA1cbLYzU7ZdT+plMpm7fqF/RLU/JRVMMHd26IRN+y1cmPH
+NUkrlHdBTOIZHT3iLKLZ7h+TXYgR9JIfkdDZNqQJKPqWRXY3vZxCoRg5RfluAeCafsHS0udp8Kg
NjlsykmnJkAFODl5zqScTVd1mrWfNK+1MbvbZnEi3F7+SL107NeZo+naKWnBCpzswSviFUFZtncX
jb6+S/GrFtu6Atp71pUe7CbaOkC3dOKItpA+6upnzDwRr6q6JerL82AyrBSaEndXsJ4a2+V1utCC
oiANRQ8Qv7aRyeG1oOr1gRkqTtd6HNebZCQd4bBEHOXgmBMBt6AxNL3BU+6XT5qVocpstMGOtmVl
seC3LYgzVDWmXJtpZSY7bwZRuGWPOCJIBHGYhaMB7vC+mtBKrzQZd8PGiIt4WLt97zyrQE7xquFH
1nBEWy/byDoofraIXbBxByPCxT4tvK1vJyPbGL+O2KEFLapdSwvOZjx54qeX1amWs6fWh99e7SEV
q/sMe+Kop9QPx8T0s/vOng2zD91yzu7zqimcw+T56bqIytTZaLOyYFtalTuFhvSEs6qaxoo2bIEn
1G9e7tooTzUv/U4wd8FeN5HqIaeESg4CsshhnVb+6H+gHiOSh9KrQDROcBJ3JWHtbOnoaAU7rRde
hXSyjiekcy1Bkzh0miAHLxSi5PQ+4ufJm/supWLymQpS9gQ6ba72KuiAl7LDMNu1BC33VatHNO4A
G4vSXI20zJs9vFfivbq0cLQNfjTU+62DTG2sHDWuJMgDFfrIxJoqLNpEk7/MtI5l6DW1ZW8Y3IjU
fLOcKExSy14x4ZTu9zy3825DgILMmako7a2V6YG7aFMy6ONeE/GqlZa4Ty1XuB+8Bg9aEOrIhZtT
TWQ2PH4NXfAqYV9GkLmWGaitCxv0tC79oLpHad50FF4jrc1WNZvj8k4Cm88Ys4WGyAKp9bLjpsj/
iViKwWHzaLeat2h+QadkbllOiKg78UV1lZOvjRqczSb1XPI7LEUCmjtn2vRLzhD41thS5KHV8w61
HRCP4D6OihnLusVKYH5sAik+zXo85HfYK4IOa4EIurjCSQSS424ujeS7qzlJd4iGYGLeojJiftb8
Pgfaai17T5yoIt4IcDAJDC6/0LwwqEFK0guaE2vLijpAmM3oiax7UVTxuoplAWoeiNV9QhDbT4T4
De31PvCSnZYX4z61AtXAys7zPOyR4eh3cpaatULrn3Zrg+JUuS1T9msrEsiiL1ya6NS+neb6mLad
K3cMotbBvpQpfRWJwMofpkLM2s4RRknFsEnalQlELfgwDinbJTtJKuOpnBfNaDFVSX5Mog4IgMoH
ITYIbJu9GxepvgGLxQHPQBVMokSO+HLt1LVOp5lWkBalodMGbc1M1gbVatQyr2Qr0ufyp6+xIQmL
3nfUJg6CQl9jLnOa0MG4Nh3Yj5j9fl4M1XMbuB2YQM2LUMDSSyRlaaHdLUdG0kBTjAdObuT+fRXE
9rzhKeNPTkjzG8O+md0vpWuy+1x8KPFJTKVocRu5eJuGXmH7KUqVMlnV8UYW/px8gfAabQN2+XG1
HmTQPXmROWbH1q7TL0Y6edOmmPDG9mGfYXgPzWbI6o1KK+CnYzd0xV6MLf9+qQv7JwpNWslmp0PW
j7h2cKCSqxz1e5m6zrdontB5Ruas+Ru0oeycSRJpFKDkfu6hZrNuGKskZ46ow5QgkfxOpa4n7jXX
rO99U5XmPhYExPEl4+kkuhwcrgxlonTeWznlq3Hsoq+uj/wndPGfrSHkODxJ1CXtqpGq8o4xkDhv
AwZ5/D4Nds89WKYSG3YgEU8fwbX7RIJ3gz7WlWN+ZEn3N1DO52oNSCx46ZhB8ggVhNt3v/q8zr61
oG7VU1nUWPL0CI9hJVPrFz6Qdrr3BGrWnTSq+DuUjHE66sQWTYTX1Hn/SURdfyztzqjXiSwtuc97
09waDfwN1MJJmx7L2otJTpnyucp24xwkzjomWpCFzEoHtBBUAzX/C0koY3eUnL9+tHNs/G5SeDph
4RP2uLMG3q1iISs3gXL0eV0NFqEGYWOlbZuEzSywAbE/RwZpCnx+YYzc+5NhqlzfIggt5mNFhbnf
enPdqDWHGkeu0ILU56lsEY2irXADPJRtzkyqO7P97BG/rjbTGBnNxkB4bqxbKzVXAw358hkw/Rxs
S2J03UcT7bI4t1rfuut0JtRnHc9OYm8nL/W90E6d2V9BNDfm75FwlfrAIiz7NTN36RxGitOcfB0d
hVkL+VsxYWaeiR5nLvKj3fPz8Yowi8WrOKNWvCOS2BVwk9F2hzM6k8QOCcAsK9CcsSHZJLpzv+Gg
o9chG0Fb3g95Jz7hExHZznUr09ktPoOjdBFchUZRYttxstlod7MBAhPVB9El9zkfz48uZaJYW0GU
+dusHbMJE0Gb5ukmspJSfQjctveeWGgN7wwunu1+iKCo+2FEjsg+tpiFjTtfUHNdkUTdzvcYnwz0
39NU6hvLa4OfzKysY1WtkobQbXaTod5OSLU7gStmUwxam25VFuvPAsmmvuqGBAF1RA48atdJxi9u
nPU65zhX6+PQNtJIq25UGa9rupZjQ+mkT+DzD/5ShfyjntwZc84Y07uTAThqfMhcI2ay9As0/fgp
m13nUY/4XDJy/zFShCIrKgdQvg6yaPRLl55618qEn+V1cbJqvdoCpmci0jQ8oKGXZv1OAAsfj5CC
XOtWeXdpP78tFNLBhXqAJIAmX2BcVDd7GM1FbHJlVCFs4ThpFxp1r8akJx7HOo4sr/wZqxwDhwnF
IXQ7010NFFn+M8a4vNG8vlIo0PyzaAIim0MZSRv3olMiPOVI29HyU+kjv2C5n+cjJcOipgrSNOcW
/XF/mvKOphXOj++Zl1ASQL6Cjc7AhfF+tf2q6MzkwV/szNlzOcZl+oampiIJzD6+S0eneDKLOTsI
A9ACs1iB+SdvgEv2HsYKmPGb9y99Vei30Eih0qQzCXfPvyS3tnygg40K5eiRvfrVHLpoq9kWzg/b
Gk+YL29F1V/dKgMfxB56FDIxsGpddDPI0Irnypryo0zaepVI6Tw4oPHvZ34jQ2CpRcn+mY8xufXG
r745rrzwWJbcPjy+l0wW5XIw7uygOAqFon2TT36XfbKcYVI4MJExNGDombix+TQrP1EVgWoTO5yt
V0FNmfQOf5A7DVOw6fKxCp4zTenzLmd2sreW1RUcICPMRf/aFaFbzJvx2BjQi0FT8to1+WOqqFRZ
ojXJs7OIxbyxsbCWoZ0I5nbsWCzyDd7eO0oxDTKaJlcEEhCBxczuiuDGULl4gK+/hKb5YhlB5MKv
eTtpLUdi4hBUdrbgEebrBGzfTqZzsjOaufsajJO1AU96S9z6Oi/8MW9wWTQYENDIK+MT8S7VEKLv
5jFVXnHOq7R5gE2R47/XS+vQyXrOwmhx5IdJMrZNaLNQ7jofqYtPLBzl2waPJ4wqwmPe/2quQtT4
UVTJwYkzicJ7uWzKZVFgSD1momjKKulDrMLD2hPWgPlOwIEJk3bw2Azi6onXTTV1LdXizMS9W9Ta
F1+12X8tk/uvEpdPFVoJwsmVWSTDTshC3pAFXTbneYDewhrnAVI2M91X0d4fI4h9hyPmNpke+TLa
ip0gNC1Sy/BehiSECRnS3gRbh/bTIFmNQ6C2It2w+G2PWvmVdyOm09TU9dOQGea/5sIsv42oUJSh
zMe+YS8d5je/DT2eNQTqkX2uOKHNDj6bwkn1sK2a8uDwRG9p4i4mvNengQ6MhZcpyOWPt1es7ECM
lTaoxyKNsGblQxLdBRxqYAtQOkvDRlnFLUDk36/p24s0DAXaZQzwkI+lOXpKPaYUPj97rj99zbFu
PRtTnq356O3f7w/Pi0n29R5REfK+6Zi7LPZv73GJt+p5j+rRnh3M95WoUd4W09lsPK0FCq6xz4sC
8ZETYHNDIv23SyNvWFqCQMTgVb+9tKsAXrAvnB7huYv94GvOwqNyftWNLrb54NgHfYz9c1nZ/fn9
m15u6u08sWA+bfKHacQsop6LK5cG8nbBlVnL808wBdqOnCEKqlpsWje0YX+5Fv14PGYQ5G10lctU
+cewjZs2mEp7mh/zwRBfDeX3p4WANQCGgNV7oy/8l9HDxZDU0msAiHSJuKN9N+YojadHIrrIBOjZ
+xokfA4DqmJ9AM+RtwDU3n+Yf70mXoIAiZTH38t//+MGZT9qgeLA+cjk8QuUlmRNFHagbeu8s8Ei
9aLpb+yJ//ZMHbBfaNktKEjuxTM1KBdZUIW5TUCbj41ZP1Qit56Kafr5/r1dr2N8FX9caBnCf9wb
tstFCDxPj0zPi20/I2W4A9fTDaV3jsg52uOldH69f9GrB4o8hO0+UklMGous7u1FnbaY/SL11Ben
SzltB4mkghLlgdNu0xppDrAgnJo33uKrvezPbwJ8Fmq6Zeo3Fg3UpZpBtM1sFJ7XnJEBW03YzxDO
Nyoo2D2kTVZ+rFsQ8IfYzMx9m9Dv2Ppza+iHyjSHYBcnlmiPs/HsuU33HCez99FuK7HFcD7ftdJc
tb2zKrwRTy9UnWRYlcqd9N3UWrnG8d2B7U2xOIAwQ0JS8hjbkdr3Udx2KzcRlRvGTQaEBcmN9dGK
E/ocpHp2T2MKAoOE9kl+zYLEiv6jchHPP6pMNf/V4+TfKXPE6U7uZSKwR5t+fuOhXR4NOI9xOsE+
hH6LGRTF2NtXZTejF00otM8d5wMcO3GGg8vsJxXtjA4nF1oCh65JRrHiJx08at2FIz3wOg61qW6q
yIX8t7HDtEa9xV1I6Tai8avUz6ZJhOdH/dmoZGCjqKgJnI0qjbQUji35uhSdvPExXu26lmui/1mO
SQiA0KO8fQgx1fZW1vV4lpUxyDDldD2sMrgYFTWiWdobz8jH/wLSmP1V6wv9Pg6kVHAyRpuEX2Ou
OwRKhKSWN57F5Syx/C4HMTsfEVM9asO3v0s1WCqsSDZnrx/L+3geoj1qonheFjTqCP/84DGmBqyi
JMjh6LtYzCgMuKR6UoKxncT6GUWD/8uOLRmv6YtI+AGeL8sbo+9ycuL+0O4t+h8OglAMzLf3J6we
VYLXDmetpP/bBVX7hAZP3wpRyF8dM2J9KoDJyBsmwWXOezNRoKpbTsFc3X1NAXp72RJyIU02W/ti
ATcVO7N3vQdr8MU3w8ugppVM+kxXlVefsjmrb73U19P228szsJFKUrZDa+1dCgm7CMIBJXPvC0gl
eh6O8gv1bc7iyVk7nev1Z2ER++WX0mHI1dHZNyzN2U9TAvjItPv8RxlbabCTNrPsjh6uePSnDFRL
bgpDbGZ7JBy2n6RdremwmBn5F13lcrIf/G5vR63SJGcH/GpqR/J0itKaLFeoOEZuyGGtGooasA70
4OxPiwB9jqoOL09sZBvNHpN8l9eMBJT9QztsZByZJNsXqdbfK5UE8oFWQvDCMc5vXmQ2TfbjRBJH
88mBdsB1x27CFRzqoN67ezfSA/+/fxzEjF/EWS7CVxR9bCDevtpUH7zWn+PgC/gJYBQezJkvhOCV
p8ZMG3dD+kV9C+16NYjJ40VvzHDi2Mqp4mIpRyVQQ6ygAqqqtEXikCX2Qz9VBY3O2I0XnA/tkM9G
bNTR9v2b/euV+VYpalDbMi+Nv5BAZorUY3Vm1ZN8KZQi9d4cHrzK0AE+T2QYFNFt6eIyEfw5fh2M
HojT4ZOg8QajfzFReCSPWT6r39IHgULcCcN5hnzhBceWuAlvSy1OjkSSzuQwZpp+IntEq1cD7JPk
SEqUmx4Dv6Zgqo9p/6OkJX1rc3X5XKhyvXqwmVwsi197saZFSabXFsl05yF3OztERdP8gAbZ1Zto
stUP5UzRY4v5X1u//z4up+vX6+K0X+wMnN4vPSlJN6JYUVX8pDlRgwinBtLQjf6ndEzqzfuXutSP
kibGPS5KdBYtXOeXAc2TNBAXGJp27lQjTr3omx9jRJSelprGqjHa1NqUfhk4K0G0fHbgbOAeescT
wY39+uVcuvyOxfRsmfiAWLMvRn9u07YnLTk6T6Pyrf1MWOLXQpQVDVQJ6sZeFECrKh5m865MWSr/
cdFirTK5/9egINyqr9DIP7a3s+HnjYfr80lFup5hooD0M9aRfM7oV+PKpf1248lf3/ByRSZulmMq
NZc1xNhk7tGgXT1BfBqOdu40a1lK+aEsMLyHncXqrMfuVGOFdMXu/be+DNw3Xx53i+zSMLE6YkO+
rCqn6GZkT+jqUxsX+k4XUr+riyFCBdBnDuIsOW76zHIeiEDsNhTEqxsv+3qAv5qDbLbYHAZR3r+d
XfNkinxEn/lTPE7ypBm1t3NQq2/ywdZuLZN/e86M7eVwxC4QxMPbawmPHklkpMWTmptqOyZO+U14
tgw1LGU73HbzN+qtRNT3RX7rDHo9fyw0exd/5ILrwKDz9tJDKzV6z0H+5M8uEv8uyB71ZGg3LZKY
4yyC9jnSaMK8/24vz0yMZGq2SGo8EnUWr+TbiypV0qsRVMTBZmGhRbYEATg1ACys0jTLVYiuyrjl
afjLnS4HezrjQBzYZV5UOTUDsFSX1uUTQj/32A9z/4WR9T9n57HjNtKu4SsiwBy2VJa63W53W7K9
IWz/HuacefXnKa8sShDRB5jN2IMpVbHCF94wEc1inkDKo5nfmknyP76NUNBxWFiqNRjezu7nqHG8
qdWm7Ay84kh3z9dWPdWVjdp7SFw9XtY7R4byDFrVlNaEWsF8y04cVuRy03Pued2P1BucjaIjYINd
cnFAvFs9FdSlvmOQpTzD2l76qveHB2n0l6JNHfn6q7L4Pho5Jl+1HdLhNLSVnbnwR6jipm1ufSlH
SPKB4tEiDEhY1yWWG+bCHXnvI1PWQM1ahmMH3v76NzThQLXai7OzB4HwzH9Rr2MLvdRmkJEzdaLR
dwcprz9YGxP7GaUiglwTv3e22PWoRRo6VV+E2XkaTX9vOoNsbtC4rnd5UZv+asibciVnDjSdkgTr
8Ue/d5ZInQQRHwgOkeBsbEOKYg5rdrZGQFqrHowt8JJ6+OOhN5Vs8gkx3oU9fZNIU4ek2WNxdClC
CBrJ9ZhBB67cCrXoUkjq2FJarqCHhn0TbBoDFRygignoQV+RPg0dkcKOANo4WhVUMqBFcpQs5Di3
AYL4PVCiSRtRQoGCfP17VCPAfbcJwsvo+Rr4xrzvvB2ywFRGHL0AhhmQBw0bJy5CayMPTVSsK2x0
21VINcxe+CA3x4BbFDF1Eaioop8yW5xRDj27UzWfODFqfo/AGJ6CHpvXXRsNCKQ0tYwtSgb2yVi1
phpFh8wCEPJ4U9z9DVSDZZIevDzmH0gbsUanUx9eqtqY1j17Zy8VYfIzjrufvTxZX0MtRfY084Jp
5ZdxsHC/35xCloCOFs82Z4K25+w9y/uizw3kDS+Z7FsbzksZ0RD2qnXXNM53hT79E7pp4UJIelPa
gMlFL0nEDOjC0oucXUA5nqNTHVXSGeG9eJ1jRS+vwoI0LlGd8GuqDxbaxuUoUDDNkw7OYN+MMXah
vty/9GzMhVryvY9AT1yU6vlFvDjXu3IgIYE+Y/kXbUAfxA0ymBTDmE8y8iKR7GrpaD35Xlzt89HO
15zbaWEX3IQVrIfoTYg2EfnhPPlWDMG9NSd0gM3Qfwe645yFJNdTYunJV1PSTSR8wjL5PUxxf368
AW9uJYbGjdbkWJIC0eW8njuQXbyfDXaAMtT5Hgmkmi9RUkwqw/FodIW9ezzenR1HOkrPipqoTbdb
/J5/YmNtCpUOWEd4IcLq31o5aUjFVHllhoa8ngxP/xz47IbHg96ZJHtbB3dIdkhtQ6z/P4PGdoyM
da9GFwel3xfo3lwrpWKiZ17jUS0tUbLuzRHXI3QAWFueGfH3/ww3khqYUMliOtS+jaCoNK1Uqg6Q
QQPENU0fGLCmJs7C5Wrwf72Kw6FH8paL9jo+aDevulT0UNEHO75kGpZuchagp9ZOMoSZmHrL4wW9
N0PHEoEosAWFCPF6hnpbc6VCFTh3Fp7qA8Xqt0IZ0f+eIgugnRGT1MrB6+NB75wSVUVMg94AEgQ0
wa8HnQJT0uQulc5SKzmF6ztRfNH6zFr7idGtida1bpUB+DxZkWktnNA7LymxKFVYE4QIxel5Qw9V
B1mNDNM7+zkefa4Kz6aC7FSpAdrOigfs1MQwMUFvHXlcL2tWBb6hlGEhXbtxk/S7x2tx87EpkdOT
J7/lI4gI/XotAgLHsQDsf0YBXD6YowHUM6w72V4nDcCDhc99c37EaOwrEhCxr+fmEZWq+nHdysHZ
lkJn43WpvCu9+NhmSMSgwD06b49ntzTe7GX21HJoBriS59aPwz+T5dWBa5VdnyLia/4KE79R/x8z
RCiNTBJQDJHJbG/JaVQg1qMH57AsfvpSCyGpseL3GowaE8zCbx+foOjtGYDAKO/PO200haOIcmN0
lps6/AIEND2mll9tJY+u+YqA0I4Oj0e83TCkjwqFMeEjis3s7J4PTb+nDFdEZ1Nu8ZlwOgUgokzp
oytSeWk1b64HKOIkjiwnBF5FntcAbbQcFWqu0dmOuOsk8P3eMeusplgPVTpOa9vytIMSgLDePp7l
7cZhYNF8pybBVTFXRFFGNTZq0wjPwQCUbDUWTiKtJT2MlQ1A/Por3DJIfY/HvLmWxGRpJ+KszgEB
o3t9FOEtIBvqtfG5aZr8qxfCiAEv7DifLGmw370pGf/naVWKS0ESxEu+U7cRNVUuOrYUWiEdETvM
vmvehKEuxVp8JrjxfqSVjX52Gmj+Tko94xcigCGKGuWgwuEOyN3rsR42MAfKD99H/AwTpW4R2IOX
mAWSHkaUKXSs6Exjauo2VWTE/kaO+5EmnWS9P17xm3hNzJl4VUSQiIvNtxcM67F2CimG4iIjOOxk
Q/2rGqnb2ryX29ChZOCC0yt+ZJkP0B2qRnx+/Avu7DNy578BuxAxnRcY0zCY7Hii5oT8QKu+FlMR
7GKf1tAKOwR/K09Jonw0SBXlTJ4gGuOcq5u2m0JTY5A0Iz5PZVvV69J3qF+bdpG/SbDS9vBond8w
bJp2F7Wa3/AaeMECjunOsaaZTS0RqBDSsfMwNcFKQjLwQziDzbQlt1Cs5LmrpO63TFnZ2dCM6O0L
xNJ84VSL2v1VZMPUbe5k3l7Qg3RRrk8YHE8CuMpLzqkeRfUmyjp13AOaTBe+6p350XIlM6EcgejC
fF+ZLbD6NPWzsxPW2jejsaH/QUxf1RCG3lkO/2WAdrzw8twmQyDr2Mekf3joUHqaPXalMuDa40Xp
GVfewf8Ze3qR7NALbSlASZr/RihZ6WuZZ739Jbc6ogsKom4VdNyuPSCr3kwbqeyjpaTozoOBSg5U
Cfqh5EbzaAtNcMVHCiw9K1oZBJsCSpFLW8TuTmh+V8NChH5nNFSAEbBm+WFGzJuuuQ7UoS34otDY
2vIVtDlSltQ8rfh/BjS+cOHOvjccyT+RDBBwKJCzO5ueWJXLFYg6eG0dFHKNHGtFvav+T8Kc7Pvj
y+LO9mX92LvgeFB6mFtSKXWLZQzGE7AvDG3aBR72QUcvyuKvj8e5OylNuKchBUGUNttI6DXkEVdD
fh6LuPiuOHCb0KKnS54r3cINfOfNQ0GB+g3mzqidzTcHsqII96A5cTbtqcU1Sim7E7wwZZ9MODpl
tam8I2sdbZNJaxe05O5cvbwzaOaSuNLfmfezMpDpWqCN2VkuUxwMdLNi/8eetathsb61TbTkmH3n
VuC2E7uE6Jfm/CzUHkbAoVpi5WdL9tUv2Fcm65osDPGxJH4OvKL0N/SjgHI+/pr35olwH1gT0ntu
JPG1/0kilaZswlErizMyCuUKW4RwU2hxvtbGGmQ+ktK7D47H9wSArtJeAJzNv1yPl4xQlsoxUc46
reETjgA14BadzjvkXtioNfTQpX7hzYZlFHHWKUFRtKFveD2kpNuU2bGdOPvIp26DZKxf4qDBfiAd
asDUj+d3GynREKRpAyoSQXp0AWevSKI1OTBvRT1Hyli/WVnZf7Z7yGvbNAWChE5gYZT7TlGgyCZS
ggtWaR1ACyxpYd1sJ9GX5CqgAkb8QOh2PWmNtiMaCYp2xtFM3sM5HS54HcE0sLsM10Fjh0NZtOTj
eINAJlaiygPXgnaoUAibTT5L+nz0Y109Yx6VXKKgQyUQYdjP7Vir0KmGofwlDxo2dHIzXbKiitaD
b+FPhi8i1tolAgVjFQx/Hn+Smy3Oj6IoQ4sWR0IqJbMflcdxLcutoZ2lLAl/dXWYeFhZ9I4K6djz
030VVoA/Ho95u+cYE6E7RKRAlyFndL38Dcl6lA+mdi4y2/oZ4cn3qURiAdJYoG4eD3Vz74vpCd4A
cH2hpiR+yj8nGHbiJB5Q/dwNvd6s0FjJknXVS0uSY/d2lKjdciUSHOrzaqpvt7Jejr6BG1pSPNHW
13/4HRYhta/U/zPw+kjcVtOWnoB7Hw99UbBQABowD54tpCmNQx7zi85NK8em2xodhMOwRoyF/rr1
bWgd9HweL+i9byfk44jOuPtvYLhVU9LG8CvtDA1Bf5J8Sy93ST8gipF39pL45O3Xo2PCxIgSuJwY
7frr5ZjpSmkcaecq1FTpk4U8hrZpqlo2fz+e1c1bStYEOIMvSKsGJc/ZKYCOCmBmMnAp1mRUifVG
5ONO7MlfAu6ybWYja77uNVge6NZaycImvd08jM69iFK/iITmxsFUDYssaE3jXIQKovBSgcZXX5Z7
hIOqtQ/vUnIdcyy3j+d8u3muR1WvFzeJyzBJVIlR5bF7C5B5OeSQoOBlqMZ/EeTohcft3hoTxXLd
EqY7CPNdj1chbdBjWWieEWpPNomtBhtKiaFbmn79jBpJuYo8VJrxfWn/HzNlrhQHkGnlsRPb7J9L
IOp8THTayTwjWoXtZqLL4SrIprra5A6KbsHoY4Hz8cUVnS1qdYS3NyX2brDwVqwS81wmsb6HeuZt
9Bb/yjWQQhN8bGyWvx6PeG8T0WSUiQjp7nFuricpjUAUY3y5zk1h2peuGtR0O4R47qwiX4UxraQ5
Td2mRl54iQd0f2iGBTWpsP/F3/+zvgMzKg2krc6g8QMckrwKw8KK7mFVKfUBWyZWHoz+ks2suN2u
UlIIDpRbRLEJYWN8t6+HjcfRziLcFC/oeMh7A32fAZhb/sempda4SQL9F6iwtUahxEeGzfzofgZE
SB1acPhsGJ3zWbddI8M2lopLG/oqKkx1c1FCpd3wZ96qQMr7q1KN2slKq2Bh5Jv1FvwHC0wurQ0W
fA5d0PLBqFHfKy+RH2XIMij6puy7fKf1YYjwSuEfwzSpFh7tO6sNsglsEPqLQG3n7YayKGxId3V1
CSo4O1Xul0/oAFY7NJ/sDRZOygYf+2KDF2j5Re8baeEM34aOdM9Fd1D4J+vis19/7SLzDSdD3uxi
IrvRIvMgOX9MULnTi6yNk76zCJbwSjUNqSZ0CbNsL2F0bh5iLEYX7uubN5CfwheHxyQgBMZc2rQY
Yp0PENcXGFO4nfqThsPkGP6MlN5YqDipN0+gGIvmArAy6nrAFq+n7VcR+mS1Xl2SKCiclU9Y+zb2
VqtscLqrn6qxlfwNwayHwFIUZDg2CbG5Emcfyk9BCDVSH6Soxl4woXTP3Qe1BLskH7vaSLI+a4Eh
edu47vpj1tQVPUBUgbNnNFlbNLRg61urII+nt6SGJvrBC4uZUXHhsQViJHyxr2c2JYhONBgCXFSk
UtdTLkzXTKdahxi2HZq2+ERYVyzQX2/ePMa0IW4iNcMZ4uq4HhNEJDhMy28uOIxaK6cVNuoDraRp
QgJPtouPl4bFgAKoLygLQMpndxTQIqfyjK65oM+iX4qa3iN3v7T1LVk6Ui8E69K1ZbRRoilLV4Gt
tSiKYJH84aVmxnRBRS/AodF8Pe0O2Y58kIv2AqwpeOGXfm+T0N91+pBu5LZS916jLmG5bp57RMoN
MB1cz8hZG3OYz+BHUMcGvb0kJercq5wjDYTEQFSmHWX92FupvdNU3PxcSk7fHs/3L8vt+mkQxR5S
Lf7BssyYf2e1qKGZd8mF4nTwtY/ldG8PVWutyszPYAuX9bjFOhgdrCYN+qdBcaofQYNglVSh93Vo
a6WFNtdJ+f961N1fIjyqti3SLXtki31XKz4H+VaWVGcfQevbhS1I74UA4va6ZQbkK2DHueG5864/
WTzKXYWLSnIx4jH63kDNemqQb1NdHWmMjZQoyVpp6StACQ7cctLUw+MlvHNSIL7QUqEiAY58Tvpw
Gq/OfTlPL4WtBZ9LlNQ+BRK2qRgUolvkF9ZCSUm9s19UdBksPhjSwur8k7VJnGBSr2QXeujVU61a
8R4LjA51y2nqcIjT8xfH8YP3UrXS1vW6UZZWGVJNrzGs1U8JYktv41QNLdpwOmzjySrPVOqnNdB7
Z50YZrMGryi90sKMWzevkzZeDcbk7StNTd80CGIra5zQIE01nrcwLfWnOA5IpB4vqyqi3NnOFN0/
sl/IyLTIZkdxkBykWgs1vTjAkPGowVYW2wCzyjO3Mer+B1ApB639GBEd2nSav8E4Oy4OgrevbbFq
sZtV2hXhr3oqpG/OFOjVFl6abrhDQclD4GTG0E04ZkfQOmhFWWpgPhdqkkmrxzOZu5yADsVmgccP
iAVwGRqb1zu0pMVT5diAE/WEVbXR1QhhxgKBk5VKzXg/Wk4+ruGOG59oZUQYFNCrOCBZ67372IC/
1r3e/9RkemdrXKkThE7TydyqspSsUG757/GPnZ0mIaqsA07GiAtKG4iXWQYAAhxsaal7RzAT5Za+
vbKmWJCjeqrB0KpLa92hsrVDjQQB2K4JN4+Hnx2mv8NT6oCFjP0IxOfZUkVeUoP5d1Dp1OJsl2fY
38RKSsHDtgNC9eCDGgUUSelpc26RDKKuR4h4/WmKybOqTJqS44i0kAmEq1fNLxgu27IQS7bq3ynq
yJAOk2iR+TyLTf8OLahbPLO0Icm35kOPsZc3foKSfyp/QsoiDVcaCIyvEmJj0SrTu/98ORgXFngO
Dfk7LFkPuR1ARQVg+PWwqWeb9F1HWviyPGqu1sf5zh6z6EuQ9xm6TxAZd2ZlsdmMRrU/xWkHTa6g
4/DbrFDYfvy57/4aDgbIEMDFpjwvVxsqZlICIn5sainA/mRIvU3XJtq7LiH+7eI3qApdLWc6056N
uNP7oo5WOEpP0QuV7mbhbp1drX8Xh/44BSLqroQis+1nFn3byamcHpu0/xOadbeZsgrlrdzTKBrR
YXItFT1OOVCRyHq8FOI6++e6E0PDRxfUSQpwIoi9/i4Jnn5yhVDdUQqo7JqBko8ut8Mvndfl6+Oh
/pYN52PRI0Agg9IyyO7ZNJGiytqujXO8BoL0oGkJrPssqcNXCHJ5/l4PVf597A3Jfms7s/mqSVqO
FBVuODuHWwsGQdEo/jepoR580qlPqGsQgbnhglcu//RmZ31ttSBWtjKiF+Pb4x9/b50IhqnDEy/x
5ooL7J8UOimnpgvjujj2ozK+16V/jsaqfdY801u4t++ORAhMSGGTys1DYFSPS1vK/OLoS7K6nUzf
QhSXnG6TFn4fbx9P687O4wpiVlwE8IHmoCUHvubgaUpxxIgefDECd/1wwO3D/9RLlYKSdqelb6gT
6KiWTKndL2z8O3PFlIE6P/Vt27yt88vRRF0tLo5NmUYvbZCan+up7r8rcq/tPzpTBlKId3nRwEXM
8YZSXnV6PWbdkcgeDeQGd1Epk4wD4UXyLElm8ExV/2ur+kuV51mCCIQT1CiHzIEQQ694zmkrs062
PIRDkRe2w6e0tbB6Exn8wlLe3OuUeyH2UUbjehXiEtcbtLFDM1Tlqj1OVqJshkZS0YCvpp0sjdKq
qap6P/jl5fGa3rzaggRMQ8yGHYeZ27xhYpJjW4VpFMdKBSe+spuk3OSos77LA26PSJvl1ue8qAyU
pD0f6bC4Spr/Pf4Jd6YNGg1iF1mjsEWbvSs1UpuBCuXnQCfGQia7L7C1V6fpFNk9Ji45lSk3abNu
YTfdflSTupIFOUUhzLrhKchZHBk9emDHHIf7wFU6KX7VGoTmH8/u9qFi7xDAUXam/ix4RtdfVQoL
kFKYex8DB+Oarz1MBaS+wLLk52pylMEdwyhEqdsJFekQ22rWbHsUzHzXxlY6b/ZFi6Pvl8c/6var
C5spAU4HnewgPnD9myqgjB2Kf90xaSnoUbossRfX4+HALZNprucM8R8v8voNbjbFQWswIHn8A24X
nx8gkC6CSYlf9HxRWnR5WyPpj4rsa//TRklrXSnRpw+fKCrD4PJEJUlgv0XQ+O+Vb/bVWBdWd+wQ
wPyeaMmZ2o69AXdZPEGm6/dC4HUxMhEb9uqRpAELzpyYBKgLFYnZ5MKiQRLWVHGjoyF8snnnmhUf
Q25dpRS6lMAu+/eCOrm9Mmt/bE5YzJfbDEOycY02B5XOge0afjJCKQBPSP5C5pEMxkoz+ohQL65r
a50qsC5X6KKizwix28OjAFdvnTCsxiPUsip4c3EEdmpIG+XUKHLmYcM52F3qBpOXvECODYq32AbB
R3tgBLttdU377jtmxv8KJbLiDWHhCk1VKp76u27mUvvCgbL3WTjGyg8F9wfnz9QpNUmepEEjasOu
N58E70xxq8GsTLdTKM2TXQZwY1HkbNhkUt5ckOYozl7ROsWxNHLtJ8SVGs5mmpWj6nI/KNka6QDT
WBUldoW0edtkVwxFk12IQaU/GUrWzl74bSKZybLkLsRIJBa7dPgvyAfnSc+wUXPZe42Nzro1ObsO
QJG98g2le3KGUK1cXEqqr3o0xu9xR1Hf1WPPwZagq0FYe0hVDrsce993CVIX64XFgu5OiOZjFoPf
VHCZ1MFTAaDp0fAnjsKgpCJNKQR9S4wBDjpeUz+T2ujR+a8sTXpG3rt7i1CNLb/T9u0+e2GQeWsy
ykJ1O2vyp5cCckDpampl9Z9VGCKSS8UnfPOQp4tXvukl8UYvi9I+KGWDx2UZpTjh1WEfYNhihGn1
H4uE/HBJkytbtZFNoQ8DBvuHlyRtvhDdzLNSnkNuDQFOJ96ARGjM6iYTMr0msWZ1tLVePgc2tvZu
6KGU6kYpgDIVGftxJUWp3jwDKBlUb4XgjthgRSu/JIbjY1/iNe2ASSlF2W3aMPtDFEyI8rgmKQ2i
0o5WTEsXsYiDZ8dS/Fr4w3TIgFXOntfYDn0qGmF9tNAXW5tY0HZuqkY5QvptC6DVGr4g1ZfjllWl
n2qsM6EoqcqxiSv7B3DAaQkRJ66Bm99j89TzAMGHcWbvXoc2TtqoZoU6PW7wkacjRTlKPTJWvjIu
PHbz0r74ZvDQeOiEDR0whFmSAKEYBX8rq48cbz4U78/Qo/oImJKGe/c5VZCer2ySZivJ0y/BUAZb
LwEbtbB37swZhQiwGVz85Czz1NUhcWw7r8ZasB7NHS4Q3XNa1eEm0XJlYaibggC9DEayaKMQh8Ok
uL77VYDRhBy9fkwrtXxN4izFHd0fuRmSPCiVVVcExbfHr9pNJAMzhbyCRQbrTn1g/twUmdX0pVoe
dSUwXvMozQ+gw6VnNU+nP5LkI58PRndpX4uc62ofmbrw+ROgWQF5n4PUoi5TM6cZ9ROuPJR6EYI3
f8Aw6tDDNSH84Qtf+1sjNOpqRXA7/uoj5GbW49RIofA3kRfe3Jt1N9Eps4DggwIkKZjz5KekqYmq
LONU07Q5TCQs2ybRpbWittJKHbolEL44trPpU/ynEE7NiVrfvNo3dSaYhSrQT1VnGBveg/53lKiV
sp1wdszpONTRqx8gQvWcpTF6Th/85EAdWXUOiYgmoSNd7zJ9rINBwVnn5Bkc4hZdNbQHqv5UGQYC
7Mjspp91J5fk7eNh7yyyLSQhkdEh6Ydpez2sUQ6a3bW2esIdw1mlih1W54RA8XcS+Jl8jkzkDR+P
eBMyCrULcHrQHESHco7uHANMdSXHU05WOKpnuzCyrTIp6g7REe03VpYOJj5Y/yDurKs7nVJfsYDK
vvOdoWLRg4bIyf09pwL5fQ2MStWUUwUT4Vs6tNqbhBjqGoc+aR+ng3xITL98LmRBbn4895tbCzwZ
3xcpUlgz1Nxm51ptm5Q/dJRTPDZj7WKTOr2rlYMYuI+q60I78vaqZjTQTQggMB6401n4SH+yz6Gq
KycOq5DnldB4gJquugEx7jrjXtvDC8v+lGjjv2GxqfaHQR2iDy/39a+YzVnvANaj6KGcysrzL0Zu
cmUW1qThU+MN03ekifVVkfp+BUEt8/OF9+reiqP+AAgeJTvAxLM1GFPk97OBFR9aj44SEv/YzqgA
CWlrWOHC573dWShlghwE7S+S4Dko20/NVDZLUz0Fch9rp1a2cTHJU/+A5aEZYjKhN789KZ7C58TL
22zhe98eZWp2hgpih49Ni1YcvH9yFC0KxhwvUvMkTR7OUD5y6eN6bMPxxSqscE0jw1hQB7g7ooCx
QDQQXIvZ5WEbfevk1E5PWpYWmwQT9NqV5Ux5LZzK3HSSqn78a5LfU2LiRRZS5OLd/GeKeovGAnKz
1qlUoINqU6+lmxQws4xpUlMuDHbna8Ivh9pAiEfRZq54bkqygeO9pZ5iSI4vgxabbyjRT0e1m0o3
lrMedUIjDtd54VkLqd/NrhXNJmC+xDX4FN4UcPoOsfsqnZAuy3293srxIBMZx1ORQ9tE0HBh3958
Ryrf7FguBLR2AW7MirEyPlSENnLJTONCWCmFB3SC4lMIcvyQIIb00ZUF5sg1SNMXAjnN/dl4ZhUh
f4cV2ckwImlblJzMwgmbVUBvc6PksXKJpSD8qiSd9vrBC5iRiSQ0iBPCt1mfbSCnk4zOUMfq1ESN
+iqbk/YSg1pcRVhdFO7jsW6COMYCbGRw8wI8IkO/3qxBys3uhHp1anW8kwy/iY8VrzmuOh0gBoVc
0FWjcqmKe+dbArtn/1AwBnakzUb1Qxg5mT+opzptDH9V96H0XpWG89ZhsbBB56ld2Dy3zwzgGuRf
6J1wFUCJn12xUxDapgR+5yR5evIFXwiv+m3KkaWwZc2MMp9rhnp09gwh/pMCQzqgF+QFDnWpMF8U
QLw9OhopEGolZCm04ue/Bt8pjlZgj6dKza2tnAo3VH/8Tdi2dN/eFuTgN9OgoZbMvSuw6dcfOG/S
NqgsZTr51BDSgzqZJOed7JU7tc+o7CKEbvfrQUMpokTBpnqXJ8IZjGRyfRxBIkVF9PXxlru5svhF
iIVAWhVSmFAcr39RoSfAsrHtOhVD4yM5ZCp1svJCUqQTLmEoCiLbbYcrP8jCZpeRedvvj3/A7Z7n
ouTWoo0JiuYGwj2m9ujTPBtOOi4dYOeByKzoYiTmfipDVd+GOE33P2CKaYvFhFlWzqMHX46GO5na
326edj13LqzGIF/wX1oUaqdTYvEJrFPc1uD2XQnHRtRi0j73459Dm8XtxvenPELRL4mdNzXSkY+l
E1Ai3i2mZikLN/p8s/BJhFyFUKsEp4FM5ux1HpSoshGV7V/8ZnT0+mnIJBJHYF9Nbe3tXEJ0UdbS
QKc0P/imspk8CryJO5VWmR+kJmiA0XFnTEvHd7ZlWC22DAESNwZBww0w05syBwkwB6NOCnmj21PC
rvcB8I5qXZkIEnajMT4bCr6u26Ib1fSDSacYn+Lm3yyecPxGia2mu6qwLupTaWvFLrVbx+QxAHb8
u8ssf6cW3ZBsnTGJ49RNlD4rDih5ySN6zt6wQgfHSxbuM3FG/kkD//4gshPUAngOVY719T7Kkljy
AinSnhIM6fYNvJfRDfAaW3oexAe/HgemEp0S/AG4RW4e3aRxRrNOwOZYiYS7Ia54Q+yiBGFZqyTD
x3rTpVlurrJwalIXtAu4rHKogU0+PrGz+5Lp8jNE74KKwx1D9JbGdqnlkv0UG1heuanEj3arEm0E
eMIQLReGu91uDEfvAjQmLUZYo9er6yQGxNTBtJ9aXR22djwq+UGXPIxj8yBelUk4rC1JMddyjRbT
wpe9NzYsXPqbFHMQZxNP5z/RY9iWaTF0if0kkemjTkTpij6U16sHENC+tI/I+xw3CMfsDZInkk6P
V3p2N4qVBmeAADttBIK6edsYaljUjSSkT1KNAp0O5WTNjWVsJwkTg2ocpX0dhEvhwJ05w6lBEV3I
TBITzMIBhQvfiOXGeSIdj8p1okU4ctJIGtemHkYnv+4xRAIO/qpVvaIuHO57Mybbxa0GZCWVydng
Ps5LQLGZMce02Fidk+zHyNOeTVm51FnQbaig29vHqzxHFkBX+GvJTjgiGud87euvjDOQP0zTOD7L
sa9F6zHSa/sX0ELlPTd0dLp9o3OEJl/Xme+ZHI/+t6Eq6FDShwk/p3ZivOHZmiRfQLLpwyox/NGw
3HGwMv/SmK1XFe4kT0q7cuRi3OGfMi0RGecnUnSmuRGEFs5ftp+4oP7ZplVnS7ndKNoT5nr5ZnQi
JVppTuU8t3I4Sgvncf6JKMTQaiG9gQ/FYs2birKaTmpGSezk4wC5UeoIi3Yl749m1E1YKkfKl7Yz
lsogN1cfEyNiAvqh46gDzOV6hkMwJYUugXVrrUjxXbVQauud3q3SyisrQifnvUlBm9GU8gaaXUkf
oHK3qgUpawFjPD8eTFqwmkVfFVMUDuj1L8mdAXdE6vzPY2M5OHc70jSti1zpO3MrSWO/K0qrr/dj
hs/ZD8SHHUztHu/Xv43xf98BwUNDD5uojUxB8EGufwJ6JxnW0KX85CA16q/5yIWPAivgZzdqS0ta
e/4Un6JRlv0DdVvla9XD/qPbq9VQ2PochzhthSp/H32qPK6Akv5Xbk0r1Ngcz0O2PxzafeaVavaC
uZs5rBjQrN8LPwjMTaJo+PBSPwq019TrJ2M3DN3wzSiUdjhYXivLq6iu2m7nG2nebXw90IJVo8r+
S02IH2xBUjf8QeIglWFrE8hzpNc6VS5p0KX2uqvarHHJHyQch1LEE/k59UDLEvfbwqWhGMdrCXg+
5p0dAOR6o/d9orwCqh4Ole/4w4ui1SoqqDCY9XWPn6P1Peqn6V0OQK65SpBC2Hn8PW4OBBQ97um/
KRTVWGv2SOAYagUotwZPaGXLytZQu/LFLzXpU42V4tpI0zLfE0wuVUVnaRunj7tKbEEdVhnEfrFR
/zn02uT3aW0UzpOtldMql+L6UGcCZp+Ng/kaY5r4wQ4KIxLwUbkQF7BQQ5lt/cxBaAShK+epzQx7
7SE3/do2Rr8m4sSg+PGi3kS/DIakN645TA49yfk1Ew+0x+qqCJ7BvU3KPjZC0GyAuGXNnWhtjtTk
5Nxel9HYCIdMC6dtqxnleB0aQXASpzhZOPm3C84vAulEG1mswZwRVHs27W+4ZM+ZXRm/Ruztv5Ki
D/SThMuX0lhL7YWba10sAdce1G2ahjBBr78w0d4Qwiv0n3NDa04qw25paYZHsx+MhXf3ZigU2+CW
QU8U2rtkK9dDtUHnkWeZ6lMFpvFTq4bDJ6msQlxUYcA8/rLzqxwxM0px9A1Ig2nGzaPlbqz8FkCT
eUqcsJQ2TV06m67xDNMdTY63KxWNc0CJF1FlPRi+O9lofX78C8S6Xd2fhFRCYJiKK0fHnPMlhr5q
i7JK2mc5sMx8naC7nzz55ZiOPx8P9FfccT4SAm4OMnyiJmjMvmDpQwSMsaonHQLtvqonzXoaegw/
1kXqaZ/HHC0btxyVIiCJQw1k5fdqKm15d6mBu7C1TeldaUGAP+OtpJBbJG2Pl6OeYxJuRwY9egxl
TefckK9jsQWg5ez5jtZZC4HozdZnxRB0ReCNoh9I59k8lKpqKc1C5KQ60hzb2lJekD1Sjh56qP+1
lbSE0bkzHo+bILNw09BEnW1HpauVSsFA5bntpnyV6F76k5dKHd1YSz+nRW4uXOE3259KNDQIAUmC
Rk7ge739aykyOsLR5tme0MSsQ9PjrTHj6SepaPv+eFPcPBdiLJ4LEH2cbTqn12OBg3Ei1MeaZ7ms
1GclGqStY0feSfFLdVu3xvCfGgzjwge8GZR2NLQEoD5c24w5S6J6y7d7XJgRnbSmCWYU8oGm2sc7
pS3A1wHxsVZdnMc/Hk/15qCJUYnaEEuhtERz+nqq3pireH438nOhTCAKJSMcv4MyDA6Ph7n5eiCn
iInYLcLTiAv6epiCHpmOVYbybFU2LrZqpqcn4lfzVe0tZfN4rJudyVhiQ3KamRU1vOuxYOINcog5
8fMQ6tmRM6BusYeZjkaIcBMWQVlxfjzgvcmJmiHOIaDISMyuByzkkDpY1OGNjSKX7LJ7EZqfAFod
UGPpl/bJX3zw1Y1FSs9LwBPPAoGInJ10OLeQAkcj/jR5/v9xdp47cutYu74iAcrhryp1cHc7q+w/
wg4eico5Xf33sAfnwKUqlODBDDZmtg2wSJGLXGu9wXT3SUN5eD95SU+7V4P+u9S14SEebTXfy8pO
zwCAEDmO0K+w/NLDNwQRYQ+/kmjqPhsglapdbkOxUmGjjz51Nkf5iS+B00KNwRHqn3bK2Ypz42TD
Tx5uYV4cs77Co3nI+vz7mI7u52YyeCOq+Qz+HztuUQWAYhVMJu6v87v01OXMdcl4gfzK6YRVtooB
IeIb4Bki7cVObbX1yCEad8GyinRtPkRG7IpnC2eiN2ptEf6YUWR+TIwKG/rE5O1Ph7TN+yd42ZX+
mIrJpdSUWM7k53nawkpHKszDG0PX0+/liHxccWjooo8f8gzpinY3ozzcQK4Wetl/LluW7wcvYU3s
w7ablI1otwoG79Qeni+8KDg0RDz9cksNSIkhWNpUgZ1pynku8+EVFVUc4AEiHeKwTR8qK8w31ndd
9P/vqMQAKpqwwGh4Xo466SnCgLFVBrRssseJB/LDgHv1s5QN+KAaxfI9pRCKLZlqPU1Rlu/EjKn2
/Y98Y+byUoG+AuqIzGkVe7spV0sVSmTQgKjzUalELnF0sx9GX02vhjF3e66jcKPnKR/iv20sOXGS
Zf5L2Y769howoZkZSW1ttMFQ2s1hpIcNJaqcH+NY/xbP/fJo4ZfpF/k8bAR9GRouB2ZA6JFwoyDP
MO/LFffwxe61thwDFnd87FojeiR6KYepUv/KK7fdCMPX85TVOdlF0WmkeOs+Cth3olIxDYE3Am91
bJgv9exO+9KJjX1kZMmnFtPjT6PXb5Xp1skCS8zbhME5vlQIKEtezhQigJZNopuDKvSGpx4XcWqC
pkeTLtO+qaGaHqsszWHi1DwzE8Wd9y2kqYdJ0bfyllW4/u8v4ZGEMgTVGKr+l78knpY6L8duCsJp
1n91PDgeLKNJgraurY3Pu35dvo8lRQpIOlEd5SlxOVY6CMXOrHYOvGHyyMnFssB9HBBJ3KWL48Z+
VoFypGlWCM8XVrX83Q8aHhPdQIPjMS69+BuvLC/f9WFSvxkVMox7UU2G8pTmY/7TspBY9BNdK0yf
T9pFu7EPrW/3T+St9ULEhw69LGwDir+cg+vONQUBawpYUzp7cwXmBJfWuTohktVsvEeuD4RD8YbO
AVc4fb539uZvKXM81OXSQdsMHEeEaL80YXpY8gVLy8HpcM6pdXfcInDIQ3Z5CElzuFB4oryjEFaH
0IqGDExorwU55oI73VCGPaliNPvqrLrPcRNrp6JGQrNL9SWiLpJOG9nOjUkDtKCCLVcY7brVjZ6h
YmcjdqsHI8nFIdHt8kOez6o/Vqr9HyHK4fP9L3odY2lvkicgAsMHvWIg6WFTLzFSIoHSueHBdtJ8
1zLowdYa76hEVbR3Y9Tf7w96c5Lv6ACAfzYNg8ttRKqAbjIQiKCCrHoKCy17zPu8e7WWrjoUbKeN
s3e9bQFAyJYlOxdvgauLpPOUbIHAG0T0mc6wjrrWN6Je+zRPg6X9WcbMOWfDyhap3LYS37ia3LIY
TZG2RuAUjRbDyvAohY1IDzQ+cZ86edmRRkbmmNQHnA6cj7lQnD+2jPGoRvA6QmERnACn6PJH0Kus
EBEy7ADchyZ8E1H30wwcc2dFpTr7fZsj6WBtSjpcXSoM68Kpgpgk9UHWKUSuoHhqwREJigWegU1e
TAcUz8R9kihW4KCF9ey0+nxysWF8+MM95clRKa2DcuQ5vM6ZONGKEhuLFSBOnfzE6y558ubQ+WRW
enEYBe5E/8N4oHeQ66PCTr3gcoXdeXJnLnErMBOzIGw7tH/AeyTi1R3K+NTgrroxw6ujygx5lPAg
p34IsnH1HEJdB/oHZzWYFGX8VlQl/FSsA46K1tD4iYvhWwMMbYtafmNUVA8kDxKTEqov8iz/FoXT
fBkzYMBKMAvnmxdH4a7UtH6fywRfeg/9ytWu3YIqXx1YQjB5G11rTCiIx/LPfxuUMn2Gi6GuBPAh
8r+qzuYeNOrq2zA4zrf73/F6y8qhqJHKkh2BcBWL3FQ1yZpGJQhtoT5XY1ydjCk2z42BodRomiQ3
3UASh/LfFq7/5tC0hkG6SRGfNWm/HKpem0QcnQ2kCOfPmWjNz56VYy2bQcKp0ZdRrKPm5VBeihHm
z0aguorCsgr+jhslWMnb5nKR5zqRvNomPptJVf7HLeb+aZqc+hOkV9Xi8eVu2ZzcHBC8KiRCWQJf
C06ak6eMXqXH5ymO8tgfdNRAYOv8QNuy8BU1szYOzI1dJJUtGYkCMmyO1Wsl6xojXyLDC+ZKRC3v
Jh4TO6XHDM7PTULQxnreGg63EuQk30GF60LlYOPiOBtOSOvTSA9WTf/SV/VQfdCbMav/9ArFO5Fa
G/U9Tuc1iiGrXCw7w4XmJnLE2kM/Deax69AU3VlooVh7u63qx/sn5cb8GJLEiKeYxMHql/ulSu2K
B6yIzpXVw6E34kH50mTlNIFAqv+9P9aNrYIoJXQFLOyoRa3pHzENb8NBHuHcpF61p4mYvoE0S0/d
3CVHMNa//ofhWEfKpiYJ57pXokD2t2bC9rnulwShyKQzn/Sk6Y6RZi0KPDg4MP/LiNJdFmgGdaLV
4UNHsW+0JIvPmV6m3a6JcjE8tUnh6PtmKZIU65cUq537g976gtRpZbrD6nJbXn7BITaVJaXlGChJ
pqgvNWabxQ77r7k7wvy1tq7kG1cHwe0ddYTiwRU2AchnG+deHp/x0qWLSH9EKY6N1yunJZnq6gUF
ppcUg5INXsn1LHVOBdcyZ59e1Ppm1vJGkD3n4uw2OtYDYFytXdlM3NTavHUMb45F7AbHS9nvqvSt
l1qKBVEtzlER64+AlI0jcPT+BTGLcuPE3x4KPoPKYAgTrKJZ07nmbFQN00Jcu9xPpaofcFmwP3lq
2P55LGMNCdX/bzB5df12Aatj5Sq16sbnKhnH2i+dYe78SLcT5cFNiq2C/vVGYTS6h9IqgcfNms/e
KFrvKQZTq7zBnHd95CIAlGPsjYO5W74uiIk8F4SLr396HN5hlEQZCdi54tVpdRTLlq04U7EVD1rW
e2cQjTCBYqXcMky/8fUoeJBpwZynurO+HCobAt8Y6+LcM61vXmUAPQkdKcNQZuafpjvcCdSCCZ5E
FlnLv/x4tT5PeTMu8XnODfMDvlLKS9aN+m6c261M7ta0QP84pBnSdWctko2iTYaSkBKfl3jKOWtt
a+KV3Y9ttONicOKNAHZ9LUgFLvgX6M8iVbfeKAn7stftNDk36C98tMfy2xjbClyPXvsqxr7/fH+D
XD/QLodbvfFnu4wttAziczEuIIhAFOZcPuPo/XRbu37zIjhEX9uxgsuV8oMO90ffmOw6o1EEJnte
GyVnexAD9QB98ENeTx+VsVkwOzDzjW1zazzCJjc8J5/irfzz3858EYaQILn/zl7jjs+plyhfItcZ
MB+crb8aSv9b1bebA0LbgZAnGyZrAmDZ6WXB9SHOw+yFX9RJL15KO6p2nbtkj4Ct+z9jKqHxBRkc
Xhp9JxRIQJFfTtAze6MegOSdTQrKht/CQ1df+jmux0PR68Xy4PW16jyPYlqSHf25LQXlW/NFe0fq
NQMmBxh6Of6gOF0U0qc/u5U50ryseD/NTh3khVr+y2psdQ5uHU4UpyQmWWPYNeExyxRhxG0ozlnV
DJ+zsafWYYAKfLSjpdjSnb05GHZRrDFVbCjfl5OjTzpAvlLjc6mEbf/WdEP9qJfVXL1OgBI3ivTX
JWQgzTCgoNlxaVASW+1VLA+0EWhrcs7pS4X0nNHn202TsAAjeUvno3+S/XQB8+z0eGz5t/ko/F7X
0g8TidjGw/jG9SVpWdDPwFlfK0wVRZENQ1ZxcLTStt6MyJtossWhdxxDdjaKIX0sHiitAYO6HyKu
vVJYB8mSBtqmSwFU+VV+O7Nhlwsj67v0nBR6mOzrsJu/mXbY7Ow29UzfJO7zT22mvNyKsgqKsS54
O3SW9zov/fDS6dUWUF9+6IsSKj8J9CwHlxeEbDBc/iSjyh0YU2FyLnIrn3dDQhnMNznYp/tzv3Ga
8Ah1aPGQe1MqWI0TTSgkWCANz7pZTSToKjryy9Jm6KHMsKj7unU+3R/xxnVAVCTxoCtkIue2erPr
Kdc78vH5OYvy8HmeaZXiz7og/BDqy7+i9pTPbai1ELlQ87g/9I3JShAhwZmzLJv0l4ua2nGRTgva
nMZQnOtW7eadZosapz+lQFLL3ozNN74iUoKUoaX+FT2+VZd+UAcapAB6z3qS9+OhrCGS+ohw2N3G
Fr4xMyTJKAkgikrCt07Sp0yLQCdW+blKTTXyU9CIe7MREuZo1ZiL2u0W3/9W8ICATYkJDAlYwDXx
r08Mq0HkKz83ItSPjUM/eG4X/RfVxeipMwvxQPGt29FJNq2d7MsBv1ySY6Ip87f7n/VG5HCp8fN+
IqsGMLA6vkOtR8vMtz3Hje4plEqTZCfQ6QM50DpnoTpYKBqperg/6nrJgcNCOSRykuuqsFlXJwfp
8d6hWjoHwoza08zfeUxET+ysxuGXk3rRnwqwywFRkqDHRoziIbQacGkG7iJmSl/NcJ+nJOoey3Fp
Jp9+S/9Bmzzxhy97OSCZvOyfyDxwreABMC3Ksf/RAwPt7eIhRoThFzJCSrtv02Wrsyc/0u8BTw5G
X4/XHwVosK5yuX+LwRmVwQa/OzUIlzRL9hRS8/az4jlRvDfqIls2otCtrydNmmSaR8d4/eTudbcz
MkCkQTU3nfaCb2KefUAgw/i+JNF8qOe52Xg3yc+zniBXLTUfFLS42Vefrx5izZsKfFDg8y1+bNPV
aFSreB4HMsRduZDBI8OX/6Bqs5x64aF2fX/Dro+JXGE0DKg+y3cTz4vLFa6tqqqGKtECyB9W7uu9
bnzOLXpxSuSZfw9Kn3wcTC/7cn/UdQj876ikpbBJZC9ldTijpbeGpZu1QK1rrfCrglTLx0fF3N8f
58YHNZEMkEkoz5krQtKcQ2AQlVCDxRnN9mQh/T3se8TUxUkkuvp10Ef7T/0mmJvsXUhJTKoWyGJc
rqjS5XhHe6Ue5Dq2C0dMEenC+1j+iOSpDynw+VTlSuXH/ZleoUoYlvUEcIC3NmtqrMoKxoKWudGP
RpC0S/kxVs18r6LvVKAyW4/8zxiAuAlpb5jN+NBMIzQ/vbE3Ho83ziu98fdqv2TqrHdTYrRan9a9
SVnYyZpd69rhoxrTz/KtzN6iXq/fDHLGoK9d+oDAaPH0uVxo3IymGttaI0jDefGeVE2p9xXs3c5L
G6T7LI/STWs45Yfac7ZqjDc2MPGBEwO6A3D2WjdIVLlX0ac2g2E2+nwPAD8xD14XbQmZ3djAXN2w
DN/F4/EkuJxjkek1yYthghWyGg+/gyQ+4VAbmudxXpIftMdq7+H+Trq5rJLZRueaQL+G0zepQitc
hExtHKP51EYVIMwOVo3ph4ahfOgWL9P2w2SG52xcthAsNwIiklYSkkwhju7CKh7BPypoOkxcL2iC
/lWB2mpOU5Hr6RGV//FpUsZifmwHb/xsdRG5QGKhu7Nxid+IiQiGknBQdCQkrvMtmDPVADBUCyBT
JOnzrMCy8Z1s1qbXJrZTDXHwUn3WmlgVx/trf3P21OvQZ0BbDS7X5ecWEZwZ5En1oGpiPX1Vwinf
tyrOtgcjG0ZnFwmxyEdwUVp7i78suSKxdr7/I27tOZof//9H6Jc/QtGRNFu0Sg9qVeveQFXlP3JK
JAe7sFq8EnLj8f54t5YbijH6CQg38GxcXQa1gxZehBNXoCugMbiZswHtuVn/mnQ0Cg9Vly2IlZki
+tNOvgwgXCo8kSncA/Vfvfy7OetcbUiNIC6b9q8YxeTwJc5VRTkKwJj5MZwT96cuiVz3J3xrgbnq
SegN4H88E1cLPLbg1SvTCKgztwf4st4xBOKY+bq9iMNiTVuWRLdW2GEvy7T+3aXgckB01GnTNa0Z
uKXWfki9cXgpnTKBulKnLqbJRRGDuKd2teUFd3NgpBxAGUpJ1fX7LcWVuHCa0giUsdSwl1L/GaNm
eNXRPFH9SoQl1qKzHmcb1/7NYfFFBDxACYyDfDnf3JwGzYwaI+CcVh+drom+DPlAzyesjeE/YWoZ
iNwhz7vF6Lh1/YGEkUkkEQxM6eW4NYBKhBw0A+8Wg95aNQ/WdMyialTwUqic/yVOSSE9SjW08+np
Xw5ndVk0AvgxA7uPsyCtlOUj5E039At9qTiqTWwcyphO1OnP9y8XHzxggqTEj12Ou+hpXALVNIMK
9+OTknRJtDO9trd9IbwC2YaMcs7u/pi3PinqCLynuNLBccrI+XsmUJjzZDW5GajCfO2qSA+6ujdO
pJSW7G+DyjaU+cf9MW9d8mSzFKCQruN9vhpTAY5mxDyIg7kpkugIRC07hh2+CxtR/9a2IVcFCELS
KIkCl3NDFhAf3sEB1lQrzi98pPRst4wDYFFzVrtpYzT5q1cph0xxQIdRfQACuDocUYhtuGa3dgB3
NXzWq77M9+VUvtRNc1aqJDtpxET3CfVf3c/DsNoY/saHJA4BrueCoxK+FjsGQoSlkVPaQTtPk31S
htCOkEI0x6AppqV5QOwD7pqZi3nLsP3GxNmz+B+DxUNzad0nCpPRsaGwM7JljlL919iHiS46v6vC
//DQsBM/inSKXONUYlMxlcJU/zwwSUlaCplgIMlIVjsqQf6+NHPVCUoooKch1/AtVCbaG7FnLSjG
TigW0Und0mW4ceHQrJLakzwsaO+shtVcen0IfDpBPRqqONSWkQ7o4Hr/UZKo1/3KHo2Nr3xrrSWA
S4Z9rArWNLrZWFQ+s3CCXhmjvt9lUxL/XfVJHu/VoQ+Vo1HMrXLyzKXEe7lx9K8N/2ZLJ+LWvClm
S6ygxCau74FJ12d1RjEpSJq88ZdutH2lnuLGt5LwMw7J8RYjeWvA1dMJ55xOyebQDpbK8ZqDig2R
/RSCNdm7CJoWvpZESn24H6VuRA/yd9qEYAzB1nqrcmKjt9OUFTUft4irCt/sFtW6HqDDzoy6foP6
eSMkAp2loQzaU9JDVqHK0CfUqs3QCqK0MUMfr2lh+oU7TBtliVuTIr8CNoYcJuCRVZBC+hjRF3jc
Abaf9YLsAsqHn+KpwhNITMbcBH++hhK5gZ6WlO9fbxRTzWDcLIYVlDM6tE8idp12F1Y2bc+kLtwN
tbkbGZastECF4DIDPrVaRMeMEpUobwV2AVNoJwSYpho3zM9Njsuf5fXqm+tGyVM8oEV3f6I3hwZr
D2mLes+VZIxdZJQHRtsMJm5acOyG2j6aqVkkjzpwo+ZJR2ALQnk8i38V/v8f6jMAduadgjwDH5Ur
yFxTX3CYGNq065zAiBGlxnYo+akOtbmba6fZQHtf3zNAqbDiYPtw0/AYvLxUdSw5RlNoehCqUTPu
lLKt/kWLxp6PWWZY/cFVBUxptS7oxd5f4+sgoFP6YYWh4XHPrj+voi9T7NmpFajIT5yQhIvyPdJi
pv5FmkM8jFGmqb/uD3l9XBgSNSKWV+qVrAuXmpHX0WgNIHTrvP8QKabIdzUp7E5VRLzVW76OAeCv
sWJH8BVMydWzSPUWSPGZsAN9KMU/mjNr7THKvHpLXunWOiJygfaJRKvxxr38gpPeaXaEiHtguUtT
HNPUEcs+mR3FOtlG6exTO5y2JFBu7BrALtRCAXByf62r227v2K2VNl5Av9Woj21d0pJK6sSWOJ02
fK7cwf0F67feqlReX5jkv1RbSISlmcxa44pFnOnoghgNy9LydiiZR0dBb1Mc3TYy/spbd9nPo7aI
naLGvblHezXdarbeWPDff8O6MVXrLXLYUSTOhaWmb1HbieSQVvip7t0eBXNzXrrwj0OhTPtBtsuy
O84Tq2/sjm7XD2iPnblylvgZU6DB2NXCSw3fxqQcJb6kavxkzrvvYdL1G2H/OhrK0RHaMBFzoPQg
F+S3pELMpMwltY2zHlra15kKQLjjJWF/bToTxM1UJB95nZaI8OfGxkvwxonltPI4ovZPFmWvwpNR
t3aWmbYSTNRhnk0FtnWeOsqXDjTQ6X5wuPVZpUUWLwTY/leSMRm0y6WY0uiMNkvjo3oSffSScN73
S/ZFnzzr6/3hbhwhW/YTpCgHDNq1xzQoGBXXqVQJsiLGthW9n2k+5Cy+OJgYok+R38wg0SJnsjc6
uTcCk+SsMyxSiqTFq9dX20doNNphfKbMPtvHdBgj59Q5wvofFpTaLwKVJMDUVeTv+G3bDEaVlHVs
ibOG/e2JS2ZCkxKiVuYuQ3sSlkKF/f6a3vqEXCl0wuitSrmbyxGbfBBeMhni3EFZHI8CeEBx8ubG
ih/gEDjNY4428Kf7Y976jrSGeLvTzSVjWR2OPA3RozfBCesdYg3jok67XMHuwio775PdW82hNfMt
s+Fbx4LSL2UxVpeu/GpQZYFcotdudI7hwE5+QjR81IWRf2obCIv3J3hzLPzdSfGB11Fmv1zUhMKc
AqYIzHw21h/VVK12IUoy3r7sR7XY2DO39ibPLr4ejA8w86vSUOGgluggKHRO9S7/S9XSMjp1maiL
/Z9PCowIb3RWD+6BDHm/7c02XprWSHMvyIQzHPEDc8Kd0XWR8WjNS+t8/fPR2Bp0CrC25dm82peG
hWiCpqheMLijilRnK615zU4txKFNjPjf+6PdWkPyWNrrTA04iPzz3+Y2hZUTZ7w0Aovm/iuqTACA
gEQ16eH+OLeuBS7id7gVYXMtuiHJW27aZ2FA08PKH7zIES/0SdyXRQPEigCaWwzgoBAa/CuaPLXZ
GP7WU4DCCBkr5VpE3leLqqqDCy2mVoJ08dzcVwyM7KDXl89lO0BLn7z6yBKLE2YnaXvIi7b4dn/+
t06+lNpjn0rVkatyQRSnVZgQweO+Cl9CWG0vKTnLh8JaMtoOGMm1TW5snMYbDUwA5YAkkZSA6IGw
0OXXNQsNH9ZQeIEWzU36UpZN6LfYehonbFxM3ASLMI9cH3E1XX+mXZa/hhaO0ecCEYhf9xdAk6fx
skZGdQxMMfkD6SDFv8vfElFxHSqvDIM8wzzFb1juByjzVYgcg9Y9qYMXnSIt7TBcna2TAiI435GW
aoeQptm8y5w63ddWscW6uXUNYNXEacPjDWTWKohErW4ttABDCFVlbu6nNqvHxypVBQTvOeofFOxh
H+8vxc0hOeIYSbMT6AhergTqvH2kl6YTTN2CrJpi1N0LP290D4Y5GTzN4tz6fn/I96ixWn1AO+/A
O8Cr5FKXY1ZIZBT52NuU0StXC2LVw8aYnaFoR0rLTevDsNANv0yUvNnFok2tg7XoY3uwo5ZOXbpM
4afQU9HpTcu4ePTqcCrOhtJj63L/l94IFPw8SW8jl+ctsLqthFN6oWFFIY2cKql9b857bzeTTwfd
oCsJTou6lR8sI3Otj1bVGtOfjQ8jk/q7fELyXRCgXR9UlGxacAXIG85pXH8xE7tW/VRRtYfaA4Z6
zGpS34fQkerFEDfs5Xh/+jIQ/fad5PA0wdG9RWsRBZg1qhnDKDfiqRW+oM5U4g+n9+G4G6TdBm1c
XFDuj7ZabEYjEsk+uIQHyubk5a6oNUca5JT6S1WKYjf3WXxwzDg/ekoiHiw3LR89DuseKlOzkaSs
Q5McWtYseJEYDI3EzuXQdj+3UR8v+ovdRclzM9WCckls77rEMxwffEW+r6pOf+lq1XiwZ7fzsYRo
t4onq6PIr5DlIv5DBwmS0TooFbGamH0ymB9CXC/e2h4diVDwDAvTct7pOHlt0a1X9wDkTeqmEgAK
ooTNvQ43g0fOW84dl1+eLr/qJvkxSmvddCJNyrPO3CVL4j7c/8pXewqwA/x8eoaAT+GNrEKc6Fwl
AlidvIylIp6jfrL/9nr7p/C8fKOUebWcElYhJwajiaVdd3dmIzTVZlTTlyUtE9yRtbCq90Yxzjbq
M1H/E6ZmtwUqvjU7Q5I5eHTKu0X++W8vmL4a2oYGTPqSJV3xuES9gi/PCPILT7Xo65+vpCRrQReH
cgBW73KsIXbbNk7s9GUK0YJyI037ywA98bdRiGHrxXRrXnBwUOCldsK3W53NktHzyNRSzmaFJFBj
0Vpx1f4RXGeykeTd+mw8oRGSI/pICOLltMx4ICSHeUbQqeS279UXMSbJyUpwQDkkkdZtmS5fHwOi
DRGHMSnqaWtvX8NIeAC2fDRB9fS7JRL3uxu6bYiBXdJx+ssFzQEAT1sSVNdhhx3KEQSFT1UaOIxc
it92y6xmlCpdhy/oDfFfhZWahyFrwQpjcdcdq3l2ftqKp4ldnpjLT1oA03cdW+rD/X20eo4SBfgV
IGFomlGoAd51+Sv6zLKGeREseK9OH1VW3orrf9NoGtTHxi0bn4xmMfa40kQ71Eu3VJivvjdQNqrl
shiHp/lVe2NxoDa72Ti/mV1WDs/InprdAYhZUlvouKpZRMQfrNDduFrXBnsy56VbiEQcowIQeUc6
/7b4XSdqswE18eakonZtv6iV9Ith1KgW7eqmGsqBt0+MiUpH7e6zJs3TnsvQgithK7mt7ebQTf7F
/bHs/GEoR8/yAUM645OTW9n8wQmFbvqUMfq/73+t9dOV3/2et0B/BVkCeGlVWBqdCu3moe5fBbae
+3Kee7wM4qH0eQoZ7q5sMTN0WiV8jj1N+SLS0jslnl51uxEXE3WnmmX8tQu7aGMXvdOKLx4LbGLo
FOAVUFmQLO7LbbRYnReWyjC8DmLuMdMssizeZZ1iv0WV6LoDvi3NN9TF4nb23Qkvzq6yzZY3buMm
O01U1fQptSBO7lShe8mbNiWKthExr3a6LAZCNAH7BHAchuvlTxRlb5Zql6Sv6jxV7i42dBQoeyt5
zVvcnfdlMrbm0Qt7F491N2zak42K1xaG5Cra2Lxx8HVEjwIgPdnu5Y9wrXJEPaDpXu0c9fweXuPf
VlKr7cH1CmqUZTrsC9NZgvvb5nrq1LOQ56T/BSrgymKhs/qmGRS7ewUJ1R+nOhwe7TmZbL9DWd8R
+q608mSvzJX7qbKdYSOm3xidzgV8FpCrPG7WrMoytMepV73+NfJUtGS7Ue2PlmON+olKlxr9BX28
+0i+VtGxGrJJylkhdrtR77oKNO+ATjCrEiPgXLXGyojaODdA96ordnh0lZgHvebO/7qtFu5qXWl+
3F/yG+NJyynwAMj0AD9bHYjGof5KUSp5a8mwI3+agbjtvCKtPmp5Vv6y0epJT/eHvA4O3NA0pDiD
vCCZ5er9MbtJicR7X7xFPHNdfy7DOVJ8HpWKgfBaH+JxbRtxw7GrclM95JNi90eevk1V+j1Aq++W
Dlfyg5H2hsDp1KxjddoIFPInXMYJ+D88JaSuOtovV8+ycow9vR7Fm97Oef46tXMEoKnpw+8pSmJb
YO3rnYeeEKvMxcL+owq4Om0aAo7TWFdvnlPM2D8rY8w/aW9DrfpSd+4PVIcNHz0G+2muhbqlGvBu
DL+aLR0fMjeOHTSzda+wSfImgRIav5UYr76lw2QYO5jgpfg42WENHHEy5/57DMSi2Dt9mlSv8ZCa
mV8T3H+0TTqH6MtZ7ncCWhPt+iX0InzLSMeOmZqTgbTzbAHWdSs6WNWU4HVrOaU+ndxUL+kCWAWv
0IVmv9+qpWG+FuzzF2Qvk0+5B3Xc74UoPsEZ1b1TbY19s3cmsUz7tkZb4BCWRpZHtOZbrCzhKtPP
bkPlS1IKPfkUR073d4gpxfLVNhKww1HksXMWRB+II3Wqf80UJ/yOw5VnPNnLNCcHJ3PC7BdokbZ6
TqmnG98KocLG8oysMfZWbEbhHi7RUD/lnZmNNARl4gMEoa6O0LKt6QmET2M+1/ANfkxGW4mdNTlL
+6hgz2s8DkkyN29sIZCI07BQxxtLLwN0o0StA4VTrWLleP+83dhdpKtIS9LrBux59SxWsaGMi0S8
WV03Ps1NOX3VsdX7EFJe5PSZbf1LSWtrRl1UEznbLNsq0F7/AngsIF9I4fgFQOcu9zdF7Z7TzSsG
8dD+c6Nk8dc4zrt946hwO9sMPzShqOarKarwCFR2C/B0PT6nGKgD0gPsIm9NtM4aZ0GRXA+p1QFE
PCalB6rMQ8kq2+luKnlKXrPY5jlx+/qlRyUp23u0OtONm31dUkLGhYSLGMvvkGSBdWszs+x5KT1d
vIliWRwfs1ChfnEbo/0wjkPr+pqe5x+4l51zgSfrE8oZ2RnObeR+Xrj87SBLqir5qoX0WX5YGQrn
z0nWKtaWpcT1neCSrEn5ZV6d9AVX4aitEUtBMaF+07A7epr1BLppnHM1+Uo8EKm5tsp/7u/RNWVP
Lg2dSDoFVJqhda3HFDlmQZ43FG9Du2jjQVHH4qtw26I5lIOk1Waxhdu3n2qtSL4tsWfkO71QxpdR
S2qcKBUjSq0f93/T+4V/ERblM5E1oBosafPrWo+1FCgrjLn2sSmbzHutwrjvPs4k8fqHSE3acT+0
QCz8rDC9+NNsTZby4qTVjM+TWg6xrzdJnH1FBa8cd2o3YAKi10qXHoZmLtLvOFGM1anL59H7OlX9
HB1KFM9fG7SZps/IkObTsQqNSN145LyLKq4mRTUf+TbuNf6xvvCNuk/dvjCNj3iWL4/qHC3/uH1Z
GF8cPYxORld7SSDqmnPpxaPwnjxkAbJHs+u7wLDrMtvHuAt+sM3MNIMmi+sPzki54oRLXK980Ip0
yL95lhDz59yh+rhrCicPslAXw0aJZs2MlnAseBEcKEpDXNBrlkJsj0Xi5Fn/prZIzsHgNEqUXNWy
jD4PY+sIP18UL37IhTXim571td8BivuyRGZkHFI6C/ztye6qjZTtKta85+dU62kfgIpet2VFnAx9
kQ/TW5GXjvaAZF30uoi6fArhOuzSIst/AOgVsF+dYfq6jK7YeLpcnV5+AGMDiaYsex1khjAp9dHx
pjezxyfRxxbF/De3G2HtRg0UgdrF48aUr0sENMNksQygHOgJVHku47sR0wQ2cSl6U2Gr/62Ow9O8
RMlRmoT4CWm5509uit6Z5oTlx5ZE94XSyRaw9jpXlr+Cpr8sFdIz8szLXzFNem10JCVvUKIQu+3r
2uz2SjHpTwpkoWg3KIU2PaoDGtElYlDFszG5iVj8oc6NSep7wASclMVIXiy7G8y9MrYQsDUvo4Q+
Wi3sLWvWthxYrwMfv5o6KgRVMmYC4OoxrMHCAHwyU0ptK7w7M334m/sjXw5lry+vYbf84/AjUwCr
jXNQWgU1rmQsPimlrfwhQJcTBR4Y4SFe3f9H2nntyI0E6fqJCNCbW5Zrq1LLUrohpJFE7z2ffr/s
PcB2sYgipDMYzAAjYKIymSYy4jcg1ZBHvZxAHbZwVyZiAkvdOoax/UtHtOKTjKvvuyRtSudva+nE
e5X4hoACq3JZ05kjQbFq7enMcV4js9/M78vG1k92pAYfw2423Hl02B9WVxve7bP96n0rEPWCcwou
mKra64p+U1ehZF9Txu7N89z07ZfeT5oI0e9AsQ4+reT3WpP+ieBNfrkd9Xpr8tKizkvrgOiQuy4n
GEfN0SkbwwJYmWW9CyouOfaWOX/L2iZ+7qroz+14V68Yygdk9IJFJyTyl/jVxurrZpBC4zzPYDSy
Sh0/dW3d7YRR/MYZcH3sXYZaDG02k1qyi9g4m3mG0Z0d1piwyKA09mEVDkeU+aJT4mTpYdTG+AxB
f4uHeZ1c4QdLmZC6Pbg5EphFySIokJSOabidR5QNk3s9K8vmrvbrOXE7p6rvkF0GEWPGdvaf0ynl
txZmSnxK20p/19M4+qnNffxS4Q/V7TBDjY55Ek5bzZPrZacJXB1K5rx/cZERC+TNspN6pRzJQdVz
KQ2Im8tjt5fNeviEjAiaYqo0pyef/mrxt00GXKWE9J0QcqIct2yhmI421jEJ+hkXYnnn21a5a0Ld
eikotN5RZwjub6+7V+b0RZKBDAAqsWC9sEvnf7IYp9NEo15CJjlPHKvKKSGr0Fw/SU3FLWUgKA9h
KyPzbMvmeK90A3DYNmgciQsZXsauh1Uv7eLI8PsT1s3KmUfUODxpcydhMDXp8u9SjezpZLV5e9cp
8uSD4yqqxK3s0Sqyna/K8b5QtdQ5gOQZjFPXKnhiqVHSw6CMdDtx1SyfBLHEmoN9o0pG8mJ0hn6C
598hBiVLw0fqgXX+HVSp+kXXZomDQfCC3D4qh/uw7Sf/oQYG5mXorbxEXdP5TwOv5MKtMe9GTjof
WuP37Vm93s1oAQCEojpI3wFYzeXiMZqm6Ipasc4t7bJw72eGLx1yOOA0PbvO3+I6veoYLz8irQaq
IBShhe/RZTzQOhIwftk4Kx1Oqzut0En+EjoTbi0b8smqrGY+KVPUZS6v/744aD2n9T2wNOkujCy1
/T4UGRlIXMyQDkTrd98Bl1HcyMFADlmORKGq12Skbbcnau2Xk9sK0AR2adwri5nKSkg8wZC0Zz8A
e2dVmRru1bnRzxYFU+NToHfSDmi2pP7Jki45JHSv7PdK1eaVa+aoYR8isB+nuqRWANC1K/rElQE1
dD8kpyh2jWrn6UdmPJi3usvXp6hgWOO4iHAHNrxLRfQgiTqzwmvjzJZAAiwqQlfOLe2hKYrSrR3J
2edj9d3pUdDnCvnrTiuPUhaXBdYZYt3V6YQdkp0nQ9eeJy7OF8Xxw+8F4FTElSP9NE9d/aVu+n6L
xC6W0WKZgTMCQQBSkxxoeRVLbSrNqP4W52bECGOPBJu/t0pbuyvHxt+Pdt209xyP2V0WFHiO3V4q
1zcyLwg6AtyN1JvtZfBCL4zINtL6nEFyv5Mr6FY72fZJW6lCenkgJz9uB1y5AWC/ckcZ6IIChF0s
TaSVCjOb4v5cVCCq9qNfjDC5uyxA6j8cdmFfBrwUsuTz7bArk0zZQ1AIcfyA9CZ+1puLp02qebbD
bjjbvJNSjx+AkaZl4ce3H4KmbH7VlF2M53w28uKj5U/txtm1Gh8WjcoA6W8ss1wYqTlZWNGdbTwe
EnAg2CB32gQodnJqP2XFmbCupQmhjFMhGfJW42dt2gVChS9MJ5Pb93L82oAnZaok/TnG96QCHBhH
9lG3e/9Fy5HdQ/tTovg9StFGXWNlfYkckyIChxEkgsXnps/l9OXkMO4ZkJQ6RNAMQ0xPfqp+xGk6
+M5WirFy+MHmAVEgWqZcw0tVk9xMtIrVO5xH24rGh3zU8j+c8am2TywzaR7R4U9+JaKDeFJSx/9v
qK1e2tfV2Ps7VepN/VEb1EQ6SXkt4V4amElJecwyMxfJ0w68qG7HCJH3kXm4vUZfs4LLk0DwkKgD
UQjn/bos0w1qrBbFlM/nWImGFxUGorYv0fuila/55dMYJPH7MKA6vZtRdw4Pkkl+u5/7vq0fmzCM
CnqhCLS5Ba4qIN+wHK3cyaElvENtqnTuSlgEjUt1ttQec6VQE6/szGTYFelo/ZHnVvkK6539F1GG
dk5aMSASOswBHs63B3q9KCCuoNohvBsFZGnxzhpTSyk1S0LVQJPju5pL6XPA4/M5gwe6Z1f0G+nY
ddeTKhabT0j3C8apuWietwqW2I5c92fFrpJ0drt8jOkEm1XTu5rdZd09x6Ce4Dlmz/r3sIuGR/ZS
6BwMVG/jvZobuI4aUSWo7EoXvSjmbP782zkRbk+ch9T+RJl0sUGlDGX9sdHns+qEiuZ2GJXiSeVE
Dz3P4yNKyRjt3Y54fSQQUegr8dAFyrEshNVj6cyDNMznVq9jd9BT9SEYpU++XXJAFXIn/5dzEp1u
B73+9NRJhJQKtyuV6CXtubD7zK6R8T4XajHt8zzR3WSEb2On8t0wWvWn2+GuU8bLcIvjB5cYfPr8
QT73E3rssF/a74gle1k8qRsXzHXmIkCqlF141/KoXyania2PSlqX8rnMpuZo9YNvHSk9GenPphH2
KonajDS1NB2txmJO7GQXjcno/CVjk1cOdQSkj4QYATadyxd2F2WONYW+cbaUqZ5dWvUqMMBAPjQ4
oG1sq5VvKTJxjnaQeRy5YvLf3Kl6aFdFjqLEuenT+QSiYkKJ0Ujxy60b8543T6Ycb3/OtYhcoBa4
ABYQj4DLiKFf6/gYj8pZqaT8Q2wl4ckZ9THdBVkX7Oeh2cpWVtaPqEwJ/TMQQAABLgPWQaM0oLXU
c97P43zQM6O338up7uCXo6q+vvFOFQff5QVAGijYZ0J/BfDtYkaxXFOdvnaUcxFxwGQSwisn3Axr
daMIfp2NCDAhzQ0SEfHCWaBTpLCcwQwl6nloi26nNDp9oNQYjhnWzTteVfI9mkTxHv9Tysh//QnZ
ITyohA0R+tuLT9gHmjZWVGbPSVolcGsj/17zAZ5gbd/tURjaRI2KsSznFF4EfFeSGBbr4hNGFbVF
XARVPJBzfTeG8XgqUMl4ytMgfFL82Nk5uAi/4D2iPiOT7+yiupsOqHJt2iesHLhCWYciDdgW6Cfi
CHmzX3hkV7mGvdyZKzn9ONdK8isn+7/TOXYHN1cyfd4rkmpLG/t0bRFTnEZ/UZTdrsqM3VBOkVB4
O9P01U7OYPeRK4kTyNR8a+MaW41lQJhAYJky7fLNTP1JT2BOymejqPrvVSzVH/EdBA/dK0awcYGt
xhIwCt66QNOW9e4C2YRQHRlXqWXjr94PsLTlTdvrP4rOxhD+9sJd+3pCvhMLO1lQ2xbrSIl1Z64p
pJ5RrHHuUKpHyi3Om6PTyPM3ev0wFes5+nw76NoQAYgAB3pdwsvCVVHqXdfVs3KOUHF/wSRCfsjU
CjNC+i40UP8hmGhioChAvXS5PtvGLiefPse5SOa4fJTRgjxotoTSbySlxsZ0rhzlVGaAx+H3A8zq
6uE52N0wJDFHuWnEzj5Bi0nmoe2o36tqkPYdiuB/KTQl7kaDfJMjgPSDT7g4euYwC/VCSrWzJdnV
HtqAlsMntuO90INwlVqzjixpZQO2vvIJQZFRueKCpLOw7IdNVt0N3axz/kSl+o1rO1V+UEtp7rjk
dP1v0VPgirD5owMEThakg/gxb44Ym9eBM08m9dWoTu+HvP9dNvAt2pQCOesz0bYcflZ2BQGFFD9b
ggR2sSssOy/HiJrW2dRKufuvF5pwd9Qgje7EmvapfqvYh+5bVObnDdHOtdDkHhYeu+D7mdnLsUap
ESOCEWtnyZLK94C3suRkaVNmn8CsJd95IQ3wXrPhX/IeE/ka9BIpmlBwX0yyGSRtHnKGn2fJTPZ1
Y2XdQYlm/3kO7Oosd2lRbxT01taQMFwT+rJCZGQx1AB7JVlrNPVM2Vh6H2HBY+2roo+TY2LOWbIx
sSstOdMSW1KANQBqLPtgo1JC5oI//H6ueQ3aoZOZeytrKRvk0vxAghYdeyXJ3aHN2gdJs4LoXVhK
wQP1FOXD7TPpGiuHYxWJF+94QUOAi3D5lW0tDRL4yun7KDD51kXfarob5WP0oajn8ZFbpb1v4qlE
5t4c4I0bI7J15Vj/AjZJzRobmGIH7X1Ln/06g6LGTGFD6Cex55adJaUGC2cZbf3ehwqSuJFfklaA
1XoCAEQ9WB2kjwnQKjea8HHfuPdez8bLlIbFx2tWMH7YdUuXG0BsCXwrvWXRl7/RbAaAHxrGE8oz
1ilUkuxDXuf9oVUj3TW7oH4YjLjfOGiuN5+tQi2n5SS43leSwJTGsRbO7fE9CU3c7cYICNxIeeQF
tYjYcW0VZmJTyeqWbcv1tcF6pDgLmokOF+SDy+WQI0PYx045vJ98rf892057DyWokT6D3ucKNvTA
Cv76pgJgSvWKpBxThauKpT5leBe1oX3OAuUU1omquk0bFxDKMvtDNlf+j9tL/nqzi2ckDmLI13EH
vO7ON2d4OEdDi9iyhcNAW/zu+96gPmr6Xwe8vj/eDnW9u7D6Bd9D/iQsW1nKl9OpZwGXbZ7U7zC8
mu87fczvu6qwkoMzZP6DnvrDuQ87+RC2iVbvKvQnPxtaGxZIlyuRF2pT8V+UKEW7scKv3kEQLoCe
ajRtgbiAW7v8WWrtVy2Il/pd1qnVb8i9I1QnehnF3e3xX60m4dnEOxJ9E6Fsv6QYt06U64rfTe8g
ddjDSc9Ddoze8kQ3miD/Hcymefz/i7iYcD82W31CyvVdB1Gj2Um2nt75Qds8RcBhTlGknm7HWy4m
4R1BBwh8AZhyVvHirqrMRoLTFGXPZa4n91zL2nOh+WclTP6aGfgaChlgpFP4B2XMy4+WVtmUB2WW
PUeWT49Lx3cYhF9aeGBosRK3W/OHgqLbtEsUpFRuD3N5HInYtE6gv1PgBuqpXMbuGmNUh85On8eR
nlSUViYswMx2A5NON1pVtvY7RxH62+2oi+UjuKaAGUWyLFq8nEaXUcd5SuxGSgNvGhvjGdXFbm/W
dr7TY7Rj2G3TFnFNXHZvDv7/DQimgUuEHjoQxcuAVqO0sjrK/tcO24jsp56XvQe6zr+rpkp2nmO8
47IPWA8a5nslVgdnV83BlrTBYqpff4PoI5BfChmTq/I6zbPen2fpK4rafrivckfm6VMBSP81UD4t
gXiZlQ9UKKjLw+35Xl58/xubiWbD0lanZ3Y5foW+ttojfe/FY98f7C6Id6XsG8ci9CXnzjIS609F
tviu0fP6JOdtGB9ms5Y2fsbqDLz5FYuF3jfN0PQNNoiTVjTDXaqVI2jaSJvrFzOKxt/DrMeodMS1
vmVoKca3/P50zthbolt3xcJK/QxzrUSTvkIwwz68nHTtBa51zJLH93fj6FikOK+TDYyP5Q0vAhaW
mIY395ARGXJVB0PoAVyu5Q+ymquSOyp4zu5JeYJHvWnt5DdJ8nDKy7zZOrnWNhfqrYAChW0EB/Rl
eGs2ShLpKvD8GkdEp8zi85zn1bfEgRNAWpebG0n22uaCBsK1Q3dSZ2dfBtSkyQmGwgowzRjsYT/T
TTiAoIu1fcsZSgNYl6xx38f2FO/aAoLXjvK1VG0k32ufGHMhmoQCscTdd/kr5qrslGIuA89C9/Ru
0Bx/r02Nsa9MQOK3t9N6KAGQ4lHPO0r8+ZsPLBkp8Wcj8JRxSL7UqhDMUR3YRkrbW1sPxbVgXLYk
85D5qHAuTmhN4Yw0W1x2MfMcn6ls6umxTKsSi3clMtS/e3S/rl3c24FwkzzwXlrMIsnDMDd25X8N
q1oBVpNo4XQcpCaYD1B/B+t4eybX1iqoeB74r4S1pUaa2rRjUAixJaNC4XKw1GSflKX9fgqHwA38
aUv6d20yxWtIuH8gXLhkF1LNC9JeLqWvOomhWzoWGnppH+SfHD1Mt9xkVvaFzRPfEfIGDG/ZmdJr
5Dsl3BK/AlUJd4xzflAAt913c3nXTL3zKdci66gl0pC4doHf+Ma+XBksuSkHkXhw8a/FtyxpuYHY
agKvVab4rumm9rELwX7AeyKvuP0hl09fsXAIRvGdfgawwaXdlEERiEdtJ3HDFnX+zgok6xdV0zza
23ZfHbIhrqPdnMiUULt5lotdZQtQXw4YqN9XTfnXnnXiB4FKhQwn+nTgUy43qR+M2ZimCkurVIYT
TA6KVlmIXGs5tt2Dwhxs4VHWvjffmnoqhAPrar6zJJLqJjQyT1f7P4GVzdmeqq6j7RrOvjtrlqKz
D0Xo4PuafVdrW+HXPrdQ3xPFOmoQr0+WN6dSoGa6kkY+vkxGrH1P7QE57XDWf+Qc/L9uf+3VUJRz
UQKQhQym+PM3oUwr6BrNqWOvi0LJ38lI+eQuaq1D6Y5yWm28I1fuU94YNL0VLm8aZ4sLTVfHeGyh
RHjp3Gn1h6I0Mvm9GZvl8JnCseXsZqfvs/98RWlOtUHN5+X2aFcOKZt7nAtV1HZphV+OtgRo7Qep
HXtloE+gMJA6/sPjVv9kaY3RHzNzDLcA1asTLJBzovlC1XyRryKExwdOpNjTc3Mad+ZoWCkZG+3C
sx+PyvfbA1yLJqpyJnVlAYBfRPPbsdbGqEqwDxv9jF5AFczWOcvsTP0ZDYP+93cM6j+81WUAY0L+
5XI+0y4DsCRbsVfoeJa5A6dkvm+bYr6rrCLcgrWsD+7/oomv+2at+iq8bSWIYk9rkQF5maq59h+B
aBu/7Dbc0lpYCwZKS/jOoe5AenAZzABwr/cSBsN5mfjthzFOY3s3dzjUvqgQyI2NU3dtZwjYMtRj
zpwrEBqVxUKa6inyVEnrM9coeTipOXApN9Oo+p2CwXYKDcxq3/xCI3ho/2Fn0ItkyQjQH9K4l8Mt
gQkUQWklXtPU1o/GmqyTEg/JoZAa7SUCDbt1zazOL2qXQtgP04Clekarm12kAtL2BqWW572ToFXg
qmHYD7tMrjZ7rqvhaCageQL+niv0cnx9GfZtiTy1Z4YazNqmVuZk18hWtmvtod4wHxKTtXij0OoQ
pQYYvVSxFone5LdN3qZx6jndYFeP8hTN2uMAlWQje105zhyYabRShbL4FdJBs5ygryst8/xsNNOj
EulGPLrRUE9Ho5Lm+aGwUn1LYWU1KPqwqD+qiDosE69BC62qF26U3ejnqKCNgIRcqRuHZt8WiWYe
FTRyt/wmVz4fdq60VFFDowuwfJgE6BkaaiUnnmTUISo1ChVXvebN7ZcRhNwcrs/tg3R1lNxVr1pL
ZB+Lm2pS6zGYmyLxjGoavjn5eDcFqlbuykrJWmrqQ7v12BN3z3LR0J+jmsIXBRm0uJsU0O/xhCCO
N2dF/kGfOW2pKc9mtzMqTtlnWvTA6GW5s7K/v5URGUaYFc12rsZlE3mGAWdjr5B61NKz6miUCNdY
SZNpz+mMlfwuHFUt6tyg9GV7V0tZb3+5PdlrXxdAhHg+OEKlX/z5m4Md7bge+RQz89QsKX7ZvSM9
m71m+jsI8ePp72MhRcSDQWQgQDIvYzkS6r2RX2OwGVTGU6Tk+WeeRr7vxnL743aotWNASGjQG6S9
Qjp5GUrSW1IR9O+93A+UcZ9NrRUc4JBtmQusTR+IMqBbJMcaR85lnKI21UFvrdwLQtv4SbPcxlmy
y5EJyTHEvT2m1VgClk5NhLqfvrgnENsyced2Ms9ujPQOtZ/iPfbOluWywrbYfKuxOD0BhdPhuXov
Bx3Se9BUU69K8MC6T5KhObU5R8QJx6v80+2BrW0/lTyNXNhhGS5Lt2gPhE5hYFGa9LGJ94dsuDY0
lXMyIHLiduP4u9a18f520NURgoMB5Em+jw7X5ZeD/jAXXcrCr5NGf0rbtPs1GXU/7Y0WAPT+drC1
I43iMMJYQt8Hh+zLYJlAiSkyKz9O89Q61bmWTW6k1EBG5FkN8ADP4egfbwddGyGPdBplKM4KHspl
UAfpZSnSsWG15bqI3NEBT1tok/1YBtYWnmI1luCPI2JBTUBfxKL8Z6r+7GeeYwz0vU24aIfCGLCV
UrRwqwO5NpuvqoMMDWjtcnNHuhXZZmoi50jlPTsidJRmYI/r+qBkdWg/8Cb+y8afeJhDiwet+v9C
LlaLDaK7xJMt97IGNZSnKNX671hW1dXOruTuw1DRpbr99VYHKXSnOJRpDy0RKnHV9s2QtoVnyvhy
wXQf3/lSpMRuj6n7/aTE+cd/CMhDiUNMiDTpi66XMTdzqThZ4YVWmJ0GPqdrmpG867K6eeR6mjeO
s9UBvom3WDKDEWSpHuSFN1Rce4yQj0jpUf9N7p3/SJXS3qhtik22vOUp21NtBIoDpHJxVk8NyyVo
6sKz5KzO9rU5qhDxCrvaSA3X9gIZgtAeR9aHf1/uu3LsnC6ggIPpcFd9SxVNumuCrHhpJ+fvAJuv
q1LAfUkgsNnhvruMNLeCVpP3hYcxYKweUoAhP6o03EwB1z6V0CsU0n4Yfl21vYM8jiPODy+26uAl
Kyr/Yzw33R20vg95VWsbSdFWuMWHGoANg1GNC6+2hQNfn+WOW+SKVFD/V4Nyb1rNPzw5oV6BaRCr
n2+3SE3Im525U/Xcq3mW6nsrtrSj6Wd19dGo1WRLV25tJVKTQKUNqrwwYbn8biGmYkkQDgUa9Yb1
Ppa6CAG9qjQ2rriVhy2pOcml8CiFkrIIM4x94jeTkXsdSvj+o62GcndKS7M6lbxcnloDM4td7YeF
DPOo3NJyXvuKb6Mv7jzZakS6YpMazZr8EhRJ0ByzTCkcN0EeQd47JR5Mt4+wtXkVEyrQraI5uDjC
8tpE8ChWcm/ssng4qZIyVMe8l7egiutxePlBFkQdddkIrNqMgj5PBQ8xWqn8z4mUoXzvUP75SymY
1w0ulGAQQBZCrEt329gap2KOOnZCFWXSKczqB31E1inNrXdhUfj5P1w6LH6RyvIMosV6uTDrcvYl
XoGFp49+X7np4Bf7KUjnu7pqO3MXGs4Wtmx1jYK2gLgASJF23WXEvNKSsmqkwpOkoX6wi7nZ5QDD
/sy0BU/s1uYFw7D0flS5+W4vlrWs03gTebHl6zYftCFNSm9uYvsgjcN0l0pN5iZNHp5mDCu/OqUv
7f8hKJhTgbOntr08ZxDxKYMwbQoPzTV0j6Tat91ygBEdk8rsZY7xbmcP+taVtLpgLezFMVgBamMs
HrhlMpR0ygMOHJveyUnqEss+CJDdxtW3Oqdv4iy+pjPLVCRik6RlqA5QaaP/MBBUhMoVTflDhFT5
cxK07dPtSV27cFEn534yST/BDF6uoQh1NCCD4v0wZ9J4itG2k4+VNpbaE+qsxrRxrK6G05DlFJV7
niyLxIVXQ9ONtZN4aK6o0k/MrLrkWe6M0uxd0S2Ov90e3trHQ0FMpv8CBQRc1uXwWn3k7g3bHJZS
TaFOUVISwqp2zC2H2LUTm/6AoIBRdEWR8DKQqVRGgYV16llJEf1sCzWY7wo4i/mxhJUFD9DQurvb
Y1sNKV5+FHvpeuuLsc3qpMmT02YezlxZeHYMwPR/+kJpm4egxU9il6LaVm/kF0vc2euxygjBYsDK
vfYRpYdeWXJkSVgCzoHxo5mBCR/JpjLlt6L3xbzP9DRVT12PvOo5HVLFQn20bjUDzT19CDvXKiCL
neqqCaOniWTv8+1ZWVthvEtBewtDYorglx+iac2gqxAb9vQymD/mkCh7d4rT6T7IHOfj7VhrW5a+
ENglvgL1ksVq5vXb5pEmpV4H+bPey2FYDh/VVo99V6YSv3OS+Lttz5m5EXdtVQN+YwsxwGuABRoO
LVkIm7avu9T5Amu6laKdIo/1FsxwbY2JFAjpYsFtXZa48rFupbicMq9Bacvfq5E//cFoWUZG2M+/
G40ynW5P6drQhMYMNQ0Ema4K3lZaAFeeIha1lLXjS9jOdXqqCzsfdrcDra0TsXk0UyByrzAj3GDG
nOS8Stsk1UK3V+qou7PlqWuOTTgN9saNuTqRyFSyVUGpANq8XJZZ2WMKbwKpy9txPEVIgz3aM+5s
btRGlrWLw3H0/2UqTdICUaTB3nKxE+oEYJmsSrmnxFigHebCpxuig3H/fXsmV4eGqZdI6FiTy9pa
kpVoEbc8fk2pjWj/dCH+qxFirMNObcfQ3McA+LY89ESGsXyQiskUov6ChrLYelmiFcmEfJs3WriI
GHKcd65vzs3emu0JOjD9vyfgdv5dFifle+qq5c/bo17b+zxDKMbyWOWluvigmCtxutMx8GTc5CPX
b2WlhOzbBlCnSuBWcmNWCHVGlvnlduC16QbSzMBBAHPMLXKveMIuOubx79mFJB9I1tHBNvvWMfc0
g5vPDQi2eSNJWB0rCReWk0KKZ5mzy2Wp9VYrZV6bW0N8TBzosQ+SVHb1DymeQyQW6xajKRdJu2Qr
yV2PzUkgsGycCIt5rtLSGAT41Js1KgKBEWfWI4YkAp1jp/m30Q4bze01kHQb3bC1A4KmAj1/mOfX
JBXZnBpzkhoq7jESl/iAJ834aJscfB8g6sThVol6DcACogsSF8Antu2SxFU2yDvbSUzdvR6UL8YY
3uuDStVd7sbgKbTq5Hsd9+FDLFv1FzXJgycupuyj0k3Gy+0Vdj3l3J9Uz5h0Ov9cMJdnlRKNhTUD
GvQkv6mOqSZZj3abxSE0JPQ03RJMCRQBZ2ze3457vbKJ+yoizXUDPWKR0PSgL6LeskNPs/rypKa6
Hx/YuEa7S6NuFp+6TDby0RVcqogJaYbGoCCpLM4ReR5RtkI4kpd2m1hub83pnUpRdPjsSFpdu7SW
TOthjJwmPU5+8otnQuMErhqP5RZN8fpI46fwAMDbm6bBFQHTsiDXG50VeXHFy2aGKfO7HKI5esgq
sMoHfzTH9iRhWM8LQcrsndEmunW6/QlWFiE/Aq0F6CGUbK8l3CkN5EZGQ9+KyWAR7S7a/3KtM9wy
acyDFWFjgMkmoDUW8eRF5sB/TAOkzXmlNJuiQtfZgND5FLIv6GQCGhZ79E2HrVTnFgHTMfTm0TZR
xNBLJTtSy0PW8Pa4VwMJvD2Nfcriy71XTDK4JSUIvSqE14uwcRINx9RK6y1czUag5bVRq7VpVHFF
IM2p7iKKFOg2I2FRbnzItb0EagflPIGt50C5nDm7luUkscfIaxI05VwqXbJ80hEDG46VCdMfVUS5
2jJ/FY/Fy0uZVQMJFcYOpD6UPC+DVrRqpTxQIy9AgCR8BH03/nSUNHg3FvmYnkBVhKOrDXN/yqfK
TDa+4eraZSAkBIJFaS5Fb9XI6BStqjB57Lvii6WFw1MftoFxHAPqQ27ahCh0B0VszoeYaq3uKmM/
mDlUB1v5nZdyW+1vr6rrK4T5ICPSROeRv8VB+2b5troc+75Txl48GPmXVJ5rei1Y0x3MjH10O9ba
wkL0HdVUikwcaYutEjal0ihznHgtHKTxGTkYFWnyuh6dreLPeiRhjiFMSq+BlhGak23YMKpAN6d9
CXK2/YMRRbnVVVmbPnJl6ndAC/jnojYRp2pTWVICuEdN38ljWHyT+va/aZ6sYGPprA1JyCSTw7IR
qIRcfqjUR/kuw+7Z42cM6QFV2A5dc/oCzQbybO2MR1UQExguHGAhi+smM8HB52jAe1EYWtMHpxjS
6AcCVlHs4s1YRu8SO+x9SIhy1Z16qQ3O7WD6Wyo+axf821+xuOBlrccKIqtir20b+a63UxQJMxLn
fTvU+oORGuojyIqu33hyrYUVh4MwOAJXuARsxDRxja4MY88KhzzZB0Gg36PPI38CZ4Up3dyhX/EE
W3bekpFfW0hIuIM5EgI9Vz2DqBswi6/U2IvAxz8CpiR/US2MqoS+vbkFKV+NRh39tQQBHHeRsTrh
BC9+GGMPobL0UE2j89GJyokS3hh9vL3p15YTpzuYLYHPp790uW6LPq90o0xiiFohSpIYE5StC+s0
jndBExjqrrE0QLhlkqSRG8B73clKqNsfbv+KtQGjSiIeJDxJwO1f/opa6bq5h4Hn2T6qSzt5jJTy
pciiwXK1vsD79na4tasNiWh616/c9eUto8JJa4eUK7Sk0PO7N+QvQ4frQoxK42cw3fFGuPXR/V84
cXa8OcSDSp+UOctwuTW1pD7gXWc5L+U8A6/gcRtt3WJrm+S1pCRQ4yLnuQyXNa2t1koReCZmOulT
psp+g9YkvjrRqY4d6bvlV4NxCKXaLI+3J3Z1pJQoAHRwf1yVzrgGpxFaFHB9wxw+YLokHFykMt3b
OSKTt2OtfkRo0BAOBTvhqjA7DWBva2KFlTLsMFczHquyk11g+uE+tEbrrxvYgm4hg92GDIycyuKE
l/RoQl5OCrxZ1/NxH2Zm4OyluQs2Dvi1OSR5p5xOYYL7ZHHAW0ML3l7qYq9pq+gc13Umii5SklW7
VlU7dWNYa9NI6QVkIQhcAFuLredkfeZ3Fen6SP8JU6hZN35IU6EdbHuIv8yjtnl3rA7wFdBocyWT
mV+uTy2hGGoCEvHyLOiPaR865U5KihY9UtSA9rdXyWowGsuiq8aFuSSyYVsQFCg9hl6oanV2QGix
mFwVTZMWpTzUqm5HW51MIFQYxQkfpSVa02ywr68jK/QGWhTPWDiUzwqIzT0onNjYRXJErvj3ESk/
gmwSmve8ei8nU4GdM8Ud7xs0gHNEfto/Ru0nL3nVDQdl6MON6Vwb4Jtwy5upNk2pK5CS9gpMsvb5
PPKMQxPjwPs4+jNTTfj9L8MTXDgDiPZVg7IbIfZjjMTnQ7/xF0C4Z2MysdvLO3Ny/dLo/+Gopj1I
1ZhkUZhfXk5nZfpRpdBY8HozV6ZdKVXTpyZpfedEpq/d3x7c2mOHLWAIFj5KIsvKgYoU1TBQsfBS
pZIPKjW/uxKY/aMZyo7k2lpTIOQtO+6MJdCP26HXviPFT4jEcOzJWxfLBjO8VMZtLPGmVvuWSqMc
uzj3Jo+6MuKhGsjp19vx1u4kap1MLCcMtdZFvCTJGiOXRugZlln9prTa5vusSPJDbxbaHemsc+f4
tTofbodd2/2UvPhLaPtecaZRZ4HZZnUAKbtRvR8HClG72oTElMellG3sjdVgPDOEVTOk+6VeXGsV
URPIYQpKrW88GNDsEMPqu0Nt6d14/IeRgUXlJQBoBgjx5UJN5ShvYyPFIieAKoHSavZiSykNo8YI
/yWheMXfAZkB3b9kOGZjkM09imXeKHXVfGfhGvTDLMP8PaJGhttOuCa4ah+oW4znxSIVUEZ2IFU1
1ihPnSXwKSE1dUoppF7UzvKjWthfFb0JsbKYn4asTDYy4cUS/d9oFje8EGgDIr24CJNYAgditNmz
KQ+4zgYIMqvuhP+OfyiVoN41UKce5srUuo11cx0YrhufkFIpCx9S0eWnrEI/jRJ9zJ5jP5wegrj4
3DHNDZQXX7mLkpEkoEzHv2v9/g9n57EkJ9Ku4SsiAm+2UK4btZHXaENoRvrxkJgEkqs/D1qp6Yqu
0FlL0Vmk/cxr+FrqhHS1AXGAbUGO6eWgNQzSxGnS5iH1fQX0r7KC4VTl9sKt7iQW3n/z0N54q659
KHA5lKlQ2wCIu/vQqUsTs2DjPnD3GierGoKLbmG6lWK89jwot4rQnr816O5U/v5QpGLgdpPiELzt
Bk2zSUHiEc1Dp6zhOOWrYR/TVK4PBeiPW6xqm1n7o3xF1ZX2hmXT0eWg4HWwO5VDlydAS5zgmBrg
Wzbd9ARybq0vt/Lv/dFgoADcNIV+KkM8rruv6iwjqaZ6CI5ZgmBLomz7A07kU7hZfD2N/tjeeBev
jke0tuk4O2SJu/HmwjS0WXjBsWiFdxoadmZDXnYExLNEELpvDLdftN+ft736W6ZPhWi3Ow3uMz/T
zOBY+aL7nmtjdxSjm58pG9/i3F9ZMtBqfBdeKARt+3KqMTiQI3sbt4S6dQ5tao5RY45/yTRhY9Ao
pcm4FRXBHe47nE43F4nVLMFxwb48TO3WPdoZjgqm0dQnV0PMq4W1fkaDxzy+/VC8/j5G3t4JpCN4
e/eam3gV1mbiTsFxKqzg5BqzxMEvvcUaujXKbuObaQBmQo7BkXvMiOm3uafMxWjg7W95vQu3b9n2
HxkfkIJt2/yRSJezYYnG6oMjQrCb1eJsU7GA3O87ozzm4xCEb4937as2jBFVia2dtleWgeHW9TaG
ecdh9YpTvpLNUtwzT2+Pcu2rNnyvQ/sI74H9KHqii36sU//Yr757KSHWZWFvNh79dksRWYNF+dvv
wgAISD1YNGPzutujTnRvTeQyGuVpnfz2YXRV9wAHuji8/V2vDjGRAl4YqNFwVbHld6uVloY7WiVW
WN1qdpHu8oYufVMcwf/c0qV55Ye2+X1x3fKaoReCMNpu/2mu0LTBxFFoSLvic0WX9OwEUluj2jC9
73Ytx2fu//xoDX6WhWPrJE+jO7i/0nqQeBGhvGrf2Kv7x277RbAjQHIxx2i6775erBVuA8lcnoJs
qO9qa2juF2KmA+0PJOXd1bhXSHzfSOavTfmfg25b7c8DkqdtL9CHOSFm259Go08OiQa8fypw7P77
1aVyT0aNhMgmXv5yKKdndrWMoeyszdGgwfYUV+5RNVSDi+aW+s+1D3N48DYLGJqbe6lJmZRSs2SF
88eQQ68mU/BdKpH+4J4AzXe3VBBfHUkWb0vLNqV6+iF7efQJxxE11k15gpycP+oIhcEUQoOlQH3h
VBfeX0KJjG2zAOrhy1Bd5IndLqI/1g1MQjLZJq+AsjsTddJ5OaKr0Ry6lKjs7XXbJZ3bUBAJILYQ
gm3gpd1JMTPbTJtgSo5246X+5wnubH1xyqzt7+yKtm5U4TxiSqzSHXx/pm7GieztX3BlLUmQNrgo
+4fG4i7Q1o3RSr1CakczmZ2fSe8WxmGpLfGcOHnb3riErqwkhTQ+UwecCgBtl9Dr6Qo7aNSJJMp2
AeDS5DjujN6Gfi/kPAdolfWruAFxfD3HHAzyQAIYgMaQzl4uZ1OVaAT5W79/rr3IrNfxIGZTnlao
Mc/sWXkY0z5DSkSkNz53P/ImlPL7lGxdQxj1uzhtTFyMosC5xDXeDut5M5X4ngfW8AhnC3YdrpdD
ELlm3cdFmaGZ+Hcru7W/N3o0bT2Yi2AhXn53X3ipl2AUGuu17/cRFpTdf5iaWMeJtuqN+3X7W3+G
2r/HAgSMRzvNC2xHX46F4NpAUSGb4nSYzOzYT0iHoCSsurvKys3xEHRlUXzw3XS+G4sm9d4RMgTp
+e0P3l/y/AjQTGDWuABJVfdxqpVpVVkGxRzDcmgvSWCm74NC+R8KMQTvAYaMJ6c2gw9vD7rf0owE
6538bdtcG2vm5ZeP/JrVE0CJsg685i+42hRzTgFUp/GoFcY6/mi4RrK/K7dTEXs56var/rii/DKz
TISa53jui7X8Yqxe5RxmwI7OV9uF2xuRVs+f3v7S/U2xjQmEBN2CrUtMovpyTF1rnckcKhU32rD6
R7SGpumANVpphH4+zLf8E65MLNAVor3fPmNk+y+HmwQ1zWYOVIwFm3uenDH9XNq825MyMxFJVeS3
QqTX+wcINK0EVARdorH9ZawZetD5Wb7GxspNETrGCFqrG0bjTk91zb1MPAePI9IAN3oMe6DDtpoE
ZKAtSXrASe17/Vgm9E6SqzkeU0P77PeJlGFe555x6Nfm2fQ7D3oZwMDnZEjc4tTbmfE50VBwuQM4
ON4ypHx9axG5cXMYKKtTBt1TCILJHttmypa4K2T6D+Tg9L5s9V9ybrWPHCrvCdHj4gPP1a0K0+tL
ZAsZt44jOi6bQ8zLFV8LWQ+d1s1xsjTLycyt9JCCY/4CYsx412RZ8X6mt/1gJ+vwpBku+l5vb/Cr
Hw68Fqk7rjK0JV6On0yAhh2PZaCuNX1EYj7oUc6d0LJA38JdoyzNqy+d1VW/wBK2X94e/Mrmo01H
y4AIHZz7Xu4qQy1TJgsfX2WrdsR/pnzog8WE862m8TA744APoN7fSO2vjkoSt4n1bIj33RuxoFGE
3IM3x1mb5Udleyr28CM4mHopeoreY3PmzrxlAbZH6W0bHrnuTdra3p6oVwVoQ8+cESNFYAlI9quN
AgeKKm+R6syC5zpZ8uPULunJKZ0nbYv8DJzozv+PCQc7wJNFHkti9HK1aYVxayJ9H2tZMv0IULjK
Mj2j8k6L70OS5d2HUcuC09uDbqHjy3eSDwdUveUhm/HOblAkWMbVGP2FB793zxpCHCJEHDP5+fYw
15aVsJI2LDIETO9uWeGlb7rTFaLcw9Jze3kKQThd00W0mLmXRtZQGk8Kh2FxIw648kZs5UR/u88Q
DN4fYVtVS1LmNbvYE+KU1GPyPHf9p2aomxs799phZRwXLR3KtaAKXy4fKaIuzWFaYoGByqehU+qz
2Zb+RUsrcz55npJPqdkH5F5Qhm9c2Fe+krceyhq6dFyV+1VMViwuqdmq2ESRPeQAzbE5FW1/b62G
cctd/MqtSHWWCwFmAzUrb/fUW1nlr2k+qNjoJ5McRFiHzB7NO1JsIEV5/dPUfet/7lJ8sq1C/PfX
G+l3ERxdcWToUCB9OcsuSfw6Gd4a21OikhMxJXyyMBddkkaLkkH2rplyqR88gK239ESurDDKugBh
6FRt7li7yEpaBWTEcuE5xqRGC3GSy9Z39qpy0Ms+tYW+wHZaHzWs1Yp8am7xTX+bJu3OKtciREyy
akxO9xMv7TKZq15jlQN/YqQmcLRDasEUfmjMfG2iWVNVm0UdQMEmQuAs1e+a1SjEgQKEayI7W2Td
0d7E57/rTZV3cZlX7UGas6dPN56uK/cKYsTAFHDuBrC5jyDWTfswt8wl1vtZffPtxI48vSv+sr+9
3dv0Y+ENWZw74sDddpicanSMrFYxpYXCOxqrXh9tC44/XI26aM6LI/Ub2duV7Q8hZDOPp5lHYr7t
kj8iXSSGRVGYao0DykL4MvbT9LgWnv7YIGv9NI5G2oRgpoburtSr8Ufe69iIvH0Irhx3OpYIhwDK
oAKx7yPYcO610Sl0fsIEm0gvZf4pwROwQ7lvqqq/rBptc8zNSdwLBguzvN0TUUABBO1b63HltupB
WBLXaLUJU941aV3fAl9deSnI1zaVkt+j7Z3D8GTIqwRhtdi30vlc+PbyIUdT+ItuSf2y+MsUyqBU
N7KXa2uKMCAhNqhBWrO7K40Xc2mNOtPjAsuMaOgD+34QKgsNYdZHoG8IBgI8fq/5uXhKrC698Qhf
+2Ykdjbrq9/F693w2exlAHkNI6YI6f1Xy9V7R2cou6+EYbQREXbWHly1WW28vY+2v7u/UAg1ODwU
I14Xen3NzNKyn4zYFdac5Og4rJV87HmpUQNIfG20I1N4efK/t4e9do+iacXrwcXAS7k7tIulN7mp
cTAzrbQOaNBYH32l95GhweVCXrw49gvdRataqhuUm2txHq03Di0NRgr2+y6uo9PtKOZhjSfKV3kk
t6MzUBfoDe9TFZSyCIsJavg/IxpL2Tt65wAaS/jtqA0mxl/7j21nmEYgLR8sqlAg2lWf7MbmAE1i
jbOmx06zxIQM4lEWKl3MBzX3YzjrU39GnzK4kwWyKElr6+FgZbdwO9cSPmB5m8zhVo8GwPbyUkN6
Py18h1/SaFP3Q0lX/FjKRYuGIc0vuVqsg6e5LagT2VNFX3PV3gcjZRRjTjmRb2+PK6cB1B6JNqAC
BBf3mNOMF7DwZ5M1Qhns4lCZO3LbrPMBBUjxaJY6HPmmybobh/DKrgSCwi33G8P3GqKduW1Dd13F
KtAGHUpxq6aopLKTHlvXbxw0vQf8DP1kEYfCNqga3vjuK7c6NUh6PDSjEfnZZ/uWRuVOIokYZ0q3
TyJZu7D34Y/6tWf8fay6GZfQ7kYeDT/I3Qm026WfaP3xhuHtG6uhgHjGiRThzIX3YA44mYaDKsoa
gQfL6s5vL/DVUwimgGNIEEdba/eEak1rD5pusMLGlEeTrZxHwyjLNvRxlr9ftLY7QEQQT05tk2Iv
1NZDp2thhr39O65N+GasSr4HpguE1ctNX+ltZzjDtultA5O9RuWHVCgTf/pcu/HJV8IhSjkUUzYZ
cKIi8+VQFkY0ElaUHpNsme87txqOZm4Y79/+oCvP2ItRdvdJ2vXAMkZGGd3K+DouVfKt8Uz/ZPQ+
2oyG9D96TVLdgbHqDxaeHF/fHn5/cGEBs0X5g79FnLioX34kkWDuLP6q4rJPggffq7pvZbcUX3VV
5wUviRk0IarK9o34ZP/V+Fvh90NnhLQC84t986em59ObqG/GwChXcOkgdYLQyjt1LutRyINyc0Gh
VXQfu9Gf+kNVUv26QY7Zb6XtN2zhJ4QLsulXd1ZgzEOgSsOLlV9M0BzomdoHoy9AeVTl4P0l5IrY
k26mj2gQqAEq+ftcswoQjIbD58UpEf/nui66qB6SOnbXYH6vMHaFSOffEnvfRwu/B6XKy1yzzO7+
Xk59WQi7afy4BH8UBcJXoLvG0fvY2mX/iC6nNxz/dkNBfUb1F0Q1y0uw/3JDdWJg6TLhxyqBcq3L
Ub7PFr2PHakN+aHXhvYjav7NeuMleL2PGfY3WZOSG+agu2FL6bSOXWV+nBamc2dYEldtYtDgvcyk
eagb5UUq8ZZb19H+jmB+N7DV1hbe3An2IJrWqly04wP2kHAlojNeFgSH2rXxynl7Wq9sVgaiPQA0
HpeAfR5r9zIZU+S+49qjAIN4ujx1iWPe1dCOb1wJV4cCHMGlgFnHK9Gnoe3sPJgLP3ZWmT0MvWPC
T+tENJtpe2OzXBuK94zEmO6hD83y5WYZIHl58B6DWEinezD0aj4Bg3K+zpN3y+HtykngW7b+74aP
oMHzciiSwgCp+zqIpZZOT/3qcfwQ4Y7nJM2eB7EEd28v2LWdgQYIyHGqyxsK5OV4i9Gi8eb1Rlzk
5Qjwfy3/S8xsujGB17Y9MEqavhSgNjzsy1Hg7QAzIaqLfa/FUVzVwwDSxBudOwGZNzlbTtKcJyv3
b8EztpX5Mw3ZNv4mxbfhTX6X6V4O7CUD6FBZWrEwR2MN8U9U9zZWZ5fB0YwkAoBonmtXV+8kTt1a
lDj1TQzrPvj7/ROwLYI3hpLPK8hL27B3gtQ141l2Nkwx22sPfdVWp75eJlSf3EoQJRR5Fa5mRX/p
7fW9NvPeJn1IgRQQ9J4cPHMddLadWrGXDdgELqK/TA0HJNey/qPKNT8cMAK+kfxd21Tbzbp9NGz8
/XkBe6NRzsqM2EI2/pDTtvs3H9vun7c/7VWsx8xi+UVp2dlQswR9LxdXb1o/AzZvxk0TFPcNTZqj
Ow4YqmmjeaTH7gFt08Rjl2LCXo1qbQ9DHtwSUr4ywZgh2kwxewx1qO3u+KNmYzrIlq11YMSLY092
esQ+e7AjBExqI6oXaynH40T/KjUjGG+ckejtSbiyu3AIpy5M89txX1GucmuSkzvodiznNH3Ia9/4
lLajd8qQqxojtS71L8trtIPvy1tV6StXFTWFrbjPrbgtxMsv5z1pB1V2dpznEAYuyNVJJxrg2Hyz
hsUR2bEbZ91Mb1wlV+5i5GBYc7AxDOvv0D9J2gX6jE5RvCDTdUycdfgAz8GHCG25l7fn9srlQR5D
LrMRP7fi+8sPRE4hFbMQZqxZRdOext6c3cPUp8J2ANgiTxllJBTO02xrTf6xwwj6rplFIP7+NKEf
wuIy1Sz0fp4xkuiJjgITa+SgCsIxt6uj7wl7vbGVrqwnghmsJK6nCM3vj5OvZtMf7NyKxzxI/9dS
kOrD1emGYzr4cyiz6Rah+MrR2cD9lDxpx/EBuw20+ugjtWZjxdOsrz+quaQNOKzv80n4Z9DF87u1
COob5bhrH8l50XnGt4H3eCfbnCSmwJkVVwN+2v482eCNwMQajrSPJMa3QOBXx6PByw4iAaf+8XIP
oapG9DohlZoXdn7wEnuBjNU3EUKc1ZkARt69vWev3AcUN6ALMxyV5GD7PX9cRyUvQSFX4cZVMpnI
2lAzDpZ/skz58ojptLGkl2QIaPYiPp9py2lGOfMWyPPKxUzVH3xVAKt2EzLbFv6PH4EYSSuysXJj
v7N9ISKjNjLxea6lR4jR553+zimKaTKPY1A0xSeAIyj5RYPZKhlWyVLeCn9fTwppExZgJDdUfl/J
Wy4BLhuq7dy4ocJeHdN2kPdl4UxRatnl+xIVpvf+UAZffKv5fzz/jA28m4YSFREA8y/nYpErFCE2
VzxX67REvCWoPqayLb1I01sxvZv9MZ8iym9GGg5g3X+9vSFe35dsdsRweJnoe6Pi9XL81RxbI9cS
O8bavLXDtann81SvbhF2ulXduKpe35jbYJvWJEBY8BTbj/lz4QuTl9BunNhrcnX0i6w5lV3mXax5
+EgAknwJcFd6aqysOa9yKpobN9jV4Zljyp32VoLazXUuc+FgrmTHjKfegUijk1Y7yYc5M9B6UIl4
zCRw2MPsVWIJ7YEM+Ea4dXW2ESneZoGbet+bClAO87zV4zl26vqT0qsPgzm3d/my3Dro10aCXErk
A3SF6H130Pu1LTo38+1Y67ILTg7Jf2lu6yd7WrK/rOiBD9kQEwhQYj7Cyu6uMJ7brkFPyAGqEgzi
GdUllLROoAbq5bnOJF6NB+yJg2/gOfU0XtHg/fL3W3jz6OHxw5LxlTVYbpVF5XSuE5frbMV9NSwf
9KyTYdbh6/T2UK8j163hB6KbnslmO7f9+x8buFSlJdspcGItRQMtgucNdDt1rebr2+O8fhYQvqSi
Q12cV/3Vm75iVCFs0Xkx+XJ2MvzlPZrMUxaWiW6FbbLeKmRd2y3UzhAd4PqjwrM7mKngLewk4yX2
pJZwGCyyoXFumos7NeLGhtmO2cuki4+DFLwVAXiE9p1TrRNeR5rjxa1fuV8gq899HOCqUv9U/mL3
P8wZ3fKwT8bWvvH6XZtWLhgEGLdGOqX+l8vnj3J29DJx416nZR76juZHonWcSKurogyNtvz379eR
UIn7lVYpZ2R7ef7YL73VmX6b+m6MUJEYL35lVX1oj1X6NPV1MB+hS92qlV2bXYA1bB/CbuBMu6Wc
usm3JqW5RPyie+6mZrpkXuc+OUJWlzVP9SGq/Ly5VRe89oZynxEPW0QVrwxjuDdLpBDZQV5vi2gE
FUnC2pfVuyIXxcFwRqWOM1o0Hxep/6XxA882FRGwkbh2ELrxmL6cZbPFoSvPcj9uEk1G2Vppx7zO
8tPc6fjn4U14YxtdOS3QJ3xUCTZV3FeBvzT1djB0xqOo69wB0PPfocpUf58t37hR3b2yY9k9m0Lg
NrOvqrveQhJrd4rKnCusIx51yCImUELWyphgF3m3iEVXx6PySHiG1hgtqZdTWUxV4noJBchmnDp4
yVrwuLq1+HfV1fBYl9MtWPi1qaSWjDKZBSMHqtvL8XJvwpZbUy4Ay6Y5DMvIa1wA/Fwspd2C979q
NRLebXKHW2wPnQ7N65eDFU0thipIgxgRc+c01rn2qfYLzFebTp0Kp+8jW7NKbllPTQcD3c809BLH
+EpR1roBm3p9XPgpW8dvU2ai/bK7GNycGJs+SMBzhbwt5KPsa6McYzqu+VjduYayvth2l7YnNBOa
H29fSnud4y3MhdQFCh+DCDCm1u4VM3s/NbGdDeJqNXUotk0zhLMXDD8GPZ+qcLHr6c4OannUklaT
odN6OAk6wWhXB2VP/tcGr58nT/NvnWOuqd3thcIawTCpyXa26Fnt86G0E6Jsew1NSsMEINQ6ZWlF
lMfGMcrKtLZCt0706jAp5b3vHRL9cOzVQvdQYouHqtTcNwdHC+RnjIUd6ygzcABRYEnyKqtqnf7g
GshAJeh5OMcVaSorWhYbQ17kqJYDvBO1ftn6PBdDVJoWzU5SWCpCldRcxqgoAoRroto2K0NGCyJS
qQzntTaKNZqGKU8ei1Vvyq90u/rpR6qbXX5qXGKEC/yVIhtCUbhO8kWTZj+aYVJb3oI8TKWpFBce
v+/nX1O7TfLFVdOsueiu1vP8ybb7NH9YcH+Wpwz7Z/0fSgutehJ52+R3lrC14JszZ55/SXRFEzEc
eAKMKQy6KRnOLdxAzKfMNQ3qe9FXEyLVReqmd64ubPxjJj8xnh2/A/FaCjmJKMvTxV1DB16WQDFQ
Z4bWslx/yVxXlQwNey3EnepNuFuB8vv8PKRzV79TvpjspyxF0D/GU9nOz6Y9VD4y0SbqWyFU5/rS
iUCv7hoYp8tnoBlLHTVG1SdHM1CujZhfr8pL7lPqPVoYYKgQtQfHOWn9kPhHrBWMOqL9k3Y4tKTm
8H6Whrn+REDItB602cG+GRpwhbtW4Ki6f9QWqHXh5NOPfJaum60/Ha0v85OPZUn2MEp8E05Lqenj
ey9tqvVcuugzH6Dyb2wqo4ZEEINum9LlDvjrGkR9VS3+NxwZ2+UXbe3FQHHdJTO8r1wUgP/DIKFp
xWEeZ5U7xxm+tR21HeawQ2hYa1dVoZ81aVaHntVZ0owWemybQnILZ+uzKZG1w6E50cb2IaiUSA74
ho35GFZWm2oFSkUoW71b3Yb2mtYu43wxIQ3x39Yqb0Ue0RFys/whWUevf8g1KGgYmrrKqoxD3jXG
elnoZ2HB3IMH1R5Ta2u4R8EIuz2LCBby7itMsq6+NxDZ0U6Uy2VXHYNKm+yzpwoT0X5hIeOMDrcd
+OMcGqqbsxmO8Aqy7lD3HNI6bIZEuPdN4EEmXmmStHcI4A/BsyFyq3AjQ2Kg+zglaTr8TJO1zCO0
PYrBOGZuLYchwhob0I8ddG6J2nKicTEF88wUR/QlMgSXjTajX3eQzmo0R6dYl/XYaCBSw0VqgfdD
Q41owyca7UM/qaINE6Mcg3CjG9VfykFb5HEUAt2bgDyXAnfdi/ILNRlfQz49GcVp7WjumZFlZq75
6NHiXA/JNNjmO+m4nXOnfI9U6lC1AEjOpkrq7ntS0yS4b2rXXz/O1dQtWaSpQRphMa9l+lPkvQTW
oxtJHhDPFp2+6pGp6e5whn7fgHrSvBb3mnVd9YS7ypepuBR658k7qGFF9bDog6meB0cNwwzaNU2C
eOlTZw3rtvDsn2VrYh0e6sU8FWFuBdoGR508PfmZ2LWmfliiFf0XlD8Xcd8ja1h+SPMUPReoOCla
W1SdbOruyH+FXbDawXPS61K/z2BUrnGhuYNp3mWt8hIRDi3Ng4OZjihsnGrHBS+BeHHtfs+sTkv/
y+XUOyCEaF0eM1MW8lwKoXcnU05mes/i9uI/gdRE/4DXrqb00LVLnbOABlI2/yvTplxPUMP8ogoN
6UzTJZ0RpOCZ8UfjP+r7epqGiD3q6oOW9Pwny8+T8tKbCn27kmpd+iSGTk6PRtZp050uhnr5wgbx
3Mial05Gbm8P4jy5xtJdMnPSs4sahVHdF02/TP+q1vOKNe7HlNaTO1VGcTeO7YyPrcrFxCUlNBpC
Ztrnxo8JAMNwV/hdI0/LqCfLj0bwoEQ+YCS0Vd3W3yQwrbTfhKpn4Q/DlzVobWR+k86GuaGnma1/
hxYqnPsmU0qNp2pBbOobGlDIP8w+j4Jx4tmp5TkQbiAGzLbgQx4zCBejF4m1KNqoSOZZXHgDu+4T
whjt8A2knK7aoytRNf6+KLYPj8UyNB5JDvgl8WRiZ6/uSh8I2qPnZtQ2od8jIU7fd2mCCClRt72r
dZlrd4ztuR/XWc355yzlVN/pZKjLRWhmDsTccVqVh5Ud5O+m0U1GMtPBr344rubOsaQPsgnmjqVy
vtABKKtvqhKza+Imy5m51A5QhZZHsxyMc9k5Ss6hoqbtniWQn/EDNWa7PRCxt9Qme+EIV4TA1MhW
gg6g4LOirt0cm8IHeBDWTt36+I62OWZJgij6oSvwBT+Wk69ZYwhiOc0PNZRrLWo03x1kOC6EoaFE
WKS9ZEr2PBYd8N2ItTWR4Khz272kOIms4eaEEsRBo7fZsUR1LPvHcdtA3Vvu0tvzcbFqb74H+O4H
/8hh0vIP6RSYEvHTQfbWpe+9JAiXYYRRFFadK8zuoHNOsW7HJ+Kz1EEMv5OrnWjnaW3yPDuCGM49
gU6km68/ymEW1f+GvtP5hS2V7uAZW5hu/dIWmV0WkSBjXiNl1zi/RYs9sqZ4mAXL0zoGljrhQ0J3
6V9LW6fOjngnl+RjgmzBCRuUbgReNizZuYGXaD6mucramN4ZBNcDnI8EnR5jm5EKBOVPbqVmOY5t
XR3QNYCUqcwV3ehmXavuueg0lkrNOBdGwGt0J9RE4Pyvysr8o9f32cTLjR3SvZTTQHyWLjIuF5X8
1+UDXXgN17zuqDJPExFexM4/TuH7+aMQjV+eq8Hvm7NsSgJwHQ0MeM5o+JwgdmLrJ0ViUg/FgDXg
t0qjeZz7xPEYDbjzWbVDYoRiGqefuS/Rdvb9NP/eW0n6pbeUDqwx9SbjlNey+mhZaeI8LdU6F0dA
IBJVnXLU2+AM2cUuT1J5nXy3lHWfXgxNgtzscp7R+7pq5o+LZSXLc9f5WvBP0pRGHsIZdj/YFJC1
DxpakvN/XY05htEakxUR9iXPanVYzsWaHCPW9Vr+LCHAlVFlC/vjMLbWMwbIqx0GjRl0MRqC5UFt
RKA7vdVR5hDeMhaH2hhdImGUMQntMIhcIpUqoz1z26bORZjDYmMKaw0fBV2AnEeBafrVt3bXR56B
uuzBdxOZHlpbZB+TiQ0ZGZ5Wf8zbTvwsfX9MzmYgW/V9rT2r+qlWVD4j5ZUuuzkThr4ckP/EsSeb
6Vx+J8CUwXut7Nr5y2iiMAdyN13qy4psDlKZtVbU74iTBJXsoSSY6XnMO+L1pPPe87zl+v1Mc9I+
BL6yZYicr6+fcrbrWodWWnj/S8BukZwFpIfnFOyKOHcF0XI0qzYpwQRMtnw2e1qI76Qh5vmbrdG2
CkUr5+aI/UQaXMqWpgFB1Jqm50K6qeUcutp02T6OtXjH0c48jLMUBj2BwTX4bpqknp8NO9XcnPAu
cNtQTo7+oSqr5VehN/V0cPgln0pLC8YjT5hthq4/TeppTZQRkEXZhAm4rq8qyA8r4gYicqquKw+l
mtC3p71cZ4eiM/Cd1vzUE5cWfnnwD89n7RwLXintTDNtWZNw1fVeO8wthDB61X7dnEvLH5LHrC+t
9Gvp9V5znIU+WOditvU2Upnj9CdUa/L5YVC9pKMkmqH9QdVEVkfNK3niUovr7J+uWFvzbsMA5pAU
5iW4pNZstV8te3LPuDf3QH9qS8k6rMulzI7B7ObzM5mFNx+ssfQLoJqdsd6ZAuIo2SKSyWUS661f
pBxrq/DuuUGAuoZO7/duVJSdPKVA+aeDOwe1YEbNkd63udTJAT+d2Yug2mXdeYWoNYa2n5b117bX
relU65ZYD55cpDqUfpvgdoPtjH634BznHs2qR7+zECV0RKt0UvVpnXtPx9WualXUtCiB6xwhQqz0
Ql6llvHTShUVIAUI7WAG2jsYYy1DrXDTKo+dZPGM7lmbLJ7aOcIt0TApzLv0I6rJ1++9sTLsQ9J1
g7+QEmepRwAL7fxdt04GelxcRaj/2Yv4lY+l1UEYNJV6cGvk6B/JnRv734wVrQ8SrX/222SM5HCp
zVBD0AAzNRbpflQJ6NNDISVJ0IL81jcfkDxnr9esb8q28uXO6JKKZo2ZzdadkcqxvxcmdvRR5quy
CXN9CD6ieOh8xvZbfXeIZfVw6SZEJRuphA83xVDVkVNs9VHpqtT/gWecXkSapOcCI7Va0RIXpXVn
rZX9vibfolAyGEF3pxoNi7DOaCw3RDhE+QfRt8MY5ouG3GjiB0t90Ba1+FEr2ulJlgYwISNbQDZU
RWKOcdnaivsAilhYUJ8sDsqw+ixsN2Pfy5KXqRVlrbD/j6PzWo4bx8LwE7GKOdwydLdysmTZNyzb
I4EJJEGCCU+/X+/N1lZ5xtNqkcA5f/wE8Ujq01DH2suEHHuVKaJ1xqIxIxouL64in9LaturTPpbh
QZ2f5JozEp/sPPd2mPqujr+TdRa/+oo48TTyq/DbnhLxNzSRkdnWEEXlJdPo8Efl8RBYV2WC3QVr
xMyRNFYxJr7oUncUwecGIfxd7atcs4qWjiMLk1X+bmlxr7Kx5hjIEY0PbD9j05c3prEXul8HFMSu
19UBik8QlVz7NdM+3fC+k3pkLfwNdmtTaQvJvKeKhIsf4cRyktbuHjbF3naRhUIu6tpswz2K53Zb
2jG3LD1bnKXR8tJvckqyEhTj3loJv0tXuThzofxDkIzOkGml3nxcg779o1yywZ1knUqz9E5Ws5xU
2TZMSZSSr1g99bt9TGlIEKE5r+wgT2FbXSXnZbCvJ8z11FYzF+h72q5w3+7+Yj4xArP3baUyoANq
J+BaEBPyY3GbYci2yG//sZ4NuISt6Zgu+/Xdu19p2HAyR9U1dWhrgpM4OWbnOfZMSzyCnazPlu+3
S14fBwXrPXKp+400mgdsEx3LKgckoYViHr/duQntoqQeaiRayRrOWnJG56ilmjmLyP7nstxJV007
wVqcWnsCc2qSnkzVOZzcb6umZjlzZmJUMp6ybspWMl5ffT6ZU6D1ElWh7WM3eVUfROq1gBZR2taL
/DH27r6l8T5yO1QzA30uwtr5Jz17X/NlcJwmbwAe+SyiCbmaEVI9L95OW1YfWtWfwdV9i623ta2U
hRa1e7B0W85EqcXJsJw8ILUCBSXeNmCh23E8FIRXhSsprS2WkTjS4c9tYMnWsdgFe2+oP+DJ+yD1
AuO5nM7G28nKs9FXbg3SwHKfiSpLZs0vuJljBpzYVOwEjtcsJd/xdYJzaRCo8kGH/0XW1aIq3aPO
3DZSNHQcvDe289FWc3zdbIO/Y904v/c23vJkOojVscu+eVxWwBZOkzL+ocQx1afJC7lwKxQ/KlXo
bsBABuN9ElbqdFgpgpG1HOzgwmvWexyUypHpvM27lzae8qO8d80h+Ls3WRDONOLy90iqSxEuVVvu
GDF0fDtcE+m8O06JD076eHr7I2QGjWicuArqwy0tVbviQxXOqtJobFxBgOAgZe70sf0Y1rO2uZxt
wiGRTCduJsIm+c/3hhovGwffZ+1WQZ2GZUTmYjStwwvzjyau2qPdMz1COolTl2lge0G8WCIQOPhY
ijdXZZ72OlJE9WEx9Iyj2rKo7nb/KSxR9PKNOO4Jdz8IlyPtoMyDuq//MjG4OG/UYv23DXMbFHs3
hW89l7LMhqUa2a/tuPq2Gz3oAvjp+C3dYRlyubC1pbrCmZYZuk/mN4TLQj5Vkd7nx8H21G20hvVb
3Uzxkg6V0zwsXNL9ycTIfG87rfiQ/RI5A+zCUo6F6GVJzeamm6zZxy5guPdgHn3m+EsLmBhlBK7j
w8MQHpYpz5YZMgkgUZ2Qs3XDyQd3Ok7ghywtA8WrKT2ehnt9WMsq84mL1pkI8PAWDBdTc9eBM9eF
DaOS/LBXU4JrhlvHokgM87FZdVwo8i7Z+Uct28Jd7OYlrC3fvnF5Y7YMY2y//OssG2X00E3+cu8o
IP6bcsGDcClrQ0lowiww5lTeTm+jZxpgF1KaEFn0rgIVZkvWmTrmiB19dP2HAzbdSfeejAe01mHg
nsU+0wVxrEvFP6IjX9wwi+x2FkvL7KntkZCRQZjCNTk95UmXcSchLovrAJ+Ornz+tFu2daRtaDvk
g2WZXuer7/MGu1Rc2Re7QQRYT2PYnolCbxpoEDRHGZZHO8nYyNc6hWCv5rNUS8/6lUxb8BkFTbSe
ohk8KOv00sgUOFTrf2O9BxAKFrtn1og4knkfB2Ropibu65gHwB6cKxz8/6FpMT8MO037Eht3+0C+
Vo/ZOIb8p3pNDcZD1YCun3uxWG8ahNdN1SSnGgZqHaIhW43lYMYayvDbd0cuuJ70F5mqOmEF7mm6
5r1H2mMVG1vRnhl3dm/GRCt17pFdfAg0lzJbBXZu5QaDOZXBMn1MbdLq9OBJa/KOfU+SPQKhU3DT
Axl6w1xFhR/J6EnS98ILXG3aPrVhx2nHcT8WUVJbbQa1cLy6yoo/bWHFzW0szOI8u0pJ5huX4a3A
nTxPKbeK8h6uqK2iAPAw5iZCkPVa49mY822ukIy2kpfy5JiVuHFe6WXLkord9wYTSvmsbC1UsYyB
88qdm4i8lHb/OW9LoFJzjW25q2kA9QvQVVafZPO81w60tE5HGoL/thGNGfTXcAhgoF5G4Iha8Idi
rFwvW0Jf3dC3aJZM+HL55ndvfS1L0o9pyzzwTd4ly00/NKZL7cnf4SKUqK+5UXAIp6TpRFPodk1E
0fTbEGddNHf/Bs+MczGSeML9a471cdCB99e/Lj7pbFgfziwDUkAUd8NtH7Nr50dcuWW+jevyq5ZD
+CeED/wunXr4IxKLRMCytCYntY3v7gWXC1NVM0vAsFkSyHLf0rhUUBE4D3kLHsDPzFaXjkF7PHXr
PMlMN0fwwu82OniZ/f7DV9HQknhSXZNtqzX4kCw7ThaPZvEZX8NoyfhscjiJtl/BDeeY66skpKNP
B99Ue7FwQj9c38p3ArDKKYtxm8mihMowpxCg503t0TUlIdjeJ1qE9rxupVGXw92XN3QsfZX7kzbP
auaGK+J+WMxdDSh8FKxZ/LpqAhySTK4WVJBLP57ga1/9JgtJQpgyXSpvy0Ygkr6Y6PLRabKgJEuD
vatY1Qgo5nuu+rDOjPbNo1yuci/J7LvzS20SBVQw11EeTSrOm24ldCckgPEEluCKk2/P+z+HOz0s
xCHFzUpMWJv3O+QIxNxMJs5WVqAfjT9Up8Xv+QZ7cmuHdFB19bYMIZg6z27/OTj7zqy0hVubSUIe
x1QvQ/9sVK1UTqZ38w7VbtcZLLf5KlcWo1x03RRkY1vHb/ugVHRWRpW/k8Hqbjdr0su9CP3qpg6q
OWS8d7b3Jti0mzUoK3aoJd0fOb4i2rd1XTU3rVFRcopLApqzAObIYrPT1S1Yy6bTAOr2VvloxFN3
MtOWrfZc3aFCaqesC91yzFsumlu2YUXiQDR5OpcznS/ZdCA4ydQ0VlfULRlsPATgmkCo6wCV24pr
SYgy4n0mqEkVAbwT8xiTWJO3wtJvzNPDmq4efZbpVrUuhm8s599eGWMRbt3BPPCDm+ohCKxqu62P
lVXflYH4E5PDZKXTCgidXWt5Hyisbji7qcz+NR4xCHpc7xSfNapbPs10WGV6yFiV2QI2cZwE5rkP
e8fjacPK/Sqr0Hr3hV3+oTdgjpl7WrDqwyQYdYFf2xSH8GDfTp4YqKF0quDOYyZdM88/+nczifJ7
5wQ+Upbo9snHR+ql4P7Dku4ErTqZsB3rV7NbZJy3CStghozaNIVFOxr8njfsbirLPu4yuVhXgV7r
Aj+1Y0LG0RryIObbiouw8LWpGfWOMQjTcBlJ5xkSEdU5FvJlzmMvhkxkNeb92Jtpgxmxgl6mWJ7U
mm9TwC5gT9Xh3QaLspxsXWYQotFf++eIFi0ct7um24sYMflfsyc9mqRS7p/ROm7idASJtebgRWt5
Y4mpdx8txKPdSYSAvVzXdXRPMPbmAuHI+tNZyDBk8HUHCVrAnki/gjrWk+N3Dtau0OamHFeHdyNS
h2LuPPb6pzfy+J2iqtIqHUxffcUqNoSJO7rmrxVR5ecWdCn/vnS3+FKz0cSnJahA0Han9s6JX3XV
2eogF87T2I/ro8ZNGqVuvwECwnus7MkTk2yBc0jFGdNsU7O/cUaf0H2V26V09KKYQ1znR7NHlTmD
XTPIzrLa2jwiu2Z/qjEE8+Z0Etj2+qC/4nSaSK7vtsnhkqBRvOOFp/YNJDAx25aKMNzGc61nt5CV
r/RpGBdKxY8lHtsUBCGxL6HfBT85U3k4KYloefq6TRypFy6BxQXPUIItfTruxnbSIJSbpY/UArGq
Uw3LB04vmr0hRVDHSbbZYa0yt6mYHxOW5S4t+4TQvQFk+qfL21rm++TSPDHsC1VePHr8rxJOeyub
OXkzg8XrjOQN9HHtzdXA5e/NnwMKh6mmR7ZQVOJwnUvjTIdhqgvKP55MCKX19m4xuR1Z1W1E+s5P
XVWomJ14Yk9AXZJ0RRNuemSsR3KBzs0mgLtd19rKYBaCD8y5zZoRX9CafFlc/7NXYifcRnnxAwGN
DO62s0338BeDOEMaOvI2joKyfbDkMYsfuMyUdUFswpXvGH+F+B+d41dSLwpOTBK5cBeoutE/eSJm
N50CTXBGw+QANl+6W0PTfbhC+HnSa4q6GiOO+6he45PYSkguK/Bek6ms3GLfe4t/ug1rm2hoMTCg
27hRH64Cu+NxA4CRH7yGlWzTMtnc46HrnUa+bdz5H6Vw5fFGfCBfOZFYsSxgeIe//uTN8sTHoqKT
ioLSe5o1jr5f7e5o9VAi617Om1vNRbwy3V+GXnIljoaolNSf/PD3PniaGGnJS3cZSFz3LvY29vab
j3zB5Mch/bmY43DiUCY35uAY1ObFrqU8KAxc4Y1S40xVcO4BrpxU9RA698cI8pD6jKya6qWd/21B
vg1LObFPwY0Lox59dhGCFBxLybo/j7vmF7qr2NXgpU0wvDVzZcnMrJ5q7qg+S7zTSONC8mzWcLVO
OhzWsSBFUQ53VUyVXeq5UKiXwPT2CtXs1Toben8b7qu6w/V6/ZK2uz4xQfhjI6p+f3R4wgSzDGRe
8GaCmfKMAunjpJrCr1mMGSbpWXpo9/H41x+Se2vl2rlMsVt+bOBOWI/WHS7M65Y4StUyTWtetmL6
u6zQfgXcWPvbIBCqCvrUuiRfw6PHb6yr7nENwkPeCGtZMuCgNVN29cJCPXGmtU/cNx9lGJdZEk7T
325bphtOtOCT6l6fjZIOzt8Gz5316Gw+y+6MA4A3Jv5DVev4EW3Bz5aUDqLHuvFdrHGd8oio1JML
B1fut0N/rifRfTh698OTPXYaqKDaf0f+niTcVV25/Nd5TvsY2rSko94YwiX1lTLW7ZLU8ZChywEL
baaJ4Bq9BsmXWTRUBW7y+iJUkNBouANclaWI/inPF/6J2z/xX4foGN1TxbS257IRLdGLdhumwVqH
7oVuMHOGNPfuwLvA9fxBvrpIUU/gG3GfWnW1/vNd0s1npBGcN36jiykem/W09YPeT16duOapkeQG
VQERIQWMf1/YQUUkG/axII/ZSiByoib40/QVMEC8XI8XIY7yLzT2+CdujieE5kmftxFFEekyJT2X
p4u9Lp2tHoWZpdyomIQGHJ3pHV9ys+n1TL+xP2WhtqWmIpY7Kq3oTLVzHp1kSDldp45BktVC72a1
eW19lgUKJ5aXtdzmm7nG4cvSlLS/GRDkI0pXmxUsnILLxDPpsY0tHtrMUbTxqevq6pu0rhCom23u
l0eeksN6Fh//BoFbIdvKsf6KKn4pQWAq/YLfNEqRz7UV5NvSPzbBHnUnmrQm71Mdcf+1jXsL2Gxr
kOlIV8dPknMF64G5AkCBY1v3rUym5PNAAeQ9Nl6/flZmWnqQRrlbl7JbugZhzpRsHCuoV1ITWFuU
S2Xx9sfahS+cUBOfvdJE5UnZUT09KKvbQui+Kviq4sH+D0msmFPc+Lb9ejAVYd/x6q15Ozob66SM
1/iLOkTenHJv2qLv97k6B1sE8zoxhN0jqWpv0Vg55J0I1Bw+vysLHmOfCx20w/jKI8gCOMq9dU62
tuctq8NGTcXG8KtyTEmD/tJjtaxocVwuG4vz37k4+JiANBUgW+7Blqz3x7Qrh/+cSpCPc0GLc93E
VLWzteiKGb0P5lPlBGLLEAj1SZ91SEDavIwcOhW6ZGeEn0zIpwpLtr8uQnZ2WpLDZ9dm5xivpup5
zk3VjlbmNM74M+wQ0aRb7S/kiyjTxOm6iBJxQ+KBjnoEXSQMNz6XQWxV0ZxOaP0Rg21hW9+KyUn2
dB/H4MvSaz8/HtbKcOcbUiKRotAD1BJL+o9qMD1ksz/tmvYxgXxmixGt5kevOystj2ZcbjtjDvd0
3QwAv2yeonADcU+5df2y0Ae3V5rsEcVzYjSqgHZA+ZHoJkFy5C81g6MFkHLtWELx0qAuYpE+FFTG
SAHqdBsOlQkvEZ4/netgEsdNJ1q/Kmp+mOC07n68QvoEfZWGfRM8VHvTvYzVPv1koSlZuC27fxWl
E9xw12g7T8yi2ERNf4Xql866maQRMsVpPTRFWU/96wGN+7fZj+TRH71xY46Z6m/NSAngDAM7ZGKB
0AfoNqt7iQ6P2Qt521NjH+uXbdXtmu6I57xUqkTeNUOjbxRAIwkscF3XydShpFl27hdLu0R46Lny
xxDJtskn5UC9tbPonLQNhR1lTqz3X10l9xvue3NHwacNt+lXoss5nV6Esfl/UCcblmrLifMu7g5i
mLeKLz4qbeRsoTNsQQr9cSSFjv3p1m267cMnJT7IhrIc9qLeju52h5kbbkkc7XwSua0lwNSommdX
bO16t1KX+F33yChTXPlk07oQYB7lxs70cbhDeJpx+aAmcEnWPPVM1Negq7phNbHUHAGZtGWXapMw
jLt7Pb4HcSO/OA8RgLSiq57t2K6K61Vv8njx4vIrRhJ4iuMSorVxgg61iCqnj5IUDMhYBuP4HCRl
0OWt7DkLuMkJKXQrBES8NJ3PhbYf3BG7P20LtQ24YxFjiO20otm/T8zO/QJa3c0ZacemLpB4QBtb
w6q717Zx+l++BKHINt+R3v8z17r7aBASVstdxvHI68qtINHQVxZwP7o7z/ycSE51EMgUtKnv4e95
jItgquox70Llwy94DUvDbkjBPivWiP5RJ4u93ZSARZCklKcqdTSvM3R5W+hKNN1bV7b4mRo+LrOD
5EeknAgChBJS27/outQtvwjSLm/pohl0FpjWB1+0UCncz4JVKef+E87ZEDvHth1sFpIF2bvgfaHV
2ZcW0T27/0FiTaZd4nJS3XT9kneR1v/tbStKPnRMISgwP3LdheXnbxgNlZtDEQdVhpLQs7POLqM/
QbATxrBDXOe7UJjthzapThFF5Pedv03/+FatL3s8xrFQLKH2xeujCOoMCSXsVCkYQqPGnRYUhs0w
/0VizcaOgNx9oNfd/Jh5nYasLq317mAW3wunb+y/5Jpv9wd5W9V5s+z4dcNs4qdu1y3TJVwM02wg
detmvChNh2mXtMLMkyvBWBoVKUiWKgcGhYGYJhaEMvowwQFso93VSy7+WI7l89z5or45EHSEWeSv
myS1KvIW6gPrwD3V1mhzASy0iebKkKsLa94l9vkIQzi+yenmR0NckMpap5wHnlDU+UFa2tEGXTAl
yXr2y30vL5s7oXjSDQXUwRgzkLRN3Hg3LEFY2Rbe9iDjrNwsjOzAfyfTNd4juaEIRBx3rJ3cng3g
KmDsEqUi2O2RWbzfq59VXcfWb8MCJc4DoFiX8YQOq0P12thvN1yQwZqjUQXP25EeRTmlsyiyfbKp
otMSgXlm2xaE22Uj70dmYesarmxUcoJneuQ6GUJp/0kQtX41gXY7PkI5B2eHJSS6/pvczc3B6/gG
l9os2WSVMf+mEpzUCG3s11qEGwJlLFBN6ltwK3s0y8+mRFv2QGyuqE7e1u8/21ZPdbbVTeidfHYz
aBo6iZfzskw7R0AStc7NbHFfn9uaxN17OuxG68T+FdEsC50VnZmxQDEbQDz7gofFsnK1rdOdpxdK
HfqScyCOW75ey1L/rV0YLue41qXPBFK3hgPH8qf7cOeXl0lVry9aouYEFwomL02mq8zegtbtT0Fp
GvFkOk8nebh4/nIKuSOibzcaow8sseV+2uEwo9smiee/Hu81+Id0QeTGkHKs1AawJSdPCtQqZupl
xvA0PTij3dw1zuyfWmvdHpKxcggX4Ep4HGgyeEciSc296bA0IAqMZ+9hQfqwsTd73ssY+UZkkyK7
9JYSVv9HMKnkSfrqaHO4fkln4xr0b5gAPXknkH+sYMuVDT8Wl9ZlSRSwSrgPrl1EUI7sNH7zcSxC
m3fZDGF7MfzEj1hCW4LcQgQxZ6t1x3v8QEhd1IpD4qoTaRTXNk5dLvVQhDkqz02k/qZ9Zl0TsBhH
3ozd3PKJ5kCZ6EuYpKTUoGhEoWaEoopvEiKT4xzhOTryJjHTP1SxaIErsG0NteGb04YXu3Dqqrwl
DlePxert9fsxhzxrVzbz9TgEezuk6lU+LiptZ3qt61+7BeybhtzDCF3L352co3uI6v0FKcrxH56o
CJ8BMDcIDSJX0kuqVg73a+2je+m31S+WOmg+ltEBhtm4CXMb0e2RjjA7r+hkln/7inKSxaCJnr3w
WpTdV0SUXTH98W4Re3w7V0PyY4AyfqQZpvuak4VtaiY65bZRbfBcu+v6NEzO8mmPXsLQkazbk+LD
AfSPQfezUQz1RgfLnupx8r+k4U1FtkXWWysCeSeVsZm7sOHlfmLvD0raUIncJTKIaJWdjAzNP2cB
eB/XqzhfB/JTx2w/R9Mx13RQXq4I7UzF/l5cgeOiXkJ1avd+PBsn6r/GvfNudBmEN/Ni9++zMzt3
wp8taFSflSjoxypPBqi+YHYfEFAuBXv09oL09L+qXwXfBx+mb0gmsjqHyYJkJpQssjSXrkr+4L8j
4qO58k+jOtvRqJ/QwYXv1xf63LpQetbOx96MX196T+hz3Mf3YgQAd/3DT4nyhWAOVPcLIW/yCPd7
SpLupe9iF3qTuzYbEv/UrMd8J8h66O3lNwqFL7lsSBH6425Aopjyp9SOeuF+P4/z8KOcCM7M6hEl
zvZejxbrFWmfS6bjcR1ylHLhe3ztwCqCaPaynl3zIajCCI34qKf/wtC44al1uujBzJ262eZwFkC/
k0IJHw+IR+r1Ed86TzeYAWrvuF/mkxnWYSmqpj0IsxmdKAvjNvjUrrFeDAbQjynGFFINYnoarF78
t6EXZ7QixeFPKH3758JC8duaLP9Hb0nnCTZ7eLbnTt4qYW1zbletdxLcFffOsMoiAYi+g9VnSl4O
V34PyCwR2gx7lcb+GBYLyiH4dzd5PHRwVRqtugBn7X47LdqotEuc5raDLz7HaKQhzEhb/wj7I/6j
ufVvXejS70SiOIoeHXgShZZ/AbNmzlEnlBL7A6mV/btwNFN8rNQdUBm2dSnM+OaW2v4T4DwpGAMg
b1cFXpcY95c1+UhFTesWyzz57zHvyqXd1ho6YwXIrNs3wb397EQef5U1Re7fOrmaLvZAoPcLjlvO
3A720O1npO5J7Zwg16KPRBh5z4hMhS9nV/TstH73k8s5gror3VvbIvQTEcRRDnTS1fZ53+Luzu5R
ZiMcsnroFUfufz3fql72EF9OVzfWY9S3+6tpJndPvVm5p3V069/WWnq/6m1SO4aL6bhhWLNWrCN+
+UZ2gPy1E+eDaNjx66+pKj3+flHWQCNqdX8DCOhXDEkjapUj5Jnbh46/p4Egf0YBTokAM7ZIbhzp
W2CRCQYmjhFCa45YYBtYN943MeCPGXtZF9ugvAfElOOdRh555yLgSHXUm6ed3LAqQ57nWHmw9Qgh
44qjrmOPLIAKh+dkbA8YfRDE91LM9UsL6Y201LZ24GYxiN/LUfYLfiskRNpYw3/VMot8RhoXp6EO
EpaGoKaVwmmqQ6EY9IOHhDHycbQ0tqQQ/9c/eBUUiJ4fm/ehT/D0Jzi8MI6FVyfWLbLQef1jmx0i
PF2MW6kLk4jjv3jart1bVjDgIZNY1vI1SLXZKcCa/eFVag7RimNj/1WuKOAvrRKb/DdVY988cXR5
3n3bHdJmy4vLqWBZMUEWL1b7A/lj0KFIaXtHFohLaF5WczcaNqg+dIgfMuMkqmw3fRsM/ERb697i
8WiPGxYMjXrvWsWJ0Wcf4o3rwB/Q0bNiWjJ+ndTR6XcrrBDZZdD2tTnVkSqjZ03pufsgJIroIghE
fIMRxvxHJnYts+qQS3WpWACG514yKZwQA+27faomR8bmcbBCFY2nmeWiEec5AqCr01it44oDLxmP
+k0pxLgrl5028a8eviFkL4J7x9DgjceBSSFApjyfvQkRR41pzlAcOhxQDQW62BjVgjalwiRsoZyw
77sB0SJFczAwLLOD3bjziKQbLkllO8q6XeTeFlbOYw+xFF9cOeuSbxLuRv3jTHPBTjejnFXfuCUN
HT/lbFbrjPKs1ksar0h3Peb1cqEly47n+JhpHmNFtk9RXG/ix2JF3MPxQsrkIyqYaQHCmD27pQsU
x8B76HRLf7NirIvgQBizb30UAgkb7L5tmS/ckrjzDh1mUSPya+8rP9Jlzs9dzzakmRvvn/wuKlT3
4bb/WfDX2j+OiYPx9xzZcmcdoCqbNUfMQtq/yMN2CZoxDKrtS7hoZ3ocIXDdG5zTg3smMGNCGO9P
cDE8A+2ID2rvZP0YjlB4aCBn2yt8mJro3A1lr7/DsG9niBkEx2+YGMr+5+AtDrTz5roAIt6uGE/X
enTqx11iegUnp1LGzWp8R+XZ7OEOqcZOxk3h2ZZmzpWITXMRk250ZyPUKA32jtirT5br1d5npevI
eoDgPPj1TrM1H48ljFb8AyMLfgK7rwbibc2QNM8dSuEI2WPvlRfMk1GZEiZ/mBt54Md7mpN6LiH3
I491wlj8R6uUbysWFytejh3Bkz1r7earNyJCBmkcguaJ9g4OYBPbSCj6cAzAfGgsm6Ynq1qBPlJh
qVYkmYanCIIzP2ESXRw7alEm40Reuhus6wtscTRBnafhNghBkBMbc/Bpd/Hi/PGbsMQUsmk8KgVO
4rGE4sT8dI0KKqdkOQ+CoacY+Yiuk3d69vXZO+jU9G44y2Om6qWewIZ6d/S836Nt8YxEc2u5Fg3Q
Ebt2auHVUitZWSXzKr6aYL8vV5DalJPNGvKS32e0oPa7gh+ZZ/Uj+gsg+NL5aOzBU88BCqHmqXRi
eHDV6W76XqIg6G+ZM6MJd1KFVBs9kN+IW0cT5H6GnNDWH0Qm5fQ9qSGYb3oXgLZA1VuVPLTiUOcl
WjZ5T7KClYCuN8l40Wrv1zurL8sydyIEoFmy+Z7/G5ep3xTE5m/bc4N+yTrNIIB4WHts1+kRxUBi
uI9hrKueJRz0TyhTWMIdQ55Sl5Sd3G6rzc2dpuPhP8Ug3OInM6JWPXy3tXv2bZCoetlOXCcuhMFU
R7V1R7HtGnMMUP0Akd2Sqs51Efbo2Rly9q1jl+uX6c7312SEZJ114+cq8q1Dg47ow3mzdugGWCWW
8LfQ4AtBbOt464PVHn10Djo4oPdtlzS0YWTgz//H0XksR44rUfSLGEEHmm35Knkv9YYhqafpQBJ0
AMGvf6febmIiutWqIoHMvPeevMrB+AiWgZzXjcEWpK82ZFttWQrY91+kiytzzjsvEBxzpFg7SHSi
IsyQqqnaWz6U2Z4yAbf2pes75AQ/6MLqpsuUiy84yF0m/vuEKXD/MMVVVf1RXpXzrtLb+6vcdTHR
2OxAwdP402GuvE6pc0usqBmOko/EqvdoYj7/5ZJV8S1DWd77xy4Ro4ze/Cwgz7wpWMYQ7bxyTko6
qLyXyaVVeftPc5SkW0fqKj2IfNIElvHiu+sxW4La3IIkJ/q60kHpx9h23NslHJqn2GiPBiiom2Vr
JBgf3owx8MefDtK6RzpRICpEh7JjZ8jDnHZD3WyZgDrVbSxqJ/yK147dnyw1mttDqwQLHDaKs7hw
iacTuTv3UZhmt00cecwgJCv0wotD1lruAw5MTlp8jOmNZeDfnbEqzAjWvd92d72v6voSc8Ui3hjE
jW6DbcCkPEyr8Q5RyyT2JIOFzYrkYYIh/wicOu9OzCRTxz9pz6rAexvYCG9/izjoio+2htwV4D+t
lmjaoDOuI+4ldlW1Gz3WEW6gasITtLCRodgLzTzBp20043QZg5TB1N6wvUndtpNHwAYmUh2P2xEm
avnUJgjT7UYmS4fJGAlQbqwzlOn3ACRwzBnGO0VZAAuEkX0Ihyo0/h5AfxToh0TM7XomUa3aH/IQ
CBz8FoHzpBRTzlsvwTxd7JST0581ZpmzZ4LaEwsGDFOKbEM2GENz57ML+4bnK6iRiNZc5IRDM2c5
DlSsf8Ua9dMlnDLgE46OZhSSuE/Vy+oW6fBZONgIQs61OlUXBKDJYQSJINYNpD3CjL6m5nMqdkVi
kDepdfpou+RJXR9pzhWxByka+SsBhxWPEZCL5h8uyb74F5jrDk9WyYMjx9GOec1SopVuT1CrF2Q2
yQwGO8fPG8H4tdT5O5kGWZ1nbKndQ4T/oHiSHjmrw1qFcXs2tpqogVaIT/IclNRSyyYmRUikM1mF
i2SMte5btxOXEmi9iZpHm1E1+iDV5FRkxafU6mMhXC/vdpVGGzgR20SEz65b2m7cuY7afd8M3n+2
lbJ+wpYvRo0nlXfv0uDfulQ+g1FKc+K/n92cJtkvrvTZOBs546De9bjA4mQXZSpWP+5SZ6s92TyP
53fRwq9oN4UPyGmTQymB6YKGw+A+0XktQPeKhP5q8Zco3vVNrvVBIbX2X83AcJ00pOstH1gsdEu4
gvvHew2w1HAzOWHZDbs2xG52r3yboHJZz82PLjAw3C+hMg6zI6/ODtz+HKyaYTnqVNI7SIp6Qu08
SL+6GsWQRAMEdHfxz56/DNUxo2CaT11MeV9RAla187Uy2sDJWpZu+hHOHcCGLePIbFo2cxxW8i8l
fY5RF9wsXYpAf81ubTDFPVQOhqvPSD5zsK3walNxoZm2jzmGK/ue4/mCUeFwXe+6xInCX+6X3j0a
MmWgVbOSAbYuAACUm6AXWX8o09Lv74lZOuU+mawK/2axG+txG7pNaA4VtK6KmgS/8sI/MI+Gb4ZV
LAkOIV1VW88JmQBtSNqRvbVC+vi689KBHzAnKBiOqydAcmOrFUuns3YU13I5V29OrBdM9mIuq+Yw
DVNc/JsyjjMcovkizStx68QeOePhmNPwLDmAcQpE75oZI8iIOZCWxPdU0P7Ytc2Mu1NSU0vMg+YF
iVpt41c496a6xVxDirvSVz/AEM9lcyq72cVzwm4N6AzTWAf2NZxSgv5IE5G6IUZMC+XEla0Wikhy
W39giQzDsRfkzk5Tushu4klWzvICUgLF7qDsyCDGCk2q6NhS9RQ7tqj6nj04BkfxsU5yGly+aiOO
jZgj3JMYl/yAHNm4ZBjiO5sTrDOZL8Utn/tq7+elCNQhnLROf8igcmLt3GSa2IWSl759VWy7/cL9
FX6p0Fu4xRRmovK2mgXDvz22UkgMwp+94sbzW4fAF895NeAXmZg57VhUJNfbqRj88YPyc+w/fEP8
mh3BXFXmVroOgU8KsXjY2ZmwuDzzvLdjsrNUVaRodcwF6tBC6Sl5dWuyFcmxd+o5xy2aVSuLqGQL
IzxR6TIe+nq004sfNJMxmElN0YaIDQq35rku8BaNp5FUWDWBKVrn7sGLebNbxvrjyiOsBqALL3ju
neJxpV22f2ocKc63gCy3/NQ5CxrPHQdrueIsdb30m4+1s0c7RPifCEsuVb5zGzUt2Ov6hBbaZeHB
+guvjGgTxZoOfd7UOMUTjvhVlE6wEdNEw89z2Gun38C8CJ0UtRFXNrc3F27U364gi8dhz3gx7lr8
DKOOgl0oFpTqU0gpXr2xS6HDSY67QSx/0zUf7C8jAHf6RaiL/OeZxGr8r5hr4//nLv2o6w0iaCj9
O4lz2oz7zG11e+zdcuT9Hk2q44RLKjeT2HlLB0FiG2PyJM0i3amUR8l8HwyDT4b9hLpehsdF523y
1OXa0zcgTfvpuW5VIu6H3sna5wFJtfrsO6xch8Ksqbp3Ud+iTeCEFTt3aO3Lb8GwPzsL7NLcI9yi
3k6zNLvcukXIKkYPySd8W5n3R8+upWaFdhK0178BTft20TYJhqtl0rKga+AKQeDsAh02N1nurvJD
CCnSZzJs5PXpk2u/3XmKE/mUZlXknXomWuE+7jiBbiaei/4I7CnA2aNcoMFJwT6KnV3ImF8gd7jm
ChVY6UEEGIaFQ8n2YfCID2cNT5EH4qnkQwnmeToOSYpPBpnbrCR3hI3Li+YBi6IdoYG4OSND9f4K
dzpkkjPna+nsG8QaMXHn4h7rd2zrKLB7dSJxhh/4MI2ct4awJDR+2ztLeKOM1y7ObkW3+n+rthA/
xt9bkbsk/buKym5wZwbOfyagHFHskoyy5Yht0pT3oidqw1rrNSgOuRxzcZpCRlUF2Al6i8u4rIS6
yKV389WOGhG8vuNbcy1dsdcoLAAm7/0zyes2PLSr00wUH81K6L8jsZbcUYO13qMmJWeHPfF7l3wA
J+t8N1V91B6KfpmFwjmSutE3pXoBR4zULy3Z2ETtFkmbRZn0oPPsfNFAiIUnGrPSsg1DrOzjDqtl
Dq27JLihq9t0KcqW5rytp+DLYTYVPvU1B9a5WJA0blq8v4QCubM0ZJLa83ZjGyUFs8Mqb6vLjDJa
wShaOczYvNYz0wYP0xeHlT+YPukissNxBHE1vg4YRq7nWxfE0Xtjad//A5SQqLc5aiXhrcxfYuJ2
LZLpOwEaF3JJhHf2XXdpMBz6sk27LywClu6Z4t4tf41ytXrC6OhQyBFJ5DXGbeHrJ8dCLkY384p1
h71SNk9JM18tK17vUf4PyUxCUkfSOPEm7fqsj26LTmKmH3JsHId1qvR8tGBdyn0I5ELAZBjwW9zW
eUzqNw2XpXnpwlClD6peURvNNPO7moTqzduxxG02n6bg41XUPoKz99hUzJkukll4vRd89mm6rZc8
DY95nAxf4zX8T6YztVhHdOCZ72SeoDdeGPMhMNHLQXGhnmZp4G2sSP79yZKwZBZPj6eo+X10hup9
hUZgqNgwy9YU9hEOTnxqGcFBvBHK+ZKwTKdXpKipfUMjRg/ddPNYmDucB2a9/mBGpp1JSZr47cQE
u/TS1g4PXjHkdby3aecxdM6mgNUg2FfJsOjWDciw9/5k77k3O0QoZyLPgb2yq0ddIK4XIT1BVYux
wS8cYBuoGGyV91ka9s6WAOg0fC92XNUJn3ZXbvMyAniQUO7gLCpzAwCUXTOzEMlmYRaPsNKnyTLc
hUUg07dFdSku3lAlbrjh+Cp6+g8fNs+G2dgiyL4kPf/khFTpriTzlrytLcl6opVlxrG2L72KzUmD
6Cbi410fOwTKRO61665zM5mE97nnU3mc67BnV3PUd75Vj3hu5kI801gF7KpmC2scvlapG5jzMkiA
04bPdyQLbNOYQVNVBgegeK7/JJu2nJ6EZeL9NsFK8D7dBNHzkAEmkTdkh+G3ald3SbaJCpFFoBRi
ldybeaqbS12OHZHQvAzZ4nIsbGhYnjgEkPYrLLm2wFnbXTeUooX7VUNrL1pZTX+6dFZ8GIXnXUyS
OuUDCThFKzh0lDK7lhBIe3S0QhDeYEYk1LeL8gLhH6WugEvQ4LooCHXUQ0zbSowgG9Y9ii/j0wTP
Pn2YU0bhsIfhpNMHhrpNeeK0QYFi4Of4yVenqHo/7dD7jA359PD5EzxkJEbq1wvfZsdSLm+IrWPl
Ar/IXBkJKHb5J9N6VWdN2DTcVdxTfbUt85aBZszSJf9ZZjiTpm3cVvn6NYG+AATHTqgOfwIm74xH
KwjbWe/THk8pRsCi8vw9cCBcco2rk/FxRYVi3o9JJcVy5sxwLmObYy6HRCHLk19OU1PcXTE3w14O
q8W5NNKGtQ81QwG3PM/XuqykkCAE2O5mPXV4kvBqRnOSXyKj6f3ulUmJJ+CwF9P8j06YdOQWlefq
tGqjSi4vg/FAgB3YwO61N3T91v1vHfu0D1jdNxS+c/DDpZ5ZEDR3fKLriuawI5+b2SepCrd5BuiS
ROYcr0Go5IWUyVTdE8ipDh3Nd/0fA3QmTMhUmO4mYqfAQ3xvfvVMNNO+qsn8LgTCuC/z1Twzl0ji
o9t15d8ix3+6WRcxBzFjV3d0ms3K8RUcnDldP0Jeir+ZBtHExiBwYhtayuCmDpfB/KO89x7zsC0R
MOci9XZiJp5E4Kn3H5aRGdVBOllRn53Ebw+NtEVAMnMZn7R3tXFgVNbxH4+ZagdZxICQwSmEkdIQ
UK5eBgiD7X3BLVz/aHKcrkdXnhaaoZM/BuaNczZOgo0bdZF9H7SlwtjQKnny0DGau9pQ/Xm9HxV5
RBKK66C33uCNND6hvnYEqBRsayb/g3u26DEr+QuZcnzW2OQPI1c8KIw4H+MnLh73R8oCxzchn+Bi
RFx0R9zNNOYaFJjPM9rR0W7n2ifxXpD5yhj2lEjpQWNXf4dG1/6n/RbmfYwt6hWjToCxAeyp/zk2
CWs1ZIfP7CRm1deXKmkDD9p52vj7dhyr+bbEudg/CVagBR8YbqfwI2/C2X/IEoYZNw47TYebEpMB
VBgZNf7wwQgzFGd4WPKixn5h3h61aYrXBqzrMc0KwLn8sk59rmSWTZhQ8y4KfnDmtYO7HSpAcGc8
OHF1KIKVrFbkualzP5ZSM+1uLB3PBok3Wd+LWjTmDuMQEAjzfzo8XO3iMcQaCmFCTul6SRsnmr4c
bstkolxkqMlUpS34Gey78WYsbvC1NJYTpDk0Bd3nPIG8K0+1y6x1pXaYyrJlCJs28bLni1vShkgE
LgnkvE42ab0V4Vpj9wK/xoQUW27W6o+AgWmI2yxhfu/VoxPeUEZF7k2O926+cYg/hfhC666eP0Ih
eufiprjyGb+Lxcf1lo56OPkM8cW3k/bg31iYIMx5qmtSpirt6gdMpktLxRXE9d4TAwUDdY3hVEnM
GsF0ARpT43GPUs6p0uNvpqvBkFw1S6j2iWyX6CCZUocvPtBDQoMVgVa1wxcyfdM0L2aX0IUTIK2M
fVmcqmKC6psAuFKONfLe783aXUMZ0SOrx7XeyybPzX5EcqweTWbSYOdyoxf3Vtpr+MBUf0ryOfc5
VkQSeB52530khX3uKzzVt4EDgOtm4YhE1KoH/yLJLlEiU3QwKl9jIlJPDOlIb0JocoNj75OUxmjO
xPxxCOrsLDnyiCLNuOIfuHvKcZNwkCWnq90l3ICXUB5PQkJQLJyjiEBTXJrpAbNsHfwaeBI5SdGQ
9T4OTlY7EOLS/YjJGDRa0QMmDiVmkgEk4NQKZmKKqpeFJGM1WLNnWy8LCXKXdp+T0YRAaLfV4E4a
coXjpNTXnfeP81RiRuoJzTXtJS8xr4ZHgmPFvPOYhq37cbF5yFjTb36Sxfpq3C5J333B8CQ4XMZz
k1x3G05OykPKBIN0GMFWhZFRFfrC0kXJl575oFKOq2jjCHJ7VzjdaV1caZ+AdpCeorce7ZstsBRD
ommr0D50XR3864Og+48MqCuOqUjy+yCjxNxX5UxV5bb0KLTKtITYwUc2KpMCK6dPgW1VH3KKrXOc
lxCjp8yRACfWMuDfBkXhOrNuoqk+ZAi/z9jgK8JapIZvQQZ2pMXxaHsHfo/gmWhX++15fl2eKr6c
5iCHQTBTgMhoNzFFinPhL18OlROv5YsSy/8jXJRjl8xlAewOxAGSL00rLy5zpQixwhS/gYz0a8wJ
9+v4YWJvy36Kh/upc/s3fqMx/Mqbepx/RMEIiKH2VLcnr9RDdy7kgDLadyrP9ujH8FDydCSH4FnC
76giXb1X0CWwnBdlMz/5WNjtyWE0DbrEk3V+y6PV/rD+WEaHdSiz55lRYLBTIdX1vsEIpXkKiFoy
LhBFsgN/ipU6Z6MI7pVhdN3229aTyLc83FRFJa1hv/dZv1D/1K0EIsVgKxslgehW+JW/c1GVMaWn
+ChJmPVSRydQxDnAjaSiLCQ9oHiR7J7NYp3aosT0zW7RzMj/OGWolrPfgwh5dN08s1cqFAtVsW4r
GQNp6D0KzLXHwLqp3BEFbpOSs6v2c106OM7AwIn7HIXxP+Z1jvg7QzL9HEavrF7QgXF+xMjN9+iD
gGKT1fhntDJu+bx3rXNiypn8ZfQkL6kDoYsURlgogutx/JTTi1eHaDTAWMh7erCWwQE3AANYHr2V
A9g6wCyEp/HNks94CEi1MgbM+hLYQL2isHOvKn+rUfn7N7KiwzFj6G0psWpwGkAJlXufwcmpzl0q
MBRnQb6KS5/y+qPDe8lD7uq2204L+sqFiaGWVFQKLJ/uPGyNiotmR6xzUsAHrLn3cWPqbQfyy8Mm
lcQvhnZMHQYemH8O8NQreaCz9Kh4Ud1DWmdNdizGxD03SvbhLSNL8pRjfcW80FoVrzUjHxh/dAv+
FuhqcrQIjIz3hfRIfDusLLzr27h/cFmILLes/2r/Gh4cNFnN0vCIKR6LIhDYHZaUNAi3G69svYiJ
COaPXd3GNXuLdTrGJyoBhFFtaheLGfIRu6zMOjxzGmDeXctiXHawi1a8lSjPQXq0U7/et7FQj1Nm
QnmMrop4hGgTH6NFjRBaU7IA5U3Hiq4wOLR8UfUJGSSnSabX8va9M4p4uCSKsYv37ilHTP2eMGGB
F4BkSfPHzJFX3dYjcd0jVVszsXA1yv5aFLabbPYSdZxMBd0uIGjwWeADRyilZ36P4HjQ+lE+sRMj
4p5wTgsQ4elbS6IzRyrNtd3lleAoZCxPBDyvI59XjNo5vMnhFrr7lUGX/QZ9gqj/Y/uuJTrtZk0h
AQyqzGUNKjHcJMck0Sc3Ln8ybl5R3hQ3TdxzZGAN4QQvn7zZNsiZXlF6Od6hrsgWa/Et53nzLsd0
PXWjN+ef0l0zMIo+QCR9KAfbDiQrcObuZhMBoBh9zws2fqDTe4i6M2pSj03kgO0WzchxHDBCicf7
hut6YHsSCdOacDTX14qdfpnmz3Lx5AIVqFvqXQAgLN2j+0PpHYwPLocn5OISvxxOml2V94kt42UX
N1azQKbQc+k9s3pE13+Xvu9RELJEAe0BLuMFH5imWHmw92mNurM/xKClprZLv3qUl3TPSI4peCmV
P59UMxELT7J8vhA8E8lvYsE8fHLG2+IWyMSwW1J84qgp83Iu+SgZjDQJfGj8GeVfv45YNM0tKiz6
Q28e6OGX9lXCmPs3zuT9yCErCW7AZ3/hphzbsW52fWnwEJMIsvltiPWTcU5lQHz4Df6csw9EHs5J
2Vh5NHW6iIPtBmlfSp8FoQipaaIuPRzTAoOQn/XHZGgEyVrFWHdTrVhomQXDe60ZSaJonJQpFvxX
CTCJHOt8dcCwQ7cZm0U+RUjialdOfq0OS+HPAFBkzd2ZJ6mZ7xZVqYviWSdbFq/OsVHX5Xlz27tP
WV85yb4KxHy79quH73vlzb6ROElJSHf9fK4Cove73J9rDP+2xAaaZR4S6IZdXwpj4RSPtwuhczqo
1Rlu27wnM9dqCrbXAQRpcfQ1jcwmtqISf5qJhNWmZuD/lys2f0xGEvdHomLVk2OcEO7BVSxi7jws
A2YmNHhnA7cDbcp4i/gTR9eECs8KnTupQugqPcnSnfX64nEASMCf1zr/GFkeZ3bkKDz5hzn7HGww
Aq73UIymfMv0KMZfyuQODpcUWMbT2A8x8U5Eig4eAWy1Tax2/kSjMy1YKzxauLkC4UbMfvpZrCag
dcUz4EiK2NnGxjjC5E1Jr+yxFfBt6eIJ6IcX4LWCWmz+RExWywdZuflMRNkBZsiR2QzTYzcMPiF3
ckbVsXAj6tjZ0cQPWOTVoiOsrBYZlpHYwJICjiZe15THoQvUfNdT6c6nvjb5j644hJmsustrbrUJ
9rNdwTeVqHf9joEQNQ30bLffSjbAnACFa6b1RTW/pnkpokMTGDMfTGX63yKl0L42xdNzWzlCkQZ1
CNfRPwSQdLDNGrLDa/ghMfXLfV3boN4sRcVDHEou/g2dvPlMcxW3O9m2QbUD8qDRupSfHNu1KwkA
qvK2ya18m0BMYIps2/oPxsJc3ijYt++eDzfnBlxR8ITOL99B6qyoeX4+XpJEzyTKMeLge1utITyZ
LWsg7/GnJf+hqObxOQTzZi7467r+Po1Ee55HhYcUQET6RtAaiLqWxKhxXlXK3odNTqS+rJHgCq2r
YI+oMO+xFFryYP0sGemw9EldMV0ZZl7ARel/kdaNNYeQfl4fKiVQHjIf/vZBsaAg2wKdSC91hpFl
Ry6xNqdaB9EZIOJ0BFk4ETYwRYpT21Cc3JOlbNx92VmHFLdidwXhN0zoPvbaYxkUbMqZ8NrR+a22
5uypYzc6ACJb37ys8p27okOsuiLPBzKIkAF4gTPw2GYqv9BfXR5Zq3Qa38uoypxnpCnUo2QRw3Rx
oz4Yz0ufy+FQYvx2NpWTpn+WPgM9Ian4gO0uPvGraFxy90Qaku43bRFEXvs6EYjuzhKLT8LlVcLt
MWKYcGsozbtxjr2swzJu8TFFgY3RDde4bZudyiBpAxnPp/nL81PajU02FtObZgcYs19vGnbz5MTl
s7yagzdTmzr9Qz2wM+o4SZYTnomAOvY4VW4MFkz3GHfWvqafHUdmF9sVox2NI/uthttZJ237O0I4
eDATXfdtNoCIxXKKL59BTAgWfDONVdTeMuEHJAbXTve4JlwOf2NJPO66da2e6jCWvxm/48tY0eyQ
6eeDZGip9Ss40Glg4ChX9N/YAtmHcY48oAT+70C1MaPwXNXtrozXRJ0ii2eLY61OvcsQp/FlGW3w
LpKyuWddMSAdD0vbe+H6ELjC2IdMyhBzebGUT/BeCJSPd7gm0czzBQcnIfTZ63Ze4bTx92rYjnFh
22BSHMuRnpwuk9nwTsGrIzTsQEEEg8JxU01EMbZ+CMt1E4O/eUO75QuubJtxLhR6mQ5UlzLZ1UIH
gIw7p/ocRWTewJYzQ1Qg3t7xSmT1LavsnPErymOW47m6GA7MLKR7D3BZ3LUBcgNKZVn9Wjdvb4tB
DtV/ox+4AztZGEtT6CfQTVnqgGhFPQysUms7oXCZcO0/DVE4oisN39sJq371NrEkoX6bprW/S1B/
m+9EhKJ/xA9l/k1Q+qqt9FbvD9WUai8wqYcGL4Spf5Rw6sdmdGsMepEPSc7WbopR3ZusufOFS3aI
jobJyZS6w/CUFgKxMebbvrW6Kn/nIHOdH5doLAHFeLDxgccio5eh/ZI7z4/JASERhqdlZBRwhm6j
w6cVgbj/pNNYun9QmcRyI93CT55iYvLBDgP/Ul+8rpn+ai911XE2qexu2A8pUXJKgTrZGmxnmz7p
F83szo7uzvgRw6XNJJy1f5EqbNJH/Lf+wk9s3f+6ukzDiy8S3+XH6vm5m2RmLmPZ6JgEhOeN4F3x
5j7SmsjsVRFHyLYam/qyH6DBPi+4ATsUh3k8pxUj95cOHi+rNYJZHOt2BP9NeQ9giTRChTHiC5da
JO4SQLvlRif4PVkixo6FU51ivCRoV6X1YXQTPGEp6sw2BAu9hzHOBs65DJ3gcTAsFbzNrI8/FBDg
vGwRwZgqNiZdngqbs8OLyn3SWxuU4qteBq/Lt13uNWbTqKzBmS3A3GFR6QuCPdQEEBCHLPgv7JgY
3LkYrz4A7FXuMUOXiIEG+dOzMNxRu6jo/JVdIqqa/gpYaCh9KYMZULR82PuGrxlvzVh6TFbWsRO7
skJlvi165nq+aObwM576OfhJKD7PI/sQmAKylKb+DUIbjFvqnI5UAS8EbohsSi9MGjy6+rVRt+XE
hskdKbgMrGpHU7Ut2OuAqlmNw1cbegVyfTcIQXA47n/SuoUJMazhUCJITXj9ofeuf50soIGAAh3+
XRvCGXe5mS0aV1JnSAAdHU0/zj6dGp1wt2GBB9Ua4F1MA3qQDk1rq4HRQd2MeZZkKMcHVqswr0G3
zeOtqI0FXDqy1nHAdj4ARqpZK0KX1V0Zg3ihTrghMmZiM4YJrwS3h/KkonHLqtq2Z4Dj+W8U7BHg
/aAFJFbXgFiCQswbn1vpn2cxlQPDHbpf9gPk7Kigo+AkzhjTbVydTY+EPGcub+7HAk5kYl4NLpNf
CO/AGdJSG0vn4IIDcwON01lYsZw8auNlwxiGcGcPpulpxL2KVVCCTNn0GIaCHQjI+auoVxCiNYMr
NquETVTdlWsMKSMmmICrV+jucx3R26/uohiWlGme5WrnI08M/B0QB85Tj2Umo16r+kuQpi4pSuH4
wIHrOfwXpC5TDScI5KG0tfODvR6TlxjS6mFeFGdcBrlLMfyVwztGC3iwccXqMUah/rit1XVk7BFz
uKZDwIXu0mDx35VfuC9jo7t2jx6N/7qeG59vQuvlL3OS5k2Q+xMQuFBqNn4TzCzcYXACgwrQXgP1
LRKkUpv1q6t7+bNGfgE8FI2G3XhNSIgtm6aMwV0dRQzQGa1uvCBpngsTY0KSBr8tv5qOfi0I1RNf
WmS3BdCOnthbWToHt4gU68Dt1Wvb1IV67Bvl5+Q5S+YNON0m1pfYFO4uC2JXufXozl7nNuofuTkl
PELBgU58sWWPfYTp+r1xDZ75pejWj7mJ8ADyZjbFNtZR8lB6mjqBRnsmB+k7Vm5mz8cjClizA6+T
kak7ZARdki0rnBuPBqFiAI73X73r0V+/QQZUMflMzNM5eiEseaGLf9f2GEL96i4vcVwL6G14raji
+Lwp2XJGn7Zlq0fYzQ6xNkss2WWBxkPvxwtoXfC8yebqtjyyZaZNidQOZNkrhiHltuJ9PoOzS/qL
lajBmwKMBfHYIsHeaoi5fBm/NnjgIb4+6dpHVpJtlvxKsrMgSyJyvodYRcm7Zxvm5pIS9pkRJ/+J
kfW6r6YceTGdaVbxfu1i0B4jkL117yeZfCpzr/hW8xU0SMDOObRcO8V2UCNPF/Cb7D7yGuLDFA9o
hXwQXMY2S6ml4zxduu1SXjuRpm0pkqQfdfm+08HIzK8qe7wUrAp7w1yK2E4E5pq8tulw1h7OkN2E
z+A/Z3Xy/1j8M/gI+Yl/zqJm/dCcg/M2HWX8uSzOUKA5leUbWWDzKRvhJ6S+wvkhgY3kbrvAgNrT
LrfWpqSTfUlHL2N+G82gglCw6fmDCsc6cwhciMSoanGp4rH7SC1DrUvGh/eLixBsCOw4Ovy1LuJL
jIu1PMgOGAIegGnet3MWP0TCOvN+FE1x6zcLR3KwZFUBmkOoBz22ya8teV0OBDJSZ8PKJL/Zw4pE
X9SoFIyhEX/ZPhDRhq5qQXOaxWKCnRADTFW0KO+vV8Qehr5wEeOpnMfsqW4CKBg6wHa5W0AVd9uu
mwwQqqF0Q7kxge/zsLgmvBAwc75Tpk8pJfhS3/NZIluPbIA8o3zxG5D/yedDy/ImWqxxUTddxbh7
l6SB5f8w6X8JMrS0foPC41EywuUn205umnwK85/Guw0KJ4OboEBsfVSYo+JDMsLmJwrEyGR4lAPO
2A0LlHh727WHMYHInCc3uSiTH9cf8HwH3dD/MxrjARtBOjOx53OC4/m7eoBQwk3jqSG5v8IAMKPx
WHV43phQBxj5MXS0/tGA8p4/JRGAgewxCxUWQEQYl1gnk5UnrNWKUQIeBj2x+NWl0v2MhWVEf7A0
keIEHRVFE0EN3DBCNldOXyTLCbmZuFWnB3uq2INAaRjXBbu6UiLYogj673KIhmSfFJ6EqdxHxY/i
YPqO/8fReS1JimtR9IuIwErwmqQ35W2/ENVm8E4gBHz9XXlfJ7qnqzJBOmbvtaEGs7Yf2yijwc6Y
2s3NiEFVMZ78G0WdWJO4zno5tudVeV54Yg7cYa+NUNXy8atAaf86cRHV/0jjWWhqx8Ft7glQ6t7J
QG2r6Si6SEe/pINebMtMNg2wl7GRObhdk129GtVxfC/mAPRXM0a0BQ8ABs5KDUW85owcdJU5WPy9
xPywkvZRHjhdM18XeOYRpHiXKHk+3LY2qIZAtE79S4DJohc4eyTRHjmVO77llBHNSa9KvZd2wd8j
fWLpHvOZechGVlb4EyVArKjKsBhsGiTX5ZNJy4EAljIpf0smrtFRyzF8t1RoFuSGAjeNV7f6v37x
8YjVwCL5YixIvIRC09TvwPKF6hANffuGalEFG03ZC6WikTXROKma5ftIoOGbAdWNlsCLhuXozB4Y
65QMneUQ4aPudkHb2PV2lKP3wMpHjxwFjF3DDX6tsr8YR+Xj75Qtq/3PQq7ucksMFXgdfN4H483i
KTUMXD+73LB1Ljy7M6e2DGv835DS2ipmlpVXP5p15zhsmwx7MTXFkuK+3Tj4/awrvQ0vFyJp+XfS
I8Q/fhWruubN6kVwWIaAbXJS9MFlCFFgkqGUJ8Vm9IOOJCkgToP7SNQ9ZWAH73+Fv5kJhHBeWRYo
QIxZYrZuGSwulCH1vOvsKlFAut3SM48cLVn9L2DPrY4+c1tyPjRD/Q3QoLR5xc7eLi9OIZaXBQUr
k6p5CnnBWwGskGc1N0Dg18J9XRm+Z1zj0ZS9g3KO5s9sKKb2ajuj694ykr857orCh52AXSC5aKR8
pBnV2OF2UuBOwmxc/n//VKhHBgkFgKOuKNW2I7mbUjVgwbJh1J4Mj6FWy3Lsq1ZduN65avDbmekv
EzHSjALkR2gOlgR9mW5c9Z4uRSNvpgyiYGtrfuLPShet/4WJ1JHPEpQrnzaKZKaugLHQDhGEpR85
xFtKayyeaENJurD3Ruv0QDWey7gyLnt2Hj/dbmqEvMMPknDmoGCNkDwmi2F2B6MHZmRazVP/jlkK
7kUaqkQ/sBFog12rGbF/65V3pOI7A9u7R9JQ5c/gxViQ+EJXH2gme7EZ+8U8ZoMBaNSs04pCFHyr
PHpV0M0Xdrq9+9EO3TptrUAJgklYe2PhNontFP+xK5i9k8JyMT4N5N11H60neEwYpTD1CBBk89D/
Nax1kRPJGjXG6gwSeKhGak8qpkGtQ1PSkKYAe97HOcP2qLvQkNJ21Qh9/GfCKFT47sHmwvOKEiP5
Dl2R2S+gDCdoXzS5Zxg0Sj5oBCjDtWJbe2D00TSI8NEunHCWwOxZHYaSv2FvBixz0D271imfLFG8
UTCik4fDXyl7iusCH8tbKFXjv+EB86AHMobDwYcO0ooHeBUYBnEg26DNQQa85UghxIFy3z6ijKjC
N3Z/RHA5yCrzbScW98nUebYcA1gHV2NS5y2JSgyIFmaBXamb/Bw0NqM3VhYpNJW8pliKRh79ePam
6jr3d0OJ0KzOnmuLVfp5xH6Dnxe3CFaDaQHGg6pwtE4rksgMF6MNivDRG1KCIr11MMsDWySUmgR6
596v0mFp+807VQQ7dJ4oPuhUAq5wXSHh/EVQPLpLyUSB6LZKqqkmo35hYEGRKzFFbKTP3Xx2mXH1
t6ZleY8xLBlvfWRFCAJtmHsSQ1qEPVWxvceAAEU6i1gHj2ilbp4X9W9onJofeliZ/ET8mj9aDgw0
S9ctWaTka/MfNjcVMi6rXFZI8zxn2Wlu0+wZEfaabkdoB0OsoboCK2F7cGPYq9jL8S3lVdy7xf04
CjBzxb1Vu9ug8Pv6JVm6wdn7a02fOs5IV6GlmHUh7suWj0FYB+G+jBoGBUGYsYhophl6R1L30dZn
p8RTl+em3U7cx9ZHwERXfI2j9Z5iuMFL0VoHX3JV+A2f8IYcCDe8EeiyTkxuvJZrXeEvcilZo84q
Hlp/XjEZj2XOdlL1LNTCRc7X0SWVmjINcjmZG1GtuxX3Qtje2spW70uvuju9bXXsp4JhsXVTENH9
J0D5pX/QvO3qEC68cR+tS3m1GR3wcjDmoqk8FGMQfWdZKP+FKIgpCNZo+lvWoibbYdAdBAL47a9q
FDVZm0TtNKhxmvmDvhZJx5JPztVvUEoR6GUyipEep9YxYYCJ85p0kuzkdAEsIQQSuEjXnLCFQ44D
40eiW1he70iD5TFCcwrZtGenu6uXPM1jgbCwOFR2n5PsWfd/qqiyW/psq0M3aUXGO6YUa+0uQON/
7SO2+lsG67Zhpti5BqIqbm9kzmX1OC19wAIJMIr9AQAHCB1walrASdbuep3XAjav40WdPtZi6Pr9
YjNzR5vTu1VMyKtjHUu82zToXgGSC+jAKGKSGG0GghKT0zZhC/YcUEcCEAV1PAxoV3XOc7hYzfLp
/z9cpujnHKetS8rbDYX9fKIS8rOb67bdF51pPRxcRwQwEAYNjz11s2GLS6vDlAMwbe+JxuwtSSbI
hujcZd7XQ6TyU50jeQd84kQMPHlpGPIJI+dDwnqpfnCoENZLEIgp2I2JdO+xHvlUtEc3yPynRE9+
9x3kpEaTFbIM+sAyV34kZIYBX6tYd+LKDmGwwZEnnSB3rdHQLrkuSANJReWLXlBuR1kqumd/caqT
L6rcgmrrDeveYTjWPYlpHf5FyF7ZYCxL6NSXoU2XrXbv6GumS+t2spjVXxjWst2wWvwNTxM0fnJu
8Fs8VW7Y5XuHguMeXNIW/lePZh7z+ZxbP45nY29j0ePXO8R42svjCdZEdWT7sL6sbtpH88HFjeRT
YGPRd/k6jMdi3lst64KiCXlIXSeUmqmwWMOC0MP1qcpiz3FiPSFg7Jy4HXFaR4T5laLehcKXU9xk
bBQQVyuPzlQ3+tcyhOUlmNFpxRGj9+ggtCd6YEmgfASlpKTCjZdaKG5w3ADyRDPtzEj7BReBaaAT
sxFZwQ6srDNFFiF9bcRcWp8ZEsSL0pWcYwEeZ9kTHEjuaW8hG6CipBKGY7SOnyueoHqPEg8i8qgh
EiEfbp854OxXEkGS9Vn1kgKP1WbbUCvNWM6q7o5cDoLaAoRQjV/k1KHpcJARIYhtkvcEIdwvdolu
wXc4M8BAG+V6x7YO60en99uftrnDQtYeRHIfRYt3LayBy39c3RmMUtHal7pzFv27tvOoe7bxL+4p
mDt6+iUQzZvT1UF6luy5q7PNoOzg555CUTE3rv3csT1E8uEI98d37k9KHrqGmL82aMGeeCEuzwXW
odkJkkgSKhPtMPt2nLTbrl0K1JtcSLKCWCF42esyT4m/rVFDyO3Mt1Du7uhUnyOe5M49HdTScNOP
qnhRiz3ZB1+Tt7mBgMGQhbUaCI3JtfHpMDLXVnJglyzYGw5pIoNDMnX6vgsZvPXFz9T8l2AL8a+n
JLoCgczQJ7iEVR8GJaf1HS051UbgzMlfpbt0vCnHSp44cABioVseoYh5kFo33kiVf/p/JMiXbRYu
SCTwKnH/jDIl6tnu8ZPsAJNzctZd1lg/1oCx13VVGT6WWR584PVo7W92q034YhrOSZSUXIU2uclr
F8ROYK/jtzdPtsXS6K582GZZHyaIQXAubwwdAAL5OuvUKYfDK9+Q6PiQsNiJWt/D6vsXyFaLghdY
OLilolIDHdeBBy7d5j9ATw3w6gCtas7GkanZYvSvrij9hvTGV1R94+gsydgYOjmR7tAONz1A8ARp
203TZXQyMuQ2mVenvNB85c1PylxIfPndMLg0Dk1JIhcjV6Tq9ER8LZrvlwoPgpbP2VMTux2CE7ji
/YMSM+Jj+QXqIAo5A+xkOikVzs2xksh19z5cTnXOqPCCo+0Fya2ik1yf/G5F8zHIdU7JB8nc9EQX
jBh7Y7OnTM79PXr7CUnBuh7sPOjsR+3BHK9ho6EEcGowVqrqNVVqw2+L/bGM3OC58Up1vntk1117
XxAAy/CeBNyqf+7CLG07IZJCLEyM+BYDoHPGFSzYwbVhmg5v5WSG6c9o1UMzovtScnlpw6yydsrM
9wfddQWtA5XUW+qWBEFvDA/SDws5y/2+Cxy8HfDDxHtyTK6jU9TRrN3qWorzSpJFcEVcyVQw5BUf
Pxli6uoQVZ41x9kQjXBgFjVsQadU425gaMFtGt5dsHElfDH/LEkygCPm8Z3HNY7kat4tuN3eYwDF
i+0zcdKM+7fdYuGBv/dsN0Ttqn9gliiGfUtTgQgjq2jc0TOW88+4NJrBourMn8J0yfIUTHOPd3uc
InJyOG9xtgUmmJ6ZpDgO8ru7vIorJ3sAeSlrJnAM1Njlk6EVu8FimmfyOYfqkE3sE2NDZMjZrkdB
vIUZOUXLvOjaLbQ++Xh35NIuEcfob8Ts1NZTQwTZsgm8gWSVsQe3uLcNbnCAX+S/b01gpa9EfrjO
GYGv5NfQ6VTvFRSBt7mHpx8DTJfEpcxTxvZtnmQq93XuWGeCk5CsuAU8nh2bUKqpbgydPi5I8sSE
U6BsIo+jKJx6ARqc2mq7AtARe4+p2287KpaEdUQ0PDAOumszgc9uU8zYK5/GDJ4P3wcViMk0NDAG
FnWzZwDDhh2o+B105hIbGcsRtLjXd7MieMbrzJahbvuUFtix4z4Z6BQQuCtiEO6BwIsDXy4OR2uy
2eqNwR/Z1bp9HzF+u49sfG037kXqoPyET3hDdlheFHDFNV4LfGWEotWFOZOrV/xzgAKl+xTS2cWT
Kk/BHnj9/N4UvYW6eYysS0GIkrjmtrdG5zwP2go+lj//i9xO558cZdNzHeWyPbOqxSq7kSzInovI
me9gYtswSQwnJKQeGZbkls8dzYVhY8ogyqHMcfSIgZbY6nGXtFn7hQdxrR75NpvmjIWOXLYlh352
YoeIp4DH3Fv+FpQ83BlaDHWMrc8lmMBlhL3lomE9b3WJIZW7IYGIgjqpAsJGSmTtHfb7cONorFUh
nFwbjW3enivY0SB8mIYdZU/iBOhAhllbjRSq3K0sTF9WhIHyyJZQzO/VKPGgDIAbjspXZRqjZL9H
TpJ7076MKfIdEZnaeg1nnJUcbyz7nhgf+M9Wy1zgKeUTIh09Sxjx+PhXD9Iq0Kh2bLx+2pqE4U1n
lEZaIP35YC11fmNt7/qHghPkbOzZZChDYG8+RH6gCUrhAC48rK9B2Dzim7UPghAbCJVto4b9kqHn
f2Vdmb6Rm9p0x6YMrYOpR8JH7D5U5zJk3vg8s+4sfnDJa7B2oVjzv6qwyD8FA8qDz4LU6z8nFBtn
afU2EZkzpvWpt9L6alZMuZtZlR5YY4mvPg4xPXfnRQPDZgsWBdVeamsGtLOQ1sB/MYB1HH7PrUWk
A1OJiW0aMSpB+jhBvJvPkHzgr2fAPf+DdaiRMrHXe+H7z/j9QpnLXelBIkBOMFb6s6qSFju1ZGfo
EknMBJJ9S7PjOlT+YeTWwZhDjpOzUUsFdxSnhb7WDbuqJ1thgmJ2gX2YANS83Zm+ADPIAmSl/LWr
kRBLMyTrLjEGUm7ASEZefeClT9lEZF3cZVn5OdZh4e1DUuZzwtTX4HFpnDHZYVPqA8yKd+b2yirn
GQ0NCw5muh5qiMKJfuFBgncDR2TsH1qG4nKDrKb7BYIuY/KU3MGGBaUci7EJA40lqoJ8voIWbxMs
UBKeI2MjJXTtontuqcrsI42C+xkM2mE9XITmSNxosz7NNuIsJGhIsTFTr/al6ABvk6/RhdFLJutQ
7Va3UIyFR/c/JqKG9o4n7y8ltTmjE0WAbHMWQ0aZlP3fXftM4CQpit65F51+DsEZBbFlGdQ/iNOw
jS7kfN1h2D2RRLqs/jpDjoA9prIL9xBb/ORNh0N2diBaVv+wL3ng5nC/ugj58qGHP2iYzJPP7c32
dNDgJ+YPn2bW/ps4Xp8fQ+RODAXxL0PId5q3KQmQz6x+nmL/TXuiP7esy6bxAg8jBCSPm2i3At/H
qdD4y+sAB4RKK8qW6JvoPwlgx4UDCNikyR7IVFh4pRcP7VFmSTeHUjnnBC/mSEkvSZgX/w1SIDET
gM9GhjJh4eBRuEdr4l2nKJKTSl9ntU5Xs7AsjlsyaJPYHuuFhER8Zo8ud83wFjRh0m6GfmzyQzNZ
PkSIaE4fWKnxi7tKk6XXOK17iUYQgBuVrFgGDAJWzim0Lr+psHXKP+wzd98oTeThUVbAPo56sPpD
62PSP5BKcK8MLRbtp77uy+OsEPjHSyVXPH2poy5wZOffiHvqirwIKq2HJdd+ss2GNgRVrJG/b2Ef
BrhRBawDNPYkNhxtFS4p6QN+QhSfU5fJf4yLODJAhehoS8ds/SCLpnvMWhtyY+L7uv4ol2RlzRTg
XH+lr4eUaklaxhiFBNIxt5DukcQ8vezF2orubKosaK+UejN/0LWC/6DrjQCrBlcekigMwXuJGvlt
ipu+PxEfiGlugTWWMErnA/sIx9x7g7IesiEW2KrA0qQuuI0CneCKCUMdmW5041cadlKKi0eZvHw3
66ys00zy5m0QNU4kJo3+h0DEIuJ88EnWAmGwkrlgrHZAASiyDk0g0ZdwAOxIiQPvT+YfTFRC7SvQ
7LwNijSyI8TzDB6dKrR7TzLwAcDaAwM9FnU07e5U0ho6kS4tvA6zvruG7HDnq355hCTk+ohjo+He
d+Gm3rmFl0x7EAfEwiDAB8PdTnaoNmTJgiDlwtVX0ivvPCvEufQmy2zBaPKKdcsaQattZBb1ORki
nKhh0KPtmGBhPgilq99B547ETNIGfGvVskzu0BJzrENas9Hxk1K1SWhnIhKVh/EFohVRFPSkFq41
2+3OajBCXW2a4TtccZTm4NhN/8Brmq2XpZz8X4VV0rUTyjGs17JY7J+BHKIuTtZOvg+mbOjKsfIT
RMpJmsXYp+uFBT/twA5ko3inOU6JTSg8qydQxI4e5tIew9tQGS5oqBnOe2b66IFJdZlz52UVc/LG
mGvjtmRBgU2Z9mqFjHYrTZ4/zo4J07hvFdF6VqGb7MzFUz7WtK0kPzoyCm8zY1ac2t7o/VcA3zg4
cimR64OM3DMFscQZAObMYeEm2ROXmW02LLKFszNrjgQza2HNuShheJz63vrCze/+CaueNE2Myv2B
9J/qX+da7e9mJCsNEVLCIJ5OtigaILOp8xQQVwlgyHctlJjw9WiG3YUpRTw4IzL0xBlY6ybeSFBr
y/T2OpHd5sa81ECgxm5FzbeRPLzLNl2XQMedD7Rn6xir3LcM8ry47nLPf2aLXurdTHLTfQU/qWS3
rpC9EatadXejaCDkbzMRYPjKA9MQdMj0ki7KS8YPUbaUYnZBihSO7wjRqDPxUuyaEE36FvgBRvEB
k+8/353C95KyljDmOet+w5VELeLOZtG3zrRu/+mx8dtJVemAkaHF4gRk+/hJggd8JoGU8dHuMkTr
RDOj2IGs9VkT/RTFOC8AR+Sc9gGbqmk8B3U429vS9ViQlMQ2Py0+w+7jUIzzeDJDHr5ANGBu4DO1
iPjRNQHDOZ858UrQdDbkUdDlN1FCZCKG0Cw8hn0gkfK4mC5PJIOjRYZB5pLsR2Lkh0cPYf1GYpyA
5TJK3ebApOmzN0kk1cztvhD6IPgJAlyVOyZPGUv2tPKb4TNok2g90a3pCbJoG0FSD5PVPio+aebf
hP/Zd2hSUL0QvLE8LlrSpmT4zU5Y3NJ63xGQ2T6w6govgHcDHjqBZwfiQgtmeiWmprrUkNmcQ6L+
j2OfwxAwaQv7fiQSaxetia8OuQ/V4xcifffRzBSFW4cEDB27CnAX1dcCayNGAJKRTTKbTlZq0wEc
KA/YBCd8kIHluFxevlMRO+Ctz5PrSaa/pRmea/BtTIzHAAvXR2ATA/BTQ6gQlwisLCyxSKba6Z7C
zEdSveVfaxaL67p0GF0w8/RYhnIhGhBIYUXS8QpmgAc7n5jtO4hrXiEqmHZvZhM+U1j67W5c5+bS
DZU9bQPHx7rerhQkX7RFWXpgazAxCi/d4Rx5QPO2FBtetKtGMbw3i6Y96DLbAB1a8uDYSmbOO1e5
4i8eYc3hqLk+Nl3TuJ/F5IYX0JPFV9iSabEhkUUTj6dE/9Mqm466b0lXIPkWxcwmYEFGh+OMwRNa
zoRwPNkO4W5UQ9PieWzLk4fIRh+Xtp39A+MZgoIoIVncziVC6wMBDe33SmSn9WXbC9HqFlC8in4m
mY6Elc5PER5fBBZWX7Y/loVKN46gHlDDihYpIZl7FqOPTNXeLyi2a3kayQ+4DfBV5o2bLON/QC0K
sV19D7fsKjB0H4mdMGLH9Kytz5NZ784F+EuoVgl9i1jv4WNH6xYMf6STBr+zrsfpHVpjteKuI+05
mxqsEphUq+yUNY71jLld4UkLkVxciWNI7Av1eYISenF7ExxaMrPSE5m81Ra+JHKNGPBRUh+jCB7J
xXgLFBpwBAjZfAbaMR1NnV3Y3C7PSc5DesTNuXA3i4yATxVwhSLpA6Ozp7JHHrdK0wevuOJI6axT
nXk73Ee4CBCqGgMZwyd4CbAanUs+MD8HgO7pLN/JsRKEZYApWuZ7C4G9BEqJWr+iSZvgZNnVkP8p
yxKHolUrl6wV6Pto+TbUjyuVPX8PzN6eDWupnG2Bn8PbkQpF3J5ofRramnZuhQOBO5CgKP7HW3xV
KPbhQ4w7qv3on0ZGOqI+7lkEtT7twiag7WeOo6r0M/UaRpqPgjVM8ko8HDZLGI0Rvk1eEoQwl6Ua
Ou8fVcha7CcuqH8t0Tff3Uhm9ikKe2BWhgXNirDBZWvCE9hEZ9wV6kwIQZqcu35wXsdI1LyWbCuc
fYWdypyJipj/I4TZ/tMwBaruL0wV7vDeCJagY9itW2UD5EZLaA0P0NqM9e5OOKGSJWfKwLyx9GiU
0xzJFtOxUr/V8GXsW5Iyy/7blaQDHBYkiXymUKz8Lx5AvBfxAOgpOWZ8+e5vJUbbOS05aj7mW91s
VUcpPbvEu+r6/9FE9+j3Z76iczILgmO3luOP6CN9pnB/raCgAA9598hGSAZlnwBg4Se2kPImR2fh
oTwnmF1xdLiIRzmRXODzSWD7nSS4FbV1LBJGuXrrzsBiIaeAOWET51kB15j2uITsJLPErQPJbF24
87J1l0aw1ndQN4R4cZyevTNulynf2xM/8QPqaMRZZgjUSViW8E6rDCpmcr7AqTUB6vLoZayg36e9
rB54ThMCzSam9ECPS/gzcqzFLgeO5fORskyez3aGCI8ZcRDK9xqLA5y4SkmPBXGrv+y8c396tDPR
24A5EQ4+C8JzZAZNuK4o5AvnvEWg2WIYtYImaK5T55O72a81Un0ANtFxYElFjL0zehcNNng+UGLS
bHdWGDJdxNZSb4Nw9oM9EgNZfXoFq49TZijJ36IMgslGj2kmbiRLIIKGKC1y1AVFLbJXRrIBzXvJ
oEAcxh5oN6Pd+s6liALwrJDSJbub7Zpa9Kwb2RNi+orAyq8fVjBV+Z5JWvK7aWGUYllEjravRyIx
49oxLKRokYjtm2U3f1nrNH9l0gjr2AWd9G/M1LDyIaUstwpGyd9Gdz5yRlF44FwHx7E2NdZug7ZQ
MGha0SqUm2WyscwXWs9mV5NzExFj5XfN0W/XKNyB6CSfBTRXhzF8IgrpnOoyfCOttntgoMbCJLqr
8bcA1IeKLCCU1tw7nfctC1LbNxTRC6DQJEDAuGI/IJnMt8ncCe0k+EVJwTkzNNRnB3dhjLFJkDkg
uK3INDrUkU/WPK5P+KfuGJgnFNlh9S4Z5t1zhLV74ddaPM5LRCTbMonAbnoe4N6o6pbqO8K9voAd
6PLJehFDg/gl15BXsP6i4viA4ivgC2LnQYdvEA2IndLFkF8Sgp2R5lp+Vl6WzvjN9yoI7/vhh1LJ
Txe4vXR+moGN6hGLehrtW2/wHsaQrgYfeJZa8VRCujhzC60gKSkM+Tcd0VgvBQArhjZr16/jq2nt
tkQTrsEQnDXQMrHXAYOxM/sKvfxkbjl93fGm8GfMOjGNTBJ7C7sh8xnkOHWanbBWSwsscCfRho7p
ZF8sZYswnokg7K6imohXjBjMMVbO/bQxJKBxosK2AEeXxU6pwof7LgYtU5HX4CY1lK8Ncl95Kdwk
JUgczA1ieCLE6ZSRSEF9vfc07bTK4jCHdeHviMDhlRID5Bdwiq2YXpk+hwCHlogTH6aJZeI5RcmG
AjbyudvaMU3+4GuZoudOcR9fy3kVfD6Cvxs9FkIvwxuBeKp4Fqh27pod7STUEoTlYGlmxXlqgGHB
5wPXh+G+WHIB5gqn8l7OkUsTAcm+Q+yXJ8mhFRnE/o0z8zlhrMhBq67bevaUS0q49JtP2t/52RZe
40CnzXEnMDYTZ5v1kkVrb/nI5WXpvhLBvRLYZSpoHjv8jDUPO4ctNpu8aw9a9L1896OcXpMV5brH
m433oQcENCIGZ3/DTsqw28+lK985dNGIYycWvGVKajIRwW/9Gibp/s1gzKE24gAFThoxREJ8Yduf
GeNYcinREZJPbnfBrzkvia6mQCEent6TtMmkI40H4AmX6BPaIOK8PKfxHvtFBMSqwSCnimwHyem2
6ROwPnjRFRAIt4xye7cgdronn4jAPqxQW99YP7NdaVBalwfBoANxWPr/XGRIfnhFtHLtsz+7UQGT
XhDRrGrqG9aGIzGlo5r9X2hTQJiwR8N4uIRM68Gv9kF1iWoV7D1GF2S79JWYtxSULuctgXTozUUx
s4rTGvkXp1IHrR3PBCNpLu0kBrWR/stHuyd1sZ3gTUer91fnRPGlVZL/pjOCdYEy8S9IWQIeHIzj
J69mgLYhhbywfnM6I/BPBh7CHaUj+Z+V5UiEZhVIwmvb+kDqfE/3zTGf0coijYNe/pDRhP+qmWAV
W6lk8WZ3/uOs56h6VMXsXqXU5RwvKvAIilkkbMdosWzv2IvZh//BkpBJOSyInCMCBecr3fso9mxc
1xzKuqb4qaqloD6tB6ou0H+rafBk1nSVoIuQBcK1b8pn2blTftPuWv5x1tZ3dnWN4UHzm1k0QzFd
/fq7XFAWHurV6+YYzSr526mmUzw7DASHuJFO0W2sUrQIIZra/lRTaT57p5f9vg6NE+1U4VjepU2j
5ItnYuoPwE2D9HOqoHTH0hoYm0u5iFu90GlsQ1SAZEXPXUrWU5+4C/du4r5FoSGhrovGdfpQvYHL
aaLAvrbEnNRb6CXEgzIO8+Zt6/jZR7PY+LG8EnYGBiS2jtF2jlDhxfY8DPUNx0lLnds0aHkWZ7Ev
9hKQWN1hR4WYEabaRgNX1FSEbzZ2QPtlwpiVX0hJ65pfDNNHYNEqw0C18CTOSfVCP5x+weRj5IZB
i0mXlknqx0FqWxgU0xoNcL0dCB9AetcK4HKxylprvK6N1F280A3lr1PQKw6xWQbRNkJ4hrtwYvgH
6wynyoz4WPVJ5XOoaxvD3GBpfsa78gSrCmNX+FA84JMzpIemHbDEdlXdRYDUATZ1LDf6tGCiVnS4
evrOMLJscqGR/xordBCN482j1agGz2ntQ0aqiVlvWJEz1rS9hQdfPbld3jt7+rGu/VgaeyW+y/O6
MdqXeTJgLhcZxuVBYHx+qTtf88GCm4NEgfRYY8FkxR0tZ7UibtzPZObUtz5shLgW+cj5eHFSvyVe
Bf12OMG445zzgSF0gT6wrNf6N9upOfhK2JsWHyqrUTiTgwJAIXYGkm23herW5mozwkdjVjPXhR0W
JiMMqV5imZ8YrFcHp+Gvv2YVLii4aywwkO92OrDOhWZ6fVjtOsuf+goF54YxQM8fqo3JINulhAig
hJ/UdXTmav4u0tYlhc1afMIb7KqJo84fLgTS+OurDXzOO3dTBTHKcpZJnjTt8bzJKUzJECWlgslD
IxaKYL+HzXQwLBX+0BUZHAOldJCeUVqir+KSbkADpbCE6K9Aip4Vi1YdJ9pzV7pmONtbB+wneARh
m2Y7tiiLt5Fr6erFLgj+U5tekKB7UwsXFyKwEYrTjaWE0C+F6w3NDcHBMnwEhp6YiWeZptvAmvES
eshzAZqIdvwzBt6aPWCld6+No9Ub4m+7Pnq9CzJMYBGxGSO0ZNosHvVh1bhMiFqnsdkP5f14LWYN
HLkyyYwCpZ/umLAWetR3U6CZxRxUhr9L3i+zgzYqKiJaKEQ3YwZdDIGqHYFF54vx5cHrI7TeOXxe
cVyidWAJR61Yxei4SESF34xHKcojMhe5Byna2MqY7ja3Ls1700OYJm93RlFYEsISncrR1+GXwzD3
s0UPjBIGac4tq4p8fbCmya5/wR1R+RMxCJwE7P3NikhcVZF81XRv/RYAg/lpB4tCvg2oTI6o5JMv
FMPdCYQZWnzUcjYvPU3Wdap7tI3jvVAj25E51BtriF5eoOziNrCRZDqx6WdnPmrUBu6ur51RPGU8
vNjEKrAfD5Ym6GE7c+39DhUi+4MrAp3hi2TkuFFOKIqt03RVdOaJ7p8CsH/30AbTfbMvqdQ2EHQI
4EWG5TzzfduxCRg3X3vUBmg5ANKOF9V16aqPgV6d+u8ahIt15l+Q9Wvu9PMT8a+zfbVcO/ikMvTr
igjnuYDBCbIBxUncFUPofM61Py/lge+iTFlPYyoMmDeSc/qryzydEGYji4+cBStZayUvH2a+O1X9
lTVmlLEUj5rxPSn+x9F5NceJhFH0F1FFaKB5HSYqjKws+YWSbJkcmgYa+PV72Let3fKWZwa6v3Dv
uWna47t3e6yV8PEq5+hToVX3LKWT5Dcv7+pByGXNj6JBZam9p+/czPxDbchMxvXUhzVsALcovoYS
iud2VtIXFb7rbgCU0g/dvSsrxn1jlWiUlWOeC/Vs+MfqUvqcwpyhzKPFS7sO800WFXAZFHcLmTdF
i2+5CwDJQw72t0etLIIvmjOh32vspjc8YQZt/STxa7ldQHtIrLoA/ZtCJv7GneWLcygLguozcPfd
e8U+pSN2il8dh//iID9TcAePLtrxd5/M+CsCB/ICAWBpcyRuzB2QXiTdzIAkrAcGV1K8wY0MyG2r
Jst7Rbkv2pNBjuRcyg0LRDlFptFT4OPyGc0wVecKInp2KHynww2KZO7WZF0aEa2E9+LgOfgBKV2s
5GJ3M84jvRblNy95/9vgfQcxG9jeB1slwukWUInRKQtckpvZrXUfTZg45NhOOn1bVT3+gj3FPLvF
A4HojXRpfB+tmJpvqrLI/JSWx/3S+WRj7tOxz+cbLCf1UxON8l8Gk8QQzO4aiURWgssqsqEpYwTj
8/oWzsK9aELSvNjy6PzigTltx2KHq+jEmjVBINyMoFPyxhfPreyXEg8WmKreqbaKqXNqj3XGlquO
Er2YGSKSNXqRw4TYpu6muj7mwxz0e0NlRh4kmHZihZEfE/o7dyyTsyhtEc70ORNNmJVIHKnNnJ7Y
ktE9jmSVW4fS9/17t7RGlCCrVzxwvbCfnyLXBTDfhz7r/HYOVBjnFqfTkWiVWZ6SOdyA4RC3i+E9
KTcEUdXLtEfNY2PP1KnRX6WTw2KTUIWwARORMOFK0ExTXa9+aZDr8J5TyImdwb4CShbTtKufzBgh
EtihwF/d+wmD8b81hx8e90ZYZVwvTHjAJBCQU4N6S58dEO6o8uxoeWPfRwUNGNCCEgmsHWhp7rQI
e0Nj/ehC5beibqPypl3TLjtbQdrcNyXp2VgB1TS5uzlfPQK8BbOe/YTN7HPGN5fe5AGYvjcqh+J2
tPum2Iy1UXtviJOw/yy+Sx4V7t0EDo/l9h88NsC6U6wLKmaq7MM8Cor0zXOw3JxU7aK/vED7rufP
CccAotbZj6rTyDztCWyg/Dsh7kOdP9WO+DTJMM73ZP+Q54lqFoozgP6WULABa/5OZm7H/tFp/uC9
kPfk5SJr8PB+PIfGJYQYJYWwH6TFKExdnNVe2XpCZRmvjeMPhMnYfe388tc5904+t1GEQNwSZd8d
x6msjEKaTpTCCFEMWSEVfONLe7mNqPxCOGVOKKYdmOjSollhsc8SUdnyL14pKfhLEAJ9RqUzhWQe
I9jd1blm/IDL0cDIsfWCiTp3NHT7ZglASwm6JXx4NR4YKs/5LuqI5z4KY8sbcBPJ9xTC2dyPleN1
H9SRU0GwPWfFlws54w22yUhWSNr8hP1kTo2YvTeMGuFPxo1M/oVDR4BznLwu0s6vEYoDw4AGQB52
FSgK9NfTcp7tAoZfRyrIG0ptDn1sdtzGKrHZj4TKZUqTmcBPbmEHr7/RqqxfmDW937CO+TCuZNnD
XA+j3TFEWLTl62DFy0l4Wc/rSMkQ4zLB0BRRCn6QE+2sfPNRNJ+J5xg3/yDN+QPT5CL4haaqsRG/
UHGpez93g/UOhKG17PEQhrjMyVUBCOhsMK6+oUvi3Q6hBfaorepv1QVGXzqoTRAPQq+obhMgVxaU
ZrJSnnybP1XsErSajIhR4HN8dsht76G6lpgNpz58WruB6A3E+zkx1iNuN94GYpFzrtBXr7Otv9jj
He8cAi2zH+dsSLi90RiQpIJbrd33Xl0X103z/spbQsiMLqolho1TuCxol/LsOqqEY10mZHb9weGC
JHRIXHEeyUphbVqI+S6ICi0uBcmcgNqo+UHcY0QiciWPWOa3b1ZV1DRiOV0zgbbY5A/eVJPAI8bJ
HYCxZab7PfduH+495QzriXVuudxI5lps5MEwN39RF0d8EQXvd/tZB9AFT7gNPHPcEoOWN7+0piEu
yg0ICvKCiBGWXSqJnryC95zKVQQ4yTD9Q14iXC3uy47I2l2BgmVnt5aKHtKUcuomiGqtoPOiRE+O
23UOIaYiXssVw6Z59Rz3pWGJlrEbXXQTe6Stu/FKSuf0XFHJZ0fgWvZTm8Lj3Nnbr8y4sx7yE6af
MmLE0XKiVulg0BeZ2r6zbVmfyZ4kwIIWaVVnaD7IBwpK+89iCbE4RJy05wntK58XUdovKDVB8g2Q
LMdRkwaKkifpyQdk6bTcs9UgziLJfAsg5uSD75Icua/GXZDijcJhizoHXg++cbCWg+16yvuVLdPK
bYO/H4kQquqXIXMX/Ilrru4nm+s5cjsTHTPhMJliTdus6H8rQegtSpD+iX6ix9qLu+hH1spTtwQP
GAIM5ny8472vQ9S6dveCXIP0b1Qe9C+9VZoESuEyZoex9f2Hgu3hClQTG2neq/W75X1P6a5GYMcM
630HLyfrP/AogG4TWAr4YckvCM84cdiMQ5cBxKdo/xBieZFbnDxOneai6cKmQw9+uRmPrFRy98Dv
6mCBz4xk41SN3npQzHcive9b9i/BCa3HwPlo53AqnSe3LOjyVO9b1mlovaU/+a7mW3BzNgw8iimq
kcJa7NdR+Kai2bLQJ3Q2M6e9nedJ+DOvVZcQDUWUB/IzBU2vAY6N8srMmleMyWr1hJxxWa5Fh+mK
Zxm2bTtOHZcp8Qn3rEhHBqIjp9sJbIL/xeqDofRMXz2cVAOH/oKQEt1VXsJZiH38Gy+bPSzjfrYU
5olm0veFRYH7MjJqPvfW7A7MhtOBqnGoXCSAJB+k+IdQOQw3xuLC2GON4egkhK1JbwJCcCHYa5k+
MGsHDGRw75hDKMU6v07FQJAKZUMGsy4lpfJDlnZ1H6XQDYhlxk+DjRuB+OCJmGEpx3liKfktkJmA
yVMoe/eaeTkjhiYbH9dUE3vC5EHeEMdBJmNXJumtU1oyelP2OJ4rgkHKXSAnBBPEgy1ozCKyo+gH
Tb8KuzkB8nTNHTvZLHyCiATWlym9vNaOTXpVi2PtZ83puvfIKo2I7c28cA7qbAZ05Ed04RaCVoPa
yhPnLltAu44+EQQUQI2UR+qX0Tx0RCUdKhr08JCC5/DutIx6dehJNxG7aQRScCwLl4prImStuMyw
0n5UOqO7w6QIfZOwwH/9SqjcOQtCWN9wXIhZObOSyteLmgyUwrygYOdNFqSrw87q09PAPodFb6i4
oq8dKpPQ49fQ3XQuS61/62IefHROhD5vUd9AHri3+1Hn3R2OWiWnc0BEn74pbbdyUPdwnX44qsOT
UBtIRAi1VM1PY9yZfafCyRgjf4fq2NPGfKmwKyd0CItaJuSaQF8+E7tqTzDGavtNIBEvn6B6JP11
ho5FRCvsfrCDgBiDLTg1TzDfuSykmS2u8BdQseEk3ikGbcVzUIdoEkLCtSXr/IyKuKB2x71Upjq4
4qQgHIgNwEZuWUkcWuLW1WwZynLSm5ulLgm6y0sGimp1IWvopLEuKudlZRZUMTsn3m4g/wbtLsc/
+/JqYWGbHEQlG9oonkqRFEc3I/oSassIg/iprG0n2rAslp6fIoT7iC+U39XDriTYckmPNBiVUPt1
aaPfvlWV2V451qpfO+Lcyn2FTvmKEW1+zq2kMDtcsAx6Zrp4GWtwxvcNA8mnuqdQZmOpzY0nPbSb
Pnb+p9RKc7oZQ1L7kSjN4hIipV5OHfha8WnRrRcEt6AJKuLJKlKYf2teAavUk14/V2GQ58a83BV0
Xds1HZpa4GTfQz7WWyhWZAJ19RhvcR8yAEXZLv2ySliiIjRdhl2ddKhc7DAH0iYyRsTXMUR0citB
y7EnrBNUk3vuOl8cCeq2JBEXZJS3Vw7ARCD1TH22ktjroW2hGweNchIM2aR/BlcFInRP/9aO7s5l
DQnOHXVbXv2RHto0TkvOZdT5BHBBVSvJc0SoSB2QWXeWmt3lfmxSv/vLMHBmepM4doClvXVz59QA
RUK7V2FzxzYPDnqVwwFRfpl+tY6M3IOYszm9dQGwjMRdOnOWrB8z19XfDI3cTBml7eqRxBdcCvsO
3chMsasr51rk0eaoovl962vce09sIz3x0XmDBdrDFZOT37X22vuHeQbyckBEXI4/gh5CJKxaM4gZ
/cTl61/Z5vo1Csc2AW5LpeNlD5KMdAedU170WPCqZeqveDyn8sA5WDUPYKMECkO4d+ld7iPo+NU7
NNjfyayhQR0cLeaElTJizwwHPUua4I9POeFuguCk+vC42XB+jEyxbiIbEPPHgmEPYXytOztn79ay
KzKG1V63d7FyRweKfIg4/B9hEH9F87gG6YvA9MBSkRVLHp5aFs7TtxbS6fHrZp11NG0fOCepBmrm
FVZgBp8oJHhjr9GJRSRiycTYWKlrSqzYtQhWYfudhe0d2vAoJXEtXwULF7QuU3rRTu/b0LxUYJbv
ljDh8DSJgBUpmF78yp9lQd2MHNPN0v0k2m5Bcmmi+m4uldsSnp7RQU8JZJBvx/jQbQyjqAE5BJdA
8gAJhNsBJ5/DKivKbOvM7NeZ9xng8fAYTh2oF2jNsnNPa7H28xUwbSiYuMHNQQZkz9HrzMijOug6
WsLTiPNGHzsU28Uc1/5QE3sP/8Z+JlCIuE2GU25/sb1Okzaci7LizMPo44E1aZOJwTP8SSskPnym
N8Nisbo5dEEkQij1I+obELlQGo6gBlVTnmvQD6LFlsFhSKTaFDq8teQJFfZuYWPefZbDMAQvgUI+
SwhTH5BVZEKiMOO2MJmnMZjT0bI/ZhIWdfuwwHDCv2Rb8d2MS9nEePC02c1pYovPUmZ9kd3y3oQe
ZukStT7OgYYT9Q/PWk2HvRI/c5/afQLKLGClvpOFCiBj9oIMB7ZhM9QnIEYYDmiYOz5Lz739MTP6
8O5YV5T2T9Agt0efO1sgjVFQC0nARMkwFJIxieaBjZYelGMozl6Xjh66w4WNwk0dMGg9GyHzzQJp
exzqxIeQg4WjBmHewMg/9tF3/K4o46a/iB6Y+hFr5MqRhBQFOkWAbdHceMZYTwPBGDRVwvDMC0cF
QYApnLX6fQiOXPySHlidEc4ulCfsoW02Po1UXyq6YZitocfFWEFzmDwNHuAqv4ZghExxBVjYGnls
Ia8pdcAM7NZgFxs7tGUMSh/z9EIegkHSLot1OpZNEVafCWXAdCt58IaTaXryKuo0yg1b9EZH52l2
BnPqbIdUPksLGEZMLXC/GmdZSFzayKMXpv3DhDY4Q9zZ69qFGWakJFU9BQF2qMdgvlS0VkhE+ZLq
fY2IjT0yYgXmZUWVPyGfVYz5/akk7UjRNcQL5ohu3zSU/HvLRAOVEeMLmrWsIbEOObW7094yZGfm
Nf5yDln82Xs2WjZ6iiKLzjZBy98c8swY6yIQd603EGyL1uJdVbY7Huy6bAxecY2lS+AgYaTkJ4gI
sCAwFu3mbLoQG5X86NYjYrnzE6l/0Iz4/hedjdPxkyCLiwO0Lf6ZwGVlHpHUEYUzzh7IhbbQdXhk
rAcXuVTailvi1tj2eZM1scvjQNL7DqOfwX1CpPJ3KU17i2CkgLJXrjRRDkU79VDlzzg/UheHmwRT
iotclfmt1n0b3UJimFoszhXitpQge/fAZopKLUxTYkzCIufBCq22QNLZzv7KmQjOEX2vzD6soc3X
cw3HUfNsO01yyyGAdmqY5PAnY+n4Ylf2zMYXGxryeaelHG4E6g9GU5QJzMTp13aylK2/m/HQQZpY
At4BCwwqkUtREP12IAf4vxaPOuRAcROgP6E/yW5InAmnB/TjRX7RkT/Yt+FcLf6BtIjsVU9CSiTB
tID3MM3VWyFRXH4FTcpQrvFhbO2Rv3jpsSsd63cq/epnwGbe8Gs4+nW01gWfFTmAdWyQf31DkMH3
TzYvG4Qu2TI5p8BWT/iUa/eykub2p0qDroXvBHUckV+35qQIpsZly1eYWw2R82eYEIZBKI2i9ZEs
reyhBQO1nJK69lXMgncLtGntsD2EJDwTPNOHzRnpcSb2TtdGihEoysfHwWXVdBx6oqoe1oHB/jPL
KpI5+H6yltOWyKQd+wL/RIcEQi/T5RtcBe+f3+bFGZ016HvcXPmLUGOqborAg4dB9g6s9EBa9nVJ
J+zAxI3WT5MtpvZYB4sjSV2KBPF64G/VTgS5flbNXDKb5jA6Fiiem5PM2/RBCjbb58lj2EUUTxXh
VZ2IjzxYWgUQpUSW2DsvZP78kDW1CcCPjwLHgx4k85i0sOLAyfEl2MxYwwsjlvkSWg5qptGEgi6h
SXH8kAutrrB6ieCxghAbqoN2iOBa/DJEU0SBdWr6hKSMEqFAyfBZIHLCacgamrBR61crZ0iFwG4K
b4dSLUWqif1pO61xuh1VwGv8laS42/ZhYvlPyI4A2Y+NSR9VbRd/hVXYdw1TcuZw/5O7rMhHy1+u
63YgYshHqVgvA1z2oWCSBqK3ufNhVyAaG7TNChP3d0QuEoyzciMZDrcACEI0aHrltgnK2vxxHErg
kHQD0Bthm18m4gm2MROWQPSBkyCvy1rrYW8HnVpuEbyn3R2KNXwSc5F9UvQtAcFeXfoyYgDxb4yf
kYKF3aF8b6yh+y4IlP9bgN50brZ05xerR4cZs2RsbhQfKd9n+MuZ1jhkcLy0jo7eUs7RJ38uuwr5
F4evjTC/t19qMLvdhYSe6cjaj29ZJiHhhF7nmzhEka6pbYDJzgChk2+mVh5qDtBl1cn2C88920rm
f1bbXv9KdkukMI5rcYqg2mLVsypbnqn0FraUEZ+e1Go7xb/KqxPR49om3NdoP4j7Sn19N0AXFCzH
eVIYm7Q+OE9RMjIjlWm9MeMUAuVCfX+P0mpIL/yCHiBnB0H0vrH9kj1HF9HQzVaZAO4eKu3cDhgb
893ozZituHmb69LnZsKzYBxQRa7T7L0V5M7duvbqbZTl+IH5EcZOZMmyPIQpZWQ8Ds7WIOZp91sx
CwKEkjNj+2ysSf/tVxs3fjQYApLQihSBvK3cJpi+seMxnQVIHHynZuGlHF2h5h27PfuHKNTlh0Vr
M96pNUGjuQuaJP3joOApgdet2jvLnPTvXQuFh9MUibx7RFsum/tRSb85aro6L/ZC5ffPok7YgxN1
Fx29PhvJ/SDedXtp++HFpKBZDmxRN74gGgpCkyjbSVUDCkOzWzSZhw0JnVtsBoGLIs0y9zNgG+zf
aRLC5pcGSzWkGy+rifJFs4QD2ppg/XiJ5VzkGFVEvJQ9VXEwJH5zi6qM3FAoFO2fwloZRufU9c+y
FeUH9rL0OwGOZw7Nwt2NmCOiMR2mELt7LvqHpKNIjNNsgqTeDn36CW4bTxIsp4DNXJsoZkEpO7xd
yFgtQWizjns/9MjHIryqquNSYP0n9D7cggqFJZ7Q/rBvDHLCmWciu+Wv2gm8v1AEJuDnove+qgw5
yRkPBg2x16L1IQBsCQ8BEUfNg4eXpOT+zu3y6ti4964m7/0NjQoUAWeVxHK+r3y5XiCxz3AL6xmO
ol1HnbfPZwcTTGdKLfauViO8TOSFw1lN7QztDMSGc3IiBIL8rWoCjQb4JPsMr7G9w/Ihx0fT0/Hs
ZI9/9abVfnFuRpqE20VlCmh4zwBgt9L/+IfMGgtahUYtFzoKgUKYeNfAuhqBNyM82wk9zwHXqTe9
MxXN7Ie6Y43wD68N5u3DGHYQSI8TCus8vWf3R7D0iT2Dp4dDEWI0pf1wJ7/gey7TZ2u2/RxCU5SM
/V0z+t4rh3gYHvwsK3S8hFX6qbFR6L/rgulaHBjlDk4cGAzdhHgLr/5SWRXcjgOeAjwnKAlqgqEQ
Hu/LRYzqHh3eoo+jWVr0hChirHnvU4klPO2uhTVSJUzunljxYpPwAeiqXblUbgS4IXT79wD4a3vC
mtu11wW7qIWXMgECHcPlarJfpIHlLoPvlZkNopsFRTF7U1APmM5JyQFFFlRxaYnV3BoOxvy8ckAj
8yJKMMWYjMbognxkoJcU4bSFDwQRhwY+uCpefXt+zdaoF1iAdd0fURU59cFBkPjkpzjP9mFNphDT
FKt6LUgNcO+TLqB4ZR6B2pTBfi9eGcqNPxEvMLWy9CdiAueAaxlDUGCzDCTMNuap2Y7/sFX1Kej8
KTx3DpNlllpwbc7sdtz0L5FfaCFhGIrg2HYZ6u8Q1292JlVn8dibi95ubv1sHMa/XPBufg8pgu+r
wMW3kXVa8exu9foTQog0eQY9tS0Ul1VALKgWHuvjZiPPjmaF/8Udl0r3LPwUzSVV7PgeLtmSn9IU
4fJO6RmnGQ05OnZaeZu5SubQvASUjOBqgkrWcSGpeeMGgZLz5NPTs1qoiVcvHjKJa5UbAK5UuYJ7
pigCBQnRQUpfQivqll9UPS5ZARJU1D3ER/9HQ+1Y7phiSP0yOTZBcIzEFfqh0AovdQk56dHklL4f
HTaK4OylzIZQUDUGP3q2Trsl9a3xPct82d60Bj1tzGC1s5kYqT568NpZ2wfmlDZ3A5GV7T/XYSN4
RL3mAz7NmowJqAfc8xnR+1RdpswwMWMcE6F8SlF2ikcP/enniEnMu+9JMh6OTkKBAVjBxQO0lPxc
x4k09w0h0c9GxTj+MlK1+x7NyR8GJJjBSQ4Qd2gBZweAPPEGqFKtpMteulouX9QVy/SoIkKdiS0y
jn9CAOfiI7I6IesdAvSmu09pm4tbEhzC4tq17H72EVRDNtYYQBpmO+jLPVyceAOB8rseyFXm3xI4
E3KsTkXEB2Bh03ctwpehf5xrPylexnLKEf3zs3BoLQW7eK6ZKLF+5YET9v0LnYYhjjR10poFlLUO
hFMokQzBe4drZYZsMWJk579IL3ofZLTov0VEG33GHTX6ZwZ1Tv7OledYvxiYm+RJpIXSZ8oY0gbN
HHoYyT2HK6X2tWh+zUizs8O28nHOto8R7hDkCLfoqdlms2qyySVJBB70pPYpTilzNNGz4C+sHs2R
ODKaNlTYLgFH8qZLceEcAj/X9R8oBcAu5izMP5Qw6aW3OosZSeC4LgEfyfTqBgw60MwpM1+cqcAo
JlIT/EkKveq4Zy5NIlFpcYmG0eReA2yHCQHtPKv77QYLtqFr8B658IaYdwOPYv/XwqpBJQSRs9FO
f14ne9wQVgqXlR2h9mRjs5QdpAEJn7Rv5HqThPibGHnNgCTVJG0FNdCQ0aMZC6VxOaBP6Ss5/7aa
vHpcsijLcFNlPoJNlNjgnAHlvc8d9yM+yT59tTNAMAznjXVv4XzAvqR5oWL0eFTzaNbEtMXy5m/I
rYd/uekQI1ko8Fkod7nPHwGbwTzdyuGYUwD+xY2NL9lHTJywQsYAuPeTEX8k6m+UyY1Z5XsZlEW7
V6jtP5D1s9vLg9mQPYv58BNJjUuIEPkql8An0u4wMRd/G9ZtxaPdern2PKT3gA6Za1ZlK8d3WKPV
17q6euOsmcSKs3D0HuEHmSfjJsMnOZbNP1eL8jshg/bGdc0I2bFDl7+buczxvqEs+mI2ivCqX1Tf
HXrgDNYhqqviIxobuHgO8ufPHPPas4U0PkPdjPpkb/AxXuuMEK1d1LfIryC79X90SbWyw+bbvmKo
cF8j23P/lXn+f4LTOIbxKusecfYYKBscplMSF4j4mOVd2jh7HjXOxRnlablniVzfSoSZ4JCIPlY7
BIyAlg0M04ZDT2FqXIQi0QjPJHuMIuFcIymFvVEtA5xDrig4b9diwUWhMrRrO6ltOgK6PavC5ifa
f73odBCTsNn/UGe1+cE1TZhTwDSgPIvGDW8HNIc29irBIly2HZ9VEXiT01aEUXUTeNWA24jzaiRA
Ct2qtJGoIFcskunEYVD/mEmJb8tw3m6U8Nq6GbtA/QnZ8EVI+OqGNNiIefwhtcBhHcZVqOvgOfKZ
OycNzqTzkemwIJuFkNHwPe1GzlW6NysP+0vPBBTm35RWz73SBFW63Nek/LbsbA8OG5d/Qo/Wi0EQ
fF5V5z4AWt6QO7CaNCuzMkNvwtUem6hw61OepDjTlqySt321Rq8NaIwxHoE7IG5sW1wjuUuRgggE
z2/EQvCXhWZGXUwt3adpGrJHlTjchakgVAsSQTpfHT010DpQknu7DGLZLU6/9dueqM7jzCP/ehfM
dOEsWB1stmKa5zdjL8AzaUZZe7Ky7hFnew0j4SyqLz5apykee394ZKumXop0ae+LhsisHZIZBme+
DvVjBQqSMU0azv+cskA6wiIsOHnlULXHwSaz/GhZpNLHyM4JtZRqXn/jqVLPsp9S6hHHxk7iSjx+
R+omUs5579spti3KqUPj56uJTS5hXqGls3fM+Mpfsk0L2qGVMFWg+X6+x9hYPEU0tiFVY1J/RbZA
FD4mKQA6HgWCszp6sqcIBhB/Dwcfz4ElgrqNNptCvKa1xaht7crXPlrQqdSW8e/SzmncY0TppHah
LjhB055JEllCHKy7CGTZRz/PIZbkgAeAsiHh2eBGQyDE4QCxfexy5xcBiRxUYLqcL4SUqEuz1QQn
vQzVhz+61Qc4l+ZzGDyElXwR4o6FQ/GSNAGE6KFhXH+Z6qI+VTMMwP3MXvsTGQ4tUhIqpPxmRQRF
8VBQ94ZuC4/TRW2enWE/sBzXmF6ni2jon2WC4Bvo08Keq+dtBNrUddQDE9N6uvnQhnFM80jIZLmG
fwh47w1wM7//qGk3n73AIokZA4jEDqS8xwW30HywcGL9rrJsejAS6x71tetTtU21WDchFmMwQHPV
q2Wj9NphKLXRRKZpZPaMe3RxsBEBIeTUDIJ3eow2KDvbFsY5bei8SV5gFupBUy67YMgIojflgtzF
Ztp3DjXY40NVIgc4oJ4ABU3icfnuEwlm79bSEHhe9lpCnJsyQiOUTmjElCgjvozUGX4hjOnmPVT8
Iv0sdOb9y5E6BTs0XJr5ejVgwqiz9isH4HBr52aLBDAOzGLajlQSt7I079CAneXBS2TPAWFjI+0d
4w2XPuVLjEF51ACMXAXvs6Bzac9NX2zCS8gU0KBUb6cHCyDzdAvAkmWi6FF4Mq1w/Guw6ujfEDX6
2d/+1kjsjAN3uE+heC+1g/odux4ejMnfJK9lD6kwKjr1XM51+B312nCNcgjiXoUQclhsV8BaYhZ6
J0YBfJMODYCPBKVGgCQERhTPbOVY1LhuPROIAFaONxFzIXQdVZ2IMW63YBJetPPIdg3kkqF8P+TE
lLQ72ArEeNEdY8B1aIZIf3O1m+NXtNObhoOIqTERMv+siUsvtoC+sO8IIAPhg2kWgcqpIHXOLQGI
7uxIY0CCp9u9DsAG4ZCxOr9jKcwey7YnujvbMc17RWRuAXS/Td5Q6uP2TFLjnbqBzSW/DjZzh7TC
LUlzlpvtuqF7c7v6s6/qJrulhBAPMlwVsvCuyL5xJrevtawZQHeJSOubFPAGo3nLZkaQs0vSx36S
7XNCcA4FdJn69wKbE1SeOTCfaTpwT7PlEP0+c9w0PEwB6fY72607hD3MrPeGVZfcTQUWSZT6un/w
aH2x7PuW+uZVJyYjCJL234zth5RZNBYoVcVYfMkIY7U30kseGzsDD4U1b3iMSCFi2Fi0zQUFezcx
gQoJI9vKTsYd4ey+V7Dn2YiwLN4szqTTQLGUzaVKs20BoEsEgyPeYWIMWMByH6kMua3nzTym/KDN
dYbD/ScFX0QGzqpyFWdDmb5p9KQzb24zXGVbzxZrDN7WnVuO2Fcqrx8IPoiSH55wBjoAiBvG64X9
zNFYP6dr0zd7f9DLbwfvxSMrh8GPGbArCOBgsq7JOmzaBZLs3sNwMRfya4Ud8xLYG6YqganhpFOZ
wiuZ1w8HrfM9dkCcFfYIX4Ovz2bwFvpTh1CfCGoDbDQD/ciXQb+/zA5IL5vNKmVLafntvoos797h
aSTCJa/lLZngeJX4Od127/Ueu8Nl9ijHBmIn7dgyvcsSm/oEL5CzRubQl1bQH1Bp8+0D9wzfKpEz
tc1Q9zD5UJ131tb20braUe+BK2ng6nlikjGgeH5c6s0rRXkr9w3U/WIb9eCLVRS1GIcqQWM24ho4
99huyHHJp+mVqMPmmdZ7+p6zosRXpEnPsRg2dHHD1JLLhKBxO07X2jmB8CLjS7up11ErNeUbmvX+
TQPkK7geNytDbi2srCMY32AaCmK+vCkP/3GqyHCP+aTAOlwN5isDlvW+dixgd4HHHPdAiFwenJXE
WXZKqVoftBxpvpCHF4i/TJW/eQL7AoRO4upvMm01TwgLM8Q6+OYxaiXN/Jl1VFtx1jCr3INwdC4c
XbT0GhVKtbfQC5gzXoL0ipuLvZbH7ANYY869Q15Z7RcxZsMgwpqfp0PsseuGnZ625ruu2PkcsUbp
g0OiAHtChdqGgWffW3vW+FP2xIQ5peDqWms/Y4W0r8NcsBGPmgqh2SJZ1F4GckdfMPTqMxxBmwXh
it6RhS1LVnbYbjEeinFNIDLwSHh7AD3e52gN4CR7cimHSybxuB+3x8Xn6+UtOrDOBsVBCwrEEuFg
T1SXFQbqaOF7poUiJHwBMUgW+dwqCqxKCpARUpB5gEqJNFh2q9qGjBi15iQdo8aY8pO7A5+yegqJ
MEuPygnm3zqfNxBM7+IYZukqkDCg9yDNaxjbL6atApqBiw9lZ6E3fi3g3ACPcUjW26kG9eVelCWI
HtvOUYf0gLah1+Wt8zV0sKdjTPruwwqGCJ2Mb4iUmhBtEc86CA5vGW20WZ2VZr04c5HrY1MH1btc
lszfdcC3UGBQMFTnQXcR2dJY+ZITEV40IswPIZj2NDf/irHABOkOyLkutRVqIIbUMkwfhRHJOWVY
guN9JhUbDFF1vy6TsDC9pVPzEoSkouzxTSTRteB8/j1mJmNb1Crp7FWTGBpYUn6/GQ2AIBln3TFW
YpvnPYKM6fo9hsv/SDuvHrmZLE3/lUZfD7EMkkGz2NmLtOUklZEqKd0Qch+99/z1+1Czg62kiExI
2xfTwFRDJyMY5sQ5r4kew7jSe3AN/HGnYjvFvoBLghO3TZaz06USuJORAvv2Q91/TLpMb/aYPhnH
zlKxWhpk3L4j4RvCo8ajMtwYXEQqu79FZKdWYvEd3afoq2iRgNlWhZJVH5Fvt59StaW32E9apR5l
CzQU4HLF844uQoisN8JUVHm0MvoK7zT7Cbtc5NtE9SBtYEgppr1imIECpQt6B8d6qFBV4aWCAB/Z
XYAXZrfjwqxIZRD8crvYRr+vahvzq2FOdgU5RhcgMf1g9qw22+7Ga6UBEhJnu+xgk/L+1ClB+rsI
IDkZJryWR/hCXLgyp3EHC6v5aVOkqShKaBYaS9DivGOnQrtHrUKmr0CGaN4VdWPsKakACaGmx1Mu
QYDhIxW34qGkLAfJKqmy/mOKzqG1AZFDvwVwDl7L4Jg1CpORFc0q/hiS+qkMb2pVpharOB3Rwqfg
2v6YgFZF+7oCZLETiTW6Maf7j4zj6GVEmTbcZtKc9jaPTmTzc1++6m2U3as1Bic7I9fpo+sy/5Ja
OjgapKWKR/TOgg+TbhswDdpk/Ic67fBThc/ymVSyuLOpuEa7AuU/xKyMJt0niJC+BnzgZ9pUQIXi
luJ+GOTo2ZdOZgAqT+dam1O09UAbJ8WNCjZP/J4dhtQRyW7XFyjBY/jc/iD7oorKpiyi5AnUTGAC
UrXzTqMYwfG8E8HYcoiomuycFwcyWnZogs60NpoY+xi+TaVaXrdJbTrR7XYSw9g8hLGW02EGaVV/
wR6AabJiusyUuOtQ1W995Ptbmjf5WAI9orBMpz2bNGpeW6Gk9IBD1ufsrtHo4bHBRXCg2z2q7JRS
+E5scOsBhr3t6xZuII0/VEWa2NGHRw0bVcgUkhOsfPQ0S6N9g7iAiS1bZCat/6qZQk3tbcs3hwJa
RhI/AKSzULd8ibCKRju/L6z2Hkc7xzgY7RjJo4nPYfYdUqtmIRihFXWPNGORm3uUHdBOvNMdBFvJ
/X3RokUfJMKExkvZc2jeBXZr1dmN7WDFZN5D2KcFsQ8DO2RCBr1AiGdfx9AjjD0KhQPqKgF2dhuV
Cr86vxx440PqG0jVHGV6TJDvT49gvmneoezJIZkaDRc+N1Rt3UXYCirbQWQ5ZhSgnbBhhWk1S4T1
6LdHeJJP6OjgF7wNAjjraC5oHD/Qf4JT5CA8tokqgKlkFmEmINGaUueFTq63MzAyfS/B1uc0/gGL
JDXn0wYCtvKlouT2j2kY1SvV3KreRmgNkFCl+Ldsm9CTJ9raGPu0uSYA4Ums0HdhDoNmp/p2om+7
zqz+mTHDWAP0RjSroVQSIj5YdhzQYx0lUnTJDd5jw/iPbcK0xh47HegJgesn84HTEO8hYqk3YAo1
SRGiqN4VrSLHDSLgzjcr6ccDAvDU53HaaMAetQ11NMvQgcX1bRN+HsDof/Hxzwv3Q6ZnVJ6QfsaI
jM6YvOF30H23FUOdbmBMkeWjG0xSVgwlyu7+JFuD/6vY74wUVgy1Q2kBA5oaKIeDSba6RRjUq/YI
IWEbn0vMRsIuc1xq6wBY4MKm5p1JEx9MZR2DgHSaVHlWTYMKjdSj8p9Ay/Rxm05Stvd2VGkv5Hxg
t3yHxHgzqRiK7nsD1MtGSvSWDFXVo1ssUSCUFBktlS3sR/BHoWbj7K4bilXeNfMS2UXwZpSj2g9T
iLCUwDTE8yLL3+JrFqH5ISb7k8lrlnYqSAoNS71OgwkG+BOLkTLGY70fQYgNNLLI4TTKPkUBA5zj
AVs0HsAgvJEjyPATaYPKNm/qKmvuIq/2zV3YaX23taUnvuJk5fC/Rm5HbqIs976BJapPDrBQklRY
Fj8tXau+gnPsnS1PG1Z2oTVoyA/I2W7CBk3THdw24+So1H8PGXXqJyBjVJgYW3zTArJ/Qnlp+CYz
vXinmdjcHkK6ON4eBxvD2YO007kx9VnxSK/oXO8MDebxVgJtphXhmVWyxWyDuhoSr466QYAL0QK7
80bapVH0I0syLFuzOlPeo/WUIAlnqdVdFmfILlumXR7TEF/HWwfO/b3aVLFrBRzIWIeiL7hD8AAQ
IvBmEEyiMQ1r401hegLlISD6odH1LQjjESSghe0tfBSr3sjRD8MNpWHePr5Ht2bDdHDz11RFP5mB
1n/WpiZ/9CQfigpjRhEiU5Czx1lMR0V37NWvUSozGvVt+ByLucYapvrYob1us94MrOjg3w2UbXjt
wSIgeYURYPl99FXN0XIVcdhBWlBQcoD4NIUnZxSWuQtAEzqHghZ1sSEhoFeA1rKEpSe4rNE97wOU
IvDdgvoLfw5DN6v/zuNvxDy5HJp7viOv8kh44fzqoh63aTmK0LhEQsieRRWsz9IxZl7ylCJHw9sr
AxCHTcUHnlhDvoNQINsbapNVuW1NIR/R8Rm+QmCsvka8WL7TzfVbHnzT4CaQi5/pgDYuat7Vy4B0
ebGh8oK+jtBNRow2JBPxH1DfAMmT6e9LZEuLm1K1ApQ1KgcxwUNb0Aq6CwH241plQiTQ9v/+1//4
3//r+/A//Z/5Y56MNNr/lbXpYx5mTf2f/zb+/S/6CvP/9/bHf/7b0qWqGtJwwFValDwBofL371+f
w8znfyz+I1DDoK5qWs2FnjbvOhTyCy/oHi8HMc+DSB4IqmM4ttAM6eimaZ0HoWho0Sm1Yhcn1eqz
kdv2e4v74jiFeo8MrcD16sqw5n/xzbB+i2ifR5zsUNroU8RunavjI+cf1qFK6T9Vnm1s9XGCMoAU
TXC8PM75X/0tqqljIaPT9hL6IirFgs5u0U91HctqnhIZmS+6ninKHpOyEBLZCFDQTkz1SLYKefty
8NVJtnQkojWLdWAsviRAFkoeIFjdqK7Gh5nSZj+RyHkPSMh62W1RVT3sqcsxV6fZ1nhAIXlv6db8
m96sHpFiOGw2auJi5gU7e6I984M2bvi5m+DCjYHoD1kv8OG5HHZlnoVKSNOiCOdgE38etgPcVsgy
jF2zHJ5Tj1p2Z8cgg8gxQQ0MvIJPsZihT0B4E2d7Ofhix8xLi+C2jZ4T3EChi/PgozbS2szq2E20
ktQ3h1RzB+o7aW8ux1mZW6EaJnQUS2OgpnMex6x44BKGQSqY7ShKwE3CFUgpp++a1x6pyWOG98Pn
y1El/+piCQtgpqSHpmUYkD/Oo9p0uAcvsyKXRT7rn8IDHfEwKCKgjnlTBO8uh1udTLYLS9aADmLN
P+fNAoJXgVOQUnAyVD4dVxHJU6AH9Ecuh1nZG0J1VBNwu83xI5cLRkz1gIhG4nr5AMUUY58KY3f6
dRYXHJitMtC8w+WQa59PqCxPCAKgfOX89zcjU2ZEbwXyyQ17Qwufezsmf1SINO79vjDyL3bpqx1S
ojzH7y6HXptU7J7YIBzqFmiN89B+jSQ+Ct2MthjpCkTo/5Zo7vrdX6zQt3EWK9Tu4skWoYSUAsgP
TnnpvwCzK/cYscFuCEKEfnM//PYXg6O8pploPWvcWeeDE4U9UZ/WE9dy8qb7EMel1j2ZwKd2fxNH
d0xQsjbzuJhESH9WOsA1dgcefCiQ1+rkP+cVmMsrC2X1a5mChoqto822HBB4AIBMbZa6gJ7lMcZl
xd+jrIoP5OUBrS5IR1NpvqrCsrXF10oS6VHgCzLXTCz/EylLIPa6qjtI/0W1xZtS6rUAuReRH1+O
vLb74O/8d2RdPf9knGFwQMDhuaiYqx+ElSDyyNEj4LmgUPytbqisXY64NlZN1dALAjGvsQ3OI6Kh
FWFmWWdu1AIk9khy3jXVkD6pKCyjIJnTQKVIFV+JunZ2aixJAAemCQF5ETUsjano6yxz8XZxQPmr
U/EN2cPCtTCQ+H55hGtz+jbWYnnSTs4HeHV8zVBvXh2lmXW8SiySBzjLTx0U9+f/v4CL5eMA31f1
Lsrc1E4qBqeYYbaHzlS8iFozPpcZJNq/WDecXqghUyLhKbuYzwAzS63Ac8/N+8Q40q2TzTs7wmFv
OyW2RLDNiszy/vIw13YjvXeDa1cT0ljuEuDoMG6rNnHpP9fltvJwud0P9MuvTOfqCv1/cZZ7QmZR
KSI7SRBIDb7S/B2hVgT6U2jH0v6IF20f3uIlbF1L2FaX6Juwi9OzQV4k6Kw6cTvksQT1mtQDC1XS
ZjwG3mCEV862tXBcf7btWELjUy4WTdCg4jGFYQpgUPUOMdysWzJDH6XrNPx4+cOtTagu2O3StE0V
J5LzLc91WPgwa0l/NWP4PvMd7jIdtMMmsf0j7+MbFMHbKx9xbRNyvEhV8h8NPMZ5TDOlZSADLsCe
/pO1RW+puIVZZd1jGuZTsszK6uHyKMV8Vi7zMzRrdQvcjOZotnYeckQhsTEVg2vJboKvFlCHqutu
lS4HCAJ6ay5IwZWlAjXQp1TsojnIfnb4vPwzVr+rCVAMmU7HsuX89zfJzeQ0lUx1O3IVHyWODYod
7T2CPrC/eXFQ5b0cbfXT2iTDUtBE5NueR5ORgjPiGESuBxz6Fh5yAaAfXvOzmVJzLJLSPg0AYK6c
sGsngY6I6Zy/GTqc7vOoBiptc/13zoQDFQLD2NW7mtrlsLs8urW5JJEhA7ZhYUmxWLgJxHKgLV3s
GrgS3beDV7SHIZ5KgaVt6V053taDSXajrWlzOnw+qC7v8d1wxshFQNX4ih61cqfmvok6rNruL49r
bXMYuqlSWaDn4BiLUI0+gutSdL6aUG3M7Gk1bYegHB8xHgHCDymxvPLF1tYJBTRDIqxgq7q62I5l
mqupBSPYbZsK1eggH/pvY21S2Gl16no4CVZDdaQCJK5lwmvTynaAzG/w9FbVRYZj117JhShI9ukR
YDgaFmI/ZVLvdzYCE1fSbrEaTWpURXCbZoUuxsmN6GUjaDMXSG21LSjLf9SEhayIVepHBQLXjkOg
hWRujv2L0bYmwpOBaT/WEBPv6VRKRJbweqOZRnX5NVZK8/bypxfzL1ieUuSZc9mHkhIp9PkywwI2
T3BeTVwo+4DDEYy4SZVq+hmDvgEzJ2KAwlJ/6hyMMxEcFQ1eKbz7tEOALcfl37K2jXk+Oxaby6Qi
t/g0Td+rAin1yE1y/CTRMFTRQsl7tQ7+4q57G2j5VSJtqOMi5ymbqvWXqUAYZqd1QojbNgftfmV3
zafPcobx47QtYBKahMl/PsNqLcGF2iVVCDpR+RZwrgLcqTItGk1IzFEOxF8UYHj4Hu2jent5TufP
twyOYtF85c3PW23eiG+O/2aogUNDkzzhjK5AjmocG8JIon2vI8jxjxhOGMoLur5jdLQLPzBeYaOV
2qfLP2JlF5DisweoP8HKEYsZaIs+qGp+20lqCGMhdpu05o3RyOy1yKE1XBnyynxzBQAp4LajNLJ8
UycdshKU0Rw4QG31gtYmim+iRNjkIGEahDsrqxHWyfy+elAqQIJ/cQdqFnkGyQZ9Ycry51OuDRAX
49JwTgJ0vz3XyTleaRuUztMoMNDxDNDTzxLLwezK/bR23CCCoxmmBXaI1tpiM8+YtDKi33IyO5Pu
XtdqgmPGn5zHIgXcfKBS7WfPsJaAOtpOr5zIoKFqqLj47RXPQStcb7p+ePARCsL2pBhb/d04wKFw
Ly+I9R9qzycwe50Tb7EsdRqUcFs17+Qg9JQfqdJhlK3KbnxERkRFVWWkFSc6m76d3QxTe+sB8euP
QRgO9OuLTnpHv+TKwlHbia0jq8E+ikSNruRwawuXipDDDayxg+ViPisIkb1XqPapV2CLGnDBHkL8
ML6j29JOf546aaTDfJFf5/CyvhYjxOmr2Hqf9A7lZZpvE53KouzFvdJlfomgad0HxrZohRN+uPw5
Vg6JeXdKdqZu8BheDBPniEEjC3FO4OhRc2gbzC/6RPDqNzKQNx/qSub/oDKQfKkLkTwPyJ1HN5d/
wkpCQIFIMteQehBSWBzJCS1QiOmecwJTR2cYqRo4zUVufGq9CTqO1kX2F+TCY3l7Oe5K6kNmjJKW
1HU2zTJhxca7hVoovBOcnB6EC/duNivXIbntT3F4RKM4zK6Mde2AQuBYCK4Dm+7DIt2ajBiRmcLz
TjFqzuFd0dHZi3B5cbAfhIYLm7Kt6GrB3Ub4Leg+Xx7x2prG249GgEOlWshFdCTZMgE3TTlFqaKN
O5h9SY83kF3q0U1nNNW4vxxPzP/g4gpCPYhZNnWTA9Fe7PW+Y/Xg/O5RLq5BDMOftm4nL87Fqx8N
6nNX5uNL1IyzS0BYguUbtOjGVjJUF1OcjZmaLFf3iu2pVwraa6kPWQ9lZlXo+u8XM7YpOGAVunKS
aH28+tXUvYuZGxq6qEZGu67uUpQBGxMdxCyB3Eqz3XlMAmSjjmEyT9fliVpZirQrVHrXVKGp0Czu
Dc+iVIXZiXJKPNoGPAxlZPyckhCEHpWpakfyPmhXlv/KUuQlLnSkbWhDQUs9v6tSy1Sxg/SdU1ta
+l2Ohz0+uzhu2zvHLGPAcT1ysUcKIL4H3DRMvNfLY15J+RgutVSq36owjHmxvklPRIKNHjAQ66T0
cYo1qlPAdR47UFqX46zNLZ0LiUIW3XhdWxwvArxgiaGYc0rCFLRWNgr1wQo67EBqFFlxHMi77uly
yJUTTedMoYJDXOrfi6ENonPyACOFEwiu+j7q9T44NqEWA8LD/XALZIvGdu73nDqXA6+O9Vf/BEUB
Tpf5m7+ZU9kCnHH63jnVaFvfpYVXAsbSEEq2VMv61AkfyYO/iEj5neNMF8K0F6uoo2k+oqXhnZBc
du4U/Bk/Q9+FuUPhFglkHFjF4XLElUOMm4pn+Nz74tJYfM+qzYEKe41zijlMDz5a1/exFn6Mq6H9
dDnS2golk+TkYktq8lcm82Y2QQWUDRmcfRorI9zBgMLOROnHSfuLrwY9FmSxSrfyt1MS9VBq7ali
n4yybo4GCHM0n1szetYV5GEPWa6IL5dHtjaHbAigGL8as8sr1xxEG8JZYJ3MgnxwjOgjbnEhRfGk
7HC3+vN6hi6FwzRSY5yrUefLcgiCMMLpmwIQUDognPkEfinoEVZRbUgwl8e29tW40U1QIGSZJBTn
wSJUopHfDp2TzWLcSxo1M+QJDcy/+Gpv42jncfSuHPSkm5wTKlL9c+Lgv3fIdXgvSAPNug221qQ/
Lg9t5bPNHRfbkcyjIGc7DylGu8PtRLdPiqZ9NbzYOU36dKri0ny6HGitgEkk2+Ilys2NMP95pDQb
kA9BHfzk2Phapk2lvsN0yrc2UqmyI6IseM9KB4JvroT2Sfag+bW6SH5e/hkrx5lBRYBsRZKEWsuC
TcNTDoupgXXToIKvR6b41GMtuSVe+l5gxnpl2Cvzy0OZYinVGhUW4eIwy/FoDVvPUU4I+ZOAT7b/
FHuBQEZHgxN0eWwry3TOO6WkYopJoLqI5cSll2aa4Z2UKUPAHdexEfvecK6aXg60MokSbzxBsY2E
k1rE+adEOxDPs0goJ8OuwfwiZA+StEqlUt/g8ZfVn0QE6PvKs2IlueDImLe7DmKA9t55UChGnl81
k09TCF+slyDz7b3QBixSZI9Q/g63FC14VwR+iFn2UF5bOGv5HfEtkB80hgEgL9Yv9p9mVQ6e70Kz
Ed1BYyE5MBK62QEBhOGTkL52S1kiBAGa4UEUD0n2GfI1atbQ0XGW+PNvwE+heeyQKKrGYuOaIES0
zFJ8F7ILREWBbC2N1QzVixjEfiQn8fFyQG3tq3MrkzhSAoI8Mf/9zd0F6K5AxcriA9gKAsTURaSb
8ggqb8ZeBBZah/hb+o8AR3WMzYsiMtwugVKHWxvGTgcVyc/oxsfCBSUEexLhe4RV0b7t6YhVB8c0
EI0SqeFjKDBx+/engRv0XWTXivhg1zPJi5tFjQGMJj1gWK8wrH0BrMN/QIisqb5dHu3acWWSPkuT
bAtEl7k4i0clR6S2jXy3r8iTA5wOn03fNKK9gWWUsTdjhLIgCXjuqNsHPwDEeJA5SJk/T6lByegq
FQyUPsgYzifdR/6r7o1WOeHV7lkxeNTSGT6kYsw+Dl1mPaXCSm+HxLQeOnyi9pcnYe3w4pmFziO6
hiz8xZIva7D2ocMcoIJfv3oh4kU42mX1JqbieiXW/G8t3nWgqixSTItKG4+o84EigoGKgRy9EyIa
PFVRmvAqpDhQbkJ/un9nNT40fwk9ukYbvVf7DWr4RnRlU61k2XSbOT05RTVaA4uasa7VbTU28+MS
kTZsbXH68l+8LFCfuVCSftdCyn83NnJI//nzmSa3mJtBTABlzfPR+1YKN8lqvJOHyt3erOEP43UL
E08N5HS8HOsXtPO3qXbARdFEAHW9LNCUpQRcDWfolKihC/w4/OChO3MbFqn3oCpASBEeioZHkWOI
dbDtRkNrTUIMw6sR9DZc0WoorpTG1p710qZiQxuMhvFvQK0MF1mBYRl1BNMOH1pc6h61wjGP9igw
aPSU7MXCpwJnEROFm1Tqr2aCX2tdKRNHARpjm3Dwc+fKPbe2HPgoJlUMeq4ktudfpXUoYLSd7Z0K
LUUn3AT2rd7keNqrG9wlCrFR0YNEW4iT4PInWg/sSJoE5NTGElDiW04pCtyoT2FiQ2K06qH9oAaz
VZ1PS2E7KSDA9thy43F9OfDaGW+DypOSpit4lvmHvT3jg1766CQ6Jz1G4dJGnmmjtiyQLBK3qMz3
Vz77ajiUV8kLZxmj5XNInXLI3k3Asneq9JM5UJDdFJGibQcLJZc7buKwe395hGvnDAcpmTyNZcBk
iy2O2kRfOFHLN+3wtd6EnultVBQy4vcF7UF4haWRQomL2+RTZdTZwQga++XyT1g7Vhkt8sHkToIt
eD7JObS0uhpM5xTifHHTkbQ1SLpaP9oo6PLd5VhrWdN8bZCwUK+QyzJQGFPZNweGK9GHuYHMCDuJ
S3n4kapAawSm4MqTOTVIc9sFyNMrR83KSClMgv+gOmlyiSw2UC0AK1SIop+amZg2aIVVHmXffO2U
sgyvjHQ1FkUHB4AgtVB1MatpPCHNhWuBO6VVeBujxYPiJU6fBymNvrxyMqws3LnbQAZCB46q6/z3
N/uk7dQBV50wdLvSjp5mONpm9NLkXQcvD1+x/FpPfWXV/mqqgryA2/Mb+gM2XgQbtAzdVo91aNZR
OCCIXTVV8mD64y81v9H8pqaTcQcHIQjuB7XFT/fyWlqb4bkoM9cukKj/DRmJmXmMBQgYAmVuswOE
yz/2gD9do1b1KyfDr77W4pIy3wZbLJ2mg5jUDlroournfA/BJ6vHNBLtsRpR7SflRnxiw1WOfonk
Lf7S5B3C9ZsBahk8D1hBVKF1aX61lXzSthCEx+rKGlidDj4G1wMADsfUz9eAHhtA/AN+IfoQAzJP
VWAbx1RvkC2nGI6K0+XZX11y4N5VTi7akfoiHPZ8EtCdQ7gKYvYh0XC/OgxIYqNaCegneDDM9tvl
kOsfwTHRBrdopJD6nw/RCwLfB5Hiu5nmgLLawFUzn/HkGVE1QB47v+lUZIRuG2SOHrLUMXHmcaz4
vwRphluVnIHyVhkDTMI2q/hht0YvrmCe174CNZn5wqJ4R8Hw/CdmjB/nV3DrAbIPEZJgBmYSmB7c
KBXiQFe+wWqwuQ8MynNGJS3mA8lpK61NJXQF9qD+h3pSmuYw4bbaHCck5f65PP3zibXcAnMjQZ8z
UeBmi8u47ORo4XMQuWmZBclO1mAXn1Grm64d02sZIQ1J8nzekgIMzSISCHU5YBeI0mipoAEaU/L+
imQE7DUN3+VyC/oJzQkNAC1F52i49fSo2INtzfGDlOUNevbd4fLY11a7BIDNjUXViGf3+WdNmqIN
9F6NXPtLFFbdncyU8r3wgtBDiMWor53nq8896qTy/8aTizJ3bdS+jkpG6BpGJLpb7L7a9NDqA5xz
1QzuS6ot3iP2Gv7WNBvsiXiBwINPgzIP/uKUNcGhUu4H9cb3Px/5fJeQuSCQpmVpOW5w0Y12U9bp
PySN1O2fzzIlW8OkhKqSgy3W89T0zgRNNYLGI3EfqAcrxaayBeKHGE6JXwIpkXolJ1jJSCikcovo
FI/mo+V8fAMeYJrI09BNeVtm7xxviJujQHLxHTqtfnwIy94fj22B6CZuLUOG9v1fDNoEsgVWlKbl
EhgEXaTVxphDbTJBTWAWo8BOVQN+6z7s/NnulTaMdyXo2skBPlXYFECpfurz398kDIpitp7Kdnb1
XOle+2LEFDpxuJjSLnUvj28tFLUXEjtJzieWTeiKNBoYYR24AQJk0Z2J7t8ezwr9kGZ5q95cDrZW
FgMVw4MB+hnP918b683A+qFo4V5RC0w1qh9UcHIuh0xXp7ugSVBvoBVBzw8ZIkU90jTD9QHubwEq
UMJajmpGcSVzWDs5WNE6JGQQeZiXnM90qLeZlXujj8CgYt35E3lRWxpWuC9GxEZ2dGDSx8tzMK/Y
5TlNgYT9Q65L6MWTomgqhNSryndTLa4kWs89uugj0nr5Q6FIf1sqdpfs0H7oyytnxXpk2oL/FflX
ye7N5KterOJMarOUbbvV9/R0ZfcMcdoBwD4o1rvUSdEncUiBsv1fjNm2JIk26CgwLeezbGAzo3Cd
+O4IjekJvKF3Z9fofX7t+NOmA/Fj31mTWv7887C/EJ5zSqJZ1uLjCnCLlCCbAGyuaA4d8mObkIP7
JkB147Ur+qFByCGKp78YrU1zkA0FJ09bvqJQ15Xt4FNszfEaePGwzHmpsfS7K1U02A5xiuHSxk8U
DPouD3etLMJpwb0+H9IAnOa9/uYDo54kuW9D5dSqoh/vbaTObxGVQErHVxsLe0jI94kdVtY9AFs8
ky1rp5Qshq2o2glBArXQPjUAq/2/yLro4dAEZ91rVEjPf5eOatKMDPPdZsBxZ8PFCk88873I7SqM
Ea4cnmtbmpKcboHkmc+ZRTQT0RjWseG7ftLjE5x31tDtygr2kNWJdpcg8fQ3H9xgZfNCh/ZtzqnZ
m3mnwARvSU1Cd7bdeR4mHG/tsBj+0dK4QziYF/xOVa72GVfHaVAFBVw5n+CL1Y2SQ4hOdhC40RRO
Lr2cVn3snVKfnj0gTdXOQMb2Wrd9XkHLw4uMltoLRQKuw8XcInGEaLHsQhdRk/pzFdWzwuVkF1tL
T+32yodcO694LRPKINvkvjif1lxLs7CCOgiFNqhRE8Gy5QmbCbwl8kGvkkNixQiOVGGOeNblnbQ2
tTMUmKoL5QHKjOeR9SlqeKRx/wYIDH3t4sB+QBGrQ8BdC76UIw2EK6nV2rxSYOVSnDGqfM7zgJ6S
aMg36IELBBbctYbfjXoX17Jo9gjVROEV+NFKVkUzE81+HoZU7JfdKTTLilkSiOcyT/P6ocYZq+A4
8EcE1tKpHt+3bYwpiZXM6kohDqzF4fIEr4zXAm44EwxpSdEOPx+vjkB0PuHW5aJ5pu0KreC90Ej7
xwjC8eVyqJVvyXuIJTSjumHDLO4ebJJQWzLSyB2MDFPaaTJEcadQ/8HN0B6AfvZONv7FVUs1wXRm
EiWl4OXeNFvMS7LaCHkidWLnOFXgIMoorH9QmJP36FYmR0+Acb2yjOaDZrE9ef7wNqM/T+64JKNY
CP10Cm6vJ0C1mJ8BBa66J9w5+vjKib6yNWEVmMA3TN5AEEXPv99oeprpVwM4ZwNP+W2SWHhdxJRu
vZ2NtnbyhHGTWW/p1YPu//Pvyb6cqU2UGYS9OGyNQMNUZkyAV/h9/oDsmHHooqLBTMDQdo1Qxiun
0NqcAh2ZWTc8MNk050OFp1UmWHMBMuiQFb4VMgYgaxVJfwWjslY+QSABcAVtHZ2n7OIph9pYpjio
753AIva3EZLsCPYp/e1ojcoWyZ/4o5YiwHT0qxzR5F75QXkHeRvfbEwU+qSJjthkNSW2sXp3ZV2t
nRfwHHUwEKTYvxX6y3RC076t7RNIIUe9K/Ek9W80q+nbjxFuEMqmVIz2GRCFXh4NOkH+7Z9/c/IG
KnAQrfjvxTe3uk4i9AdSFmMZ/GaCetyNwPUO42DKLcYuf0EMtoD+gIjk5NDsJZa9SkWgY2nmnWrY
5d/UQtdypHZN7B92YTEpIdKcVIzvhwkb7qfLQ11bbuAVuNbnmwfI4Ply85CophuQKifPAo211ZWy
7ZDYt+rvfxGHOw7i2owAWUJxPWySUrRH6d1M4XATF5WVbA2KctfQH2snPb1VRBuoTVliWRTM0RBG
YwMoIoqHzRYBrvReV9F/hBAYfro8pPVQFB9JNHliLvtDWdooaD0TSlfi+KZL1W+xV/Wfipq79C8i
gWkAAkVCS+nl/CNpKGRh7ht6pzQMml2c5VjiFp36wBr2rlzVa4Oiykb1Yf5UvwkZlLHsppQW70mE
6JGPaZ3iJh/ikrvxC6e/cleuHetkISBVeZtCj51/zJtEFknsWscjQDmZgY+rVaj22MxbRTdh5ond
+q1Di2+6c/Qpv/Lp5rNteXE583nuqKTPxrLKoifUYCVgYJfHSfWV/VG8JJb6rWg150FEgYcovDnr
8YdF+dDETXUlHVkZt62SjyD6QS3gtx634sGHbfyOB0rqZC9KnQ7jduyc4l6TXfLFLJ3wpXIQnLxy
rK6kJjzXuFjmjjFX6aIUECOIOPp2HLiJZWef0xYPHbuvpbcxldh4JmuIrhwuqwFZsvMRzpt4uW4b
5NG7QkbktdjzvCK77T0Otf8i0jYWXCSJf2WAvx9mYKAoTM4odyIuId7lLOWbI8V1GinjPKPzyH1F
EqZ/vbwdf/t80Eb4cmAweDrSupyH/WbZ6pGaZgomuW4NPuHFyYTdbLrBKoKNNeoNEne6HaLLKf9Y
K2MRd5EaoNIRDQL/Chd+N5eCZ8knhBPzY0pRB1unUEVbfvT+9C6cg1LBEcLhOAA9fz7YZGBhBlip
uB1fc8fTz9jFFeK+uGhpz8hq5n961hGP5yWwJviy8xl+Hk/AgaQ6ijyFCYe9gyNR6OoGx9lC+RAC
8kn+dCvO4ebSIMUxm5t3ka5j0JFrVh+XaLXbyNEEfb7DXSi7oVZWHfPCMLd4BltX9sXvC4jtz+ud
8xm8J+ic8zGOQ16khhxydy6g3A6acx97IVrHZk+FOy0jZRMFfXUFovjbya4TlFe0ybOP01YuVm3v
5VWAVmzuCoyjrF1Ajeo5GSN13JXN1VfQajAAu3xKWB402M9HiJr8iNpHUrgl+c5rm+fFk1WAREFo
XB3+NGOeB/Ym1iJb60K76rUxK9xkxDpmj1o6wr8ADVFHvbzvfzvO5kAz5I5EjQlcviK1qYhoRfUo
pxSF/dTH6L9ieB1vPcvXkB212ysp+toygYVuU9XjMQAA+nwSB26DCrhi5jY8jm4bFsctYvNjv8HT
VN5bea08lWGzvzzI33JvBvk26GKZCBli3qlHuZtW+fTAylAwmQ0HnMJtLGZe2zLxvwVYc246LKKu
HKxrqwbJIfCEAPt001o+09FrG9BryAESZDXYqcTudkOHZveOdvZwujzQ3y6LeaCk26j/zUoZS00x
z04s0OtN7mIEUD7F2EOjv55nmb+7HGd1QmHgw8S3YGAtN7um6JYy1W3mTiMtSSfFzsp3pp+V6n0b
cksdUYWVAa20IkuuHN2/ZTm/Rvjfkemhna+fcuo0H0u/zEXP3n4tbIpn5gTYVWv94iZpO+fjpBcD
tnnYgHkzUFr5eHnoaxtGwHjiHcXqRcjx/AcYLYLvBQ6MLkCIe00rjPcadteYLGCc2A1a9uVyuJX9
ArYG8UjOVJqGyzJT4XBos/dROsqNZlOoQ4o5p01RksMj/ogwqf3QYwNxuBx1ZZBw6ngBEBvq7LJs
GKNmkjmtnblA9a37UM29I8S67A7CIzaLMZIg5Z+mOUCWuIhBVoO0sLhDzqe1LPqqnjNHNyuaeD8E
lVbeVKjtNn98FZ/HWZw/ORotA1KymYvstYcVEBzzY9d2GtYhDcWPy9O4slh5bPPd+BigeZe5YpuG
JARhnrq1XpQCPrfT3oq2qr/PKGq3jCNoyRgV8BjbVLOvzHOEbaVzvPwjVr+lhAJF9sHtvCzEVm0p
Qoq/fEuk3CktxdPRbzz7hoQEXdAGzPzleCsHHtgzW4B+I+ZvyU4rFJjOnZ65RYz5iNJwym1qOq83
0+Rk2ZVlszo4cLwoGqqQ15aZnCZLrFw9P+cgClsMr/LpmT66elvVgXiP46Z/ZTuuDo4X1oxBY4cs
RYGE5eNvOzG4/8PZeezGjYRr+4oIMIct2UGtlmRbI9uSNoQkj5mKmcV09eehzx/cVEMNDeCBF8ag
uooVvvCGMuubm1GaSutXcoiLjZKMnnHhGJ47/GhPUh6k9UNfeZn9X0G5XelOI9qkfOR04Mab4vky
h476TXOl/MqjPm9Do3V+f/77ofoHAgYtD4o3q+gxstUiwxmeE2Jq7q1XaVC80Op/Lpz8kmLIua8H
nwLePD0mlYvmdH5aiRT2MGEq1HUoqt/kRpoo1yUOYtMtMfIYPqtSobt4Yc+cXVUYq2C6KEby3+mo
mA1Qroa585hWqvoAesw19p06Zq9arbsPdZjdlmqMKPXHy3rmydTQ/+Ue/1NbWZd7nc4EJmm0+aMa
tsl3DwdUv5N65W7cIdFwQS0sL/bjydXLqxjT7PhCnHd20jDBkAhYhJ3W7Ap6PWWoKYh2CYHyehhi
hNR7dej6StdoWxnPyGuLHj3tj2d97gtbkGb+UCK5e1bXOqIFXYyjL5fB0OSgmNwZK6eiukrrRdId
jMx/mOZCZgDCxXVHHnv6bWGzGQV+iIj1abp4wiij3jRwk7/OatcfrA4UaZDpUXUB4nzu27KHF+UH
+hR0ZU5HdRU1NECnIhWmhyhpT+gCEQZFPzUVI8dxkMpWGmb3lnVx9s/H63vusxJGu1TrbP5SV3sZ
Nxq8KVtEyuq+c24RScdKDtuD3K+qatroTV5tPKu6pI125l3jdlnwAIxK01Y7nW/Tq4h3JBHzJdi7
sgx7uB9wBt4UE2zKTdJWWL9kODNjJOaF1n3c9M7rx/Ne9s1JsWtRlwUWADyTDU3H7/QXzFmvqWHN
Lyj02U2vkz6Pv9A/ccfdx+Ocue8ZZ8lT6Fpo78A2ehqbTe0gNVRjidIEuHdIeWjmJivxh8MJ4eo/
DAd7kXLyIm2wBuFRg9Epx9vpI5IX7KQS7pZ+Y4dmOMMzKwWCfp+/ldi3/3/A1WU/D7NNvox6t+Sm
xWLIUUZfKl77s2pIAnGPw2FuTIrXrB7mCyCeM1cDQwOloY26UHBWR9VpSj3LHHSVjAiDIt+WGNrv
8AmRP2pv8H5laNpf2DRnDgsjLkBqlPSAya9GRKV87EzMUx+buom/qEbsgNMacVzFGar5XSi9h3WY
jaPOxx/13Gn5e9jVGsseN0HNVLJHL2peyqp0joXZZbjXlH39UoXNESjRF5zM5DX+rGW9/Xj0s8tM
ORpYBUJmBEqnJ6UtJj3UO77w3FfRI3jDY51H00unmhM0dWf4fHxNugBwhxSNP+sdjGR3pqRDJh5t
2b22TYkblRFpj0qvWZekps/cuiD7KOgjNoY01zpJ0aQMC0+N0YAX6nVYV/m10YSj9FslkvukSzrM
iONwcUX+PAZ6uX7+Gnr1Sb3azRL0l8Wj1qRQWJzac7aeYlo/O8LACyt6btfyToIGB8bBjbd6QsGg
0/vPzPSxzGWPDcusd/21XoseE0HF8TaZomOZ1te4TF19vHXOXX4UumjjwYEAO7raOoWMvE4oIL1B
tE7H0YL65UIGeDNlKy/ECWeHIgYkC/wD+loNFaIKLrVYSR+BHTcHt57bQ1/CthSoid//h1nRRmVK
UKB4wU4PhFJOVjZhB/qIES+qadgR+mMmzbvE4SH5D0Ph37xoJFLEXxMWnJmNqy3eCM1cY8/YZ5O5
s2MTL6pYOOV44Z45dx4QfPl/o602SjdlI/KPSCPqWOLhEVcB7brVwsEMEoFHQI3PUugjIezsK6st
LoRA7/HcHAnggYiIoGzAflkt64yFuhr1jJ5LAkIM2AeBiqeuD2gpQMnC7DMc9RvKcNY/Oc7hmIKA
7L8WOIxf4m2c20uIknHlwSUmh1nFBnotJ2wg0/wxH9ph18eZc6Qx32xtCydq//NfGAw78jAwhjkp
q4sAE2sYVpoieFKwfEhymWpBlbQAqeuO1vPHg51bY3A45qJFid4nDYzTrSustlKmokwf6Zt2E6Bf
LRu2kzrLbS8aae4NW5ND0GI5O11reLvdedi5VRtQX/W3j3/KmUuJ/JC7FwMMXBPWAMHIS+OxFQjL
JaVwbopkMLzAUQbfCt/CPFu+ea5f2t9nXjKa3xgWohuzYNlWa00nzMbFFYBXDer01QKap+0cnHmd
pyFtakQBErfIPv960uUDIYNS9RLhr0KGTi9RXZ3H5NGVRXodzmOJt7U3jFdQOtW7qFeVT0txg/BZ
UlOL4RaFnNVNiJyDim0ouE5lUhwfgq57wPpTfIUm6gZ2Gg2XBjwTSoOZ4UMSIiCbsW5OGUNXqk7P
gKmW2oHs9LHcZtqgqReW8tyWQZmaBJikmwdttXlbLbLHSHNZyl7Jvulpi994XppDdBxocUb7unKp
LYboS4yfHZkTQ2tqwa9RJgLVcHpskgS0hK5B6ykGj8S6p24eI91kVAIobxahRYJ9eBNYXuH8+uQx
WfYNzxopGsKOGJqcjozwkIrUsCcfI432eOBgyCXpTNsx9OnEHo1AK+ZuN/Xapavi3R3IwEvVCFAK
EEWqK6cDp4XrJuWYDwjid81tWfbXkUSHGPv5fPhsSWwJKhdFXpocGs3G1YbFVwp3ay92HjOznX7i
UDneJ9hYBV4/OZ+9bZehaAlz4wBw4JSczqpuBmvstdR5lLQ+h22pgAfYGrE1HvMC47mPv92762aZ
FlUwomZwN+CmTgerUoOIKjXFkwsjfBu10fzbHOzpZ9yq5fdln12KZ98dkGVyOkU1qv3QG9cS7nNl
iLbpsuJpiK18azZtE+PV5eVH4VXzMwJk4wGZTe8/TJM8HlgaLkrQoFafLww7uxghgz/VXmNvikJV
VB/6ifARA8iv8N3ttP80ooVdCl8JkdNVC6fiJKY0w8VTXs2DP8Lrvc0dGd3G2CruqtIdLoz3Li5i
XYmb3UXlYpHQXc1wMuxqUEY3fxqhBG0nmSjbTrXG73Rb5A6z2Lj282xMSRy88JMWRjwYZPGwasEj
c6+/SznzIo0xa57SfyqtwXhzDrpL5kVrPhAhDjEXJQqeRciEBD2n+xQJD0XaraG9aGM97cqm6p4o
9T3r06xCSjbip2pslV3mZt136g7tTSrbb8ChuoePj8sfOaC/SjL8DuB+f7QIF4Aj9+3p7yjKDqSI
OtfPli5spfINRYz9EVdnida69BCZ8ks4BckW3QkVpkSWRkbrO2GbDl9mYWIEH0m3lG9dh/7FJkfp
+IeDV9+rkwHsguGCETny+0kJkAFsq9ffNYPd/gtW1/qJZbLa+pqZ93dGZcvk7cLUlnvldGqYqYGM
gUC3XHXre6ezu6FKQi15HgfgzncgHbpnrHQxpibsBVs/OWq0zVCJtq4SozaNbW2PqjC2RVKI+Tip
laZ9dRIlFv4cO0O8mYo0mmB3JnO1V6YyC+80INXlIY0oemCRib7Oocr1XPuWZfyjY/eGdQE5sbrd
eOsBTnDgF3L5ola5FC3+ai3MAPpCx6mnF6DG5b0uvUT6noa1Qqd70c4u+gskMQir60VEtBTgBFA/
CqQEj+v7NBkKRUDGe7ZEUll7pZ1IxHyA8bV9PeejE23r3vSiwAEWo902EuqYh77RtLXCUisw7nbM
fNekkfusxrGibUJvylMf+FfvBnViV/EuVeKmuM8x3Mz8oZyjL5aE+3FjuZ2BYX3nDcU+dmut+Nma
YRgdGxSN5vrLPHZV3d1iRJvvTYMey/2cIih5lZUSO0psCZQKT2GzGfs93ZjmWk2LvMVkeNSSr7MW
DbeF3eiu7ygyfbXbGJvF0mzmB7NA92bTKj1nUjii3qXTNPZX+IBm4b5Me70NRhGV2MeJOk13svJG
eT26c0MFbjCm0L4r+1y8ZZTFet/Rw6beOgbehS+TOSEo32bCSQORZ1bkj+hwmunOFkOY/AMPRDx5
E0t2LGiUO0Ft5SK9rWq0uiXFApPWvN9ZtaUcjTp0nh3Co3hr1J74Ujez7JBVwPh8byGfFm1bbxLm
YcRrttp0OrjJ7dw3Q7XF41Z0fidG7x5pVb3y1cFqvT1IvSz0Jwt6ejBGrYF1cWVM3Q5Oj0wOjUKd
BjWDWblveczCqxK1gdwHfjXGD149VO620OzY3bQSdOtNoaqVQG7bzr1+i4qGmgRgcUfn2Jul5tA8
QFkuqOswhR40je4PgzKpfXQm3asfyJ5MeWeVVmGCAZiza12iHfBPFXNmb5qiGe9Uq5HSF1aceOjU
zk10qHt99HgAm9ramkap5XtFek56q2Z6Zt9VSWeD7kVaf75qEzf1/M6NQbHncwEp3xyVYyJpyAW9
mg7Fc4QqmgxGnvlX126dKajtsvrK9bmsWmpGI3biejwdDfQkxJ1TDvOvaO5idLK70qmwM0ayBMEH
oTaho/tVnwxuwJtlT/sI85j8bh5URRO+kXG5VhslRzbg1iQwCR+wutHkoa4jT7s11UYpDiFO2GMZ
GLIu8ocoz5VoN6J7GL9ovV0XX1rVEV25aTsR6tsh1Cv0n5w8UdMfoRLLWPcHrXVKPciHJLf+UYEe
2se8BGJ1cOoyKmkakT0EHD3ZPaiuohfRTp8No4qCIVGc3h9y2wyvh8EecStpkihrYHT3wk07HzsR
JB6bUM/ijW5PIZV1jJUeqymO1O9x1Kj3M83ByG+4F9JDwtWs7ZD81/8N8Qw7mhrqABsY4jid6n2j
Gg9zrEzDi2ZUBnCUXpXp9wGp8TtTMeL6xpK8TT43FKLJrhvh6FqHgzcGkaV3zab3bMA5g17m6j1O
yem/Eqirdaeq5EUTlT3bH5U0nwP8Ya39jMSz5quNY7/ac2H8rJHA0NjeMV7d9jTjdRxWxiCggTpt
65coCkWBXkfYodZOW7aoXLnISZh5NQI4mhMNydxZvrlYcedBmyn51xbgouvHdumOVwXNlsnv2yjE
DNgpyvy6xpKq3alxFx9mQxjapunwTve9qZs6VPCUVKpbgqoy36BO637plVmp/da0C21jhlYZ7w0z
1U3MlS18j3cNnNHs0MNcasEiYOJoPSFGkr+Fvcm5FlK08QZB2t78Ah+vk9eiQYv2BjX6tM93qTqb
9nXShPFPS6RTuxGzYcUI9eu4lDt1ZD1APU+HjTJPDra0aD72ZeTXLnl0oKOZ/SUys7B7FB7IpYA2
kZ7iEKgusyurXtnQ29erHVEAgliV5Ir6VvZ6f6UOhU7S1sAlCfIxzudjO4hQfoGCjUiCgKP72NA8
+s3zZkbfo2KadqOGktRb59iRHljtDNQLlX/R7q1qLr6qXuZZQWk3qbU1RlNWu4mWUx9Udm2OO4Xm
JgjuDCdMf8pAPl4JuiTxpghN5yd+sMl0HLqFb+wKy5QH2XmLDSpcZH+Yu664aTIwX9vKTkb7UGgD
+xnKtm779BHL5t5MiqTag2Xq7W2oFmDS28pRtJu+RyFP27TIQ2mvU44k1J0K0RTRP2tMhX4TLYVU
0AAR6+nxZsggJJupfsp0qMpkD1UdV+iNqOI5Dz6OhlbtDBp/ix8ScBZqXlSj1kL3NM9D6U3Z/JJG
VttflVEnHmoUpuWX0Ag54y7PCD7aTHHclV1nVH5eSPeT0jjLr6DCR9xCtQR5ljXbD58DDTtsW3sJ
DYF7Mpf+o9Z5WQHF5JIQ5btQiaHI3amAw9YkozZPQyXIC2kcdZX+wq1YPLZTFx2dOGmeu2qe+n2l
Odklg5NVxsLkbGqkQIIRYSSPX5cNMmSpMgLb+NUTZmz5ilMNd1qfazedgiRZVOEm4JQV7gljp1UX
Pu+qcrD0dakuUqz4kxNaa4BdYQ10hholfe26aqyDbLKTp5yS1MYehbiUMyxLdxJYuwCF//TkAArB
t16V9Nomci36U+lLFHfKfQonqrvl7SjLjQafwd1YEYXcfWH1lvclzyGAb2u1q/ttE80EZZmRwiyA
U1YfQkD5DyZo4J4yb+f1v8MhdktzA1lfJj8GJVbVHTyTXD0kXtP+qgvbFtybbl4eZ0CO/RWxXmFc
wLq+2zjQ9ZEVITXjMJLsrupOfTraLTJS1stMtNwsr7kWfc30uDkOSt+waWtZNhdqXe8+H2MuBPaF
ObmIvK2ysEYW7qRT8H1ZXi3pw48YkmupUDrxSy+SlxRwrXVqxOJQGlnq/rBg2TqrOUYDUqNznKgv
Y4oT2q6qtEJ+HZUWb3SLRGbYWo02w+rh61mbQhfuM+iMXg9ozsCWmhSRjMJPYXSKf+IawTt7D5N0
bu70qpDaFfbatnc/4yde4ZC+uCsXfmUYcfVvMlWhRXjew04YUdrGefJ7xUsWbUOkOPI7zxV5HuhA
F7OtLnXtCV3HQfNts67BTlZ00UhyqrS9LvN4jh/MprKar1GhlxL3dmOU5QaUtxoFCv7hihsgkRmm
h9wEVOqXSahjeAxpU9k6emalfdDZvebsUALG8zwYzdZBL4fLggL5Nu+tfrEzL7uCJlqYVn17b848
YT+9MMqLVydurPaTtSvuqoUoSHqnQouhdrW6slAgTpOhGaYn+gXRNpkLHIvixL1zZuMVi0flQp9r
/STYsN9IkOFyUUjVaWmd3pBdE4/aEHfqk1KSK+zsKYt2k5LpX1VhiWivunO/0V1hpH4WG3Xkt3aZ
mRc2/vqw8RtQ5eWKpgRCu22tJDpEqhIJr9CfIjsyAsfNsodiKGOfCr5JyAGV7UIx8l3h5c+IHGzQ
E+gHUBk4nXVWadKq01Z/ckyiiqSDvC/iJtkNZRj6ymDPe/Q5tKBIuh9KoqRHTZpR4Nbikpj+mZmz
8hx6JCsoNOmrelpuxTkHXBhPYZckBxXm1dbsm+kbwCv1KDs5XH0cAKzFq+hLcDgpawHFZrl5LU4n
3kyOHKzBNp+m1Gt/OZ2w7zzyHvsIncZR/USmrrfpumwWe+y/FFLcRmm2Uu+reRMO4NN2YC3CCwWN
VfX0f38UOq7wGKjXmmtiQYT9joTqZj4BA4oDHX2lrVvWUvXnvhie8xItgt3cGKH688JqLMv79xu2
rAYdTOg2vJrvpUPbbALfxs34FMdu+AOMSZNvELKsruq4M7xtXMbTvMnCNH7KvLL5Sfc03UK8VbVP
vjZ/fgfjA1aiMk1N8PSrmF5SptYwWk+y7d2vaaM7QejFdkcQWDsEnW6Zyf3Hcz+z5rj9UPmnorNQ
aleXP91IVZlRiH2qkuR3OpjlUTVLnKdyaFcbynXdD1yI9M/hhpYPjUAIjGIT9d5FRON0nr1GSULN
pf3Uj4N6ZaoxnhzDPI/3FLhN37Wy6BIZ58z1hnDVsqiIPQBrWa2sR4wt+qqwnoqmnZttMTXzEa8X
Z/aR5A7vwGd1WWCkVj8E8IHKQG2M6UJ7fR0RLpNmqhSwaQyw3VZnXBp1p4qWSauoAew7wB/XxOhl
MJJkbdQM6mGeGMVmGq1Lbkfv6nbL0OBGQWiBX8X3aLl+/qoUSoMCG/aF7lMyhtlwmxbsiPtYmBZo
kMzS5RbNsKy5g+qNBpMtXWPbk8EPQYpG+V2JzF18yNNBuertUM6/MZ/XZeKrdB2SXds62vg2mkMn
U1xyYu1+hl7hBhVkrhuoQW316UeCCiStKrT06R4BUD+dS92USFSVgmWseMJTS3apH4+mAC3hZdmd
BqLoQjj9fu8wIuA2+kguPYi1iL4dmaHWUaN+6gdIR7OpdI+j0k27Ls7zaw/rqqvWUKd9xdO2Fzyk
Fy6FZWueXk58PW5rhyBtOS+rNwpHws4kN7afvD6We90tu00UeyP66eO8+/gyOPMecvlyJNGdBShJ
w+N0cWOqqVM4VvaTPSBx7UsUnA6dp8nYL2vb7Da9KwVVLKndYihfeFcdx22r09cCdpdUZfTpy4mf
wzMFhF11l2766c/JutDsxaTZT/Wk999iO6y3cTWJnRNXmj/DLN07wvykRCmXE4Oy4NCwkFVHf+50
0NFVYF9Wnf1EiOjs7VIdXlPHARTSwt/5XOP1/4yFhgcFfFyR1skTJWKjbdLMftJKPf0xoKDoFyj+
H9qyLC582/fXzzIvhDWWFx/8+OrOrT1gWQpf/knYPdZWvMDIzOlNMGXlIbEiJYhm1Bt1K0ou7N/z
A6PDBXAeXtt6jrFBTcjsLftJGVpvMyZ9cYUvBQ5QhYdwtSy3/dC8hJaWX7hv10oiLC6iOgxKAk5M
iczp6Ye0eplYZlyLZ3NEqeQBfLGn+YYbabR+pSr80qLbs5tyYzB3dW7Wzoa9lWkY41RDfjRjrWPD
DxVV5LY30q2B28olo8wzB46eIhH+gqGF0Lzu/CVlV2ZlPhrPcdU9h6HIdlafxoEhhL7JIuwHwWKa
gdnOlV9HowjaMfL2KaW7zccn//0lg00VKExMOhA8sNcBaJeorYzj3n1CrCsGeNSPX9u6V16mwVIu
VZ/ehxwgIFGLILM26e6vIXUAzKvcJgN7yuhAHEPNaA5hbKWA7lXlx6x1GZqazaVTvZza01uUPhF4
d2o/9OYJAk43QzpHjpjtPnludIPmBU34J4k3REtSZcpN1cjx18crem5AFOgWa4Kl7LT2dqIsMcSR
qabPfWtNPwHwtluv0dU9hIbpUXbq68fD/QmO1xMkvoCasji50bI+nSDcW6eSjhM914lb2f+UeaZX
AfW0Vj2KWE18paI0isDWr3aMw2NjYKvoT06n7Sti3m1vtxlIyiGRYmcNONE/VlBdLyzJmQ+PkJnH
PU4MAvlyFQFN3jgZSdi6T2FjVpvSIvBKx05QDcuGNzOXrt/EKQ/MxytzZmsj0gq/zCW3QhhhKX/8
Ffworahn7LUZFY0X4EqZfjN7o/WoKmmbXkgo39917K0/wpJEmwQny2/5eyxhpSJGN+1ZdZI0qNuy
3+dNK/yC8P1ox6q8nzRZBVEGqeSzs2Q0iBQAz3BSfEc7qDAEaAcZi2ckxRzDB6VUBEOLC4ef5eYl
ud0zm43RQNMBzYSijAbyap54bclpaLNnLDNVPSi6esS10ER896uSYuq4NbvSmjaRQO1rK7LBdV6g
ao9fKnqwoW/pofpbRQrROU5VX09blCjd9CHrWvbpJ5eFXApstYMBEoXmd/W7BEtMHEK6+DWZeHSC
EqvRDVHyFG4Ro76En3j39ZdIBWFPUlgyWMAcp6syZ3mDxZMXv+Z6mN30dib2bp7TJ2d5/L5UjO/o
PN4Ybd9ceGLf3TVLmYgCAvEp8lQwMk4HjouRShmFvZeU9+GFEt187Ptq/FaJenyBGnLJauP8eIC4
iMOpTr0rFhWOUZpjpr+EbV5c6QKrrn4sxLZAMK/2I5SYL1Snzg1IBoNePM0ZnsrVBJ1QDEkSjuYL
QAz3Ze5H+2sh6I6peB5ujN68aOO8XAontynXE5ZNnOE/WZuz/pSaGjfS0pU3N2+kvSmHuiPj0WNa
4KGXFEejiUX/KrTJsZRDDOG5vAcR3XX/FMZURzscVUuu1iLT0/BC7kw8vv5tCwcYrgSPqKO9j2ta
NUqbbsz7N1ABsWJvdK+NiaTA8iZOMIyFa4U3LrWbfaS4Yv5iNnSDaAu2JHdKasXeXRXp+QYRmsLZ
jJqVD3ddJZGGKRxTba+awhmKw6hECA0JiNYIMAKKsq7mNjGTqwbbzn43qH2uPHahBP5IodIQW1d2
8ZtBrBD7xM5E50OvJcV9JpB+jwMYoMWUbu3KaOraL+gcf6d/q0yPXtw5T4ZFYnyrmYn5RGyeirfZ
7CO5Tb1CxAGABfEad52T+FXhYLlX4Ra696IaZf2hH6f4a603lCq6yuB/DSyVZAT1Pbqgw6GMbCu5
d9JU3qNVGY5XShHm/5jgmSZfWXBMmyl1aAMq2VgdJ73TH2av7bTnKZ+x2yqzLE+/9LQAjjaakIk/
01EUi4mVnX9vzVFVD+7YgnXz5xbc9Ka1jfTGg/LqXpuRa0jfiZQGkxLRZLgnJ5XXHeiUxPW/bU7l
KGhrraEjM+vlfQof2aRJn2TiBu8eQ+XzeeF3y5F4qbRaOdm+ZWcm8kFDrGySEmrAHrFm5SbM89EL
ksEpmwe7nmJ12EqzrrJia4eo8sb47kSxuxuBtD/OSqqab1ncp8Muyany7rxaMX6bSTiXOUQm16Ng
bg9AooYLD/C7a3EpZy2Ab+JbeKvrsp7mRWqSV+r0xhXR7WMxyF1idtFuyar9Bvwd8rtoiqvJkF1I
Ad6N7EASA0RLH5WSC8/A6b1Y2kgD5FNv/rIHNW8QmIBXtAFBp32jv1R+b0DnYDlB9bP09h2W8TQO
Pn5+3pUOCDwQZUFpCtzgQpQ7/QFTPiZWnhfR7w6Nvuib4XbuozJoM4FY3nyBc56mx7kOm20ay/w7
r9N0Ia5/F3KBs6V2QCuSzItu8yogod2mFSQu2SvhvbZPcGGLNlUxFYaPfsmdgpmcSzPdqy6BJtcX
NtVEtGEIuAm5l6B7lXsJt+7GqlHt1wkV9109T/Wh0t1qL1AfRSGxxvXi45U2V5cibWxUJ5BpoPsJ
/nbt4yhFhN6wM3qvKLY5MxiiXvjK8kZfAMGto8kF9Q7SllcIPQ+bkuLpF1UVpZp5Zb1XKkWJb45t
/2CVUf4voBvrk8JoyD8hULDEk0Qv+uK7dDqWPpnhlOhD+KriwHSVtnN33Sa1ii4u8ix1f1FK+U8A
/ver92dAYEmQ/zgshDGnAyKKLUTilR5Nayv+5vRe/yV0ISH36tAdJszWIj+sqBnkTWUejLp60btK
ufr4Q75Lif/8CDhdxFHsXLABpz+i6bWKxrbwXvNa6s0mtGfXT4jwvsddP10Pk2tuYzvN3oYxCv/V
43n4IqxCzX0rV93dx79lfX/870+hVE1/iJrxmiQtCqmOc9d7r5XnSvvg9X3R+L3EkNT3BlRsNoZW
z7Qfy/SbJqfo28ejv9/SfH50VP7v6KuFQIjLtCRyn6/1UCQbu3WnKDDiy069788q47iEVVDQqUGs
yVaToY+D17UsuNCzf0wPTo49d9aep3E42ok3X2jznBsP7Ar8Z2yAgOSu7qSyd+3J8yb3dRwsAzXX
EavzaRoCXHHM565ukgvvz7kjC3mDyJhDCzx+Wee/krJ+QfKOeeS9iqixvupjEz0VsTseZjMVl8hk
5+ZGJ51Sw0I2Ino8HStriAgbXI9fMal3xj320eJYGok7+4pQPCx7hWV8//Q2ASugkd1QtkHMaLWc
plYMrpKW4asSajIKWrpX0U7NeMovXLFnTsNiXMBHo1NJo3aV9FU5hQw8CsLXVq3KoCxCD1REpWxt
zHqv9GYSQV2GzUOaNu3+4yme+YJLlgF9H6oBdenVF9Q7BDjNuvFeNSzcvf2szilOVaY5b9UR+N2F
qGH9ZnLqkaMkgUdEEcWvNavdTvROEVqkvApTMdulIDsJv9Xt+C2sFEEU0eV+ZHjh48eTPLN1uOQR
gKAyxi59V3fGTIUKs8Xyhk2E0ETZX5EqjgcFK4OtlclPWrosrwuN/oUYQwrHmEvs8texoBnYCE2d
lNcFH3GtwMrZ9CUsqq3iJumNySpcaref+4yLDhZx0EKR0VefkbZT6oVImLxGaG5GG1i1YaDodloE
RZxeMo85c3syFpkSR/9P/+t0esIa4raK+/C1MCup00g2gZdp46xeuF3O7RbiDvJ9uvdsl9WJ9/qm
NrLZCV+dPJKHWR+mbSay5Jq+dXjj1LM4NNMcXngkzw26mI9T1IaHB2bjdHJjGZZe1sroTSFTCEzR
DFs8pLH0iLX6SlbSvK30JL1wCt8Pil4axUydBipqGmu+wRD2ahKqdvQmkxh6bG7VPR0iSGk7d4zq
m0JvvMqHBW5uPj4Y778k4y4REHUtaEBrbx4q1s0YxQ5nIuuMxq/5EIQklIx+fzzO++3JBYpGE8sJ
3oY+7emi4oRm520p47dxcLwbY8onPx0c+97UFW/7+aEWFgV4D3IDfvDpUHmUZClmgwlDDfnNpOjp
A27IYJuRsvj0tfLHdBH2C2/uAqs5HSqq27iF1sGsPKO4zZVWOYyTxlHo4xs3bsvdxzM7s0nQ5uBx
4A5dxGxWt4oZVk4uE/g7rdpam8QZu0dPMcQh99IEzJyho0BbXhJmX6dZLCIdFHTCaV1Q5lvPEXxL
U5hFmbyp6jDsDYouGwNHUj+ZMuOOCnMHz3DUfwDyGLdeptoXHsZzG4fQYimFLeyttRZ/mNSTUxtK
8kZ1rj/wTKaB6RTi3pn75PDx8r5/JLi3qWQjjc5ZYLeefk2rdHtrtuv8rR2FUW/VPCmzry6S+fp3
KlTdt6iCdH1JeOrcoNTCOGgkk4Q2q2+aV1kGhL0s37QBkq+KZ/A36kLGzTQW8RUiG+OF2+3MeNQJ
SJwx7SSVWwcahWfPDfCn8s1oHMsHypygLTq03WaYBvN3Spn4wov//gMuryANKTT2KGqu65kAg9Ii
kqN4Uyd93rll5HzvEwNrIK2fP+kdw+eDZIdkMd0IULpUi0+/IGFEGQ9Dlb0pIZ2ChylrSP9DL8yV
Qwld4OHj/fJuZkseB/t9Ebai/bteSlQmo2owku5tkXl67tA+8jUCVB5fxej/w1hkZiAkllIHxbDT
mYEeq2x1TuSboZYWKAFkrba8iRA8WiW51IJ4d8+QhFObXXIjZkaeeDpYb8JZrkN9fPPGtr0xwsQO
EKC0vox9eui9dJvoRXbh7L17h0DLAQYGn6ZzDLw1IrOs3LAQUaq/qZlK+NI5Ra1udWqFF/K+999s
IfVh7E2nniqdsRyPvwIzL+vbnjxNf+voUcCuxWPkOh7DvguE6l2KApd1Okn5+V4L1g7+KfrL9IBP
B9NaC86L9MQvYUkD8GNhfYcXmgbzKBwAoEkRQGTztlGmF78+3prvqg3IhCKxsKhcoz+rglA6HdoY
bSOXTd/8pmRqvyQInR3JrKb7OoVtJJpo+FUhHviQmtp4/T+knddy3dqZ51/Fde7hRg5TbV8AOzKI
FCWRlG5QErW1kHN+p3mKfrH+gfL0aGOriNG47OPyKYlcwMIKX/gHHCbtRzUd+5W5XpqFzXhnS0Or
lEI6cQ3/nD9EmEmDn09Gc9I0sN3byYz8yjXCVpTUxcYWeZNQRvsIsX/9k6SnAaC4UVMOaW9UMTXj
VP3axKDfj4ms5PJuZYaWK26maHCdIVRLloyAxeLhtBABkSYx1BNiRdpDp/vaVwmk1TMV7woPMwU6
20D1aFuSiV6XUdZZnmNIysxpzOdgQu8eqykenmBhtGuKDBcQ0vnhAJDOHmusVODD5zOnVHbSdMqk
nuSqcW5DOk/PiiElpavWtnbXwxHsXadBVsntKdenLt2JINh0VdEfGj2AQhvoZWCsfM/l1TE/FIkw
kQBZzczWPn8oqyNO7GJTOU1jMpyMUsl/GAlVVZ2v9oBY2Zrn2W/WDxuUGjVSzUhUoJ9wPuAAsSgN
lME6RXkl40bRZw2qiFbauGVQi7u8LjL5xgpG2dWTqLU3OVf1g5/pnQs/MP2ejcQzu0Bt0mjz9uK5
nAlKv3OyTgIEpnuZl9hJjq5Eq/jf49b4KsWmT7s/6/ob30K7MY2q09vDLc9jKr301uHms9RISJa1
St9pa6gQqjgJLgF3kvGIqaVSuq6Kujn2WtZd6b0dbN8edHl4vQ6KdxcVfnC7VH7PJx+6XADHjEHz
CchqowX6npaXAyEwV+5bdE/3Axozx1rA6H175N/MLmc0dW0K3TNYefHZ+ykoDaOVxAmdov5z0dj5
JohC7Vpvh3gz2MHh7eEuZhcGEZqjnNLcdmiQLF6USEkOwyiKTmycOnU1hLVeBq0dayQ60t6lroVC
r6F3a3nm8ipCCoRZnSsFgAouC8IKrjUtrhHxqUrYOlBu8o1wKt/A35d7709XLIPR2oRZTig2a1ef
f82istTOztr4BLQiHN0STqu0TTSqH+DvpS3CHVXxh5E770cdH+qZBi6IWGJxhkGSjGiUd+nJECI7
VL5tX8MG9o9TCIT17U/4m6lkKAC4XDSI2Cw5dxOk7iKWi/QUJGq4TR1F2g2BqmbQEikQrLzXxfKc
3wvHkTnDxBxjqUNCFTJSJGzHTqAXAy+MB+3Q0ozaj2Mn3ad4zv3/jIdQjU2QCTB36ZgjN6CaIiXM
T2FkCBQhirxsjrI6GNeiynLJLQpdW4FOXuz9+RXZDfNxAz50+enigJ68FFvpyYyi4b0flcW2yiPT
rdoYwI1cq81NqRuzNXLRrwVNv/mWXC/oILF25sRv/vNfIrTRIGEQUD1PQTvk0Jlo9x/qso9COt2p
ef/2wvnNt2Qw0hLOcWL5JVUjy7QwTbQ6P01ZrG1zHOu3QAqHfYcqo9dDvVs5a347HjcnrdMZS7ac
2FRV26BIh/zUVpF5oCAR4xZYpfdcXNmh5ppfaQdcTibqSgp1XfDRs/nQYjLLIbVEnyrxabJ6+aEU
bbmhwDzeU8hfw45fhpwEUXCbSJxfdc/kxTmqFOA7CZaSk7DLAhOeSU3QXLDNJ6dWo/e4xMMZi+QS
5FSn3ZlwDnd1N5UrLcTLCeYhaBBwe6BDQmXrfPVQlRzlaMzZnNYU7Y04j5CbyLTv1lDEh9rJ/xSt
w0h4dAGHpWhAqWlZz0bXuCsaacpO9ah/rduyOQiNi6uYrE1IqrR7e7lefk6gYXRiKUvOduVL2Soo
Qm2s+VJ70mLdfxfKE8I1kRMeda07/flIIAkJO2ju095exHqhg01mI1Xdye/V4mZSnWDbdyLcYTBf
7d8eal4Xv2RJwLqQtAQdC4RBQQZsacczTjVSHVKq/hBZrsMXrtVtrdg9TuQSMi+iNo+pbYhN0IfR
J9kG9ff28MtY++f4M7iME08j1J6X1C8HTg9ks2+CRvkB9UHXt41dqo+N3rT7TPTGph4L+UYW/mfZ
V+0DCG5AOOY07XSrnu7kJl07/hZH7/w0VEvoAZHtEx8sE1Rat0CmlUb9oUqdtUHWAAqGmfnaQ4w6
+L72dYQP0tpX3CiuupUgYb6RF18C7TC2MJ1xjotl5dQcsJpRRab9CAYaTqLNp0c1sqSVgtAyrP/5
ivMLEo9A/11C+dKGImaWKdqPBszPEXEWzc1qB9EYtaqCnTwa+LVH6PohCDPdRrX0TkOA9BhazTHJ
++ID+OlqzbBl2RjnmV5L/dx35KsE74uD0h7awZFSXfthqvnXOk/9QwDCfccd+bm1IrtyFUT/p43j
d+FDOYbQRMIWINZEUPP2clxs8Z8Pwg0BP4JKJPnz+WosygwlQjXRfwBzDLe1E5nHMEARVep0afv2
UMsTex4L0BdvS4EClsSytNv2TjjbfwXClTQbFQ0iuuuub8QXlHfq41RP4caoc3+TIoW/GSSfgjao
n29vP8Ui/J4fAkU3EnFNBzLCP+cvrAg77w0QO8LVo9q5am3nfVH1iPqUSlt+iCodlnGNe9zKWv/N
KkTwjBkmyCDcgEFxPu7oY38a6wiHuIMWvkNUwk9uW6gwSJFI4486Gewtjmvi66BlGXwGZIiOxiD1
Xosua+mFnVxc9TXNtpVo7zfHEc8zayKSYUMcX8KcndgITCepkH0FkyrfiqENjmiY2W4bW4MXZP5w
NSBwgnxIYu7Q5MGZxar163HK1K1Gu/rx7c9zuR7R2ISXxa2OKAYTdj5Njep0ZiPnkXBjQwcog/3k
HR8Furmer7FZLs6fWbMVSM48FiW6pTFpkeW9JNVWJ+gNofUCuhzFoa5IRbHy8S/WHANBCGLNQfli
u89//suRb/XlMFadPAhUd9Mp3jp4BKibpEFw7H3G6Wy6oP8acdWqqIWsHH+vgOGzU5bBiTnnKic9
FQ7a88H90gz6YtJYeD5Uq3E3UfFUr4OkEPdhqiGalthWI4NjBxi5GaVSdq4UHxk1GFNT7pWRMDO3
zPKxcdW4T8lYB4W4KnIRcQj1+zxFA85DFqLRXVC9Jka+KJKEX42ozaX3ZlUE2ZURSZ2MKADGfq5m
yiMxvDIg7FS4PjzWcPB0TdjfUFXKnoM0QDnSnKxKa7f+VNlavqFgNcFtqlAWeX57sf3mu6AVTNMO
1g7y6MvDj+p3qSWDpgjX5D44ZrWf3mp6mXpBUGRfSFqH59q2qzUWw8WdS6QDk2QGQVAKIOU5/yKd
gSiOXqeqcAPoTvWxL/Ox8voO1cDrpOis5ApeV3+N+lyRbksaNmuX/iJqpW1hvKojz11EeLRLlJAJ
JQ0qUq8FqGapzugC0m2oucM7kL3cydpvpi6MldP/4qUZExlO9EWI8uYS9flLg2pH9KdD+8nVjfx7
ju3cXYaWOk3m3rlSh0HfGzARduYwmSs74DdvS4aAsTZX/0wdWZy8pHKx4cToPrpjFR6sRpTxQajq
JB6aUKv1m5yIPV3JCy5WFv18CmezWCmkMAgy52+rCL2NWoqaEWhhXXcbVBMbT6kMJXXTXhSeVEjO
bQXYxl85al5rgWfbnewLvObMQgT1Aj35fGSEnXIn1TToMI3cNdnVQOpbV17Rakry1KBLABpab5Xm
YONeGDaeZQM1uhnMMGtvrawnFNiR/aPHUaFRede2kxS4SqUCmU+ltC02ttPo+4DAGs5hUaN1TUKA
OJ0L7VhY34M4MduNTigvHy2NxBphKPqL/rXTsJtVV8osJcTbS6qnrZ6mcvjOjCkIbdDSropNAiDz
D+XHCS8583CsJ0NDk5Omw/l8xMT6Mjma+tQ77cZQPzlJ4Kbjhz87SJaDLCY9bvtGm5RAfdI+IO0h
ucPohnfOypparuPlIIuEtwlwKjckoT6RZrqa4gnpqgqP9ppW8XLpLobRFqeTaUEfL6TXdxEH60H+
MB7X3mSZgi2HWGR7uTCMQk34JogiBDdK40rjxnwRH5tP6sPbH2Z56ixHWpw6JXR3S64YSbmLr1AM
M7bGbXCFdczbw6zN2SKKVuEl5HAE1Sf/NttEG/lDf1Tu/70hFqdY2OuNL/mh+sRB7ekb3w220u7t
IV4dV349O5aztQi+QuyStKLkNcqv5btyvwthSLjtpw5OwfdQcsNn5yg20hFZO2OtervUNVju02Ui
moZSGTc97xeJfaUfat8b03u5btxKMq4U1UW75p1hb4V2VDTJlYwS8NBRkq+nesczb3r0RcyPCMnV
kKHfnpZlSLqclcUJIkM0iJKBNRRY39L+fZ19bquV8+O3G4LrYq6V0+dZEkzVgMgPvRDWT+x+TK+U
L84XsRG7/PD2m/x2mf4yzGI35GMUOkHMMPmP+JC/jM/Scdz/e0MsdoJkFo2W0lp9ardiOy/T0f3T
aPr1e/zyFoud0GhQ36dkHuKquBFX6rE8xms7YT6BLnbCL2MsdkIV6IVV6Yyh3GWO292AH8MhrvpW
VG6refF3+du/N22LeKEWjiw1Kas//zFdS4/aVbZf+/hLDv3PHfbLOy3WsRUrQSEhgP3kfylu1H3+
xbzvubevumrXPAaf9MltnoMVI5m1Fbe4GJs4H6ogZMxx9KQns9xIhed8ND/9e7O3uBmzQiSoUTJ7
/XY4/Fx02vHtIX57+VLgJV5GaIxteh5G4AY0ASiM1SerusqlD7b+wegnV+s//3vDLNa2nAs/iSaG
KYKtY+yj+KoovFBf2aQX5ScSfqhRpD4mPgjglhYXcGPBka8Sefrs1HaQuUo4tO99oJgdlHZI9Ls8
y1FRRLUrPEgYi2SbGF3JH2Fc6YQd2DZ8/bO3BjwCRmwG3ALLoc29OJfGfqi0qPGVz3acYFUnD9ld
RYRMuFZqLmnosBJJzbP46+6ewSqYDYEVAd8Eun+xu1GF43FiJ/gijNTRXT8KExyofWstLFzeHET/
JD3kAWBsAfkspfXbwUdCXFf9z12t2mXggctr5SsS48lWPBpr9R+6iwH+AdJHjAuqf+blv16yvxQa
EqC1oaiS4otWpobHvstkz5Zw3rKMCbviqCnWBA6XG5y8mStrrmQj0KHhhHO+LxqqWuDEtPBrrUrh
9RTE4Z2J/+It4sv23ZRP+U0CuWClaHnx/WYvM8VmUhHRoQ202IyplsiDhEg0aqMqiBmqDntMDFTv
7VV58fVQ8J9RAYDOqdiBTDt/NamwEYdPlexrJZVO4SEXnn9wZvvnPXCYdOXGuXwlWDuzHyhYSdLU
pYCqXVA9xKQn/VqYWXtTYTH5PiuNtYlbhsNMFqXeuW2GbAfp0GLiZH8Cv0d35BNoAGRuJdO47axQ
OVjjLAgUmiNoV4HaQELp4ePbs3lR/Z3Hpn2FyAA1BZTxFivFkJO4lAJhfyoDrgQouYNdfbUGGYB7
lgctCrx2FYZgwifYxh9RzsxUxzWFiKVTnPDXVib8FQh6dgjQtEN0iuon/SCwLovn4Sr0EZDXxWMj
odGMZElcW9neaJtOvE+RGLGuqybTlQ2d8qr2BILNjivrrLwPFaoQxQmv4Xb0vRqVv7hxTYjjZuk6
SW3WV6laG8WGVLfpUm8UFLYOo15H+h9aMIEJoj0DJxPkFmuHOT1foWXiYL/Qx/qnsTOld6CZET/u
6CI/VXaqdDvEenLAWm9/x4sNb9N8pCzF9qOFBUDrfMyKxRvYZmp/KhQmjYKn7yLZYV2hha8dffDM
t3pulce3B52/xfm3Yr8Df+JtyeLhDZwPqg5InsXwoj4VajeZ2yrS6wTHz1qDy942trVPek0Zj2Ha
ydnORARP7FE9t9fA4Zfbh7YhHGRAK+xG8Jznj9HNKZgOFfwTAkPZ9NBLjaO5OKWb2jEAHVdupopa
3jaX0dfe5mVh+O/fnoeLI2lWP5m7NFTSIIssy0pyVOhGKKv54xSPYU/rIBqGnVH6Y+BmrSnWDqWL
4ZhrcIEsLpBKAHMXW8QWlYUriBU/JlOSUO+pM5j6UgT93Y2Z95UT4mJ2Z+INtyWgau5lYKzns9vH
9NmMoJU+YYs1vk9arfWKRMv2RSx6156oK41JNGwo1tkra/rybHotDuLxM/8HyOFiUVOhMtCxSapH
Laikd1XqODd6Fznv8rE1PF5av9biVH2v+HrwTleCH6rSpCsx2cW+4jabeY0zsZH/s2Q2OkYa65Io
icS5aKJZPzDeFmoff+97I7vSS/E5RF9t+/Z6Wk45GuTACcBqEQNhMr7EFhl6P0cTrfFYFXl2X9OC
fd+nvd69R+J8+tGrVmNuUmMqo3d+MPntyrRfjA78DZTYPD7TTv39/IOj4F7Gnd0Pj2Zu2Td+Qgny
W12oTuKFWlTRMQB1lO65mvp9PiLeuzL8xVd/LX1zFdIA4H8v0Dh+Jyh7muH42JMYKV4QqfZVFttt
fKV1mOW4ORj7d1mtFh+isjavsm4Mv2m5Pxgrp9syt5ifAwoBJJAZcUmZ+nweJEPpnbEt5ceybvzR
JUAoqn2vNkmFYJ8QIKDatFhB6lyOCUAaOQOG/dlsOx+zHVLcKLAUeHSwcNk0eufcTaWDREosbUAj
rQlTL1c3+DUcidBfIeGQEcdbnCSx0UxqXRfVYzQhbBJ0TX+LCMm0kxxHqG7JQkeLOK2/v728l0GV
BluCGwoZWFYXd/1iW4vY0AqQ/caj1mJ/PctxRk+GPmprd+LvxmHzoG7IYPSSFgs5bXs7rNAn4pzs
pPBq8qXE8lLgBfrKkl0eyLwQyFHOYmI0zsklvqpuRgc5uVZ5FPFQu7Hi59segXE3kP01q8XLzclQ
RPQQF4DkAos9XyBOC8UTMyjlESH2/EabKuu67XWftixLFNZEtGmCfPqWdEgxvf3VLpcmzMDZLw+g
Dt9siXZWasdCW1WVHzF5s3ZZUlnyVUnEYbtlbJoftRa7pz8eEYkC2sAsUQLCJRqjjzM5rjtZPFpB
XO9802p2jpI5WxsZFteC+LkigXSxGwDGwjBDKxLwDXZki7kVGZo7Y9ZOj1GuJvtqpKSUAUP2ZPbI
UaSyuS3y9vntd7xYo2CbZ7yDPl/nsybo+fdUuhiifJVNj3HuSHdxouk7rR7zlQvlt6PYoMYgzEPk
WxKffYH7Qou14aOjDM1mLBMda6RgWDkwoYvytL8GhAhjzdg/XIPxcoRds0hkjC6bWiQ9wk++VEkI
D1Yjxqqmlpfxt8Esw1p2gxgWh+ECmCudyNWiMMiep6oz0lm5HqT3dxAZ9Xgw+8TGDqZJAtx4owxX
HC8BHOZ8ow1ijbHrIBrhP2tO5HelJwVmXzkuwPBW4ooeTHPytKn307tay1toz9lQN+aepndLkSuC
KaN4/VgFRrzxMaAdBwSCrSK9FoWPv4FLV56q776uWSSBFzWTZlJpt7E2OuJAA+fAhUOe2EBEqrSj
F68letEZhxazYsxExlwtFdMNQHLHFlVJ8ENu10MmuXEinHTewTXRqn6D8NFQxlujrO34Gv20IH8O
IzXPP6BjF4TRESM6HdZ2b8o+7k9jNowicAtFxW7IDZDcKSVXVYsEEx1FyzvyHKkx6QX2RlkeqWoo
0dMUqRXI2cBHWUN1p74IzJZMiVrFIZWNcbpraiSb9mR1dvwDuJmDSYYuUKS8842xpeSJtWK0qzDw
Cl/gfmXZNsTVRgH7AayR3wQ4vrvquUH8HYm3Gf3IhyaWdyXqQ71nlFNnPmqIPJWuZsRquhvCfJLv
baEHzY0qEiPEbUcr2li4iRbMcnZRg+2pa+lxm7xrFD8B+jK0eFAfoHpb0kEIrekedBAxKRrLnPdb
Z3AS4z6u8JL5LMsUWQZPiVLkQjzYVbpWsUiyXBwVVcpPqHsXs8KuOoRbP9F6MF0CJ5q942SSvBnV
eqg/4H9YZ/uRUDfYF9Tkx2NgFkm3KQbNjzZdFoh6Y9mS0L3e75P+uhVape+xk3F6ryo17KF0vyuq
KywxTftDbEut/Tz6o1NNXtQBddkOUpILL6zawNgjMpMGsChMu9sRj8GtMOwaM+BksqvOHfnd4aZT
wKbEnhPirIIQDnBsa3RVs7fjisWO1dcW4Y0SE0EcGZvxXgokabqiGyWau75r1fBzp9a6se99kCSf
pi7RcLUXydC7KXqB01cR4QW4xbOlTTOCuno2mqPwVssfoQ0B87ZMLTDtrW4V6IWioqprO9McrPQW
QKg+E3DNDoEZV9RGLWdwb0Zo7a7dInflaolfVx95BLs/DmStySEqO0fetro2pA85UNniVJLmxxgB
IcFyP9pKacheiHoXcDq1R4pMZflhDlRO+ph7RWwZY+bJiVLV6OkTFacbPp0W4lg3YfLyrtADC6/n
JPQ7/0vJI2EgJGEB5xubpNYRC+lLIFNf9W4YfChEmkBcOs04CG6j2E/FERpqaJteXjRRM3jdmDnT
SZYsJVfcMBPRZLjwZFvuVCUTknLoOkD33zMgE2FzQIGOmdioJbnQd9gcdrjN4Eg5396+KS7uX0RB
flqQkodRI11EM7xGhAldIn1UkjqzXU0Gp+glVTXcmknIUSNnRbhyIS7jGsjUKiEwTXqAaCzaRaAG
tgdQUCWln6PAKpuNL1Sn2rVSqA0vCL4Y1o+333AZ2+hzRAgQi3AbdAZIxPO7MIuwbnCquGK43nG8
1i+q4ASxIrOv46rjtFHjyOoyPvnU1PtANQbl89tPcPHC4Jxme3YHADDc+iUmBdJBUXDkJE8FxnJP
TqAF3wfZrt+reonh4B+P9ao9NCtKAjte3slajdXi2FjRU4uu7CEvjEHdUI1uOpC9pV2uRG8Xc4vv
CFk0xW4d9S6Etc7nVtVHCW+5Nn5S+hw/N6BuzgMOus19H6bpHstE9TMBbqxuCivJn95+04u+Blh1
SgiEC5AP0CxYZlKhblCSIT58QvHe/1iYEYWLHcTFQAfzKyHRvUtEEjseLp/qS16NYoCABUOitTx1
0gflfWf50rBSrX5tJ/warKDtSFLAdEDhYbktp6ROQzicopIfUcXrtHAfoHGFsn1mE5Pcc1oNQ7Jr
RooLlHKiyaKKGAWV/SwyKwWAV3dJnSNYLuPN4zllZosDpcDMFBtM4jhdtKJf1ei8WJ5kw9TyEQ+b
9WeBqJ1/REfKR6H5mfo8IFlo7lOrjNVDXzjEQMRGwVqucZGJz1r4xIzEw5ANZhbO+XhhyUoMR0N+
TqNJ195RdFeHjW9rdbELhzIFNdULjoe9qkpNpLgWR5C4F4XRa7vKsPDHfHsdXaxhwMGEyUAmkbae
H+n8cYZSVkWjW+FzXfvWVkniAaAcTAAjUuqNOgXdzp+M0hukOFvpTF1O/KxWwn8RLAIuaiziWj6+
FBZ2GjyTkBFpalOAwHPhOzqiszDM0z+sAqAwTQA9MzzMmQG1TMvTpq+nlKD32Zqs+AjjLTyatSM9
hEETHc1WTf4QxMJ4SJMpHPccQxQ8FhObSUrV+MlQPytN7mPGZHbpYxOmfrVpylyt3Hoy4AVqqa+v
YAAv55XkZ3YDmPcfiPtF/aGneTsf9cOzAZI6uiojR8pugzCboo2VISi+Mq+/WdDzlYZEPzx8dNGX
MhsZbbG07/rqWYKaJX8MoRXArijtDE+WUejRFbUBhP9yDELSDdjfZtgE6FiGnp2H8Vp5Ynmhk/TN
ctI8CvLO4J3nyfmlK5jGqR3EXR88z6DUzWiY/rHW3lWW5gmqWYe3987lTJNXQFSkZqyjg7+kkg++
igZ5PTrPNqIOn/KiV+6jwkQJXEaf8+HtsS4AS7wYskkYnlE+m+VBF2/mm1njmG0lPadNJsioUPC1
6tBDINeh/5kXSTq+z4nq0xtEt2QJf1rkER6LkibeTaFJQjS0fWYbDnrAyCAru4IERL6JxyJIrlJA
asi7Y11mfAoGu//w9sMvJgrimjy3u+feEycf1d/zrzKBjhwIp/OHvo00wJJ2cmgcmSjcH+KVO3kx
FJqd3IWU1VFIQEOLvsf5UI3AUtfKZOWJDpEVXLH0ys822WaASENsSps/erFZIXTuDFHO5sVokiw+
ipZWMkLBqfmkS7HxhKMvWDVTMrZlUdgr+2yeo7Ob9XUoGt0wBpAMXTbYR0Ts8OQ1jRnYqsxpntiE
5VQfUnTiN5OodTdi1Ry51aOtmPT8T8NWhsfkmHbtXN+ECXw+r60BFCkOS/vJJ9EJaUU5WUyEgZnM
tRCyI618xot9DL9w1omGpTWPu+QrtIi/UkuSEbI22sbTu0nzolaIK6agBieeRSvgneV4rBpQ0zTA
6exTJV6i0uIQT2+nl9VvnWre23YnrqrYbD/2efpEqrVmSX4xGj2PuRUAWRytIADM55NZ1H0T06wY
XmAj0NCfKhkjYCt3wr1qFWGxHZFnXis1LstVYGDMOQmYOTkc2EuCY9I1Vd/Gk/ziOH52D3cju24j
q1zZEL95M8res/7LHFCQUZ2/GX6zYabbufwitX73aHTGsMXLIdnkI6qVriqVpz/bgBhTcbRw187N
BDAhi/FaDNOHovDjF7zcZbd0gmTbdWPqdlE5rcQrl69G+4aPxnanLk20eP5qVLiY2yppXrLBrPZy
MfV7cp7bgvj0Fkmp7g9TmVdIPafmTJ6YqXyL4YiRo3I0pxG50X62FrGbndBF4pm5uWa0Nf+qX48W
gxyCwve8Bzg60VM9f7MhivWYyR1eaqvNMapPp2OIPMVNgE/049vf62IS+VD4L6Dtxh3NjbCIfpHh
NUdtMtqXsXGSZxuhGltYYYHxZRMcKmGu3JpzkHX+ZvP2omxKoZt7ernoDXkC+ADt5kVYhfVsRLJB
cW6Qe5y9W2vItgiNgKOd8UziD89LupvoMtBvY8txHS3brHpfyONkZ+mLk3OhugSJvjuRZHtDhy32
ylq5nFXOE5rktLA5vVic5x+wMssO51xj5DwxnYPI4+6HBZ3hyU5841Mr8rXz6wLBDKeGBu4srwHU
BUDUImmidhYkMKekbyj82MM3E9zcdJSsKPQVz04qP4NEN41xoW4nfET6YzGEOG1kZZgHx9E3kGR0
u5DF6Bat3aSbpgujrMEVrc+i5jriXlBdRQ5lqcVuSfNTxW1RUrLA6qDzLGG9WrV0ZtDhKdbEwJYz
OYNMEHfiBqA3Dj1vcc3JtZKmo4ny+egr40NOafSQOGO5Rc0q/mwoY7/y5ZZbD1oSFZFX6yLOMYKj
8y8nt4Xkq2WlfUHNKfIAnAyuhPbRPqattpabL2+AWbGKq3sGr3GiwJA7HysP2QM6mfY3tC4781TI
ToSumhhFKyWbFqOhfCemkvq0Ghnchl4Xgqwc3LCciaye08xeGR4cuEiLNjVAMR1DGr1qXY5fDBtW
JuaivmGi2wLmhjoCNFYQIIuTnZsz6BK/SF5a3Wn6k1ritLvJxi7uMSqnSCxttaCW41MnJK3Bjhpp
/vcCi2YqmjERsthnXPfpWlyyOFCo9czyRESobG48kpZxguHrku8XSvOQS9KwUbXO2Y1JkxzR02i9
GK0oSmjBmuzmMsV6HRUeLQRysgwofIvtlooq8s3EaB5QRct2dtQHhyRzyqtcpbZSGX13TQDR7XRO
bc+E+3eHD+wa2n2xM+ZnAAVF4AkekR2ylORr7anKfd0pH4o+LiIPkTfF9tJ2tPdWVdvvGuj7a+TB
30w2RcNZBgK8F0ndYsECDu6LIVfKh7gdtfusH4q9hB3PcyCcZmPbHDmTr6v7t2+o3w4K1JKWHkiJ
CzlVKQR51KR99ZDiRXQMaILsZaUMb9GU8z0Ykp0r5VG/fXvQxTHwOrlophksKgpoYK7Ot2Zp2AXF
naZ+yOOs8gxa6x7OxdMGguafCtX/HMukWklbCiXlZRyTRFJF+0StHoJcMrNjS31Cxtwk1/3raapr
sctgq9E0Uu1IeaiUSB83ga9WkavbktpAkFNEuXJZLk6mn/nhfENzBlITW0qLIPbTqL2cYUaThOJW
cpRu2+bBWgS8yKBeR4H2zQnIpcytvDjbGyXkRCiL7GHIx+C2zeuXKZWGD40sAuShjGqrITKCr1hU
HgBMfvmzLzynwNSK9Vl7AirqEvQaScKKOqGHD9LkRO+5OiXPyafuCs2+fGUF/2Y2Z+zgfDuTzoD5
OV9MtJuGRDLS/EHq0EYU9dDc4UsQf337hX4zmzMGhHoE+Fb82xaRXJLGPjZGUvEQK/Dy8GqrvMj3
zY3mBNa2a/Xy0I06TelydlvHFn5Nwm55Hs0aLfDMuSXA+M65xvlbJmXca1bbNw+Q3oI72S/oScta
KCcbnAGKL5kh/LULdN6Fv0STLKAZDEoijDgdsIYlJhIMRxEHpdo+4KgqXQe9GMS2n6T6OyCfTGxA
EivvMr9pX5D764/4p0gvrROkLwoqg98SXuNfNmH/8TL8L8Tf7n+OXf/zP/n3l7yAsiuCZvGv/7wr
TtmHpjqdmtuvxX/OP/o/f/X8B/95G75UeZ3/aJZ/6+yH+P3/Gn/ztfl69i/bDC3e8X17qsaHU90m
zesAPOn8N/9f//Bvp9ff8nEsTv/46wVT+2b+bSLMs7/+9UfH7//46/VY+o9ff/+//vDd15Sf+9hW
Zftf/5sl+/O3/c+PnL7WzT/+0vW/2+Ty6E5R2CYonh2p+9P8J6rxd+4/LlGwFJjrIfjx19+yvGoC
fkj9Ox2qOUaaRUWJp7ll0c2e/0gz+H0INFDgIYtG8kz/6/882tlH+r8f7W9Zm97nYdbU//hrsXJn
vxeu0Hn02WCHptj5yrXQHDQLyvIe9+jnNuhvEAW/TpEISId+ZZOiI32+Zl8H49Z+zQ+YiCVHOm5r
tQEW1nmo0qXThzQqlOKqzpQwcGkTl5mrFoOq3AaGE/2opiqz92mg9d1WqVv7gKO7lNI6I4p1bSyK
i/eSXbbGMRYiqu9Vrq3skGEGGuyMKc6kY1mn5nCtln5THkyrt261MCnzu5jj/caow0a8QzE/HDe9
Uw3ldWCMotxNupqgr5naSDKozWTUO0XC9QgrwGraxqU6ZRv4O/MPGQANXN03tHjftE1zD3jEUnad
FmfaVVukZewlWZmmBx3sVuIBn74jtOU3NSTnxNZFWnx2Yhvkeh5PGgXS2ip1t+rgbLlRW2v3US7s
iLZ4bwSuWU2owpf8Ag+eeCd2HNYyTgNyJHc0SORAuu2HQT6SAObtpmp6Wn7eJOtxuUdtUElvuiI0
Mn2TtCTcbjShY3lUnSzyvRScreP2RdjGnl0rTrUPJjrertJL8uDVgo8ILDJCf9RAKf+xH9spO055
pz9FUqS7eIxhRBClW0WR3gORMTe0mwvUyZuR+BNbi54cDC3TqXTxgaihbc2/KfazTSExYgeAPOzb
Lc5mCkqsiFO3AVodZmO8cwrrQZhBsVH85hHx85iJM2HeBupz0FofIUz8N2HnsSQ5bq3hJ2IEvdnS
pK005at6w6h2dKAnQPP09yutrkYR0m7Uo+nMBEHgnP/85gl3/ou9fmuLzeq3owUbpIpKkR5QxkW1
lTg36cd+9Z0jkHQaFlntMOYIsqjio8Oy6E+FK08BiTyRWswdRXYVGta0b2t8KDSniHBEupGtDhVg
m2NkwAem8kNcVfPj0pM4hW04dpXaDit2iC5LE0uCwWPIZ37c85xx7MB1ZPxjzGaZkPW2hksKPrrV
5gVLvye7Ia59NbOvfDRPq5eB3IgurkZXxf2W1nujGXd279x9JeJyQf6PF+FVGXIHe4T8y+xabYN2
EIZ52lYMRnzJh3mjDKtyuLh2ebD0vIyXZt1783rY1uZmfKOzXes+tK66O2b+Bxg5Ip9uQPGhni2p
J06zXsmVRaUv01eoOITYpwfNLrdE0vOwdlg6WiXEJYFHq+kV8WbC09Ld7fs7FVGLiDgyoWgM2faK
uusmKj0IMw+8oZnwETF8zQ3tqqZH4PWIRZO/20OGojiQN+VDAfEwLwjpN+Igh1WvBb8NLWjDDEaV
V/Qlw9vxz7iYkHJThR3umj+jgYgHsTETNIjuq8YLMcMvbtXmodMH59ncHpqtuOOnuqLa9yK16dcl
bTJcCBxcdfXKhiACAyvtyHFLLQLcCKd4M7tAxIU/LWGwjXtfSGLjpg++6IPp81OCCcxSq5Jez9v7
VuR/t0w+y1lbQyNQ+6F3z42QH661HCYLApTdwOYqnPFnPgQqytdU7qDE2tHaploM+4Ly0iRnix+9
ddsS4R9BMFNVlpepA0hf3fJudZilBV1352o3Q2zZfsu5IvKthKuu+u0gtRaqSO79MSx3V7d+e16r
7ImmEA+hxZ0T3FA3wIkW/eww+CTObA+E9xE/ZbZw6Kzqr1qthr8p+Im0IVKTxm9NL9WyOsc0UGmS
Nk6EsO1PWxD8nJmaFwYa3CpbJs5SaqGqiyUc/CAWBdqi0TNvoOP8yVScx1zv9gXJZVZd5NHq4QMy
12q3lVvk5/UpX61jllZnvYScVAVToqv0caykHW5o6Nhg9WOZlkM4FITpKUdMUWU5b5lvkFqDRXE0
zbYf6ZCHYviAz2nr3U2n8u+pZ3rJ1GGSVLbei20MwSH3rZ2nLW+4Sy4RLiQHpvyJP/ffZD+McQZ3
jUwsOWAZGttTxTUdMsG40GMG+6LqshCygtjPU/N3Fc1b63q/m3mlodfzeNNzK/JyaKRWSqogp8av
TRiEw8HHs8GCo6aSU5L15g5m9vKgj70T2Qgcjo3STouPWAVDuhGRU1/pbxAh84P05C7NusS2GKfZ
ZfoovOzq1sOv3mGjtwSytUXuJIHfJ2Qk0Bj5WMfoa/FS60FsjrMXupjc0YYP2KyN2ZXRZ7Kug5e4
db4kXBLNlU3fJoY+D8ZlEVsQGUjTbrpVj3EgsQizRAmjr4N+qBRDFVRVXqAtyZCmTlgG6tz24tR3
1hgNgffXmvEOwDOt4l7MTKRBeG37LEt/9BuNaW+jnx0fGWRhp9VBtkt+MJviMRPDJ+LCS1sbL6jW
2dattx8s3Z2jbfPeAROsP2NZa9eGYhtio7gAB12aXHYYPm9OJJx154/9z6DLX8y5tf+stdBjx+1v
nivXx6pfxR6zrx2X30/IY58TVqphUPfrsdT0Q2qKJXbSDue3xoR62vnJMLfHBvlkmJJBsy7ZYe6d
v6rl4Zqq8w+lnXd3VZfz2SB+M6HHAOQxmvolS7kxJV1BJIWwWCgeUqMvrw1R96FUSInHGZ8nt3sy
ndWK7cK4bK34WzeYJwSy6/Arsa5FxUtV26OMnKKB67rhe100DtfsIG8yGOHpZ+vQxFndvCPdsKOu
A+Ig8Z56IZBvxB40EUxUApJzRwubOl1P3tBBXgyGoz5URRTUxblkb4RNpsPP9crPZmrksdMdZsVd
kOjt9iPr6keNcypFdYqyKhguZu2YsVVU9oNONk9kLrIIFSypuOZ6QW96YmL+6LTDxfeaZ+abVmKs
mft9Ac6Jk5v20xas8ARrHYfBTRfPvrt9Oos0Q7Ik92krap6ljsw50/rYULV87MeuPJMTc+nGLiDY
SP/MeCPCwtDlgws6yLHuekkw19rv2QKJW5b2aizFk1PAXkw9Sp7A14w3YM1dMzvF3u5aLWo393Nr
6m4Ha8rbTbnZhkbNY8f7zbpZw7Qft2XCw7SaE6WnR8JxElggR9uUN5g6X7O9XNjh9gOECRW7qdgR
kljjghFcZY0xgbX6bVRN3BJ1ZVAye9AVKxwk7O1sVAGky0b9bnWRgFqfReEMoUXr61bWbRuCWzkV
L52yY6J+L0OOs1cGwFgFfQjBU4RZ6+pxsemHrXDu4PqP04Ymx7Q/lk3wcykxKOQ4Bv3eDxehf01+
0eL15bzxa9vQ75efajZfdW8awsKbz/VgvARsxNrUh5MtXQU0PmuxHLLiVtc1WzEYVIQy+rMrYcLJ
LTWvLV9mOZYDrWVod6uQe39Yuvyx8Mua68XXMKpT7tz8KWYTGkue98qMqlXUT5luVsuFg3k2cE52
6jweNsc5dwUc+71mpI0WtiDr3gFxkt58VaDM7zPOZaoPV+SICp5yYF1GaeuUhAA1UTmM/CW21zTj
TR+sNPgfCO8/gLbvGTY+sjTNcI8gRP7TJTBrTJYP3CBq62+8v0TBGbdsuodG5WkWrcW6ACk46fg/
Bunfzd//b+P5YMTnMDbQFTJ9ZWLy7/1XN0xKQiCQkW20GqTYTsNzby6nvouET2JBiAaaKIlyxWIp
IlyJ505Mj6mzzsEYM+2pngHy8A/AYeqjggSyw1a0QT2Br128VZMvYn/VANUqOK5nrOOWsLYwZ8L6
p7Fwdxkcnf62xRor09Ry/++wzH+uKp0t7gJIPOAI/MdoGY/L3BPKk9FUD+JtdOCAKF0c4PlzC2ur
5n24feXr/wO//Cda//0wAUX+xeUCNWVK+u9rWmnbZGX6rEduqUSBcLGzXq3esEfI7gtyg8FUaxm2
TsGbVNcLXcay+hopOS7oEHueqc5/X4d/8Nr+tbtQPDNf/7ag/o+RmALQw2J/0CPJbj7XHnzXpRq1
S0kDete6Trv0rZeqSJuRN/z3j/6P/v5foMP39MKCFAJu8O9rYeSaLwOrI/fEm7OfKvOxbF4aNPwR
EU889cHbXD/+75/5zz2N0hz41CQxATIjhIl/fOZMPKTnpaTkSrGdau/QpBII9eN/fMg/Nxdo+Pf0
w8deERaK/0/KHhzEbaw9AsyN52An4u14q914P4Y/f6hTs2s/7NB45NIwSEU2o8g/cOjv/vtXQFbz
D+DRREj5bRuAjJIxMhTCf7y+VVkXqQebK5ry/hxU7UueUn51lVSx5bXpM/GfA/ZqzmnJq1tXO8du
4uit/WI8rKLDyGQkl6nJ8ALpJ4651gvG0+Llf11NHtNMiiqqIaxzsFvVozlseWyMzIhJTn+fOq/i
mLe7ve2K2AvyaBvd3Qho4Kztcyuck1e4966cY9cYYldrr9NgHibRjaGrDce2t9pvY4oobfDYmZTP
fW1ZaHQoER9IFWRYqi3fFft8l1b6Megpvij1M5Derw2Zga/8HCVMehXu/D44y8kRrLKzqvdUzp/m
uHzqqnvHJgKxRHPWOF3jcioTr6O/xMfySPZ5Hy5a8JLNZlxnPKNU31WFu2/t5ciI4xYo2ztjAvmr
NLXdNuEFOWegUhuy/1CJ8tnIazQB7g459n70/FNt+bG7zIgG9B9z2j/nE3E4ffowV9lhna2nooVv
rrA5cNzxszYoDq3hnVV5aZWUIez4bw/gfbkWp1pzPqjQLthPXfMaa06T/7OWYYjVyXfl0ayUBhT1
rocCoe2dXPtVcb+Cp9ZckupPa7cvnNMBZnvbfi7mU4pne8TbGWvo6GERI6HopmTLxwiC3FNumR9O
lUezrN+2oD3J2hahi84v7JZx50ETzzs3LNPq2A4mJqnBZ4MONts4Rsr+aq7l+5wV37XxAabhDnXE
Vz0HZApa7ZNVzM8CILqvrYRZ8g/N9Q7+GFC/8mAVqfbjKF7yzDjVdi8Ye48RfpRoRyy//R6+NvQy
ZfPpFtoSZSUQhEuZFnl6/kxB+TpPIx7zPEUCldhFjHiMR6kBL8zTbbKal0yu867vUUsW6SB+Na3l
7QbdeMCOd7+ZzdmtJXr9ueHj9DpOteLB3rzTEmwKT1aeMfLILfmmlG25v9eGtQ2binmI2B5Wp7Ai
aY2PmrSma4PmBoChvFr+eKYhvmn9yJZfa3+n5faJPK0z7ekp2HjP5OqVuy5oy5BMMm8vB2El+PoV
h7yu1lvVdg+qrPZpKjeQilJNoT4jTlIY8kjsVzVrW4/2gAkB6NjR7qX2CErztxRq++6b34nI+9Ha
kxdt2opCCXLpUfK2JUVbfE7B9OLWaR0tq7vEI2uhe9ue82CK1hW1XM6h0dTtg9a40ZRWN9Y1btp2
hMBnBJG7IYo2V1Rgfbu46Iuo+3STOJx+HRJbFBdvTA+i3cw3nLRL/kb5EqBv4l/j6eyo9t3vuAx7
YLaHAZPYqKVMDJ1uEljhzr4VGpM8j0v/NzWdU0NqE+hLmye9sVUhZlyXIEdJMMp3bZxRFAxRNuYb
rj1WGXnY3YBtjkvINPbDHvT+pPX5AarJDCbhRGYdXLpyTSDfvMAXSQRUWahlmxalfHtXOTfdVVdn
yT7Hygyl0e8HczkYtbPvUirpEbe7FKxxa9drIY1bGjg73G4ehrb4QshDvpWWmJpEueVEWr/sOtx9
mhXzzLX4WTdGkrf6oRD2fXH1aPC387hmTmgIsdODdt/7WH5vX0ZuvMutK08BTrrD3q6Flr+Pg672
0+yRwmHRHsxDG4+N1JJ2HrCF6syML1f0ifSCvVG7f1xtDgQNf6fvhLF6YVEW2zFFvzsmLpyKL9zW
yzAljCtyh7J5Fl7hPMm5HICEWfSAszEzye3SVPNIAGF31bWCmJEAyVg/Vm82vSGbf63eAi8nxG9c
lqgxzfLFCKr+Doj8e9KMI1NaNMIBtimz9leTrgMoqBYHbWYxzcetStNkHqY75kd+ZCyW/nfZAElO
+SRBOlMBELf4+qWt6BRwaAJlcLLQyRRkoXzbLl2hvzqmMp50vRxTTBK8V1loeJCONuM2MZt3tD2E
Bpn8yDPp2pSzljf9xMChP5Vlt160VEfyJTLSahtvNePMR8IGnrLvxXh0g+JMOKIdaRMJS60PMWlL
6a7W2b0USvXJLLQHf/bv02za0bf+LYZXP0b5t/9GJstTkxl2SC1ggH5Q2ubV8DaN1kePwCOchgrV
mzeaEcwk7YQB+nVc5sdVTQ/22kDq8byp/WWu028LWv7eSF0jUr0GGlz3KQiXUaTTZ6CrFg1pIwg0
zm0fveYECKrgUIVr23/qc9ed4BBtRpj7tOdPtbEVQB21KG5gVfYfg6nDbjTGPk/K3jZUOLqNA7TI
BG87Y7RQWvG4rRLPZd8Sb2aR3gaaBu3I0Zor0JjAqONR+I4IFSq3IspSe/lR5PYvmelOfQi82bhO
QS13xCY1safV6S7TACziUhFduit0Av7CquryC/iJiyATvRvuUY9rNw87+Bn0XcOML1bCu1wkLaLX
HHtqs72R2iA/sl7011oaWRr3vjbG+DXogOat/3OUtZdUSnRPS1enx4zQYyelmLH05ernqtCOyrEQ
r1B3B0+K+uJl0rLhNJhik5B4ivoRNgUbuTTiBdwq9qHvPLAZ8cwalp095vdVLd7e19o3BbK9+FhQ
+puZxqbeFEkJSomUr9v7uVZFbaHN77kzPBmBbKN85gAs1Ow+9n0topE0wA9tyi0AriK1/zYgrS9b
PdhrAgUwspfyVptpFJReYndEEhLbwt/Y+2992xmhxnaMvKHpon5YykNgNh4Q7NSKZ0oRESJU9485
7vZPQd3kr/oq1/UlaO1MhZB3j4jOlstc9PZ7I/M+ohFNd2ZtZ0kA0rVvyqDC62iYI99Ml3tpzM6+
2oL5YAeymg4Otgl72oceOWapONANuyhCi/f5oIKuT9IJjHTJ1EPjL/MHczE3Xjb5zCxxw0dJ+9Z9
pphbplXgv3Du3wZM0U8Iyb/FshR40VD1M/on1y/3fgveZ+nnyum+WJrPJQ+umCnvmH0dB2yrym3Z
G9noxb03l7seZa8OsD54BxwY/D/KyZuHNNt2JeFowOuOvhwHOaT7jH35fXuqDeW7qcR5MTlEGw1h
8MZE7MyMqA/zMeVxlQqJ7ay2IzzKx7RyR1Ze4LvqOd299da9nxbjYwM5Al0J5lkqSNpCdEdmI3o4
26LFKWG78IasUWDIIdH6eQrHofri9q8PUp+TNe/9HXGvX1PGw4H16cS9Od/HuotzHzvymtM7m+Wf
zHWeXFMbaV2Gk9mUD7P5rXm25b3yg1+oWLYY76pwBZuJlTNhmr8NWA9nBjLYMh4soF8NmWGoZfNF
bwaB0X1wKjXAZC2fLr3v37NKi4ptrA44gKBoUst+sQuVLBkjPYYa3IbFcMga2Kia3LZX30hf7cw1
I8Z2Mhya+YWs6j6xnJZ7txGNwfyBGgKvFT8cMXH4MVOEVeF3RWkRI3ho3YwBYVkYc9L19sZaB05x
l4hmGexYgmpgFlhM+PdBpNbFkxopcApdGHDldEpHEeH+44XfHjHJ1FO/hswnaaF70UgGAksPw3Jw
vCOr0ISB3a/R2HiHefG3SEho3gR+5Nj9M0j6jSRH7DXgitvUWI9C2Mu1anzrWZ+1KuwX/96Not45
td38cOfxopYatXSQ72dL2x77hko1c6pXvAXeJoeEMyctJZipffNSSB+N0WNoYq2nbAD/zebhh+9O
Y1LrU1BwwXnjrZWr+ttUfRdzsnyWpfJOpQ9fetTVR1OlNAtbVTwQuerGqd6vBwc8YNcPaxelpFMk
MwTheCQXHCl46+9qS25hrbI7+Z6MNTTv2uqt+D2S/fRompUXG16XWP9CG9L2iHZtX3HmUWUzhq6n
HfEnb1vjPeLKznJ3uyyQkZuhkC6a0Y/K2eieinGLmkkko75MdZim+bRf0J3/nOAwgGKmAdXcd1GS
re4xF6okyoNbr4gEVvLPFn46zxBf5jcXUki3z8Dh5V252NCHHYHHMbnOabI1lPNyBSt0bS5zPeag
Z2DKZWnO6dWYy0SqYE993R02q3hkjhnm7Xhzt/62DGVSQbuRNrNqYJ293lpyN3iMVIYx+IuVeSfD
qZne7VlT0bx4RHzk+nlYUm23GkUXlW2nRXLNxG4sobSZbYehwWYmXTbX+2zSioPLvIij5UsZGBFV
unlpTftsyPYEsvSLUYadcCAmRebZGBFzX8+AkyHkGKhxaMvDfBnuaCzOcmQHtKp8Fg2uKow9a9/c
wqCFzj44TWR2zNO8bLj2kzncFzs4Q6+vnmxBDprZUDuknjiqfr4LNxvD79arZxTRE9axSAhF+nux
TpySuCQvSjfzMG2MeDDNr16Yr46WOk9M3imosFT69AyMY7xiQNvYVBlPuUbGYjqMNKfPVst9whmE
fSyK7UVbg/YxyPBC6dH0JbPjt+G0NumO1+fokHIVFUQT76wSSMBN855h7KLH4IzGFaeKJSrz/ENv
KRcD1TAqckoC2dM6kQ419iwvXHzYRjg9BIMmdc+mq6ydyVA8JC7mMUM+nGose+/9HUwDCnUZPHqL
myVF71ALtTKLbI0W3WmuQbOae+FPVSL0OVqb6Z5vwdlx2/pYUNuEeUBDVFrZdhJdsSZQz0qoZpwU
LqmnfwgnvON69SXRIEYOto/W6J570jXvVQs2oLy3iSuYlsI6Doykj2K0TkbDeMkgvYKXd3jrV7ML
J2Y3T7Zf3ivmTBeV1T4g8ox5xywflCadfVYNjOWBUc1IBpt37ucBvDvvTqvLBWmT5cWtTBrkODTi
kElzPWBU9cx0QwvtCRyeImSXdu6U7fRSeywG5yg1VX9A9s9QeJDHvmoWv7dJ4yFnktnNRUgSwPPU
D3ArsvEqxOi/KIeAO7PashheRpF0RN5yN2wtT3h8W0a5HKQv3VOAd0vYjit5ishWvtNgDmZb/LS3
Zvndzja2CY0TnJZq+6kPmGdhRwjprfzsexsYyOs+a2u4b3rXJFPmakevnkUCVXmM66p7gXXzJy2q
PNw4Y5Omtr6cAuvJzp+MaGFGjmDTS/wSRsNCAM7WFad87M3QXLI7TmFlhDlF5ODduMMs9OphmhZ9
Iw+mrZ5JV7qxQvhauPVhUfIwSuY9ueOeLTNfIyftq33PcQzwfCtV2lJhd8ENoPYH8oSBNAz/dZXG
X+aNEl5re9RN+54byj4g9vrAg9/d0/9qSQEfi2mY20QLupX9PIv7mpVMXbDWOAR1zj1VMAi19P5n
N4KaTxMDc0r962jbd5DqPmq66jb2XU24DevvaM5PxMx8hGfnx83dMmKwoRIqy4+gDInYkPq5qdW+
ErkMcyrAUz4bzW8hGnNPDO9RueWHRM1I6eA94KLhX0S3PFc5WHuPfDmUY3c1ccmIpq1Ab2p2r32v
v66Bd8/qJcQ3xeKLfAuvHW2IUEi/GE5xkx0vtKaLR8beP5yJWihwynNnLWs0W4Q4DbI44/WzWKFb
iYEXBisb/BJuTlf9zmzenMLR4ryyOnYPJWLd65CPCguQWQULiRzfbY7vaNE6K5v6PE0I7mv4c9jM
Nn8WinR9IBTtNe/F8+bBk+hL7QVN/Htr5wdW0Ql1h39YxX3pmg+K32PQ0+HSewAnDiS4rvA52CPB
EvdYR0XAaMw4yCB1+u5ZzcOrWIF5tLF/xAWYMrUbzmWfXSx9PshSDQe0MC3+WvKepsYZX8iLH4xP
TSm6cBidNxuOUTRo0HJLvX7HRhCkVdzKLX/1bMZXXQEBvV2PSyq+bH95LUt97waQsgqr/nAHUb6R
D+eGs9J3OQvzwLRgBNKr29Dl1g6zqXxYZAOpA5iRJ26XR/L6fvULXHMU2jtrau6F9Phc9eFQoI5l
RYtRl3qYVS3ukG4baaYNhgaitOAmHaibm8GBkCNcmgxDHHv5UkN7WDVF5YHbyW4WgeJ/As62nf6s
uvytzzEoGbjr7FZgTpOnIsnSPqkI6gIh8x8roZ49dm5AaGg4e9iO+mo64A16cxcqSs0Z0pAgK/pA
ZgrUX8zzaex3+VDcaQzR6n7LGH3Nv6923QMxIbhgYprUk1t9BCW+cET0tPHMEZQvTOH9QbMSy637
hIwqtlNTfhEe9gB5T+1pc3edCR+iboikbhZ17138T8VIckCmnmbf+egDuHzCrkLernhqgnhz651Y
wPfagv+wDIDosCajdEYzRFwmxaM9DD+cZfglcgy56bA2TsVFi+wtA5IRlpmaMUnr02nmKEb8sKBL
G/Q7Bqyg6qlD05amt9URD6uOjbxVXbIeeMoaJMYx+uI/4TfzOi8zRGshP+tKr5iTWXvdTU9w+spQ
x+slbA0K+lRivYKS+5pvKoCc53750kBCPvKxddqliS/nx299Ujh50LAc0RPuItpTFcxv+Iq/tCNN
a9DXD8h9irjQqxd7JVzLJSxX1O4Q41/lRExfgUXnS6b31272r11qnfVWs+JcFAJSnvo1YXCLMZR4
zht9L2zmgJvyKZh6dZzt7dRXIzVUzgxYEXIVinZs4q3V3yabWz334cqXJqkz89oDlZsiVnPhhZqP
62DW0VFAM7TognFkAqHRg/GwaHBNYIE8mlu7kCDcTRfdap7XfsZEyM78Q2bQEFgo+Vkq00lSf3nT
tCYqq+UrKDYYYmO63PQe9Mxua041654FuR2uY6M/jTbXXViZhXZal/S3GmBA4K5T/1xqQ7t4Uyci
qQeJMafnb/ELKGizPhkpkbt9IM/tELgwltouWkY9OOetsPZNh8H9PBS3sdTByFIH8LHgsFk9+TKm
4Am492mQCTtjh3FZxJC3u6Vs2dAuXDdeCSOj7vTh94251r1Blx1f3LQd76vQ0/usGW3SDY1cHlIX
HoVhVNKi2JIzUh+M184ZBqE+x+d+AhWlOVe7Iig4gKjl2v6n40o7InLRf7DyINgNrWWHzF23OvbU
MDzgU/ZULPoW9bX9JUp/PajNTw/UffT6+kezpL9GrXWPveO8bj2sU2hZBHn54ndVZ0WUD6BOlTt/
bhX0jy1379Wir7Fhyje4De9F4KqwpIqA1PT93nRdkTA3+03YmpEYsr9h1lJgpsZsyOrsbG9oixdP
4/KdpWP+EJmh8cry891pOsz58jRgDnTE0sJMXMv8ExBZHCnToM3OxVlTG4e4D/cKA1GANaN/7/OK
ys9rEz3zz3Dht1OnZa82jfwOEiLi6a1JGBdOoY2zVyjNpdz3/+K5AI6NKSzkFLeEgVFps4l5t7mK
TlRBkBGBcaxznlTlcULiMpdIYB04exR1A56DsdRtWISe81Pm6dW2Z2y5ysKLIU45mI9N3UV3gpmF
WTG/cHLWzDh1mPNcNbCw2MoGYG4LfVe4Vk1lRp4zcEFYmhc1TTZC2ej6Wz83r27rzJy+QmhlzHcT
1W7Y+hHQNevbyHULhjzGZJj13lFF3STDCFkZ0cr3NMmlN6+peRz3NKLQiDKjh/r1DWPnxkjbWnWH
3uyuzVaXNLnku6GGg8knGH5MrnXvO8ZWnDpH1Xi7Dmebq6XSbRc0fk9uRuHU+NNQCCHcDZVBf+vR
FcZSWxOznk/MIN+V5v6sO8l29do+6trg1exHtlXwrAGhi+wVEOKGp4+4rrBtY7kGPfL+Ah/iwD4s
0N8gZmnUsrmNiwP2ZvkQmhu1YGmkIFCaGYqtx0a1A9KoP500IGaMDDJ89S6NY3sYeXlO6GnTsd6g
quG9AOt73g9t8DJYNCvVZn5qs3oL5uaiXDoLl14J1GKV5NOwXtO3VPA9zdWHmjd6OfD3pfb1nbEF
r541Ps/sW6+Tawz+DoQbJEvD25lTU2bjjzpXOrOuxk7S2WswYaXXtv016tP2DcZKMqnmuJbpRSr9
12KZT8Ni4FqRmuAMIxTfdcoiYalrA8ko8LZ4tq1EdniZOW31JOpxSKoJqiXf+C/02ate5uNepOqx
mmczwjQQsme9CD5SJKgZD9nm46MIQw1F8ABIq74s8tPDXBmxtTTHtLeYui2gT526W/mP2voONJAa
xt8YZSKW5Ju9M3R+Scc/80rXS+OUa3VkD7+ycuLqCkwiQIr80Hr2x9zmT7iEM3nLrJg7+pyBoI7m
eKKrPBBN8cPYtqQlI6zbJDjSxOTVf5J9mYfeNF0qNLKjl98W4AF2zZG+Ze90xY//I+7MdtxGtm37
RdyIYM9XUVSXUvaN7RfCTmey78lgkH90vuP+2B1ybdxbroNdhfN0gIKrUEinJIqMWLHWnGN669Bi
p1/qY6m9w+hIpJr6mEr7WHlpuseD87RqxE+D2dwA2q13HRosjpDkjtpZ/lHGyWfrVJ9Gt97Hjn1H
Uf5WZOWNbJNrL9t6TUSJwNSLgZkkBMDfrQbKFa+Q8xm0GVJeh4rPNueXHOoIRRiBiancceK4CaoS
1xqtTuE1jbvLZ9fnwtD6DQux3pl2Nl3kuNBjq5T62uGqvePE0j06cCKfWKMYURdzVoSLLU9F2zOe
HyX3oNVWWzs36PVrv9/WhjeVUWmMLmGiZvISJH2yK9aOLp05jmE9iWo+knMerk5jReZSv5jZuiKc
lWjlmPn2E+KIWXjt1qpyta0xOG3NIq33ym3F9nqEz/w0DuPYe4+TuXtqarqkmyl1Y7iUzkzXSXpT
pFYnwjzAx81bKyTC9jj2auaWdLysDpHI6NBL6MqUc6v2li2+0S0lkI4K3mdvvVs9iyWiFXJPYfc+
lF5w51vtl9VmpAOf8nZMh5p8tXFAn+bnOzGSMpTa4jFLTGdrLe55RWuAFAJYBGIfG4qh1fbtU9a5
OSLziifPnoHXIoa2WuOn2Wb+tnZjpvUDWjXtEL5JRKZLPRLsEUrvhV5V5AF8QlfrvPecmG6xqz17
cfoQe1Ry/fpOJ9OJZNMZ0QoZkE+c0P27noEsL/k5IWzfkjCaHJfUvHPz5JWghWMZtE9D65zmFnes
01yXSVF9r6E0TqzTKwZjhqiMWPoEEnXVt184ii87raGVxvRl91Y+GT9yuE007s1u13aWT8cScBRa
OpdYY4TUNPuAyUFK5OWTsb6ZC8yxwgBDuqRn3A/dJkEUjWezY6TvFod0xGLScBoMp9z/YhjGy+q2
d2Lx5lDDiqyrSTN9dJ3QabTkQnmRtzKBtfNg2GB97bcOqd1qDR6oELaMVqZNllpPVQmwUmm1TYz6
LamH966oqNcaZoPeuVoJXkmgO0ocpaU93k/NZEZe6WFlKKeoXNnR6bzjxc7dfkMiN0tIY9zkLTYP
K1kAtvkV27ndn4CCRula7+QYA9Ywmfm2a7Duhm46Lr5VRXznp3wBV9o3dMjzGMC7yk+Gbb3hRnO3
gxGIXTYk96s1qYux5F/7bHy5IjCP4+DHNCTyJEwnhyArzMZeUe+IEGzCcgADOtUFT4mwdz3gyIiU
SZiphc12GiM4mFR3I+T0BaU5txm/ptnEfLytL0vSPu1q3dRx7t3ko7Frp5r8iyWJnwBYTVejzRfU
NFNI0X2fl3I3Fy4RioWtf4rJeFuGiXc8OWhImbNsltjyOBxm6Z6rgSXV9/Mv2hYfaW+NT7aqsTTU
AwtyYa7M5JGHLJrivub6Cli0MM3gjFVGEC7Fep+lifVo4gaA8D847DTMr8Me8T6RqEtwXeJe5j49
O+u1AhkovBv/daiufvee82oRFIzRO3bFjhYGQ6dl2tLvJEc7NVF7dSeiGWDbZlQpWlTPHHsfisqt
tllQmvthYWDn1Q4kdsRFZEsQAVJyuh/SuKfz2wp0dAaZRnvkmCbsQj5TcsN3vwa7rCXE5BIj36y/
ypIJIDhPuZCFQVgDjVU4ws5NmV4bXWIqpq2F2B1jUFH1JiZQ4RSXxW14kXrVuGbgrqqw7SaRPWuT
3mSkC1woJwb9ASw4px6vYcyBxeNiMR4vcEKlW4qg5btnevCUx0a2biRdDkwRJvSc+2Bxp2j1IVDc
qcKoPtRERWN0LYt2N/JLz5njLUPkOZR0mG0KHsUhoLjgBJXnH26m8/q11jzf2C6QFW3x7E7TR1Ve
saWwUpzDIu21f+vptJbMAl/pi3Ldk2m8/pn8MjJbS7HQesbFuak7aVgHXcH4I15B/LQny2SAk1OP
NwOT31g1VXXWqa/6EzMhFEYyWYKvYEh5X9pVK78UmfuPTo758j6bSvnvGt3JK8RFQLE2zwBvC7rD
YU0oTR/VLBt7a65VcbGk8hbQuWWz17gslouAxmVvfYr0eu/OidVFiIGxgSDEQq3hc0oqQgm8VTw5
Uo17M/amfqem1M8P7Jma676KOd4Vvbt499fsmeAGmI8/faXWI5V4QNrZhHFZCX8zB/5sfMmHrBUb
7TJW5EEdXUGfIaX/RhxpA0pwZRy8zRDXRzaSsQKxRhtTk5H3sk+WEjV/PMzy2fbiIIvwdsh1r8ra
IA5RDVN2aV3PSI/BNA/IhnAAVj9px6R6n9KWQWCUuxOFbTpPrUUjtqhVfGKqXuShLmGf3jl4p6qn
wXBdSipGxfqhqRhKnwYbwf227DD+nhKbAMjL7GGRoy3CrAODL7LrorcMAdNSaCfSclbvNLDqmULL
b8UlVR61vBBFTstaFKZ4lO7ifBmTfl4iq5sQKxAWG1xlfUZZo6PL552fuD2z0HSQKCk6aW6nq2z0
JKYh7ZHClMCGaUbCKN/4tjI9LB6cMMw7iZhdPbrl6pLfSOpNvGNSzMM4tX7jnT0OcccVIW4fcilN
Tv26XdTWQPzmM97Cgn+X1VTs58L0XH5X7y03jahX8+gYBETcrm7J9sGCji46kI2aD8U6oBwVaqCv
aqQIATZZE7NwoCBMn+xipQMjCrd9qfskdZiWlWtz6UTr3+RIe34aSzuxYzpJc2CmMJ8R619yk9nj
hv0PwYky1PhAAvOQgumrW0aJzgLd2GhsioQCLRtdPgMtfzKsuDBoW59UWynMcXGS76qhLpmAXieW
vs7YDkuazhtNSky+RRpRUwY5SZ4p7kVZ/UAsIn9kOVvKxlK/lJhUVMbWtkbHfm0dJfod57OgvcCl
BQIqFlX2qPS5OvcVS9m1A9l+WvWw1vs6Q+IdzkKjUsvR8loExLrmm+FgYthkq4e9I501Gp1k8Kf8
iKCUY3tuViWivnyELt76GaaGyTX0o+Omz0Wm0eVqE2vZvDHj2WxPtVvNnwmvW9zWNEvotEHillFv
NyrmMMykCmOm/TzQ5egQaRXOGJntYqz4IrKefoVjp++e7kjnqcmj3Ey19L9XRdneaxUM945t0NBJ
zZyBHO0r2ks6WV68XPMoB0Mxmnc65+2EzLjKo5PPvrvNc3t8b0zCzja9nkrzolD5HeyywqOzgv7A
BOdU44mCoWAYMwgWzyvv+jSlfTFTqFlotyiZjSFEIs/o1c5Mri/aEeTqEkkVFodfgneiQs71Ukkk
CkMdM/bor3r2JdYk03Rzd4utmSWSqcrLOA4YXixzcKMBJn13yBbQvGEA8geZrT8azw5+oWSbW5Z1
iK0qPY/0e+8bgfsJ5H3lhRL9QbcbvUo+m0swKd6syHCoGOVxiOflaUobeU8jg15529GoDHsBSdIv
szY5NpDaJ5SVHZnsqqPDtncnePn4QRN1hyar+YLOliWEftIA4X61qSwtsabjdiWbWmw4PcVtCPPH
+sB4YqVbq8/scMwKqbZ5vBgBjQmU3ADn8zPdnrrftRDbzn22+uMmCJbmWElXfXGJ9+bQ60j2oV7T
V26ahg238fmedOPO33q3yavQtSu/4QziOPPGHuRwSRdX/EDiRM3fGg2dCztN7pDW8NdsVgmMLlo0
6DCDMkg3HdikzwrJMfRyXOVhPANU3vh55gMMX2lnRiwvut9lNc6xzYK1Mt+UU6CIWKipQ07CrwzU
IzwNBJAMxvdyzdXXIdeoeP1Z3+Ny9v0t9X35yrSwXKJZDgg9hYFSlBFvYt8Wk8saDkDdjrft0Pif
YmjHWxXgFqP0bZFDgS3fkU411vgpKv+ranT7jPppumRESf3oO26EEHMC91JllhhXs2Rwn4baReuJ
9g8Hn7343+M1s78gruNna5MK4t7nlJVuBQs7Qxdg/Y8BGT7oEAavfI7T4WyP5TBGnMCp04dRP9fj
kn4Jho4el/AqG5FJkZb190GY9YM2hPjhgDA8l2qqfmSu7GjWOTi2jUJyiBrXlp5POVWPDE4Q2gmj
tbaImkSzKVpbHYepdz8ziNaXZRFUJaBizB29t/IVVSqQycJJE76ZFVVOJZSwtrPUztNUdoNxIChd
3dJ7UZE5kz28FVY6P3LKfR4JMGCxsmc0zKOz5M8LCK2PSZXfJ2JDIpf+2xqt6pGCP7k32Y0efEaG
xU3u9ejCdRbg4E4DzLi924cdQ1HEJWAgLa9L77u0mc5W0wTbovRyDw2VMd6upECiNE9l+p4lQYxk
xB6aF+grHCtXZD0hU74CE7Dy2Vfk2j+gkPB/8rGTB9uK0RaNSWOcnXYQL4DUsvcGsYmBow6C6E4x
EWbC5zkj8aQ8ncfMp2NONWBkuzSho4uSUHBr5wTStaFJyhCZ6P3iVghY1v4250DRRysSaL0vaWrw
QP3yS6z+pKa9ZVGa27KS96a7cl9S7XHfS73ULtrQipQ2v2TasAxk7ZyMsXY+mc0bdzIpc/r5Ahvz
H39PZQFzW7wg3RYhxXqDsCv4NmWjfBcrbrQtTbn2MU2noMcbb/W0TpAbHQtDsGZkumKFKcmKwb2I
QHRvxRZKm8FDyz/kHZtPww6N3Mjhx8T1eSqTukGKaeLwNQWD/XnA/QuH1UByBXBrk8SagjsllIrf
TocAwXsjHVQoeV786NHTbB2ZOzeic1l1lQ2RbJPSDjvVneFTtSLWeteLsobdODllHVbYBT44WMSX
BvPx1sv0shPElWxz6A0hZQNTQG+l0bjRAnQXafeaS9lSM3d0R+t8XwWmGjbES7t1hCWz/DHXnNmB
5KRYipZ48HayWYwxCmh1f6JRNt2NlUj3deZBZimTZTfj1vXsNuSgkOqnAeIa0zsLthEdHuwhoDaV
+XP8dbHGcU2Jh2lRYfIAO+gQOYokG68cNS3XGD9WTQAAeyf1s9v7Nf7EkisySlpa/KcfX5CJG1tB
MFFYwz2+70W25PkGSTQGBN4bqIGiarCUVXlSBy+uDxwMp7n9ZDbMTPWkndfUhVNzjXCoxCbnLPfF
lrrG02j7iJbcMX1IB73eIq4yH+bVTfqtGOurWB3jaPbgIpGNN4BpOzsKjIQSqV/S9MGbAmmdrLFa
d1NHa6NkXPSaBh6Ogqx/6RsEyr3fFT/l2iXsxgio6eu6Fzr/VOyZQK6KYaw3+dsuLt0OT325q+Eq
0CETitulXkqenzXmbLdpGoaBGyJIp0dZLf2p7e3slgHnuwT6MYUiIa4yShTAjdfGLBY3wq/BFwrE
h32k6EfTPoggNfroj91/ziZk1rgxebQytO3b1l70/TqlaRv6cc8druiwqBs74S4lEoREucj7ZXkL
rlvNpR6MwdpV3Cn9BuoAzeVfv4D+N09EgzEXtUHeDPre7RJKLgs0MNr0yWGTms2G/2NrzYNfFAH3
Jd55KUKCT1NjDJFkiR/F9V5BYI+70RFi2Y0uuSwXF0pzcRkXXxOeIm3nxpkgJuOSUVygIu74JTg+
2aDmcdHFweoJUo6AhzgoMtaJk7E5zqo4tKnm5/9YBRjFxO7JhyaQcEAqOnABvV1g9fy1gOEw8BaH
HhQxF2E8zojlptSGou6Qz8yLoY5FC9M0vCSxnMU689AxuJlCv54aWxyQbyKlR6pgQMRHJpNSp61O
wVkCiC8lVEmLa7FDjL/09EP/V0E4sPiIl2pci/aG5oBV3SNNC8CxTYgRQ6yxZrFL4OIEhyB1r0k0
7lUKOfOg7te4ZvFaVp4LRM5l8WpUWTeEdHxd5rgIe7irkWh+BD376UYj4wAOokbXC6eRQopQ8HgV
YZ1yrgqJkuObXERb1ud20TI/TCWvvenBxKdbw2j6N+4hl3Ym2O8k0qWe6EnFPQIUOHfIzk07SJ7G
AaAxmuQxObUZmZob6Q4CizVY8PHYmeZSMihCEr1ZV3ol+1Rm2NA3aALN8cXhBOJHlEX4B6fORSQF
b4A7J/dU+frHd9jTfh925ZAU00HVhXA2HT/dhJxXg3dmk8ra0wNiHCysYbg3M6ecWFX8EcZBKgT6
lUnjCSrT2PF3OXnA21lgXX/gvBB7e1dnAl/CXFXvlktrkzV/WSqiFRYarc48iuek7u3uSSPMiU+c
7Ln97F4zfUEPVbwOVsAtn9F5qbeVV8RH9q7ZvENiEZecE1PgHLQVy4G5YIGFP5h0HRwGLa1vVPn+
l6KLo9w3kE9lOGuuQl4A349Gy703J/VrkpmaLaS8VbONx8Pi2EMrYhMsVfKYkIjUYTIbESqNn2Yf
fMU5yIroOGzWu1Hot1+OvX8zon7DH73/J0bVc1Pxz1+xU7+hqv4jnOq3n9p/NFcA1PDXX3V9N39+
9X+/uyuX6n+LYCWvaKn/TLC6/J//0tRFfwZY/fobfwCsDN/9F2EtFt/lL9y3eUWm/0GwMqT0/2V5
cEPFNU/SYXL3/xBWlvkvj7wXAX0Zzz2ptbwFZOdXhJW0/wWSFhyRKYRE0IRD9H+AsPrdXesAtL3C
5YQgZwD8GojG3y2uvaWIuKrT7kLSACNeAg0WeYfzpDDfjT6mHCgNiynxSPVq7OKyz9fXP12sf99U
f2Zo/cVwzDvgc1u2d83RgWdKcMXv7yCbORIUY6vOzdB15tZUvRs8XbcKOuFOgMQQzoPp3Md9rwdj
k+fatU9lRaBUxdgXXs68oVaJGY/+w/u6uk//PyOO90UAMBxXgnqw4v7392UKyxnlXMqzOXMq2fqN
m7F3kNl0ndMWKODTfO1d/DAWa1NR6QAHhlUtVIcDENz7boF2FNo27ZaTQ5NS/pNR+3ejMNZgxJGO
aUrfctBdcrP8ft0KgtXM1nLa8x9LuGiEtdwwIfLvDfrU7acu2nXkGGOxaymz5wyvQQD4PxbC7vpf
mMTHgBgBdZOY18qmdFSQ3c814+9/MLL/BXpKfxZYGQZ2IOK4t/nzL98wFaZEV2ZKuE/sHwzdxzY+
dqW/6k3S6dGMUreqPxrytB+Koi+WbT53g3PobA0J5++/1etL/elLlcIC/+b4/jXBwLv+x+8Xrc7S
WJeuxHIae2oMKTyH8jLPq4Wlp5jy9mvmdmOa/MN39bvRmQsAH5uPDZKb9GOw/3/hxNXrlc+ZLyOt
Qemo7bT2HBochtkipABwOk7WPfo3o7Zpzjdmxf9fDKrXx7//8L/jJK9vg+/BIXkCPJVNnXh9m3+K
1LAWDMQpys0bou8KgEUcP+2uQxZU0/D9+5f6y815fSmCWXy+bZ4c2nx/uTkrMAsEL8/MknRuArOx
lDsdbVL91k3XNlnzD0T33+3sfCTWQ54B4in5Yq9L4++frIspPhNUoKeCmESK3D8uoeQwADBgMKqX
vq7s9biMjWMf/v6T/reXtm1SPEwgAdAGLf71+0sbrl1aDD6uYyKZ6z2V3swIGjr6XYOSS++NfKGm
7pKJmvzvX/mv19ixbbB4fHKT6GXX/AUM/NPXaZDJMqD3AAKYXEvibqx40v9YjlJ35k76+5eTjvmX
JVGyh5FGQ3SlifSUnJjrtfjTKzKH0HFjMAQfGsKoIpqPy+dorYs6WElgO4wX4gYVW1CtAI5yN6KR
Yt9UiA+QuLXdcoetsd+owg6OC0SULdQ+Fztkc5VwZGY00xQJe1B1zOWYXSHTs966wJ0PnTDcxzlw
s1D3OFOtabzloJI+qdibW+R6QQx1YtdlGuDOSRCkPhof6ImuavRu+gzGuP/RToNCzSnLY2qtzi23
w48KdcveATF9kbr1Qw4gfRiYsTyghL4ytDrTv+kLOe5hWfnPhnb8O8pNzuRJY29022BDZgpz7nXT
bTODTiQ4pLLgoph1yKb6QjQFZF7viqpTVbHDNpyfXCIX93VcvcxtsT7AmNGRC6poC5wu3tN0cw/J
0KTf22n89MYVxcgMhzAM5mLdxJxKthVqnj0nYzvsnF4Fey4Dh+rUpmPncyWkkUtyMFsJQI0p+YxT
7TWWcxVxdC58PPh1/70vJnMfLwB9aidunpNu8KOVZC+sD7784c8mttAFzw5qhGS52E5xP5DE9ACJ
CjOKO8oHzu3Fo2qE+lS5o0M/d4L6FADapqsM9v2BdCobcVKOUZMhnBhCp3bRCk64M785MaFiIdFD
3dlsFsAO7Xg1qMTj3lncYM854wmimXVqUldHLE4ctJouZozLj9XTMHaRawSWcWMyvzjneTU9x36R
fs1VXWLu84P8rhgXl3l0bN0ZSape6Rmu1yZOEGG5M25ou6DNy3yY6Etgyx57vy/3qsNaapQVqIi+
QNu8DTAdvRfaucG7UQ7u1vdEkgc7z+hyMA5dYnBz3WpbO9OpiZd3R7aIUF2a02W+DEejTjRtKNtD
XoUZmSl3lR9Sw0DfOmbeeGhE/2oiy/lpLY48tv4w73OLQUvqluq2864NHCyCwGkyhJzdZVo0CoC2
deqXxUb1AxoK9yyG/11pZmZI4E+xyyd4FqY5qJAB2XrBXlVt2QJUJE0zrtAApE9eL885WZPA5Jqf
bocQeqbrLtulepJO+rbIAlGpn487r7fmzSK1+Cozf6+cCs1cMrVnCJocfDJcCoyx9hDwNOrfIj/o
RKsoMwumnsbVeEyrZd4pScuVQTKtltEL9jiu24MJW+m+tpbhyYXSeJt1WXKfxclyzq9D1L7T043R
wu4IBw/ja4gaceqwGUqeSxCgKokcj9CtjQf7Q4VxmuoPq81MEpMmPNeZ1OVFoi8vbvwUTeGXtIhL
42v2a5Y3MkdFm4JpIE8vLZ2N/CfaPvnZ8c2ZmMis/rFeagicc81w+9bPTdd9w8OUxa99y3ZOd2pF
AXlSLmimT1wJCtucudDxph0gfvZ0KhnN5lO/3tMzTfSeaM9BMHAYJH75X4VZbTDOAE7hj8o+6tSm
8zIsuRXpGVwF+Dw9A9HzB9VnO4TtU0qNmXIwR1JFzl6QN2Z6nOkDAiFcKn6Dsgw0g8aSFZdUJjaA
Rt1O/pmQ5tUOAWpmxclZuAR12BS66c9alra6BSzDphJ1DZR/lLg968rrlBaov6vY9BizM9sGbEjf
dYhs1lEiPz0cM7SHS7oqXdAgMiOGiR3WRMIQf6wLz8elagv7u9lTOJ7aZVhf6oBbDG+W7CmPOc+z
K3kdWaNfdCe5NoPP2sGYG2/kajatlWyt2BWsuCQLqwFZp14YacdMH0ZPPVZV92vo5bbr/Vhr332u
XL8poSIEM4Y/7k5FN2D2IfPwxcYmedvs9PUHkte02nYEHDY35pD16VEEqk3ysDL8bHZ3q+AbSiOv
zoKeQQv90YuLQ97a1UNnPaI24vs+d6JebDc0yq7LqwvJomWR0IyqiI8Ju1nDrnBY5UWI+H0WfLlT
3dU7EuyDep+JRoF2SJVviYgo1VxvVYeJHD5iug5mvZWF8H4GVQ7OEak8cA3k42pcjMjL8VvvHXzj
O3CFiYdbUhH7uwfpMzPmtVK/OTulLJJToKHnvQakfPUfuAf4WgxftGrYUubl7JYzf+g9x0+6xVHS
jBjMzRqq4jcgtzU0lw66GiqsBTeR/WHj82wtwvtiZ7S2Oaei5JPqo28fVmrTFf8esvPHBPcEnIia
sv3QpG2SvbQjA8NbNSwrVyqVnRV/rTGysmQxXcjix86UYiFQ2yVWG/Qohyq73pR4ifPPjLKlR6xZ
1qpDVh5D2hy3GLdMilIynaf82SAH6M0jijcyshgYoB90aq+HojsmeG0H+kWE7o1kW3xz6iF+kYsK
Tm2duuGcyZbBIp1syvK3jsH+kY9X7+aaM9AmsGZ3w/zxxrXJKt4hm4G2h4FlvKc9871TIwZ++q77
2M/9izFWcTjbC/eZ2cJbwH75JJq4xnIAg6jRds800Gt4SS0erpphhHmBd5d5ymK8F7iIDlJnm3ad
3PSe78KWCNAckgDd7ApYeKeF1mHUBlBpQlezsPjXXvaqxFg+On4CgcxYMYIZHEUxAwV5eUp9v7Q2
k9M1F+bxpAQzDBVH9MPxIYOkd7Ak8MS8ovuYpfOrXABObNwgYVBcg0wmGNe5UbpfTnbudDcomucN
30l5o2ruamfkWqegbgHP1q3zA4tkiXYvdpiv4talY1cfR2TSD80KN9a3sAn1a4Yrbcg/bAQqj11C
ot2AqnLbrPEELeMqms35dYNMvBcac2RNkCvVnhn91tZmSVvvLp/7gCrBchI2vFWGQT9KFTrGpF4I
5u6rKBuhX26UsjDCWcyyQAyMs/wMYsM/54ttvZoxh2Ea1A1OotboBBb6PNtN2UBeLGervouIpHRe
C8ngZucF+Bu/2n2Q5LTVFsROPosvp05nyCkBhxRxADxscwOKtKcYMqc+26yUB+gOywlhJpv1KaEz
98MCXnVTWLN5ZGyIiVEFCQJRSCpYfhw8kMWYLMYWXTYmEWxZ00kn4/zWjH1zPzo9BRWf3n8cuwae
PEKc4rmu8kZvl0SZbygq/ZcMCcEp7Yfmccxi65heD/ZbOvjDUXSaVkPfDzgSCkX4XpY59k64LTqu
Rc1jHE52Ef8ckZ6/OjLrkFRP7Sg2qNj5ezR4EEkhvsLC3vlon5CujQd+MT7bTgmksMNoT6HW3ih3
Uz8lpwpq3Ka1rOvEIMdSjkOkzyCVTO10XjLcRsrPiidZXuXNQTetb5aVoJWgr5zvvEYH1i0CAoFG
XlTdTDBzk1+cgsf+5PvL8DJy4H9gQQdwBdAxv8NSR7DgNAOX06JcdsOMICBK8g6HiFFefQwLDpJd
UC36kli4isldT+eZ67uAOQ/01c0Rk1R8Yy6JEcl01d/xwnqR7jP5pLAzh8pa6zAtnGQ39LjM+jhp
dkNcZc9FXX6XTYFvEmvUFerYW29c2s7ZLmtLkGqTgeERa+DuDFTS+wRx7w1MArmHQ5jg1vMs2Fx9
mapbpinTfZeJ+cXNvJm0+jyeX8hrHk9+3hXnYiqqS1sTGN4t4/vcjTFR1Z1/ZypwJwI6x8FuYpeo
39nr90uWnACp5fSYCryQAajq8ypybjEE6JypxGgcWlC3dw6AoO/gGEkxLo11fedhNSv64m79FfR6
+92x63lvT/5PMBxFxsdBpxsZq2WjMEwQxFhZcNWpcRyrev9KF82Sj87P3ZMx81z0dQbnayjX/aIk
I/q+Hhi2lAyXnPbHNBazD0TFKYD5KvmECwN9TlWl0AqnlimX84Gn7kphQzqP22vXzXHwIHASPY+c
AU6CKhbpVjDfjnPCtOQ6hojddYwylXtfcLQMt0auWHVAkewbG+gRc0nv6ABL24P5QdFcZWKLlRoD
n92dpY99tSmw4XZ6HqDm00n3C7c8NXPMM9LV8qs952KHcUccy5rx2cjYHF/ncCD9wqIaAxhm7SyH
igqJib3zyXwFz1u895aXMvQ2gogEMEyUyOAPKLLJq3AnjqPAOaIqSMZuT5d/fl9m+6W1++IEoDw5
ObAfNlRZKM4s75MzVvOkOEfe5pw8hgi3SFFHs2/Mj7FNgbz1h6m9M0mQ9y5oeEoypUy8QGmlRcbk
t/fh4BjO6EC6bBb3HvItIh2OV/7eV3GWH3JgumqDzCv+Ru0jt/4YrMzU3epRWML8QtjpsG8yfNkb
P4HVcMac9err0tqOTgmuvb567wskLmsRlMesMb9Os2rhWGnqKEQs93XbzadlBQwf9J68iV1kXTF1
wlMsfAWfABFgphnuasfy3zpmvuFglUjmcvM1x9pzYDxCE1CUqbtFGXOZkFnt/H7EX57avAkmQ+8s
ZcMmSQ391kytKkJ7BiYAdQG23EgVhCfENaLSV/pWI74782yXG0vZwVl3qXuC/faDo3H+UHAMCbXR
mQ+1PXKvs0NhxDHdXSISijLuk5QGRFccq0bn0WKW2VMetOrWpvxvD0osZih8r/oGxLf90nZdd2uT
XhtKcOyHEtzDdxqnLOJrWe+4o73i4JsMdWhZrwtmqFh+9rM9Yi/3yqi1wdeU9LGiIegzJNQFAjOW
HCSJbcvKGNmQb7kZ8ecORfOWAmG6N7EpP7ouIszUwliVopusIY0VFwRE61HU83BoW/UzsxkBh6ob
yKIcrnM4OIftNxzImOacjANqzb7N/ccQL6Ia/o6Csa/CbMmYKwl5L4emOcXXvVZ05nBj2Z1/0cq0
b+n1WQ+DMvMa47tnHnDU3qBDtzsYwSUGAh840Ebn0tqPgIR05FAAPqW5X99Nlsy+B+XIAwiP9zOl
oUFljxFhQwhUsqVRh1tEjOK2cRVwAU1NeK5tc9z1WYvRSMraPbXwr6IBrM8eaOBRiRaYemmIXYLQ
odoMo0SVzxF9/JjolV9PkzhBtGr2ZWOvyCBy99tQCPP7Si8GKBmz7y31PhfMR/7QU7JGXICP0g7e
2itYpqjs4BEaVYuFEuwW0IcS4kOHwBub6B7Va35M7B6RYKI1TvJBLmcDNpukjnacN2F244NWnqIl
4ji8hf9L3ZnlyK1kW3YqOQEm2Bhp5E8B5b17hEffKX6ICCnEvieNNM6mxlITq0UpXz5JeVO3LgoP
ePWRuImrTNHdSZodO2fvteUFR1r3EQrf9OZ1HYp/VxViOzntzClqwQ1Eo77xG43L0DAKYtqCbp7d
De1GGDl9lr8SBz92n7TmLac6CtTOKjO+WNlW4nNQRNMHm6WCh2NFl51Cpe5UAdphd9TifhDJ4k3x
zeoyN+TIimkjSkdaE5HKUKkMFzwBSRHOTD/cdBmdo3cTNZ08OCx2wwajjPtsu+xg6HdaREYcXsig
xshreX1zOfBgD/0zalA1Nh6ccmU7TbJeJq914WymBLfBRGk4jWe9oOJSZQcrsxbPLTvtGbx28UGv
hJKjBp8rbrLeaqYKPBUsJfypnsNnO6lvZxgc2LV3BXmGsyQRPbnY04HpPaxzyG1eXEmZdNEw9+12
dl3X5RkwLlrgmYDCbqfR4pcGdaOLu3BVm7LFnIsIMriaETzNm7JRQj0QRCbOOcwn7wzWy/ReB0AL
2XkeRw3H38t92HsJWpE9Elmiy1Zzg4r4QTc5TcQ4abLgMkC8495p25mYTJUmfqR1wgfjjJDUTiz2
sBM5PrNwh9NnIw6ynvzm0G3CR/Jp0VhYDAK6nT9GfvGRBF0/30nI3zT16tnniIkkWONyhvkUX/ho
0tILONlK3jgGzJV14cQJDf1K2zH/EFaDc2SFa7T5Zu0z8fL4OhnSAxFQ8ip3HT7IDJA5eZ2rwqGl
GcJP2wzawaC2quwFCdqnhj1d207HwT8jmce+aGprylhbc+R5gMi7ivZE3URoCPwANegN+Ukw/JZJ
PV0Q/ADpsRlyjaoNSnm7NYNRigNwQb4LB85oekZKXPpibamyq7ZMJUKx963e7veUpjQLIgSTFrYL
8uRwPcA6AaPt6uJk0l4YNuKbRGQspyr9aiQYWY6BokI/1hZWgd08mB7GfXrMvf46W34LI0RiFfS+
StdJK9TrUCW8KwAFy8jsm67DMVp+flIbPHXnmrnNuRQxCpM9LxQdEsPYbNKLwnK4dikpbV9YjFP7
hloobamQrebWrnLrLYsdz21WBae1ljO8007QdTga8+bUDGTCpZYxPb1tkh6yWzC27oAdMDC8r8gK
LfUwZoHDrcuVb/IPSeo5D4urheshJ7QqiqdChpxG6hCSehxSYj4gWY5oD0NhrpGljOnJ7mKJuYf8
hwYjQj87t0M0QyVtwtoud5TJOt2KyS5dpAbeXN6kSJF5rboqo7FIAkxcnghvs17w+fR6WnUR/nbq
OKZka49H48AWOAaXM6UuyY0MvgT+YkzpKzb+2b6NRYdTDa4AA9IQzghtLj/YZdkAsqkxZ741zY7g
wmoHEkHEN0lPnEXofTxkriVINiqCXeJ4Y8FwDKzRZuwAAK5HPLsCkqOYmlOpBP02IZX0qfmYuZ26
0Z/9kxsOZXyk4lFq3n6fiopvt7V1pta6t5HQFutGSa85hi0iL8xDuK4vjS7H5l0Vda92egBttAWk
OpZXY9eQd0yAjHHBw2VArUctfpy5YnsnUiur34LOMogikV62p5Gd1ieOmra+YDA2SMhvuAMPuT0U
5l2cVbrcsBC68yYwTJVeNbPnomkTVleeJwHTwYWjhtyJYp8atgy84JKDUbOwXLOp2Nb0j+H+9Ets
D9mN7bOClkdMmvR4amnT9AEC45kgPEG0AdAVoZp34okUkBRu0UHbVtt9WZK6M4rSits9RC14Xsdx
7WeZF7xvVY3852zPUf3F4Va/0SPKnEMfELG3A4qB2tnGqOBsNAsD2CveMJZon0P9IS+XR6NHaPz+
/eXsW4tn1DdbXM9mP8sYTBQRCvOhVFZOBqFn0xgshmruTnZauOMup1D0dn1LJ5Gh0JI/kqVdemEp
RKZYRiGGbGIzmvTJ00Ayrx0TMsBFapQ5iQxTOvT0UmNsgSM1huVj/S1R7cJ7rySYQx5cuZN9kA1r
lK7phcKLHR2ladVfZUde4Vencq2ZzrMdeik/nKCz0xi2I08MRYrihVxU3vmEKCysyW2xiL+iKmc0
t54dvtyNbStuQS1Fnu0xDEX70W7tCOCk6pHcFlHW5Hu3l5U+cWJnPLyyWXHTrym9nezENuBlZ1dh
s9Mb1+Qx3TH+pbNuuLVX7uo00ACaSn1p64yhOIOIlvWTQARWrykrqbvTdkR0mAXSK07unJrI70Wy
2B76mkzRp0TGbrMndYZ0BxrlVNqs00U4XiMTJrwgmJK42vlpwBOB4TZx9lOumGfF7jQMaKYxqfAd
6sLIilUG4z8/dYVvSPRTuJlmO0jcgxXnPblGKgwehQBvs+INrjWMUhMhP4ixFrLJ3DXvpko4dvdd
Yrk7HIDxS9v4mFhFluY2KJVlj/g+Kp2KOE9hE6bWvZt4VXTmR3Kr20rokJYFw9T+qdYQqq++r5iy
sTPrUbVmle4moobdteZk4cwrvJIq3hvdwI0LpM/gV8TCWlZgsyRKZYb2e7S5lcdaxbiSNEDk7ovX
2mG/Uex4rD5e3np7TR32mInWFxuzzLtPtSVNtVXan8mJlVU92j1hQYNHpcxNNqnZ8IEZh1Iu7lSL
8GFnb0Bcq29GwfiCzmc/GXsAnFNwbdD5xN9SRYP/mrsASs9iyrzPtBka8EFGL8QmZVtUD1RErrqL
qHwxedvKUQ8yGhpe36lSR9zUnrrMySeZ71rH5w89pEVIgnFIz8kxNFpQp2npadOCZcomeeHMs24+
2E/yjA3FTIoEYaGZz0CekA/U+zHNTfPgim5pCBuDLdxgwxE6xEcPiLDxPodFG+FXEFFcXfotAZXY
Js3Mguto+hWc9WqyYdZurICBwnhRNpWGKAeAbdR0551CbT3FTv/aFsodN+HoLSIehgMBIwLQioBi
LNrm1MOtjEt137W5qm85TOhkzzzW9XFlDaNYpziAikMdFumnrNULAiMb/HbpYU9MOQ5lAaX4iv4T
2B1Oer1zihia0mwn/WV++keN5JoDYmuf8BXcX5C82LpQZciet7go5qvIzNSX78JZwyMOoCfMVYf1
a+vaaOLx8an8HKUGwCrItUm0SaKB56z0S24ayW9udaR1UdcHzFlYrHN3yob72aSmOZg5px5gJdKA
TNx2h3E0wSQCfIOXGSpXIRuMPKUnpDtG9CEls883zqxG+RKRs/wuDTttPpvaCjgHjlPsYV8dGzz1
sASsLgbA25MT8R6oboxfxmBqwjcXy60CdBDHwVcGLFNz0H0cqmOr4R6iu85metgYdKiIygzkTxdR
yG9DhZLzXtPPqlfR8sMeoO4b/SXg+6a8CtFi1Lu5wAj07DLnZ6EHrbR4fOPYg6kDCwbocB9RdH2J
4wRzDbDryvcgTTeMFPO040TVWRgt/Lm4cRokT8wnZ1zsmo8MBG5wiN64rbFw4asjJrCDTT20GmFV
NCZodphCDRdtbdfVoUVjR65fkyXz5YwQ2r6q6ZQjvYZ1qPWqGjmekdxuVL1+waneJHRHSnc8F01f
ijtFMqk4EPTC2txwQs/O2Ou8+aQwS6IHqs3eJ7AFLmmXHJMurIKbNJRCXvlzHwLnGqlYsOsXtbW8
9b1j6AvODNAJTIyL/bN0DTAatIELKFawuUyIysPotvQKicQJsS70tF5IcGsqL8q3BZoKo752MPNZ
wdmonCQGnZBT6OLJ5bJJ+Sdit19UgMvxnQAVXwpX2F6AouVnYYdLTd16qp32+Gg9574X5KM8lym8
iLcpdhnaBZiNODMgtHZfsDCx/XwTl/wlben/m3D0R93o//hjmep/Q22pvQg7/7229Njlb93f7t+S
sv/bTfLRth9/0387J83wkVc/p6wuf88/FKeu9/clapul3mYQKWj3/VNxyh9hYkbU7qCZQq/0T72p
kH+3BP9rUxAJYrLSIv35h95UIGBFLIdFBJ0qklTP/it6U4adPEs/SPAIFuQtNj0usiiIkGz9/KwJ
kgfihGQgwFxOd5Bj8sw1d01XXMqEEYtwZpwbs6ZFZgHllfFdn00Xcxn6MNpIMsz5E1aA+OCmRYzP
G1HJSBMNpcRWlD5pFElxIYr5BDJ+Gb3fD1X+Orb5V1GTHOjKC0Tfp2gqzY2iTYoDKP0ypPZxDMQT
cxAkK+GE85PAlQArS2DVwXr5L2lEU7tLMU2IKXovOj85JFgAGPz500o58n22uo8CkwOtAvLeGuUb
28xkeGcJ65YvfOVA5E1M+1C5EGxIV6ZApB+3igkT5MAUkHc6VxvEBfN5Rtd/QNR/bieKKSaVfIIk
/epPMFbp7hED7TYv4AJeISBtSys89exgmPTCk1a4eWiUbos+ezfdNtgji422EIzq7x8rwU28ahu6
Ugoad5VGj4FxPdXODU6CbKv86nXU3lUM7JimWvIlDv2HiLL2jGyzAjnCxCjpTaw9qr4RTcgsWhj5
ehp9rNTM+waZfgH1kdJzf2+LqKBDDLdkrIcrUVnPRWdsZDa+Kk8/dXBsV0nmQVIs4vdxBn3spzCC
7bbeasyg6y5EVzsX2zRu+21R5jcElD7PI7+T7XKPAFyv3GG4Hfr6JjNxPqSa75MFMwcqZKiU4Qgi
fAtp1kDOgb9efK67QvovPU3+Kh/ULleewZMygGXBCTGJT9R0Kzmy+1ss9ysHXGjYTZreRV5vo8E2
toEWlOvQRlaBtIFva3HrmSS+eExsE+AEp7abaJGDGOZs6EAnhn2EXdqZTrAgz2j/q43sWrHJFmWT
ZlK6InxjZRsLoBk9wJpiXq+J8+y3lCTdQ6j5dcqGEIS2b3FquozziQ7FQCpw4LcmsMRJ7KEJsy8I
KsxcgbIs+isNamhJHVDAagyiMWYedo8hgQRYNjrW2kmD4zKcJebqda7VyKTTg+JonSwBfiltb6TJ
3Y+b/oYEbMCgO1rif5Kf/osE17H9AL25sBEEIlt0reXPfxAReqWJd3SQEfmgNS2Oyt3r1DuAUaXW
FPmfCEN/1R5/v5rDWJ2NDb38r9pjNVgc0Ukh20t/QW1FMHLkAESmfCFaFsvV1UhCZt9DBUqy7uWH
tfr/Qtr+/eIsqh7SOZcy+ZelrqRfRHPJjvbIbd8d16yIEtJrm6ZKOo+sNd9uRMFgPswv/RLjKqKu
33+EX9Sp3z4BJm2W9MVEwKzi5x9bOC6ASteK9plSZ2EXl1EMDI/gEQ1AqyIv4E8u94tCdLmetG32
C8te9NW/RsGVjtm1yDKjfUiVsepbJCH6qc2uaQjHpCTAM0Yc8YCoMViDLHtKhUda67vdtIec6X/W
M6Jb6HbQfyjhn4KKxMThoknVkw8wfLAxe9WkKQTNfv5i9Bgkm7zfSE2rfmY9KgfnttS+T1koj6iM
39IRNV7UXYTo+1iNtqYff3hg0pFV5a9TbqAZcqxL3VSQY03Aj7SWiZiwNqGPuCqOx7fGCR4Ksjk5
FDgtsmnCVzDifJFNC5WD2lKwhe3rwaLrBZMxZ5yzx8oH213PT3bD8unbT5n2H+LZfNINfMmk9a8w
HdCq9eNTmQw7EN4Mbgk5+nYj/gvqqT8ulX6qpv5tYfbfsKCipPn35dT/nD/a97dE/+//9VPxxP/n
e+nkmn/3IU0Ij/KJwR6GmP+onMihJxUF4JeA78Vr5BAp/x9p89bf/YBzDpgFsAwBGul/lk4O/h6C
vzzMLRIlPDCXv1I6/Szfl1ToHBaweJF0GPB6/fouz7EZpxqiwlYSM34w8M9/MgZRfK/EuaF/nGn/
TcT9n/XZt8tgyEG7TwUJNVYur/gP63MZKMuapWttUQ/Ko2bGDj8QOZdn6/FZO+ILcQ5MRFubrmRX
6hsIYfVhyiyyOae8P3szzAEotYl3UG4mEc6gwcEv2Jx+uHN/sLj+fGT59jFxNPA5HJdC13Z/0aIn
wnQ7O6NViCi/2yMzKkHLM4m+GPrpI4qxTCe+UgyyKRZ+f2Xr50XuH5e2ueU4GwSxdb9cmrSeMdF+
RspbnOV3I5OoZ+AB5jZxIP0wVAL8XfXhWwFTBdOh2T9XUAyfYQZ0Z5i1W4vz6PH3H+kPHg2sQIJH
bbEqycVj9uM9S2OOvuaANh6bMfFUoBFII5E4Gv/6ZSCFYxfm+Vue+Z8v03RWj9CiR5odF+0xRbWz
BoDR/sme9UdfBr24w47FEcF2Ft/DDw9g5dVlI/yGycmSsJzHtbHzzfD991/l543x2z30XMfE+MYj
BGyd9/nHiwC2Gf0gA6ifI6w6c4hCTwB17A4xI4LUOSTzMWCL/P1Ffz76cFFWEB/MFqWIx3nb+uWY
zTQtLHsVYnXIx9c6q5Kb2SfvIA3K6BUoSoi2OSt2XeHUpA5U7tPvr/4vv+tydVYQTEAW1Zf4pfCa
ZyOeuiYAPqvyGzeo5I0XquHu9xdxnH95MQWeRP56TpOW9ALzl/Ujqq2Rt7FLkRkbesPsaDynHqEF
GVEpJD5FUfopDHS2FXbZntvRiRBSMhD3UOxu8qH7COypf61N7HPrxoxK6JTKGV+jwXIPeeiOF3E2
5qfBT1IiDzOFRIhvJEP6WcjXdXoL4KpBezoP3qewQTUGQs4ki57Ab5KhU5VsletR4me2UICQI3N4
5DSZUGYz4oRKnd9ODoMETh7epyyr5n2aIosMYbh8xa5iPKRwynYKGcwGVyJMyIxFmZrBUyeRy/KM
QdJbO1o7O7cGB+E0+QcunfoD88fZQRx3AlXoAGRhgrG1XSu8KqYKnI0zwdQzsfmfnMbLrVWPPO3L
LPLhhBS7PsXhmD52vP8gEI2EmIU68pJVxC9VrGg8ksUGAGtLMPWzkj3BDAnBYOsau98lEZvEOXlI
Dam41Q6BfjczbreJuOo6FLJz2UMGJHmSvFC9SdIi2JAaJK6YHXdkb8I5f4ssTYhD23VgEQvh5Ota
JPO2HYfqThe2ekHRg327AQRqp5SEm8Sb4GJidihQ2NLvrpuj3aXOQfZlepTCyADVugY0cW7hGoHy
S1y1dISdVsBDJT4cDmJEO5nhb7uQm9PUs0D8+Oo4iKHes0vLu1qbr4zU5humj7t5doJN5Rk9g8wh
IEag97Y96usDEjFzQ/QQMXjhvR6Mu4Uud2xMsjJRCq2giO2QrpaXg2u9CZXG69AEGuGFtTi0hrLX
IXbzy35Cl88MRW2z3D30OpvIZDNC4pGq7lUO/cHxQmtdDzxBNdlu5XAZL4jUgbZGTnQowpOLAaXo
UIB5joR7wynjLiWWZTtHSX0Mqii4QRZVHCtD2Ef0qxC5syuakO5WSkcdhGm/Mmqp0upz7+QMBYan
MsJEFWmShczyxa0ddfQjfrHcc1E6kli4saOAczf5bmtaQDZiTwvBQ8SkeZu0et6qqZvwhYDMnYmE
7yeqVWHfY4wLDkabmjjUg2iDwGTYeZBgQt3f+prGqShFx+nVuWb0c5XMJI+2puCILksG7Vlmhiu7
TbsrEUI666zgSI/E2RASP991eD+PcaNCPLzZOxL+bg+KWJ3tOFZbyMTTaRaDgTK1haxeym0CxOms
GN6vUkYea9g06tBVzgXH+MUT+qkzzergJ+ULsXcRAmyX6ILy1ijRywZVpW6gIwaf1NDMx9TMr5uy
D26gbeh1QmDTxjLaeYtZ4YvbwAVwJB/brW8IeNqXWfKF9EpmiUbbbuIQsaciCIDcieiR2JzLyp3y
izDjRwusV4U6CTGNfsuzUm8MbLWzXx+szlIkztEB8+ku2P19j71jJaq5pbsy8moJUXyOXL1H+3cR
NTWyjqB6saq5fsYo9MXw/YiYxHje5DmMoVHOuIsNxCJOSIMIZMvKSR19rSn6sAhpgjzBeq2Y6/Sr
vicUCAvSe6iXJC6PyKcgfsUscE3C0bOfYPAmn7nfGbC6mIyzCC4EGzfKkJKCDdcgE8BfBsxXQux3
KOrEpG+tOT9azezuKsPO10p/e52IrDAr2PmpQ3xcAc0iBkiBZGTftcQJNOl7murTIAfn5EYDwqxC
vyHzRTcmXB4UbnFFEmwLcRZWp/40BPJqGKDCNjguNmbrhlvhlOLdK0y0Oh6gchIOHlGXv+gRhNXv
9yp6nuzyP9W60BWp8yk2qAAsduafqwAMHWbWJMRMBYYx6x1jJTwCtktXELxvyHg1dCby6Y3YbZsr
yLahdxgBHA3HgG45CTRZ0cwbVTEc3k19H98lScFzEU6wuUCyVNX72A3BW5hTT+8sVJzbUfXjwzBW
3VfEcxXqFyZD5qHLGxxpTTfoV50E8buBVC5C/KeRsgLYDIsdc6X6HKR98eYIC7/AVHruZzxL+iap
F0zSWBjWtJmlX3yVCFDfBlF7dKkqv+fC6VyTEWzCaWH7xQ67U7BH3nn87Gs02e2NCbOZ1VvFkbvT
sZHckHVXzRgdG/jnoQnm3CrsrjglnRqZz8xxjWTen7piYwx0UCJBIoS5CCBAzNmqPk5jNL3Fxtiv
HDl489s45IQjDJLM8NvYRDO2NZsWPnPlc9baBGJs5ErLEeViRFkGrqgopdyNflgxaZRNvQsgORqb
sS1Z2ETYF9e+SJGgIhtwH9FNwLoz7D678QFgsru4ikYhPCX0JVFuB+DAYqCvnj1NLfQakFP0F00G
jw35rYzjA1PdOWgFILpi+sC/Zsua4aYVQCUuTDQs0Gva4pzYCzra8FpIAz0ir/5EfvwYbHHLwYcu
zCQlHrcuAYGOZZo9T0zo0BkOioBCo698vZE27EXowYWd7vyB+dlFIKeg2LVuHx4kNim4lSaDZxSK
YvLwfzWBPuTDkEdMcpGLbmirA3T0ZBh9cSUN9A3s78Zdj8wKkY8YbvIhUB0AgWJktbHribQXn5gd
CoW4EHJvNwAEt6051sTOYimCkJYSBHTgP+p10JntXSTF1JDMarNtXAHlKrJL6bY+xhvCjjqLVqoq
S9BM5tSGRx6LKtvgcVpwmJGdHFH3KVrmvjJAU3M6fTa6Ct5+GJuBu01ksuQJN6LdTLnlACFOA4tK
CaO6s+2LacChbbI8k+Q+3Y+LU4r4nWiqV4072v1K8hzcNnZsEmCXIWkhaSOGD167WYZRUHfWFtab
HfEDRua0th2vZXFvljA4soyjmqcra+89BogvMf3AW8+apxf+ygiWdZxmnwcObm+Nzqc3WzegJswB
6ZQyEndAOSNpfmP/VNfaaTCFDHMxFmsSEuFR1xh/PkUNDR1MEUGbrdQo4YexiCbmOu1nogILAPwX
ycCIdgM2avzcJS4LnYFukm0SahyNKddqLZ5X5UIEl+1C3ECSTfymiW6K5Vx6Gxfx9rNh+Hm4dpkB
JpwvZ3WJiDN9MzoFVn/ybLYzYU0JamN0EU9W6PNDaCR7ijkK8wj0TXFPrktU2SdhuX12La0BvS12
ZWRElNmXZSaZnQfkhlTrZuxjhB+kBvU4zqLw3IK1cnf1iCuEiWXnv0K8xTvCu9Lh0ZSZuq6ibMSc
mSDW2Hd9EaDUDgeEBW3mBC+zKTFjWN5sD6c0HjDhEhMdM97wq9RmbE/cJUWK/+YC1nnUELU8NCI5
3uFkLGmms0y4T4VOTbVjQFlne+gIMwvYQKqfjUwPo0mn5Zdce9l2QmnbXKCFMq5GbYbPM5hm7xTw
dCRbZDOMJGzXjPPTBAccdfCEkAJpy8RCpHkOx0NptQCC3JlmJbRFoa+n0e6Iy9VZeNtIoD5r4HOC
UKGSd2ZVKjnTTG3z1twZiGWQ5XLzvrC+4keqa46Qm95qkON2QSLu0TRE8VZLp7uZR1Jury3LJbc5
Q+Z3pdyJKAUctQnTFzulw2/iKagJREnKbFvT5XggdVI8wBomOQKRDsnHsQ/kA0BfM157xFm/B8SZ
M1SJ8NqtTDL1bjlxpC9hFNcL3tR1rlE32e3GQir87vGIkB+BvHaFvwN/UIApsFuJAFPHulsWK6TP
voVcz27bJ1mBFuJlFFMJQC9Z8I0mEKVFuj++xzQxl6QnQ7gbWdvdJvDKiIA6g9xaBOeOs669Zhma
BJ59OdL1v4WxGX+uhUGYleYQsw79snsLhWEeoZ2KjOV0yXCcShdGR8s3+2RM8cw8Bc4clpQurx9J
xOpjZlt5nqxKxCsxSIFRAgVPB2TXVteHn+1mEh+m7VXjymGUftP7lfEBDHygnWu7AQLlNBoJbo3Y
OcuaoDATa3+/JXArei5Y+ZHZm42qti1GGL0q/XCuLgvAjK/zEJHaOPZYKHO3ijgzaL8RK0IjCW+N
JDkqK6kttibcpYtGwaKKBD/MOjY63az2zBCzx5wDxLiJE1TwR5hiGAZ7Tq+tyTBmmXKBfyxLs8vW
dTbg6VfWUMIGpZSZj5kAJ4m3eCKjE/HOCkcIGxMKsJEY5yR+7MlUpcwi2ayn4x1UhDD2jlUcIYUq
b5MBNmZYBvU0J5+OVhJZI0tavI7HBzsxINYTYVHdjaxjPFjLuQboxgMQ3fGu9wZnAj1YIPbtg5F6
g41VIsQ0eiaQHkeoTZLk+Tt2+yRZVwWGnk3btd1T1nn+tYPMlDgaSXYfpOlYJaskGFF+zCrOb21I
7PjPpwnRGLIZPDJ5xASXfxPr91rZHXl3cs6ee0UGxnqSPTs6wGNBJiwKjWZfBl0TkxKfCyr/NP5k
AHOFLpMaCgDIkLsXKNaaq4zGxV2LGCjd4otnWFyxnsXrfBB5uMMg5tbrHiMf2v4g9O/ZLvB2Zn7U
OWsD0Q3Idm9kQoGTHxuBKXG6WXadvk1oo3KGD0QUPnNISjrmBxOxsx047vLImDc6ydEKPym7SrO1
w4Y0rWM2SL2lc9nf11AU2vWAAc979v0B9zx3p5xHYgQVjDRERrQjJjRCO3Rt4QteTXbqwsnH2xzW
nb+VFBAMMou+R6LZ9HjzfYq4vUM0LnF/lW4+ORJI5k6nWgeI27uZGGjDMl1okTZsdS+U9rkbXDwH
EcASgO04o5Hu8C/2pBwKLNH21Ny3aRRyRkjG+EMmpHpScgY8PFUcz+7Ko56DR2ngFNwGncg/4qxh
AbEzqIBL9ULoX1T09bXoM8IRMszH4eb3tbz1r20n5KuoHWBYQdoKvrW1f+gaImuZGMxG/bYTbvlg
C5KTVwlTRc2IscZK3QjroXYLIAgCoZVV9/D5i3po1napeF3yoPOPTaDIXa4NYm9cu8zGFb+EBTPb
mKwvwHmn75/5v2BIc11/lPd9+/HRn9/q/w+QaXRbfzOFaYuPMnn7EZjG//77BAaxycIMQr9imZ4Q
7jJn+U5LE87fAe24rMsuLDWGx5zV/nMC46AlYVixKJgQldg/TmA4RGBx901GOsiZg78ygbFMk7/q
xxMjuhWPHACghtKXLsOeX1q4rdfh0ZdDuvXxQtJEq+MNR0tF5g9BKvRco7XbOExLAH08OmPh7+3C
e2WotEkTUA1G5rF4PbHtHiNdPxP+curi6ALh6CZroba0zqGqG8SACWFvziR2AJqJVCmLp8zo4oss
rY9ZB6C2CAiwAa+AxDLJX50i6OnYIQTP59vQq7HQYF4B9W2dQYa/WRluThfCMUdELMcuDZtJTu9R
WNUrQUG4xhUXrZwYsomvDknqB8i7uyfgEqTU1uN4bFycDnFrMeGc57u+Jw6WGc+ZuFb/zgPCcktI
NrkcDUnLk+qsw9Q2lI1MOgiPq66H6h693KOJ7d9hh7+1s6hH2oAlOhwmWPIhh7ouKY59lla7NOQA
VUKAe+zM+joKaxeTb3ZVI849aEVe7zwBse2IngRolx6VxJQeI6pbW2VI2WAkxzHVnyBOumsL6OKa
sKhLSJ3gZ6xuh2Y/2OXJSAq0D2hxmCO0g7BDyEt47ISxHSXhaFmXPpLe1h4gS1i3djd42wC60UrB
DLW1cdeFnypFVFQ7sfUSGb1Cf4UhmM5iP8vn2ug+HDxWRLQH2HRh/m3Qs29GOa4qE8rN6LwQhkqM
WTy/hrKGZJvjeZ7qGj2IO9zbCUEwsuwign2q9hFrQ7lyjRw7uezNF8NzgPZ35mPg04WLr3SvNl7W
vZQ1u5pHkWuF46H1okuv71AqdYI+IbsoXCKwojCu12JMcEVxMH+i2A6uOjoSO3OuX2lOju8C48+h
NHK01PLO6JE9rd10Ju9SM+/xZxghS8VuAbJfNo5Lm5PfBoIevyNhZD2yxMu8MFoCmCmZotK4gYTw
galzn8FoXdeFd3IqTtQQZkCAtdlVaOZreyypJ7LhPTWfkOU+QWYt6SIP6j0u6R4QtNvjpR69lcAq
fG2zAVEZFgbcBPyOcoLvg7LTOcGqwlHDI7lrs+yOBEhj3fh5dOMsqOOUbZ1BQuauB28MP8BlY8gK
p8dFJLdN0hZtFo35NZMMxna5AeyH9IZDNLbxthahvsPIvwQPFVRb9PqsdehFYmXTu74Imqn5TEmR
nZVlb0HzAGVQJPqBAKWdcwYcBE2/zR9nh5Mu6xdBJ2Ify6i/naehJpvQx6MtzPxRqiWCp7J4OK0U
JXru86C4mMicqOBgP9wp8MJnNyLRS8umuHVt/Q4hdzz7oipO9HPLjWmR4mfUfVOv3byn0dcSSkrK
zjDmyNZlc05cYm+hvHSPQwIve4zs+CRJb3nOXDu4AYVC2akZeuxG0KCrtHOHz7SmioOOp7pctyni
dMTm8y0rZrpJrH7x/ss5fYT5Ay+ybKTaQAmmxIVSDNUKje90x9l6IqjeGy9youLu5Lf6WH6rlTEb
g1ZIOK+sh9BDbYGNg2CSGUY63aDxcUHSEaImQ/FK6Z+chpoKY5XRHh5XuJnod5RtgVHHaZ23BAvh
cyvrHBOdFtW28/t5a2ko/TolQso2Mp56hHrFscPIojihLfGYUxc/wZ9NN7MvrZUCE3vp5VrDvw75
6aG/EKzhk1k+0dX43DmIfxMQGMTQJ/172gABz8o+HDEMlSiqKl7iwWiydzGQRtjLdr6ywPkSDh5l
nBLq2eMITWLCbnYHkN8GceFPpcWb2rkLRSFCiLSRYiaaiISpnVVXwLMwscwbx2mti3ag1ab4vlAf
4unW+T/snceS3EiXpd9l9mgDHHobEiFS69zAmMxMaMChHOLp+wOrbYzMYpP2z3o2ZVVGKyIiALhf
v/ec7wDmuR1rvTlZaGg+QKQ1nNtdWglTg5UZ+sz04CZSOww/zlZuV/FWeSnmevqw79ghceUwuTg3
+Gh2ONXE2tJoNWhxWp9KA3cH+sEUlYrmPUdhnG+1shv2HMRJX5SDzcFOSwuCenENfavpsQi6Q7l6
XfLhroSIuqDOjPaGztuwi21F/AxL3FrUUbRmhid3MSFDDzp/+7YHBn5w7IH+v8wIxGFfpXn344Q5
GRwPpqKzPwo/Nc4wisrX7seZtDCSZFPkdv2AD7UlPRvij6Cfx1/uI9khdliXpXPuaE9ehDjRaIf5
k80qXQrvMBUOgR6044nq6Nu9DVZsH3NApA2Pb4RJD/MfurLxpqejta0wKJ2rjEYIDhGHRFm3fyLA
YL6JoMbdQK761oVk5UUT0ngj9ziwjVW5A1tjbYCQGNuxq9znmubj26Ql6X1ketPR7IU4QXvlb6ft
CXtnHOSud2xJ4l+PdhKgUxXUui13LV7wa0LJvB29noGAquEBEWAX+AKNvATkhI3fKm4oiYgcTYdh
P7oW9JyC1Q4+Vg1eggFKmAGriFFYBmTScBjDvBN4sSt2RC2br4RW8+xFc73TzM7bmVr4VHvR9GkV
hCj0oiCQrfFvtLFQD6TZ0JZoSQoxB5LjupdQY9uWgEC4GbtQlWA9Q/3QmOouSswtrbJ4F9KvAXj1
1pTdli7MJgvdTWaUb9XoHscizVAuErnXtYRFhMZGShg68JDIEonQtxc1qiuNfPYdndF9rJznSJnj
Cpd4eLHkREM+eG4nkp8s8OJ+v8wcpcg/VDtnt6UI08dunEj64zT2HAK+lq5WXhWTo+0B3JgX2TTo
CCSs5AldrX87pR2ZXUufkoQPH8hZDBOnSvUjNcQt4VBrUN5rM0Fa6ozl1nA1Re/AvSqseAclY83s
Wd8Qdig4DTm73NFunYIA6bG2bmPNepl0rXvG7foCnd8A3YTzAGlKIPuAWMyNh2HAArB2gH+/kaYH
6G6CSdSRBO7RaYe7FBHuWGxiDlrrGmjHSsd3DfQPnxKBPUiQ4XV0CtmAw6ypsmryqGs72XpFfY/8
QQauBvHIzsJtNsEgKSSELNw/Hu8t+o3bsbjr3SHwLOfFT8otw8tLXTGBHhcONyMR1IP73n/HBXjb
YNhe5jSc6Fj00U8T4NcMl7EnL3uKrj7xCgbb6rplJ81Sle8i+knsrfuudraeaY5bpxfuJrE895Tk
xS7TJ+Tarf9A24yehzt96i39F+XknDOVNW5EHjH917Cn2PRZPWHvPSJQSqroI4000CTFJ/5j/nC4
k4pZDgM51IGWKXbSHj9HZ3oAKDFvLGEQf23QS46iPX3y9uzYkDwSJeUaSmkfCMchHKIWxKwmyDHY
+7RnvTOSPSYTtpsWhULp7OEVLuw9E4x9NgcAH+1bL3FPsu2HdWuFN5UAnL7qTF3fdwN0895SN2Fi
VFcRMKGj3fJzlXKRAE7WqW7oXhcxC7oX01uAGDp55AQbdX6PQYUBQ1hNd5NAOVU5ZENBpD3nLkA9
2p57X08+Owg3m0goBxhTSqs7ZyIHYgac5mggLC2d+SmCC4ZT0O0vJH2YHm6D82o63skHLIutM3JP
cAhK8ik8rXoaGo3x9EjYJv1+1BWWmoOBGd6happm3zT453l2wwc9NKq1ysFbQVHo1qmXVccGYiRJ
OKiZvURpBPuYGjPbytpHBLuxnMZXLjr8wMk7cW34mrowXV99NEtWaFja8WKwXMyH+nxikAWdxCNK
6FxpOntaOU4AHvNaboVCUC59ZKN08mf6ia5ajyahxQYdi0trUN6RaCcLMDvFaGtMKA8cjMAfA5aA
fdqjIgnxvNdzzQyTroxxWfkdrRMpySnwQuNUmSGhiTWWvm7QxVMv5uwsiBW7xqJebYwSKiAERrnt
tFQHp0inzq2IYBHQTJ5ZArzXPsvs0zhR0fuu1Z8AYpAXLsye8MLsG1PEbO0UWhlYbq0FUT1kK7sj
RrpEKQElq5cGKQjlPo2TrSv205w8VQlxBfNniMQKmd6n0JPF0lkbxDzLrdvDHWVqJNLoIhQsxBnW
vLQKQZXS29S8+65QH1TbLalKQBtca3hpSGHbNWl3FWfXkzEHhkM9pappX9SLco70lXSDZVztm0GV
9GNn7xAuIVJtw76qBhr8WAop/1GWi66+RtTXmdvIn/Ot00RDsCg3nqs8YQRczHgO0gpNyGhfN0lC
/K1FF0bX4W6kcaXdqzBPQzYGJ3rXk0xu4XrOm8xRFZmPMIM4wRQuHKI5v0kAUFwlmrq3UUaY8KoW
tGgjzPoFUyJt3aIbsQ1A53tjgtOSLKoXiF/a+rklHnNExo+XV7Yjoty2b7adUQwfotA4P5cgRTbm
NJA4hKVrlUmb7BGZjjvA3tUjsZj5WdTVQ6an3R1NLMBrBt39FWDP9syeyGYRVd6xbwfOfwYgAKh+
oc/BfLJcxN0RuiX6l5b+LSH0EuhKbEI1IG1tQ8pytXPqwfscPQtZW28R9tFoThJkbtEiTWegaMss
hUeVN2cojvgibdnv42IoDy4RzI8a59uVkVbu3ShDksNnpYJMdWpPhoXcpUkYBnWZu2/a1EUncJDN
LYgnGs/CMk40SuPmCNEz3zuLGMdYZDnZItCpB+fZVGLv6cwPTN1sXZIPmB8ihfC2QOeGZ1U5QMic
aqZrtoiAzGYRBA0Gwo1sUQnNPwRDdHHNy3hREaGanFiZM/WE4RDdQYPaqEtVuAt/SJAKVZLzvuiS
wOuRS0qo7bmi/uLEPsgG10/+1Ds+ObaLuknzFqFTtWietHCRPzX/SKEWVRSsbHmcFqVU7BX6OznH
hbEiYtc/ikVTRZoa8io6ydqlWjRXCFGtaYtIKzwSI31BBKP8EIi0rEWtNTe2iTZoUXAtWi4CeNWR
aUgKrEUg9ZrzRm2SRf9Vika7Z7YDwnBRh8HXmKH6evYLE2k2A5TpN2Xei5PQwbP1i8Ys/SE3639I
z+JFhcbtRpAWLto0mIbI1PxFsVb8EK95TJBvnB+SNh9xG50jZG4FqTiUbWjfskUFV42dHZiLMk7+
EMlVPwRz/FDdayzkR6b34rpexHWW5dcX5JsxGVukd+kPFV6JhosHAWme49kTqdzTNxHNL8oOr5kg
sVhqhE0DvZ+K3v1HdPH/m57/Z8Fl/+9dz9W3Msq/vX+08c+Nz+X/+afz6Yv/QiTuQJAleGARmNN5
/Kfz6Xn/pWPOBPZNHoQQjo1w8386n4J2qSAIwrcNj7rGWbre/2PbE/p/oVZH3kKwhO2jWf9PGp+L
NPQnncyibl9Uq5RZBi1PUOu/6mSwQEyIwfwkmNPK2tH5SQHfmYCf5jLfR2Zm7X76aX4j7v6izrWw
15s62mqarJ5h/ssjWJrQiNEaRAEjyBGeTRveWyouDtOs0ovJi3U25zz858n8X5XvX8RAPy5K19kg
UcGjwfxD9v3zBKH1hl7hTQq62tbOsF4xx5cOriT+9S/f74sQeLkUTWQU/bgJFtH2Msz46VKlQogn
HZEE8EbSM/xODcCFT7a0nmW7xrAtnHYu+8Hyb7EHf+nPP++Xy+PjNDyO2GgoPQNL1Ncmto26bwA4
0ACopDIcSNPYdXADrwUjQoSRFbl5FDDWJTOP+g1dXbv/8/W/6q74AMJktG3hKiX3g+f61++f4cUO
e8eoA4gt3ORsFA+EJyWvmUo46UzIC1mzY+skRb2J8rrf10VpIw8aBT011bXGnev0wPaNfngeJjOP
/jJN+vK8//h8AruFbwnbZAj25fOR3NYlXa7XAXBMBA9FqTatPTqBlyvSupfu5l9+kEVu/tMLtlzQ
s3VcYi4vrG59dYppTQcYuuvbAPWtTrcKbYax4ps53pZti3NkVae3MAI36I3DbeEJmCdZD+9uxFrW
/UWmLr68fp5tscf/WHCwmxjWV4sui37VLNKugMErpDHZRH61Uq5oj7UwXCqEJk7P0BGr56SX7w7u
5X2LWX7b5pNFPxj71C0Sev2VljLoVKgmS768mViPUddLgAP0FEmCdYG8jjAGqhWuTY2S30/OBUF4
xLF6Ay0jWkh0FqrwwjUK/S8mRHO5gz//4MtXRFxkcJeX9/DrGyi7zqhIqiqoXAcPOlNZtwAHOzk+
AP3I4F7L8bHya6r9iUCuS0hc2a7mgHJueuwmbMHdoSrC9k0ZtnY9MzW+y+1efx39yWFQkeZ3aWbI
Fw8V4cFt+/TdNPIOWF4nvvWzhlx3pKlGZgMwj0eLPjyFNhCli6FQiqwIP7/78/O1TKX+9W2hRTkU
o5hmvsaeaGoIOefFeTAvkkwHNOy6nWxt/eerfH1r+E0NfZmZEXeEAeCrPQTwp9sTjJAHnNGiZ21p
nIVde1DNbH94GQX5ny/3Zb1enlKm1J6xLGS00MUXC4c7MvKfGy5nFlBicFMc+WAjZ95R/WU5+M37
wMaw7LA8Mo4rlk/y03JdAMuKSBbLA1QR0UXOufQhdfT8btbq9tibSX5XGHFy++ev93WRXr7e4kyx
WIZYgsTy5z9dFIeWr+ddWQQd7aE3WnweB1aMkxUhp4TlrlzSTR4nf5QvWbd0Hhpb+9sN/d0vzDyV
ugT1N8aR5Yb/9BG0YTlD68uRrHI1Sl+94rnpYW+iUCnCiz9/3988PdxJfEqMVVFIf/UFKzNF0pdF
TSAhdtxZCRjJLhncfUW1ASO8677/+XpfFQPL82NSZuEwYkTMD/xlE65sGNG1X1QBqLV5XlsMisie
dSvELFZXqWK9MFGuDZexS7xQEjeQS5Izo0G6JipOvPSAt9e/KMOkfeudpn8rhFTs10No7kASaOfQ
6uTLnz/0b++IA4aBxEnetK87N8PkzBF03AKGszZHfSqT0M3Lk4+c+P7Pl/rdQ88hfCkdMS/7XyN8
So9MwZqvRDnUhBeGaI2LHoLZUcPYerSIWzzFpPoEf77ob74fjqLFQITu1nHt5UP99MTNw5I8VtIo
gZNs7VyzDC84pTsBWSXaX7zKv3m/iOvBzsbFTErlr7c/Bt44T4BjCHyMy13hpOkZ8Iq3VVbd3gBk
mQ7C7DoG+n1lnweviP7ywP/uu3J1nyLdpBL7Kj4HdQ5xAFdMUOCHp5fBNzQm6V/10Jv/YupcvsuX
9Z8gAjytgD1c91+lLQW6syyWRUDuRHscS7M9ts7M3uzps/kYId8n4X3hsWn1X2/pb35nFBmGwBtL
GgKijl9vae1l+WwPjgySWoeOTh/qNq4ZECCEwKQJ6YO1KxkAqK+mJubdI2L3/2X9dik4XRvRhvGv
Wz23XqiUZ0sIYDqCZ/q9B7DCOpCx9qaINAO6vcj/VtP95vayYtqCCgPggbuIUn5+lBdnLWwKFs8o
tfzLEEcRnThE2IjknDDd/fm9+c0GjyuTjA7KR8fllPbrxSQnJA9HI7MjarXLpGgeiN/62zf6zUXE
cjCDJcCi8C+YAAj4xp6LmBUhQle6MqTmL3GVNFj+/GV+88sJQGMszajxfYACv36ZnKYWEixMxiOC
8ccsYe6ElhY9s8rMUm7+fLHfvBpgcqi8QYZyjP56FGkqepvIDpuACl3si9hPxAaoVref6UOf0Olp
12FfKRBPmoOm6f82AK7/ef9+jj783e8JgcG3ly/rsgL8+j21lB2qG0vYB5lDTICy3rSUXe/PF/nN
Mg5y1OfhN5CA/msPhzZZu6PuFkFN2MRlOFM0zLQxj1E3JLs2q2k9kTr+t+LlN5s57zoWYb4ZW9XX
A9RsxQg387AISO62Hktmu9ceY7J7EiOgkjvF397wpW/yrxWOk6zpW+weABC/vAARruUin50qSE0T
UwOuBOKV00SLP3kZCJ7wXB/Rue8PD7P0wmu/HHzwOzCQFUCdtP6UlpHfDangFNCUk7tHS2EiCR/i
N9tKqP0zuxsIQqoUwxmwuubWxNEWVLVo7ylc5NOfb9pv3gD866jal71XN77uTQR2tsSkYHMTEpXr
SuaOuXEx/D8xvVRX//G1loWRjUFwrzh7/voUusKTDAMziltHi1CrD/NubjTakksv4j+/FDwE1iem
0lTuy038aXefkIiVE2HAwY+OR6sjqtBDT9tYYZz+pZD4off8dcujdy5oMyz+bpMq5tdrFUmkDfoY
8nKNESfqzjERxhqO3JPgq7+WnUDvajXEJVx1+cTm00+e847oO79rtaHMyGy2xPXkwYftXFk8WPOI
yo9bghu00qq3P/8wYlnSvnxa1iAqbV0gVASL8+unra2pJa+JhgiN/ugkB1N+yzFynZlexGirkyR6
6/W4ISihjhj3GKG2rkgUv4ncuMb+aEVE7+jdTVN1qOBcziIL5gjSatcenUR5N4NXjntmSGgAyJQ4
DQ7soz9/hS+kHZdymgMmOzwFDUfrf5Uzhpw1ClavDBBM4fvtK6KuAQuHKzvXOdiz/FxqRMdtsi4e
lhzztylP58NfPgQ/2i+/JE0L6jn89SDGFiWE8a9DaAlsEnpxFbgdo0z4qHUUXzEabQxUTBLFl9Zf
uaxOq7kbHt00Y16IBkff2MiMPkVWPY5kk9QEjPvdXT9qCS9D2uE6qlAYTKCYMI84J3K1r1TZ4JXG
qdMiUNAG+22Ik1UYk6VuLLJ3dVvH0bdyih8cd3m8zPEQFf6eeA0iV7QMQ1pYlmszO0EVXc8ZUwQf
zKwPWQNYjRWXV9JozpGT7ls5Peh4JJT/KkZ9o+Wo9LL0ZhrUCcPDfIDAjxCfCR8mP+XPVxNNjHTj
lM7BS1HnMwmglTId5qZ+9DSJhMdZSxiaLdTCyG8OHVYlSNbbrqt3aZQfVFt89KG21YtmbwHxZkS7
tV31YoLw91CE2jQv4ryif5PB/NW2RE4ReZtpwTxgu7GLQB/aaGuhf2h9hTAt7UzG4/Zrj80VIZR/
b+khyRLXZsTkiOPSnBM/Bi/gMumMKChn7TzZ8a3V+Pg68vKlJO0aSQ3rb/hmuvXNRI46/e5nWhob
KfSda5+zLnxPCo0fMbqvJ3WILXEp3Xln1FdRJE7Ka17GiQaLgwk+zAcwRBmpnP6WYCT8lyAuoxAt
0nQiDmcJXsIB2NmkSMl9Ut8OhLPr9rNy3q3ZUnDO7CsP3W8zvVuVhpqR1vTakeLoSP3D6z9nYTIV
RLkxiQ1D+33e4P/wbJjU9tYp21PiY4ScTO9RGrggfFq889BcCFICOFxmR6M2bnM85S6JEltVRfei
dnY8xRhQLcZyYAv0Ggiubs7rKCNeqp3UVd47DxGPc+6mkAyIWSAhyAnJsZhnJCHGd7wgO1tT3sYY
w0sXrPncOg8ya99F3MChAlaSa5G1d22wZw6jrqJ90XRBhg4csAafPXTXSxPp7SYMtT1Bk21zGpAl
Mg1YE6SHFkw70PYhlsI+z62JUoJttnROUedcmKOP2G4Y10h1j3WTC7R16U75D4hZ12Fq3XkjjDIt
Ly/8qq2wWY6IIkj4cZNki/Dtxcqq78wi8ILHpxI7dkdI/MoRxQk34YVdYc6IimFLvkiyYpl8SOf6
Th+KG8Nvv8/YqmZqrnUXfjCUXMvG2Bod7/b3xMhOpFpupEofU/25XNQ9vCYJ2a1Toh79tgw0v31D
t4KIm4AL5uOfrdcewspYmRoYU+WcRdhsioYfYcSzrAAXK2UBKvFOoKLPca+CyAkPVdY0a2YHzQlj
zC43OygjAmGjuxkr+564ZXOlYLCj1ONNqfk7xD5F+YJT6bZkV1wVS16kHA4V1jQxFJDfvINOT1bv
49uZH1DW2SlnHQGFgT44rYeNUkq+mLCRC3InYhOfK0ZkjNsZNgd48PIij+0XUTorF8ByaeEUK+Ut
kSEoQ53U22CAhFdtbltHdkiy8Q2FHrUHc4qV72errHOcu9xNQKhP1WXRyDcFseLRa2so8Nau1v1v
uFLPyDlu67a6oZsJlJZYN2UNQdpFko/n7ks0XAgnzyUIvHXUsQQRi3mF1QLjbWa942K+ZxB6acd8
YBkFsx30da14ouDnzQzYqZeJU4hv9OzdgOPvSfXc+lrQ9uPN1HU7WbjPUF3XISP6cKq+k0HWBBXy
yo3hzg3G0Nh+smeXXAFhhRLv10k2TX6FUqHc+XXnEv4B9B0VJj50PW/b+0g1dcyCE4mrNOIAvZ5a
tybdFm7GsMclWb3Z0Kq1DUlNyaZzkWJ4E6akfk7dY+hn7oOBNmtx9KK7tiofbMQYhMJot2NtwJhh
zprfJXmkvXsyNKlSSMz9cNv5ds7KT92oxAZf47yNRwPZUOb3CF8ifIVgCr5hwtUOdqpDWcsqQh2I
m9lWSBHvsS6++yFviCl9rOWt3hYri0HUA68okmDyG5yD8Ft1US/JcvvcWKQeLLNXUVznqGVJicbC
HGr3YJuT50lgb0W7Ds4ptkft0xat3HqEZaiVDj6nO9tJ7t8ntRleQcfOKV2sErSJ12Aykx3y/U62
9kzCFKrItJdo5pfg7QsEsyzwTh+qb35tZvpOMY1ej3J4bQE6vE0zFyfxoJheGmSZhzatMb3TkMr2
PVHv+cprHHtbDm16SwMlx/2QqxfK6OK7MXbjgXGLiRo9l48EskHktnu4VKUf4icjmpl7NMTfCiu8
a11e+CIvBl6u2bd2wiLlfZXik7hqh8JdpSNIN1iPc69WGCOxDOZJXu1iHWfqiFRzI2bwxuRZVtda
XbbnhMPcU+KQYK43YXIkdqk6aGap70if9i4mkP0g0avOe3EsrTnM7bL2aA776aCeXemgWSq0+AhZ
4T1tlL0Lu9EMCuQliAS9O2usvkF3LIKSQ8Fdp7Lm3k5dM2hn+pG9qEYTtHWhAOvrVoZi3Yy3reGw
nTW1eKN71d7EZkawImGSR6Y64hDVzqLfNrTtTFPzrIfx1inS+zlU6abHJXFkdIcX1NHQkJepmFfY
podtBTlsCwF5jgF9jjj3U8dP4l2DBHAXGsTAECJLpEsUM9lcRZ2Cgdzpo1y4mTnNNG/SyabDWJyv
Oc/sjU7z3sY6yeh6WWg9S0SO2RiicC1jsCokMW+yOY/O/YzE0nVjdREjUexWc5KrTbTwIdAOTuAD
8NieTEto6zLBomwo23tVQ0rdjgAMd2ePRYRn3DgUFIG4u8hPfcQmd4FvYX5q0G3txzExPhLEUJ9h
ZEcPmu5Ub3N9E+L848hHEb03fDLLoMOkV+McyjPmzhiAR9ElpJY5iFdtp+a/AdqinSlYXJJBXrrE
177JJhkDKNLjkYwU/RZ/XEQ5pImtypH1THKcj5Zy3JXf2JyIBmlQO3ZKfKC4wkbOIG7T6mO3s0vx
1OomA1OtrJlLN2M3o82K9emUIfEiqTCS/FwVgA1qktp9IDK6fyIFkMM+uAi1hflRFkAKdBWMnZi+
e+5YIrgZOdhmg17nqG0QX66KlJ0HYbd5NdkeqBG7sMabMgTBCsnGCOxyFJvR7ZW8Tkz8Iqu+HrU3
I4XOnuuC5MlEFY8yZjcc9QxCY8OztkFQiMnWBACzxs9otmtVZt0+LpN0G1JkB+RpqKPth+29ZgPb
wGkMS4uHWMhrgiFjDW8CFthVBg6fxK4uYzdv50XXOtQq2XE0Ju+rAKag98ick0ia97b0KZW4z9mB
mydqAril2kdZUbyTIZ3eKaYDb235ORKCO7A45x+Mqcyti6QzG84dC+TGTy37pjVZfEc3dNfAVFEq
5bp7VxuFf+q63iNVxinR8g2KxTw2oaw7wCegXablcahUfewwOYP1svX+2RmK8cIoOmdtq/hkN1Ee
FGOqr0vDJBKrYaMmn3hYG3VT73lte+KmBbjv2eK72qKHm6C0nVE41oG8wGUH4Tj5OiAogZPFpOYO
rZmfPecaHIrMFV1gWAR/8+DLYlV304etyf5CG3PrMMFkerE5lewZbqc3QtrNvvVceZcLe9gWrha/
T1Y5P5JCnW/rutx3QuQ3vWs9tk1M9akNA0CmpT6MxTixelUhVXCfgUWiYgjVi0U8xkXv2dGxMHty
MlAtydWITPRgT6aObJxxXromdLA7SatJSL0sDcjxrZadl2rhqp6cpjr2nW0LlOS6DdFoVNyEOI9u
iPNaXDW4sgqtYmezfRxIOvCLezG4+i6MzPG+qTRvH8ae2no2egJUwZeapTCrYrhi6FkmnXc3u5Uz
bZhvhdoqdySITncsbsD2yXothRYn+6EzaFS0rvkR67Ckrdwk0hlufQI+gkCcvMAys5IxVuVw8uXB
tilR+PXzs6VrwcTk+c2k839APU/CaG7Zau+Egw9ZSDX5WQH9BbBcxzEmbDuC+GPVpFqDC4JDErkY
9kbqIBAsefmZaz05Bk5sPyi/tJFtk4tyVnli5pRCgHmweKslKdoh+rMqnf4Gn5wIiE+sDgJFLU6y
RJwm33OhRjnxpZzIRwNFP5+agq8JpYNO2SgdgxOSgX/LMr+1tITWsI/L9aS1uH7JMM42gwOJBDwG
2YEUslvLjiXSHFnPJxasj9j0y+1MtXJqy6gGWKXKb2qMeODdaCMrTR26zvex4dTqHFFzcuY0gTN1
brRlJDitvbFKN9Iy31I1NE+AgBZGbm88Jy2WhS50Hw1pzGsvqwUhjrne4c13zQMpGlSxVUEMYElu
pTNX8TZSQ7dBWawFyTD5GxLkzHNIiQAJjHBpZfoOhaeYVuggB2ITCfedWPbvUFQU+zRq4ouZEPGI
P1blDluTeZVBvbo1s2G+1CTJA/rgd8yEFie5DNu7BmlGt84EVkYc76hp9Mk78OwT3Gc22qYbmvBx
TOv2Rhsq4mUTErV3ROfVQetmE70SPPJu4jSB2wzR1sye2f1YxUsRGfeWkc10gOANrZgF0kQwojK5
iFoH5WYZHfV2/ubFolmZLe4NAWosMEpSaNEMY0fSGrSfFDifjlZUr2ouOYfEzVMfjs2L2/hvtBXU
GhTFW2uw/g6Zja2mMV4h41TXJuvCtoyK+dbNOiSnYbhLhZbcxP0MbkGmEbmndYEPUJQzKBRn2PTI
kSlC6LE2fke2m9P6W8vp6m1YF83J8yELxVXu76JwWBfE7B4sDnkX9KNAeRDLtwrNycBrMEdPwBYi
jDq0AMzinpxozg3kkBw5V+L7J5zn7JtFv7wD3Ybw57cejyC13YhLU/APis1tWcjkJSkdh+Tc0doY
jRMGqQdfvZ5jj5AZAEiYCmkrOIXPYjC2W1GUS6HZXExpjxGz6R6BAnFQMe3+qPs6hjgdWsbaMBJc
K4aT+PQdQhwEluY8pFMxlytCh1OEzoa0eN0MH3ZT5G/LXnMu0hyKvTFXaq8KTdvjEsSipwoXd9lY
XI2pLb/LEnuBW46w6sMfuCZ9F/dJ8dQPxAkPozVuRTXc1/4omPdL+zFP8BI3UTRs22zILiLN9zc6
phKrnI65LsmCzgf9sulRBcegnAKjjjzyQACGEF7ZHmcOed8JrNB3nZO28GJcirPeGx8sYh/W/P5y
7UoLeyDmV9wW5mvCYXWD73be5t3AE26EDd1hEjeKdF6nNoTBnGhSqiQtKS/9oZMEJUGbE0NtXXmV
6R7ICPputEn32JERFrCiK/D8sKANHLlbq7ejt2GCDubUZYwkxswe6dX039BFVzc+tLJnoaCo1Xa5
J53LPHVD2G4QDTaQXHx11ADc+0FS0laurBGCvDQJXmfoiGM1VuUnVm7yTSaYVZgn4p6JY6IHumji
S9+Ja4JE2HR1jY6XFvf1sZmopmMVKlK1Kn3DLcvXsdQaSnDwOf7g7U1+U1pEhodaDydv3XZrLcns
rZ3itM08QfGJM1ab8mZXDFm6Nltf3o5ZDtkwYS0ciqzZSoRSGAVYexzOMJsUVtiFA/2C0ACPM7NP
Eg0pIjXGLLRmiKcJWlxZFPYJoP9MXUx4iK5dRzkn2vXNbnLMmefUOTaYK8uNbw7VlZHYxlVJBRiQ
MQkiMOuxInRmuGtxwdzmnJlWXGDYdJ6H9yUpcWMCzApyrWUwq0t6HW2tA+OezzkwfJ245cu8xtGC
df1SlRT4SpvfrbpL126RXUDj81diEOKzilVMLHs53cA8y3eCbumzmUzaKcdOR2zg2GPG053+IVSi
POMOIQ/MLi87pV4ZD2NIb/WnMsNuoBHcsOljASRfOt261XEZ5AYmHwvU141UFfs281C03tAbc2nS
1wut/mgokXAwr8O9LpKYt33MtrEV+o+DAfUjT5PvmT3M57pldEUEwuyuXYKsV5bqpr09x8W7orba
dQjcDgZwj+shrcBqCNZcV6dYWdEuwLpTQxN/tVSmr4YiJ/TBEMWD1rbhyYN0sgMTB4ZpMvAtdyEW
J1Kpr1APvkGimjb9nGBHb2L3LatltebcZAQ++PD7HmX5qiwcuSEuyqfdUqTmKnFyl+0jnWFNcrfA
VsxgJBOIhL5/NrKeprQ7VPuhHbvLHJrnQwEFlA2FGE0lzew4IIuioTNhPgKDdI97bj9VUNF9K8bR
5KvmW9fDzNCb8bLKcbhrJQ83HlV540SF/V3P60dhDeUZ461cJxOgktkbk6NfhM4udbEJZE6C0XN0
2v7chFV7N2XdsO4Lzo9rAutpXcoxyU5mOGU4DePPWWfY3uPBgILs6Ot5UiQ6hozY6IXJcdeZsdjh
tZ43aQH10igBK3iMNIRG+njUt3TZ0j4LhG3NnyMV6VkLXYINZtwbidndmU5Gp22meUPqnb4hhr56
N0n2Xpu11lId8Ob5sUdmrMus/DpFKYa4k9XxyU3GYW9b8thncX3ZRQNt43x89bPmI05S8uMaBgqD
3UzY5X19DyqpOI5YIkh7lo76YPBhlGtQCuqBxLb4KffS5r85O6/eurE0a/+VD3PPBnMAvp4LnUAq
WrYkpxtC5bKZuZnTr5+H7p4uabeOzjSBRqErmOQh97vjWs8CMPkrbRzWmhbuJz3ktICtt2LnEBL3
LRJkO+uG3V81w2he4TAZ7hd9ZggZYW0fdMwkQZhqLtudXWT7aqGZu2ldy1cxOeUc4YSfopHOi+TH
PEjwcjwwusInqMhLTCGk7cIqmwT4PVMQrtdRSRl8Q6yDNREgrNur72ExTuytdSE7UVl86PoEp7Sl
4VB1vD8aLHNXzeiFfoa55jOHlM6HuQRWdxGn6o1leNHNKHLoraYqvGND/KnKCr2JcfyywtDA6oCC
uShxgeHfm5sMvGst0FtY5mzmOy1qVAijSl2N+1af2W/L15DnvRgXzD3W+MiWcXkUHFpeOll2H1uO
cRARU/B44UDHnDNOdTJMq6pYskvkoyBsarf6vBQC7w2T2SnascADDId/kOxC4pOnC0vrNXzXgLIP
fZJ8Ys+Kw2GcP101Mx10SElmGj3Ze8PGihhxJHPkNuNd6Lahj7W+vyNjV93p8WIe8sLZaYhysVlm
t06fPA9Yay9ME28uZ0/JEY/bgXTHmigZGLZL7fXXo+GFQT6a980oGnZpsMyxdqqe1MGEtaZOOvah
PlEOJJNPXzgnT3aFxUpaqHb9ixTG8hnvYfoxVYaZPfc0wuNUxT72ceO25yDza2k7Gd0CM23jogAv
+LOKIs1fvfNeVeHJ9FZsHR6CS03N8ktH0a4jYX2BsIWnqMCXQ97QkyB/6jonMi/w8I3tLbI8D4Xn
dt8Gu7ddfw5XHJoJYBChqmn5IwbkB7ZNs31u9LVvVHl/O6FPJqs5mY+xbsbf2esnJA6OAjvL7VBx
yhG2B8drOWVzk+ROGWrXZ6UFwoIZ31VPK71mZiAAoDhe0JqRsms627wihk1lDtsZT2wpsMVMKvx1
E9stqYmTc+95EWf3o0crFC7z8J4t7aPdUrIsp7A55xO0hTCx76fZILQ3ZkfHipp+nYtZ1+00ELHj
ZEb/DFkAQAppl6Z7MfEOH9TOSBQgapH9Z4LAB5tXmzT3kJAYMBoOmTrmDVdhH7W3DNYc3rkhoeWd
XXFqhYU+IKqiuFwZIEQu1+zv1FYbfl2cWFymzqBertCxzxp7TMdsyci7C9W4p2sdFpbIiB6/NyFi
8zSpuqOmeoDQHUxS+BBG80KQ6P6F5PHmQWvMlUnaMOfO0zXwcqInE/iIFBiCHnHuMfwrODyRmLk2
8V5FtJ9hT91iTnZAnOfTjy7GPGrX8QrpWA+kQrGMHxZFaT4SDaJf52FZPaZalDGbKGfWgpwkHEhV
H64zG/jbLkq7Hm7B4nF+smSa9ucIQZP87bH4Qy1sQcSHPaX3wxyzIw9mJLFvig64xoVbi/QGSgPC
r6zu3XjvTIn+xUyG+lfbZ2BAsf+X13rqMjBj4nKVCwVL9305Jj1DLyvuGxVkbH3bOKWi77TRsoO6
Vp0/5wQzxUK/+CuaReReMw+zA80wGVcnRYvDXe9pK1A4a8pr4jUtdopapX5Uotj87BGM+EMtq4rd
Qrj98BI75DIjXdX3vlWH/VIMPG6fKslNRIzmQwZU9nPuZfUvuEPqdz6yA7Yv8ZrDqCvmRR+nVQXa
1I0w4dodDNnWUFCEojN3jy1LOvbvMz0IY0N/IPO9vZsBoxaMjMlcgnkT5m3cFsgWRpXEzAsVD5ex
j/vVIeJF01NJJPSwq0WBZcP8/VwGmYG7tkrV9MgEs/7WzpPlEWkz8Neqo8eDtMIv0Rzvg4HS8Nbq
Y6DbrheHwTw505MIoSb7YzF7pAstS32h231W30algw8X2WfSPqScHAdRqGKidgoUM8kwxO3DkFaZ
djSL1DwWJLISFCyM/IGzyii7xNEeEwfOAayxVzkNg1tZlAZYQc9kZ0On6sM+NYBkt5y2MiDE6OeL
WcP464bFtQNV7QE0YedXfTFZh87peSHt3PJKNZSnEdP/SjOPtNJUO6KdYGZRtKh4Mo6ueiDn7G7s
QmfJH9jSiL6yDc8K2lMq89hro/pdtE57xf55CmAozT+rU0qqtwd+gvNQ0flhOXc/2rHv7rR5InjW
Svvk2kP5c8eGLJcHw4SnehWvuB2xL1hD6xBCCg1zh1ULTbbXV99g2oe3XopL18GmcYRHnwYuCWE4
tJ05+kNTovQGL3HbXgzYQ4ZDY7PxBHueBdIhY9Ny2FXIEMCPgnh9cArO9XcJVOBiD36F1hiFFpKV
1uX/NkaYgMkwDFLMdOB7TVI1dBZ5Oz0Lz6of07HsfmC/1B226AzlWSFH96sljJpoGiKMJ2MW9j5x
M8OBYT6MT41qNF8wfsK/00r3M2sG+84xomnhqN+7FY3N/ADIvM0gXyocKLb0VyhomI+ThoiALq+i
/pjGKcLh1tJ36qQwr+zoSO+og67YTWzOZru0z5GzGxqI/L1ehRwe9KTaRT5EAvVrBQrThZmDGJwd
LFpWM6TmZ5cd+hIzt8GHqFOLQ4lGzfmYoLGuhwSnhjGTLv8JsR3jLpvBxYcEo8O+Htz41su9/N7r
yjA/aiH7qhegLbofQH8EG6AFmCPEbHN8hVbY+mzUBY2Ao9Bvud7Zf9pGnN7EgPPZhpxHuge1QwDf
KaZTXBCKOHGsPifpzBmDSvHkYpUsEv1u9nsrt7zHGA4EuhyPFqhUNR+h7Dk5OrbgYiCJphZxtfBJ
UOIOnlYE7FGNTwqIoUBF6/bB4MAAqgY6jnyk4TIshLexY+cPM4DGx8xz4/YqsVrnTxY7Y7EXQ0dt
JB1uFCYEi4JfQRHMzDqU1T7zaDBJAgyo2C3sI37NZ5g7lyDy9PZSd4z4E0NRDQSpycL00p7JjG9c
J0KJQn0Uu5Ejju9xTtPOOL26Q4fS+bMlsiOIPXrdbI6+cjrF63Q0fS4/jK07M+mIo+WgcmKUHn9r
mHq0yL9wrQogKOFAd2+DvYAUkK713VUsdO7c1fFTzm12XHWNFovskqQXLRvp77kJF/UIo8kNsmou
Rk9vHjrM3BxFhWl3TNeeuWQAOHrLNN2oVognvxTVpzIpJ06ONPJLmNQzApFAd6Oy46z6elrOt7bq
NrwDLCD3gIeE9T3LmxyqUhrbbKKyr77uUPGRpiLvfAGgiFG1KGzy5fTUzj/E3TT4dVeLS1WpBGh/
Rb3qlphvwSBXEXmqu2xyw3EkG2Lir/t4yejbQXiGH3ILhs8+WQhYPVihoBNRa8X4zJJS9fMUYY8V
KfGnhvb9oZ6y8HbEqXjoYmsIlEjjsGxiTr0rxMJLAoxKxK8ziBbkdFmy01oqbqhczYWak4IqaHA6
KFgTnjtuf13nzHVfZjWTbZVdUj/muAYFTr+4FynoWWjPjovKF0MWTpeurx+nSqMWV0Tbh6EiYIf3
YAdh7Sm7zCiaej82AhCy1VpXgvMETuxdFKa6VlmPJq3bz1qliJiXCes5Z0BhlozlOaii8TYtEE3d
cBTKkNXZ+E1KEyE4k4c08CaM6n06WSiULJrKwAntrnI5+UDYxXihxvP4ZKqdzbyxYZAiMQipuzHn
D0y0FBD5bkTj7VKPM8q4InJlNxIKCyiHY7BrlvH9h7keMMlXMaKIuG1xdKWTRlxB96HXAPm6JS5+
G8XETlEm3DDVpFz1/Uh8eWXzaywA/S0pg2w5T8AqIGg6A338QPf/sWdxRMSfmFr1OvX4dndLSKDw
ThnZYztMk5YotygPRM6apeKkPYW3/w/x/3/kuH4UBf+TyZH/t5SvV/+V/1PcPRc/W/lS69P8AA3W
JBEi/f/+/a8JnNo/d8+v/oYUEkC2H/ufzfzpJzFr3X///38YdNf/8v/6L//fz99XeZyrn3//rx+C
Rc56tSiRMlGRQv9Ljr1e/p9/bH3+v//X7fxcFs/NKzM2f+AfZmxsbH/THEyqnoqXDbkq6tHxZ9v9
/b+waaMotVeZI8pc/j1C4/81Y7t/s9g1IuULX4lJrAAizxa4Qsyf+puN59b28P3ibbIs1/5P3Niv
deMKsng4pxwcS4a3ZSmnxqAvgZCRi5uQiceNiRj5nJLztSL+r8tLptcyrcDvr24vNn7FZZhON6R9
ZcE8jkBfmC4BuJxcjowv6rI848V5LVL/31uqnqSAj3XhDFXrVKtmlNSdnEXB1ynOmAjktqip+RoK
7X0Hljg741V8+x2iU30ttAUKAVu5XkSAgC00QbRo1TUDWrmcsRVor3Wof/2k9ae+0DizI4pxOZ9F
YLb90F/qFSc5/tiAqMsjHRQe02DzD0voH2D11zdAzd37ShkU1mKtop6x/byWkf/1DJIYXslNhRba
14FtTqjkRtWM1EM65v0Trqr8PxJ1/3UTSbIcD53FXqgjAiOC+lWOrvYrzWvX3NmRwr7Pi9o8a5X4
6ybrZ3zxNicO0m2IcVVQJyVe+NHoBTOe2a43NgdJkb6e4U8WJ3hsDpZsgU72+NFiFL1+/+lPfQc6
hJdPzzZNN3SkGAWsZM0nJu4LR4yl6wB3dRZN99+/y6kmLXULauTBsCMsIyB8RhwUrQMxw+7qmbZ0
6upSr0DYUaklTloFLBY4Wh4a5gsFVLDm8P7TaydekuyCIZ14MmdFVAG6qWn8ECXWrF6mnY1ux7LR
8ezg/JOUE6li+JQhLU8uNY6iqysHyGl9YxWtmRzGsGNjrUs8WyEawp6APmelpp17xBM1Ldun50SM
AkdDFYSLq7DJRH57fMjMyCzQgqWp+i3psuWnVg3oUhj54yv4Hh6RyRgHcMYDbRu2fQxX6lwsk+mR
m62Hx8qIvApZIajWsvf+eP9bnPjWjFKv2mufA2JMx7QOIhGVnzj059xwbtAtbqs2d20CL6qZxCu2
ifAFEPaaozIMtbJ4cnD7f972+FJn0Y0wITDjYKJQ8/RJiZv0xzjXxZn+7tTLkbqKnik22p+sRh48
tyYilpalSxo7zrYydqXOIl8aB+qpWwWu2pGm5WlR/UVHdtedefmn6kzqJhhglzAOGRTmpuOcFyTx
YrItNxLfrYSR8uv9b7A2lb8MLf/qsF2pu9ABn8yE1eB6HOvpjhPL9icqNM29bmm6+d3U9mFyZmxY
G/0bt3KkyQMg1c4JO3WFqqFG2uHty7oHR5smhz3ZsNP2Pb8X2len1/F4pis40QgcafqA2K7WjCqs
Ag84nHd0uqn2IIxGcXrmR514f45U4UYzjag+RxFEWQVu7GLWDQGZWmH3B9ImKwdWTHY3n8FhnPo5
61O8KEhi6is9nOo66NvKLQ9knpnhYenj8un91nDq+lLBTxXbh0BAmLFmuosAuGrFn2ZOuOCZt3Xq
+us/f/H8bHhUaCETvMUeW/QoU1l/go8887G117CQfzVmRyp5Fm160ZCbFXj4SXxj7Nz8RxxpyXRQ
CZXSvxHJAzEsdmIQ1bCmM/IfrXCcgSB2qnOmy19f1VutXOoWEAINpqbxiZRq8AgtMvQ/R5XYml3R
ucrHbZ9J6hpsRXHsupmZhmOHjXaEk5tXY+g4Z/qEtSDf+glSn1DmHJQ7RlET2jdn7c7kHNc7REgN
wotIJGiVjDapq4uQuBmk89mcfXNC2/jx/m87UVCyHwyLRjbXJtML2JV6gcQMTxXy/7hTPsBIHpUH
J+6E+PT+zU60x3+jyigwyp0yZwnV4vpJMptoPs7Wl/BMH37q+lLvAKNUSeqpqwM8i8oeoDTn6x0+
1Pef/kSHaku9QeFVcU+WWBXEtlkiXfP6AXtJNJRXfV3Z444jMefXMFlpvvHnSN3DbBU1EvOB8gWU
B0e+fmp64tne/zWnPrzUNxh5mLZ1vc4rx0H0xziMpgc2DIvYX5Rlulbgd+7fv9OJ9m0br3shnS0b
kSAvRiEAKuoJQ4X6oFtFDFagVJOvKBvcp04pQueISCcsdrjrOZ1+/96nWoTUPSDq0gVq2irA3mCi
dO5dkhgGA5Di+9c/0f3YUtfgVR0yD5UlTDVHa8AZQGmSaXDecZraTgSavn+bUz9D6iKi3KgQYGoV
SENQtl5rY42k0Z35ESeuTgjIq2FC4NWqvLUsQcaGD4j3tQcFR8Hlpme3pDlBaHcJsi3WqFXUjFf4
xB8UtG7HbReXKj7G1FIresfFVwxOA0rtiKNV23h1qeKHWuikUTS89tYwrh2Ot3aGAM287dml8o4h
xXiFQttMUNU845+C9zxodrvxva9f+8XgzylyS7oh+7FpMYsPwlIIgfD0szOxU41GqmryD7UKrQ5P
P4+/DHBeeHWa9LDt1UhlO5cZEGVRshJqCsEWP7kxC7YGf9vVpaJN8b2zb+KJYEqTq3IAqkzy3dO2
a0uV2hFZFU4cmQUxnGMIwASFdja2301XN6VKJRAmxx7Xi0CZrAg5GLq7gdDYP7ZdXarUDhl6nqi8
l1JZXfWwKS4SUdT7bVeXShWqddIYFVN33HfGR5Ru1xGzqjPQoBOt0ZQqtbSjATkDrz3CGxdD4WrY
Ei01tT8HXzl1A6lYiZ/M4Wajv9HcBuluj/GL6fu2DvjfGEBG5TpxqwsSjup7s6kOgDY2vnWpTOMS
K6JnA4vx7IXw06mj9d8go2zGjU1SKlXXqlE+1I0AlonOdl+FCiJwC03El23NRipWa5otrUF2GSBz
n+mIRfupn9X4zA77qc8qlSu0RpimOY0SxWGb3442Dqq93WrVuQnCiRsYUsXOqFIWI15RJZlWz7uO
KGNCenvNsrd1lYZUtFYDXVlbu4TCKI2AUD4yFFJ33NZVGlLRwj5P4pxkx8BwbRPGikg5gI3qjc8u
VW0Hy5voHLYoaJwpOhTrRiut/AzA5dSblyq2qiZHHbHvBDrHn/6SdvkPjExECb3fLtf3+8aqzVhv
+2J4FaYae/k48Wb0UKdwm+aC1cHXEmeA1XkfF1xoQVZ31pkyWJ/6rdtJdVy0g4HsvmJcSarU2c0T
jsILMpJQQqBSPUegPfXOpGJekLANacQ7mxTiEdQqMvHqmM62rmINr3v5yroWvliR0ZgoaAejpSAo
vAvPUXROPbtUyliKEYaUdKKVazf+1IvmysFDsm2yJuMmdUVYvaHRUcxmot3YYA/uQ96+ONOaTjy8
DFvUiW7VjNnLMaSDAIg0dTlMTtmee/hTl5fKmDN9uzUy2A3aPBbunr+tvyoYkPrDUIN3xPk3Df3V
JEJH3KVF1HwstfaTYqWrYBV7calFMXYAM1my/QwGFJ7/ambZtUKsuzmtl/7MyCn92OlkJNyyS85G
U++WIe69MnMxjPQZ9vUWB0KCjYGcHmKEtSl7wjSWP+Eir/FotoZb7V1z4RTDsr0AaJSlHNFpJCqJ
GAge/SkCMO/bUzfj3krNzPqBY90wLluns38N1dS6H6dlxtBn2g0+4TmBIxLHetarZ77Rb5z3GzUo
E1VhYSjLSPhnAJ9PIPowUBkd0UMIKCaLQ8xqRCCytVMRv1Y3eg/kxU9d4Pp74NHIyfXxd24T59dl
c2bisI4ibz2R1IGCPzIyvShK1lZL99iVenLHRtVzOIKoLhdjSIkqywz3Ah8icDPir/Iz7+JUg5I6
13mOoQMnkQjstFB9EJEHHdPMmUFnffq3ftV60xddq1WOYz5miQiWtqsRFEf6vGfCXtgXyOov+2YZ
H9/vw0/9CqlTbRuVlA1QnUHu4lDRNEAqi4eybONL0l//jqlFBrGYFYhaDBl7pXTMvZp7xrb1nS71
d7mWWUBRzDyIzWEC79O1HEQ5vXuOqXri5WjSzAXieUKAMLYx4sUznxDRjqCd7tzweerq0rRlDodx
dOCqBSlA6W9hpCLd0hrnatOH/U0/e9GCiMpOurEF2oaZPzoSFNz4VunZ57rTt9unDNPrwRTYtQaN
PIucEotmW+t/DvFsKGeuf2Ks/30U/OLpFTwauaEvbWBORKyQ/oE888JMMtfjbLXIP297R+uXeXEX
zUrGzIQsFWSisK4xRs4Pbp4sZ65un3hHUmnFuTlZ6Ke7APs2MIZBa5YQcayxxtmnTrkTVdr0Z3rB
U21JqrMS7hr50Lniq26f3WBg/TPxCCja9pqkSQshfGkbiyn0cVBOPrqbBmJ3PJzpIk59aqmIM4vg
+5C8lAADM3Z9j/Rr64C8e5WAFyEumvd/xCnZjSoXM/FxuYfoOWgxoAyXWdTPuq/mevYNA01cXVtQ
1vGtDYT8+LnuZeXeNJLeuposSyvvesScy5lHefNjITOWRg6MBUXP2YwIIMqRHOTglP3CCK6YZwaP
U9eXmjVeOYfIWRDJ7pR/GQZ+D6F15wRZb17cg9f3umYUZmmgftqYjKrafNRqgTfV21iQqjRJC0Vi
sFKpuXjpTsHsGslB07t5y3vn0ddCfVHuVsvndBojCrKF4twZ9OXfcoStxZb3zvWl7+p2vaWzwvV8
t1FV5PlqjfWVcLD3G/CpFy99VQ3rRVF3pudjVjK/jpPmEVKsLF/ev/qJzko1Xr+bieBXh6QrpmsC
Lnk0YTi8EClG2v0oRD0cDVi+58C6p36J1Fl5pCaRNaC6fl0m9n7C/hNEnjEc3/8la1t5Y+okayA1
g0NwqGhRMGEbTX4SnVtXV5qoytFXsO90B/b3xvLKURXt8/t3PPXupB6sLaIsJRg+9BOFjNyytUzr
wqiS2kRRpyHpBigxRIf37/Xmu6PvkHqxYXJjGG2p4o9higI79saGyGNDbbUz3fGpG0j1DRAhxHgE
h6ApMZFdmE6XZftiqotl4w2kGkevojcVJBh/sMPk6whY4aPakLe77f2s3+hFjdeWLtJpLhREVYLV
2TBr+9TVz533n3o5UpUsw5SMujkDACSZ8oM1j96RpPV/BmD9Q8V8/482epr6/E8xAd9WqousqDMb
FhN8VI1QkIa5+C0hJOc0aqeeXRrFvSgvLDUsdB+rnjWxYMHSfzCN2twiZeTppSowasTQdNtFMC4j
cD0CaMc/mPEsYjch49rUd7hAZF9/XzcH9u+tZKRwTpPAgYyMKyEJt/0GWcZXAsqAZeJkAPexMoPp
6W4AZeiPROC2vzY1UFmgV2HxNAY6pcAck+qqc2yCBZouet52dan5h/q4ctntNMDNN/THMp/AczFF
hwm47QbSGFc0vVVXEzdQW6f/DBZFfBoWjRD6bZdfG++L8k0TPO6FEk5+iSfzDngU7JUSTd1/RsP/
V4m5UgELPZx7O25TYsoIuII1Vy7X2P0hXr7//Otr+LfBh+YplfAwLZVt52GyNs8SM5Op5nsFdMm8
E8I+R4c/dROpkp0mckCthHwDTcSchZs9mBA9J9N3Z0Rsyezf/y0nOgxZqIdytFV1XI+B0WNEEWOt
7/RW23QC6XqyNi+zYdyJqUmD0p0x4FhhAV4sre2vmx5eluHpA06aseTyU6M/1zEbGlFtbjlp49Gl
ESyPxg7ENPiJsY2re3Ks0gDo17kKO/F1HamEx2kxl7ZhgxDapgM8qZz7aVfiFn0k6LzetHvFb5Dq
OI3Mpa4quE62GndEwrou8eulQpLbttbjSJWsTKMTp5YbQ3YleLXuUXkOk75lJs/TS2VcObELm9GO
Ay2aOx+qXgOAb9600c3VpSKusmFEBGQkQT/YiJDJA7Suyzhlk3hb25TrV7X0vIFiiPlCeZwLj1SX
xj0HOj9RtY40DE8IgidtjJJAF5oC7ovlDseHxuP7j/624NH1ZLFcpDhaBOYtDpyl9vJDVLkxobwZ
K9ihrjx3l8S9+QdsqyJ5xBCpPM+Fptarv4496uD9ZzjxC2UJXZcR/DHYTPCXrK+frbHL7soodZ62
XV0qbs2Aq5px+r/SOHSS2Wri5mcsTduuLhW3jeEPArobBU0aedfGaFk+watnBc+nXo1U1SJXDNXJ
+eSKmXrXFubefTeEYstxIt9+veuLwXkKayuCSBQFmhf+skCLX7BnEh+2vRm5pDnVMLuYpX/ds5Wu
hiz9J0ANZ977+gLeGJdtqaSLfu4SV1VDXPsrv8gGT3QX14qJxUD0rXHmLqdev1TYjWnqaFFaWiZk
o8hPV1AKwJG83Ta7s6XaxnVop0a0KL4DpZLjJW1nNmO63/QBZAkcZhn2jQDS+UtMbnNemFDH5nBb
VckKuHqgK01dLo5xEJ++qLJrMZvWtrYjZ4I1+IQHLVU8P07q5MaYFvWyVgDXbnsxUs0WnLotonI9
v+8KmziB2Ya7DNt929XXFvuiqJLCtiC/g+w1OvHLFbnYuVCUNz66VLF6OmBFUVpee+nFN0RPw64R
ZeK//+gnisqSStaoG63sw4X9rsrBUGVCjOiAC+ARr0CrjxtfkFS6HLItI9YDVvS2oQfDAARTgN3Y
NpezpJLtU0ykXio830lTSMOdF8E40cszhzCn3pBUsJoLgLkLQ7qdpvZKqI5pN+0QUZLWHZfauGn3
n2BiaVEcLbo+xFiCoAKXDp712Ae3trFTk5OGCOxkOK+TdcjKYFt2IxToEMzW+21obYlvdMymNNwm
ZTqAnORsAWDI+LUBsxUssdHdb7u6VLrOgh8jSY3QH6HOX+Ak/tLOnbbx0aXKFZUFzH3h4pMS68AX
w89mqvyx7cGlwl3zxJggrETIhaQOw4jiG0WgkNg2UJlS5Xqz6GBj66FvquUPda4v84rT/G2PLtVr
BxjENpLEg4GXZjdtQ1bjhZpoaJO3XV+q2NqIwCXXs+LX2WR9DhPTe86z7NwC/lR7lCq2NM3Rm2Lb
8xfk+jc5O2VB3Osbx1hZCle48zhPE8Mg4NPmsshMBd4locnvv5m1Vb9RS7IOTi8BMWqwX3xjKoz9
jDKEThm6zrHKinGfx5l9+f6NTrwkWRKnZ3GJ5KJZhxXMtiGs2XFJkuO2i0s1m0y8bmCIip9X+uR3
mfOp6M+uSk+9Iqlm9cpNlRThNo1H7b653QxeVh9mo4NTjUfjxqonKGDbfohUwynI0WHsk9DPay3a
ETQ67B30Lxu/gVTCtjfMJiYIfonT6NMFM4jyR6254ba5viFVMUR/3Zsd5DtlaqiXwK2SH2xKRNuW
cLIMbi7p30z4SL5p2YSWq2IXDtPGLWJDKmGHwNrMKzjKgiJYH5JeS/Ykb8/bmqesgjPARuepGSs+
PFhjn7YepLy8M7YctbueLIID71gbA8oy9j+N+kMIjfWiESLatr39O9X9xVyzIOGmcmsOjxYtCgeQ
PWUOOWnRSpxb5Bek25qmLlVwhOE+dkLajjbo4c6Io/FyIsr3TMtcZwZv9HJy1DbkXuEt2Hb9pEuW
gkVioXfXHUjTFiRsDK6xbHOF0IQiy9Iz7+1Ef6dLldx5itWVyaj4sT50ECWHMUDrNX56v5849YOk
Sja6xFhMrN2+QmL0L7HM1mPV2tpHlcmcuhs0QmrUPJ/ObIz+lui89f6kyq7dkA52YewXam1D84oN
UMCIhMrwvlLr4l6zCzajGq+1tJsYbjXU7nHRvSOc7uVLToYGkUzFkpOOlpXq8CkilqXb53ZMQh46
CnvcNszLSsOmndnii0zFL7rI/N50GQpJ1enE5/df+qlPKnUSngZfUxMTsxQVJupMcFhAEssmu6zr
ycIxs8qZkJsgpotu+OWZ6c+xzqptL+Z3aPmLIjZcMGtQI1jskvkXqGMTXeqEQGy8ujQfrwvVbSNk
uD6JZR/sXPkYJuXGPWdZNNbCPRpnB8RXPmo/otx+ssL616bPKevFRgI7CsPNmJGEPRrJIZ8vp7ra
eOiuSfWPPTSZCHZloau1PxI9fUzt5syc7UQ7/LfA06zhLBCLPVw4kVyRczUCgTbUbavb3zLeF21F
DI5rh2rJOJsI84vhKN49GzC2v+2lSzPxsJu7UTiW55dR11wU2tRcxM2yyddIDUkVOs1dY3Ea7vmV
3fwkI+w7EYPbXossBaPDy9uyQoCiscj6UmqlHehRv3H4kxVSbkxqCw6mNbrKTZ6SOGy/1EnobJsh
yBKpNGw5zNIBb+eu3d2yXyfIoc6Nw6ZPKkukPCcqkR6Hrq82pfWwdI34AACk2tZgZIGUjml8BMjL
Yr8TfQzPLs5vu0otNx4LqVKdFsQhZcVALxDZ9uw3UzXd2bkpzryb37LiN0ZOWSOVDJyIjlGO7mrq
ih8OWoT8dumF8T1W5rYiGma+19XqgA6ieA4Hbzja+ZKUBz0OZwWeKUgBH5fPjwQuUHOwTTD10OjJ
j0WnXxY7cpv6br8sjfVInrlrnnnqEx2MKg33KQjuvpoKAN2Gxb6uUDwSPu12KrdN5WW51TQpfZEl
DkMdsWpHzqItgiHJHNnWHqVOIDfqCHL14PoRCcek0UZ3YR9v23tCsvJ66zWDwrtYsxb6zppoKCok
ToW1VJsWCmgBpKsPGvBfou/8biZvLtJCAiMTaxOWzOWQ8vXVh85J4XFbhDVMU3VnV7H7EBvL/GnL
a+eo5/XVOWgunbDqeXZt1i+SiOg5mJfbRBiurH913MhIionud40Bf1aTqDvqVRw+bHt2qRPoTTEq
NmHuPmyqz6FeE93Wzfl+28WluXpFNCJRC8wEUlUlNa23H8bQ3KaMY/X3+q23tkIs2czMTsEWcHQg
7txOS289bXt0abQ2hljX1ZSZnQez0S9wF11UVXhOd2fxjP/eN7qy+mtaBoV0jB4NZDh0XwyYds/6
0ivXdaPUmwwTLo3+9ftRErHY7ei5/gR297KyyNMUlrUJAcHV5XotwrkUpeX6SW9/N7X8m1NsMnly
ZalYR1OzKkKPmPgutnMd5V1+SfyGumm57cpMNhdjQW1nTPKqYlSOy6RHawC0amzy8PD06yd/MYkc
gU93jkIyeYnjbU+SyQ12iXNy0xOCAteVy5VESMCoGXNrtckPxCdNFKw1kcxYaos9+rmhmP2uUeKs
B0Kd5+XB0i1nBDFKAtWmRY8rq8JArrAmbkhuGhVPPXBoUxJsnWw7QHFlTZjS240WKovrs/vSPI/d
vATqMsybFhCuK5V1MWlT4rg0W1PJL22vMvY1iVG7TX2GLAGbB0UvzIy9fMKiW4zt+iNk+3TbxWUF
mEJMBGBu9kfNwqsPvYOReLKr8AwV6+15jysLwBZhL1oTtszx62jicLXQD7GdbNo9AOz4uiTwP2CT
1zvHH8aizXbkxOcpSoKibba1SFkEFo3DDHa8d31CT2DQtnHxKS6y7nHTZ5XFX5WCjXTRSVex3CYO
kLjEfj8bzaYVCqzS1y+HnbgpymCC+2MskiNhr/mB9Klz0KZT31UagYnrJsXU5rtaTZP5dlth4sEO
eWZz8dTV5SG4hP0LiZf37rj3k0cSX2mrm5AujAJyqSKWISe1dvw6bNMvyLuNj2NfVZsm4gQpvH7t
jQGaoEptG333knwkBSf85hnkVGxqMrLuS1d7dazUmNGRZGYBRGMavtlFwrx52/Wl0VdtDRZXpmH7
7jj10SFhDRrtAItGn7ZdX6pYI4w1xySBwyft2fqWm1rzSKpy9HHb1aX5chd1tdnpCcsURqUH3cnd
+3iolm3laksDsHBMLyFglcRaXdQX6di2F9FA8s+2Z5fK1SbnwtKm2PEFHOqDV8zKTVGFzf22q0vl
SuyykaWx6firon5fR4qxX5RM29bmZVnXUNL9tuv4VFnGvrAhO+mWOm9sklK5kg4w5en/cHYeS5Lq
3BZ+IiIQkhBMBZlkZbmuNuUmRLuDkLAS/unvyjs6h79NRA570BQpZLb2Xnt94DpDEAIEHrClgQIc
3AEreN3Q7BbsVIxm87vL4aq757Xr3+Kafvvzo38Tje+1XCa/ECjMlmeDLdsXuAxvOouNX5EsturK
qHav6QJVvpo9jVzRDKQ5sBx1IZmGz+Wff8JvduK9pguZOQuhZCiywqcGV6248R2wmzqfrgs/+G7N
Ci8HDQqs+qwHFktOqs5cfO1Vju+WLFtoM4+riLKBRdqk8N4OKWyqI8A2rhue3aoFBCuqBhsh7BMT
/PY7H/TxeKyvHPzdqjUU8pCowI7TwcU0GSPzGsze32zhf/dlg/8eVI6O4JUsiLbXmQCn0kGxBwvV
qxJG0V7P1ZsBrgAASmXD5tUgFXlhWmz2r03El+PoF9dcvluzsG4NqxqQ7qwEPa04OXBZh7MLwuXR
izqTnyMC7gLc/fvnYp2A59ar04ARebX/GneoNpGRDsMXOHKS12KGa/kpZ1F3o6Gf+77k4DBB0A7q
2p+nyG82gb1Ko561twG3hmNjrqYvHEgUID7LHlRcsi3e65//yG8+5l561tcjneptibKmRYtgilLG
qpLC5jm9bqLv5WcAeOFGOyNWXZrJfQlW3nxlw3Sd2jvay88igFrqogiwjHr10PPFoYNm+3rd0Ow2
GLeuXti5JsqCkW9HLkrx4mDQc929j+12mIjgtPahZckUWvhgytisRgBP2EFlct3r73YYZEGCqoNp
SrbBB+ONs5C/Rg2dvlz39N0OU2mYi8NLDtf+ZSu/Tbo2Ny6PrhMoRRfOyr9TFjn8UiCAV8h15aYY
QDmEJFgCDMCj6zZItosN1kDYJW5xOnk12vZLagPYOwNzfd3g7HaZohexyUfoOVsDcDzq0x2cMK56
9F6BFsPwYBR+w7O872pQa/sz2A3hdVNmL0CjqlmKKfd4hhblGQUH0n92fOv/MmUuab5f7L10t54q
t4E+pmaRAWLLb2agZ34Gg3V+Qnl7bNCnATblJzWSHB459ZW5arpbZuiLh6f31vMs8uYNVGMWLXJe
5vm6klW091BbDQs3SzVHLtwg+oj8lb+NFan9w3Xfe7fO4NwOZUaEQfORX0koBQGVet111etorxLr
Wc+W4CK1on4bSjW33y1Z/mY29ZujZS8SqwBNW12LhzMGF3e5jGZhsu4Fe75uaHarbBstQBkLuga0
iLpHGAZuknfB/H7V0/c6sQhlVDYhWZu5FhBeBXwQUU4dr3v4JTz5V0q23nAbnLUAoHtdSQZ/xSob
4C125dN3d+VwLavORizM4IXdASZOf+Qm/ptf12++6l4cVg60b+lAWDbWVX+oqwJaNzp9uG5cdqu1
W1q2DjDDyfg6PuTU76Tr1N8USf9vnfSLDWgvA2t6RNwKaO1s6ljVnlD0HM5DCCCHDLau/wg/p2GQ
XLGuk2VgvFxGYWnH9FIBAQa86UwvQZ1uOynEst0D1NB4cuu8/LEGPm6WZoq0ui6PFeyWfYWMQe31
GxKUIWRrWsMQFvfB6xoko2B3vHLo/6H9Ah++n+0Rx96zYe7KF98drOhLjaeNI7MKZHuQxaofs7rh
f0ur/v/v/9Un3K350G/6lW2IySYKfNAhWk1dvMHEzRVJBOPQXgKyTT6UvukLdFTzQp2nssHt1l1g
Y3LgxegfQjKCA+5BT72kk+jnT0Ew+MPBzD2fAQIslvlgt3X55tNIpF4AsvSIsE+Sxqu/iqb27VWq
RLEvXwMijfS88MNsjhVI7zWBWaFsqGU//7yYLufq/46V2Bewgd9uFACMYbbBPNEDjlxFImHbFv8I
Rcs+r6hpXLUTi30xm40anozK8mwyjT6GIF2/xwMBM/fPP+TXW47YV7NhpigQ7QTILXrheMNhs488
3ZWN7GJfzW6izoGcGeAEnzFREzOQ9iEafdw+r3n7aK8ltIB1xlCGIqhqBaity6JkG/Ar8657NWHZ
YgLFGrz21o7fCRa1RErqur6kaO9BZy453WILeRYWeSHrrfgUk+j7dcNymbX/OgIrMVA/tsiwTBF3
tw2M9bEk/ei6CHyvJ0SuOCDC2hB+amp4DAaP/7OAIvN23btfJuq/3p2XwM9vXOCTTiz4Nhu8d1pA
KPa3FpnfbXN7VSHaUMca+YcQBWdR3VEzT2+mCqw5NCpXsSSQ036GBDx6qJdqZbdIYjTDS80bGK8u
6H3/VG1B86DDqLMpchfzh9oWyk+31QDvrIo18hLUHB0Ktf44PwA5ybdkyqdWp/TiWZ8OFrZBf5n+
vykQi3g3WFAXlyGoVxzbnBYQI4fF9o9qA8YktDqruCm2ogLuGGZhz6gMbXeQwbToUytJfZ0mFjfr
/34udHcVJcvRqh34HgjimMYD9sIrZ9ruwFuKfINILBCZodbbJKnqkSREldfxP1Af3h15LZ1iKHpR
WXEDYxkw7vNBR1ZcFyvupZSxmQowPnyebREs/GrYD58BsdRXVub3WsoVNoAIui5ZDl8X3+fOIsWJ
+od/nUtFtFdTimK0wzQvHCESExInOLI1teqvHJzdHtVBW16u4RBmuULQCzZl0bypLjfXlbj3cspV
jCg+uwFjXxf9DVV8SEQ4NFeFF9FeTNkBu+Mvg8PmXa0oKqJkdm77K5sno72WEoSyCqFQxHBzHCDv
gJ+oBOGlSP+8wV7i/f8NXaK96DFy4JYMDaYNc75lyaIaOCYH6HwuzoaP4T9//iu/jiui/5E+rsPW
uxn13DHop0/LpBSFQzRRf6sX/ybh4e9WLlwi+VYZHBPWiq+2XSo4h/qtvyYbOgeTNVf8p/Db9pvh
yGCibRzh2TU/TMT0vxteFWmKWHLlWafdN53HX219nQkjZHi7zXT0SBVF3cwzqGDzR5g2N2iOdv5V
Kw4dG/9985ixGjErwpltJOouYgU5jYqbq5Ip8OX879OVq5epaQjNojGeHmal7ac4yvXzn0f915MW
Aon/Pp2yUK9NUVKISrpqTZQq2yVF38jw1sPIe7kqASj2MjeYUY0qbgv8BgSWMu/LT2zr+HUTZy90
q1jBN11MNMt1mx8KXa4n0rHrzhq0Lvx3gPIqX8hIGpbloSbHevJbNFT6123WkEz99+kdHKpbr6pY
Nkyu7uWyefY0EXNlOVnshW4hssWDV+D5XezZ+5X7UIODNPeXMOnXe5HYS9jgJuSIKjTLPDuFECSx
n+7CIP3zzPzdw3drFm8OZxmLg2YuN31LTFlKatvwLyW7S1rpfzdrsVewTS0Y982ElLTv2npLbGtc
mMDHaIU3WBB17OiC0b6qKRi+/fnn/CaRI/aytjwHBW0jEYVknyALUK6OO7miA+SfS2rqfmyj2lzu
K0M1HsmSh52GDyYShCnNferkhhwTOTjeBJPcmta0H8eor29Nrv1KIloU8xnddCiH//l1f7Mv7HVy
SqvtQjuk2dyQYZEhZDdffEgSvnV9cZVbOPRsu4Siq8QW1/6MXQF08rQnjiVe0yx/OY5/M3/2crlA
M6/d+EazbQ6mk6Vj/cTRnnndnr/XylUzJGiD8oMMXid9Cp/54dz0trwqDBJ7rdzc0cL2LcPTp2qT
tArKe+pdKbQXe60cHaEcCkVDM3ip0Btq4uAp2uK/9dtcNsZfrKy9TdqkUS+x8NbOmi6ukbtpTPfS
bLYyEq0xY5syP3RXsa0wg3Z7hINzihtrSrJ+azH1gQKvv0UTXa+cQruDPSyGXC+5CLJIwVfswBQH
ia4bKvc3G/LfzdHd2W7qFvv+ZRbNcaxPgArkqYK04rrX38vn6tHvReGoj3phFCWKhSLFx7hOSSv2
jmheaRvkM4GLn5UYDmvu87Sq++sq8CLclQMqtxQuRBE+4zjeE5TAYMlZs6vK2GJPFK28SrgNyNqM
tqZ508D1SZHT9suft87ffNS9cm6NlGF165MstHr6gqy9vjdL/Tcy1K/jc7H3Q5uaCPmQ1pGs6Hro
1ZfeNV9EwfJ3uGP0nhycl4/Sc4X/2Vf9NGUFnE2v0tiKPVC0pAFf9TQTyCVnVDvgAJqgaDzcXDds
u7U8c1azWQ8kY0Ors77iR7S9XRln7Xmh61BEUbV0JDN2nD+zUvPjFPDhcN2r75axbUUQixqvXhWi
/OG3ZK3R3Q2ThqsevxfWbZw1CwggOA2Q8n8etBvRnhoEX697+u4UVmM0dYhA/Aw05OpYI2eAoqG5
ykA+EntFHcXxTrB3+JkrIcaUwPg6cCU3fuUOuhfUVWsERysy+tlckTwVi5rhshJfJ+kQe0Wd4LZw
UC+RDDKA8lunQo66zbWJJsEvO8i/UrLAWPF2anMCa72lP89gJmWOaP+qTI3YO6UJrnELbWZ8WK8T
X6yl1ffNlJP6y6z8zTnPd+tVeFXRlTW2ubKGaaX0vbha5ORB2SStdvoNGdpwuW6B7QV2ijmvgGMU
TrKVrjfww1gfin76m2bqMtN/EbHs9XVbqQn4UZ6fIT5f5jsaaPEYbmyFrT7lU5Hko2j6g48mlCDt
/z9WvWrl7WVsZqrN1DWNn5VA5T34dCvuhlHZ6yLUvYZtE2KK/ALW6/BSKx5bB/JAta7zdZNrr2Eb
y7qAW1gJY3cx2kPP1TeA97a/TK3L/P/FB9lTRXnfw/N5w7rI2TR9d+tWf+ZD9TdWw++efrny/GvV
9U1EXVAXQWZr5ksAA9skDpu/yaiAD7ts+796/csf/tcf8FBYr+HeGmQKPE4LNcDUrlzC90lXo4TK
au4PSwEey42/MrjX8sVMy0Vj4lXpugXh9mmEHzOktTAc+xFVGx1kyVYkH/iMzFay2qaeDnnfhLkE
ibaEyo9vYXm3xe1YSmjqBU/joc/9xAl0OiXI1o1xEvaRGAGO60udRIMJ1qRYtD9nTut2SHTr2jXj
dKLjKS6CmB/GmY+R5ADkjbAhHpv2uNIaYpV13Xx7RkvqZG9t5boxMRrVnA+2AIj7xEtkBA5q3MA+
M0HIQ1l6Oghux03BzVYV06ZQsezN+KEEWOTFR5Q3vHcjwNR4MJ9UEoyztyS13nzznU5sWxJXT+Uk
a/gLlh/j0vml9FcSsszg+jvLGWKXN6hZ4eMUDn1FZe6bYT2LdcMEBa4O7Smf8obAicwMW9mfuPD8
/JZ23hYkNYo42z0HT02nq7+t+dem6S6qCWzxSyAXAxAAqEnGmq/whDc/8eGi/BDTwJJvJMiH/IFG
VYgzjevFyN4bPCJr32e4n+eur87jgExgssDI2T/Bfp/2NwSWoS1e0bdRQsRQNwhzQvIVMEa2Jh4o
hyLRhUc+Btxj8Yca6KkbACEtP60wRS+AD6RL/rwFzJ/ubRBoFGWRDSz5mXpuzJOyLXyWAjfU/Ci7
WTeHwut0DI+xkgwPzkD+m/hrPJnDgFjisZgN2F9k2Oh62rYtmqSZ83w4wK3Mbseh6INXYlTYn4uZ
wWotcH39sHS5esYbltBzFbANfevYsj6XavjKEZR+NR78j9K+W7GiujWwn5t2XD/WQ8We59UN+hCs
DGKVkeq6lV2lPVg5E7jEyaoOg3QUofcEz/DwVA24TSDJEfc26Ydg/RhASxKc8nJAxsTxcOanSjVN
kBLLkRWCI1npZKnWEnXktQ27U0isugcMumo+M9g1x4e4V8MLtJJ1ma5rqIdXTbu8PNJZNOuxj0gU
fNR5PQXHpdO5PhrUMTFpnT83H6Og4OSGgmy1gJ5YWZcuESoLSc+9pUwZeqc9WbvF6UMcUbueWjss
1Q0NOaYk5m5Rwod6IHmcRNjfUUr3zNrJSglkKXvtQJpahlj3Sck6wiAEqeYg9XDzf1Db6KKPc9Pr
c4+uZPNjtVMgjq2ofX3LFIAjCAeVQ+HLhv9oJBK/BX3IH0lH6+UgNnzdUzTW433B1hDfc1t0f7Ar
66anaWPB+MY5hiYxFhJeGRA7rnfNGnhvozAbDCHgLB8+guhc1rKFpVUr67lrfbw9nC0e1ABiZspn
rPNjHI3NfF/ZIfZTfMw8OhCnxI+8barxbQ2QqU6hdIvEkcS2uxPxiFwklBHeVzRAkDBRxVIhq1WW
XZwGHYnNwffUdAfaE0q/Xg3//9u6tSZ+vPB8ayttRy/wzKJH98TKrPvEMYQqZZFfeYkroDK9Xcdt
rZIpXBbYTBGPfhstljh6dPrLbtKSUB0ubo79cVYY+ad8K2d2okDiutuQdc/KeIe6nNavftHjuzQw
Bp3TqAA5QMuQtxfXzXYWQXRgo8eAX2yWsD7DgLkw+GQROoJG2Gssd9FICKo/eTBt9z142N+iJRqH
2xKy8ulFj0Ez3uu61MtN5RE+u8vpIEoiWdtYpIEjBUGpv+VVnSximOokHPLwJeJIWh48v7Y//NzM
6egh84Hvf5HGDIemyuN0KYchE0EHbvsAf/pwa98vEgKpR9onypp/lA+FoARmAar/iL/m8Ng70gU9
nw36sdJymnCFjLo48euxTFYzWYnbGH9CmsJLmxmy5iUOx2/rwBv4ncwvFviyQAos5oeZRH0CB6om
LVCVTSo1IxyMPH7AlFEFhoIpXLNrUdxq5U1zMtrQewSlFPJoF20Y1rlF17d0PlNwDoKEQELCPp4s
mZMCQFwcAbY4CDvSFNy2LzjB1HmxbZD4cFUsZFHE99vSDIUE8oKkHNXaCS5z3qd5VF8DRvKvoAkF
T2EVgrA+eZ1sfRw3ag6wo/uqTFjt1o+9G9wboE3jbacD/7XqlHujossTW5Zb4jPRfrS2xg+svPhE
yfLaLOLjCOqorIWtExaqMIUTTCAxKYNzBW0UZPiLgImw1l9g3iAeydS+e3WJlO1ag+Cg5/njUqMB
IIw9l6ocXix9l6M4NcQnMyEVyitIDijNn1pdPdHKLElUsCHz2uG5L7d3bv3gsKALMGvgLyk9M7hz
qD3M8K4uf3pDzqVpiicdsq92CB8BorqN43A42qV53LYlHuQ2+eV3mOEE24GPJv6iY1YgSwQfmW2a
Drzuo1PlAFrWHeo1tO+rZJu3+idWdkiSzdjvbbvBI82P6jOCE3uolL3z1wiHFTAVbwzA2Pd87G5o
sDxWtV0SUvnsIZyrrGfbk6GC3uCg8O9EqLbjxAMr/TGaP47LOr1ZY1apvSFKsMbG+5xinBSiD9mU
Jj+2IW4yvhpFgmBDveT1un5sUOY+Cw/Tt4RHdNrnbSX9Ao7f02TXbOiC960IMWizkjyunGxpfVxb
OAFRmCtmtKPrA/Fiitam3BUScrwhKQISvMNSafymRvoNnlk0gVjFZX4nXqB11CdHPBitAEx/UqCn
SirYdgrXrjNSMLhGY6FheIbgTZUxgCNALmDSufJR5HoVEgYuxZspcKANoRuk6hobHzBHDlHR2lTV
KngYfKW/st7191voBelU+0cmiv6BBQgmh6E6cwRqCQlNd/BD7QPLVSNECib24lDkPtlGLbLq6xvc
jPldPs8PpfI+GxWwExbPgRRcHNZ5KGWdk00u3A8S06uzHfLPeWGmhALTnhiyOFmBUYgqhS7PMyh3
CYbjlTXjVwoLm6SD7LCSM1n6A2oGw1f0ctZpG3llIce5dCdhsNN6a+Q/wGxMPFKiGA6KbX7ZoHRP
J9U6sHFoLIeysF2yreOskzUI3M8Suosy9UfXlslcCZUCNNHIAVaA2Fsa/l6wJSqyBRWzCsqcgrKM
j97QJ5Z41Smw0ZSsKl8kJZzLBWFBEmzTO+6SA4PGiEShbNGMXkH6EkQW1JbllmvHmrQ2Y7Ml8SR0
ElhsiWQhxXkEj2l5QLtwKSFKDFMfkNB0vOg3YUkWoFmQnsucqGxuc5uopnyH55KR8DwpYGMoSLqI
kX7u4V2WlCsQQ/gjgdhOHc2DEbb6jB1ja/pbXo8P0xp/Kbfqoa/r8wja0SmMy0E/o9c0vkM8yNqn
Bv4YOOSieXgFgnleE3+h9YjV0kEYOs1PXWFWnZK8x+HAaRfDkjfS5FAjpVbeTZuLj81gyX2lG64k
2ERhlNB5Ya1kXhPjphFTxBc19hpZDrA5thiKuxxErdfCLiTpEfl/5HGkJZ19767ZooMqxS0CoP7e
o7VTkk1uPig/eh0Ld26rAVCLCkGaQez3CM95dui9NetcXT/C6uFtoNAtx10dSzdtopeA3kfJ5Btc
XpqSJcgqOUwN7hAl+f45LkRPThurPSH7xW/PuJ0ENaS0fP2nhNlMtuR106fGrsUBmJxeekGz0uNk
aIng9WKJHkWFOZaMdclo2EOPEpr0ClVJEfTmaEUvngMUBYGzAnO0h6mWrHKG/4WbrqzWBmNXd4N/
o8rSpTlO0DHxudlONsA8hSkl5ejAq5ufFS1tkJSkaD/mm0aGhOMOJrspruM0X2AkcGO5MB82s4yH
eFzytGrgY9evZfvWsnq86+ZoBCzKFKA5bF3akMkdbaURBKGL4EiQtPvSBJ07YddoDrHrmoPBeX3w
1FJ+NCQmTwQxBULF1WsST4j4plza+gtY4xCqgZ0L6mnVlTcjG+wH3NGme0YIzsVoi5oBENSGJsxM
GOKpjNinyQ79z3mAZ2tv2uAUGFr5Mm86cVMiEL+DgSxNyqX3P7p6Nhk1BA0yIyY+gRYTNuVd30u3
cCIJvBitLJuu/eETXGnjbfrMl5in2uoOOZ2mOkO7qdG12hTPVQ5rT3T3tco/jIJ4oQy10d9dMbef
UIas7+w8IToWzp0D0bSYYoUaZBwR7ybeqEpnvXhnmg/6piGtOCBDG5kPdu5HfTANSg7YscUCHRDs
0/KVFSqFN23+PHPdRhLLcniLVwUgLItIew9pSvllzgf/ldMCY6ds1TxT6ggu0p71EPyHBFXSoHoJ
m8amU3yJrl1dhZsUzRDe+IULb/up6N55gUI/7jmIm3CrjA55DH8uV8OD3oO73l23Nnw45W5sZNDo
erhfKBxSJeylvGSIhskkavA2nE66znHfCYlADSDH/YkuMe4vs5vOy9pED8gGkK8XJI4E+LLHZC7M
DKyQLc7TQloubRPaZxw6UZeEoYPEEj6ZhZAN7IGzeh7abEFn6A22uOiTVsK8kCqYAXPw7nMHEb60
bAONfiHYAfNuFqlxMXZM1i/NEUfx3CW6HB886CZTBOHxT3Td9u0Bs9LpB2Mp+qYu/UzJ3CNhAJG6
wJEbxA+YJ9/Q0jkDJR9/6NYR83bVy4GHY9xKvXbY4ZTY9GfABG+3GgDPYmhfRookglwm32/gF6Y7
eiDMBE9E0G56myreLEfwjxna2QwBHqjdknku/Q9LVWMnDoO+HFMz+xx9SvMQvHexXV9nr5iMXNs2
9rCx5WAtzmWBm0nuFZ8VL1ekQagHHf7UFd4xomG8Sbdx96ACp8Z0jhhug8iHcF+KAsbEckIC6MhW
D1x4SNC657zfXCp0DigMh+Tgdg0qhDEB5T9aBCJJV+XNQWFneTBTYPB9HAVlLSeFOEUsX885Ggyf
J1SXDoqy6ZZb9QwFUnTbKSSMDPYEifYxs8FcDokceN30aQuj7hsmZoMhKoPiVLemyHCO6Ptpq4c0
DNYmdaxgR+3XIXq1fFbIfPbGw1Db5qFHkSlBkGyebRh0R4t/J0i/6HQGjvdyGFpkGfygfkeadHqH
4NBmYV8XKXVzfVixYSa0G4ob5NhwvVuRR0XqBYLgbr14yHH7pOEEkQoVmk9l3vVGQjqvukT53fME
koKk07S1Etat4RGYvu3YG+zIE3FdOpKQHmp49d5M4xjIATvKI49GJaEcxgx31awl3BCpSQk22dQF
ObnJmeX/QDvKTwiU4hvT4eKIBz4xg1eCj71NEQHyAxnLZ9xbg6M1o3gKRfQomq548bbmdWQa9ZfK
pLwOHcyjqvwzaGP6Bj5R1SCrBZBUqWFfjLCPlQnaMHDZYT6JbtVAdaIFyGdtMGMXnOFdisxdcw/3
l1oGQk/JMELsuJhyRRf5aL5NnLSJAxvg1guG4Gg8lh9DjY6Pfsi7t8JpBNQL6C2lV/B0I2o8wNzR
PTW14x86nMFfgBmE7VdP51MfIFGxzflJWFU+aKtq9KjDuGmpps8bI75kUJphD2fVuQTY/qXry0OD
4PMSjRm5lS48kAY39gG1BOz+JsW1ieOyVT5VnbAJ0MnqsCjyIwyLMBsaTJEy6E96CWIZUIRgZKum
A+xV/9lgPvs1wqXiHDLQ05gxley43xxQTbCPxIpMG74kVtRva+9NF+11f+QkoEnV8lJ64zofKk2n
NB/ws3xN1wyZeXJj4vXDipArs05h06XtrWDs+1rPY9aW0aMvZvyCovswlvxBMFwUZz4hbRR6b0XM
/YzFGllVWAQ+TH1YIzGCFLc0tshyL0ATTjSiHwc9rJ/nhj4QegmguCYJ3JvrA1RKr6FXIqSMzDud
oiEhg/hW6nZKA8DEH5hvZqwS56R22/hawUrsIFZ0YJUmSOa15cmMDqRsbRqTFC1cbdUSwUmUbtU9
4hN8UxwOANFvfn1AGgBRV8txl4AlID7O4MHg3y+O+bpESW3Rd9bBtfqSFyWyrW3woj2/P/tzVKbg
BzYS8cMKzYp+s32BTNNi+ME17LGbDMJS3XwmS/cSt6JFxNDrZCqCCprAojlOtrKHxuTvlW8gKg7Z
YYLT5EMRANXoTeTJAjvzlLNwPKhpQgSnjJZNBUwbtdHRK5Y4BZA+OpV9RaQi+k3nHT+KcF5owuPc
ewnxEZCqntRnmAffjPjcMvYgAcaUD4+E5dgPurZOXFD2R7iTf4xQ9na6qOWmprXBGV5F5xHMtA9+
bOKkanxsSXxCB9Si2v7GgR9/28c9Pyhe4HrUWhitzQ5lw5wELuGmH++0Z8ZOhnD/eUW0846Y1Zwd
1etDR0cvCb11vUW3k/pA+t7h/Bs2/DhkilsrvZnTByRZzf1Y0Bc7R9XjQAuxXHLFzfLaQw+QzEGT
48UNfYDn2ywnKGEklB7T+6JL9L8I3WOoBrTyzDOS1a7WMz3XeYxzeYJY2UPKS4kPvABjIFvgN4Eu
6mHUGlnwfHqianPtcdHGBT+KcrOJ16Jr9tzweQwSnSO3J/MAsY4MSxK3D/VczuqOeS6QuP3VKb6s
xRLEmWveLxQSdTNQAcgwjMob8mnyY/1tzZtJvLD4El7IueLRQ9uQ9WbVopgQpuAAfB/qagrOyKNP
IkFL0mUBQ/R59EBT3dC8PAqGWLb1u5SRCdfRSzruOWxHYVOcXwwKPO7xO0V8qz/lQlTNRwqjyOW4
FEWXfwBCuMtGT+OOTJ3BVXOsp57elxu35zyC6BoLgX/w/dEfZYxSkXpa0IrYIFM31/c9Y3bM1oAM
NnW9bYuzX25D96nxR5yzlVlHmznKfC3NEiz5m8sZsQekQFFfqYb+C4QuAW40lyhLLpqAtNYjEmif
fBdwdDiiL+8RJk+w6JSo6cxHIZBs/eEGcN9vl9JzW1qs4B5L5f0fdWe2HDeSpelXaat7ZMMBdyxj
XXURezAY3EVKuoFJFIXFAce+vs08y7zYfCHlTGVyqkfTeTeWabJUkgxGAHD3c86/Lf3wXeiFQ5g1
4o27IE2bD20Yxoc+yssH7ZZLeQr8NruNOZVYGJ5K6mNnNelTX8Y0/zKc5VNQFN5j44zlso+HS3UR
pz7WvqxGZqK1V4/k4mItL+noplDeFV4nbrOL9fyu8aKS8Xs3lTN+ffDsj34iM33m7K71walwMT4W
TioOPF+cXmaAiZSlxXCbMy94LUWXXSNLrEC0coFwgYT2ICCiddYEH9AvJaveM05GwkOeZZuiVJE5
uOwWDEnhih/4tepxpJNxjz2+ru7e8rzyzlEtVjJlH80I3S/OxexQUf0NJ9juKUMe9tBMhTNt4oo7
BMbfNN861dvWhrbbse6IXfcPhRY+M6JSqsdGxib7PpoS/xNKR3J0IjcM21XEpc/XkT+6BNdOYBB1
VsQjlVoVfUz70iRnTQaw3IRNWrNMEqsxJ2Pp7Cqsa32d4wNpb0lRqfoVKWCRd+d77bDO7a5ybypL
Nt1mTkxYrSsr+eYCeui1K6Ks2pLKnjyEynNRS9d6PtDIOmLVK4eBT9+EeOjnHG4rsBr9PRYOqEgS
VuOGufYybqJRT9/7ufEfEUE68y4DjLtSIsmt74VgfrxNwrZBJJ1m6d5HiH2l6XLrC5EpeLYNWOP1
nHbzuK7cSXSv5Zx6TrwKsmxsbqx+Ka2jt3i2e6/VopLtaHDL2xVF5VyxV/vDVRXjQbcKxdiY9YxX
pVpPnuvfcTOUBmuxawqRPECJi4lG0GyKTD2QO9NoNrpEMGEQi2S85nTloffqwaw1tRjEpHqM0uzU
ycizv9nMlL1dOfdxcPHdxGT1VQF66BPgSe3eWxYToE3SOXl+Z/IFiHDi7Nl7xuvmy+dIdmoxPjZ/
0mbvzBrtmrVHmvkzlNL5BZ/44hwMY7Dri2X4ACGBAXbL4X2afdWWa2R86biyTGSI+pGD89VQMj5U
YGVP1dAX4TFPq4H2Xti+/dCopj1bs6qKDWs2eeMeLB/HLFD+QXmWhdOjmczasbS87adsvs8ncPak
oLtcWUVGK+EUrpseLR0xa2K2nxRUqAxsNoXI/OdQtP0txb97BywU6VWSZn2GF+gQ1i9uNaXBugkX
E609RriXYiMe2jchpsHauSIl5jTsnPA+yfpl79MZELydoFcq8lHfeKECQBBLvbNHNbvsmlPAaD8R
olrbmcqtYyd8kQLb1q2jGbFU2nox3uBw70rsUMnm7YPoGjS56O/mRvhM7Zfes19TVaafiVd2rrto
8K11iPmFPFXGmWD3M7fO1hMjJCDFLHCe6ePaZjvnmXrqLK89znTA8973svDZLUfaWryTquMcL0Xx
lmHLie2zaS5gL6jAwZ7shR5rXjSFcKDip7R2m1UkLDvZLt7FBrkaQOZXwxi1j9hrLV9C/oxWS6x6
d+Wi6/4268Q2+67jqd0OlKkPFVMIejWdNqvZ0ui8ZzXV4ipmD2MLmANGYhX7dLbF6jq313k21+4K
0mCZHsyg5sdxjMOvRaYp340zdo/UocmjiHIuRNRPBkEiQOxrAWskXWmOgxY83g7CLS6AdHdKArnk
cVQeoxFN/0rmc3lHR7+cGrX4pzF38aoj/kQrZ5PXbrSsyyoXb2ihVLxzxirRJDbMOcF+EMm/JYXp
Xp2ycuoLvG7648I09a02URZtRcFIetcKOlgmzQVnb9lqm6NWTuIhNzWDa+FXTbUBTy/12oQe20Xh
WhxNC4h9xKQ6DYdVbEXhC4O5OD7Fmv2DcVRpxQf4dDW8z3QUNPZ1nH/vvaz+qsuFIwA0cPo21ECW
a2VX472TzmNwzeEJmiG6AjTQTYVLHduNR8sq1LkZy6S/ahqRyXViFUTstN0MdiQyL/tQgdA5PNEw
H/coWMSyLe28/aaYfL5ahe8WpxD/52gztwlzYys17OEMWONkb7sYE6/DHFB7zZoVchMb4DDKyCX9
UOSy+NKZobKvliLSwS7Kg/IbSP3gr5Y+zNeuDpxvl/YjXEPBL4Z1VUbjrd11kV63CmXoGiCdvd6O
umevgH+xq/OgL/ZRb3EsSxVVeCIvHkNgC7CbastHS7qJ7bHQ2wYjOHc7GQZgW6rz4tMEzLxid5Gg
2m1R7QKlR3babDI3bMLWyR4tEN1gmL4yNw7LtZD9wmDSjqpHYkd5YurWtrik4+DZ+0a06KlHZfkx
w7i8DZ5SrAfUkU3WVSvhWR1sbJFmH/yxt58by+rzV7+GyYEgYVlaxhY6MptlahF/90UVnJc2HsaN
qKPuRiXh8HVhdrCs59TMYlc2Ix2imfIOgHhU+J8vhPms0ZAJ63rq7Yn2lznSrjP9fBobfvSW2RVj
e2RrWXAwWV6aa83bn9kVM1ZE4lcVaEZeQfaoDU8Gffk0ETkxWqRXDtSZhj4bm6K3LLBowupWTsXK
mkKhdiYIzbc+UowDbDxu5EYuxfAEeDy6OzvRw7C7eOvEG2vxexgyrqmesTKOl32EZPU1HmzTr7QX
Ns526Cje1hhVmvw+F2kLLqFTJn9WxlCCx1obZjJ5DbmXW3FutUivK1lAc7e1F82rViAzO7ZL1XbA
IzV1+zKMbr0NEpM/sz5s+2kIZqfkOgVNsJlov521cpwSQgltxktgFhEeutHGRCoNqGhWEbK85mGa
F9lRjeqx+i6qYg53/IrmI5sbydhJloNZ1UUtoWX48ehvcaUvixUuAakPg0dlcidAoPs184vytXVH
Z9q2PAnDilku6Rj2CJK1lXHnlZvE8risnb/kFO3+Mr/GInbVOa9p2mg/q265jKa8qb/xGbufQgMK
tp5cR3fbPAbw2NtzVN2OaLM/BFFy8QLpOvlJ0562uxZWyLCp80qVm54uxH7Bqa5r70U5j/4pqUeJ
LJkhrVQ7q4tnem9Ty+ID8Ljh/1ReUHyz/KS0b0ABgnE3W+hQSypS9FMr5gIcTK7nmuAl1ZQRME4w
Rr3KZ06XDSFtkkY/gO+x9mIOmpsCINwCD0mtbq2gAcbnObPYON3cqh9lbuSn0pn6zxBBx0Ooy8Tn
4y0lXALHKYbjKAqZr+e58C/A3Bw4r0lWDC4nfEdFt1DtcYX2bqpFs6w6ewmKrVm0E2w4Jy94RF7f
kYtZP6UmAfK2XKe+aayUN+2VaZIwEx7659qK8Susp+Z59hw33RBn0izHIC6qj1Psy3Id21OyrLnh
bKUEsXsTJXrhjGusTCCV2UMfU+6NUsp7X/h2dZsqEwyHmR083FpdWoo1J0B1DkwWBCsPaec3ZjFj
tPYpyRkAZE3dXrKCZLtx+qnqrnuTpbfZ4itrNTYOze/IdrthizLLiXOf51nRLHarzGNgDJ0vfBhh
p+t1X/l2uk5zlA6rcloYX5UutepVaDKbwfQ8FPWV0/a0g7SebLvBUk35ihkSdoVlxaNdCEuiT8zb
/CyHOZ/3MX6p5mOXgeUdQQ85VHz4SPOKSaww2yCIBvuStDHkm0XmQtwMXAvsuSMnC1d2UHfDh77H
c8Cs0hCvKo6NzEvuiBKJ4eLFXfeE05S4rwJX3+kgGb9wqSiLFbKB/hj0c6KpFCrvCyRCF5qCp7oZ
XXRbeVuw0JAYsdmN3vLGm+31OCWJWjM08D+LMJ6BR7WZWHbaWq5bOdTXs8qAT7x+SLelo53PjZPP
j7ZfZOZZNMB2hzaMeElmjH5zGG0ixL8HfZYjNI64bdvW7o13im0jptsgtZvvvWrm10CXQwTD6dKn
W+wF8a4vHWeCbmfrfNP5rrOJ7CI2Wwuzme+BkODeXisra8VBa3+COrjwHovMI768j/p4TYiiPMxZ
RD6X5+t94KrvZhpJkhk8y66IY7Y49NwWP5KVi82Du9FwPaq7qGuD7OywvL1tHjrxC5k0Zf0U9BET
dEMoo9poW7onKrDafoAqQ5W7imaVfB+jqryJfSeUm6WJOefMkr/Yg3TLdTJPhbU1TTI/+nAHBj5E
THcSx2VWbCVRmPHGcRflrysvXdgRajcpietTplmNxmPkKTinkpUAH1WMpL0yOnadpT/ZgJbTqm9r
LRhfjT0WMV1WT9smsQF1RlbjKbXtcNpmXeCevaTOX5rKoai3W2B6x/ajBcLfDCo0Lq5jrxUty2OU
tbN7zKw2iUB36ig6QHRZqNp84QBDx2CSr+grSubIIY/zWjaLcq90efkUtPn5QzFZ3n0damaOyuX+
2FG2KTMnBWFvh+BYZZDGcH3qai4D09UtgertyBnu+g1TrsnVB231+kzJ1Y27AafugDcZilc3UulT
1ZQR84vJahjs2a2149xJzS4PZQ5hoUJAtAWnDl6SIW6A6X2/phTD57MGEFX5Z6uy++e8uoyUoH0X
5mCSxSSEoVSMJrM2SJtdKIam2SW95acbFywhhrfi5hx8ndc8oT+AW5pkbXO57rT5T3mQ1I9zT5j9
faRclnXgEZ61yiSqu1UCncRsvLBO36jbOrLX3JrL36mEcj3wElptJobOvGWPYKqfBDpjItxa8jOV
qwTGilKF7V2Qi+eIsitlfCg6lwlr5eS7pfOnG0PgerZuB6f9MsKHfIl6VxTMN9xuIwmalOt6qEmI
KJ1IdxudGmqUeSp7wC9aSHaiUbgffKtjaBzrqj9fIrKzPb1S3BL3Dd68A5lbyqvENP20AeORgI95
Je2DoHbMNmq2Li7wS15/T/rEfxg8mlGoCAEu6IVZeFnLbbj4i5Mn4VpFmTxapAPUp1DP3jqM0Uxt
u7pkCjciuC42bRA7b5bOp8elTVr4TI0ol00P+/Qtl0NRrmtPkXroqoQBWr9MEQG1odW3kGCXllGK
yNPbBCLx5dJ7+au2dPs5qnwWkj0oyFdYopwguZl82wbe9D1tm3ag8qowZGnnqDzrKHedtdXXltiE
hCkNO9fxy3obD1ZJoUbR4u0YcE3tLh3C3NDkL361H+2pnoBX3SZErl8a/yYK2ii9TtKOXckxhZqA
DWUVg1HrQhNaOi4PJTZI6U0fmMoBSJLOtLN1Fnac0JdSu1B9LNcdBh/lcwF7dPqFXPY/45S/My+I
eiX4ROFFDFFNVNhw1r/KwLRvf00p8E5rMVvLNE02KEUnluJixzRcF1Pp/kJ59cOh518R1t/pHFHM
E6g5p/beiyhYj1bMKt13IVSAFdFmSb0pXEldSgs8f6WZrl5FnctmkxaEku4SWqxiy/lu/OOkLO+v
ic1+kOv/QKIHRUxLH9Ytmwi06DTJ543IfpXT8Z9oV94bklL8OzpQTExqI4uPWTHWXydG5stKdnWF
H46oGTf9pVv33p40Tmpfm9Bd9mKc4tNs5aw72TiPf+3V38kkhe2OWPw1y96ZEWEqd7CPtl2mm7/2
6pfL94d7EJrUjh2Sq/dzVtlbuxNmRwCY+Guinvcup3kTlnaQ895LERZYPnrSd0jhyZJfSPz/kzX5
3uXUukQsNv447wHsv9r5sOprc//XLsy75U6f4ZbkoS57luKnLAy3JEmXf/GBebfWq7rvocZeAEDt
5eRyOmLLxyj/mhPHe3/TCVaFquxs2ZP+l53KuG529SL/WkSN/z4FWy9VnlJgzPu6bdJvXtXkt41b
Jr+HI/z76/Tf4rfy7ueW1P7jP/j7a1nNTQpv591f/3FOXxtUKd+7/7j82P/+tj//0D+eyoJ/33/L
n36CF/79F2++dF/+9BcAbkbk9/1bMz+8tX3e/Xh13uLlO/9fv/hvbz9e5Wmu3v7+t1dqgO7yauxe
5m+/f+n47e9/uzyd//7Hl//9azdfCn4MUOZ//Pf/4/vfvrTd3/8WOr8JR3oytCX+IUJd8ijGt8tX
guA3XwW244GW2hInHpROBv1B8ve/OcFvruOQ3+HYtggpoPihtux/fMn7zUPZwj9ewODP5vX+1/v6
05355536N9MXd2VqupbP8S8jnwPXfW+AGEcmAmpRzmVEPl6VillM6oYg3qlVFwfyRJsrp7b9bzBU
mc7BnA80MzMyNFepW4juQ8q879my1UsimXTSn1UdR1A3tXrnE0cKk0L5yX2HGCpHH+4PF3aTJe4D
hnbVJrHz8NNE2s3nEX3EQ2CF7C4rKUVor4VLOjtM+yp4XEbmePBGmJNdF02mrtphih/iyhcVVQm6
jRUTcA+Jk90Fqxguor+BJl9dqcGJn+vAiWZG/9CTqAyTSEJOZTkJWc0PXqPm9A7iYUrZ49Y5IHHj
h9UWE4fMrFsPAv2mz1vdQGkMzJMGCLhHgrDcSVOOVy7kZJCrvIFzXucrd/HMOYHo8Xnw4vlKSRle
O6OTHpgsjOu8Gi3opi15AyL1yq9R35odyR7DuiaiaK9FUp6JcppONBHJlqEEXjAMAmJfJefaL5im
iw45HCzzpd+renIO8KNWPU4BGyLInxvpxas6AAzQEBIPs1KIm3Mv9T7lqVUedBzL68mf0GnU1Oqd
rx7reiRiIIr7tezthfTRuVk3QQhLWqqz8dzpNbogDLkzzzdSw1fz824Gh7XkUxX4ENNVTTMAY2HY
u54VbopgqF+63FZXNewFyItj5x8vI+hmVVGDHhnoTGwCg7jFB9X5YAPL7PylB8cr9XK/uCE9occQ
dCstCj6kXln7UFHqwyEaMC+t27BsYUIk7ImWJmUIjQvPj12f6qw7FFYcry2iLmiwgm5TDlqeEsb7
Lz4Dps0g7RfYxMNpFlqeR+Q+L9HQm429YIqPty52CE1VQxGENbMeEnKvJBeAqjrBj6HwXrIy9Vbh
mMiD7zGH4KEMfQmp1R+SFX3zyEAKlivzY0U9hG9SEI1wufgwFOml/NYlhv5vjGdqtrFMGcYHl7AV
SbdTQa45wzG3Ti4ckpyBdt/Av52bot2k9Wg7BzIfoFLHGdAOIEz0AJhuqt2iRMT7jUB4GVbU7m0/
T6DLsGMBLLrc8REFqowZFG5RI8rAQpxjXPWfGQX5sALyYqgOfRyL67xR9lMaehaHpAnGrdcBD62Y
9Enx0EB59IcVIgKn21l1Jrq1Ra9l8ZN1fOVp7cGbTlR5NTL33Zk4uJDJhLTunRi+gONgXGi7P5bd
WNtncILuJQ6z6pw6bWDxIcu+XitB2Ad2Tt3exUunOED/M1sxyuxs9WMC1WQ0p3ywZbgpwRuAYbhF
GOkSybDDbDFgQjAnHShEYn2whWvOzOGaDmKd/SBV6bAp1cTzJEbSi7kmHI+eGtTRjSrx3Z/D6J7o
1aLZzFXnPCHS7FAqQigRm0TMgb+N0I4xa4qi5hbzP4FmBXKfAneuHE0OZz+9UoATrBcws1q1nZXf
JRmqxh7h/LDK0hG9y9S2fg+zSpW3i0OEfOkhDmP8dqHPJTH6hLEvj5VXeGrVZyO+sFWW+zYwUDaN
7MOx+NwFF+VnHY7mClnwcmW7ATSQLp1YqRkcxjservnaqf0aHkS5VNlGe8wXVjA0wk3N6QJUj5r8
0A5pcnLBeu86kLJz5NVwhnJTumIV9YNzPQ/aFlBXdbY1VRCM+7At/GNkkWG6arEhvVGR8K9t0KJi
nRfCO7awHDZFrMotxDe6SwdXl3s6Z2D7ECrMUVgDM4jMBOkpwNX0ugis5qUmG2xmPcJZWKXR/FC2
zgfCL9JHLyymT1Xg1RjDjDHqS2U5hyGaxp+t2X+pJvnX1cafypP9W3k50tv/D0oSKvn/W01yNN9K
89am2Ez8rHAuZcyPn/lZlwgpfqO2cF2H9M6LdS0OJj/rklD95tjSsQPEMLbjyktP9Htdon7zAhtK
RhBKX0hXKUqW3+sSS9i/hbaSNgRuNgafmue/VJj4l672n90uXGyHppwXCnw3gMn53poC2yAiKerM
O0s4hG0bEg3e9NYG1LKzIDbGTJRQzauLnbsEIOnT3oXZV48OioRCQv0EvbG8KweCJz15hyv+RqNG
qVdGzgPFSOu5y9oKYnYITFDtZRcnMvoKV6tNNtppY0wOe7rqsb0YgelyKuRqHIqm9o+BO2KCuGy7
BfjiM+Rnu/rqD6zPLZiag1IuvcipgxkhN6ZKnB945/YRMw4UwgW/maMzg9rsqOWQir7Pny6fA42D
hz7MWfMhTfAYXzwEsQjPxFf426ZczkOnRXGKpzJfngGOW+sxCzVO38UozH3P/hphgeQrh+9Rbsh+
FdlO49orMw52cXLczGZKTMya8RRazsLTZ1Hwux6V2zv+Dw/pZmPX9uVHdOrNBfrxH/laKssEbqVW
Ip1Po5+N5T1vk//jcdzLk5b1rDZSN45G9MyPfwS/q4ITpiuxfIy6JPzU43mj15oZGYg+TixKriK/
z3Sy0sgk+ze3KOfy3KWYKJoLFTmPjpjbANEoksroay3Ah63UcITvXQLR668JWEd5685SV2dyjHDt
HlLsCF76RsUvtaRUuUvsVnaHLhnddocwSrU7DJBsOgnGUslm4S+nWuFJe/J84KtjOmLk9VwUcz7e
WsuSZW9hOdryvIjWtPuRJmna65ZL96m20hHVIlRKuPBKCn2rMCgi17LkTp5Gf4kRMPZVVuwKLJaj
R8LJ6uckLpPimA8uxLVSk5+1S7SG4IAmHKjnoyuIsQCnVpW6UXY992+wW7jXJrY9/c21m9a9TnoS
L75wnZPlvk08jK65sS00GQpMvM6e+6DVo7/26yJvP8Gz6r1onZmZB01rmU4zqKldlbdFVi3OLbym
MDkYJ4KnGs0QRfZx2kEoUAnYcL4SrPLiRH3PFUdS3rqb0kny5A6zFS7eQCJygvKRtbDqJj+8nQGf
zUnHoPyMZnzvOoVs/gMEwPLXCU0eHnpkN9DeEECyoAJEg0evxjf/iPiFT0vGAb9v4G53DxX0jnZF
uTwIYoV1+AL0X/Z7I4cQTQ1SwrNdjqWzx0omqQ6JGgdxPeqkkHu08txm58efaUr3/5wp08lvsx1X
+FFLxXD9x5s27cLjy7BY6rOfTPw3QNtiPwe9kyAlgHF4J73Kqu5hF3EXbHyurM0UTVgzDF43ceEG
e+nfxI8nMsYSAbVDhJv8J5TQ2XQ/mzyNtr0DtnmAjzd7V3h4jtbnVifptxKjhAstIJbZg8Gj2oWV
p4gXcCEnoiw5xYgQJtiRmaOOcz1U6bZBcQ0MUblLtK1cfRHLpYQMdAjvNe9qdvN9IHRsbzM9lpQT
JHz58RHid7Y8//ykRKQU030vsV7/inPd5fn3RGdflXNnb4s4a+3PQ3BBYAR17Lgv+4xLJWnyilOk
iTQ/UYgQ8jwbGbnYU0ouWIBTgP1x6qCwN5R2M3i7h+F6JB19AncwMGbRbRanoIqT/pjGvavPBcKy
6arNZRc+lTFt5dZ3Brs71rE73NtRijNlW3gV/gcKu4J7IS7RPsynYznukL4G5S6dSE7AxZUNeQeV
SLAC04qnqLd0FbHwB72PIqiUyKkhc96lY/+NPqJMHtIaOsRVP6C7XCPTr9tDqDLUaXlf46DoCABs
J2dBnkW4WPUDYqM0+YJLRoKzEPV1xO90xJeYZNMRuAJR/nSfZ3yqo5lKnmVrKthH5RjOLJ6i4H1f
mdTNyivkGInhtceSgDVjEOAjgyzwxyhXAvJ88jzBgfR2OiEk6WZAc4oDAZouE8SrRVKm32XN0A/X
KpiyhSwQ0kT5xa47DSekRy2oHpxXUWwgiULORVKIoXdKUBBhJHADmi02GWra0qFM7qrBdLpma9Iu
u0Dqd/yJTDolPxHLHqfet20sAOuQcYQY6bXtB+wtpHUpu83u57fX8yjb3c9VNjczT4cYozx/TKel
804/113HBgiPMhJpfIH/8vAeyw5IKr6ruuVDVjutojOpuv5mnhpt3/c5JPSNdpFAXJctAa9sPqKb
jF7hdUFu1KYKU1ZpHEAOtzZwVYbgPuzDuP/EGMcvbomb5Ms2BJ3yVtD14nZcuTKNDgk5O360mnx8
P44/F/+gq4Gjr/zxivVS8WD+/O+2qwbrceZU50jVbiiRU5RRuUpLVLvXYg675Pxzu8p/HHx5iHrn
+ecyIdqKI3jymFPMO8JbLgt6glYXY13d+nUHIxVmTtH/YuJ7KfX+UByhbPElRVsoaIAoKcL3Jnbk
vFkOoowchnln0PUvwMglkKJ9C/TfUhkFY9BeoYrg8v68ceHgOXeFCofoQZSwbn5hhen82an18o4C
TlCf1e8EEgrou5mrD2w0I+av91Bifb0Ns4CbSQbMcl/PNpofRFXIlHJIANc52wfhEj/WrivzId/L
0i5DOmjkMLu8CDDmdoF6o30G1ypBiQsxuGuz1NpOAZTII0YC1bGckezjYinqdB0Hk2sfKjl59Qq6
ok+XaWNMsW+7KNmBzjfmF0Pxdzcg8FBaOxLQSAAbBUK9t9HsK3jfw5RFO2y0TPrAPAe2hBWKuP1Q
DUhJd0PmROMHB9nr8DARAxTtmHGksKbbqqlv4YrO0y9SpX5E7PyzYuY9Cd4Use6e7eGSzuH0Zzxg
sIKhnzsv2xe8mWgH9bmI2I9aayTCVzf3OPYaf20DVr152qUAXU9gmnpXsus5H2Ofw+F7iBNNcb7w
YKDCtZqTYPZb7e96phIzdBA0rAzq8zZEkmvY1YV0ogaSLw+Hx94VXjaqP7Qtv48s/ziiFPQUf3jW
+VhcbN+zeQFHKYai70CUrqH+sYBN9qHpOVM8HAQ+tSpmm6txAtbnbqgqVMy+Tp2PArs8Ro8Olry7
qW3YpPq8DgjyCqv5asYgzt/DIYGNiT6OneEX75SW6f07vUw3HEg6MCvC9w9Fk/AURrD490UJW3bb
JRY1XklrHXyywr5KkPAg6dyUYilxnUgDUtAtLKvB0MOcMJRqkOLUkpfg8/a63N2ji8G9g5SOctdl
1F231GFUvlmPxmTrwECtv/7iE7y/1gFMDa6y8C9L2aNa+/MjJIbWr6zRmCvGgu6+ErATr6hLs6fW
FmP+wZcUHXIsR9i9wE/pgQomFjfStFAMnSpLze/PesXsznmgvxtvZdgr+Qt45AcO8sdHPXQ8x/NC
yTWmFQ3fR0zA4B0cVOnt1c8SJ8SdqzvGNCP+us6S1qxre6yiC4G7na+sCmMd7D9k5Z3U0CfWNh30
lIMzlyMOHArnE+S5hXBPcqjYMBPtU/Vg1yW6rZdBNNylEJIoSXrymY8SbcO+r/t5G0ZNhWdrsYhy
x7zPmvaqd4J8N0Sa53T0a15lDieUgFChKXktAo1+cRDwdP3pmfMCR6rLdov5YQi8AK/lz3fMLAwD
M+3nJ4gDqUsmxljpD3ksp+xB+nazXCG88GKmw0Wod/RG1AgJPAx4pvCY5TNUpMbFEkbqdJsX7UAb
KkqBIMAdOgbctfZYTwO1BgPBxUf9tsW0SpWrZhTJGVOunizdRnYYTzvMvT9aWYdh1NjD9itC0KYr
yojlURJOdMwG/1tVSgAtld8ANaA9DS/R5VI/TOnyUQ3UHx0l95o6CMHwotamUzeiLF/wWKNM8SzO
B7FzdLIri/SOkmo9+RozlyAPVlDFbvLauu8rmkQ9X40tMtuumy/EofDenrLg7PaKcjd0+svwdVgv
0ayvhAp349JPAeMDAJRDZot22tqu/RBFvtkPZS+vIqpcOEIXur0zwqsK9HA/dPIIcfVojPfZq8Zn
TMqnVTRNM84g4kHI4WwpzASUs3S09Ri6t56fgxZ0sGeF176xAHuxH2OVepvRWeI7JMVD92r7mJXd
JB5iRLjLl95VxEHQPRYVrEOjd97sqQNM3vPk+3e+kYfYtc7SJLexfYnfca16X1XzV3QeJ28SIDVh
8JZN4ZcWpPW+bnMe0EbyrGcjQTloXlaxC4kkmTPYn8lYrcTQfbDhj25yx94MkOqSoXkkMBjlQ/nN
nQm1i5HzI7tyn5oEAEMwifmfnJ3XbuRKlkW/iABNkMF4TaZPKeVVqnohytJ7z6+fxcwZ9JUuUEIP
0N0P3bermDQRJ87Ze21nCNEUBkd3qO5RojdHJ+2OJkQSb+zjn6FVYYirPXqP+dZStYPyrzpzQjlH
GhMf8mnvg3H65mjOE5mvzamUfbErghl3VGdar0nX/HaH5IhK291MQd5vCGB7dVXzR0dEtZnD7lcQ
1C+m1XVeR4blahyHP6Y/4wieeCCp+2DN2THp1CZMC/+pjOgMaNObbHNID2UHgiiZj4M9m+u4qvp2
oykzSne0TNHvD5WhASVpzgZx5nosT42t/2LX7G84jPaLxUVQzgy3AZitjL41BsgAB6k/r4mhGteZ
bbu7RsrvsTB+o9F9qBLryU78t2ngLiEs9At9ExkSaUbeb8fM9nRtjGNvSDqWoEFU0Y/Er8yIl7zG
iN411ozIs4GZvhqEw+neT6PWvykqhNVHvFuTvEuJWKZyntroRiityc9ULzbUKN8w9haCt4ndJol/
0fTWWrTcdovFxgBBWm/BdrXfZJzFtwt1L/FcvwVf+Pe95TJd/uea7TqmgYqdisBwbEX/8f1KVSs5
ZYYA/ooNk3V01vV++CKc2txSquHd6nFJ57dEXhUwqOY0do+IM8bhFosjGCEXw5+BXCudoR8W9jO2
TzsPVqryE22LQrwq7kTVEj+Xqr5s0OfnnBJ1rUxfOhbi/FsyZaNnhjPu1wFFb3Hig6chpANXCy0W
q0RaPxmaWOXvwNW1/kBdSoPj77fAfI8wddmwTMdS/JkCczP//nALMKKIhvhYcbTini28EUOb/ZiQ
JYfHqGzGeqfi2A9PsQM38IGF+3I4cvkh1qUJd234MRzjIIb4ypyRtBftfYxXMHgMNasJTkU7hdZz
4M6L8xWgSLfpfGfqtn2RNwCfRqOSLyThzv1bL3E0MkmDpnDDYXOxasmBoZ3sFzH/33/4x7KC300X
yZUwtOgR/yvMb4pqSmgm5Ec1xap/lK1J3TabmRpekIB9WsZ8qIQ5jFAIk+nHH+qimDY+xqawlmIG
bNtxC1BXin1sME0/FggXh9uc+W+4r/SAun09ISqtIYxpXMLMJh3stCEylxFrtxyoktkWTINHJH4a
MKU3xHItItpes/y9I2IB6etSBPfzWMcvBkfveFWq0hnOQTFP7ifl5Ye3Z/lVUmdwY1Pw0Clm03//
Ael1VLfSDYZtlc/0SebYJn4iq9ErghJK4+rrEGq8K0jFcFH1MXnanh2UsNXilAQWcG8JNDsgno6h
nH02RQaIEGekSGnlApEML+09KRvrNwBB5IK8Csx28Smi9l2TQ8phICz1XD32Q2JUewMuZX3ra50R
fCmbpmju6LD0ww6p4uel9XtYK7/dMEyd4l9xsLEEy8T7397ObmEYvTZuMXzQfkwSXcnjPEz6sBd2
yxS+C2gfbH00GGJvyISOGrpbM3PhhEjxWcT3+++Yq3FcDrlAIZRYXuePoT+ya1QVlLVJI6zTC0Az
Vm7hIhKdv4U1xHWEaRuHhySLtd5rIo4E3t8/KGHye/+5mCqTCngpfF3hKpMl9f39GGcQFUFvRsdB
MCl+KA1bS05ZBvRxW+FWcx/sSJgPZiZT+0xx142bimPj+KZntoxvDUdiRYThT8rfOiq1umCMZ9JE
peelo1tNumJ+uP7J2Jad7DYYKhpwXaeWMtu2U/pGtqmjGvfq0enT13kZ1uPAKVjVJhGZaq1N5bQO
0H1/Lc0Z35eV0gbZJgofPuNHu5YHoffWrd6lgXGLmhXmCspYq9KeqkgbB35LxAgzgLdKSh2cyvZg
pVD7AUyQzPb3m2m8f7lYlk3BIAz9J6J5Vyfc8v3NlMtMq6DNftQV3uKNVkXoeCBrory4uy4RcRcY
OpDaEteFVQVznYMgWlqpOgIR55Pcgw/NheX1Yntk5qUjDdJtqvr319PKsklottIjmWTgvE2aojJY
1RQkNWngYU9RQHjp19ksXGflChsM0fUyozjUteMcTEbx6TF8eaP+88ZxUZKTLUuQsFlV2aY/rD5x
xkxJEsC6u44B0inkXYgzaDrbMC5YG65bLqanNvjp56S3AnjEOvOHEWQz35jMkXhrPnlyS1fp/UUx
w5TG0qxQjAzlh/Nqq03QwQkfQo2nwpa5fJrXv6pwWLrCqIiDXVDTnyQN3jf1ezxkMt5jSrXymyyH
dLhrSjMfDkp0LJt1UnDC/uT63r9Zl5tmO64jbItdyDQvkt5/SDSN3tDBXAXJTs+UaJ5bmc8Ng6AC
JAJFsA35zVWO2Txj/7XhiwZJ68qHylH6dJI2RLrkkxu2vMn/uV/Lm87sRvBpWrojBDft/Zs1hDYq
l3IqjgEzrfmcmLh8DoOql4NJZfxSAUosL1gabvuutFhKg7J1+8e/35VLCvG7q2BwbNEhEVyJzW6z
LK//uCsVGjjAxmF1GhC8/KKTE49P4GhSkHjzXL3RFObw4rrQEggaXE6s+dDOzg0UzKC/HS8tbMB2
AkPm4vA76KPbc45izpNsMr9hRkCHc1kw+K0MQdyC3R3fGwvkWJY6DtZ8qvGSRNgID0x4qvQFV1m5
qyfdnM6Mi7kBsf5GAtqgAULWGN3iBW7jFp6In4P4bC3qMgAttfaEn0aUDYRenhyU0sv4tSm7XJ1c
sK2GZ1pTYG0NQBN4hssAw17RW3Z+FHU2HyI/qNydjVsYiRo2nXBY2z4m7w3gIFyzwRRTgQKaYpnB
mmdXP1BOQGvyY3b5W3eerN+ZDyRpY1kLADxKqYE3Mfp8gLugE4A5+QlN7usMZ+CHhuuidlhOC4Qn
4doqA7oUNYO0HI1s3XAmuXZk9Zg7SG22zFrw8M/xyqjdoTuxQTjlipS7cN4XEIC/yF6g9HDmADOr
hWMpXLNM9dMPEs7rkmlN7YRf4COmb33nD8U2xWLOZ+ZqoebRbETBRYKP0qAeDLGebEQ7d+Hj9Tr9
pgRGNWNmiHejhthmU/ZTM+4jMMlMPpspUXa+JnO76O6cejKbzd/f0A87wvLdWix3tlIWXBUpPq4r
cIo0vCMMlApgh+ZZ6jIcsI10aXFHH9TEv6SzDXy/zh8q/hHu2PWdY0v9/yxzfC7WRZFhyWU1ef/B
kPMY1mZhxLvItXiwsNzDclsOuXVLVwgXN6ynAQes1aXAWXCLmLzxDgal5LbyDV7f64nrOqyYXcHs
/7+6Xyxw3CTXRvOB0UtRcX9Yh30MW12fzdM2dCpH7ClKTWuXNz6ggI4lyfDSiAHkLRzZnlNzjAH6
1DtpdCgl5tnPtPwfF7mlK2iitnVQuyIeWRS3/1xeoGF0ZeCocRsNOds5twGj0NpqwIWZjWWctSyl
eTDlA2x1QNpG/siQscOS/PebYr5Xti8zAt3izZBYxFhuWf/fX0dXcgojhZWknCzX/ui+HDWiGMrs
zkTpZHvVBCxr53R2mN9Zoh0wV9HezRuGdWpM51N76XH7esMDvJ4F5aWDKMeSmVMcR8uAtpmtc+cg
G7/1jSxuzvVkd/lTJk3sdDgyQns6K9Sm5Q8mtnn5yfZmvj/XLZ+JSxORgxZzB4ff+WEhj81mgKeW
FLs86bPmiCeFa83wJFATFMVYHGIC7setKnKqBIYWVKpFUrEKoOPt63VRYXdcDWVDAzZTsdltDN0f
HXxbw7xvxgqXcyknfqzKCpUc8szJg62mYQ6kC8fgZRdUrYQlE5o6yyl0DJH9KjiR9Z8VZNbyqN7t
WCYjSl0pJSh9qPo/7JuObY4qc9Ph2JFHcTMoCwFeOVeSIyTpmfitzT51QQiEU97tKdDa7s2Y6sAy
ocZyunySmVmagIkW8Qh6pjIMIc+qr8rWhv5VmKFwXuBIiXHbO75+16UYwr15HOZmjwcwMRCrVMx+
58BgAdKXgKmvFNx1h7TXUcAah5zibMX0bVl7pqJnORJDBQy5qv1UnTA5B2/45lAJNJqZTJDqaljE
bDBV/5OhEDECjqstoB93Od1lUlVr+utLW2TxpDLDCvIXvyAEnj8cdupCmMmnX22pj+ZmyPxJQ3aK
PDr0ghoy0iF3ax4aQhrGjLKy6WNeT5jNaPEeVJdNqMn84g/zIhV/dyM5Ici47N/JoHfak2OX1bwR
hl1Hx1FERQXuyBiztTPPctqFjKn5nSlkIPI2EFUWe03YEYDVoDLMbc916QfyM/CoK6gvRxdbhbZt
L4cXFqpenSIp5z74X70BRNZM7pCZ+qHn53bCH21R9vRHqxGV84pHdQjOJk14sAKwGSLPRTNSrnrS
p82Tz+g3X8WFmYqNaSkfjFYwpSGMLweSfd8YlbiJ7DqDrTpFU40iAvJxH4um3qNBnn0vgz9qognj
tH6obEdHtWP66TaRWhUeXF1pfAOXkwaE/nxeE3SUPqgsztpdNDtWAQkIJ+FKONH0MFV1HqOkRXS/
L6BtBDeUCnFyJA9aWTsdnAE6MCZ75dk1/EjsUx3EBOjPOV2DeuP8NuC5QvZSD0CEAbYM+S3W+jz9
hva4i57i0s6sVZ4VhXuHpLz/bDF5f6heatOlJLQQsrLBLV/b++Wy7YyUwlX1R59P2D2mRVM92Hog
n3EZ0Kmj0hqi/Zi0qfa1dfOqgP4zTCPPBE/nxhkmhsRxiahhHSGo6baOnFELES3Gy5kzBQXRK+ok
u9dHgC7O0to4MEanzChNvZ88WFP22o9z50EMmr1lsyiyXcFf9+J3UKY2tVvwYv6XO4RyFKduhx6C
qRQN4Q8/Oc4tMYnCTk9BOLI2piH4pturlAL4AWZiBHpGlK5ou0iqYL9E/dar0uh+Xw/nxaw4ugvH
zn8OVeYYu+vMM+8FlWPSGmiAeuTbqAqvH6AOGRhtT6lCd6PKmqyVLgLr72VhyKdqWg1//d9/4r8e
KudFzj0snUDmXc5q7x9qqPfCoYbqT21uhBpCMpE+hCQTNbtIbznbBnlYG3uZdZY45IIZ3f7vf/8H
0yRvFTU3LxS1iULQhy3+/QVwkKffOonxVFSCxowMfS1aAU9iNH4dkDdI7O1N2YVa6o18QsAZQlvd
lTNYsQdXcro70kNDHNSVUAw+21mWv/7dxiKX/hFFBnUdbp+PlR0ac80KLUM79pcHcR0dXjc33ZmC
4qnVyuCg9X4MdtCBzeRlth6fr9Oh0DZ6JE+zyI4ZabnjDap7IiimKZqNvavn8XyuEdbqx+nSmLk+
67/f33919ZVcmhSGa3CMt6T82BaAH+gOmtmhMQ/sNF03JoaLVXORWWYpQ+NtXaYSDtvQ0y5gODC1
5FuIIaSTUUAJypADJZsgTfp6Zdmpf8ySorbvoYYs/7WDUP1O0xD/PHVGx6GFjTWdn/2sZQwVaW5b
70Qb8wIndA2zk1ZY9qmxonnxEJMbdodcV1u0C8s7vkCEnGPbjPLH32/B8gq/e4RKd1zFVN5GiyPl
R9mFmUVuJ9zaPsV00Kofel6mWBnMUFUYtC/Kj47cNSw95Wg0u7//3f96fRTmMsxb3PllB/r4+nRM
GSuIrRoavUIMf9qoTtu7VAU6/SKLF7vxmmTko4qCCG5+mPKfZBUz0rM/8QFfKvz/3AVKQZfGwtKW
ZkXjlVJLMfyPM72I4Dq0cx3vW5Ig4sdBYxJ209Kij/AhVF1/KktHkZ9aNVb7zW9UNHi+NZXpGTSH
kz6PtTnF36u6A2UQIyiVTC+E5CMNSdp91QLKwh15OWn12Qf4vq1FkY7OgVYqJR1aKgQJHxaoLEt9
R1MYoUgaEGhunZTFPqqMlN1XUnV941BP0ZI7kwsC1LaEfGwJBZ/BFYkqWMugTb7//ZleMkL/cyuX
S1oa/CT80ARkZPKxt1tXekm0SYxUZYiXd/5yitGLVgb3PnCd5AUfD6T1FeQOATOttEL7GDS15flR
Gm+6VqTWvhq7vggQn2ipD3LHZZzRX9Yvu69o6FAkLMc0+DF0Mivs5ePLtXE95mOAhMelXYKtaNQs
QfwUJd4KLn5OCkA9DrxajDr4ryRHKH+rRpsZipiW8cD1LwrCRRnUdhF/Rc2jRvScjfwz2NDoTTgB
VeWxzVhajwOde7oGJmmcHoJw3V9fBVNIqyY6sIQaBeMLPDr+DxKNA+LjpnOSe9tvfOsG6WQXPxZm
7Ib3jLB9BvRlU5W3M843ILIXCZPmG1yEPfZ0cq/fIviycHyBariMUOxw9oNTTWyGf1MyzIWaaDGf
BawR+p8t9ZfH9u6xEhLBv5bRH3Mw9o33X4gfCIQSUa3tyint8+eiHGfrCfQWynNHn7hj2lQh1L2u
iEKTlCZORbKVsWoqOY+bthr4h+YUsfhD02t1eCKsAA7acNE5ZTVCrO2YBKJfJ/3o6htKv6R+vopZ
auJDPpP8fdza6ZHQlaBnjuaJPV59aEow481MOmE0swyQgqSnXIQ+RlyraBPBQco8K0zz6a6tK6d/
jFDLf1ZcfJjzMYWRWFSkjgnLZRiiPs5T69jQa8B/+aGLa+m+6NqUt+j954knfHlr0wYIwmNOVAIX
WJUVL3WEeEPsw7k0zF9RFFivZOzxKqboCN23zAkGtELxYKCmPtkDFeaqUtFMSie3ublt0kla3nBZ
mapLWV7x+U3C+2QJ+LClcK5mtmPhpBEsTP8qhXO0yBgxF3G0sHjmdtT28uhkQ+0cG3KZhhdSL3ij
//6XXpgN/3xBqUMgElgUaiYz6n+tO3Fp5Ah8GAdrM8b/M8SrPLipYlKYt6iKdNaRzHb7b7ag1Hjo
Y45N5PcQz6f9qqAV4jfT4IWsQqdO7AfskYt74HLUU5fRYZpSpy8jeHgWnjmOatrnYNbAguXs7g5E
y69giOaVbtoaoSfZDNS06oUpNxEpS8Ca+jI0j6BLMcAVEtvlARqWireNKKY39JCgbDD0guEd6u6+
NxpJww5cWI53lOd/S81L/W7j72Voc1kb/n73Fkv2hzKA6ciyibg2D4yC4P3njYetmZ12VieHqBmK
7CjtshusTQSJGKMToZbv1GODQsJYm3HlP1ctviyykzJZ3PSZyPeTJIvQWX1yWe9bNNS/ijzIZb5t
Oc5lkPX+shIcwXTyJamKmizjPw1LUwGNF6SPN6VZZCxE3679gZsgDR5ythfE+XFpPVvdyN4jAgnb
GElWIttbnkwmtt0wUwy7ld2yR//9Yp3lHr1/Axl2Gfjd6bzqxr/m9n009uTCJNXN4I9d/AqOvYe6
ZvQ5MG9weQn5G5fe9dXIkViLNGJeFHb0lqn/nIup5FopulbGECjJU861V6lxMKHO2BmXM991rEBA
WwyjTOQwmCxoYekZp1Jde/0wAoDqwmgY1lipKpIz0sGvPCKS63YX2HQVPDK+j9eWRVgVXX8gK8Yp
bxoLnsJWX+awi06yn34PBKANK1is1u+cXlq3nk13fuVrqn0geE1crTl4cF2+aqFtFoCkW6/L+eIP
UzI78MpGBWeRSTvyUYzNwMnjfIC6ZgLYS9jxsybdOpqdkAuhcqQjHLAir4/5CFdkpmj6rUnMuUl+
gV413Y09mIHmzZHLXorOnntD1jaNtL8/R2SHH4tixuMoYGl70vQwXEzd71+7ph2ntuu04MDdddMJ
6KFR9MZJjnpKYo5Y9ISPTmuwy6J3HXiTsNiiWR5iuZQUlyk+ryFvYGOljXk3mBa79lVTXef0au+0
gEyaP+VcUxtkdlb/SOQY0dlQcAOEZVQVHaDK+pqghHL5+5ZzbzJbILTRjZIwc1WlJr5u+E9j3Nft
+TruLS5nUNWL8luEPtaBKlYm3fp6LSE5cFRFBU3uH9dG94yvWuzRQ2v2Gx1ncW70OZCUV8tlRcz2
+sfEbLNyXVYoIaFL4rRZz7bi+DMMutU+aKidmg2LFUsUWmzRP/qXekqfQSvfSWlj8pS+Y2l/4nme
7I3gP6OnrsAU6F0vBzv25L84bbDULfCAEEEoZ7mjc4RGfXOt22C9cwN8zZrrXSLkuJ8DgbcYsRjR
Kq8O2qPkUWqAi0563jJ13tgOHsc/V3HOVXIhK1MOm3rmB28bjL7GG1lwIv+ThBaP6frI5losozE7
w3cunRr1cpCMrTqqmLnikfRCf3jOqtF/uW7FmU2rbE1wB8+T8SOFImCmcQLrEI2OfEWG6844u/Uo
/aa3mV79INYmLrwpiH4DwJb5vUELQWxtXXvDIaTU4VrDVqLkZbnO8hdxUHuyMxP0O3lA1KjX0vZa
HthhyUvXkFtFcE5XgeHHYR1zNdc1ZNDmRdyetRxvQ5qvv9pE77Odsobe2kOTj8ljsumogtST1QLW
SyG9IWptqh+tyRzkEQsg21xmkdBzGzDW56e5l6I5y8Mp289Jq/evmQa7b9vzYUzboRhzIGKA+wNS
SqjFSWGIOjd6CurWZbqi40mBmF8VNCvIP4ydNxP7eLRqLuoXC3HVhMeTTuMh9dvFQTf0XJtjfkmR
ChyMHOq5M5vmU+qKinERxvpRliZAASG3MUmdKYNGLzH9czKgxK0zZf0OTC30GqqczVBq2tpyYSVA
ibeJm9DCUxZN5Y05M2NvzYBHkwg8mSV+wza1W4TFbTLeo552IXrYDSEzI6lfqar9sx3J3xAD7W3m
1u2mN8bHpB/EjyLWppu0aoB/BCP5eIMaj5Xt+FAdRv1Wi9yFF6wLoqaIm0TcOZ/pn4TbCrv9Q9kA
SNb1aaJA0IpiSeey5C0n0JoUpGKPa7fbjPxhxzSP+nWrOh0n1NwZKxWk4bcmzuajZHQJyyA1N/kk
6lsjnEOH/lop3sw+0n+IGFpuhsjN06mLtrmmhbflUIl9U7XWabJGsYuBGCQ0h4f8lcCL6QBe8zlB
rMyYsyZ80y+r+NRR758KzSb1jJPMuebAQLwImXz0OMRm1AJybUa6y6tI774NHKQ86Lvug19p8Zsg
UePARgaWwAJG5PmTO5w6q9PXFfjGu6bWkmTVqMHfNdp4TAwCmsIZsghBNsO6qlEnLpYVfa/Xhs/e
OaXWmsaOudbpRf5cOAfGqkZCetTMuNtyQG8etNYMD8riAK6now5jw/xSZUVw58JD2BLHSASQUd0U
WnSfzV0JtSEfN6AtkIDLSMxPUz/nW33CobQOCwc8IFazblN3PurXyHrRE1cnBVCSc2powY8Z5ICn
DQayzWL8rfvpiFyZ/kXs5t+NqNOn9UD2gPsEliik+e/bXxLZB3vA+1axUjmrDfe5EetyBO5aN8P9
HJO7EGBDJSWOTGIVxG67wagx7+Bkt86GqIoYEsSYVSw71L1eLWr/2chAoNhmMpOzESyRCPxPdNoi
5YU2A62uTTGyRqxvc+MgPYA+eCI8u94jUZPfbK3RAdFkaq8K7TeG6uDYxLZDwEE13eZaBRxPE9q3
IhHxCzoFfJ191d4UbRwTB9PJcjWlZn4SPmxsbey+Zy1hb4FVEALLSWWN5tutVm3b4WSXrLygHADK
l2akdd5c+PoaYLEEOKHEsA7HrnuMuzHwqkFx51NTbQIJ0oKjssp/G90Q/Boi8RAnhv8ri+V4b5cM
s4qO8FTMDrnmWc6gNhCPh/JLpyfmF39WtI4H1Tkr3q/4WRq9uikAFZ9Eqz2CNefZI7tYlwneN9iI
d5o0SUg0OwHAkoO57ml1ScMZVIW9DfA07ybNKQ5uqiVnq0TAjnlrfgNBYHvU2Pqm7uX8YgNSPTmp
8vm6nZpCeRSb2tDSm9IhZC0hUXQvHcKT1jHxjI1Xgh5a4m1S/kfZttWfLJDBXauEswYdVx9hib6K
qLLuLSqStBhyGpJ5QxOyHjy3S2YvlT4RHNb0hKjQ/8qJfuRhMy+aEqN5Kpq0ufdx1eNenoL7cNLv
RQUpqEu7+hAPJQNQ+KoYtvPlFgXo//JZEUdhJs0Oridolql/otoOH6zW+e3208h61KuD7dvgiqZR
7f0uISubXUwu6e3jt0TmW0rh5maAP+6ZxWh8dypjJlGrG3ovB4brMdUKnkEEsdrbpOes2iEzXyt7
Ngjt0/uXXMX1i2KnfsysgBh2YQ3FOezhuAgzb34SlpcT6tvTGOczQIIOOrY0FGJZB2uAaxeEnUT9
9IU4ItCWY+ekXjnZ7rMZOkQbwRLyZpYTqqwg/qaCdv4ykw+4XWbaKdne5OyuCqWitxx60iszWpbC
NiSgZNaKg8CzuIUGOTx1jnvrRtZ0sPKmuldMXu44f4PlnGkL8XJbd/bCPhn7sNwhfJwoimvZ38SR
rV6TCEk9GhbzlUYA9Tc17c8udfNDXxTFr67pXOaQICo9IJb1tpZ57oFEjc7C4IaSHeRuqU1ajwMs
2UhR2BO8CxDGCyDQZ7We3cQVqB7URkq70aZagA6iq0ZvgQDhcMh2wGaR8I9lfwbuBIc0CtUtgRXB
F9HWass5fv7SyVgnSnauQLqAMuJrmL4lZE/0qJESuUnwK+kkcnQ4FwlN+Tmk5jki/+ZrPunWISsH
o147NehZj/JSeFnXQSQVpORiD+vjrRFnxnc7CKjrfA2E72Ay+6TSr9ESuF0DmNVIrQG8j7a4TsLu
joiw9q2aquIhTaWaNkZbRQGNqaTdJmPgPknJhKgou33uF2LnU8180aNmY+PV3qRTJr3BHWnvGmT5
5gYBiSDfObOXonxgd2z2eLyntZO1xU1CLbrqrMBfwUrItmw66baw0q0iLdUTIRLl0Z7pMbaG2OMh
j3fcp7OGXuDZSEp8QD4ag7NWRuAOOAwy/NdJD4jpk+2yrv1qN12366RoDnjySHBQoUWbBE9SEpZf
R5YYQDvTvI5sB9Wp09rN0cjGbwjrnFtqivM0sC5MwaBtkcwcytAYVlklKZ0pP72xCpp92w/Zd04y
6PSm+OxTnC1HwQLruj5tVYN5cqDVtqYEkGvLCZqvVeGnZ3xKOoAPJ70tCFE5817WVD7tSCKww0hm
DBaiEoSwZXA8NH+gZuQ7V5JbmBSBvzjS+vFtsoyfdhDrX5xMe3XM5FtXdIjyRkwaYPzr8gXcEEB3
2ffhBt9//j0hFHdP7eqSlVc4zyikItwdSb3NqxQGrCQOA7z1QKJrZa+q0Y1++mVg75RvdGuAuzjb
4wnzmmvk/oGNMScIchpR8gDlqa2M/SnszniP9NUEPOSEqKY5p1jnTm4axI+q7Y2tI7vUJKWpVk89
4TfTPu776JawQnG/nOoxPTSWt6DJQDzlXo7Fm2LCsY9au8TYYNLoZpqII+XlaBiHWvTGbooyfxN3
InoEnladMT6Um6mqvkaw3NdVhQmpJebPKyul35twvB+awgHmVtXZXZ0YjPDDhMwdqqCdRVP6hcVm
vo0xt6yaPvhq9K4OqcmOCKgvvjmuD0um5XSK0SnljZ7wlnGMBAadbU3A5F5g9+RUDhLxhouUY9sC
dQYANRv9IYpLas/YnZ8YxGQ/DVBMX/NM5wfkmTqhwYqeLVWJDKzY3HmkVMEu6P1h3wGRePPLKdp1
dp9/Uxg7bwe76m/myNTWuIZzaHoCYGOaE0tKd1OMnsgGfaNyzaH75hLmOGS4lcrIvy2zktqPk/JL
hYTgNiNDcwnN0tCaullzthMbuZFPiDuo/GMvsDNpRPOgqo3uBnsqv405IpI0cLI3ErVsim3qhqQa
sIGR87yj3Xk3SXfy6NwB81W9eXKmsDzOc8sO1qa3NmepV+gezVHXrHxNlS5/VJobrtiI7XMPI2sP
R6L5jqYk/aqJ0ARcxX1a5WQjYOUKJuiiXHA1wnlbEZCOPSvV5eOE4fzcUHUx/9bcgzO47g3pf+Rn
Wiam6qyeT6bbAJuLUrnSpVWfzBT4AYIM/E6x4WDBzNV6avKfum9Zj04udOxBJgHkdtBMa7JxAggg
aAVe4I2nx1gHguxD9966s+w3gVYmTK11az3MyVsdyRA1U1OeAhYx5Oll3q5bs+UZWr16yUwCfp0I
54TG59cejYRQZyaG8CXmUS/vZ1zHz4kptSfs8RxkKo3gwLQLxXaMu+mut4v+Rg9rsXP9pOy+zomY
1z662I2ScbqBFE1dhUzoKAjNCx+TLrO3KGKrdZA1r/CB3Z0TSfqfbfiL/N32JR2z+Du6PLVuApJt
0GqbHl2q6CAHwOzMlTtA837JIEl2tKtkiaNyTp2J5B6QkKEg3HiD4Sp/tpNS0VG/mGUaS2fvMyOI
1Pus5619VI0ExdHBzzPvCpEKdQJc4rRngEW4L4K+M6H2Dcsky46SyN/VKlH5+dpD1wM82vdDMlf6
tux7N4Ni4OrDGilT0BOyKotiMyzZ4/sE24fiyEPWx7oVkdV4HWek9Lmjk4Pr4tLRnenbaado0Zuv
YLHE7hY20vLCN+Fk6M8arb8Xw2zIUXG0WstfqtGe+tUYIfPZ5KPulq/ZMGk3TS84UsNyZ1AGBZeO
Ss2YaHyheUI7wCJdqdrp3awOMxidYBdZbejcIdchYRzeuFYfZBynv0zu0aZumLohu7Uj/RRYI/dM
5RXXG/CmmDsTj1l+vo7CIjdxGtKUK9AeC8OAzhF8B4ZX0Ob99lhYuVPshjAK8icgmyRmak3H1Vyn
b/l1vhaMDgeMkFzlu65pU+Z4oxXkuF4RHbOeV3lubQNjoivE7t1+VbNb+6doypZHeWnCpG7Tu96I
56PkJufp+FZjzYv/jJf20XyxtoyE6Pxfg2S0Qwo5rWYUd9Ozq4q9k028Bh0iG+uo3Kp37oiop7el
koA2XlqZSPTRPF3cmG3saCdnAOTxVM66rG9coxw3o48Fy97qGIvyF7sqo5lGv2/F60ZGjCnry7Sm
vTyi61NvHckdWpXkHmcLF4ZOU2r8D2XntSM3k2XrVxn0PXvozWB6LtJnljcypRtClt5GBN3Tn49k
zRypdCDNARqNXy4rk0lG7Nh7rW9p82cKUppzSaqPn2dPW3qbRoQ6XCXUNYToDELxN83OpVekJaNo
vhcxfaOaCnoQ18M8zDhZxF6SuqINKFuZYvBqVaLPzjB4Uw4KPzUPQ/MSecbhLx3Ut4N9dJX0XWfu
gUX3HnvKr/3TlvxwTdE0PK9TJmRQGSjHPG+7I/7GPtpCSCJ1s/Gnwr+Gq6f3N2zp4mviNaRJZ+QC
enQVHau+vEraKJl15jUBbUcm6Tmj1TvAvqF+almE4mMP0kr87UP81gT2Ef5Y0BCws9AFtt80gSMr
jYHDhgPHZ810PqOrCusXzeyQ0TADiEsqPoLuClW51X6MJ90/kMso9kUveufcxQVxiNAG02MMloUq
W5lk0nDc7a8qy8rtGy0sjb+5VH+77kxvZjEW1x7XFoOwX6+75xYmmpMMzKU5QoVZkRMpWQZq73ux
Hh+g0hUknEge32LK4vuEtr/4y/gP3N6bQcjitpmHAr7J0Oe3K5d5LEnWYOhnJ6VDe2WQvxrs4lFK
AfeEw95jW7FRfxRlqdNTNBo6zQglZ73EOtlfu+YpfTmmN/HC8ahh9zM4XKQA612sJeHEwKnEYfw/
jUkSfJrkhvyZOMD5PssG0mXB4OiFphzHrNuA0MVLtSdvm7Hp2ihF78/z1qLm7N9xHnX1M0r5EopF
QKydXzWyvrcCzTWf8NV52jEll6v62lRlf48UQpn3tKHbORJj5o0gk+GnRr5kxTWQCdOftYohegLZ
5IitZdX6h8F2FUkUeKCqq8JMbPVuHGi67NfeKgsN6wRKYrIm6ajTVtm0rl04F4v5PPFohF6GBDFH
wrlv7UHLP+c9naVtqmIR32gCPfHaTSWshAtdu3HU42V37fAe2JBxrBP6S+MWSaFXHfSsm7IbgbVe
2zo5ow4d13khqqN0HTa8dcs0q4w1sVbYt/ZpF9KCDzInNqCihYN+z21lthDs5rZz6yZ86oiUWLBR
fUvQzM0q3DMGLXA+rsIK5FAdmbQ298110OGdOTJB7UaYUpye+bAJ2fXMjJdp/EjshH3Syoiwtp6g
YvcjQ2Q6XZbpMl5Y28wSh6Hzcd2X1pkB5QcboLbMmH0Vsc1I3UnGA507nZzOZVJT9iOPMYsHr7P+
21W6sS73uPdZ7tG78fXl0uFGWb9KyyVj7rQqMdCQcrsQYxC2H4MqMPUDXGlcikSZEBx/zvLQqE+0
orhqa4vc8BP2IsJqI+2YEQ1j7g3hFukPGdV6yr3Jp9+t5UDToEYS2wleWl5zBrSbRz3O82Tv2XGU
3MRRXoagGsw0OE5BYXvHBP5CdsW2WqoL9jwlnoyCuu3ZH9xyeOmh0zq4FmdbUtHYyabU09B6CnMx
aOccbuSZlkXwQMsW/d1m/aKjATzWgcJb804gbm3SQwlN6sR123rE0Fip11rvrawlX2zPF6biGwJD
LSaWElEHiLZ6bNIfLqZ35yPSZ7M/Z1PnwpnWXTDhHGlmNcxUpjz3s7rKu4vihFgQdvgCN7BXB3Jv
lk5unrgDhvYUNp5qjiD3tDTZJGVAyDRJZ6hahyFpTzTNou5p3epRxnLBXU3MI6Qqzhh1OTn8BaIe
52dx3exIMZ95PzHmxe5x4j0VkpNbw4z9VTkUxz0hcAQnBfIDanAeBcv2U5n+ZWC86O5/HhizXMwC
U6BTLgZAazEo/KQ6Y3uufeIHrTO8gOALOrwUXWHqyRPzbY95LdbbjeUiquco5zT6ucTd/jG1yjaH
8lF26hBGem8coVEm97T5aThUEbfXuxJN6bAbmgEC6MzwKy6jxXPzWGqkCz5qwsgahiBiyI+NVo3d
nTVL03aQ4TjdeZ0RfLWbUnpHq5UifuFsg/KBIwDOBRIAZTdt8qZw0h1hqfa401VghNs5/iXc4ukf
IFB3TiH02zhO0JDXcKUz8iBNMtsjbufyXNfFwJBkMAf3Uo/hUG9ngc4maqOk2UKs6Ag+9yv3Nm/T
+m+jXec31U8wA+lNhG4QYpH+vDEe++aUZiNIsvN6cXkCG3PTjOHXQXFtQRFn9ZcmyxOyNUFOv2OE
Gz2GFi0OelCINxg1AfXa1/R6GbmL3thWXcW+Xs2/QQZoZd9XHeF/e1nSMkQGkruEuvZxuWlBeKTX
1hBbyNrGwkouwsbdnGwVolBjW/RdX91EcRf3j6nGHNWtPEtuvE6vWygHRDxFnC+ohWkmj1sPwyVi
Hls9dGETfJaZ0JOz2Y3OYWiZhGyHEkIBXmO+YXpJVVtsU70P5Z6ntnh2y5jGA/CBqd20oyIQHBBy
c0N2rl9efFiEW5R9iA/sCSccEYVDqHZMuuyKujTrvvh5oM5eW7ef/lwz/lZtBYZjkq+pu8jk7d/g
EkUEjIfSwDlXgza8JPqUkTBHq4meBeUzCSdsAvPJjSC/vygWf1cOYW9FQgkw2MSM67tvborW7C3l
ZaFx6TXgfOdJZnV1hMkUTEAWq+zD4OPrcDY6HQJ57seipU+Nm/OmrXvFIbSaMBiyppHFeYMxQ12T
0GfohBmVmTqIUYsuHiyXaV87vs/FpbP1KQjnqTNVLNKJbpEGM22mQhGQyEDxOT6JpscJ/8UrEqzs
cMHfBBi9kNDpMrHvXAY/zya64Qrs0FhX4G8kAMY9ZwAyISPUC5+0PB7Db9gnvAlsSy/FnciKSvtL
tfdGok6Vh2oWQKajU4DM0tn5i/15EWsbFCiFqS6ryoAHSbgPQRShjVqn4mtxsBZtgVFkNU4Rw3mE
yGm9UNcnszOd4fb2f6Oxg2n3thZFQRQYLrfUXNhRzv/69iBhRFpEaPslTTrqM30WNm/ZT3Rkl1Yx
QnccItPZwo/v9L3terK55TGWxYlzeD5sRxtMfZ1HSNer2JgwuCQDybQu/BwoTAbZcicCBJ05eYqp
BBPf6c6e99RLyoKWHpF2gNQtm0GvPgBUDm7pkoTkGlL30tKieA43zLb0DgyV0X6gieaiQXNZMbJj
buf5u1GwO13MEv7atWV271CFRC8ocEWzgemVTx9gf7AKwTv1+mvpxuOV3RXsFwFzVmNLoSUks6bc
606EwQ79Buhw+iR7PwhoZTZEKcJh5OPEOubZoxPzBlPZugRZ2r5UB58+ULgBW2qWgH4QKWwbG8BC
yKmWTpsW94fICj0LJo0tXOd9hLgqpHFCrjHmvWbUzsQkdoB8UNiUW6UK3TxEFWsSueKT3PcRTper
Fq2vOvSNjiXGLFh1z1USyM04VVW6IxQqdbaxjFmAFfFzKXHlOo9o33cxtNFRY8CTNx1JgNXgx199
s0hvyzEc8/sWcbCJzzXnIZ6AOp3dJMwfjCDmuNNYrU29ydmTxnhueN9gz89KjpHB84k0umDa6bqc
kWlMd0FFuxFCLbOe/ATYSgp7GBCS154LMgijG0gZyPPLxp2aa9dyWihlM3pnFf+Pbo7xGcenQuRv
Mt/Sw6D+gZs70va5op46yzbVTlTmrrwTXiG2padISK5EaEcbWyur8Qygor/XkAt126TDrsyIBdj8
ISTxtj+FI2vqTYVDG2nD4Bac9pvxnSzn/AocieP4l6f9d40bKyWiPF9HkKdjGXj7ODGDL4qhsC4M
ABjRjkEPu4s+EvqcRV29jRTwzpOyPAJfsfdKTL6hWX9elW+s3sgY18tqSbM2Zv633by36er4B10v
tU3kzDiDoQp5xYLGbnCJ6gi0tkJ73BAUg+YVhs0MumPyow9XCCON8QPyIsafGS4HEKZ1lrrdk+lr
yXOIgod47TieV+4u55VTr6Ny7OgRJUdg3VFxnekIYzBkLJQ8dLJMwxPGJHypXosKFGHWLFmGsET7
tUjab7GAaMsguNTzOw0a4hPXOXhpXGXInaAtfhnB0t8aQVlWPwyiAnHqURd97XzIJvuimVj544XY
7ULzHTF+QjU4Ql1ur51MjVSAI+i9E3C/YPxEOMX08c8bLZTVN0si/Qz6MqzVuudwRn/b2JBWUwsU
ebDDAACIF68oMLfQNOWNrWyerJ3BpZLor/IrR9w6OhjEW4FurASo2lWJyNiqLM6EiuODzLqI9FHy
4SeyqvpqvE9SohO52+saqBm5h+JDnhaDA3HYtdKDnSApucaXUnr7tPYQN5DSLboN2axg66jTeegq
LXX6fdrzOTZM3ezwjgxfK3qi7aXjDIxA6G8D9lxzy6FeVCciskqfMMbZYM50GyzQq/NBk239ZWpY
6i8s4tNJt0IqpJB9HSdPPsluTzJ6at/qOWlFsFlTY8YgL9KulUOQdI2RwMtDc/Usyz6Z3qsytuBu
gPW9o8M7wtHJZECf3ecovFlXix6dQrwtEDh+4/ZiAOcsRGr4GQMTKUfDbBrGNiunhmnaFpu2Ve5+
NSDTdZ8+czel6FehzoKn9922wNGKFOSLh8BMfU/AXwCpXYqISPT8d6QBTX11J4s2bH6kVg87x+0G
9+yFWhbtcnzKD15rq/KYr5QJh7FEzBsjb3gD3rsfNs7UUJB44KZDAJC66LdaR/7qVifN0Djge98Z
Zq7D3ooa8tthLGCLBspw1qbWTI9+7MRsoUY0xtfhYgb48437Ri8/VxrIi21SIAIGlLiF3nQVncma
w4U68+Ivfs86CSLvnKUx4lE3kfW+oXPvnBgU0Atkh+QJjqFiIUM3xwRaInkej87YiPFkNwP8pULT
pHN2+WnQZjGzYsyKyS8ZHEu2pz6fuuwB1mqdPeVEt38qozCJ/mbf+a3odRBd84Bya6HM/E1nqhot
LhJ37BhZVll80lXrPw7uUIsrut3mAKdeERoEA6M4G6QsfdcGGy5xKylBcOrqOUBoZpO7THlEjoZF
LVPkeqpXB5zGeYW729Iq7S+n1jd8HzTZlje/bRxbnKBwLbz5GrAp8DhpSPqz1qe5gk0f31iBiCa7
id2KI71jDQhKB/R9/A6pUtW7iIO78cXLsf7+WLv9f741cG68WdNIFLPwHeicpSlGsSX+WuYJYJfd
UCYMf5lvAd8wjLS8bqo8Ta/VkBXiJcj9ginxijxb8fmtg9niPZq6GYxuMZVmbbMQl98Mo6kTjI2b
Gs9OZCaMItzUZxcoPRbkhixXlIC3qgAJSKp2bjFVQsI0zTa9BS3ueKJ2z3kfGfbtyr4TC55nbTdq
hYuPPoiAUR/xdSGNoenl+Ym9sbo86r7XMcKOR+IpLPVSdbbqLgXR1elen2Bkb7plF1vt0JUgm/ZL
FEY9pF53WcYddNHQxK1JG/mwDpPs15U9J86dd6tQ4Nr3BgDH5mtrx7q60cHfEkkSkgiG3GJGErth
ZlMYEzImxaeMlidwQgLDi6uaMhuJb9va/qcMaiPFzgTVCLf+DGxZOQljVMBPqMvenQM7SsWzqBLq
06sVoNJ0Jmuz58x8w9jzQQFEwWyW9Ak7xCXtV1r97ASu1IgFRQR/ZTJA0s7kPsTWdspDVl+wxHSY
WAHQQa/QpjFkiL/LhBjTSx/PEDmtQ9t9LOOevVwX7XyaXckm6xK7AkXWd027he+9ykw+IlvvwAII
0oK4Y7OGyrsPcsnmuH5ZJNjOsRerLYQTsajPgicv305jZw4nOtjAGjdrDEDmpmytAPbzYtyAm6eA
wyoy8HmzBBznMe3RhtIlXXiZQ8oQ6D5h7uMfjGUW+ErrXwsrIeDtvEcrEcTDBvejlny36hBTeTmN
JEFtCRdFPZZ7U14OG93pJ4wqZZuCeefPjYwbSvUCACioouNKiyo8jyuZeeH8tVkp89WN0lEb3Unb
i4M7K+4DMBxLhIbbMui96AS0VPuaU6B7JBUlEy8qcdS8U5aQ0TA5lC6z3Y1CjsKvRsYC3NtLITy2
Kd6tteSrly9/7hLxl17N3mjp7W2b98I/R1FBS5nuEsABpEJOLMuDrOCtZxtadsGwiQXZwMQERzMc
0FwyD2D8zEwdjfEZsG/pVsWLjxbRfFg9uPGaeqCxkPO38qrhC1CqNvmuZU3+8HuT3Uq/DJzYnZvV
Q2nnnk8RqasR2fNghiwRTHXnfzFitvQ7jjYmGfItiJL0YjcKyVms1ajICtfUmkNRpySIGQrd/GmI
JJFhUvOa/Ga9/VcOoRsAqSD7BHZd9M0slD098sDI/OgKOZIkiOMj2ItEG8VDDx0FmVRKe/hcGTIH
dKTR0q++VFHRpketajtELaapKg4deId5t2NWT1xf2nl2+xTg5njMyLstbmLOE0y058dTIr6t7jKh
jPeZriXel5Cc8eGhL7CVPdL89GjSRiCh1RFMz6BtxqQurasm4/ncjpY2WbTrvLHb09aUEcDyJplO
il44MEY5Vv6O07RKQO3NpXwfAv+5asjNVg/kIzPOqAYdHQZztGlfzD3/gwd31Dysz4KAjTQLRjLW
B8tFyaQ8HEKb0moQQLIazIvs7Jlxl3SA1WgIEo13j+eTaLagpUdwu/6+zeSCngwFFY8tU0WD+tFX
HYyTlNSlepPWjllsS4Y70z0BSAQ3cEgeiLlgCFR/dB0/NZ5X+9f6etVyICCDIvRfWmvs4quaVHjj
AXm6MYH5msvOlXWzMgyKvGOyON8qcjivtYjlRzVgmRTS9JbgarPmR6LGemEESSpLINUUvoPsFUl8
Q1F00xTkArq41MgWMsjf3q3pNrVrIeYROcpSpEG2q9FMn7Mk5g86vQ/YvatTyaTQuOhJiFeZTp4p
CUubD0BV3lIOEsiSVtwjY/eBJcIPzq/P7GLcXP8bCDGLYZwJqCS+NIfiHd9NEx5MkzSZfVT3gXZZ
F9pcZtOPgVlPvdMqplR7qhpNXWE5RJnxamLKkKVfVYg4/E23dLxyHavUBooRKeWbdU7s6xRKECFK
JuYxOXEzTCXvTCymfuR1rHTV4sNfcR9TZc7pOxE9NEbvXdhdObWw5sd0CdTovIoL6qUe/zq1JzZF
SE6ziZ/cICiQ+pQGHssWat9LqukcNl2/53AzcvGLK0vntPnklyQY3azAF4JveIn1IZZVr/k3relJ
9zTWE/tmkLMyXrq6sYjeC0xqYrLrmXaHH1BtsEWvIHKkxBMfQumFaPa4WUJGlZXjq3u5ZMaEE97n
G1L1Iou05QU3VPiJy5Vw8pErUdcUgse01oam3qzLm+/0AY964wvJthXO9LX14vRA8EgS8HTeHJhx
1oZ+zMhv6ELw6Jt08Wz9uQQz3p4q6RkBqvBg1waAUJy3IAFZoW400ipn1kDxwdArZIGwi6yI0eka
Les7Jy9T3VGkD+oHZQhCkmYoY4orpy44b1LFdhUQC18gYOAcyRh10Zz8+X16b98nJkedxiitQFCZ
DmjfXytFva1wp7pWe1kDeQY0c+qMyNBSR1b82r2kgHseqsgC6wRHXTGdwTWL8QhI1slX6dTu1qIg
F2peROm6tjumw0V08LJgSnfzUSzea0v4EAOquD9KTc/HQzSZ0jxVbSuYYOrSKo+4CUPgyK6eHQky
GukIV5HuXyootQFPNOehIwAUWh2Vq1dhv4mEqpqDLsqMCa5y2TvyIUXTkwGhepcWdcgtTXg6EYqo
h7ujqH1VPqYRlTM+NZu2YGIIrNh5lwXcVWOCVGDf6pVf7yvNC4OLcmkpvl8pbXNHTxzsNVNrLWtH
prJEzSyrSC3DeVFdD8pDoeYj+xK9VBq+Zu+UASJhT3jVJHYE+zTN0dQF2y1uCu7RwZuDbV7hbh7L
/HGFXDRLfeFT+QF9s0tqiJyWHC4/m8P/Fr+nGnd/vhvMN4hLNAqexRrsGMAPgJ29pZwxHJsMCl0D
BMEcD5YtS0Gh90V7g32M6DZAk01yQdguxaZulfI3Lvml/rmWbc8odSkxJxM0+S01GwP00midqxoz
lrN1p7ZFPJ5HEXmtHFC06geBSxnqvsyeuwx//ihL2PvP00Q+BXA9fLLMzjkGBfON/1MjPs4N3mpt
+xfdVGyHZTajysjv5DKuXMlwwZL0sijpTzoh9kk7GwL7UyXLqviiSudL6+dz73IhIIwhjYetCmfa
fRyO1ylOgnCLHiGxdgO5m9dJIrKnVGF13tKvNoZdDyuHr7J08cPRnTb2fkFRsDWCusU2AxF3i3OY
W054gp9SID0lBMVw9DNUsnq8rUPP+WQ48D+u8y4y4gvt3TlLGbhu8Jev/e0YEMifZ/HwA/U2ABO+
hRkUfKiQTETtwnCLo+pqY6SLOg4gB/v0tnUlYpSxThWKBOwijGb+/GW9Cb7gEE0YtI3fg7MM6dO/
gWfMth6JtBP5VQPHcjiPQMs+isjHKWyNzGTv0ijvra3hW3jHMZpCf2e0kXWnFb2u1odmYY7lXqLH
R1F4A0aVV3uwbYQQg2oyYaXR0nt+BdLkk6FuzBF1wUa2KotO9Htsc1PkTv9eC0wjP+YL0GZFdv35
E7+ZE/GJbRtJEnkfBgRsgHtv1l1uLCkoHQICDSwARttgEF1wnwMre6h8hgZkv2GSpttbfY5N5pBb
NlsTnJase+dL39W8QRq8dZccCWckP/LPb89820Bg88I9Nnc0kMPCxX7T1eilkfeZ7wcXq0isPWWX
Xl75vUk+sqdxADuMS0damh7iO5QO/W1LwKBHWLUrkX+1oRNcR3YUmNdF0tTDGfpyGJ9F6Rnk6eKF
sNw9ziyYZEFZF7zo2oPzaCdO15Np9fYhYm7iPY9ZiLfsz5/tt7ud2RwHFJoic6vJetsbsdwCVJqH
8GwVFq7e3wEYtM8SpXztjhYNEol8KgdnX429pv6C17HeXly81A6WeGwMM2GAnNVfl6aawW5BiBPk
eoNC7rE33IAop8qPrH1iQWTbuJFO2s0mImpCbvRIK83jqqdKa9/qHhFh4bVOmS1GRBIlrUfK5yKS
dIQx61HxJmLRcJq5GwJDFriLA37qWsXg1XahjES9YU3kkW5daK4HWwJW2/hEU2Cr7a083K9NqbbM
Ne3sZSLKbtdejW8R6L1Xs97oKQLU6/xlIcLTz0f/edV2sZ9zw5kOaRZgA8id/WXVnoSn2ej8w+Mo
a3i/Zp1b4dGolfZhbVw0y5Lc9HZsn8w6SaPbtZ7TR8VO6i5TZ9VjNCBSBQnpfdlYKHGJepE3+LLq
pJkVbFGxtYeYpJlknrJvtcGf8ldtpsPc0jmpcICbL8xIfOkmZVv7ygn9hzUakHhmmjjraT5hXMMI
enHgD/bojI9UrWIEoIMcfe/UevUyw3XptywtoUyFdM3MweCtVlpAF4NeOFv/yj4gB40vjCEIv8Oc
pBi+mELvOdjMStfZuJFkyj68dowW+s46Pxp7xd5FKIDMXgzklg1E+IHXqHuBnRZlXYfZutF9D/DR
sj+vbfvQZzR1Veih8G+Z+s0ZWwtWeCVOgvym8F8hPwzY2TrXyV6KdwoF/LqDxpVHQOmKsFzP0Ot5
em19rdCGdQBQgmSLSbFdunwBQ+dsv85WwEzNjS5KP9K9KqcRL6Ep55FmTYP3IV0CENd5FSPtAEs3
7tKivFp/8lTTXdB2sT0OQBSaJRp2Talcb1elBXws5AbYGAocIU22HTU70WE/RtI0jp0kWf64Zjut
DUsi9nhrhtXFNO2yZJSHfJgDN4OcgQ8C3bKPH3xEyx7aqKAXPGYcLTIWDlvCUMwj2dQPnVkCgigl
W8C+7kePtZwBxXwzmzV2552DXBY/LaO4yfxRGHU+vsvp13i72IuUe3bXc8u0AH8dn69Tz7DFiN1A
5Jv3oXZCJuZVXCFCijWtAzZRw8WYzdnKvbY0y8XGYsE0EXtIfbnZbbyoMJovK6o1WyoOonWpNXzA
A7R/ltNnt5SXYZxNHMiKbg55Jbj4JdEsS36JYWd9tJVIFdYQCgiabtM6R6B6KZcG8wr1d41kPqmu
pXpQGCU3eC9iOrr+AHnzsXG9Vrg4Vop+T1lE757RRoByuFAR+HlNClJnUWBxHsSOSlEEJG8eOeKF
eYmGvj5BTkOosN4t0Ls9/1YhCfqqUwu3d7KB+XRMzTHsnuY2nHixNX9urRULT8TEMCKvJlpYCIDW
BkbHEU37Vqa9wzi6zZL3UMB1SPc1hu9NoJH+dupDN422Yc/852wAmygvXgcbZkdjrwU06LNlHUuG
I+n2dYUEtTqfOh2RQ3qsYtpetRl55vNAF5l7ajkUDGWb8TSIJuZIoy+rhxe28wOy3sOEKM91Zz9T
d+IUVZsgpi9N7PeFgWqWc7RxDwofX4RHA2187kvupYeIMxtdNMe3RpdhZZS/c2nERg8G6gAXHzxd
jf6Lp9Oq33KXOPaPNV4vlCAqNn45XirQbT7RjDAWMCnOJL+1/iWpO3e4rjPgZmHBvnaTOMpF2ySO
jIG1oSFYlckdiSQBvDdugqHwYujQU6ydwq5JxhsvczgutWNthbe0PAfvoR+Isb2KXRva2RCyW2Jr
sYJq+DQ5tlepjYDh334oljXLax28YIjOiq5nOOHSuHSxTU23Fq9r3aQ1goT3a6GWLXnLiVKGf0PA
avV1bFyzutF1mwgyy/NxyIXG0J3Mypjv1t5slbmpbUyqaovNrIlPLo+DM/fOLdvZ1EYmGEka9NMT
cAVz/xswrlPQF2+Vfu1lLUySoVPNcGSlcAUCiWQsr2rLK6pTMMopZ+Hw4sZBK1PFBD+YHf5Sz7ba
3brm5AjTWAIdazmBzC06tNihfuOgSKn3eAvG6uiwFXxiFDgSlZmrYPqWMKY2oFuS4zuclO9JfeOz
xuZkAUxFc2ohFWGHk9jLjllHi/YI7YCjeuXrlb0lsjBod1A5Rgtw7dynTLAOa90mq8uiu7bpFyRH
Sm36d6MTssOtvS/DTFN1Nm1C+XZj0qQ5qpEURR4C02HUjzrJFrFNu0pjEQmt1io/dIK9kXNv1b4U
GAZj+nVYc09pbyeI7+XUQbzUkJZs6ZQ73PFpV3f0s2mvbqAcz/OOdMQk2DVUdD7VyrwawD5gm+Q+
XrZJ/s9nRlrtoekX5hc06vNjNK/xwwMZdlb1AYCso46ThpaWyFxPOSbTX9QH3gMdCzssbwkgJSlc
L+Kpumcm1HiPaCbn7yKc6A0HmYH8bIO+PRrGAxAKZOAbolgy/4en9/2Uby2ZN+PTepaLDcDd29hT
BQdeRE2Tw77EnWAh4eh42F9PJEuZspYQa5tqzZ/udVjSWEaVq9+G0yi7hwgDcXooGiezHzu2TfvY
+G37F6yr8VYURqHP+Y9hIYX+nM3zpuiaBwAIXMLmsqrB5zSk4lrW0JARg7qDf6i0JpQHLNISfd9A
t3xDH1zGB8ScpTxWPl7m3YqL+XOpbs2V8E/lICku0KM4nIKghNvvv+1OiSQuUURr5pWzTE/SSrnp
JQISrO5sv4vcnafhQ9tSZHCzRLg/YSgHff5pAp5DqiZ7kL/VU8y0r9goEsnT/NZNhFM/QPBsn1at
E3HFtDy9TAfxskkDASgOpXX9xVKYIS7r4aRYRIeWSCLC7DkbDLDpHP3zOpdbY+ndPiqnu6kYaEu1
dJrNJ5m7oXtVWHo3/gXwtnz0Xy8NqQaoQoiUcZBNL4eMn/ob2N2k1LLYu2L6rBVHaj7rOI3CZyjG
QMQyTgbBmMbdWm0WfWh4t8KLu2iXko1hHNYRLDgOUi/JFqnp51jwJQV+XrwA18g96ZwMFo7XLUrG
2MbqY2OoH7uh4dqX/mTs2pzVclN2OH52RWgwEqFG7KLr0WvMi27oEo5EVPQaF9Nhidou98a/fx3+
I/pe3a8fVfzXf/Lrr/Q78C/F8s0v/+u5Kvjff87/5n/+zq//4r9ukq9tJaof8o9/6/i9uv1cfBdv
/9Ivr8xPf313u8/y8y+/2JcykeOD+t6Oj9+FyuXyLvgc89/83/7hv31fXuV5rL//6x9fK0XsNa8W
JVX5j9c/On/71z9mve6///zyr382v/9//WP7ufhSjUh+19f673/w/bOQ//qHoXv/xAHMLaNzrqfV
wtG4/77+iflPaK8Bsnt2QO4qlgg2Vxnzj+x/uj5Bd3QEZlEB0QD/+DdR4UuYX++fNpQ8Jk502AIy
A7x//Pcb++X7+7/f58/ZwG8iFqDOYhehpRBYtB4xbL2lD5tenk7p0MlT1qbRmU2wTJlxiq1XTM5V
U3f9fdk7EQfSPj9Jh9/z0sp/EDL1nwbg6JuJGdh9A3CHcYEjvmpNrp0aRAnAs0XUb5JcpPsmaB0q
9CbbRUP3PIH3PCg4V+efrvnrR/vlo/yqZFk+CkcH3ZrRr3yitz0GbLqKxkcsTk3QJd8sqt4DMU7V
2eoZ0/d5L/d5giG30kfnCjl3+pEDprvXc9d7cKwpObKfGsB04+qW9u/JjtqGMlLUL/iujX0SatOx
tUjstduyRO3K9tpzVPzqDw7toBQECzvx8KCrKvlL68L4tXWxfjAsGnxN3EI4B+at5KdVR7VVAyrf
a0+tlxb0EobiM4OrYc9iWp1GaOzn0NTbo06WDWQDER9SwCRw7Q334rrUyiqNVP2XrsHvF9uxSVRx
aaU5s5TvzfZFul1qDrEh4MbwE9ogSHdRWIubPujNw+QqbZslZXz881f8//ihDmlQCyraMbBG/noh
pKkUdJtansg2A2EgiQLYQOo2hu3se7rP5uwIrXd8b/P//3MhRNMpNcG12m/7hiGHXDYZfi5qHu5s
Z6rQ6Vfv0qHl7tAr8SnR8oc//8g5Cf3XfRgpOyfwuR+DGRCk0DLt+ulrd2vscMGU9yevHC5YgEWL
4CqCRZ7E8puSqfXVg0r70ocV6dalHh7jzqyfUcbE1/BUGFUXUh9BS/W2OvZKuO80n05rRScQUEBK
eNOxprNl7Waatf+ui6uUI3pCkJSvN5dCiq8CZ+8VHR2s+3Gb7ZwJdFAzcLQ/CKGLDwQZgcnpmvPQ
5uMxSePymX79tLdS2X8C81odMzfyPueZt2k51yMathGiW3R43hPjhXzcLjrn2ixr/1mXDRgiSaWw
CSrPR2BAm4GoDce6wHuYf22h2t6AcBoTUIKYDcvOwbbHenaFHzX/zFNn79HmyV3Ttp08zzp0RM1j
138ir0M4O+a6LafMwmseS6MAhRVrOJW5gION6h+L4iyNSe6CTg4bpsHyLuB4/KzVZHhQ/MZXWtA3
BwHhFfkC5Gi64eY+pYl/GdMwv9LjSY2oL3A+bxPpmt8qDz9+WObtSSC0TfcclU5wftoPmd5+tDkb
uaAPGvglNB6Kh8Yf4w9hk6nn3BT+VUXr4lSmVj5sfMGTSwwXJlNlxg9kb/diW8AXFFudqyA4nWz7
JuvK7SjL78LM6xsbHQXgaw+xkuL7R9FtXgAHIe5OSlzehW+HKS6jFKDLhBNgO2QG9GuOvN8acBzP
IULYq6BwzJ0gjnnnxQAmWCOza6zgUb+XCF/AUhnZTDlV6SYQbrc1Qx/jmldanwyZmNe9be4yLzH3
gRN5+6nV7jtXn9kVaroBiXEsO8+5LymlNgQBjxcON8wVK3HRhvjLCKJ0yptvgasBiojyOwutx3FK
PQTTuMY2qu+qR5CLxSFy5FfSfG0+tefvlNk/IY5qokPtI1ZhCyC/YczKZ+rb6Cnlj+4NSzSnofW7
m1LVAxrtBABaMEl/x9ccH7yCKFhaXTS/N83cN2izcHywUdrchhDA7jHEEb2SKfnsxhiz/g97Z7Ic
t5Jl2y9CmaN1YBp9ECTBVpQ0gYmSLvq+x9e/FaqsSgopilYYv0maZVaZKwjAu3P2XnsveRndhmCd
MeJdMgdnwyl4G87kn6kptXslJIW5IiFv18JSCLamBufOHGflUc5Cfx1jRzmRzEVdoVEGr4ZSf0OP
sdvJEtJQF5QT7re4QC+lqPEd0RXyoKlN5OH3Ny76sB9+r4Q7LQn9PXyr0ZuMUvmKhUQ59Dgdt3Rf
o1NdCkERa5p+SpRp27ZLvkYE/nJfvGupJhlNIbaaNF4qUXlNpXzSRnvajU7PdX2ywqcsraurOK/a
R6eetgb/6PdqShxqR2xIpxqVUrApJyf8iWiw8rpO4sxA/a7d5CNJ1VsVj9YJX1O08X8V8mJyRBoa
mbmPlaJMDljx7mKqoGf6tXqyibJ5fLRKW4Mx2DB7GjLpEHqaqD3i9HPVO2CPLeYmTVBcbXLTjGru
bOrMpraIWgXay6WQvqtJXCH+nL1pz6pXbLMpD0+0mceH0M9DivBYLphA9VYSnYndNfdBYNlY5WrD
uaoJ+9WvaR/NL6MaW9vGiF57HG13vWln1qlHZsmorXnVktqNLWlKtnjHw40SXUIb5hR3jRq39w35
1zth+4GXdxzy+2C8GnMTU2Qw3iFNuNaUGgaooUzeIKrxCs35a9t/NhTaIZ1quPAnlXhjI8L6J0iU
pybT9SNnA8qHsTljwTVJZWez3QVV6WEAA45SEeisYw7bI67WQO/Mt7YseANgakHvqFxV2LW+T6B1
PIuwOwqp8Ex60q6hbeG8nKqtKsw8fuLDlWTAZvOJPIYg3k9q1d5iFQ52ABgv5HWujVeRbmAhpJ9g
A9ooKj3ZTV1Nz8Sx4oeRP/FZoNS7RkaTnNB7OdtUJeDP5tbEumahaoPNVoQ0qdE6ihIB0ICeGDPa
nldZvFRI7+8J+M72upnNe+qaEiKh4tQPRi3kDgZPdw57Jj09KjseyyvE/s21SvUI0Flm3ELwm44N
siOq3C/Z1D05LaxRfcqvUAixC81ZV26hFUbFDlHWmd5ffIiJKSA0IYI5hQaO14GBt0Fi84W9RNlZ
FxuRA0h706r5dKPkUbLXa+2OoOIbv4k/RV14n7WKbPcXn+6tTePgmNFqOUGw23axoz7Ejai2FF3S
w1Sxb20JX3rJG0kDiIY8oKxy4MhiKj0IPXj739Mk7Qijj5oHgrSzBw6sz+itzZ0S0aMhXty812Yn
OaiyaTd9W9v73K6Gnah7ClWUu6/jvsqOlPIpQ9u+2JuhBQaMPw77CGlQifYpyPLzACMonr44MaL7
GdgcfZB/osE2iYgiPmijUoUzypYMxfGfzo/uk0y56SpY0lhGjY3t2/bWpDT7mg18Cty42+Nkq8kd
QAd/P3WvQ+krZ2C//b5rrgynHbZVar9qBVdhva+Gs65E1lVoVabLcju4OL67fdWdKvMfP7Osu8Kq
+qeM3XQXt06wGdTAvw7sKuCXQsustAG1bqPfi0GxPkMULXZKbHE/CU0yuVCg36YJyOkKek6v8D8l
aCs3OnyMDbxB5ZhD6DpBmLMRTTp3pa18LurgaIXzNxvWtVtBiIp6gxT7VFKRtqV9D4m8OgQI9rdh
rCGGcwqVqCQSDb8CENQwGJfDbtblc5TUT23R7rSy/ia1nhPJPP8oh/oR+GVwb4MZpPZu3lRV0ex7
U9uihCp35AJXN1ldWztMW3Am1ZQB4Pls60h1wAzLkzP7MFT7BMysqWansGzlOYuN8Bsgofbgi7HZ
+o6d7qrB+qSryRce7raQsfUpFXqHe9t0UckPFy4e+KJqillah/bG8KNvAaerbZOV5jaIxENimc8o
AcTeV9PGs0ylOGBvemktRHKQfb1GHQhLqK36GFnlP+gjDsgqUM624ZXil64QMdarfqNYHLJSm11U
OzcQEnG6X8V29Blv1T28iGGPjS3eSDkYm4DeFe1P5wt9hI2qhDbP4OLjobgRldMrZT/yEOV4QER2
4De/AHtEE2NfGcx0VB6hvEZ3bZ3I1SSF2ZnugFUm104CpXqLDeBr3DiPjdNUn8fU35WF/AJt4SWm
I34K68a5xzV5rK1A2aSm+km1QvIfFZNSf2Q8F2LUdmHfzhBew4EpFHLnS4Sxq9CNgLPCL+GggHCR
41p7msjjJ79K3aQ0AmzN8dMMVmXua5UPW9KgV1vCtEvnRxfSGhoEcR6B9kpks3AV3UlufZtesyPH
MzQy6GqYJXdJWoIAzpUxuKpTuz9RhfVQU/QutEvj3mxVz69buC6grB1O9Ju5lcZDycs/dxEMUBKw
zqQdAA5+lUk07JgBh6RI/B2aFnpewg92GIGnjUlcHfEk0XQPVJQ2kIHbAK9QRrI1hEJuzA5pyHmn
t2dN5Ac21pt0bKatoupXMJVtmsTfjVTTnwJiw/cDZL27BJTOtmyKu3Astmws26zJo29ogoJdYDAL
q8l57Lhw7PO+jk6FGUdw4+Asx2CDy3puwNqBODxW0z+jE7p1+InOOUqh8Jgq2K63DY6nfW/1t3PY
2duyrDkWlod8KH/m+Z06zDeUTKKDqZj1Fe6lFMMsyATYRdZ1YV2PyO6OIKkVUmd7hw9T7WD0OSCg
xmAjjFJHJ62E4VFkGFfhiwSHwkmHb0bcGPyqVt/yZSu3dLjpxk0qQMJp33Be2eSkBz5yohj2TWKh
OyOzM3dqpeOdJ8WXXGuyY4lSeqNNmYg3uEoBMmkW+XuB+pjIaRN2OszYalQ/UX3YjlIcNBRSe7MR
37tBv8L9l35WaxoGzmCdIp3pTr8IhEba/agvTvjpKPNn1Q5Pgf9qok/DsyXotuXGTqhomoIxuxzo
LUTANSrmyThXCUc4KDJFWrKigZaBfdI7VnkFCs7qm+exhpRlcR9U+ufJ8V1QqVe9abFHyvBJiVv7
UGbd0cQuiw4MrK9AvE/WImR9PVS0TVBpyOVTqJAwbPCla8OFmqtb9jaOSVuTeZV5BDak2ynsb5v4
waenVQXDrg9HxLsA+JzT5KTfCzBmQ084IKSQwak+zQCKW/sqTvP4BuOuF7YPWlzuuvFbafCH4Icn
HIPwnb2tPuKb5rQ2uaVaIX8Lp40KMxerwcEMxCfWzno7qFd4NHkd5ql1sjOX2Z1pPFe0eDZAWTn6
2nd+9EyaQslMNs5WVz/oJStPVp8Vpz+qWN/bWdtV2QsU1eIcTfo3PAy3lnFVVFq6t8uvFr39k61/
oWRtbvo6OVrGHSbsk8bX+aPpmualz3Lr1g/8sxFTM2/nZGcPcfmoDOkjyx/4SaSpBua5wCaL2KGt
ASBh4rLRdu0m6HC8X2AhLAwONSvw0F4XJuU/gKs2EBr8G+k0XHxqcTClHJ+Bre5moyh2QsY7MQ4O
cZd2h4pXqyCdaiAZE7xa16bjy3sYyuGmF1bobCGccn9Ri/J6mILwB7z6dBdP+GGws1J1zgFyz9jD
sx5mwrax4O2FmNl3skXRmWqcfcdsbLcFEV8w2cU9DcHBAyBoewGpDrsobH6Yg6Ju/YBXoQPtOaIS
8ndt99zMjXXyMxiHBkRu1+C28WUQQcR0Bi9J5LHaf05TXTmpvuI8ZuPnShrOF1GEw1NlcVLwO5Ua
lFG396Xel5yLwxasrZVsFcBumySGVgfLD/AJpX7hkhA1ATDyL74TDon0a+RDHWbmOSuaa42r4T1T
n4auljgbTQCEnLCGnIdCQR8/l+lBl+HXWMvmxwyx6Hmao/k+g/KGUcQ0tW8mjPGCzwgHAlevYdqb
taJ9jyhAwFWlZtZGR2WqlJ0f4vJBRDQ4tLuwY5wzv8ofheisK02ZCuLckoktI8fOK4fgxPS5JIs0
gCqnYFfran0nZ2vaqgkoA1WjO0MpJ0YUClFQI4DvRL/iTAyHeg1FoTx1kqzKCPcn+sYeIWkrLFpN
Mhr7by0ZI8eI1Jct0eImF+QqT84V9+9D0lRf1TExiOEOK5cAsoDMvMDaR2bZ/UQ37XzXyn7cDkh0
OfOhJictXM2N68oOkplect5tasQsdyJQ4+fRAPG31dSJowCdYftzhDScHRSK1V2sw1vl6lK+aMUs
niY6ryFtlDC91ZG63kWalX3D34xPHizXZtYVA5KYoBcLqg8Ks5Qg+HOa7gdnziJ2Y39oYM8hYc+T
wZWNA2e1Li6s6KnsxaGoTB/7LGvzLiom7kw0E8+d79s7ZA6vsm7lju+xv4117QUltvyGkY+EdT0x
fgqRlePGCtP+llKuL7YdQbBnTh1qf6mBDux7qcl6I2AhpxSWGrx8B9lD9y71pMA8zOP4qmWK5mzp
IKHUm7kmACwGJzR8BmMDVcPMt6A8JHqxroZRDjuHGPRyfAGXEtzoNiB9pdOewnDSoT/W6Yuvt1cp
dck9j/9ToAfwn0ZrI33DAVfZdwiQ5viUltzeOa+b526q/PSc9W11kMYAMSLtm5OlzffW2MDJoqF3
P8fNpw5b/i0n2um+Vp242+OCe+i5/x16yVu5MCaPlRPKmzSY3CQH8twbQ36+XMd35jQbHh/ptA+t
SLmIaObgzrmwHkCGbMQkpy3tLvOVt1hse5l85QYeqtuqTnvwkqhOb5WaPGwVnsWthGSxp9I54coe
wkrbBfjyADBg9ITudtKhh97hSFIeFCU1XtgHqseBRNgtWwZF6qnRg+DYDxqyAEvEKFWweYc/Jkc0
NnoDY7guHSfxuLuTDUNk389xEMMjaonmCh1VuyENBag4ip4tAHT7pCi1uBaK7T/A/5PXapLoB5hO
JhdlnzYaqywkFKp9h7SBJTBD69iIkfNajjLM3LHbpNWxaeLpjD9k/DEbJtSpnlIvbfkh+xr5nPT7
PFCvcGsnn/C4t8+/Kvr91LfP1Two5yF06pc2CCHvGg2FDbXobs1RQLfOq7jYURMwXcUQyoFUh/6L
PyaRaxjTfOC+dNOSZPulm1v11ir7LNqmvemjHsnMF5Il650xKMqdPyrZXgQ9bifp2zdcqMt4p9ZO
ew0+fqr3vOgCJUfWzng5E+rxvtbRe5xH20XLat5V6LQ3Tke2cKWW1H5aX72BlI2azFaJBh5j4yuE
wvQGum2+F41uDIRJ5MP3LIn9g5q16rMFavFLMgX2PfTa6ZSopXY9w5EON/CP+1uHQF/kTzW+sc2M
vIl1bC7aZ6dNsiNwI8xqbSyGY5YbGSf6LnR+KgpXCA5fKSfPsLydOmP4PiHG3gwWWcjMMfkAS5e2
iWKVd5Mt6f/nyiuYLyjQvwIyqb/qt9Wk1gdCBSD+anMd7/EKyn9UGFT7WMWxtqtiUdyhF0luyomj
MGeF5HWsmclRk9n3JY6m89BY2qtaCeJJB9XcT4Y2H0YzV2/NnE14uljMlIz/KmJiMYTfdrdTaxvA
asv2mUwL/7opTBB0bfqsp/ClM4Fzb+uTCIbH1kzte9Jwo7NfYbc3Zc5DopAHFQ7n3x4JRnaIygHp
SDqVFIK56j8jk8KqI6oZjVjUGcHNoMNbrjPFeMzgTPXHtkP+FOQ9b9nGEXU0I707OU06E5c0yO/t
xLqw6TCzfgGqFRR3URu35kaRmTyIPpf3vnRalTJ/jrJsKu39WOv2N+QIWgWhAeSfH+YOOdhZbx1I
ATRvc7q1zwahRNkuaFR9oxiteu7CqYBCb5j70FCnE4iQ6Zl9neO87iAhsCB+/7dU4/83vT9qeqMT
/kvTO4zy31ve/L//q+WtG/8luWiRaS+Ifcek/z8tb6n/F64sYE10nQW+p0sn7V8tb5P/k4mVX3CQ
1VSDnMd/t7zt/0KRokqa59L8v3S7f1e2KAwrUbToS0ULmqeMKEQnuBP5gNyavADYJu30QZfwvdEv
2vc3fTpVEt85tgrZog6f5mAE0aGO6/QDFux7o196om9GT6gXZn6v2h4olGQLxefC7TTK05t394fm
+XujL9q4iCQp+oC08Eqfudsq0U3V1f9SjSAA+bPI4L3BL7rzNz89zLqmlGI0PbNxnnXTfrYIf135
0C//5pux7RjSZ4VoziN5+zjqBbuNulv3TBY2jLnWh8SMdcNThHhC+QsCPhubDwZXf3d9/ftbXDTz
B3JlYtkrhgcxLXnhCNRd1aKFXC9GeSgIeN+nZAsesrzRThHFuh11/PgD8dl7L+TScX7z0DDdWmpl
SsNDvRNt4Xqf5l77vu6pXf7eN2NnUKUaf+SFmOPgAdsdNoXgFrlqcHXR+BeJomD8H3QPS0yyi2b6
KmmSrxx8MX+lok32iDXYMyfre1nNnDj0n+t+92Ly4nxCv4Pl1JsD3uRsDoRdadq6lUFdzN2iY9DI
DzWvxUp+KFRFnDS0yf8t+fq/Tl51MXmhpKYB6F/YtIN2UofgPqztlQ98MXfLqSAvp7QzjkfcqUcM
CpQWO+cDscg7H/kvNc2bD9HUU5rNupLeTUNKvItmFs1dN5mkD617p9rvH7qpV30v+zq8i6c23JKj
I9E0lM9/H3yh+fnf5eEX+ebNr1eIrDElJ03641SYksrZRUNmHvsCjT0V8rw/DFzDf1oOXb8+5l4J
38zaT3E2PrZ2TA1LKTVz5V+6mNL4Fg2wzG3l+cR/EO5tnxBrZB/Itt55TUstT9dPIpqRaHsQ0B79
nnsfjaeVm6ZYTOlAAygVt6XtmeSabMyqfKUf7P79Fb33wxdzGgFhWxWlXXqRJsWzgQM5GhP/g/f/
3uCLOd3NkWoq2Vh6eWRRhzIgmu1iS6fPve7HL2Z1hcvPIVyy9GTSRVfk24dbqw/1p3WjX/6qNx+v
U9EX6ka/8HKEVJvOMYYbc9Snz38f/fIb/y3C/d+pIRb7sj6M/WyTleHhxBx2uOOjzYBj+Mq80JH/
/k+89/gXc1v3qx6f8WgjsjD3vkFR1NHXvtrF5qsPoV+XEES8jtCLI32fcttgAFi3XIvFXOVGqlU6
mGuvkhr0pPS6CpIP8Lh/figUeX5/q7mFB2wWMfSKGLg4RKdueqn9slq1XmvOYq7aQ5pWkKGlp6v+
2VaegHjs//42//zBaEssrG9EeQX1QHqRERp7P3EoOPQpbpmoU5///k/8kuv/50fJjeb3h2MpNmzg
urG9TNoQSR21uSI55pEWbbvV7SiydqRR5p+iYtj2c/UPjkH9iIx8fp4QwlH5gj8Jfd1RNjHg1SuV
gjgbIuW9MByT+6BpXoUpenCnxQMStzOIKmerlkZ7rqtMc67GSPv09z/knZdsL74foKyJHlH29QbJ
FQnBvnWICsoaq0Z3Lm/ozcIgSJisK9ImvFabaQmS6LvLBcKbdaNf/qY3ow9FBPZEmzUv6uLv/TBc
J712v27oxZrTIygKA+VCWVSGF1hAd/Oc/1g39GKtITEwy0HMOmS9/EqXLj3qI+vupJqzWGzQPBEN
NzJ4YErXci8Qsr//6sus/NP3vvhO/A56TsugJCun4tYsUzQrQqUshMdq3w5F9Y2amrm1FdX4wHzx
ziy2F8uPTsxsFiSl9Ailnq6pVCdXiPZQLFwkMX//o977+JdLkKH2Joo2xyuYVhsMozeyT1fduTR7
cVxQcyKTw7R2PCiP8RMuleozsUP9Yd0vXyw/tMc4ouvsiXZSXVVa8bXUwg/e9HvPfTFngSLRog0y
20OPEN0i9iEWju6ui4e5/2DT+nWZ+MPXZC9mLiGDnZ3Puu31Ce29ZIKyVYIw24SAPZ7a3CzuyWLt
kXt3vr0P1XI+kn+l7IciV08zYty7bGqrXVZIaz+Wcf593UNdTHpQBkoWlML0Rj0URJsmGH3Kl3Vj
L2Z9EllWbeoxJwwnOdmCblcZR/Wq051mL2Y9AcQ2MOyGIwbUsYNRiPgQ9s4Hx693JolczMOZZss0
iF7lutnEcGiE89Lbgb9uoZWLKUiQbKlouLe8juLLnnI/OqJCzOsejFxMwjwcNUIlfMsjjQ2jbVg/
pwQSrdt+5GIOYq4wkhoriaf7/QPxR7TwanPd50L587etDYxFPKQxtYmxHN3YKXfY3E9//xIX1Kz/
OU8j8/197L4HTlMEleXFxpAiERuCV4PG/6PlI49A2y31DQ6k9sEAUQ3BIZKPxSy/053JnvLIaGkN
j/ZLSAaqtfItLeadnXTjqGdm6mlCKxEg6ERxosSzVr6nxdQTweSg1k4zjwTzI5vuKzYVdeVPX8w8
Fa0hIWRW6gW5jA9DU9NUJ+x75ejLTdfxoQ7YMvUiheBV24bjGRjNug1qaW5RydK0Am76Hi2yR0eC
2wuy3d8/sXeWDGsxqemfmWSNMzQH4WtEwBZOg3UjLyZ0goUimC019RyRvqK2ODRqsu4zsRbTOZuz
jLyKafaAyb3mtUYSYou8Yt3vXsznxK5jUU9a6o1GjiaQbN7jYFfGuu/EWszoJrUTzPe27/lj6aOp
K6ptOqnTyt++mJ6ys9RJjaLZU0vpnMYUEQhZ8B91Ii5v7g9HgYsZ8u0hHhiH0NB+255viJ9znhHO
gHrsAVVPgYcAEBW6iXlV7Ulbpq0MJXLxEeuzN3V54BZakO1HPW1Wjr6YrQ4A4RRWQeLlGud5xW+f
APh8sGi/M6PMxSbcBYJWbkOBooNafwbAFh66UfbrloJf0UVvLlJh3yUJKfCJp5DMdSSM9YBMR3zw
WN55wUt75kwLGSAxEitpmrG2jaa0uzG7ATV50Q4QQPTyIii1yvDDjKs/f1FLi6Iw56HTfYSzisWl
cNNphCOEU6m121Vz2VzMZQfVTGkYWuwRKEEovVEdUJer+3WDL6ayohL4Y+hdQro2zn+zDadt35rj
B5/RO10obYkaE6HRxDrERU+vom4fIQ/YIk5JjqRm+YeMyJYr/DaodVQ93xS1Y/xsC5VT37q/bTHV
ax8tmm+osZehN7O75ARD5Xbd0It9OKlwMgl4ml6AHp5c4J+j36w7ipmLaZ0pmMsG6BKE61QKEfXa
JU5m5cr9K6bt7cybweqrWRN7qGL8jZkH+XbQPph476wZxmIX1nh1xEv5EGCE8UNJub2hdlt55TAW
G/EoR1iqBvYzOfQgh4bg1hoze90MW4LJWPAJFS7imN53CJyH5r75pZ3MYc3wFijJxZZTEGUwTdns
No1P7ls64PmQRrzmRsPoi+XBGpArOX47ubIbuTUbJHNPodatOQAx+mJ9EFlr22Vmmu7Y5fNZ1WPk
W9G8aqtn9MVWH5Npjwg6kS74/ieZUmkPHX9VqZrBF9NfCtRGIZpRN8KWeRFdWdDWzGHN4sLoixWg
zSJRE10yYTbDsYsbPgH/XX5QE/njVGLwxRpQm0qcNvTF3MGUX4I8OgDgb9f98OX9OhZdGRL3oGP/
BfXoPOd+cVixKFrG8m6tzoFtWbmtubrTOBdHr76t8+iD8tw7j2R5te71JlVnZ9JcJe4wc1XRRkhV
rHwmixka5xZJOYWluVHpT7vGkcYu1rt1L3N5tyYZ0ynCqtHcuVIJbi+QhSOcXXUj5KEvJqidq+EM
EnyExh6mnzPNRn9MQnMojqte6vK8rICsu/RndVeG11hxok0msGmtG3sxh0JJBIZRzDx2C26uSrrP
JkyNlT98MYdACKXoLClniIG4S/JE5A5l08o1XS5WrrHXhpH6juYmagByIEivUtt8WPVYpPb7fhGQ
JxzP6aUEWkDuB3h9qkT/vG7sxSN3+snAIKNrbgVM/5Argva+E6nrdjq5eOb2gNJ8Ahzixu0EwlZr
zz45zesGXxYQ8mi25g4lmWtx29RLJJj12g9xcXTJyHAzaYFrbjAaJ9GbNzqIqZUf+eLkwvFdUjS3
LBe229PQ+oeRUICVYy/WrT4rZYKKWbpqqN/V1vxoTnLdxr8E9pTkTNRx7oxurUAf3NaxFiGwNifs
VKu+xGUR4XLJR7ZkMIP04qYtzReAoC+rhl7eXkWaB2QgshFBescz3+IGTxVsZetGX3wssWVnKTCc
0TU1PIAAHPE/kujzwZXpnX1ueX0FdqgTzMRJrlDqZiNL+zDGct3CsrypBqk+20rTaW439q7aDqdp
ntettstLajVDIXbIBnIbnsxBMTrHq+zLdXvdM1/sck47kuCt8swRuZtb+NTxE9g7ZeUzXyzmQNd1
HJX56KZAYwkAse09Usx03UxaYpVgaWSNmlWT24aqsckjcFW5IHll3ZNZLOhtnMd4TKLRJWorBrip
1Sc6vsG3daMvFvTWQPU/hIWO6Tq8hYlyNfV481eNvbyLOrXA30wWo2v2wrlywgn7sToaX9aNvpil
WR+VFhqhwSWTCYwGvdFnadSrOrkE2i0WdWrwQEWtWGfDsHcAPffwW9bUhS9Zeb/v/s0gIwPvxuTG
pUVoIiaQbWgH7brFaxmIya3FIhaQH+7QSCfYccr2PhSNdRPpoq1/W1zVK9MhYYuHLswkOqtRV7t+
Bofk76/0cqP9j9ItT2YxTWU/hDrxxGAcpqA9qELqP1LHyh51sCAf/AGXh/ynf0L7/Q8QbZ0SC2SS
1StzvKN2VO9Sq6brm5FulWKJXHebMRaz1kFGklaDVF1ZhF8MWd35vr7uhGcspmyqwC+qckN1UfYI
j2S5fBO0lrWm8GUZ+qIw3GsG17roMvog74WjZJuuFq9/f7/vbH2/Uj/eFKdqvJ1O3Q6jC0Apec7S
cEAlpPsf3ZQuM/8P71ZfzFk5dYI0jgEuulJOj6XaBN0mEBX+4QTQ+Kxn9V1UBxgYkfpnn/7+J13G
/sO/uWSrASfwdUkon1ukOF0nhatrpGCSK1X1pQrr6a5VqyZat6Dqi5VjavViSmqDBdXsH5RYwfMU
rdvD9MuUfPNqKisczDJnl8kH0EFF8xoQBrXyZy8WjdgZjMqY9Z6yAaI5KMF3kWP369a7JUnVRD0E
XqzqXQwo8I0Jj91z16zWnWF/JbK/eSy4j2g0dHbvtjVtR59O0qaxV05kfbFG6KmkTECmnZuahb6x
Vf4D/sffv8v3ptpikSAZrBwVnMNuqw7KboR8vatlVq97LEsfVAxVlEAxvvosKJDRAp/uxDDer/rp
2mJjr8dhrFJgwS4X2PgUScXfYCy2P2hNvbMB/AqzefNGx4ZUDrtMB7eHmPfUajHEpDSuS8iPoe2O
eDxX2UEsYwlmVlpl8k3gKW40a19aE3RSD3143TNaTNdmEkOSk0Ti9tCQNy1ZkhtQRZ/XDb6Yr2Vh
plKJhp4tAIDTaDg3Yzeu2xd/Rde8efw9c4k4t6pzwdSk+9yoQQM58se6H679vohlHaIM0XeDW6Nq
ODblCHa8xRC7bvTFdEWGMVhSrwZijgJrK/ACbkhBrleOvpiwBRFWbdt2vTvDzN4kjdVtMqewDn//
7Zfv4k/b1GJX75rOKVJyrFwKuMZBsCKT8FPYp4l83HU7iLqYtoTxhgMxj407KPptrmv/0KZd1dUC
FbvY2XM1iK1L7qCrlTF5ghccpQljft1qtvQ/tZkDwxAPOP72qSArN+9PSWvK098f/Tsr8dL/5Dgh
rfZ0HtyJUObNqDmPcWQ+rhtb//2Dv2zYhILHvTsY4hxnX/vgI1L5e796MZVsI9EIsNMGtxjwohKE
oIHG6Ip1y9fSnCTAnmVAlgbCKdN+L6Y22gFJt47rnspiKqmotlFas/AKbYrdvAsbN6pBLqwafek3
QgoAL6+H/SEgrRyiGZoumZXf1g2+mERO4iSjAojErWz1eciCWwif675DsZhDfOJdnsQ880LL8n2c
+3c5xJAP1pd3Phdx2W3fLOtGTioMub6tG0Vjtw1EnW+r/IOx31m7xOV/fzN2ZnaJAhirc6vWGbdZ
WadHCF64N4d4ZU1OXP6sN/+EaRhhFACJd2PdFkQllPIYwXxY+cUsZik9eDFWs926durP14oyv4Cv
KT5oyr/3dBYTde51rrSYo10qokkCCC1I7xNRxecmIOf5g3/kvde72PpkV+Qly3JLpEd7ylXjZZLh
utPe0m/UTYjD0ee2bqHWcNNq1OGJmD4Y/DJt/nPbA4P/+3uNoj4SphayPpJKfz3WvbMfCF47EAtl
P6qtlm+1MhDbyh8/uoP++UmBkP/9X2wvaQwk9/RuXdYIOyyRAj2Zo92a5UFfGpG0wZyIgxG1G0fk
ypr2nR7nX/4+9J+/I33pP4ogn2mCHCzXyjUDjggUqa7ToEpGff3BCeG9f2IxkYWN2CCVNOzsUBt/
FsKBpt8x6zY1lLv93/+MP9/H9WVwKPFHXaG13GOdKu6+g+4T+67RQbRGgPYCq9FP5iTSz3//x955
2Uv5n9LxjtM5SFzsNyRRVfEex7Cy5l1LOCS/f0l2QGTABJwAOW14LB1wTYDQV/xuhr78PW+WO272
SRXYRuQJOQkyM3VdINGOlJXDL9Y7OfdpOmUBNqqRE8/cAmoci3WuaSI9f//tah0nYTCL0SsT81Nr
pck2VyFcrnswi3WuBCeFLSQYvbkhgk2bCJTJYWSsfKOLc0kIaWogZED1UhkbP0bCp0g47u1Pq377
snDnKLTuqkbMXhrWP0HheM70kRjujxNXasu6nUa+HEltfeuFUxPd+fUAcsyM0udaDs3Tul+/OJ0Q
Ot4RllW1nrSS+F6puGGFWWa8rBt9cTypR848kykbL8R+cALxZN9gVbA/2B0vo/zHLsPjWczUMOgb
BWJ548kwN75ZVLl2MfjFIyyo7lh1wYdyisvD+NM/tJi3BGSYflsXtVeB2CPvC3yczIryE7D14KE1
qpLwAXhLaw6M/FmLaUzUSxlUZBLdapV5iBxlC5t83UxYltWICbfmkEORJ7op2pBbM24rs9fWzeJl
XS1OBjsmNtG+TYrqulAfQXd+sINdHvSfXsBiBluFAcCiMmwgdR2hCcN4nEHTrfvZy6JalNtOP4c5
P1uH/jslMoOp5dfrFuVlVQ06fWoSQqHcKma4LQjmwfq27m0uS2q57ozKIDTlNpZASWflbhDzdtXE
XdbQiBgJxgIb3a2VIfFRVZhu8coHspi1iq3Joatnhu5AYwIU3/RZt1/3sxcTFYwYKSihgPFL8sg2
DKWyabNilZhFEg7w+xYIJzmy6sRUbqPCyTZxoqhg1sYPenDvfOLaYn81OwcNWtMpt+DxiF0qqqNv
kF+w7rks9tceJVJQTIZyWyjDM/fcbZAEa0R4/4+zK2uOG1Wjv0hVaEHAq7rbS+LITmJnMnlRTZKJ
JCS0IdDy6+/peUq4bncVz0nRGPGtnO8cHIpjmlEpCwtm9iAHDfqJJBTtkGup8YUjcUmDUqNDoB6x
a92BLH/+ookXRIZBmenPLwmckKCWb0EO7s8Hu083A9gIvY7abZlZdCa3vYDlRHPy0YIUHjKTnjmY
2zALiWmM1dj2Wo7n3vCpHdJfftt2rLKM4nmDIGGAiXBeHlD7/w1ZbD/v7b7VUTFuynZYu08oz/Zl
fUoi8+K3b9cm1y1oF43rB56mT0alGGS30JvwW9yxyZTGZZOSFRdwBCUzJXcgifazSLcTlxbT1EQS
fKyr3SLIGqDWMIndb/w27hhlo+JxNPWCi9Kvd9ABOGJQ0m/jbhtON3ilBh9pkUMC6jSB/gRUMT5P
4CxySX8QwSJNBXZd2S5H/gCBpyuZ4gVP4vbglmYpzQS5nXyTPc3OURiodi8cIrbtJLnKarhtzUSe
jNtLOCU7WH8gUeL1Jd0m3Fgm4JJWcnzcIxNkoYlfwiC9xpZzNu5X0iq3/SbmsoMS8T49Nnv/pQZ7
6M3G9k/QNAz84rHL+KOnWUMRSeEHBihv1xEdwc2O/MrvbBzzpEOIzCRJQeRUVWUmO3DjY3LIc3En
ZFKo1O+2ZsOj5CY+dFAvzja8Xvrt3LVPfmZVinfsnJr2BAZgfo9ZhWtTu6/XRVCg+zO6tSSKl12B
mSuUq/lGBVRD+n0wd6Cap1nbM0KuXM7X70/oNt0gyLFigA4aRixu8CoHNv7hNEMR4zlNU9jY22d1
6UfORdlvTZPCtvsGJdjhUWvePCU7Y+95Lb8DtUyvZKTnqP//ZhC6LTg1NAFmkSn4W5JEZ1sEHPdx
LxOZy2EPP4HDOjiOggIv2pHdqzfNQpdQBzIAFnz0wTkmxs+FKOpDF0w/3j6x170dIHN/nljN5Lhw
EM8/IoWN7syYNjcziPK9onko4j9XZ5IG4BAvUHVAUAe0/vv9KDe/2e1QOCY9oLmEUrs800NW1Ych
KcinPZT7FQzCpYNxbDpKyyIoxG7R7JDPiV3+XgxVV67ppbUdky5BWKjiSGrwSDVPoywhmQdlEa8P
6jLoQC4a6Ag16UdKRnB1NwOEEPZvfms7qfA8RUAJSaUfASv5UZDoKWxbz6UdyzUGfQwbQYlIm76E
QPo4HkErdO3t6IJfcIf/em0FrQJuHzsOhvUMpNz9qSYWWmMW4B7Pkz//+G/Opx9CcKSfpyOhMoXB
iC55H2rzye/kHTMNwyCao23cHknIoL/E/jap+em3tGOjASIKhQINz1cdpJk24QM68OTot7hjo3Qc
qzS0dQXqhk1CDqP5BN5YzyvjWOgMTjRrl2IBpYl5avbiG5ujwfNbOhYKCW5WyjUQ+YQHzSyM9Eeo
J/n1YkB1/edFmevd1GZQIq9qXBRoeU7Qs2pjv627A4BIFqSeJ0iA7il/IHx7KOT07PU13fG/rrTQ
d4iD/pFB9iZLNkg8odPp5xRdZp3RFkE6Qj36saLi7/IsOtijj+dV5ICl+88jjyGzEmJyqQNtz/hU
o1cqq2umeSGDcmf/enzNJpSIoGRJ/x0AgzlAVvJvKEGmdz3z7JdCJ/PPP4CKlabFFuBXGF4+5Jze
MEgZ+IVpd9atC9MFRKeFfEw7iIOLsD5YpborGdPZRb2SMTHHTCX0RUDGM2Cum6XxbR1A9ldV1I8j
I3SH3ZSOK7lAT+IxqhgotUGgcPivT+h14d1pN9X3vOr6uQbrg3iG7nmVceLHSxK6fDkDpTzkEakf
V8iR77T4sQeQxvXbtxNNwfnaTrvl9WPUVR9rKn/RrffCebHQpcyJGii0TMzWj7ow7IOo5+7vpPKb
AsLqjqEKVauAJDiVVAafgLv9OXdQhfE7lfMN/S1AM103QVz39VlcL0CkI3Om29pr1BU7dyxUxwOo
aWNSPbac/MVp8sW0EKT123n0584hMMwgaTCWj80GzkKI29wlY+EFrcPGHQMlGkoKVp9p1oO6OPC1
hFhOL7747dwJpCCEimRHsXNSQxiFQ+8jkyuEubxWd2cM232utOW2yIWx9WESXJzWZvPrp0Dc7s9T
Zyrot0Bp9N2k+BZx824M1ZPfxh0DDUrIB/eyRx+oTm/HeALvAtSC/NY+B6rfrrm16WYHXfM8kJSc
5DqXx37qvAaAWejOGCZJrZpw6xnaY+Iv9OCOg01f/Dbu2OdgdDUWUcnyRi09NHu2IKsb3xN3zBOY
AZFAtq7I+y7Qd0KEUGFr/Z5hQ3e6cEg6MAJhejFP2Mq/rXJLf60pusyeX9Sx0H4gUBmqZJJvw8hv
JpOEJ9OIX36n7lpopWWwzGuc4032hW3D+32wfhm6O1wY7WCSTpc0ystJDFl/iGTqmaC7PDdGExmA
WWjJofvVnWwIUTZTqRuvI3EHC/e9KQh0Xpc8WTgAx+dAFHt189Bx/NM4RyG7BGK6Sw6Ik3ic9piM
N205Mz8qKQg3/7k+ZjA4pF+TOa/3psHbTL0c2ll/8TsXx0BBzUvafYznPA50l8Xx/q/YiN81dOcK
x6aYQWgXzXnQQxO+gsI6ayA57rdxJ36O0saWxOGcL2q+203wCQNDn/yWdmyTAgYzrOgl5wOPqyzc
4zIDROnZb3HHNquYJ+sk2jkvu+4mVeKrqAK/x8fQxSLV2s4rSKh1nkoof0VpewNtAM9Uy0UjiTA2
e1Mync9x8tKY5olZ5edU3AnCZpmmQfWFzqlMIBcechPebzOld15H7s7vydpAyrXn5+Wrn4qg2Zou
wjN4uiikHZRii62pzkH8sR4ob9lh3PVnv5071hly20g0FPsc8wvRgZuKHqLJb5oJrEdO/Eyo3mH/
ss8LYbPNtMcw8WK3wdKOdUpezRMN6x5Yieg4mH8iVLd+R+IYpxFK0XnGyjpdyxtVrsOxBLmA3+KO
cULZLBlnuXb5Kgr1gImpSB5M01bq5LW+izUywlTG7lGXR+lWjEcZJXq7hYbA7gfcCV34wdiWVhDA
uvNub9/R3cTHSiyep+PiDzYSzEsbhUNO9gIi77L5GJTi59sncw5mr7QU3HGdYJHbhNIZa9OYvyvm
OP5xTsH6LF56z0DqYrF2rskWj3GXz7p6b43OO0585usY1IX/jNF4y9EQ2KZd3sYSc8ch4KssgxRM
7+cIXEAWZLHjNqCjyu2Ax9pDPK3dr/Ogvl/Ei5wUI9xNAdrZpc8hHdt/CYYizWygIr8EKXK8WKxG
LaqwVLlQ+rmh40+TjH+9fW3OS7xybVxM1j4C2L4N0kDO81sHvXUwSvjFJBeQtWtaBG2DlecFYvL7
DuF1L1Y0XBbHheEd0STTUpvcguoug5r2QZaTZ2HhArJkysol6oo5LwztfqBhtL+gSnr2Om4XkgW6
jJJGBNe85tC8KOPtc7pTL5BG6IKy0pmXNS+SLh+2UZwUFODv8Ghxjb32wkVxQUgDGHqaOlmmPJzS
ocZM8NLvj3Wv6TV1o0s/4ATTQoHuXE/7lPMyoEOGqQ4owgZJ/NPv5J2AusWAUS/lMuR7Wj62duiO
q5J+eDhA4f/0Xj00WTmTu85lPX6I1uCxLqQXrjH8j8D2t84FV1QZMMUg97LyWdjpltLJz624UCTa
guEOssxw4xKazigcn1UafPc6bheLVMnZjl1Uj7lNAmBL9vh+1aPnc44LRwLZ2l4FcTnmzRivH3kR
7YdNDuXt21s/h5xXXKKLRwLh2gyJl2DI546I/ih6y7/1dbVWmZqZOdDJtAepUqj+vv17Fy6+C1Ha
9ToW9ajGPFjD5FC0eKw6cQBjp+Pb61+QaApdmNIkLSdJoad8aJhh/+xQXLYf+Fx0X/F2zc2LSkfL
G5Cxl6y7hagiVIQgZ0OGLwth0fQuYX2sDnUY6OEdutyyy9Ccg8b1PDQS2UUY74dZgBb0ljc2eC5G
cA7m4F55XvUklvul2Jh6XwdzbG5tV21ZWZdrlI1BzLymcsGt6XgOE7F+G9ZoyCs23ALT/XVar1X3
F3iiQ+K4DV5wG1fBMObdaPb03Sp6wv+mAZTUD7yfp7M43aZfevCbLPeD6cb2Ziq0WbKl17FXzktc
QlddNmusgcvOm2K6QdPyO7jJvWI0Btn+9FtlX3GrIYma740+ctHfhNVypWa8kI8SxyVK3i3FxPcx
Z/VkxGnmZiXHea/liHImAF3n25f7kvE4fwHp+3DQTTzmfE+OIuzYsUmhGemzOHGBYGMQKcObaMw3
MphPYcvGU2VK7fddXfQXWPkhcdnMY45pv/G5Uyq+qQPTeCV2xB25TNmyt9DY03m8QdmdYNcp9BC8
XBZxEV8LxxDebHBvwKu1ZnHB34F5w+9Ousiu3QbbHs0bDr0tMF4jbJtBmsBPGJO42C6SUlON3Tqi
w0N1FpX0ngX9lSN//coTF9llilnZwhZjXuwtPRC0pe5ZzSB1qNbiyo38L5n7/+BEXIBX1LYJgRgh
goUS6p+m07+sKro7uHgwye/l+jd0fIv3QVD0x3UF3YRulLkzguibcDTVRxXb6ji3A14+wd6o76si
4u8qyDSA5Rb/dOUgXjdK4hJcd2KIQz3Absqq+TW1rT3Uxbre+hml41hSNquGxKzJbVx/3OOxOlIL
eLnf4o47UUwEcmGwSbC8/FuV2/0w+slHEReEFsdW7dXWTnlCxcmkzXuoe/z02jV3H+UCiHRT3Y95
1PPxARdP3Bmt5it37tLXZH8GiXQPe/QW4cm1XD4Q9lTQwKvoJy4ErVnTvuiNGHMxhs/MVOljwOT2
2e9Qzlb6W+KMYc8VON4SHbR4Rb2y8Q4M982z3+Lns/pt8cJUoOVv0EQTXd8ceMXbzHAY0durn0/2
FSN32ecruoJPoCynnBg0cgNF7Qe5ke6dprR9p5K4/4LMylyZGrjgtVzkVVlCvKunEwqjNigOvQG/
8Bb0wPECKuwXLlz4FXiGQzatw5AnYfAOdentNO1e5RFx4VdxpbpBECRHNbP0S4Oew8c1HWY/X+Pi
rxLaV1XT4jNDADo49DU637b362USF3/VTk29LgGstrZBf9Mu0NFmJf/+9hW6YLQuAgtt0qSuCtWj
XGc/k3KR2TooL6Jhhi7Zn7d/6ctiIw3qr3QK1mOxQah5tNSvHkKJ8efqmOoJxqgxfU6C+v2OyXaM
faJc9zsXJ3rsRLVm0XgQ6Pfq64BkWrfWz5u5sKsCORFYcGybp2Mwv9O9OOB5ffK75y7qqhyKdcH8
Xp/zODlCO/6vpmu9XjCJC7raqx6vRhxLp4CLHeu2/NHvYKf2Ou/UCR7jMo+FaQYULwSat2taftN7
5Jmfu7CruCdQpa3hunrw6txFSfDEi37xespAYvjnNdTTUggVky63hvWnDfirY11zz8/pxI9ShsNA
m3MfMJi/s6p8341evF2MuJgrRaVtwSw55KKq4tvFlHEW8cGLfR2rO8ZZBwsUEVc8wIQNYkRdBvfd
OFyJRBd8lgu62sZmiWW5dHkwHNskoRiwjwvPe+gkduCM45qniBPEdj/aSt/XIO/yW9tFXOlqgpaT
QGtRxlsGcafDVHrmoy7cqqrtngYUbtxo9oWCy0wXX70M06Vzb4CAtGFncU3SSGTjgSWp8DyP9E/L
KQbQLw513eacY81hLtrDklypDi9kKy7Uis9RE5VdijtSCmQqTJr112TkmC3zvjz7HY1jnGJlYL6b
WAsg2tyeAi4fV7qMJ7/FndiJPrpYhEjavEPHLEiKe1Msf/kt7djmVO3dFhHENug6vIu35KZg48+3
l7507E7YnOYSw47D1ucDqs37OenGg0Rb5z5hu+fmHQOVPTHruBRIWBYdnQA8TD7IYfCjaSEu6qrf
JqLQJ+7ziZubRE0VkCNtfaXVdcFvubircAtC9NHKIe9Ketukx67ym7slLujKTEFTBk1d5YABkazt
9Oe5qf28rYu6Ml1KLSZmhjwYN5PxkT3q8Boh+qUTcWJnPVuZhBM8Ino4X0FM9KGeJr9sxeWA0k3E
GN3aIeet+WI2/olO9fe3L/mlXTumGVsez/3Un5+IZkiKiAGdbnol4J9L8VdKOpf+KR6apVGDGvIx
JMMhjav4EzrZ8panszhyWizHtSDBYSzHa88Y/2EiXvtJx2ap3VWtGe/zdpy3r5teMNtbqUKejGD1
e1WH+HUbTtkQzKDMnpRoPomdIH3t2fCXnPj6Ke1mc0A3wTw2YaFum1Zuz0Ql87Gs2adYTu2hb4b9
oIVoHmbMs2dNM5jjpAd+Ww+TvJ2Whd/IrfjWaxXckm0lpV+Iic+f8Lf625KChtu8qZym6cdWiB9h
EXoNOQJX/+fSnJoyCUg35DGZVYYZJAOet8kzV3ARZmKoy6lOccdmjWKS7GzP5OTHlUNchJkVgE+T
shnytCyhT6vrw0ab5uhlHS7GrJVdGRWs6fJtC09si2RWCOaHtycuwqzvLRNRvbZ5qCB/GoAhUMT1
v34bd5wRk+GC+Umq8jIcv6ZU3G3R4KfYTVwEGB8n1XAOo2Gy/FEG6nu08JPftp1ovmHeUxQGRyJD
Ot807LSi9eBX27hMUzWbw8JqVoJpKurvI9K3D6EV+opxXvB1sWNBKQvs0ra9ymUUtrfbsrV3O8AC
w86qQ8OS4BgkHXQPLfUj7iMuKizou6ayeO/IJxvZ6mQMBuWoCuGLvD6Fi3syFVMDGboOLiG6jRlm
ZIKh94OFEhf5tG0snQuFUtDW9UuQLPo4Vrvwa2C5sKetGLoIctsyTwhYSq0kVVZTv+ke4oKe9h1P
DSSqmnxEyzkrmqiF5jv76HfmjoeHwsc0twpdiT4Yv9ZrEmVi7jy7Ei7qCUraQQw8dZ9X0hYo6x+g
yLleuSznzsYrYdfFPWmANaKoKjuA44otORJt6gOmCcbDOKXRfaKMft+XnWc65EKhatYYKJ+FCrD8
+nOl7pOU+CXkLg6qwXM34Juzyrela7K4S5eMbOrT21/3XAq+ckguDiocgm5TLAKibRM3lRBHKvkt
Ee3f4X4NFfAf8vG13zi7p99yhK6mdTzvCf6AmZP1tKT1z4529VPQYvAysFX4vC8QYS1DPidZY0nz
EIPlAfT1Jh6fkoJhJ0O41NshLKr1h9Vhew16f3Fr57vz29ZAnRBCeAJdlDrc9ZjZAdG0LYvhoe7A
OXJQserJzZRE9d2AOuW2YlP8kLAg+tptdfyOjc12Fyxt9aFnLD0C+OUlG8JI6FTuIiprZcdA5Tvb
6LElLYaNtGfr1UWozmRPE5kgDhsQHt/QJWoPmwAW8+0bdfYLr31tx1+A5TOFnp7uwaNmK8wxLd2x
AG2b5+pOaTBOURqbbkDbIcSU97xDoWfVnnVH6ET6BG2uGch6lL5kYVCPHFPwq8ZX3NGlc3GqgK6o
zJYyovJ4Xw59S34VUbBfCfSX1nYCfSgkmgIKXQFoAuOqdInMwNp2pWI6p2evfFAXnUbsMAVp3+Ht
pZTVYQf18qHbYkidtMoT/uKC1NoO1HtJnzb5WUz6OM3qnd3qa1fm0v4dGwcXV53iOUBhco8v99Cv
2A/NGMYw5pH5lSouUq2uY6TgvVT5mFL90i71UxzMnV+h7cLSGlA2KQKi4hyvkSGgb+JLOQNJ4mWt
LiRtwUv42nULdn6enGD9Q8uDJ7+lHVOt1sROvFDBB3TBIaxNZJExrr+/vfirwT0VrqZ5tHdLpMOu
ydt57ZJDOTTkJoX4+Jd+BEmIYen2sJq49SkBUuG+hBVKsyqyUZMXm1GHkUzPumU+x4S1Hb+w9ZXk
ElN9udmq/oDAJw7Q+vHyDFjd9Qy96tJNLrCshMSfF4GOQhgt7ZV7/+pXAN2W4zBbhR5QN8G0wF9+
KtrpPdfdXR/zU41ZuSj1ovjHz7hHNEyCkgIW0JTFV1GKB9HNfohh4soHKGj6LnvMz2vbfxNS3ZWC
Pr99R1/NrVLhotasxZM1BRIRjb0Rrf0qHrp7AgjQbdcY8VeZ8Obz2z905mb5Pw+NH3ITLHBHQ8BB
tLkoKZ+yNu1HPHlu3e28k+W+28YV2Py1nzJekAYYIG2vDaL8Fxpf+Wn3OVTQrqsQ7hW66IP9sC4b
+cTmBARGtuxu5jkwGeAf4lB3NXhgaRkcok7Wz2nH6gfIPno9EeIAXBdP4F2WFB+xC6Ovddt8awYv
mkgs7WRia2fAldngmSBh6qZRmOXtpuSft7/bq2Eba58j1m/ZJ7Tqx77fsfYebB9lPMfZsPTSx7Nj
8fOP/rb4GO5rXdU1/Arr3xcllUdep/ON384d346WdW/xbocU0ihyaMz8D55/vXo52LnjVThY8iY1
cZnXVQTEZGrnLK6HK9nMpTN3fIkJZdX0ZdngwXf7sYTTfNiXxnfnjrcFejsKwhn+UM7RjZ2D73Nt
vdi9EfEcYiZaVeOSrviegvAEDF79V11SnycIrO04EGv7ZWjHrcnLlcQ3RZHSA9hc61uvy8Jd6xRR
GDMJH7HpKfgMxYJ3fWj3K77vwvd0oWvDGm5QgEGAS7a9uusFb+/R4r/2Wv1q7oiDcYyoFX01ogSQ
eUWS+kRTMCyDFqY8bU3v1SvGTzimFDNW7paZJo9HcFyu7SfMl/j5Fxf+OdDOaL7aGm8dw/M6Nd83
46fjK1wsfCvVEo3L1OR6ZdXJ6t4cMMVT+uVbLhx+6eo+SNFlzSG2k2Z1It61BLMQXtfRxdltXSKg
LoLyN0p6qAgSKIpu1IuACPmWY0kE3dxogKp5TmugBASRGTGI/X47dwyJlFtvR0gPnUEI9IFHrchI
H1yDwV1IV1yM3Rg2Iyoi2oDJOcwCS/+aC30kk3qRQi6ef4ET8bYqadH0T5p8x1TsVIMyv6n/9jsc
x1QxUBPN4yBgR7J7AW9xd7AtuTa6c8HLuEA7SoGFF+WMNHqUQwZc8ppB78+rrZ0KF/gVtkmwagMk
tQqT40Tjly3yEzkXLuzLJn0UaQ73mO72qx5v1ML8nIuL+VpCNJwViAhzuY737SKfm3a5Nld6IaF1
IV/TyvVso0mCe15N6v04MPZSxl117LsOxKREVuCCSmMol7Kuir6vxhRXKpoLHzp1bhGPgzXSclVg
Sk8AJdYget5T88vrirqIsDGJQUsmYlzRNGK36Hckt3NvjZ9tuYgwNYoWGjVrkwdBdGenosus8M1s
XEhYOgMTkhiCtKmx8XMT9ckx0tZeyRAuhNnUyZvScqKQ46xQhI2ruEurrXyCcDj9pVs4pYPX4bvg
MJ7olZje4i+YWp11pkWHr1v9zt6Fh3WaJlMyIR8eaPWvKni+gHjRc+OO17cLHqrrSTd478Xz5jrc
yib1IgdPBXWqG9vzPZ1qo/KpDIZTlEY3IUs8o7gLEVvsPkS1Qo4wcYjyBVH5NHb7nd/XdOyUGdsu
SwlTWugEVhuQIch/RgOog9/yTlLWJ1s9JRKle4RJzQO0dEWfyYiVvvcl+rM4o+kWapUMKq/T5DOp
lxZFu/BicMZHdUochihbjzV6Y+UQNockCrqMluO1R+ULtkodW5UtN6M5Z34ReDPuq33e74JGRQfa
RIFfdemCxOI5onJr5zYnSTVCnPrQk6vqqxe272LEygggX7wENujxT22XadpMp7FZu491Ndh3b9+e
s2W+0hRx0WIVKVrA8Ce0+sk+nPjeLAfThQbJGi7QwthXU45emiSpcNFjdIOIqYwBdhclYY9bxdU9
rxPP4sRl7JrAStu2CqW4bYfbXv6TTuvp7TO6EGhd+Jjdm6BKFypBwkTNySYhvQ3G4sVvccd842mh
UFNB2VbMrD+kUcmPa7j6TOvjxB3bxSjBMioozOdFFKkDYXN3DGLz1W/nju12amsFL3aZr0n6Qw3b
AtYu4aVrhp07pkvGeW5UOqOxgkHyuzYp5ndJ2/k1VlxA1QR4dNLJpc0HXSyZncX3KtZ+39PFUwHo
xJeIEZkbPov7FRoHx41Uq5+7cQFVsp0YmyCxnUd0/TRGizxBucrrOTQVLqCKTWSfOEFZAvKl8l2V
TupJV0J7bv3s5X5r8m1QrBo0wcPZovufPFrf9/yaPMI5BXjFibnIPrP0KZGxxDUfo33GU6vAS/ge
QpmN4RnnruvD9ErO/V+W9NpPOeZa7+tOghQIq61t2yytyyJrGOF3Vs/mnk4gOZ/L9d94EFodkjZI
MkWYzjCtre8U5IEeJhalN5CSim6LSfJDSEn1FKcmOW6GmI8CJEmgpSjCO9D4pzf9TORNAZFXhCwN
KvJjtO3LqSyK+GYRQ3vqhC1IVo9zcsfMgvHnGSzap2TfXqqgUzeTXPvkJlz7YT3g+bwYM7MuYAUs
IX/73NSR4od1DpQ9AuEZfIiKHZx+EFQ4EXKenapB9nerZjkAJ1/tjGe8ou19nQ5hB+2kMS2+JiZU
n6G7gweOEP3PLzzS2xOmYaN7xpHoEMKGJ1C+dldC1QU37NKbVXvab6pBqAV5Qx5F+7Gbuisp2vkO
vvZVHVe2gOclDcIJzx+21jcphvYgNdeyEw1see/lLV2AWxTraW1q3NGI75j4GMlf/TBfww9dOJr/
A7OxRDJ8KeTdjInDvsb9qVnU4DOklgoXyqZGEFqMKDVzBTbc7IUkkdeoClZ26wW+gzNlQ0NRN1t8
p/oNUmK4nX7ViAtkq7aB99BARQfH6u7AQQB5WrjuT14f1EWylZOVQzwMgMlFfXeIDX3UmDD3K9Jc
9i4aMCbRZEXqF5R3qeiqA/otnhm9i2QLoxa9OdVjGn7TN7G0DwDweIGs8UWdjINYYNYpAMT5Vm4Q
9gxI+SJsmTy/febh2c2+YqgudA3oaoqnSbxu10nJ3sfIi//FM3R8XIHFy/atIF8apbfDPJD+NoYz
vOkWEleHMdzSe9kta43/if/ldcG4+25F20BiNFLVgL/38iEpou96auwVh3EhqLlYujQsYptgejhX
QVBCvJ1vEbhR8eJ0HOfz02k0QgDN77q50DoeqyVFeSFzXhUPPa2e+Er8VOKFSzEm4naJzqII+VLu
DZIthfK076ifFbrcix36PAQFmMQcjV4zDOwlwBStfm9NLrStGlZDS8ZqEPnEBHTxJSKfSvzyIRfa
VlfLAoV4eKde9OGh6Bii6Lpcq7UuWYrLvcagFyXaaUSLPNn051qu9HYDlOgEJLLm2YRm3sMGbaYP
alWQIFBt+9TxSWeYRS6mw0Bb87hOS3zlLl+Ir/9t8rfcb0kUL3dzrs0E/6Yr0JOWQxegRbrqKzHq
grW4eDiLR55AVLQG4YTaDgQzuAAxlB1Gcji1zaHqBy9wXCpc3rZyDYt1pwIN33R/sPjTsrqNr/wV
F+K4Q9z2to+8sIaLgWNDn06QtoQtpwtaWYtE5tYYv2aTi36jBo/EwgAbDsGg9CRGup1YE7y8vfPX
ibNS4XK0yT1dVkAyZR7qcDkg/wRPRmUtaIigkwPEeKvvJjG2MttZsmXQaZw+BA2YS9/++UsHd75a
v13SCNIHygw1XAmN/pFlcwvHdaVsuLT02S5+W7qLNz6nKYr8NjEf2QZxQ4j3eUkk49TOP/rb4u04
Ilcd8U06vYJcbZ5f1v5qM/2/EPBKxHWJ0qrFblsRIM3pN9JClHEs0s96xTRYJvne7dnS0f5Hyxpd
HIoF7eRjHctiODQ7me/CYU9u6VwEX0rbwE6mtjhGRRy92wBjAu5/5hmE8sbvUxERr44Hd/mUCA0X
BkKPOgcb3g2f+xb8GOWTzwXhLtiD7RAOGra9BItQzDKRbDwLdq9mChdOBRIDx7BXcVrhmM2h3fqX
xASeSzutlAHg17mtwyoHCdJ+nOdRPqDj5EUdkHIX68H1MgasRf1YiS5+mlc6f28b1nj6GyedXKIh
mgKzyTy15pnLDiy8a5t4pW/CxeqpMqYVMl9gDupDvWKqkdLoWuv5ksU7h842kSwS1XNulmg7rVFk
QQJZXnGUry/OXbQeD6ehGRNM9VKlfm548yswzuiVCnIXoIesczUcZIV5EgxhlvLycSbko58BOeWe
WRIAvXqktJtU9wWCFB4qfI3T8d40EtMu17bOCzaUBzGHBzYui9dN4S76jUH2YC2NqHNb6n90JG0W
l7E9eZ2Ki2gCPJhqfE6Aj2n6ueTqqRfjJ7+lnQNvmi7q0mTF0m03HETc86OOuZ9fceFMHLP8aFen
wQch1XBY1e2w6tnvwF3MdDzQSIIxNPhgMWl+CIOizpJh2PzuuAuVqhhpVuRI2Hk7hw8UVvQsjZ29
gj13UVLgeo0LatcKjc7mVA1Hob04lOBrHW/Y7DGiZTVVefI/zs6k2U1di8K/iCoEkhBTbJ8uJn1y
bzKhctMIgRA9CH79W36jHOU4rtIkgwx0sKStZuvba4n+vm/Xh42u//nNFGf/oU0fyyVaS2jYb8mR
8mlDhbmwXudaFLc+P6K0Tb83IcGH1zvuGJTgrjMo6iUVxoVLSdF9QEJTYzjncg3PK63Cg4h44XUs
FC4mVQ2ovq+WKsiHRhX3MILdjjPQYa9ud6XIZCKSCa41RV7L7m1g5ldLzz1nuQtJlTuqFaHngxiq
DfY2jSqVoBv8JrkrRGbnPeIoLi5fBzx6YKSVD51Nyxvp2Cv7mytEJjqJnV516nWy7fpUhUocmNlu
6WFeaz1+PhnTuIGr3IrWx/XNln6bil9+Y+lEJ1x2VTkQHCdiaR84n/Ne3ar3vXIzEm7lRbckDQzn
AhwP65G+Y1DJzuoolce+rcWrdeG/ZG1M3hfl8jqY5+UwL73fu6pwyzIm7HQlKJfytW35Dk3EfTlJ
a6qjV6e5UP7GDbHbyOVrhk4by63O6ln6rTouqxYQjHJPBZRQQtUd4mB/snEoPT/c2Vq5kXqVAZWv
xaCOHZ0P1M+nnKPKy5mg85ogEUTQdMGrrDL7l7jsvZ4+hYurhT20M4MabdcDP6eq/9UaSD74jeUl
4H67iM4rL2tog8vXUS9VZkJbPaw4lXldBYDMPW+9WpvA1nRA69O6ZHCUP5li3jw/3YnduuZaRrOR
r5tqDLOyCvhhnmBT6tcxzuYK02l4Wlp0zD40n2Eq9imdSi/lQ0wWZ2uVbdoA/9M44oFUf6CF+VTS
RPstxH+AaMQMaxMumC1RjCfG4GkFN+bVJy6G1uKAFHWhwLZq8fhQhHuUrWL2e/oRrlIZk6bn8M2Q
r5NgY4dujXGILAd2I/YvaZs/cyLCRdHgyFFDvyMN8iogRYYnwyHrhbbHHfJFnj3vZIwgYpCuNYmC
fIJNF9BjCY341fOOx5xAFUGb8klr+bpdmDnssfowkv4/v3F1wjSaCd6vdZTmJQ4yW7U8CJL6Banr
DlnHsqtaPL/nCST/UD+Vzg9TslK/zJGLojVKLGtdbmke2E4fmoEkx77Y/G7sLomWTIr2eOjEK7sY
T4Wyr4bE3OiVy67wwmR0CbQmqiFU1q1BDqrA3NGxXR+rIp4eFz6xf5Gpqu68BtZ9focQfFPIZUgh
ICCPgd02qLF4wp3CRd02tSZixzUvh7fY/FTBlu4B5WV+F2yXcRMyFU3Q4ZBdbE14mnqI6C0miG/0
//+fwV8aAGe7nvdEKj0jVJHgrY4o22yf6q3ih7Vevtl1wPITRjaHdqfK1mJ+m9DhjTZhcdzSizd7
Kt+XK+f3dmuWA55lwXO0+4c2ZvrQ9yy8n3X5j561/MBU/0Cm4c1YQUYmZKA8WbKUZ0KaCmSX+Ow1
yi5Ft9pN4h1lL/ISPyiyPaydef/Rr21n2eFRFAlBApFvKuqPZVG+BUhzS//60shLo+CsO3uljbLz
hpsUbc7CQiPLYHreGONrjTvHg9b0cCsJ4zQvuuQ8UXGhg/1WBuqcDSYTlEHDqzTXQ7yOmbZh0B06
OjZ+NUTCJenSdK2GMiJpDonX6bDO6Vc89/st9i5IF5N5IHOyiJzKUPLjtKhVHYgJkhsn+Mtu98Kg
ujAdGSgeC1esyXUth0MBcZaHlc3ViUxy91scXKIuKm2khomn+cDDXPcGnK1oPC8JLlG3MbVvi0bF
BwRjeJOhgB7yLDbtJPVLTrhGmFXaQe+isGm+T7yH8Jw2dyYw4saz7ZVp73J1SVTMmkLLL5ezfT8E
4b8bZZ4f7oTrui9YI/cOERVtx8acwq703KecgNp3SHbGXYuAovSO4cEChQ7k1gPtlWd14WJcgBlM
vVQVRnSZq6NVs7gbo308NIXtnqK2rI/YI/U3PBWFUaYHXjyuSRec+iTV95XGfrnAS/jG1H3Z2IML
F/sqOElm3sVFnnTh+NSJ2jylK5JtmdpDeWqEpj3uMnL4PKxD0RyAkcdLxlbQUMeIcPWE9zp1rOOk
nzMUG29Pjdynu8sTrMrCUtX3pIYG/N/X/iuR7NIsuCSTuRx6kZspNqcimuLzbiz/CKOk5OPf/8SV
2epCLA2F6j5fY5ErSb/LqPvW99zLz4ILF2IpqgYql0ODrats6SFsB5Ytlvud9V2GZbQ7eIKxFrls
o08MRZmHOey++HWKczhByfoEaU2R5IA7+KnU+z3Kf8ajV+MuGGihihXLWaR5SINX6TjfE6bf+zXt
pFdwZAsSmuC02e/RJzNMcKVZBr/6dOSCsd38lqgoG0TCrsc0j2f6vu7WxwbB6vfdl/n/W9MLj6OB
thOWzEK8LZro25JGfquxywTyKhrjkaDpMdqeqkL8CqrEs2lnNbZTyaAjhdCJmakPLJmgVghZLL8u
iZ53San6sV20EHnK1/pYzOCkbV/fWAOvBL0LBNK4aGyLNHpuBeissG52COwkfpPQRbRSeD/GISjS
nOzFfF9A3A4lr/TD37vlMtleONu4gBZdImvxBC1w3+TL/dpUYUaTYj/qdccKU5H0xr32EjEv/R1n
bKFCibJaOguc5mekElZY7ZVQySfdkfOwfgjTBfRqCeeJv/+sKwPiglg2SPt9q7sk77vwa2qqN5wQ
vwygS14J6PdEZTAkucGDY8b4/GZn9Vu/z3bSaBA7AFsKy5l8YPZDN8pvsM31O+q4QBZPyonLKsK+
NLbFl5mX6hOMbr18LblwiSwe0XS3NT5cbMVyhOjcPz1L/NhN4QJZe7VEXVGg8brfRXZOKWCyv/e3
eHlWujJka0zLqIRvbt5XMX0VV7R6UlW13Mew/Mx03Ku7mszBnQlldyPeXo6DxBXeqYuptGLtk1wZ
hjxmrzLVyF+JjfMELzfHSC8f//7TrkSAK4KmVSpwD52TfOtq9roLRnLQQeJHqcGE8/lqGl+0pku+
JPmeJOCe+4uKqg389gEX9trrfgbCVXFk2LQ+ylmPp3G5pd95rV+cfaBqy2HgScdzgBRnbet7MxQ/
/LrcOfMzVS41BHd5HguVHvcqfdte3KP9GneWhnoe+53OnCGzgNUaN8TyA/gbeeNB5srTXuLCPAyi
G9FUt5guqIJrM1Oy8Z8yZfHr1I5fWtJvp7bepxOCZc56u0yvcNjyUhTjiQv7zCIcLSTFWI5SJXmc
TFzf0UhTr705cfWo5qWN5LYnLCdbEWPTD+mbPWzjW1eKlzfQxIVydFQOsKhNeJ4OJSRGNl4doVGN
G0sxhPbdjqciv/Ni4nL+KJLdIyZClnNCx/eMj/Zgme5ubNAvx0XiIotKkrCpKspzVqbiNEA30YZ+
l2HooT9fLQAXkG3ZJ5YvZniSXfxDzrdqMa59thNzOlSoDEb5cx6O23xi0RY/jmztjj5Bl6Ru0GHK
zwD7L11u50NLG3pkcAb2atxlFpcg5n3dUPTKutYZMnvBY9wku2frly3vtyuAHEw3LASzJSEtrH1r
S+6RgP7u9+nOvUgtCkXyVYrFKIBvchvlePXzq91JXKBrTnct6xIL3cjrMOv2+W5oSr9VNHGJrqGf
ULTe7iyXYxAeC12gBgAO0n7TxSW6WG/bTXGLPl/Vr2Th66GTqJTx63PnBN0WKDHRvMFc1KYaD+EE
SpQXlPlV3yQu1qWRnMXiqNHvy/Y+RP4umyj1Ox/CNfH5bNzMMrSkNixXYVA8TkP3Y4fusd8K73Jd
cmd4eQIun6fTNj4Wi2jvIP9xqyrzygrjcl1JVKspQuU67tLka0jJ2fbjl78P6eU6/uelKPkD6hon
1LGKPcppXUfvjA3NYzcUw4O0deW3rLtoF44Iaw97aIp3uS6A4liSwX6ee92yoNj9fFQpqp4IawKa
xwSyP5K1d6yKb0mNX+v3S6f9toDFwy6acO3RuFqnDNKPT9zsXvesxEW7ggh5l4CVl7kewrVgRb4d
Xr9+KRIcgJ9/OfirgkAVm+WlgGhRow8gUj0/3NlJZ8YwZXjLclju/Byq6ksdsQ9/n4zX+tsJ0aKU
JB40vjquxZvdVvcLueVFf61pZxud9qI0XamiPNYtO9q177K+Dfw4gsSFt3RRrklFuyiHX9sXooLj
GNJfXn3isluRNYz1CgY9cwp3DsiomqyVdD/6te7sossS7SCAW5pPxPyTMo1ZDsjN676QuPhWN6MA
dsH1NsdzgM3qSspMCeoZ+S7AxcTUQTFkoTkUsLsM9rv/7bb5169bLrPot8Df+0QOY7rSvG2SX9EQ
/hI9++TXtBOZg2pFqhZO8m6AI2kGjUr92VCxeOUYkz/4gXBoFxn2UT7KlmW0DV/V6eQXnq5Y2RAJ
PuBcFGEHDY/c1OFBl6UfM5e4YmXttKqwkCbOWaF/UDy5aO0ZQU7oSwhdEgpT9Tzc6VuIx75KSep5
UnS5sGhZq0L2K8knCkGKZNHI60pReL2HJC4aZvpUpRsdSF5rfaAbVB0rPymDxOXCWgAHdUx6NE3Z
z1SW7xsoZHjNcBcKMxEe+gDnRzmHIQAEMYKf3eyX+UxceTIxDIuK1y3KSTWFp6YVd0ta+jbuRH3Q
pLLqaxnnpTGf4r2B0mU1/ePXKU7YdzG0dpYJdZTtaHVmB/62Qxr64Ne4syVvrYWmg9BRnrTc/BfX
YflBkvKnX+POprz3Otmqdo7yIdjsQ7zW79rJ+r1aJC4OVhSwkJMLIfnWB9tdPPbBUax+9SeJC4TR
eIv7CjLu+dSZj0vSw+Zn8vJc43iBe75DlJ1qkGOZSL7IejhIOE1mOwGa4dXnrkCY3IummjpcanXd
/rJyRQS1fmq3iQs2QeSp4XsVhbmqGnafBM10iAUq3Py+3IkhOUolS9KFebOb46Sjc0Cr//yadkKo
hDZNFxkdYjXc85KJz0uzehVxJK482DpEfW9Zsee1hSfuAZWy9NM02+Lj37/8yiXLRZuaicLffA3D
fF6nsjkm1dAihVnEwVdZ9uZGtuWKrH/i8k0AZRdtdhnmcaNYcaBxp9/rsIGx5N7qg4C8bmapgToZ
NhoSwVcAXpQ2wDK6B3L7zrqyPP39517G+oU7pSurEjZ1l/a02XMBs9F7EfAv/Sz8ZEcTl7SC9H4Z
z2mx5V3V2/4wDtDgzYghAhYchTB++mKJC1x1NubJGKZ7bjZjIRix8kPjfex2WSvTFVM3jphvzbb+
SkGgHGhd3thpLjffF3rfRa3MkqZbYsmeJykwflpF+ks5y+i0hQ17moe2Yn6h7iJXIfpDqijZkSVj
25dEseFAIBt/6zngsr+89DuclaTbl16JSu15GqfLCQUs1U/VC/49AMX3yJO1xLCH/XBql50cOYMF
C01IAD+wvYr9TjKxs+LIaChHiCiG+U5/JFiKsyFUnrkFlyKWxE4tHk/CHLJk7NDABz5W9XDjw/9P
E73Uec6mvQYk6VCsu+fbGEqImUEAw0Ld/DyVW3ssKqHuWYfCwNU25lDQnWQ6rcyhJi1MulRaZ3ws
WjzxR2OZiSGIT5CxxVtqucCHiZbbdl91YdwcCzM0R781wznCrEvTRqOubW7jcT6NKd6193DzPKa7
cESnOn6pQkfrRpYZXuaXO1ydVs9vdy4YYTA0RWi1vVA0qOfcdFYK6blduzCXjoAhj7tY87XGy5TR
EJeEoYTfl7sQH4jbtB43rEMBgQlxUT20+MdveXCZvHTbp1Kl7Z4vdPvaa6XBkzK/HJTLWxnKxSqJ
2XO4an1b3u519d1vGjrHugnFJoPYRyzMpunhBcCRjs5m+F36dbgLXOlw16joLvecQnTwlVi77kCH
+ZZrNX15yXSV2OZiMV1XdHvO6RRlG0/MaYvaW6TCtdYv//9bUqSe+qjte7QOM9Mi42UfZgur/U5g
LlcYoA5gKzXf8n6S7GM1ku0tH8fAby66YGHLBG2iQGy5KVt90hvqUVM6+dXMJa46VlBp2hrSL/lA
yX8RGapjq4ifFmnioleyroDR9RZ1E81SHcZVF/fgFuWNjeJl+iRx2SucaOLIlJPNCa+TO1voWB9T
FSZnXbPqG0ui4ckmEiRBOk2+v8jZVQsRrx0E3ebcllhs+gG13uHmlzFxoSskM1RPRznnYBXmxyIm
5I6hUNjvYOtyVzFdNS+gMppHA4HNpEqSe4I3as/WnW1k7cgGfIOPeW3og54+AI/3Aq8SF7wa4zSa
9paO+VgXP0L1S8EWzy+yXOqKNjZZCtzMcsP2O3inDdm0hr+8FmMXugqWHdUm0TSCqn2V1LbLAF+p
G999WdBfOCC52NVmhoqhRG/M024Y7li3TScAH/FDDHPvJ7MU0bdELreq1q+snH+AUAvBpbjED4l3
QTLWpMs7O47VV79uctZlnU6d3ad4QE3OvD+Cb18y2Fn5wUqJS0JtvJWow2qGHC7hP9cizBnqpf0+
PHq+ocSmJmOb0D5HtcxnFtivKg08NytX0miql3QhBlPejGObVxHvjpdlxy9UQydUWxbERRAsQ562
qFVjYZilVvnJVQBMf94tpirnwaLwKcdaVr1KdqAkOui8TM05cM7nrcdjHVg5rRCMq/YKitwzCiHs
9M5nRGGl9LxxwHLtnsI3Pe/q6S4IG53BvNKv9gyWO07juOrzceF9bqskeBirtLnf9OgXo3BgeN56
HBBZ8Ej1uTHRBxQhHBprv/29V65kZiDi/rxtizInDGXf53E08ofCJg/9umDraA9F3L4NCDsNafKF
y7V80pOsXlED+Gmzza13hJd3eQiaP//7W2mR8lltnwuitw4lLZrej72IvpuytGe4skqSrTpev6m+
rDynghPcMKeGuZtIu9yQcTy37dCdjKHDx7936csrKsQnn/+iGf1WCxx18xAU93EJpn867XcHgI7g
87bDda7IqKcuH81niwRH1o5mvbHtXPluF7hKWhb1qaFtDvPP40AmVEbcyvtca9oJ7M3aDXoWNbpk
FR/uCP7x6mrXCXDoErFVekW7KPiBw3yd0YD6FatCteF5X3fxGMDgxnY5lrn+LoFa6SkmtDj4fboT
0zVri/8fzvM5KUjWySYbUGPq2fhlHH6/DkFjbdYBafP1UJswycbN+G1e3BXOAqsw4XwSt/lQhubM
+2E5R61fnS2K5Z5/dxP1YykUa/JRkcd9mT419pZS87Up6EQl5LSbqkh2k1dcfEUZmsz6Vb33G0sn
KmveFKBBtjanIvq4BPZcMZzBvdp2+aoWVGuo8C6XB5RXOmu6Sp4hJKD8lkKXsUrtTEMdcZ0LO/cH
pavtYMPNc1t08apStFthotTkNC2+BarYs3ka/WLfpauiKipVKWKNuTKS0x4H47Em6q1frzvR2RYT
RdHjpdeH8AFXlM9DGd//velLE3+e7vE893yOq5iqirBN56h04P+2ImBHtuOdYIRN6o2K7Ctz3SWs
oO+zxUXRYiWnwUeYWUBwNg287ms8cUI0SOKosnzXObWLOAbJIIGIGj9JQe5KaIUNn4kk0uTCLNsh
afqnHabsN0LpWs87YcqmklsTtF0OKYfx3USj9ZgUon+lC1D7XoPrwlYX53XUFKo2j3aE0z5O1YH3
bXlSNty9kEXuQledXPZVTBViirc5TJMf5p3fyLhcmTeuuWPZhjtuyHWT26hROcxBi1NlY3ujb661
7uynVT3ZrrBjlzcQI667Is0Ctn7263cnXoWKoSEUtE1ehs3+KFcmzl1niyN8n289irx8K+euk+MK
EZBwYUWTk6ALPwTrqlUW1+v4SlUCvHFQ8dNWRvzGKnGls9yX8LHqxqGHoFy+me0NV/+Nux9+yV2j
LKgycClt1+TDzj6nQfsurm8pyF/5aFf9KxxkBDZNtPmYjPo0Dee9j/wU3bkLeAUaJrvIS+Pc0bZJ
1lTLEyGF5wXLBbwmFS59usZNPrUlFCCCpc5kH3ilElCv+XzBh1ifIAZSMDkjvzYB2nBR3C95zF3G
qx6WboxW1eX1ViC9lUb14zgv7MaXXyLzha3KZbymKIlHFfQ6n4DAiCcasbI6gJpcYbGQMPlTs85P
I4O7zNcAUG3ZOqMhghveJ9PyoVv8zNu4y3yto4jquF1NXjf1N2TT/u0CSAB5rTsu89WuAKS7FoeQ
Mi11f9C82j7Wo0R5ZAVVTL/TvKsE1sy6LgjBGc2O63IQeofHXXFLGelKzLL4+ezESQRlMFukcxLT
9ED43Jw6MfAb/XNl0XTVwKgKWNpMI/bztO9frWthYLHbwtMKr/HVciBR0t1vjSY3OJMrO7wrD8bG
Nlz3fjF4eyMtTA/WCJgcihiJVj//PuDXussJZioZ0ahRxRYZ1JmI4F0RMemnS8BdKKwdixHOw2h8
bSk9N2S+73l1SyfmSt+49K1Zx9ROYYcwgJrLKS37Hw2d1FMdRfrGYF/pG5c7a9IEFjUjaXIdrYex
gPsAtc1Hr353qbMpXTcVNKPOFy5/lkH3aQz6GweqK3OUOhEww6Jnl9va5D1bp/ccmOU/Pao9ZVbX
bMha1Rv4hgo/lpi7ONfSLMWAh3MMA1PkntteHdOCln5LhUtzLcLsHAl3LBXV+FNF4wOBSrTf+c1l
uBZuq27fOo2MdWmOtozf8HoyJ6/xddEpazSq5uAbl+skEseUd8mphtrKjY3sysx0ialZwZAkSmed
M1u9jnFnydJh+ub35Zdp9VuuZS4pKQGx6Ly1/LEdeZlJOLv7jacLTCmzh0lbdHW+UvHKhutTM81+
N38XkZq3ucLRhFS56UtImvWtzcg4+d0kXFGqIErpXCdrlcPSpzmA9gkOkux+V1AXfUI6zk7zTlQ+
mOJzjXvirqcbTV9ZC1zyKZgK1Y0oT8xhUB4iG6264pF2w/S0hi15K4OAwI1b1zcK3K5NSycnlaIa
2xTbrPJWzOkDfCPlAfnM4ka8XlnwXYCmHKXmrN5VPk9F+3XdpuFORmR7muA7eWPpvPIDXI6GFdUm
lZ1UblSB8pyx2g+6J/ToFVkuSTMVWkDZVqJ1tj0urS1PtufjvV/jTthu42q7seESNR3Lm47ND8W4
+5n9cJekIdxOBdWxzCsQjwcteZwF8FD2WxNckqZG5axZkk3mazr/W5ewEE3KD36dchnn39ayZNZz
EoH8A9vNPhXj8LqJzb9+TcfPmy6o7CahNJpexcOs238iHXz3azp63jRMpYtllL3M1TxCn4fuuMJx
PzyP/4HnxbbvijYIzokej2szPi6k+8fvu52zZBSsIXJoaLog0ado511WBbBE82rcZfN67NULr5TM
A6TsThZAMiQXlB9WxP9AooJlblWUBmcWmreK2ryYhd9JwOWhpEF1mLRRcBaqS95MW5u8kXPht+m5
OFQ0r7KZulLmcxsvb0RJ11OfCuqXd3V5qC1IVrK1TIKHIpfqcwWd2JDcOGdc2ZpcHKpUiJ8mxqer
WQVllga0f8Og42wg9x9N9zNetI8kDW7dbK+8y7pugEAvF0HmNTjXfaDYwQatOraST7+Envgdkm3m
buv64LBTVvotyS4gRQLY1qlEBedtn9tfgQimIy4UhVf1IQStnq8SxC5E2nHGDyLdt7GUbxOInPnF
mhPIZdGyBtLB2Ev4L8jrt0cVsejGJnhlHFw+isYjjiImkLkREGJqeNfd7WSqn7TGa5CO0zlrUNb/
hLdazwSzi03xYk7NNI3B2VjMYlHBsrPu/Ip6uctNlTRdMHuRWyO2O0Gi8203yBtntyuHERebKtIp
rsAhpud52T41a/V6rza/c44LSZXLqgKDkoWcFluSdev2z1Qwv8njakWF6wZpOYM9l4bbU5zwX006
+OGM3AWkosiOikN96jyb8VFvRZNFhIR+O0zobLszhRYyk2txruvmUY/0y4b6Va+AcgmpsUziaZFx
cAYz+YN0a3cfkclPKYS7gBTs5Jp+2G16nsLmV0nACw/Ip3kdzpgLSFGNuR0VA7aADrIMQi9fk3D2
ewtmf/BRaderYTXpeau2LzCaebd0q9fxjLl0FJ0mVdiQFWe1QyZ0j5dv28DkjaX3/+m+PxPJzMWj
dM8ol9hIzhDbMflGkulumcT8WlZzOD8pXCLue5TMZzDYLe4TyYK3WOLM4wZrSnhDDvP6L0kn+TYi
MDHKIGhED5OdUpF1Sz39oCiD+Zi0cf294juVWVTW/N1cmURmpuHI48g0nn8p8IH/xiEF2xT0tQbp
uEYnLYU+TCKcv5Wi2+/wwICi4LVp3pQlCebMVtMKY1YchLMuSKc5KzFl8pbTHabZUXTgUhjoKelw
zWhZ4nF+HZJXAC+qL1YEJeQ5xcLuonWvz7IJ9H0AMd1Hvq4dPmlN/aA55sJhHS3hCxHHsISuR5Xt
1YinfD9nR+bCYRsbwekPaXFmMHFpV95mc4RF5O9B/vLrAnPJry4xZT1fPrxDzfuvAZe9R9iS/lRJ
I1/LqJ0e/v5nXt4WmKuuNdpuYD3lxZn04X0h9IcVR/obP+Fa286ZQnEN+ZtlEOcixLtOoLcTo72f
aQxzWS/dCL4DmSjOfI7PqmCfoE/odVBlLupVLMjP6HQUZ01EkcXBh4CQW6V3L6cdoN39/Jwl2qQN
ETzpuahRAj/Fm7xvxpkczLj7GRwzF/vizTLOTQ8X9ImPJuN0yyv43/qNqYt9rTvg3Drg4oykzCPZ
K3JoF1L5bQ+uwFa0gINO6l2cJ7Zsx4v11aGv297r6oTCkeddL1s1BSX02s/9WPxQLfkOp9f3f4+i
l28fzMW+2D5BoCqcinO50OaoZLScUP9ava4ErHtSE+yPO8Tzb/yxK2HlYmAaaRkLtfTibLsqQhLO
vGVN4pUKRjXx8z5CcTkdSoVVZ5vS8dCn9iTXxA8ZhNrg88YXRkdh2IgPL0J914XdazkWfmp7zCXB
UJoSwYgZo7sYQSFFIKoT4404/n2Ar/S5C4KxxnKoBuBUNI68OASkr7J0jzq/oHJBsLFLYPuYsPRM
Ozz7wQNkyXZaffL79MsG81vWSlZEXeyv0zM3M2xYwh+KFn4LpeugOJd2qLcGvQI14wfRP7RJ73Vb
YS4G1km4xwU7Sc8wespRYgtBDza88+sQJ9eWBIOZ6Xr5ao4C67CoD4kI/EoAUGb1vLdFTXbTV3t6
buE7U3aBzSg8DTzniROdmHYyLgxNz7ZNX5tmHo5lWCnPKe5Ep9riEZoCMjlbZe5NFS+HSpSeoe+S
X6OoSl0ryc/KqldxUzwK63nsd4kvWyreclbyc7zKITNkvY+G9KvXVHGRr46UBM4GFT/X4+eJmjd1
u/gt4q7CVgMd7TCpFD9rhWhPI/4YUvPW76svZ4/fIr7BykTE1sEccQrOwfI1rvcPfi1flsffWrYF
aUxILn0d8PBMgip4sAPSbX6tO4GpG3iXDVvDz8jlMQgDrPZQC3LjoPv/1O4LtywXkZobbWH1APQN
YsUI983M4cFWXD7CxgXHd5b+SIOkzDZh2auQNfwbYrl52EasPWXRxyqTdbieeDwxPDMGKC6Q2NDe
2C4qCd6odXHYqp74LawuGBInIuZrqtnZkuwyqUevh0fmEiBczi2rNNoNOV+hY9KGmaluXGOvbJEu
JVZEIy54UZwgDutXqLWMsyhJ/NzLmUuJrZ1JWUk2fka64zsPmy8zotFr1rmQmIFVOSdRys6bCdej
Cof1Lmb7rQTllV5xIbG6rNqRSMnO/UI/sLqrMkA/Xnkg5lJhNiUw6+ERO6smPeB8+T21u1/Cw6XC
ghkW2iyg7Jzi8gwZmgXZmlp4bpIuF5amEiezEaIWkNP7uQhoutHYz+uXuTjYrmvojS+A/BTtAgjm
9C1UI25SHlcKwpgLhOkoHlq9YLZcIKRsuRhRJBy2RRnB/nYwUsRvZRENH8MChqmHYkoHlcHXKr03
27QeyNRvntPW2a6LsV/CIC2ii1Hc62Dvzqis8qroZy5opRTSC8M20/NYxuema8+kkJ5Nu9dftc3c
dCI+hwtYtwCGz/FU3cLprsQavdzOftudsKapcDZxdO7UfIy5vif74ncz/QOw6lg3Ao6MznhIPSlW
viotu9H0/zg7k+ZKcSUK/yIiQGIQW7iT772eyjW5NgrXBBJIQoCYfv077lU3r1yOYFvdxlhoSGV+
ec4bGYH/Y5lDgYJCipGOTaNhkzr/pl1kd0tF6m0X3zXTbInQdR965IpA+mYJuvPm1bamw4wcpQ+R
LHLtFcYk9h+bOt04VVaRdIBAIJ2GObhSxl2WeOISLMW27W0NgvmRaJomCGZsb1bu0tIlGRRs9KZK
XbRGwTzaELQjlf61mcjPubWoi4h3XvyNybIGwYhLwjlxy3IVZTpfGvU6yftBZkMabozC1jRYVE9L
6RqyXE1sVZZy/tzI9L179BtZzbV8Vtu2WhTMLqieNcNHHRbysR5t+RxNojiFVrYbbwVrNGxB8jFM
o3lCMSB9Qn8lWNF+W6CzRsM4UeAhx2i8sqGeT15hTJ64ZFsfSLRmw/wURYzA4OkpTXY96+yhFn64
bWau2bA+mZcKqqoYFafGzOvTe4t03jvh+1tzc7Vgl9pV7YJL5FVgs8lVoOtTJ1hxHMqKvLNXvrHD
0/UFmKL6yjQ6nwsDlgXCXnlryHu367fef3Wier5Xk2b2x2syJ3DdDhp1haqKuB942GyLv9dEGC8r
i7RYN15pae2p8yBjLZHJ3m2KZNdEGMRlDCSyMToUOEJWE/JME7ct1iSrs9XWRsLqq57QtCIhapAm
WQvbpndmzhufdU2ESeJsC9ue6epHZjhQOOAcfYW+5W3D8vq9/xUWKD8NWFOx4RozvWtFez/q7p3t
+K0Xf/33fz16sDTljXLDVXvzA6tLlpPCddsm+1qMEem6rg8bv73Wvbdz+gd8YTYV1SOyWqkkjOKh
XqbuGqYB3D612Y9Dta2AHK2RsMGG/URmr72GninysGCPniy3Wd1Gaw9Om4SKSd901zL9VPnK4dpT
bRzvNRPmpYOPBgY824XmWRTdB3S3bluZayCsrprK1qXswHV4IoOcp6V9vW3xrImwUlGkv6Kiww0T
dERJ/NyLLdt2YKyJsHnSqmiH1xcvhyVvDD/HPSX7TQtzDYRNlYEuCFx9rjAZu6385GVO5dO2R68W
5mIhlzqh3e7KIe+SSdo/iHTj+b9mv5x1OEaZaq9O+b/4EH/063ET8hytGS9kjttq7PFo3tV3fD76
fbfturjmu1zEyyaFTfS1DFyxqxsR5PBseK9Y/cY++I8x2L/2wRqmyraBleq1QxXsluogPrym8Ldt
hGvIC0k6U0eF11zndPpIdHBbNtXHTfNkTXOFvoTFhimaazzHy6FW/k9vSbY1s0RrmmtZGltJdAFe
+2L6TgCmuP7dYOuNEV/jXAlPU73MwlynZLyN2yafx2lb0nuNc8morKC7P+mrg8XhJY3T4cYP1DYB
yGgNdDXgPVwIZumK0Fbk6D7chROM+rZ9Tvrf85jWQgQEifqrhjLyvgmN2yfMBtvy6muki481HBom
Yq/znN5E0ZUO8TshymsU9Yfc9Jro0kNIJGoY+pryyuv3djAgezrfmR8JjG0fg6Fkp2Ssl2bjilqF
ukmVwtIz6DFOYezveeLSvOraly0fIVxDXiRS0PGNk/qatN4PqxOVMcvVpjMjXENeHH2jweKl6lq0
5lMAg2KRBpuCuXANecWFv1jRG3X1EkdProt2NV/STZF/uGa8olmkhPe9unYRmOTeQ5Mw85Ex3Dbk
qxAX+yNrjJPqGim/2ZmhRfcl5Pk3Pv11D/rX7j5MTamgqa2vS5G8KDNfuYNa4N/f/J9o9v+nfrjm
nMAfsRRNqPqK0XGnmDelzqxu550LlbqDspc4RDZYHtoxcbe97Oa9CkxwE2lPYu9LeviBiVrtXjfD
NBvDmnc5pBjthUs3BPuoBfVFrJox2lCjzusQ4YCRxXALx9ltuH+4Zqh8B8MmK7B66Zz8HMLgaN28
KdeAcPy/Q1+SRM4B3NuuneWZaWCuGblwWxo+XCNUKlwmG0jkkWrC4cBl73m10Z88XDNUgrKBYi+b
L4NRpxo+uL/L0ZQ//z5p/nz4hWuIKl2qcXCBXC6eGH6qLt2NJN3GYoRresqF3DIxV8ul9Clkp4IO
mlboTtpmORmuRSDMVLGJCR5fACHcgaMcM2nk5y3DQtdLKfXRLsPaZrgoyr4UzSiytkD5YdvDV3fG
EgGH509Rd7E0+oUS3xn5nd/bHr2a5EaGw1j2YrhYDL3JqB7q77Zrgm36FXQ9z6tYwNciTcYLqUl9
X/ASAo2D2ZQYoeuJrmUjIse77sKmbFy0+NnW3P+xaWDW8zyBbMKgXNpelGe+KCIeW8O2mVnS9Tyn
6OpWhM3m4sTcZV0R3diKvLNrsT+GM3QNCZb9a13ARuYC10N4lJQX4muRDU0VZFU03gt4xB+i+j1V
oT/vBnCP/u8eyXXsRxU43ws2NJHToIyymNXitO0brA6/1E8V2v1md3G0MN8SBcWrIUDz4ran0/++
O53TwQQaX6GDYPM9nyt+DIap3P396fEb32G1ZuFW7AYvDdylD2dqMjMymicQ+yiyYCQ6VwnZprRC
19xgGHUMYLjfXeCUxDIDEaCM8Fm/E4C8fsn/jxHoGhyMYwXNGbO0Fz+e+ZOA6dqlbnRw6BlojXd+
R/rn37HmBz3jabewYrykUx3kcKYr8plo73YkTu6qtCwOZkxoxsaAgMQvim7bvromC6HR7fdV3AXn
aOLNfoG88d6btgG1dA0WtnAJtNMyBGevKGnGlwih58ZLP3pv/jt3xzosAR/g4XVZ6wwkNsTat50I
a7AwbmkM2zc8Oo2BqLBeq6yH2/3fV8Ub+8WaLdTzMgwmIcMlXUbRZxQ9dRdbJdM7CO0bk3UtLzcL
ERdJiAi0HkrHM9uZ8lrohF7UxOjjtj9htbArjzT+pOhwmWLxO0wgTdgDRPj7s/9JCf1hta1V5krV
Qn656NoLopMyxcAj4JyBer2UEIbcI6HbnDiss27GWaq8Lxp18AfF99Qo9evvr/DWF/q/62mt3Iiv
dIkUGloYe4m53XQ5pWsQsSLT1Ou5Gy5eMEF254NMtjXY0TWHKO0CfbuwRxSjqgcwGXTYVnvB1Xm1
0CIUTTWcTy5R5D3OafISFtt0w+j/YYi65Eh/tVgLEJePE5SNOlZ93/QV1zafkGKH/O682Fch7Jdu
eiRev3EJr9Xm6nrUrmdlcFapQkA37alKN9VG6DpA5wGdaj0X2HpUgu6qZszDUX/ZNiLrZQs7mDLk
eHbhxPQqToy7alxvQqbpGpHD3VzSwIjq4rR+piq6COq/V9p9Y0GuGTnqfK/hcLg/l25+SkPvU+Kq
d2LFN2KUNSAnTAwD5d7zzwW17uQtiBzCpmF3yvnRDvDZ8nHT2K9hOdr72iwJ989ocMh4xe/QiPhp
26NXB2FXdbGEcGBw5qn+JTuxc1ABfWc3fmvkX0+Zf+VepDfNUTwy/4x0xS8/Sb7OLX+v4P3Ws1//
/V/P9ngTF7rAkBS6ubOKRDvIl8b7bYOyimyxPDEPCV7cquZBMAvFw7TbRnrRNR/bQr5VWh75Z5j+
3BfUndy8rWGQrhFZkLypYhUezSaRMxq9FLH/XrLrrQFfnWumDQe4A4R4bdplPDU/PFyTtk2UNbRX
0YYVglH/HLPqo66bz8zodyKaN157rY0mRgJYr8Vr0yW4GUR6bLto2/1njey1kD5K4PuCESlfTDuf
mY63bYdrYg/uiWSoA4wHMdWe9fmkxGHTzF4De5RLzyLyfd1Jqs9+tWRzsy3dR9ekHpnR3NEKDEcr
i3tdV5mg9bZ77JrUK2ZXRtBqUpfOH5qMqWnZLWX3nh7GW1NkdbItYRKPrpIEgnnFx9Kbgbou88bL
5ZrWK0syUr8V5Jw6/iyH9JlV07YTeY3qOWbHiQ6vq8byOz2KPNb+tqm9RvWUKdNuGDFNuMN9ri8E
4E6e7DbNwTWkV6dFNReoD11a0YgTGq3pzkn63l34ja+5pvTqYgp9TwVY8Kl7Hup2PzVuG99G12Ae
Y4uQplqqS9pSllEVfm/GaVvstibzpCAx9woVnOfBg5OOOy6j2vjo16H611mp5cQFGzx5IZCuCWU2
dc/bvuTqnEyIUSmf8OCx6bDBmlw5ti0uWcu1RWgJgIC3W85DNNBMxu2EpDZAkW0vvsraTh6peBSk
8jI4CVPv+oeNrX0nGfPWBFwdlLBkrxLBpb5gAdUm8+GFSjOQnP22r7nm8CBJMIyV39WXoSqXU1zA
ETMetqZ01hzeVFRdGnWVucD0/VtLmx9tMm7rv6ZrDq/2uKrVpJczVCPibCaDnxGxzSUNsd5/J/li
zUBkopazos0uVPwTpeV7aYU3Pulal80y5bdzDG09j1bPfEGFslPRxmssWa1Ov2PMGDidn10/TXUe
tTJBZ7QctskA0zWKxweBzSpo6wv3om8e0Ajpy40R/hrGm2rPb4Mi0RdJOfD8ppsOVKTz7u+r9PWe
8IdkzprGGzu/A3OamsvcNOZlrEL/AyysxVMxpO9ZNrz1ZVeLlaGdI2QL1ZdlnL/VUt0S4W+iluga
yYO5t8+DyelLaiC5HzaJf1NF1r1zRflniP8wOGssL+kjOU1jrS9owoS596TsgZpwPhT1HOQkCoe8
sMbnWSD6/tMSs+U4Yg6/jN7Yf0VZoPhKcL7zHSSo+bEayvhlapHiiIO21Ee0E/Q5xE4Cvid+1O4K
0cWHpYv0Ox/2jVFfY3+0dMC3Me5nFJ920FarsnaqyLbLxP9hf1TMUTiizYW5JZOqOVZ98M7W/s/p
86dBf52p/zpJJdylenSumYvwsAXngoNzB0TvkpMM4BOf9xDyiHJfWoC6EGg6JXBbb3LP41M+pEW4
76oQWcGol96O1CyQGdzeu4+0DvwLLwZxLIvB31UgUI4JOlW/OsuSu4BKNHCKNG13PJjxYYLXqEbT
MPg8Ol4eIhK1ty1J5V7BTebm1TH6wq19r37x1rdanfG8E5W0HYYzVj/bMb34bpvWBwyW/juYCeQs
nG46g7Ak9B/t0E8Z6dNkW21zjSOKfhj6tMB7Q+fjLh6/VoxuC03WOGIKiQncD0Z54XGxGwL3DKOX
bUAsXcOIpoLuH4+86mKn9iktOSSQ+Ds7xhsfck0iVolHas5IeWnkWGU9a+URQitm28VyDSMqMiW6
qZv6sniW3k6JmcC6bBTIoGsaEVW1KOVlKi6xTO6g+5U7yB/8/ZB5a1hWcQMstKmqwU1eVNp/5177
aQnCbVNwDSM2A5Q6PSHEBUP/kHjIaCZq2qZeCnmr/64eJYUJITkjLgXuJNmsUB5rCrktAbFWlytD
bGeeGr1zKL1vVY+MT1i2GzfoNYpY9Mqbi6X3znQWX0hhLmHttiUK1iyiqEvYfxlc5fu2k7BdFzdW
0fhh20xZxQqdN9dxyYbyMnrdna9heCq7ZlsplazBQ3gDRGESNsVFk3LauUaju71YNl13yBo8pLoI
C0hNodoZCL5P+nrOldKbcgVkjR5qCvEwD9nYi6q9aW8IZxlZ6qctY07W6OHSN2yZsIrOyFr1NxFb
lp1qybYSM/rk/7uGZsPG2pUBO/cL/GAVCjMnX6XbREmgu/Xfp6tyRlMgFKHOLQy1ciMjmrly8DZt
uGQNTGnTBtUIlv/cBWmVd8Gym2wZbIqhyJoKnIukC5J4ZmfPwMhdhsm3qOm3Kd+TNRfYtTBTgmAr
OwuPlnfco9+8uLcbZ+NqkbI+qC3z5+Qcl/KJGzru62h5z4D3dV78f/hH1rwUK+sWXYI8PnuJCQ8J
jOTOIKjsDlL4w7bPusambBN41VT68bmfXLALLJk/plObfv77cvrnUvmnv2BVjqXLYimMWJNzm3Qk
+RYGSfI01qmflYsIoB8vTR5T8L2D5dUDDGGhpNMF89NchsNjD03Qnz169+tDGKERg9c1PUSyGz8k
hPv3IYLVA/SZ/E+BSqvjEC9p7tDMd5PCThL8BmRE//5H/PnEJmteJyqHIBxsFZ0jqpo7cKX0tjMx
21afJWsADK2UQGd4HJ3DkX+1nnmCXfSmgICsaa/Aw5R5jWXOXg21/oXZKS/i9L1I/a3ZudpvNEvB
FNspOltAR3GmbLzkJG6DD4EY9KbAgKzF4noSQQRpchGSFcX8zByb90ldvpeWe52Ff5qdq0y88SFD
pyEBdBaoiX+obDHdSGyeRW5d2tHch11DjQwmea+V4DXG+9PvW20WKH66wSw2Oo8pS3cGH+VYUq/a
QVBaHDTClB/vzNjXB/7hF60BLT9Yql6OqA+R2gXDkwmZbPOm1cGO1a3KDRpGs5lG5qlQ6DrZQdyP
VFkdGIcv2LVoLE+XorqQNgpv4kqGX0Q0FR+rak4fgX51JgvtQLEelQ9yYxlR/oNY+GtQ+8j8uryX
vVccZd2NH+toTm6cbmEL4hc6viBt8GmRYbE3pamOaijmts4YHYJjCne6o6We/lRT411NHfdjFiVU
ZqYW3ZeCQD3xncF5Y2xeQcx/3ak15GBrYfly1k4Deg/0tE/Ee751b3zhNURG26FF7qKKzxKr+hiK
Th4iFZq9qtrmQydm+U7g+U8D3Z++8OsL/OuvKOdOWp02OBrQSubfNGq00GYAL5GNUIvZg3HSX2Lb
2R/+ZKN9RcpfAanCLFBznQkUQo5dObN3sIQ3Nsj/o3lCG1QFuOFzZ5afXdAmGVcY2k2faw30eNbM
swpbcg5d/G1SWd317+zrb3yrNc9DvaKScY3g3fc0rPS0aHPfH+EqtoQsb/10m/oqWbM90LSORcAt
waeqaO7x/qiTjbw2+T/6D24V6BJLgjPWUvIbLtb80KKx8PvfB/91Tfxplq22eOfmoBAuCM9Rnaaf
E7+fzlTG6hrKxOy7ojCHsWHzOQnZePz7b3xjLq2JwNYf5niobHiWSL+eQ0zVHeTv+MO2p682/KC0
c7n0KjzbNGzPQusga0WQbrs8rGHA2cTUnyNKz3qZtM5ag4ikGBn59PeXp+k/B/efvsfqAEHCu6kF
UsZn48dlEealRCtPmxufeiHJ0pIV/odlHOLup0AeO9WZXOS01BmRo+erTDASwdxxga2vbDKokGkZ
PxQoLg513naBG0pIWMNLu8sW081BlcPwow4/9/8swayfUEb9XTibFlOGMoJb7mRcRcWPolkqpKam
Aj3+MCBflNR3RIz1vp1TcizQ8OrtO9/gsJgGJ05qjBO2Lyma0Xpu2yPK+FdSzRKqcRrau0OjIz8P
VRntxiipcYcscQCnPXT4T/COjK61pO4xED4Pd/4iyjFzvCoP6G37XQhv+ckHsGi162Vm/bT/wpOJ
3xkYGD0rWFTf21L7hzJBA+u4cCV/z93cmqye4prft7Dy+qoY871jaaK6vk9ch+mRdYj+FCa5kF5W
0cDep6Jqd53yZabQX5cXcwUD49ZFCnddaq8iECVEc22TVXH91FRLeE3xN6C3r+ynvO4Cvou9SuaV
dOoxaSco6ZHWJocGn/PBF3483KU1n0zOIx3do52X33vwwDvVTgVe5tC2mVcLmrdOSzWR5gk4NuS0
S5V+9WRrM5YUMYHdBfkUFsL/wUPyO54rc26kaD9DCb4wmQhrX+Tgx6odCO5op5qu27Vh7w6SFR0Q
EOFxJJMTg0T50DWfm64mkGuoSwhStmVK3GksYSZ+n3oTIHx4GtjxJFs+0U/WNDbZe0bj590cTa95
6FBX+ZDE6mRFHNzgAxi8pZaA62+asWAeXBCQ/ekzARU1+ZkXbCSXpKvSudxj2zSyzz1dM30NGH40
o8IM+dIW/oNQhR/CKFOTAy+MguypG0Pn7fpuNMVNX9WivNeTaw8C8/1azxCrc7TpoEaWNMlOd4Jm
ES4leqdr1TaPScVq/xB1NvEPOiU0PshoSlu+a9SCnECGJLpp7nXiOXYbWW7Lz9ra2L83LFj6OOOI
HP1cl7qyFd7E1t4RyUOy6FxolJLOcahdfSBwi2oPxIM46cvQD2J58LiGhIcAtt98JcNcjRBxMpSM
NiOoWAwwzBgGfSXEr+l1QmFK/BBLEYhrIDr8rwpjEj1CcMT3shkfIzqUItLxgXZtyk6j5i3Ltc8B
mGWND8GTfOjmlN1CHT8tnhOwse0BpDvV98zgB3aLMl6hs3EKe/6Idv2EHgB7x+OhtE0oflWx7lDL
w+VsKO4biol4ZG4Y4rMxjYQgV6ME8g1N4VDl7qEFOjxUzBV72XocRV1b2CHJunQc4y81pbR5tjNU
/h5ZqCJELD584+9DFzT0tOgwmX7DHNAbHiEkKSx6byevuKGqw5QNSinLmz4um/4XTVtJb5kPS+jn
qk0ndqI0Et6nQoUNAkjTJRMDkSFpmLNkbPhn/JR2D42NYIeXjdRj+k4kfueOsp9jtw9V5+uPdRJO
7jYJMK8viVNesrcknpsvMeprEW6adYl5DEWD9NhULrW3Cy368pRKqexXf2EEXsth0xVBPrTWd0UG
PSUa3ySy7/XPlsvXfhKDrpKjDOrInOpJzcWlAXIZnOIyReQOjnuql5spVcNY5FUUwTGn96fwdXd1
MLf5Am9G0x8aZxt6JdiN5mhvhOHyXAm0VH0ZwjiuPqlYpzHJtB5hmZWRegG2U2OvUDcT/ib52KL3
yOx5yrvoRmoe1c+wkOuScwlFwINoy6g+1iP+f/SLLobv41kz+8gJ1ITqTAYVMSeEMXC73EV68OuT
n0ox6cOSMnS/zjU+zJ0Xh6gGQgzUqfiIgwh9A0EqRH8zGjfqXwkEGeMTMQ2Bu9GgqiLr2rhtd01X
1cHPpR08d1Swa5hk1rbJMGdxGXm7ogvg35n7ylj3Ykgy+Q+61pWGynQIwSwP9xjfFkhTxUgjdXUq
/SVbAoMDKo2U4N+LWIzeh8QGgTtrG5fTMVR1wq5BFQzshzTwNfnUVwSuRBICpvwrDdqR3KoktP2H
UGKS/h6INyQ3Jcq31oedAwnC76FP+vZE4XjhXzo9TDqLQPzbX8kwDHOZ0QFaiF8SIrrgYASw6duq
9+PpOlqKy1FWDwWrXlzveHrHgrornycshKHMwmTs+Cc2C+4dJB9JfCDJPBVXgQYCL7d0DqJyp0hI
L9C9Gb1j1TobXUZUscULckektuheguZ8t+Pw2EKexcdh4v+AaJkvdvhFqqp2r4ujm3MeohQ0ZkST
1k/2JA6i6ioIFJpFvhRFPPxclO2qF6kj2b/0i/ASXM/gHvKJGVaVH6kBJfLL1YLOZtcyL3bRIRYU
+aR93zcBu1YldtlHAl+yrjwp3y/ZmBvS9/bkSjvR4tSkXMy/FHB1HA8CYl98Py8mVQLeJ3ETTVm8
KBHFu6QUfhRmPWm84UqYFTzT8D1NcNpy3jVtFrd9GwV7cAEx63Yl1ZEJj4kbevfcCX+coiOcfYUY
sjkEKfdNusj2cx67AcVyNXM0gmVs1sUQZ7EOYLyBNiAxHWEhaLrqyNEXUAQ7EafM02ek5x19JIOC
F0dOpzS2L1Jp1zTwcw9KcTZlT82chyKo1ZLVbEwq9C4NzRLv2NDrpMxT1CT9o9QeZG8yT1EZ3SxQ
2K5OiaeD4XfkN3FyHInwmmOJ1BPbRUvcwhM3URIB0yS6MhKHwCS8qFGUgZ/fPpbDMh/reKzIs8dL
3e0nx8Lfckl08CtRA61OzQRtjZ6EJK97SOITb4r8LK4CGR4heFuwS1oQf4LmVsSm+RQtAT0z9JrP
OK9HVR146w3+J02rYtnHqccjeSzIVMFtq/OG4AdTxD+FYRDKI4OkqNwXWnTRkKcDBNVuRekHBA6n
89TVObJ0BDSRHflDoQrNngI1DBYNEHS+8Vyroajv4rxunJ+eB1H0xxRhVPsNZVyAa/iTacdu2iod
bZqVekqTPaMM5FO2oINd34yILLFrCClclk7oqmBgsLTNEFWNoT7OVU/IhwA2t4V3oIlvp7OKjZCP
XtBFwSWEFhTCNSxdOLGhFVCn5ffCo7Y9MZGcAxaam5LAxQU7bGqexyb13MV2SyV2MpkJu4mCrmX4
b532Ovi3QEfxO6zV0X+xDKVXnhFZx/Rr3+Lkugfkp8gH3ix+dQM3G0zAGHwCChu9jHp1hGy0xZuw
KlzcCd9vqh6XOII0ZafETxSdcBhKvpwKKOH9TpKudF02DnpoHmjMtbsmTTnLe4q2pOh+npDcfZop
MNwTOEUlymyoy4hekprO8wHd8535lQaBFx3qovfZc+gSNz5FDqD3Ey9Uy39IvCvinSpJlvIb7xOo
WwMYXsr4flGpNGidrOvex1/mxzor/VqguaILZ6zfthumIEfGVsyZ8cOkuGHIbx/kZEA8ZXxoxJFU
Q9Jhr5gqec9jV3iIKGHjbmNgDSJVQEb2A2PQjIXsMeT4cl+o1ntyxopm3KMwwaPm9OpndkwThqO6
TzhLy7yFrQRFcLZEyU+u0dlp8xiGR/5dPIyRuCHTEpmMjMN0XFQonxKpCujhVgnucQcjTShYNvqw
xbsNWaubMqskU/aO8Ko2QeZi6LTifPZa0uHDeYVcblUXlM7kspnnDP/uAa6qo9I9djggsP0BpOXt
lBWd0Ds6t1PzM+Kz9wjPIdzelZ90F40wvV+wo5F2Qb4u9IqPmLVBmCWyiccbeEOYNkMr2ezfQSeX
oRjL0ygtrjF020KEDAMsR/Z4cH2qJizij2XSpON0a9OgsQ+jgffYrnZ17T8iUBA+WimruS8OnvLj
5IOD/Vl80G3s2GObNuV47FzCryHr0TacRsURIVdRofXEr1J1BIJNg/sFYSDs3gnmldm36DHu7M0Q
maixiKhf83tlMHjwG5R2+N2Nsk++j4Ekn8eYsF+4nGIzO6SzMnE2ED65XRO20c8Zajq5QCnx0Hc+
mXneMl6EOsfmQ4d5L0c08Nhj6JDJsDcFtHftHhf8tGK70MHt72MJd8ax36Ei29ti54ULo+IQupa4
hyjtRvIA3VHvWdiRAZcpcDNgOZ21qNhn3IxZf3FVA7k3iAVBRjTJpdfGMHJSSK2G0a4Mda8zOEf1
t+VE/ZeOwhytgUa6JwnfkaHxgiRTEp0AX+Fi6407j07aVVCHHvlwa6dRQluj54hkHcpdfk323VTw
5hucKtm4r7Aiog8Mf4Q7pzYZozpHyaffSdvMLoMziIFDlBe/qozpvgwIrrtNPbwYdGgEx5m9iqfk
yeS13mdssipucXf1qnm/lFCwGGFYTaYwyiz88twxrsqovJ2nltLTCMFIB41pXegy6wuFcku3oDIR
PUGIpWqvSocQ/76BbB9OUu5T+GlB5D/rkSM4x/WrwGToN8GejS7aaVpQsmsrf3oWI/OO/+PoypYs
VbXgFxmBCqKvDnuoeTrVw4tRXV0NjgiiCF9/s+7biejTQ+0Ni7Uyc2XyJKGP8+ajqI4QaXUG9p5+
aWxVLyfb6/4eZyW7RfxDARLK+qiy+5Jep9Tvb/2RqdeNswHxEAaYRj0DyLRlDLbIlySNuSreMkoP
0BDz8pX2a+oArUNyos0RykMU2XO+Y8RCS7JUcYyx8Nyh0kKKFihW+NzwtKYGFf5oQ3rTqcnc4nat
yOqB6wmA7iJch5xMVWaDRfft9gsjFg3KYeDJ7POpgoranPtlF3XMwnpZU/YdPNa6m75DgcrjXVXL
pNh9HAOwieXSo2GDMC6nrblFAgZp+GriUo/9UOVJ6irY06nzvtPl17qvKFpqTOq+5XGTtSi70TTz
Ms3dD2OLAWMZReNkMXKHcSWN7FEztoSHarDwrM8VXCd9CsADvtHvqdwtjhyE7ygUbRMBP0nwGUTt
yQ7EYGJS9uqj4xM+ihm6RoGBbeL493RqOKr4WFt8/kh9XqtpsPoWRuQJpgC6/dM6i/9bRpQP2kX7
r1GtrtLUZE9w2ur/69O+vcIXr73pcz2jnugVKVE6q6Y+Fo3v0oBGNJtEA9U42iZZ6OiCTeOt9rpH
S5dls/29+R4BbS3k0z10Im/YGgPblKXilMNf9jIsaAIhvDsCrVg0tbeYqtHbQXt0hsYru014oZaS
oTSchdozWKGmqUUAdEvz6Xbe2PGHaoMGGMMtfUKEUofxnx/LF8ST5LLSyL9QLH6eleD7gJUHuN0j
SJrVotekGVO9fM67y2+3LFtfBRIOcPKTDmRKBiRZ4jCcNBMHNFALvbBeTE0oUhx0M82XsTMe8W+F
dacJQXKyJLqVX2Kcuse+SMVP5YasTPZomppUxup9nNvDn4apX7Objqjh1E022+qYjvMrE2J5XujI
Ptp46f7BeiuCC1CGxqzI8/8CUofTe6zhyscdSedXl8giKg84T9RYTEcP4IdNnTuQQB8WdVBfsgCY
q+6laM89a2FOR5eRyAohYv7SFrGQjSJR5EpOhj6uF4XU0jJfd28AHfXbXA94vhoEjvn41zodeJfL
bvTkNqY82PeEWcdvC7ZHXTNijlkbTOswiF9DIR/SwMV9GmfDBp9NPgJEmvwnIX76lUFvcJ9FfAz4
7jAiYqzcgSfgnYway3PzakOi0tJs6Tr+a7t+WCqCHgrJgMmRQVJq4fqMwKz1ScRoMW3otxu/JTBn
muNciwewYcvwEND+imawVDzSpJiLOgjYreJfj/6iyvHUf2TZwa/Q+alTkkXmX2uJCcA8XXsDba/k
JaIyClbhdPSiGgmMpqoEovPHlDtcI7d/e07xmMEEYDSRQ6bfwbgpDS+KvNpWvkzY4+xTfR05Xr9m
mlINq/Bk6dBBTuxZJnrN7iNj87+Ed7OsMrgQYcaD3+wvslCOUwwGgDQQxKBN4fhWVTPm3v5Gj7f+
gENX+6W0SVkZ55FA6qCjaI3lNu9Qgx+YMiu/F/uGy7KSn51y2wOKQvxhtHRfBrTck8uxPFgSMuBM
Ri7Ye+eK7MZJIT+z0bI/aNn4j5lMHDOZmPfo1jup/iESJIvKZKG+rwX6pIc9rDJU9EiL21isCYq5
XZOXAUmoS0lw/mUZ9lHcJuhAZKX7OVlP7bGG+SRWuqtrFqvpRsffEAjHX1aU+CNmi75zAqgxajlW
KTYh+A8YKtOxFmyD0DjBkgGrNge7uAfLyAC7IuSCDeFpPTgqW05R/55C2Nro54Gu7oaZwzbDJrGG
GcgBxDUv7FA0EHjY12Tp4WhP6JGzsk1bUTwHcK0XIB6YzVAUSQtgKB/VnbaE6IrPPoIyV6NeSKWz
5IcUS/EYkkO9qbjDBB64bU1FuQT2YTXS4zc8B8eqX0fkQ35a22+Xg+QrbSI/zS8pHKN/R2riZ2Vy
291uOkX7h2DCYb1413XvyPpL95pgnn12WoivPgzjcIHELmyVOQDtnbIJa5tYiBinXyPk0I9Yvpof
Fo6tnaZlSpoGmEW2VzNmEHEjgMpvF/yO4iaBxGg+pzzO+ppmRuF7Ip0W1ZETszRZBo1xJQmXmDmg
+bC1NTR9LpzHF4o/W+qSyzk8kgna5VLhsWhPR3rgyVJU5fOtE7376Ni6mlL7EXxGpml+JtRYACje
owmnq4MKee8GxwHOCllLmOeGpksPoW66MOKmDpBqJFd8biJrGPISrl0Bhs/NNibXBB/dR7Q5QO8j
GpP7IsVmwqkly+qvfBgUvc4F5T/NpvbhiWcd3LK3Icy4EHjZMn0FeCCHxnAAZJcQHXtW0W3Kb1t5
eGyWaI5naM72PX5E7+UtpoTdyirfD9JhhOt3VyMa5/v9TVpVFBdhxfCDdkQuz4WNZfTMfZz4Cg26
Os4RonTsafA8ftr2uf8YbMAgzToPOBOWLgO4lZjGn6Pk6EBg87OKJrYLRNjEmHRDADBlFjPtTo66
0x1/XPpo/2Ps1qUXNqiiwYQHYAWrPctY4gsbP9jepzUPW48w0tzvsp4zdAYGg5k65YWTZ4N1S14O
HYs+w875PRCJPDv7VPvrt8dg/5kuhrzsRkyYhUw73S0EyYpPXKbkCgjySY4ufYzhG3gTY+yeS+UV
ditN0nKAjfMk0/O8HpCszt0mfi3F6PuSxOl+Re5qT6ukO8Q5JE5iZA4Ta4heDRp85e4W2lNM6e6Y
dc0OJsg54vHyQy9rUtToeo2Cdl1tyxlJJwOe5A2DWbkMSd4oAJVFOam45y87lcs9kqB6W67oLCeE
rEz2Rc4wfEB1cdNZxWP4K9MNrPAoC0cflmQ3tikKrPveMI3SD5Q3R3fBOsTOo3+K0KyRRMNwpLSs
o7I+sqD2BkbgRX8ZMpJnFdDRdDrBjmly9UyyrqicwCJ/troMnIfPvCozZJjuZUwcKmpK5+KB5dFR
RTTvPo90GHbMGB3ZTz0xisPA70DPQ7w4ZXBQ7ZHlkqZAmpdFkFJINdlrmBev61l5mZfjCLu5etKQ
sDXfpstXODlmj8CtWd2PqXjIW4pzknT8PbMJ8KocY24J64t2eheRXVk5HMWIVq8vYlMdivZDzUA3
fv8oEIGUrtiELl2c2nM6z4GU05qOzcHY9KvdpEWY7YahX64TeJa9MC+bUf43IxvDZv0EAqFyBi13
s3UdKgGkTTl5kuLI3sYQBnhwtcvwEg27pw86Hw+PYd3B6EOBmkByahsdQEchUV7OCo64aYWLx+dy
XdouKkGl+RcltN9qYPp4B5IN+F9pkbFor0SM/EMUcpj/hXRxfYnxEmgBWRQ+pBmWpretSfukmmc6
Q4/byig86Uy0w9moaNfokG1xB62+fWo3mKc12dzled1BtGbrgxdDqEyrxcuBzY698vBYeAOzZr6W
mPu8QS/VX9gY92e883iZhJ5uJuBiWHLC1PjNLOzysXM4UzCr8yO7ldrJ9cZ3SNUBoQac4bKJYjqa
sffjhwbY3QiFOA1Hs/1XOsX+r8dgcwMAHqcu9ccb3JuwKzhiWSc/Da2mjxtGmyuuVudqn1I9VrPB
whKmm5GnsC5Ko/UtVtRm52xS43L9lsj7CuSAe5gpdAG3ILDm4rc/Qgw2zqD7RsEw09eyGP9pgkzE
yZE9fusF2DHR6fgK5UJ2u7m4hRfkwtbzEdoOHTrImC+bGZwCkR8x5DPpwkEMZxpzbwtTTZYB+Nux
K/KWO/eYtIzWE6PDfkGDoMo+8YhMjrX9W6hj3e9hjDknzZyJcDvQLLnmOjV31k3sLEkOn1jAcpIB
8+UYiOC+elwVvmgApCrGCMpXPHDo5rq1nA5qADsALq3GDosSZ8jrk78Sfv9RuUcgZ2zX7/8QJB13
KPX7UCrRte9+1AfH8Vq5qkVkdhQep+09i47u30QLNMGsJ5yVIDPBsnDRufvFzlpdlM2H1yOSIDmx
NPbfgacNj/EaOgCYBwURrPP5pp2K+MVHqfo7y4g0+5KoJibgynrUGBS6FJ1hmkvepAkRN2HZ5pNL
8dfHxMrT2ilgfsWAR2YCyVPOPJcnwMKIcXN873S9AVl7GYYCk5gIyKAaDWnvl06h5d2Hw37s/aDr
1jCGVyUap3LJk3BqOzj8gbMSLfJui+Ti+Ly/82PbEJANE/MSGyf83k18uaQeCY3gdrrsERMY+G6Q
ZtU8MgMQoBXpr3Xs9pOdhHiGciCvbcZdfSzM/dii1dcJKOcXzaPxcWJwhwXMqS6St9E7bjvkoiSH
ph1oWHzeWkMatwJAwFsozmO6DbhBXYuxJBc8qaapw72cwowWzmPfI3PyI4411i9ZrjC6dduDmaD3
zFv0vVUMauuSrMAAiBHd/ZbOSQlI9MDIaWGWeBhqSuTndTUtaFr7Sb/sUIXUSYpVKnZwdplUe1wo
cktQRby/w7DhTwduxNPOou4CSRK7juN34HE0hTNcR8Y7O7KigeH554xVtgq/FUtZi2nhjq8GuGJ6
1flaFUfxNPSMvLtOJTWISfIIUHd8WLop/sRhT+tAparSdG/b+lAELIdIRKlSSZCWHtqmHfb+IxXA
DNOJCOSRxLLmIqyo4lH0AblZC0Cz+0Cy3HTOXJuf9hx6LJwL+pdj9XCTTUgBD9Y9/IyfJe/sCYg0
aNH2OOrU8O3MredR2bX7H1jtAZrpt3DViv5Fw/2lhctesKYLL1vYCjwcPTgrB5z+jQjCz6B9k7qL
juKaFyZ6WJ3+yBa1NIOWYFdEW5zoCmoPI0iP17Ln9A3IwnoGaDXcIIpeniA61HjIff+VUKsuwCGz
59HYt5WP3ftIMjpWG3oAbCitLezZhuHWdjZ/iceO18EAjzhFWTGVgzRFUirlp9JbTup2jj+xV7bi
89xZHQozQb8ifcabGVu7poKSZS4Lx3ZXSagnJB57rC7UeoCsSR/IoUfEwa+kh4vYh3RzesAplJM5
o43gKqo2GZBYcHZ2w0M4ZBH4mCfteyLupm1N0ujkM6xWAZWyVgSGCzCx/cceimO+oG3zxyug1F6B
rPKGFv/JdaefbPBKPiJinOtGIfjS/EOWabBDebiBLbVcpU7uQxFy+5F3mqgbfNxYV2cJlASguc0i
HxM9ZOldMNNQU7FPyQ+fxkHfJEiABN2YWif1S4GVMoNnb4/xSpJRx+6/YjNSf+WRy7QvZ3jqG8h5
8QvoNmB46UoLdY6sNtoLYLo+Ln5vdkQPTXkuHkB/DnFj9rn9/zZi3yTc2jfptm4q3ZqbqGl33fsK
oC5Ha0ktpON4Ee2EP5ctKpEfXg8UnFeLrKnxoROtfsdAuaBHGlFupqobg38nB7aLn4sud/IEY6uY
VMWol3uAKgnkDEM7LP92qPfmt6Vnfn6Jk/4wVdHh4T9qbK0bxBXisvZ3al30VBUxHDYxd4LGoiWe
5Xl+nK0N+KRFAFpbDh6AdTW62IBqSJH/Md8URUoRswUPY/HTRsrnj+i2SPfuHQtLGTZYwb93s8Zh
ShJQT3GTepf8AvGax08DQBbxT8L+79/GocSGxRyE6l29M5JjmlVAGK6IkIhTpITLED2h9bGiWXMZ
vRUOpwT+t3SQmkCY0PGhhcMxY/A5jrZuPuXWdsCNETR+0KnKZb4dr1aCnKm7FaonJAcic8BDS6vs
MYH2JS3Z/sVugYKvAZ+nEI14jFJsJfKgIX3Au29NU7SIdv85sGh2XwUgpTyBcZ45YKqcbPByPSqN
Zx2YMp6nDuTfeiziR9pHYMThD5Lm0XVa5JpPdb9AbnYzJpAcDSDjC9veF55N8QV6H+Ovq4nWSdV8
nfLxYT3MUZy57PNFXx2PBdoikWfhN923SVSOpNiWFfMGpqmeJrjg/icBbaXPx0b8outj5VvWwiwD
TtnwTY0De4g69LkgrRMoNAjFJ7SXrIVgYCmjSBx3a5zydLrFTIppt5wTmKX9ZZ4xtp7SPesC5D9S
AbK4xWKvUOZ0dDswsI2IbLzX4MPGTxBYc/ixomCxf31sCYjJrBtdRy4Ea6B0Qq/AoZUDtzXgZ69t
MnV53IQ4m2fMTtJGFg6mIY6ANpwnfJlivKKeYIC7zLNKwk8idr7U6WrzbngBWeCdeshJwidSw31E
hz9ZLLLjY0Tq9gCG22fjnwOIwKZPXZoKeVry7tBLtSYs6HsRQGCXBkMwqQ/AA9M5fO/OvywhRWsK
vZPVFfhQgckIdpIES6E99hNKOCcm/4D3D7zB7Rvzvc6tN/dQpY/zfcwwmqkT3lKej2W7McwnPkWd
wCc9jcsfXOae3hObdLrULnX0FPdW4vYPOpXVHq85/Eds8U9I0n3s6H8OC55LsnythhTyAnFeqAjj
S5uteK4DmcwTiknWX0FuTex1yLutfXRk3O19tECdegOjCnuK29VMNTTrrIEpOENvsuv8ryz6oSiP
tNe4ogJtBVpGbaP3CTVbNfj5x63pII0esT+fp02ckbA9tBSAzgcTIVt+Q/GV/NXpEXJACyBQAWu7
nN4xkNSYOUBtpOc2MxBcxaoYX/KlK6KpPDKkOdb7SBIDOwE6/pQQ2WyPBcYLX4EY5fpeqi7vTj7F
/W2WAiRwmW5HWJJKwzWdvTtlXdoUMTnWEvNDePRKuaDKHQseoep74K9PEVQv7ASKeZ/KPvXMoyE5
9K1O9HZULTJ95QWecQjBJtJHQ4nLg21OlRwvWkSO/iAuI8cHmfMkrv2GgRzg6O7fjyTeDZpj2Db+
2uNCna2DYi0VGb8WqQXsx6AtrZJhZAhVTQiuEoCMHhe940CwC4itqwLvWKiVggqgZEFye5lxAJK3
dmBAiZYxGivd9uPTSnOdPa7odtG0SLsdYAv76WYYOh6uyHgyV8jXs09WHEQ2EGyQn0nG91eBbxbW
g057eLZOGdSgnJgXA40A/5sBm//TtrgtF7jyu7mGDwKQQU7QCl452Hd6A1HC/kw76gHyT3Pelhsj
+4Mbon647Qep0G2k0/ZBlyI9HshRLL/B5R1/p5ZPQ1UsraSl2igFqyewJxJBvVq5ot3zqt97OeHh
YPwCmBH/uaETBtWEL0uUXYjG+2XMs2YW035mOT/6WncOMAT5vsgqKcCG+MX8ls4i+HMFnY63Yl8E
BxSaDO/JuquvEUThXzggq/AaEFrz20dYO3jux0G3t8YMETyGfbQXpxYMuWkgnAxLXczrhMbEpXJ+
QJCDw7HtAKKcsPPVRy8Z9B1Y9gqD+QNK7ltn/A3Xr+VxqA2I/iEXUHaDIKYFEyP6tHLdBgUc82mh
yjzO0wEPKiPtIwBc7HqV0LsO67/YIp6nkZCyoNkixVYM9cz8FJ+jxUTJT6Japd9xq7j73n8AwOU0
GcbHAjC2KfHFTfxrLZbhTxcrHeMMhU2e4MO5ZLfQkOGp7lbsfWXFoHkVoji5QKDUr9itBLBgV7U8
71miAW4aSBW6J5EoKl4AVGUvgGAH8TdbMVOQrd9/Kng3PmPF9JirOEN9wMrUtqL2R9sYvQjUrmfa
HoJXnO8sb7JDDpCdch3R7taNSzr+GOgyo1wKGbELUsgOfilyQEYnngEeOUHhhSxXQRwkKpPPsbvD
hIbGh4898a8av3qY0nlFUZc4nXO/Nt1uYLeRCqGTt+kAuHucx2QKaT1gce9JWEWKhkKVhHMVJjdV
0hce8CwiBCBcKWEMz9Wj9INsf49s7JGAPLq9zatsaXNaAkQKukl1xtl9LtAaP06DM9dJdSkFCW00
6tLWF+uNzb17W9agZRmxZJVloSewDgoU53nym7jyCZX+svttdSVg06wDwYE6dLv4NSS3kI+S4VXh
VYKofaYeP55YAFT+ZGFTtHHFQvHP2N1uahc6/BRZBwfUbGvn1+Jw/I0gtudHonGSKxs7Ev3zCPHA
f7O5/Upsan7nZOfqdIDB2hFvvhyiGQOg4ypCW5Z9Jqh9iHXfkIwaveQuY6HZJ7nqd4rN/ug0wtuk
/Yuw44z/CAvbn41IxtsIrc7LuuQaGpTB4PsaW+bBMWxIVyUR7VcAx9yvOPXbOGv5RPU8ksc9hg71
bmwRVb9MULTg5Zz9wxKhrYI6ux+GB20lOBUoP7FwNclxbBiPJHwARhsY2PJYpG8zdHNXFdtMPM2T
kZXDlFAuGKb30rGsuJgZ+s59jvTPlIxrUY4ikY9LDOudJ4aqKOvQW/ULk4mAAEBTdF0KIM58P0yj
GZtZOWwY2X7oZUVyeqCIzUkBW5j0SFCjchl+ZT5WFWTLKwKHEJD2NK4rEc/T3hv1mnMl+6uRo/7u
/XFVyuBTwEt+T9nLkdkO2usEAr+zRPc/2ZIj5AbaF2CVr5hICtVok+wPNJnZvVhafS3QL0BoUURJ
+gJFy0FrDFvr+h7GBPJK7rJpfOuWlsxNJw4odmJwMEAEXbuKB4J0hMchJjMDwzCsw0m4dsov87Kz
7g4ivh4A8a5t+w+UQm9/6WJc1FubBrBCaKQsvoEwrfctAFl6ggbe5oAe9w2/uFqlzwZCeYmHCBzT
pVB2d9cRyt6XfkuG5LQkSzvWoIa9eIpDC6pbRhBjPkwgw2AwM8WYzctUJcS9hGjDsV8GYS22JPDy
sXsQ3Pgh5i6BULHHrcKmPFuzcm6D1fcpLPOnCx2CDCBYLLScwMjDeVXRdBqh8blqh1JR9ti32Cs0
qvZhjdbtxuSw5JmVEs8FX9WN3ZNMl0WUQQ0UeainDLgW1jBp0nsB/qtSW0TdrTZtmv5ER+GzikdU
pVcaWPjXL7hFby6M3f14JPr3ipUTgXAPt4sK47rz99YWGfQVeDpsBSIWyj+kjcb97QZ2yDWTjtar
g8sh/pla8SfWflvhRlu6PXjEtf0xRbackQZFsJ9k04NcIOFn5lS4wOEuGNAkV/M3ynMDLBNpLqSV
4UzjVexfeYHo+IruLp6rrbPzFTIE86JVRCX6TU99UTOFp6uCDMzJp30LUCHgJlqMapz8g3Riqiar
kqHBX64p6Aadpbepjpbiuk7ajDXWwURWtQNm8E+c6u23CN420HlhHYFmrTLNEk+Y7ek4JfspEeuC
hjA6Hpne81MveiTx7NsGSzAbo1jVShN71mFVf9FhDc3OBnfHaDydsDG51Qfau7tNANdU2Dn47QrV
40AuA4yQwqJqutrpKe4Ry3kekePyCGpkusj4mB511KUNalkCzvHw+8mgFyr7IhQXtvT+CZ+y3Rq0
hOMCNUlGbIUJF+rSdBGnTYAveF7w2Bh8gXFBX8kh91taLFsNSQXMXA+xQaxKTQFFtxq4ASwYHN6L
daXgRJS5pyyIX2yhR/Jfb2Ib07PDFlHy05i+Q+hA78a7ZCXsNZFZ/qOF8g3ZmQyXq8wjkMQcy6tr
aaY++UIgWBxKUuzuXjLlLmM6QAQzBRC0s/mGDYZxuoWBei7w2Zv0M1VDpk4gV7E7AHp7nKp9hjX9
VQToJ6Y4EcuFtKxI0RIkcKwigt7hG0MbcJgWwqoh1vA1JvShzTtApNlCI3ti2M55PKS39/hDfkK2
BWMTGBGEV+weYql1yM0QV63cyCUwqI0aMQ6Rqgz0cgGuTHgr8rCKq3DRUS4Yvy6Qj6+vajBpC0wp
2/0Lz2cADQHOfKocDI/8AwSz0IWj6Yv+y/YUdLgz+/dbH9Q5TlhuzyC6/NHMeBLJFyHbd0oDlE5D
BWACGkOXpmOoLeZc/whcGGI1FBbNliYK8eTgNh3jrQhY7FHng8w0qjXYUfkCcqlb77aowGBRgtzT
aCx7UkTFTdvL1kDsM2I6KqA4YrfcbmBIPR7oC8oghFl2XloMmE7tT5jn6UexrBlWjuguj3KMqHjP
IG67ITzSTwxuXrShwaj4Ae3m1taxgkT+B+mGCLAgifKGuwPdMg5tftE4E+jb0GDLimF8BC0WHzrU
WOrafDnxTJmnMDvZAsw7Yg3kexUtFB3Q1r6iU9k3/N5OYCVjVPMbbEp5dOMWTHzNWsT6P0rVUaOg
iDfkR6C1hbFeh/a7C0VW6RmUlCyh00YhAJyIKk5AAjzAHQ9NF1j5vcF3HH8QDCaN3ChjJzyV0CoI
yIbAeQ3opEvjBihPnIfC9n5Hw5pVeE2RRgszet2fYohA/FO86TUGaYL4m9N3HUbuDWhJkpdshIqh
wi5JLBsR+ix7cgd2w8slW47ssZgYD48Q8kl3hS7iO7mA4Fbd97iq083O2UovXiwdZj9yOHouVBvL
rwQrB/ALRJoUmiEQrq4kQ5v/KlROs6c8VivFpY5kgk0jNYo6k+TYqu1oh6yyKApzZRaLNZNSQ/um
n73F24vSL0aIsCq4NZK5WvGAgIzYWgs1Z+VTiG3vik0bBhEtwOzoP/y/O70eWDsuN5Lmd5NRqr2P
TTq2jZsP8Z5us/zAehjgbiqZ47UxngG+LSjNt3ewsXS+nRwH6QOYErJNyFk1dNmpXk8LwQRd7liZ
SoCrQgNQD1DHAyxa1/8SLO0sp2nlHTnPOd+/hFyKk8zCulxsinmhFNikOHGoPgXYmW170Mpu0yns
Pjcvc9iGCKKXTiAoAgmjRjZ7MQ+fEUj89WGWIl8bSgt/znjkfOnUKKOy/94yQL88iZNvuw7LI1hW
rrIjy/9CZ0ZfdLt0d1JxMKC5TDDZ5q6D2CQE608GrcRRYUuGLG/gbfHRR4IToPCwe+5LMSJ07LKp
ZWof0iiQ721PO6cQlBOoxe4pDArnX8qt3eM8z9yXm8/YG1tclGJGJ3l/lzBsTd67FeTElxg49rzC
LPmr+ZZxgaADh3xDgWhPp6RnAXRUdIR7HKQYnfTgwmVdWfs0BkgrXycM7E8Ujy40BNirq1u2HuEu
6buBn3LQ3L/RbMFTL5lRRbsSOufwg1hWGOwCGiivc5/ugPq3jpZDEhgOjtK/1kIjwBrMzxeyCj1a
FfjZXaLdyR/SrfMbbjOIS9Ymlw0s76fuWHg9DpbdJfMa/viuH0/wROrvOOEZEjWgaQD7AIFhZ/pP
GF0sc/U/zs50N3Yly86vUqj/bDNIBgejqwEnc1YqNQ9HfwgdHR3Oc3AIvo2fxS/mL2+X3b5ytcsQ
UCjgXEmpVJLBiL3Xt9YuLKkxXcv5ZADm9eHQtTOqX9y9lhgaKE2bwTuXOEPZIdg7hVGVOBNzWuSe
pZofQeoayGnF8gzEON8sqI+HwvDwDpZRkG4youyvjLlOz6IYqYyXyKD75bVE41CKWR6EeTxsW2GN
O9AR9QZXZtxMSYrCDol5hbG0DTYY2qpfoFFmiGOGbn0/GY9+MnX3tW7md1K555PArHI7e/Mx50ba
cVZqH8yxZe8yvW7YAZ/HR3/sukNtWNDVRs4Zk/gvcyPk+EFfAjdOn2QnqDBcYNYsGN4SyB+Aww0p
PnNw2RhLoJwoUvVhiaW5t6ZKX3s8hQFOyvqljoFqDa7IRzKm9e+qYIKhmJXxOEMN3ZNnMJ3ycR4O
DhDIybaz7leubeNAs2868FJUNhyrk2sGWweneLwQfX0kmAa6CGyeHefiYmy6NU8yn8ajqGLEMFNv
0ExRIQGyJe2xGeYmyNAmcdHjgokHt7knk2keQcB8o11RepZ3lgXgKCej2lgqnV7LsaTlSnMrCdZ6
7JJ9n8yKspjM+rDLKPpG20nXjVdabKkm0Olq5rzC45IOdxgXAXiEaroBBtBr4+veaEERuqguQjMX
733uGQcGVETHyJ+9H7Ph2DTlfHmNBqJ+6swYgDbM7HkSHqrLMFknBJbpYIzLcIURplpHQedvYgIa
j81gpGsji+dnZFGCWH1zXilOvhf3odjZFK9kkc5bDFLvHnztXi3BuKeYtd/9tlFX/SLrO5qGdF/t
nrM2yXWh0XhjgdxiOjzyUmMHG5tjTTCD7YwJk0DPaPlYBE6zDDP4i6uq7meMg+YOaRzD84RQyezj
cceQNsUOyW0EfdwNaxpYVh/qylueuX+BVtraf4rQt/K1NZrxb51XxgYhgJoVzfosWHOIt0NkKk6l
ZnXd61yKUNqOeIgN2c5I82Z51HHeUEhns3VNFWYeGwRPNhvimIGYUW0YuiB6uIJUPie6U2HeDnG6
YsQYFml/4gRhLf06twYgILoq+kEZQ+NvnVwXL77r0IWlBbehHoKV88Y+u4UJo6tDo8A46CYo97WN
BsiYPoxDPKOrFSf/fI3nbvhwKzd9xZ/RI3p4E0FjTn7dxEl5H/Tare9KBxdBkjTla19NOJsDTVrL
KlGOT4GDLxpHXQFRZKn83OQ2CBdg2a6QWXYcyoi2d2SrGQ1w1se0ccwrHNrdzkB7KTecffPHmUMh
/B8uN8wYRoHCyCAyaTX2S1nnb5XvtviO1cBGOLgZUwEISUGYdG0rFBNw9T7THZBuMlgo0Li215wq
xrVLTwF8aCh3TqbluwWUd+7xkqwtv2Kn5bK67CITJVCCNsHg9ToPucvmZxPIbFghjeG/c5kKdJDm
DEze9lToiVGl2wkaAl87eoN3xA9p39WT293Fy6L3rSjzEXU5GaCaWvE7z5byiEXdhOcvDbjDwKEA
A8pqg8+Wzmq80hfrXyjsVF1ZzpBfk4CjvCvE3Uxizac03IOoa+gm2KJsxWGnilYTprQ9R0H/uk26
aEMzGJyka+ywZEjAT3xtCMmQYGpj9q16ivBgiheiDIK7WWhAjbhNhyJbufaEBxAzyrD1SiUOZQeq
g+Vz2OoxxvOVtGU0hKOpvGNbxKTy1UFdzUdBNgFHMyWqnepnQTqu2Sy30uXQngfNOK49t1heIjeJ
wjIhl3WXE8fzFtdu/8mhQu41JdV2kYW5wT5TP1qLLx4XexSfTY17RQ5+xL60IPlNdhG/Jd1oJeA9
lnNKykptSIMFM6afI/OVjXOPBtxEHGyQGuIIcTHRh1TGmwow49Fg9vKndiqdQ6lS450Wg1PtNQ7o
K8xlhMTmZXqYzLa7ZkB5BeQZ1O0pN0buDWYInRPN3xZIzrasKFpSpNQmeJj6KVjR/Zp/O27ab3Ac
SN6TKR8nkvfTFZI3uhz07gMZYNG1Cbxyju2m2tFua/AjtXqraB84KyMem2RD/F79MNYtxVpW0IpJ
Mrs+67Sqf1apUd0agWvspdcujy30F/5PmlFLqIKhyfC6ZHQqXTfYWkNe3C3LZG/FtEiaD3Xw6eJP
IsBgMS8wdp7vFSlGmwHd6dbu/PSUR3p6viAxZwtl/8nznPG1SDh94KdafnWiBxZXI7XDigK2ONJC
06HdDf3RgP+/u5gMsb0Y3BRhG5jj9dyXmGmUtXwkpm3fe6DWh8j2y9vMWoafdmdPNuYNN6952iM1
QPrSZSVmLUcEoKjrsUAIHoSON0RbZ47GMyQfIYfEqlVZ6PQZzWzgCBcyKvbrJ3/EM7thp9E3sRqy
atMzT/DBNdkmcvytP+fBAS2aA4Tos4kXK3tPI4HOJDSUeEDv5LcJabhxuqFYPlOiyLa9cgb/xh8F
XJEyiuHUxfgujkxOMp/7njbVJpFmCwKoGi87JDGMSU1TOFb5OuozGJw0Ixpvh/PaLx+IWgnEptdJ
fQ0pbDxZDU3obVA5bbKtPRTsMId3jLeYieSvJonceqdbnDKrxGf/JgzJKs3nXLiu2HXMZrNCXXAR
CNQYx6Vzof4qXNnzYETHXo9z0IYN2wC5dVqKSIcUfFN7grLTjAsMOuxUtJOyUeL5SQZNDYpJeusM
hp3RDwCzmbedUvJgeLq13koE+VAVkRjv2QQ99ThNfpwcltqanDui1ZZ5lbcGK5dizr7y9B94eR/p
G9AvvziVkVGQ5sZBOuvPsm+zWdGHE8uWpA6Q8LlLHX9tNO1o1Ftbuu0aCN1iiE7nmU3Dt8a1Hsy1
Tjxz+gGcf5ELqXQNLEdN7RNrQkjMqSB/z35mRHwRPKLN5jVPxiLXL01CBza9btzehmmo2klszJIo
Qb3rF029iyyby2vSUqwppLvTwkYGQPnj/axyyqDcBX4pI9Np5jCTTt9dI6P5Pm6TUnYxHJkHfbeS
cdUtV80Q2NX90kHe3ZiuCfwdYjdculvbp26HcpYyeDQrs1OreXSG+US3Tb/LOgAGWeGTGbZ1gs4Z
rLoInI0DtSfdccVMZK/eO66Y1lZvINiXSy8eAlzz1+7s48+gQTjbWCRq74lmpP+iy8XdIRa2R5vi
4a6b7bvEmrO9V9E5GzrPCVtPOj9bxO+3GAfLcWgdZ6Mdj7ZAA1WF1K7FD855BnsHqTUp1stbUQoO
khLaUPodOMqk3HIjy5zzs5VFAxhRUFzrpPEf2SKCndModqk0ZyO2/H6XYhV4JX2Gp0crOfasSklH
ySOM4+hY8/wbtEGEWXfBZPqospC/3eK2Gv3kdmkMj4EOdbV1C/j2vs8KSTM1Kpw1WJJ1qxdDX9MJ
zEF0L37DVTpl/Y8u8kCFkkYm73bfYAev0nm7zEqv49JtnufWhP93xvkFQqZ7ci0DLaeQlXgLWnva
B/YEj8PBZ3gk8bDHI592c4icMnNv1NN0vozYfa1tnIUhBWWwtXNfX6XtUDw7RTO95cQVdWHCqrDR
2PlVC1kGp8XrQBBFWT4rVtxaMiSuAbAavDtcquLDSBneg9vSeVystLzOTS+LV2UzDy+lhvvGrFPv
JFX2yadu3fctsPRK4/F5bZhLdt9OuoP+p27eOjwOqOowiDOXN0keTaOO36pkEpza+8FZ54JRtEVg
i4fG7EdjM/vkVnaxgQGnstubPM152GjSDX44c4b3JnWX+KH1+/YIGL6sx2p2f1mGSeeA1pkfsn+A
a7e9fZwQ1q57YVmvtlPMt5UHoWxiGzp1lrQE/LqKgFbwZ9zFHQZV/JDZZnC7jNgVK74NeIvn3lv6
33gvcVza5GB0GkMrtlMfjkHF8ZXbEBm3shNjfqXV0J0VrS7awNWwJu8ie1YYJp7iUbhr0gv11o3j
EoM5pK256nzZdZvCsNxyjRW0PzPZPXfP+BGYL0Ojjbb8vTUp6y2bTFlDG4ANrbHOd+ZWG/USinwW
j2WOHjhxn8xb07Ob8QcKqiv2FkBSsyVcQr3S3nvFeAfzaWM7bFeMwcOqJb3EX+dV7Y4bk9IwO5uq
kfF1cilRwihr23Wvs2oJx6ihBVQlZbOtbAjz3bB0045AaLrQA/mIF0giCN5cPzaSrRFMmDZqS48X
3depl70wxx7cj/STc0Nc4d6pEn9bm6CKx8hQWJ/BrO6J4cHCo+2GA0DgpeNyVHVlb4OeIm9MjQ55
jB4XBYYaeEQPnKsGn+SjUpX5vpsuHOUlfmPblYVL5ytw8iHkuTasR/SHfdNP489U4zeZpYKTQpGz
BTd1QKutJVqDsQwjsz+NuoU3tbPpJ0QLsVUW/SAOFNBGl0jdrA0FZzMgcy/XGFmjpCPypMsEXdgK
+rHkTGSMHTGsBAUt+7YZoYkplY68LzjQUV9MFiYWZrqkzSbyouLgghMfiU6aruwEX+ycQFv25sx+
YFEgcIc1dWJu4IBgnKNglh8AgVOPB1W1TyPtzV8F29HPhAkem9Kyy5tuCdqXjvJ3M+tJh7SZq11l
erg586wxqrUuYuMhk0HzqUur3IDao0CORleHlkcT3lv8yxgJGkMOTtioRW40ql8luShPS+Shhkvl
thxLFsDnSIKS54noNok/AntFlgHv5L72DOJEjPXFmUzDHBw9k7segWTLfhTd9p7WT0HtVOg1WfZE
O9Z/HEqcZaAjaVlux57PD0AEaS2FDLhvyFZjpePa+pwoXrZG70Dw4dT9WGS+QKj5dRN6AJNUhoI+
MlA5ylTVxVk4ZqNxNBGe191kcgSGxRCMCLcYtcyg+m7tWzC3O9MG4jogS2J+sWbbSOmj16hbqA2d
uR49ULbDKLpyTxJscWendI/I9spCKgF8KUEDejgbMafbgRCr92GxoKcC0JGUGbz7TFlk0yyoITds
zvqFORfdvdES4YDfkOKtEg22ssDO5h25nYHYUhYt8SHPKplwZ3fimo7shQ5BtTlJ9r1nsitUt22G
PlFonm75ak7+cjlrLiQuLnFn1XcAL/5JBqnKnuNG2eTk2FnYFbW972yn8X44db+UPHcw0oVpWjf7
xcW1ThlKosEkGVyRL/Uw32fAzN46KU1rWduL2fV7WYFFQuUJnzZtYioH1aLoHws9ZOVWXUJ8dqpd
yMojxc6Ld65ZjQs1iFuUT0wYGLOwT+PuAroFWfxRTFHKnVy1HfqkRxJW9DBqolPMUOsmpTCwq5Ia
Wgdz6ZDMRMv1Y0yztvytSg9UBoUsLw768urH1temsad9YZRrbBIznVHf77BGKUJhupMbuMJ6IwLA
81h6XiWb+6AyEycJHfoQ47FwpsnbMWc4KBm+yicSJmyzbpgo4V2G40xetyfDo7pHngzuu0aMj2pq
ZmvTeRqCjUPuXF4bqhymKxqR2V3FlMiXZXR1ETIYfkq3tltO0bYg/WlfN05zlVY5oga9NFRMcl3E
cWZphkne+s+p6rBxOVSBHykTzaOjXXNk/5GRsuViNyLLF/hV63eNGNIyeGjq33FQkEs4DtRtV7IL
Im+HiiOjTQv/fR3nIn2fcfg92IZ2XhQFBdQJDBnOBJmkznEgqUSvOuJhyBWjfPQfkOSm9iGL6hDC
ih5uycOo8YOriMCOjZ8NWEZ9vE7zhuBCLDIwW+q+RhPZWmoxz5qkj2vUeQleBTqkdjgSg3hV0L98
ggrK2AbyOOJckky/G0TnHT0PmYblIIdDFgk5rKaJoDwSG9Jfg0u/E5XMn96RdrIHYhqmm4C2f75u
Jd03/linWWurlvtI2Hm1QitvngfS/Xajl7hXZUQeS8FQzd9Dg4qzi8U08Zg20LRLXu8cKN+zdsWi
+rOAlp83swt6lgVWn22SiBIN3TzDGB7go6iC0t76sOTyCOLF9/I0qs01aaFeA2cC/LHyFyODeqNB
vbNVJddDizGCkCcOryxtm0idpuQRFbQzZheF4PYzWTCgrYgnmHdd65mozos+zDmSHlpBTPeS0n1F
bvf43nrNRFRFroLpMATa23aUb1vZZdUNPCFBVmBixbHOmBWFQj6dizJvj24UJeeqziKANGU/eaUh
8mNWlGQjDGh8Z1+1wc7OAgLBDPkozFofnMiRyNtRHhxzTiZEMelp72Vz795WbRT014j9HGTICck8
q163eiabLTASj/lFC4altolucdot17pnYarBr7d9L0qi9gB/iDIqj/i+Heq7CodGQkrTdYqaigKu
XPFG8D5n4yhNys8oufjfkrl7ix1VhMElESqs2sL7QR0gNshAy5okjv6GbpKGQBORGYfCUIPYxHZG
S5NRYvlpAsXd1RZxjGYr+9eZhAjzkLGZcpYcmvXQCLl3pqFrsGcUyl/XXm6QZlS4G+xPL4XEze2K
9qW0GnEWJKeR/bNMuypY5OOQmv0HI9a7284lJ4m1UT84y2I/JAnRemybJq065jp56aqlWbrzrDzj
fRZgLQiVficB0MsPMkH0ld3P00YKSp0Vi0nwVNW2RX/NjIjc06TcnKFhRy8EwvaP5djOqBhki3L0
8+fuMbDmcstxiFZDk0/9z5psr5N2L0FOatIPUpADHfYNO9roqXHX50tz6GcneFiMyr0hNUY+UNAb
JzRF50pg+6GRzoWujqaivdvSCMp3RI54JgmfeXFV4UIR4Vx5XnpyiqJ5b7tO7B3AMUrOeEZFIs9r
h3GVnV93OL8ZqTysllRN+yRW0ZVfRdPa56H3IRko8Oi71UxLpCL+w0YvXDNUVoVJObIjTxr7cpYF
e4vpZ9gHowLHFGn3P3rZYnFpcdutJOD9DpGB1ReZXqM3Dr2deO/XefvodVb+ZJJksML1aWwto8Hz
2hPWsO6AyprV2I/poe6x1S+V2d+TKSpPvviDKJqsFp+7wZMSsMGirlVmdc58W0FoSlpm0YLnIslG
QqkYRAOE7UTqas7AT6rGDo4F2UVPHV32bmUhX9/EjStO8+BNr31r/tKLnb4KVyT3nkryG9dN2nVs
UfuZ+VDswXjca2CDfsuMOZdccT9q9g2CyA4JjXMrgYWX5xa6JqRw/BYlpOZtFHU18a4ZLiQw1Itu
yqKE0/hhCi1fpn4wtsbsZNe0F0gVEEOx8Ww45bj2R1INiRP7xcbrfbgGrhvNnXpDU0Pgh5LDdE6M
Tr8PxhxfDYvKNqSqCIxiNU2Ndk+2cc4ps0yJF3YOhUVem94GzBPJSCRJGSTwM8tqqzllbFYJ1r1J
tj2DnfCjFCsS9srJWnWGJ6OzmeQ1/YOCWVLDPURy6mQh2UElIgFlD49DlnPgl4DRROuxusDnyluq
qEUSehQlCpcp1fPSn9GI8oIngUVVcMP+ShTAqnYLgORrWBRG6W4X8nhiTr+ks2/9BTT03oDHrD//
3wHD/0n2shv8OVNcxRPEmsdsbiuyzgH8cUv4w/de+kuQNKEnpTfpxjry4fxo+/lYdebhey9t//ld
U6QJrygqccRPjH9y1xfqeyOsLPdLXLQhQLnyvJNHWhx3vbO4q96cmm8Gm3+ZCRobEY3CLreOcT/c
UOu+sM/9k3T4/+xCfomJ1hEUIQyrdaT2IdkgfjBy3BHf+ri/jrd3JxOwysJTVJfRT0fpN49b/Zuv
/SWaH0kOKMz2BloiJFzZtTikxjcHtfxfM+1tPMwWEtExwYCytlPLJq/J7753MeWXOH68Jn4mTXJD
OCriCMy3kILfG4Eh5Z/v77JtSDFJZUNpTbbeq53pf/JpX17gH4SJyy9rshO1mZiZ1xxdQCWDjhMD
rzkGqm1K2vI3hxLJL6vT8ehLgvTxS0T+227KG4zz6+/diV9W55wPftaLqjkWgf+Wd/UtQOTv7730
17XZ2iov6ZMc2VNvTEq4evzeaCz5ZWnO7dChvqb6aDK1wZ9vpc6/N4Xh61D7gaRUYgVifYwZALp2
xGUUURBP37vBv8619xphtvTJZ5a9b9+AFrUH8OThe5fS+TImKOkB8Xt/mI7uNF71It6ZdXb3rUvp
fFmZXMml7SBAjxVnDWad/eg99c1P/MvK9G3SMpXox2PU5+0GKk1uvFZb3/zEvyzPdBREQ0C6HYXO
onM3U7oy4yH93q7pfFmXOUknrbQBu/tLqEIzuJ9RJL/5zr8szIyuRzd1xCvLBEwmMGpqg9LJ/8lj
6/L3/4PHlvNlbXZG2XCYXBQRrJ7CvUC7NkrENy/pl+XpB32SE/FbMizJw9kSnzqnfv/Wjfh1xr0R
934+xl17hDnCj1Lk3qoVpN9979W/bJ1OPEvy2on55wFOoooRP2VzNn1vC7K/LE/Gzi6WzIfmGAlx
8W56HGZzcse+99a/rFBfwF0tXl0f42rxSZUZzwhWdfi9F/+yRisCwzJBvXzEOZWviNHZChzh33zx
L0t0KPq0HEY2t9QsHolCooqshn8261ral5vuH9zp9pc1it/RtHUm+WAwlD9aRrarneEZyZ14wYah
pEIY9YXu9w6NtxznGgGir5aT9INy2RK+Ej/j/s0PmUQ286I+oNa59MopdGAa+l9yBgeDdxwu4xm6
EC7kLuqmJCTQBPTKwIjdaQDeASRXakseW80shGn88GZ6CVh9V9T+/u1UBflNYYL6gnnOZ6xL6dEj
eW2VJMahGJyHtAtuMsa5DdP4MuuERtWSA6FS6i0Vv7bxKmN69Ksq3yrXjDcwaME274JLW7i5y/Fi
bYp4EMDzyXgQ0LQSnodBA/pqnr14u1Dn9U9My9jbRTfVKzyQxi/ysj1GmMgRXIjo6tGBRxeTvWsA
Uk7Ytms6Thmpy0l6E7RRdEN47MaM+/FHpi3swMpdayYpbzC/XAm/e11gGw7OUNwY1dhvadcb1Of1
/D4HnAxc86qky9CaUePthUF6FQZk+kN+eonF9sRICso8Qisb/Qx0WEFrYWyvcLM5qzKJTmk8QDfX
V6IpDhSu1cPsR9FOGiTFu3g+zuT84QPV8LAj8ZmOdTtK+3b05bSlCCxxWHsz1kcVzGGFHLVB/hlC
NwuKlyyFQUyVsRPwVLc5aXAEFp6bgMzhss6elqL0Q05nld4iBu8J93lsDD3RHcFvzHlzHRR+rteE
kd86WNZCCGqSwbpZ7wnZYO5DnvgnIkwnkBx9MjAmYxSVoYijKPS5+q1hSw8d1p13ETG8e9cWOHIq
bwus2D/TUoTdGVFEGZAxCAx+9LkfCW5OMfuSVBeSAmRu3QlhMcSGjnHTtbor3+69GSXbaYkjR9NW
NpMLmlarUxSoc83NeEly3vgBmZY7v+OURejUJMNy1Ht6TKcprp4mpXci94dqU6O1uE7gFvc9WMtJ
S/M6I7Z10xOtHSZegL9PkDM7Esp8hRVQhao1nwT41NYkMp4bLaPlLv0yPyI8+TsPE4rrY4t34h3T
JXZotxcIwucDbYbfAVL2uvQIL/DoQR0G/IPrFpVzFbt+yfiXhRDtwfxcnOVOKWa03Qax15P533cE
cYn5hN6rCT+vWMLIqxbI2Uro+VozOZDgIN0umImRyhAb1Wgf47mQr84wYBnufPOBDBf3JKcavZOg
5/JlIhqJD8GZQtTPQD+Q9HQt6WtYT1E9MBWkPuS2a55S8o9p+vTmdrCC29bIEFum7ET+3ZrMr4Nr
A8EE87jtL2AGXlCxaWW3Gpw84xJovfPTmDApwj0IF+GeDi8+OAxj811ObNa2nNKjyu0rWuw/vXj0
zyKziDpTHStbL83yuqRFQYZImsodczKssJ6YLj+2ybE0bfc3o0A0eSzkQTOSJcBt4UovXbbtmNon
aSHyr61hNreEm1/LNLD8NUH9UJzL6G1AkCJjXenmcrJ6SxImwBAJVIQScf9TRJWREW7UPqepme9F
XyERYo4+jUv0XKTuxUy5jOWNQ+tna5X1EWCFtUFSdTBc+li1A2KLw2RFyBSPmcjZY8l5x00sngOD
Ig5/B+OTEcnbtUG6H8AsrDn/Hs0bSSrMZp60AbTSXEhArzOMjY917CnBWrjx+85b+3lHsJQXd1yL
BCeqTs3q1OviBgotumbGyY3BI7ypaALatoGTAeCMwTsTeXw8DgR5+z+E2+yrvNtzgxk3Mf62beQl
JIRHaAEzUGPdlaA0siVyDlcsyzlql19NBUWY93b+AO1ogd5O8Sv9KeLD3Dk1wq4ajGuzhhMOp0Gh
phdBPXwYoCMdGVRV+xh1wyeYp3FFUiRkseZaoo8Mx9ggwFFzSdet8pZ7ThXLFpCjWdYA8xCOSGEf
o9NRUI8u0wsN7FpmiV9OO8Wb0EozAHjMsZo21iZYIEGSoKuYb9Ddqgnbaq4YTGk7KobK6mYujVO7
AUH6wRt9xXhvqjZ9KUxb1cfRcEYdKnjVUzaNgRfagfrR9VDTNrH7x7GcgE/z3tfoNK56H4jrCatA
LUBMjnzEvA9PpbDrIiyXa8KA8F+S6I1XisAmIXyyaQhB2wegHbslr+PTWEyHUYruiGs+IYmgdW5z
zyzXtkv72AjMQ8/EqI0tiV4PdRnf0nhknNfiDBO8UmYnW5cJOWMduN6VQcZ+++YxxyfM5y7eycYj
/C7oHsekEC8m1xQKtsSbSHhL7TSyeSLpbBnWPuqlvfYzy3stxgAJrTVN/9yWy570cr13JKTczLCU
XZuhDRCgnr/HeQLpQSpqhTRq/yaExr+vO2RRVaS/bBMNDgZV1K+DrsyrZgzi17FT5abFDb8ueCKT
ylInXrbiUFOESTooTFIpKTFZIcYbY4AZGKKSLDdP+TZakvWIn1EcYtja35oxWU9e2+gbIyvRaitZ
ws87s9gEFpZNu1RoSkRj3mRqXG4dc6HyQO/iiRYTMFoAnWybvvAyZr5AOyHaWnMblmbRsWfVNs6F
QOAoKZuqv4qTmXA3xpgNdxMW4ceaZvkJv0/1hLVw2Chpx89A3A0nhKGZ1JYZWnoPXTTXx1wwM8sU
diKZzdajxw1JxUMoK+rV1FA9G4uD3clJDJCDYJNGLZMnXG2vp9q5noiVRm7HxJNPxZPTRxODPaI7
BBVDYPXrip3FVsrBjmQne+A3wCEBuKXtU8RJLIS8rG51nHHlSs/49wmy/+Vj/q/xZ33776fN/t/+
lX9/1GAsmJDUl3/+22Nd8r9/vfzM//6eP//Ev+0+6/N7+dl//aY//Qyv+/ffu35X73/6x6ZC+tV3
w2en7z/7oVB/vD7v8PKd/79f/MvnH6/yqJvPv/0VF0qlLq8Wp3X1179/6fDrb391LPPSu/wv/+dv
+PuXL3/C3/763wpV93/59Vn8ZVcX/+O//6Mf/nzv1d/+ast/wRZsikBCM1JfTJ9//6+usG0R2MQH
eLT9KWsYyqASfsD+Fxve0vIlUdCABT51Q18Pf3zJ+hfXt4D3AtPltf7Xm/vTBfqPC/aXaihv67RS
/d/+apmXMvs/ygbPkhgHJR51yf8TgO9/KZTTpjUwRAQm8SfBsoIHZlhaQCnQT8Nh9IttZvnQc+JF
YgLuHD7UeNjo2rt2ebVNrcjwK13C6vJwWsobw2DK1+ichfSusEY8p02C8LE8jcjOK9V6x2KYdiOc
hSCUFMv/Tw0TzDyA+5pYKWx2cKrkNPwqE6LbR6hCW/wGuLoM1ysnhs4UJHVm2U9SeN1PmPY+40hk
iae5CpDIZEuWiFEjXv9R8WfEMuJhjwgWc4dnxbCjlW0V85upI2uNR6Xh4Gb4d0nl/sx7HllNfRN3
mQ236H5g75sRvyQhNF2PnhuACleAZDe28BIykhHcmsZy/rAr+JcjDoMRVefezzp/IJu1/vASiA8R
K7E2LIy+ZDMTilPYsHKI4O2leMKGnFe+3JuV99KWNQ4PAJUwc9QYkkGVwA3DBNlmcwsidQCeYfJJ
1lIRDd1DY8HlMb0x+ZBYGbua7+m96Zhj9roLyuaA2R1UqBiAliHcmKAbMHQDGPUwjfUaH+dRy3Tv
5VcMNbjyM4RduyPX8LlX6lD7NipjtYWWQspezimCQKPxDJBh+qxjEiH8+gx7o9ZBxwCyoul/Soil
yhpuufQ/5mbZTA3alP/akDwPqLVKneqwFLu+Zaap9+CVAWP6AgLyyWC54GyqB0ZwT7jTxhXRCijw
+AmbzL1Imoi5/YqEx+YDepgAOJksG0Hy7EFYVf5sK0ut8dSdS0JpO1Kdt3Nlvs2MGaEsbR76WJv7
Ocqymza/tg1OYFH26dA2TLIti23rZcQPGRbgh4rlA2FBHjfwR5f3xa0lG7nvh/R4AbTziLcIpWOs
JyKhQ3skW59DMXdm9Yv7wAiprMihdJp8a1HcEaJQ3BTE8lyDyasQLfU0g44fiGzDFmg6S+i1Pek5
iuT45X8ydybLcSNZlP2hRpljcgDbAAIxkAwOojhoAyMpCvPomH+rP6F/rA+yyrolZVmmpfWm0yxX
khgEAnD3996958KkYKuEROdNL1HiOv/uN/yj1fgm/ehqVf/of19rf1meb5vP6kvffX72N2/N73/z
/8NVGRnrX63J57fmf/3PX1biP/7Bv9dh3Tb/5blwwP7PGswf/sszWektXegsuPzBf5Zgy/6XbeBX
cVzXNIVwtsXxP0uwIf5lGYbDwskqbILOsv7JMmwaW/vqp2WYn++5jmeg/BWeK6T+W/OsWtQ4gJ6u
7jzsM1euBvIpyyOkm6kgXWjWeXBmsmSGfvoKaPtCqle0HLpXK62DwpandKLHI94kxlHhDJ8olwEN
JHgcJetCGoZrsV5ms/qmMI5H6b1nRMdpgZNqMEv213lTlRHBgGnIjlCOgxyJStx5Dg5MiL2g+1bE
mRN0np1lCeIFYZ75CjAHLJoEv7UfxWnxspKaG1SZ8R31FoEnbid3bnxL2XxFMfPRr8h5y4ViY4Vi
t4+bL4YAmTWgBIfs4JmBNxnPbr18WEZpHb3cSS54nou9qsfiWWVVeWMqfThmUF3yu+xOuhgRiTJa
y+vYQuiYi5O3olWPHzTswgdnIle16mCoiXzW9mTTvbSbpx1WjLsrPzyg9CyZZoFo5bRYHofAED+L
v3oAfq2PIa9wcCfkxwk10Yoi8Me3WbIiUMnxaaq2eBons3cThpN5kuA1NF8aH5kHbws5DXrLHfJz
SI8z5ppW1foRmps57ADZ/Gi0rruN18ENIs20XrROeytJsfMZJIErUIKzMSb8A6Nw1hcwo3AGjH3f
QW1YwNUfsONu4Vgj1NCx0YjlrD/GYSaTM4bX3oKQxn/SFmDEWxwclj0FjSspayqR3pSTmvYcIavA
09lcolG1j33RZbeDq5zDSuGDi31MrkFAuMTr5C+ERqsAXtg71DiOmxxPw36MEt/AQxuu0Vi80BnR
91Dzy0uN9vxqaNpvxYjHqVqqLKB/sFyDXHf20JjfdUvX/WFxXqsiJssDy5APyMLYZ2Y1+4AeQAoX
9he+PKgpZEafe1qyLJZyPjqec7/YCjN1w37XWrXwsSfVX6IcBeace1/plVL5MYVHz43WPR4qK4D4
rM7gA9Fq9UBoFZkEV5U1xa/mZDv7HotN0Fa63vsdRvFAAD18Q4uHNmTcHvIht66ctqKLXRTujmwc
xPLxUp8zVTkQWqKCe6Ckr0F036kWKCS2JyAfWenCLenmXWKIZpcin96xyTa7mqIFb5kDXgNArg3L
mIArDNzjTYndD/LQ6hj7fIqAMiMd2LlOmOphOE4TmNp8JSkKD/Et8kiIc5AIqG+1GGQ2qRfIWLPA
8DQnVBptHUe3FG5hidsnKpPQqkfzWERgAoEH5zu9y1v8ZDqSXn31aCT16mA4RXelq7nDU+naiNkJ
Owk4npK6WFNOcx8EXoy12EPY6PHg4Cd102Ig0w4jLniHeTcPEe1YiiOCSLstdqvRUbiXhITECPaB
BcfggcevFbk9fopJyAEEsFSFeaCaf7NcFrJuls+E7OmHudYdP3XSH0TOqqAf6VFONlekDcstRkqw
CFqc7sHnWpfE4WWmSJqCGKeh365eRlqBpwPVkO5hqTVaOV3d3hScuk5YZpbAHggITaHW7I0xIn7K
M/BSRkV6rmpmFJ0zoRdGbUOXgVCogcTNjQ2JODde4p0s07dJs71dnjv02bniHVy7JXQFbQTIXjA0
h/XVtdyKE5wHVHpcEwKsupwvtYsD5JnEnYH2PoLCkWFLZO3fDEV+TV53/tg9PMxnhmQD093f5RZa
1eRQLbvqzvHMq9LD4MLLIBo3gPz4NZJx79d69DczwW0m8suOZUubwTzowK2uoXrhzz/eHoCDUmfo
/wMxLkAeqYa7ceHDNBW7l1ogqTUd3fmbOdv2o375KEl5Il1HYh6mXJG/ja0Wja5G1zjmXZdn31p6
0dAIz1DTg3T0cCKZh59OC3f//sE/F0V/2ot/+zgKwJ+vjASUOMlm17zT0uwFm/KLBveFZDGmQ0v4
jz/KRZutW5zZ6ZbK7Vf56SZi38nzYm49buJFmTc49DLrvv5PXf5LWf7zBf3pqyIo4udP+e2rivQK
2IXDp2TD8wwNvroXye1fX8h/+Yo8Q/AICs/CUPnH+eanC6mZOSWbKv9uhsy5WGcLJ+Ns3Qvrx9y/
/vVH/Zer8baHwJKOI6Tp/DZ9lRKSFjWhdzdUB4PuqR4k6z8aYfI+sUlbznZMNLge6vJfvxYjartS
Za12p+m7ag04CPz1Jfw6lf7j5wMggUWr8yHby/Prz8940nnIxuy+I0iU48Vz5aiHv/6IP98lWg3/
9yN+v0v2PKTMeIfsXs/0ZwCKJ0IYXleMRn/9Mb9/76wAGPshXDoGQijaCb9eSWxyAoGgXNwlzQ2l
z4hrHcZ95Cvt5q8/6Pfr4YNYazxYVo50XLlVAD+/Kcs26wJvmt458LaM4k1Lv+TW3yxp+q8zVMfl
Qwi7Jr7SgTpIhPNvV0MLGUo8PvG7KoNIPgywju4y7z4trisxnktn8F07oxh++utr+/1xsKAiUF+w
7PA8WzQOfr22pMJrkUsru0OTG31WcCL/+ufr2835eQHlAyw+wHJM2ECe6f72ymTmmCa62WHrrEFw
eOsTbunQ0+8zLwsGkDEDYmROz95d0pmBmNTfrHJ/zKB//3zKGoeby4iOztWvF5gCEltWVON3ODto
BEH7xvWT62z9WAuom7dIZTIewMkSwdB4vT9KYX4zBngHIM5fIBiaGB6ZyBptZt+XVTmeFiE/59hO
71LwzL7j9c6hMsmk1kebCYXGjk96mE4R1YK2BrTGEVnCw2tykMrKs6PNWM7czlIrQVeRfawNe/qb
bevPjyznX54jk9TKDbH722QeO7/mNq2T3tUCXMTZqy96fvfX3+x/eXL4CJYL2oGO4dm/de+K2uvM
ScbUQ/dew5Ej+Kc/ns3atYRhWVLaQvz2YKoyw/w+tQNhsOvOfXRwdfy/fcBvC63lGjj9tw+YsYli
OOz/5gJY8/787LN+C2KYcTKSgGJst/CnnSmjPSdirXVuHRgtPkZ9GFFOnh57I5uP9UwsQ8Hp+MXY
aKo9u8FhUplOUlfiRTxWE1l9epyTAhZg+Rr3czYCYx69NGxSGnAkut55wDnO5LxHEbNo41WILPWH
GQwxqIvUOnX1GF07VH0U6ZNxEWk2+2ooF79zJ2TxynavGK85/W4YFDY9WxTTvuKmXMa6Lx/JzmkO
yzSj+E7M+MfczgzzqwbRDibYZN/ZI8UyefNhNw0kLE9mvsXHfF3nDi6KoiW4OUslMVJevdIjXK0i
NBVCBsCmfSDd5rWZPfswbuaJRtAFno3ZuxA3hlM37lJECTKBCMviy7ihj57NpCxg6Swt+W5WcqMK
TPzSHOtbaCLtg5MLcrQq5X4jmZGwTHBByTW5QRDwoIDfJFYpz46Mu/1Apham3KkIUyOx3lPWjLNr
0x5F2Zcf7MJ1vquoR2agiM+Im0nsZ5oP/uKSBmpKF02ky7lei80p7Nzlo0zzbKeq8ZW+qxVgiyVy
q0AUAAQHhGo6YJOPkwdhNC8xzuNNkYL4CXCXP0H9uYoVGQU9STxb/AqT6rotuFP4rm4Ek719D6jL
x6etSBSo5Y6xo3dTF9Z6adOxCnu7xRdZ4qOMu6U9tnHTHKDd9FR6Fp6buBuO5MQxu2sISU227vkO
Cy7NmV44N6TxFae2ANvhAbS/1x3BB8Ahyo5r1T/pveh8Bup5qEz6sNi+iVpoYa/qZQa+F9XMNRkC
4rqThIjCPl+RzbvegSCTNIRU3tDXES5VrqdleEob1/qkDX1Dkbbs1lLQvRV5/SAtYfHIDNanQ+mH
JdZlBKvK9aVyi+iE+WeiXWxa1ysxSj4DwPWhNr32iiSg6Uc8uO9jSa6XyDsZwrYhZC5p8GcbjXbb
98t6n082ebWxTI46AqC9W8/mrStpmMac5m9pVMhT5igzTODQ7DIwVzsZY0+ubP4Z0P0nb47HEJ/V
6BMaAcRBd8ofnmsC3bPBTZb4TXCxzRKRj+6eVr0rzhBTLT8ul+ZUgWXxp2zFYtNbNvoDazxh7y4e
5i3RHAKBMu/BMUpfDC5GI42ADxmhw6GcR0y0koxHOri2K3L6tWqxGdDGxltn6RVJcT3aKDrRx0Es
22RQMyi0svJAzyz+hHwFc67G/ojsY1vSmFd2Xu2diHm5r+VawYaNe3glQ33R5rE9Ee027t14sY+5
53qQdc3lult1CsWGGQbQ5Ji/LAX8yn4NgI2gBlhgCe9w0hXkyDqkiLhQdImA7naLPsB7jDuxIzAC
OmBDF6CpSz+TJciHfknPrYLHNkSbLZ1m3Vspv9J3uGh9GsPnT+trySHrOkeDDVm5qsOYb2+HgtrP
KlK00PuUch/P2VYiT+keq+53jkxfelP2GqtlbX0z4hmWmhq/TlsyHVgU/USgUBEmys1u1zSJjilA
k52uFnW2Nxe3nLLk1NH9ZIoUNYdiafubYWlI0JvMOpgK1xU06mG1an0BF7sZPoC2pwGSTveOPgqt
HquzAoKvHYJGpHlDOnF2YlgvSOcbsiPUdA+iT1zjyHPAfFXdGBTS9pLdnKIacycnxiwNh3ev95p4
09D1XK3urPYNq+qhS/Cgcsgl2TtZeC0J3jjVsmWeUgAKMMq4DgWtqZ3b5CjLJ/pZZWoWxwpy1804
2muYtO33NWu8ay/TtLNJIi9p9ERK1WQznIc6ehlsotAK8TpVaw1zHKQHcUJpaI+Eo1Vz9WGMArio
weRgIunrYMNVeZ+XUh3nqqzvMeuPnyveosQn7cLwhRzGx7FpsytWwfZkIju44kkjPW0hJZqkJRgK
eZYeFi990IcNfrQWBDMs2hfcpuMRv64T1gNp97RahK+2xueQZN4hWUlC0Ko6DQfEhhfCjjQMhdzP
odW8V7A23b4mtxi199KAS5njVwB9zh56F9BYY8juJglwFYY2gpNl1nerHUNhhs7uzyhOkEsYieZj
MScbEzDD49RIcnHrSB2VsW19EWscKqqJ5rRW9i86RmgD+JqGNmnbE+BezR+m5LYVopNHMSBAAWLM
wdYulpRmWiTOazsLmBV3NV2cjF6oM32o0hGP+Uq7pMta60DL9IEwozU04TqEemKhniLStiLNdTeB
Dzp3GYLTmdLxxhpGGPoN4FGX9AfAV8knMUE82hJtqh1V4kgGAxHQWjmCqtZS4Inme52q+LsxTlpg
qkjduk5Wv2fQ87JdIjcCH2aci5ORh06LsDiU5qhOC7RO5pRTdkV4Krdu4Oww1NnHMFulCfVKN+2g
lCq/T1y5cO+mLD6AJIOqwe7dBqIf0kNpZPEd0iOLaBkl1rDmXHGpOR7sHWSGvupdIlG8zjkUqs5C
ePAftMGWnTW3xpkknecJgu4NSO93wUUEZErRC17oBQPvizqQbMB12RUjE3OoRXO4TYl7RM1GbJEd
yf6+IhMG0YstLnraF1euIBZauPbiwl8klFcQnQiVtuytMxbbOCBoV7urIwlefRTqfi6GbkcQU3NR
FXu56+YqSABJhWoQCu1SVO6deiS8kBP/qdwaoXVHaqWyDQa9IC6FrHFa07BHRVHraC6XZTeOyRS0
40CArcp+ZMgT3xJb/5y2/yeYuzw4Pf4fgF5+p7keHLLpLZMMVPTEGXaFaxTHuWuLT0ZDOmcJlzfW
FB9WlrzVk6m9gcQ1wgGE7F7LhfG4SNR9g0067o7AxR4SH77eKiLnFQxMfBytEmpY75Kg7iWkdqSN
8lOXaHvVktGnxFgEbldxxFDjcjcU4i2uCeTeJXH3rpvrp2VX2qmBgdHDn5kXX8ROejUXVbqXJTOC
SY7vZgGXdRQTKwjgK2rnfmCbBHJ6kUVs74yuUnvUbKQuawCdGBbLWzjaF5MpTI+ppbOeuvjFjdGh
6O6401gvId1Z861F+m8QDc0PAug+0aD1NEbhsyNrgT7MMOlqHLUqBKLpUklLcpvqaQhULka/kY7a
uZLptOX17V4VU3Nwkevj8M+tYOoISqlVld/ULD8XJlJAqrYWowWdjqxZdNmbQ3fryguOVKijDkMX
IyvwojSgEIiDMouWcPCM+ITAAt5jLr5Vel4clwwR85BK2Ey5OZD7UXrnFjkxu2bMrTNcA9jQ4hLG
gDLTAoGImTkZMTrJDzPrYa1sKkXwAPKKLEv7oNtt8lXzyC5rgOyf8j4fTojz6ItvaDSJQvk60ZxL
5xWrX8PGeoqLxdoPDEKeCI5hUgcdmAk5CkuycqoswZqIaFnPF8mvNs/nuNRbv20t92Fx6YIbpjbT
Yplj5Fn9Bxrj6HoaVusmLaw3qXPsIsEPQSE+2ZTJf1wfAXEN5L1MdbA2QAT6wcn3M1H2RzBMIEJn
Zuez4bbXyQI72igb/aGzOMzqrP9suMkJfMc9T50VCOUhmHLHnBAGzq9yrr9CcUFPoYCUT5nWnarO
fG5ceNtRAq2wi6rvC4ekvfRAOSUeixBiVJ0AcwXYpy6t5bZoJdMdizG/aNJxT18f1FrZYuf2o7lq
QwdgPVhGRlF0kuroKjFyEN+6OSgySbeIDhg0d0CpphvgujHBThwfxrbQjhEydqiQcHk4DdYhMfcD
z29BgHmeRf2NmjYfS1Zz6gKtxvIDS8cBuRqrBwVP+wORdrYvGxzUS+6Mj1bWmLdx3Y4wteLia944
6d5ocXvwMDYAsTq+JoqhjVOZLOcelc1BKV7DFk3wWRfglw0SptuKcWlNQAYyiIRsnQxw5WxM9r6a
bQ2mumuC6UiBxK7GMVq7YkOWWHta+M0N73kRlFQHDMvaNJzb5T2nkwIuvFmOcR1/MtuYbmDPTI/l
CkQySe3kssxgGClOCC/vODea1qiFYBppyOZG7BuNMgKGQkmMpMRYv8yIPEC3kBqyQ/lfgQtT3pFZ
bs0rZvYkIq8J088myo54/SEMVeZ6Q2hovDdyMRzbArQ4ucbLU0aUxBma+xJY2prtvHhpb7RIs0/d
YrVXzTJ6L4Vss6/AVUaiZfp5ChJNyw8GBRZhFSmSW898sJOljhlfzhM0Yzt/MPXmCGGXvg2gN+r8
HaVWfeC8lpxt1yyfMtFylFNV9DIyNQpZL6sDjiXyhUGA+maV0l+atAWg/EDEcrJEsLvXL5RcJF0g
Vie+FVo0s1AvOS7kU/lrqk9vlarkHiWwugXxB2gBBfCJLI0yIBrlI269L8xCYeK4EK6iKZcEBgDf
Gp02e5A8OycJ4PlgEZLIvZTZxSLu6dKuNtQcc34tDabr6OuTEDIqam1JJjpAmWk/6kniE+TFKTAf
kK3bhTwTbKSCVHIaFYtj3nQ9eqisKU+YpKeD1FY3mFJSHDqWx4CC/D7V4+mUuEkKSGXqrqSYc3BD
OhqBZDSuHYbnPtVucqkr2d1XBvBtvSK4ZENA+0aNdBZ4Q3XsGr6/jRNIMgWQKgaAw7pbaWRBmK69
1yZJP7WaiIa6sckp1YiryjXvW49KxicY4Fky5D+i49Gx/3jqyjDThALTe6KkYho+cnIi8dzbEx5F
wM/a6kE0VrVPfolFYA+nc2mN9ikDZgCbZFA+dBPe/JT7Uln0+msHn4Yb6wLyrWSQvz6SecI5zGZL
iGEI3mTIZ31X2R5yXFt+tdKJaKvYtA+ptxq+1RLwEIFv9rNceYfZ27gKAMj27qDZX+e+NIIqXUn5
m/TvDOhzv/E867rMivclsrvTCE3HN9dovu3beD6AGfwcnMG7LI3WolDytvWwnk9xWaEk61jYEy2r
rmrT8Y6lgQ0iJkTYJ+qJDS/KqJuYmJzHwbFepsV0ghlSyKvhDe5pyaPygRsH8m+d8w/4GttjUX6z
RnNmfTIvvCfyui6MPBSawLLY26jRTLMh7FWaQVdTgxKIZ/lDZSDFrVUfDi4FmwUiZ48OrfdRb0CZ
dlSLGSCP/HhE968NycjrQsk89xrjVoBw/hwN406O/SeEJppCeAADJXgyVrDIQZJT2kcTImm42X1A
qEd2ruMJ7ECaBfBYd1qtq5NoK+PIK4KfxsIhk9u3MGHKR81FCt/0zVPugcu1Kph6TYR73kvSLGyN
imsBa07zqZ72DlCsU5PpL1ZCgPcEhmzfOsCy1yanQVBFy37wBEGRHXEdIitBSwhzOtDiN5BlTTTU
HTjcB3peYGLrjQi+UhafJpH34Ee06mBugsShR2oB2JbgrWI7mia4EbNiKiFiwtgkR8W+pKpnxSZS
hx4gIVu2EWOdr4cfeEyQ8HUDVorCUXulg8zI3VIG+WjlD3XGoQnhV3VIpqU9Ae5XROlM1bEEGn2U
LZkto+V1+xI68A2XUO3b2SpuLLiB13NEgjIRIK8M1reUBgAVtlXBUpxKEWbWwBEhcQjfbgtq9Che
jrSqKNPThGn3GpOJoJLmsY6z+lbo+o9ap1rSAR/6Et33rgd/futZWXXk98T5lRucSuiT7sep7i4G
OYg72/HUXdqp/GqyhneH/1jfaJMURkoUjNQWhChb+Oqy5px+eLxObZ7XIXYt75g3qr6Ke9ruE+Gg
jNu53VA1srNjlM6LFwvjrV/NZc82CkBFge1HJ+jAAuHNzJIG+FgPveI6iqMYAiTgpJaVeWc141cX
HwiwnGwMVNcbBHov5cnhLt0yKeBFcLPuILJWv2/giITGqgSHySg9TDKr95ouZBhHxGCMvat2DE24
mtZqDtk6DEdJ5EHYpu5raxn9gehG865d0hmWcWuya/PIzohVbjM7HQ9ENOsgl7a9imIuBNql75Ee
eJS3kqSaViJs7+qjgVxlV1Ks+GW1JPexpdenjXZ1gyBFBZE5tad1NiTKCmCQbj+j8kmQCMDaz08R
DlCyFd08UJCPMDON7yS+lX4cp/IYW0xT6nJo9jycrI99qYekjqxh5Tbd9ylqky+a01XQbmoDGNeW
WZxuLWMKxcnXOjNcEzoc0wEYYsC2lvpKsZEMpUm8yWABJi8MyPpF61eOTvnfxBFnuLgiFsMWRojf
7uWPMNg4i1yI2UAL0y0Pss6xGyXJQMfawI0gEUlcG8KYz05ilodIWwkvcurm2nB7giQLqzrUikQD
25L1zVqIKegdCVVEEjieIBM6TjE7PCifz83KdmLJBdVa0Z5by2E5Z1ZOB7cn5dqJ++LANxodiWWn
SrSVFzSrrb2YBangiN05ippyPiMMqs+p0ozHNmGVXjUoKZabiHAq1TutckEDZgXH7UwUBmUD8mk1
Mjt06YYB1soJCse75PcT2KOOZCPawN2TKNA7LUtr7pcZFhWATucUm2SuQwbdKd0ifVtr8Klwltrp
VgNPBu+TTwHZ09WjcCcY130uV2O+bkztUTo0BJUTCb8BtsJOgSYnFg7MeFfRl1rbD9KGsR9pytlD
ytZ3VQbnduvok5vqsmEbzvI5qZEJ2mgMX2Zo8bt0yONjXg7wt61We44oE64JbqiCNC84O1DV74jA
skJcPcNDlt+J6ioHyfMOHh6drKW8fZfm3Fq9kRc6lwkNLL5bC+QaANg8D7XRzQ7KG5zTXDrDo51E
KPpSoN4zqteDMuM+5GA/+nlHgosnim3S0C87001JgzTxIY3K4eGQAymGtaMFY4kRKyNu6SXNkW51
hd59GdoKQM6gXHiwRT7c1DY8RiPPkRZrtfHEzGXcpQ4nQnhjLZ5UksHpj5ZgJXFgwTuAVl8Ud7Om
nrtxa/lPa+sTrklKkTF1145Hx6RyJ9IjGm+8jfSsvTXqZLpySmM64C98ylYYSAjgOpwilWxYz2aU
1pQuTuDQtd2T3KujHYvrr0THGD+sSLj4ATc23BwBmJ5c+m29XYtLNXtvC2mteGYmnY5UwfkQ+mBg
z4t7BS58DQwWvkNmZGOIoyj16bOKndKWPKSys86lSz031x6GJWWbYN9HeFL7dAV2vpNe3EBeqOLX
Ia+1y2Bz3urn1fRFRGAHL050Z1IohkVcGl9IIR4gHm+ZubQP4iBOxtp3SSe96lM5XdAaqRB98foM
umC97QW4akpD10XW1zy3I4gUV++aR4vRnaUPH1GjS6YT7DqmnRZvbiaMkx4l063k6LUDhEBuRLJq
AWl7+jf8x+IHxeGrnRPdx7RNfPMgaT7hrxu03Ui37Hks3PjU0oA7aJN4hMqEY9SkUABJB4FSmRce
uidT1e4U6AT9PYqhabDNNOjNhxXrcd2sZJa1jrSDeikad782zcIph+ekzLDgDJ1j31JafmctHG4j
M9V9gn+hV6LyL9gNaOtydBgNRtNjTU9Mmr25W3AABiRbajxOecdSa2X3Q2q/iyktrkRFYZGh7r/t
REoN2kLNTKCaAR+wol3TTu9oqiTg8jI5DKYOwJEsLe16YcAQuIhTA8UDckd0GUBaZY/UzdT7upVy
kso687oUy/iGPqmiaxDb746MxELzbJxv005q+8aE5qObDs2MAjdQqdGoVjRCu435D29y8cQPEjrx
CUHZfiAvN/uSkkn6VVp2f2Pm5XrgUDEGusLVhrdqb1DuFt/wKa5HDcPUKRGtSZb6DFgrxRHA5pQO
771eWOA80+muEC4PozvBB2MdgmPrdMmzh0H0DCCtv5rYHn1cYnWQgcW7ASt+Nyu9PxoSvoHLTGtP
MYb+YNEyUkPrCmx6Y5gYxBp1aNys9xuiJjeAnXMoqw56VmwssAaLafk6EFVmMByjIYvxtDkhtEbr
6/b6AV+MSzau2Qdr3bmf2jL2oayjbYum5iKdiGFrWmsHL625XpPZWJM330jG0I9Et3/XklS/dyDd
IfFMXHNgBqgJVJlAuh7dwftSg4XsSQVMi4Omod2d5h6TlVDCemoxBn/PWmNJA1jZ7nWUg72sI/pT
dSpL9vk8vlYgS++XgjSKXOCOAYC5TMNN6hrNgfgG7YbfA0/OnCFUNsqW7CXHTQ5mjqAYxBdoMcqc
EY1DFm/oxQ2r3vO1gFGLx1dCC7LrpW3aS07EVljpqBzTUhaByezvUuvx2uxzOcbV3mW6GOTgYJjF
edpzLTXHp6ls+TZNKhKqSRxPGQ2Ho14xH0zEGsCCS7CcJslVhDLvLFCTHEkaGw/D4BK0ANoTH64O
uLgitK5k8HFvrcl4xIRN8WKVOVGJE7LQ1hoRo8jpaOscnK3I8PaZZTlh2UdxWJfjysidV55AgCaw
BHGK/QJpuSSRCnmvwUEf5JE/xm7uO7lp7oY8IuB6MtdwNsntdr5H5X2mvQJsXNizE3prZkveKJ7H
H+kWP0eeGBGgu8wQzOK3I5pJ7jnw7fXNajvxnUa26Pl5S/dl7Cp3PwzxTEhA0YdJTvDf0JdiRwh0
By8S355YJiPQ3IlgQeWQXEdakm/JnggZ9iLm2Ol36muDaNkMUeh2HFNeiW85pl1hMofxRcN4SfTL
m6snlNblOnO+YC1PYV0g7MRzurxPOlnI3Rb4nY7xF7Y46wn8J1GSnsyfuev6B5G4tNG6FiVCbqZX
0ZTlDCppMrGIfxTSye9Mxkn7cgaYmHt68YDryH7B/zo/acru22Cci4LWTWEEaoS9XjYAAFscMjsn
ly+2qkEpb7FgnoyToOV0cbVW+GiKjRaMOoxBIzXQSHPH4WCeEaPkC4Y2b9pSE7OQ1ZpjBD1MkGDO
529TxEu9WzMI5p6SI1bYKQfZznnjMphA+3LOCI1BTpPQZRca7tQfNUIf+AWG8VjGU3xGfE4UZOUY
L0uhg1HNAN7uajLFST5o7ADLZHJF3qH4poFE7H1bRXUIP9zweeZMPGDGAPasA9NAxeQnceleLYON
koB8umev40nO7GUJSEZBJQ6GLaBu2AKdpwxzOU7iqUCcvjKK9XvNdMLeMvW9Rkj6gd9mBig5uKEU
kXjuqpYWuIisc7ZYzRew0dZjXCYc8LOhZ+DN/DGd+nfy+ugoyqr080Y0NP2G8SppVBVmel+iP0+T
zRfK94EVVwscJtLw9ofO7gOokMWjthTZd0aAIFcj0IIimscfTZNix27w3JWznn/JCJsBVN6m73Oe
06nvKGFosk3UjZil16jJHx2SlB+YJjIuHTWk9iD3dYP8LIzng0GHfhIjenVzTZd7dj/GsEINBnZc
oiUb+gA8mB32kMEpORAuLqa8pg29wRR7l37HQDaYiW/fIlhxTBwGc4O1hLZZQP+sxtsZfCVWEPN7
6VSCQyH96cms+itzLbPTSveWURNW5DbV7A8Bs3c3NwTVMVp6X3JN7J1kWrGRl+KTpDCMtIsW+6ZR
O6FT1rtVVER1TP6YQhQZSyOhQMUqjLqMhk8dR5B3eXAe8mLKvtONG4bQbtb0jsEhQnZelwPSx3VH
aRcHBY84rmHdWHY1kUIXuPYzbfZVnCARmM/ASL0jd1vdV+1oELU3GHepMBlCNvJ25IBzb1OitShr
CLiKBl7V1UAAwnlX7A1htqc6JzlH746GZl/FKS4c+JO8KIDpl0Dint6vRU/kY+PoJGELZhLXaWWw
YrdJeTZJtftuObTKASKbV7I25Gsyzhli/EJx1NjOaRxMQhr9DOWcmIi2wfHOvQ7oeljcN8u08YFb
w0J+Scdy0ngNjcA48St0iWnMq27VpnHL7MF4hWju2UG3ck5XMz0T5hjIAiDKWh2Ii2l5Ij1EHfHa
0WcAjRAdysSkLd/p2gU0LQIrJ+n2Wo/9eZI4Uera5l5E5v8m7bx2JAe2K/tFBMhg0L1mMn25LF/1
QnSXofeeXz+LfTW4XVk9negRBAi6kNSsJIPBE+fsvfbYQDttks9Ok94z6IDpSDSm+UhuD/2pyKfq
UgomC4l12+uRrJcUmfUZUdofZKDo5DXV4I2VDCZOhXsl+QpqQyz6TWiJS4vJbzuEuLjTg1GO11LP
Hhrfe1VRGORFt/pXQdwsOtawH4CjcBDdfVWrdU6pTiGb202wnKqN02//9Z/HoK5hZ0PbyiTuFItF
NcO83ui8a5KhUV2O5j8KpxFNI7NTbZsfgNbTOFHqE2Ou9m0ivGt1SC5jp3MbpTsjJv0mebQ1fHqO
VB1Eug6X+nqHKsrUss376YZ2VhODV+/PPH4xiyZ/V6vOKlzcBhrqbP4bC+DrFeJ2HA3frMoroYE5
tQQ4Ena3pj8kVYP1xUxrjDeSDN6ajnibKd2lp6qxW8wseAVT6Efb2aAQnC5QyX5sjRVd5myXNKNY
CNVvb8ghLV6pOBgtWDkl0pm/fxaPf/vzHQutl+noum6dqP0TATxjsNLyijkkEe3Xdb8JLUKe7EeV
nSAXvK9BfUZnefpQ5ltmS8ySONhtltXJLfMSFb3AWJZXHs2+obiT2Rn593/u+tefNYuzaZqYAsyE
fgqiVBXfN+hKN1e+WVdzfgZd3lijIkQIMvU/WTLEyEgJQztCMSKiYH4EyOIWlE30CifOHVPhDPd0
yQzikUN7rgD6Rw+/yrItsDO1Yu55JynfApo9awjh2dbS6VktpJ3kO+QPxloLxXQxkm63NBoqUCa4
rTulGlMxp94lHOndTCjOkvn4I62XzMXpWWDQ0hQ0IpW1zRUA+XFKy0bxGVBkVfbg8c9SZaraIvcD
IZdSQx1FKcsWjv9vY7Z2s7K7SGyTNmgOVtjk69BK46uGV/xubNvqyup5z0AK3ucoKq9CTa0PmY4U
zN5pEKXhZfkWpkRRbopiUNyhLwiTlQ6a77J+tHoFVZw/NC4IIAoeNbZ3wq72lPmcPIIw7/eKTD54
GbDKdzYqA7ObLi1Y4DtLw7YcMkWhcd6Z1noctYLlzhl2lJw4Fh3Y2jXeoc8xMYgJMFUs1EJP1jWI
RRdWOfHUId7WoemiqwQ9ypFQndhYD2k87cY52gBovL7SBzB7jkPC8EKvtPAeE6SxksCal9Swb8Is
zd0067FG3Lr71NNM4p3IcGCcNOhQ4hLzMkgILEZghAMuDgeCX+Mk2SnKGN3WOWHjvaV1Kz0v0FCm
tfdhm0mw6qtrrZQrG3qU7geHMRSMi8IUW6Xa5zcj3dAPYWY00ckE4A+LTTrX3oQUtq5Na4egaLzw
hSjXSUZCVKE4dLwURy4pOegX2RwzDo7Zvoe0hI8OaNUdyTscTjQlutKmPNlNurDctHHSDW0G6qkR
og5AK1VZ9qJOjlGdjysyBBna2yUJDHVneHI9QtEOF5qRtoeGHqurNR7evdIkF5DcjpHhhzm9wa/B
z8f6I5+pj5niWKKQ63bKqemDIiwYaATtM4pyvv/waTdNTCKfkTWvRDSGD37e0ZSKkWLhBvGvykYd
3CiqwsvSMhhZKJ3qTn1DFlFANNjCiHR1YSdqfiyUl7F+apahENMGoStOvyoIHmy9uAE0cBFygCNS
Lb0MpxbhYpAQ0eHmj1lQ669V5INUKOtyM9Ht2hUki+9brQ2unL6wL6h+6EQSlM3jMYJZQp5b5iEc
m2Ilmdo/5SgmHzKdCm6qt5UGcnyRR5m2CnEhMNiyhqNqMYT0M++FTI03r9aLn0plgzvQ5hEobVX7
SkH6gsDVIF518jW3nPPKMRqQa6OijVWtYGTc1tKsqLN22iChtzdV2XoE69RuJFbAqcyoE092h+pV
bWzk08OkMZWuQKyRwK0YjFYdT18zixKXQTf6e99U3gtHMNOpsw8fGZRbJ8hv+BO8T+Q+xZowlg71
XdUuxYgHe7TKz7Hj8GyS0cZgYFbLJqq1TYrCcTtD9HvBJ4xHHZpI+DRxbwtaCb1JuC/157sGt21P
klaILTiTlwpspINCkAdJ17IklrjvVgXxihd5ndCecACW9QYWyVEoMRMLHJupLOhtN1Pkn6Hfzl/y
33Z8pPzClLaqCkcYOiapE3MA+UteRQiKdiPAbw0rFGDTNbEK4Z1PxsvPxjbrh8pGS5mhpA/PfES/
ejf48vPdN0GASWaE0vn2EVUVL7anAS18iSKiX6nso/GZUm/+8//78+ZLED8mZtORMLE1/TLN/GZM
gNriwabqnCtc58N7NZFauGrPVUvnLnLifpjSJJeezkXkyJDLZYCuhzDMznz+z13lpGqlm5NEcdo7
VxxEpv6KeESBBLH9D17o/2lj/FpkcMMc2wZmyx0DoaML9aTIiHQUz7ILQj4cYbv2h768isbO3/y9
RD79LY6tCayFusQ0SalxWj7VsVaDzSynG6a8vtvCwiPPr8rWc1YFSZtE4v7L9axfeB9EcJpBdWMb
+BlPqs1mCjRywwSD32CF/qpRXTUk8kX5J/zo9+uc1M09lkoO5rkgtL2zr0OyxFdKHnuv/7tfc+Js
xEyWoxzm1xTwEgLaXG8K8u32HI3860OaQRkW4YiawX/NC+GX6ee3dwdzCAHGauLdMRSmp0lbb7Ro
fp55Q0/MjZwBdchMuA1NFJzcn5NlLUp8XQx5yluPT2WoF64X7KthG/E/9YZ1Zh18Xd3zgVOXUEAw
A2MZA7wtvq4DvWwTaRdtfitemc5WD39/Ln/411nN+Bopy1RLnhrFlF5vnMlT09tU3VG3qtt//eex
TapQVbBgYGGcWVW/m6wMY5DAAAzltiOFLDwi+z9zd+Zb/d/Ncr47luAdMSVeJRMd3clbApsw6STh
SbfrMX4kVBbtRnbGwvztEnxu5i3Z4VXk0+OcmCQD2vI6kJXqSIwd8ogVtLslteHfb9TpwtVnNyB+
2flsrPO6n7yFA+nNoSr64qga/aoJV2WnIvV+TBE8//1C2rxevtwx0rA0LIGSZ04fwTl5JFmRkQo0
xfrRTGqd2kvbVwYuM6NBHJi36fWs+aK/e6hrzFYweSenf8SK8m8NAUa3IAJMjReWj5xhzwSd3xdG
XEgjrcuhu/WJjN9kyr+uu/mftwXOYJoCEg/9139eUwiL7FE03Ap1+gG36RmIy9/v47cXR4DjMfg+
a7QbuJUnqyJqVWTPiOFux9R1qDD99f/u3z+5QV0bwQAFN3BbcuxhDoR69+8XmFfUl3Xw65XkM0Pf
hJATe14nv22VQz8gTmVnuUsKaKJNfGBs4uIYWQIl2dVxvvIVhix/v+bpTZM0CtkubZhyc0PodOPU
anjLWRRT+qP4I6bJ+8eHcvrvz2/Zb79JiiKvGSzmxyQ5OgxXizM1wOk9mytPmj/wJtgKqDZOHkro
eLVHGJJ2Y0zeoQmgZcp2n8wBVTUQpirxUPAPZ+7Z17aNreFbI0kNAtSvq9K7+fqbtN43bPQG6TEP
nvB9Tf0zcdy2eSPqZ2+mMWOj+PtDOmlzfrvi6dJGxBsFvchScFAVjn0JtdcxF+UYvMd9jQawYJiE
hGyv5PUhLdrjmcvPN/G/C/P/Xh5buM1WKKxTc/Gohw2aRJ8hXVnt+co+txMaewQvHThft+s8Yp46
PGRjYe4BGdwrzH3O/Al/uud8Din1+XI5uLW/3vMwrnStYcZ0FIp+NSjNJRBO1Bpi+rTz6Zl6aWk6
wY9hqC7zwXANaA0LpqNzTuqPSDG3VTTrRskKA5KtgZ5Go3vmc/HHP1Cj3SV06l71FAvWEgWQjQj5
j0nKRj4NCCAchzAupE0ZPiIzH93KbN5Iaz1Ta/9xcTA/0/gkCo3m3vy1/O0Vq4sazF2UpMDVwzXo
4EWVcUyhD54aD+yzevdq1xewSs88kXk3Ol0Uv1/25M0eGb0EVcGi8CSscmVbonfrX0f/aASOGw7P
nodxtb5GM4P9MzizrThf3/v/LMnfr35SZah5SKpjn6ZHJWbUiSv1kFiAI4MUM5OZ/uxMvLKNn3EE
DrAuIBd4Y/b6kXTmnZEQmqqr63KyLgp8VHyLdhIqO7l9BZaF8q0PKgUNgXpj0Hpaa6DFi55rVFN6
wwcgpcHMkMkJlmxN9nrs2s88xatkZP5yFnf39Bm1DHeOYq6iDOM3KrqrYIAYNk3PeE4Odoz2x+4L
7JQ15PZgPTaZq+ssGJ+tvhfDtvUK2qB6Agbfvzcz9caLiyUG8WHRISysjdHVimxvl9pKjuVdbzrE
nCH0GDJ7WvSpGa8gsYNwYnQmce8uPSOlM6VFbpmLTWWKj66UP7Bb4Trtm1WV6suK3lGIUhQtCjpo
378vw7pdRrV40mr/YNkf5PTRsXUeTUkPUWu7TTHxuvdIIZd+T1Cs312MubwflP4ii8pVPtIeBQpJ
O8K/PbPsvpZl//PgGbdwqKDg51v/dbWzD9B4o1V2VE37hgkvTC5nKFAVKfvBF5tgLMlbx15kTqRJ
Tgdt8B6CsF9qqAaYhf2Aa33EZHJuh/z+MiA+ZRj0q+oFnnGyPek58+JQ5gQclO8GXwKek0ReomgP
5RwKZ7rK+KPp7nXylsfqzCdQ+/4uoERi9mVw3Dbn/+nrLQGxE3XmGFOp4uM6TKiy1roiqlXYyAnF
6KB+Eko4/JycBj+GVRXXTTL9RPsQ7CdNVVdKohNu3zvNdVWO+MZCv9lLGutrtY/b978/Pn0uwr7u
GvytwGslXBgON+bJ99rGIoFU0siPlbMLu/cwf7InmA1OhBzgRiIkidpLX31FRLrIyyvdUn9W4PuM
KbuohmsPQAj+F1e3f2QxWrvsc2AImihz5iYO5oTRH0QHX78Y1JCOb3zjRP8ECplXH3MzcL5gfvGL
fiuXwsgvGEiNxXGSzcEb4xuC2ELgAUp8ZoP7w65OtaxRBTIFhIlxWo4DLNQqgXjvmCXIpplEBO8I
a5Jto1jvQzak16Ejh0uYGeMBkTh6/3CQZwreP6wrmz2Mg64FuY+6+uu6Mq2QqOC2Lo5h+Tj2xm2W
TohkygXCbyd5k2py5iP//RPKT+b7SSfHYGpkn7xEikqIrRFzc/3MMd9kPyVIYiDa+WRTbo18EA9p
XEEqHzSsBw3Kg7+vzT/+XJ3TD+NKBk2ngCRFbRHylVlxRHmDmZrJ4MLPCVpuUvyOo7ojV9RtHfPM
2/u1AP+1omwhHYMaljdCFyc/ulYDjyHAfJMD6Jx1Aq9y+PcKgRv732v8eil/qxBCogCUqWuKoxQb
B6VDA+K2MB4RFONpG9zOWWVauBvb7MwC+npO/5/fBi1NOFIHcXVaNxa6hvHZs7mjmnPf2fD+++5h
QiL39wenfb8OZya4SZxhIHZ/awGXZK7kgvCZY60Z17WXPSh5h2o52foBsyskUvCO7sFc7BpZrRlI
U0FXK6RnkK3T4raPtTMrad5wv25yX/+eeaX9dr9xyaYjGSIVFdm1UbM7sXIQPi+Uulr38f3ff/33
D+J8MYv5HA0XrGMn5d8ADGgKawOXWBju1ByhedvsJjvdInw/cw75w6U0uDq0PnmacJ30r78rHNn/
RoRmqGijO9PInWOsFc7aj8Sn7xHY/vcf9oenytUI+4CDpc+02q9XA3rbalHXzFej2CrqNXkoq1Sc
2XS+v/U0JGhO0rJWEUJ801k4OPeaYKiPhVGt6rT9YeHhN3SbXSBeRU19gWnkzGvx/ZWfL2nTFOWl
p3l98sorY2Ulg8Yl46kXO6yCpGiUSv/099v3x6uA+OPQpM79kJN1oTuwgnHs1kdSk49ZJ++IrT1z
736drk8WOi14oaMjAZuFc+/rI0LiLTFmTfXRTj8rCH9lP6LtfR9sjoAFQ/zBldlxwsQVOcGZ1fGn
n/f7pU/eMR3PjG/b83Ori22pwTi3O/w8f7+Hf1iCcz+Mrx/kHEFf5uvvywqcTQjOjRur6wgpMnTz
ErN4eiDLZjpTWXx/t6jcwMppFmvR/Pa4lKjD/GFG4bE1rImFh9I60IEVjcxo3aKMpzOb5skehUCN
qABbR7ukCvF924h9mvZt3o3HTgOGSjhLsZlaFbhtMhYrB/ELh4paPzMn/HZRxL/M0RxDx6LP2j9Z
+V4iEsxHrXW0vbpde5rDgScY40Nn9NZ64P7u416Jz63S+V/9bZUCIlXp1cw9aag8TJpP34SS1kky
qMpRIMXeqZVGNFkDjaHNNdzlta9dK1bYP3GgBFdEqby3/RrjFsE88fNkxfgjRTBFBAL1yTGEEgQ6
vhY3kx9SqQx5sM+Zk/993Z0sbqIsiHpQKZNhoMN1ck7uE+ndTuUbKf8+dB8z2HTi7u8XOFltJxeg
yv+6sCV+YLszqXV8s1iIFLVgSHNOEveUniNonrxD/7kU4ixav/Q3eQZfL8WnFjlKqeXHfMJT8EY6
Ukpq+f/Hz/nvNayT97SrYwgpiIGPuGekfIKEgCjE0/Vzl0EodbqW5ifz3yud1qiWOpijl+r5UdXS
HDm0Y18lUdq6Q8k4pcbds+tZblcxXvVD1KEJBS+FT8NCzmKUVeQWsK7oSvH/AbbO3lWlhgQ4rWfF
bqIk4VbqDXkyBYAADKQSXo6f2Z+hlpnbvLdeAnY9Nyymj1hRrGOE9s2N0HIZbhtYzAZC3WhAfghn
m5EqcQPROKZnnHrrXE+HBXvILJoPtIU2aBZxTT0ZRzi1MP89JEgURnB6LibYYoOQ+M1uKnKnOFct
/TJ8RXby3qP9X0VD2UBOqsFP1XBqwqk3PxB48TtFDA2AGccmjQHKGZxpoOdEwXEaxn02pdu+btSl
DTRAwSKAn9+shb3Mg4xStBf2XY/QrsWiN134pQU1bj0KwgQNS9Ev4QaEQKVIH1ngI4GVEMpmEQr8
0SI2nYWjlZlrGaAT2MUdOC3gY2IxeFvTiIobkSdveurLFbp968XCOLrRQUBtsjJor7GIIN8VqJCY
WGFlU5vere1UrOqQvUiNY7AloRmtFLMxbmu9qw9qgb8SV3Z9AcKm2MWw3QmtL+VW07z8xWr8emP0
bbmyBKZGJ0frbge6tSfn3nGnJFFWFYZR10IM6HpV91pL31xmRqt9Auwel0HLPj+qvYS4Zgpcy+PQ
wrgC8DTKig/qNKvBq8LD8mLr8Srs2tCdSl8D4Dv25QKxlbHxS7BDjpM1D3ljSjdOMw+8HQiti6QP
xIXw089SU32k4bm969ouX6CTNtfVBNejzXCe4zoRIB7ZGPrQHl4hNwP2wbW8Um3PXI1ZqG8LiWEP
yXh1Gca2vU/7qtkazsgcmVEvD9nUYFmVP1kx1joRo/7iTyYmFgF/qCMVihQ5WDx+MyarqBrfRX/o
AXV32XhPSBmMp4B+WhEE3ZXnFWQnRl5EfMFkbId2fEf8reBytXkodla6JlSFxA0S2GcFMr6NpWnE
1dVZs6tNxEV9gYA2vOjifVguIJ5j/2hTa4FjVWwQQPvbrO7lllApaFsgKNDGJzpuqV4SIBK3n1Wv
vJajwWmwsryNZ1XiqpYpDcG6CNgyR5K24KQSI5+keHdDBukkdk1E1lcWgu8a3jH0LLcLA+Um63P7
wDSkWTdGNCwygfOgbcPh0IOeWZsF2LomKP3L2pIf5IUhVLcb8hdL3FRdglNaxtbroEW0rymDlxm6
7XVC5PzCa7Rhp4XpwJdUDy+rmFjN2tO8W8+fwl1d5EDthzK/dkgdRhgFrxJrIYjEDFK6IvDCSwkf
JcZTuEqTOb9H0+2rsAmg4uOH2diB8WbCssRMh/grLu2f0AwB3mH/IXdN4D5JPY4eeVEd8IbzPVT9
yx4gxS7zbFqx2DXpjgQ3ttqR05Pb2aOfmtZC5z+uddka7gBKbt1FE/meRj7RuYSMCiQFB5TSi3WR
j9hViqxwy1aFee9gmw7F7CscMPakyUyXS+lZoS71L0z+4zKsIRYFbR4CQquKN1/BLguWC+ChtBT6
Fm1JKpxhfQSmSaZLPYP1bTsgGcFPlnpj49uO4gHhvgn40Sb3Uun83A0a1cQ1Q4SS6YVygfatW/Z+
2d759M7WzWyPbYsp3wc2SvAuA81g5lOJRX6i6R+X5O41o3dDOHAPqqB4idpQX8ajD+6hDgmbqcnw
UXRQV5AlGhBvKL6DAOhL5BBjARvfWeUh2rUJ/tc6VeKSDmwmf6beQBQUzqdlWFqvFUbNpQzj9z6r
PwqsOYwdovfOUJ70ooWIOOhvmceXAFYKTizmywuez5th0M4h/6ZYam0LRFWPIndqmemkTRHcceCM
F54FAyZrlPsqHvgzSzNBcxcgr0vVCZkmYC2/SXlv0grDpZ3pGxPSw6IvqSkCP/AAMAXDZdaNqL9g
DtQP/B/yJibhgAF3jq8t2TEeQqvG9WOUyaOVpg8mKsWntiUbsMdstx+n3D/4qAFKrKtAn0gTTlxr
hiJgKFPepG87bpphOMQYiODR8dE1OgpGJDoBrhY45j7zrQ9po9uacNpe1JYDF6yvyWVkDkB7nCBX
ReX051cd43eziDail3LVRSlMC96TNVgD8zZqtX6DGKm+BE0GHayQ0b5K2XvnWveCIjp24yHo8Z8a
n2xChdsh52W7I7GlM5tygUwtWhedM24AsQzrgBkSS5vsLunj8cLyhflS6uOSr/C0F13bu1Ndi7si
CswOiW7bwrgGJrkJESQvetWJHqVX870XuZG95dHQzWyDDA+42vvHaJgZuaLDZucw+nJy+4cTZc0C
UCWIDmeSV1jhYthDZFAsBAZIOJ0yvgB+/2zVxovRto+jAb6l0pPwFthkjAGBytDowAya5ugsgOFU
h6RV/BsjBAngYMJdNrXOQX0gHww94EAKJiRY/EOhJvWtl0Tc/9E3qn1WSCYytjEHRfn+teCBMYFw
grUVZ0S4UPiumwS/UDZjdjKiiBecvjwirHzo0VYLoCTIkkVCMsh+sOSwFpUe7WoMdVddLBlA+hI8
rCc/0pIZWI2TcK82TbPqtcR+9rSODAriqLeJwYwE7b2+tgEiuEyYxXMN5QyjNpIzjDKTcT+NNt7k
VkaYXnytu00BCbHc1exSk5gBeiX5LCb2xiBC1VirZgX8VAmvpxyVcWp08ZZ5yXRdoOHgf63X/oU0
ewSw+DYP49xMRYjvu3zsvLu6SeTGN2qCEFW4XAkGcixEbfGYlbSx2rS0sQ3p2lpBD0dWIrbHZa40
FaTkzrnGKs4SHkvnza6wD9iVornA05wboLb2Sqo9GuGh4UVNKJ4gKAe4U4tHkSnNDxPLIIaqmOxV
w5tSA5/kxD4v4hbCgOzVo1aW3r3X+jBB2nLYxJnmub6TjSvTZ9TmZBMbsmeTUWIoabuZmtG/V+GN
3MqArx/yXjgC9tC5hd95K86Xxb2cLZWgve1Vo7DvAE9iTDjo0Rrxrb0JbTVyo7LDn+vQ8I5a+87M
ashQHjVl0Nt9TsJR+aHj+oGMmfRoCnDEJ5r5oUpmYmVGiVvDyWOfZW0tki7Of0JMNYgpRt2GVlSu
w2giQ2mcqmu16VDbRg6/FS1znh6iUGvuS2f8YdZqTeHTvo8DzLJx0KvLrhKqG6va+2DMD22g4WYW
Artbb5PaAnwC1MYYbIeB0Q8TKnwDNjt6UQbaVcCEZkHWNEi6hkzbojIYGeBrXctRG+68YSThLuBl
DJLkoUfx7dLm/rRFZOFxH8I9yNjrNtVcgb41Xb8VanCvIq4FP8zBHSfGuOlLIm56cBELdejbDRrk
cDtEY8x8x9TWZeUPK6lPCfJ4L1lZknVq1j4AGZsa+DAaGmeKKGn2YZiUt+SdRttyMMmNVev+Ep50
84MbP27IZcWK1oOHX0XWryN0WXMLhuRAOFCEQzn27rGC40zHXrghMQ9LqW8DjKX60NDSB9VBRFr7
1OQ27FU0Ia5DhvslKm5/bUxUTXphNjcQrTggqKDgX+uIwwjR4WN/LGBMVNSpXflCDM7FMBivaLMK
PKZ2kGGNMsom1F2vYPwzl3CAjnHHzusx7gAI1KRZp5nRrUqz6RaG2jnpImw8TVsJ3tKRNx5y0aXZ
81XuTGktiNOudkaD21PAHAEwxQQ5nEw8xZk0V45d5Nt4Cs2FoSkvSd1gpavKfGcXZvkUlxpHGyKg
wRZXktg4HYkqMa0BxbVHhni1TIh739FFGFddGgU3WkHuDmSjyroLQgfabiXvuh77hh8wE2Ort2/M
EN8JQXVAdaoSRxMob6t5QWmJVpMpiL0vKPx2eqeE6xL4wy4iRXWpUFETg1wXJK/07wBDjOUY1MjY
6xj6loQMSrsLOE1KyaOasYM1tdB3UWE9EUHL62JXPoizCmMsO9oiC7yXxGvIfIylgOQqIjfu570Q
I+iiMKOAU5NN2Cl58JdlPfIPQ8/K7lMwUpHrQIejqLcV/lItoYQBKsKWaUTjJZQWoow0kuYvba24
icvkpYXhu+1NTJSLVsceqSROBewAQI41qJUbAA1Yoc9M10TY8HkAg4uTkaWJ/zV4pAqgpQQ19N0M
/OHNUr3uZmSKv+UfILhcaYIroImIBv3J0KAxW53HzkDAbZNiMRWZre+saLC2Ygr0heKB5qLi6HYi
bK3r2Kt427OZhNiRTwB9i2Tgqh5h5Niec01HC9CZUb/4lvWhJLQiBQeQ/UAG2ZMjbGVTjUr+wxm9
OUYcpjrCqWIZNGAqlDRo8C56CgNRHccnO8PSUEpli/GMrhhjwIUKHd4tPb+6MHscAapu68Sf8ZmS
o0J10OsGJ6liVDay70mcMuGv3aj1YC/A6oiV5pXq0vDJeUlj0IRkiNEA061pSbNH4CTSPxwf1keR
w/LWMl8uMil9N5QGjJLA0yiuiEaqHVxaRH7DEFT1YZ1yriiqdq2U5UGZ0uGuIdJ8UYZNt60MpivS
KPyLqjYwzaeGDawvbK/j1Gg36BDbVwDm9sEcIuUKVxIs1d6o1yn4/eeAreYAXiB2oyEG5MqqEjeU
thAz8gBWHSnUd9DZProeSn/QdM6Ckdl0IYK7NlkTZBctOQDxRESsvVDCduwxlD+FYjTLvq0ZIjeF
tQpQprvCF8ZCawoOfhhdYzcMgpjfZzvPZEpjLTdgI/ycPOsHnqL+wRdZvmsMBUi/mo55uGPmAVHI
KDUo8nbQmJ9BbAy7uBrYhoYoWSUqI+ii8BBUaDhUSc2o86u6Ee8mMd570HjDIpk6gUwNPxuvVwhr
oOP1nwhWgA9hvmam1Wz1JKeBYkmNArDCIJ7rjCCziJYJzuJHRx2fCEmfD5gjgD4SqVeOkigbqyWl
Lk4HEHcZNStCLeBFcZ4vKxIE1ib+7oVVNTWIg+lIF6NDZ4iWhFm0ea13+M1Ci0lgVMLyD1M12IbS
87d2mVW3gbCtO34UIeEWqzO0kRXV/SsUMdxqEpu1Si21oMkL3KPp2lUfp/KpDYtwNTaJ/toEQlw5
USzCRUkI1efUJISHsZUeOokoJ2lqKD+q94R1CvlEoJAjJwDGNBJMWpZUYls7ne9il/05VXG3AlKD
G9vW2T5RxK4jx/LwgxU/B1BeD7SeIM8QCQagtAKwJnnE4zjK24zY6SnqSVBUVHBKup3jKkcxSlOS
18lsP3qS1paFFhfboK0k+w9PTw3IXclHo741ukw5VEZuHWAdB1eWTKZ1GtvxaoJQTEO34Gdo87lf
eXFyPb+OrYGCtckqmn6S5oXv8XYab3xcPog2gVOFSmIpR0zvjTJgt+oNxzVnLZEfhhYf0Jn4btrt
dYgD8cLK+OJl8D/4+8yAXAtRrnzV+cFkuVwrbcZrqRj1j6mjPYmomDKr7tdC5ukVxWFHoBSMK73y
ggXHxhz+oFFtvLSNZ7wIZ4OpMOOXCRP5Oss6yo3RSFccaAgTUEcs6UWTRNsmB4buW+ITVAfyu2Ka
lkVpwJ6T9mdRqCVs5CTes+Ual4iLMlc2PYop39er2zJtB07wSYN/jbzDhY4VZW3juiWRzKvXBZ6+
hR6lP1H2Bry21XswQIgBUaDpezNj9beT9jbb8heBWtCmA/ZMVU0uw0fskTeT14Z2TVJduQJzTU9O
drrbNjMANLIvrAlor46Udu/YbAr0tVrSiWIbvgRgCsbj3UJXAuUxgb1+7HQtOFa1nl06sW09YxKk
P8W5dMHNLQiEBFQA8sXYSqseXRyj+qohxG8lTRiMqogaV/FbAcIqr9OXpjG9AwDBahsQ57f1tDq4
AatYuxnBfpuBx7Jso14c9I5H45u+WADFMlZ5DwMr9aKJFGVHHAT4glU1aDgrdTDtjqPlm18ZH5Vf
r6ds+qEErUVDthjMXdPLYI04FU4UVdtaqyEs1IXSbxnTgcCyAx5H0pMoEkpz1w9yaxfhfYlZGBFd
3a4S2XAuU4Nox9y8vHJAlu8FrdvDBKyUL0ulyc8usYoX026evSIJDhrgrk1cQzEawujdr4eeP5+G
sJzmaD6vIVB5CGsPBow5uExFaVSVHAukFavXwOF5vw1oBaPvqKs015stL6e+JoREYoETxV6phuxO
eJH1PEz2Tw64rBeV/QYPZbPOLdBNg5LZO2mUOXtJmd3Xil27JDeBI8nIJ9JiJXzphNVcELkJnDdU
ulXQkhWvTCRLRkWCGy9ViocpbIhDoC8B4N1sPO+Oh0F0e5sUDjGX0BUsrQCYbKIN1GrTeBkno9sb
bBhgBgcBr7lS+wc+dXJu7oodagz1OihoTQjL67ZjZ83kxRggTIqlM5IQXNKCc4BBL/4dq1LggCcr
07fAh56StUn6Sd8VwZhdsSGP7WBe2oQf3QbkzxzVVAI4lGjpIygkrpHVKTUI9n2scHAbJAv7uhqU
xPWtIad50VRL2xsHStKmMy5bk1bcJGAPkgT6jCkU1cBQfuA07LfE7wBJGXqyrQcVxfWauQX0nr7I
1rqmB5eiynv4mtaEYgsaeoXt5skc5TPDNZVyrXg14qCGKFBy+gdB0+xkiRBUIZlVeF77rqeO5tPK
HTmGRE3R7G0HllSGlwQvVVM9i1QAtqnS2u0wIovseWbv9fWdyCVfhiYzPm32/Asr7V9QdBZ7InYW
WR0vaAD+H47Oa7lRJArDT0QVsYFbAULRkpztG8rjQM7QhKffT3u3tTXjkSXRfc4flY+0RJQ8x7Tu
AB4M3txJFksaXAJijDl+mX4/MptwK73E2jsOdvYktbqDJCBnmuhFextlVbKbGk1nXEcrQm9KeegF
BCxPnJUgjhxFvdH10T02rtZ8WGvTRYSj9/p2MdOX0U3YUIzpI2nuId0m75/HBWA+OeAFxB6PRepj
2lhlWJalOWyN0qDxPIsem2SazgnlnFkAGN32LylK63GbDd3wYujm6Kl96hKI1FNQ0CaGeiB11NnP
ZLa+RZ3a+zy1MJSij/bxAmKsu8lrBJftVU5MTwlVcGGEXX7HehPtcZJovpXFVBPXlPasI32TStwX
YTZOwHeurO9JtZbfOs2/Uq3+5XWpeYSG4ka3bOC1o2SX7IIiGq+FQ2zk6BBTTb1Kxs6U6EFLahPY
bv5v1DgVZVMW9xpi6BR1tKO3Vl1qRunZbXc0UARu9gl4Vkenqhpt40zs9L1EVQ5pGnZQxA8r1lYE
UWYaIrmjv5jUHIo+O5JUSo2EfqGInzUnt7fCMIX1vf6OivgOSb52b2V2FO1We7r/Aiii/breCnE0
STwjnp+QLHMu9yuXyCZbrae2JSCijmho0YxWC4VGiO0AnUSClDsx+zYRhyKnxNKMw8FG6r7GUtks
Wf6CiwOuDt/3Nisc65E2qX+Lrh2XPH9eed5DFbEjbSQA8gXp75Sfnc1p0WgMYuTt1fSXbGWMPfbR
ltcSs6JFEiVIp14KBveyiN5XhrGzXkLyePaiJH+NOY3PmXD6T40MOd9dSBbA+qytXO9OZgZZOcib
rRrrwdHTT8foX+NGJca9IG9h0CQ4mK0Q0D7XHR9wlXqu2XDC1EQvbEwi5i5jo05HsyZoDVx42tSp
QpmmAhpdpaATY1XHQL9DR/8yqylJSnAkBqGbhiSunkSEaVNU1PwUGrA+iFEBvcEhTBc9WQ0TEVGy
0SXNBWO6JV8LDXNf0puyVAmBqwA2lINwqZn2+NzPkCltmthHahg+OM710Ibv8AzqAS5W6WR+hHjG
q9AoCx58nNEbFXkGukAwoI1p8Dwr5H2CA3H3bIpS9r+lza5k5E4d1D2zGuEDdERN8e9sz0lAU9Za
BZAc7y0HkAe9QiJVNH/hJso2BkgRVIzKSEKY81ZXTDbDtJnVH03p+2MzEAeR0Y6zicFyNp2k2BYg
amIubeqbsdTDY5YmyMElGS+Ptl5WjMZr03pLNX0anFN+QUq4R7bRF03i8LG6aBfg2tEkLDszv/TY
0c6wNvXZ4izhhVj/ajbiYxaLhUxYi3RnCzQDsC3B6KLB2JZRzoJefKhx3O6wQ7kHgOd/QzJO/NgM
dDCr2rttvo8Wvxjk8NS6KohtlHfklJE7mRaUJFt2nFBOE4+Xquy+SmfVA7N10SZmXNXMccUmJ39W
ErVrdwsUzPhmltihyM0sz8rYlc2x1PPyrMIj2UjPh5lkXpltc8kHpODVD6pYLR+MudAvDUg+YXwV
s6I6Di8TjiTfyJSZjPnm3vKgv9aEemBix90+WlZ2WG03Pwj1Pm53fBZwqqzQetxu2zhP/M4dhm0n
7W4HXUPLVVslW2YOciRqV+foq9SNC7juR5n1rlXFK6V5Dk91nwRrGuk72resnTvrzG/RMDtbiMrl
URpIwAZ7MvbER8zB1PflqZ47gjp7Z8Vqhj+XhHbeEyN2KTETfBVNMZ+V1XWOdszfoAb4s+7JSpxz
DTZA1WlV7zsqXOgm99h7OTQBmW6J1iWdr0aiI+lTzeNzRyw6zIytb6DZ5bbooyuniUl7VaQdhFbk
OzmY6e6e1styQ4eilrksCLSFBPlM6DRi+cabFoAswqDQeVoIEJDyd7CPNHcQpKdAdyDknwFzt0MM
NK5iFvvUGYVgNeLcm7W2P86YXo6qlepfOd1UG4LVAWQ6cshITa13jimLm8ZEFsbZeMupSg0z0dJH
YRbaecjuOm7TkH4iivWIoto8CGE1e1PB/FA7EdViXdp9JmnaBDFlOp7J7Em5e6lzo3D0U06RU1mj
yidDQsQQoNIf6SLoiNod+sCqVo6PREPprVkUsgEIdht3odbJzdd157qxCKQ0k3AqJqjl9W1tZbej
OaQObGmOj5zPCzQR1tEMT+/O0KL01OhdcyQghQRIQ7Y3IEUHNmsZGetWWNg2zi59Nz2ZjJo7ZTZA
wwbFpOjvzkqb6pfldv15MXFbVPYg9v2iL0+NHIGZmCk8mzmmIscMG2F56RLhBIo7/aQEdbzHU0X9
+3KPcxA5J0EzxT+lXMQ2d9KIfXnKIbNV/oK8xxdWk3ljhYi/BsuoQqrm6EK6RyyZcZt5eWbLB+TE
RPCrrcoVFrXIumL3QNuUe+AW1vdxnjWoK0pyaZqcygJu4rXPlxBQtfOZ6lsKnJvpXGllvrMdZ7xP
hopHfw/D8agsO01pKvQMgol4qYm9nkBRRWa9FM3ohvA73aER/b3jrVXZdyW+DDGQ7hm5JKjUkaek
0/zQzHFNOvc9HtxwawqE3D8qJr87thB46W8LucVeOErxNhlmfpPLMnlqF48BJkDzQu2rGeQSSle3
4uqQubl1ICIuDbMyf8lMu2D11NRjb+kzb8BA9kqVE6ICXQPXhMxNTKjsoK6WvW5F8VseLz/V0H7g
skk8jUvfK+s+3UKdqltbZXwyFWpU7sUCaFxs9RJHqJhdO++3tbXqGwpqdD/l7DlXRZ9s8mWBGBfz
i6yLPlTcpCCEGSJgElFJUramvJKZu0ec+bDUWrqFC3ig59LZrtL6lPqQ+NbC5epofMUJqUtOLp9q
yGamPbhkD96Qs+aeOYPH2S7Z6NFYOD/MaBpJpHYNWZQTGaQ43X7pSZcxFuuzY57bITlFRuJGJECP
s7Gp2Ia3CT2lPArGp5PB7qGAbQmcvW9jrfq+mlN6cqtoPLDGYHKABE+5aJUJURp4QIoM39PMiq9L
kxk3ytvys9YQ/bkmeIbWJGkDwlNob6w77aLfCQO3Yh80EcxtLEHnIS7x8iZi4ZDXML1NYKRbvmSJ
D9JFeJHWW7s1cqHdhWL+RRin7w8Cf58tw4vcjDhwW/mxhGqThNl8uDORLsk0juecw3qXKfw6sQHm
0/TmKwKC5O5TWncrfbaeWMubM63Dm+Cl+eBRfOKqHh0V+hj9fEg+0O+Q1Gxaz7pMbV+Lk+nZqW2b
34KMYSsHTiJ9adg3g71ue7J6nEG+1hFMYjbR2qR1Y7qRCC992I7IczpZBm6iDXt9LIbrqEZD2Odp
9UzomOFTeqN7WmxRgEjSX+VF7SQ+LV3td9JZjPeY2JEXpXFi0jlr2g0hSxwsYgUoHvIgr2edCpwE
eHBpmYJIFiY4vhHjrTOq9VFKiecI+Il6hHGTIHs8G6Ltvygtq04gUSbcvh09E5LEs9tOJF3GFVBs
SiIOXSUDC2enfue9w5aDm+rfOkTte6E5625OMntrJAaAIrxjrZhejd9aJ3+FGf13qKe3RImfaQaj
SuMuzJkLEEDCehxkaWJ6dWL+BTIV66DtoQ9ZiUb/Hlh2sbKp+6cOrXzVVLadjA2X5O5lDFhOcrBa
LtbeUdQHFsSYMP/R9sZ8Is+WPBPftUctiF1UB3NUxSR0Cf1ZG41f1XIzJP90Ds+6kXma1kY3FyfU
prdq7ZYxj20GAXVB2wNdOzqDDnpUUpghKnaa0cDiKzK7GNEkPcoBSckou2zcSPLY39E/6dtU2i9O
L/RHw2z0HdsWshyRt5zwDVeLY0WnKGvX7TKVGdUu0VNK0OgRtrB8GSz0FNXiFCdNHJBDdQSpKtkb
5R2219Q2TaM1G4/pICWDmlAfjfwT9SwIzi0aLkwAXsfTqoI3p8QR5VD+02tWbjV0RFCI57b6llr2
EK0L+cVXarFJS1D1I8gM9cyMKvEPUfHclaC9Bdlzd0bfOY/LC+LGrSW6nSmead5V0uesg9uznhrt
aFkAkJc4OTjzhVY7nq9Lm0bYan9bE2lAy3h3ou4ionfELSsWH5OaoneTliZD4U3ercVOlD+ufWPh
2qQqO0N/AoHUVpYg9TiAeVZjkHbcLUQb8Zl9VfatVl8MtqnqkqRhbwPrWfulpsun+C2nXQH61Cue
3kNQ1acFOCnda/P1TjqP0IuFHLwMxVfODdcNf2RnMSr89opPtnc3nubyZ8QdqUcPa/ytlR2dVbTf
uPm1SrptXD/H5rvSnrQm21sw1sK82a275fI71dFdXFMHDe8/0c4+TaFHddzO/c8CcmHl6BvZqNTp
dQGS6uNgkkgMWIlIequAtItpp2UHczk6CUSrWdBZv1OLW9U8VzxAHSv22RlA+En2lEPhNwaN5o7n
DI5fy5/7ZyeSP9ZLKkHxPK+0ZQSWc6m7N5VjM27yQ66Hk3akwmdfFmScsj5zPozqd5ZQBIk8VSNw
eSH4bnqKYkxNI8m+8w/n0KYkQXEEhDObQzdx/RCRn5M3oFavtdgLMAi6LTdpNG1a45AgNOJ7w3Xi
86rzZNtqV4WCW/Mjrq+Fth+Sn3sGPLYjb7J4A8+KTgvU2S3v7NcH6Mpk31widHqLrvZvU3te5lfM
URv4jd48R07YQGMhfFfQ4gxhhnymtIJB+yngUUsuV1LJ01WhduxcRw+pSeEVUq387HCdCwqnzF5t
tzWLLhH5SL/KWungbaX5kkir2gPrfum5nj8QjhnYK2tVfp4ocHZozmMGG7oZJZR5dSzFKw3qlAs6
dTl6iD4Xp0hvjwnpkVqxK+xqM9GYRhwbbQtU75A7hGoXVqnMfXs+G3RDmRx87otsOX9deLUCBDXa
mPKFiHEfZthrGQqzPExhkyf8ZihZd0ucYnB8miHayrOgBmdmtbf694zAb0Jt4Hcd45wTpuTmRJkN
F2t+Ud3HNgoz9Jdr8wcwGSrdq7o+6u5L3IVr8TfREgFzVZNmiCF9p8oMMVp4rx/RLSLml4+0fUmp
YJTqLornvZhULycfqq3x0rqE6YPWMzNAHewXlDcm6jeXeoGueuq1195gylR2jLj7Wr93XtDvkf6a
lBUUsCo1rwmEYdPIalOKf7Pg48tOK5/WmO6bGDBniTyrKkCSlCvCIp+cx9kiv8P9oUWPS/hqix+0
f16MOvZu0tZA2lc9HAnJyjh0F5j4/V0EadJWl5zdRWMw4VjkO8C25CtFFaS98ipRn5G/u3GiW25d
qWXZ5canjtx9qcgPRtYQN5+1jJFnPZMoeL8Q5/vubxp+oaAEaDYupTFZwWBaamhUnmmPVVkRaZqo
lrNJ6aOBaWKO3iwXWUYSHSJSke1oM6Q/tkLniREo2bGl68uxMN/Jq0Ywn+xgwmGKmFw5/Vuf3vZj
R+3VQmdhYvmx8VrVNJTzjszsPQgCakFs0ha2kw/sWcQ9eMcD6cImpt7Y+Rz0uwp1fsiXwS+V6F8v
Gx9QmVaps1j2Svk2Tt+WulvKUGN2ykm0dL9q64pF2EsJA84NYkfFoWNBrKywosxpolor1/AF37hd
UwIGLa+YFG+2v1fO3Kn97vJn2zqxZWys5iMeP5CTBRaqARQMKC4f1gxx+25Szs68w3M+ODwP15Ei
rfJdqT/Aq/zGZLm1v5T+Kb63qKXbsgz17LWX33bVhAsKW8QGyNuIKGUBQl5YKeOB1G+ObJI9yi8z
vto9IaL1HmIGn/9T37wtzrGkh+F/HzNNPGyB/GBEjPJfY13v9YausrPEYzH/wXrU/Q/y2h1h4yzO
5UbVf8qFLkc3XNpT1nKFcooPZFnbqBSNLFzL59FBFrtehHXldtsyVnukHkR/LVjJH0nEtAL/DmTn
xK+ZvKnLe4k2RBuOCqNWbLsD/Vtmjjwj5UQSRChnKJgC2qmGQ0HLUsinPxAqWlPMbojk2BrFdcI3
xQefbJliPDHd5IRwcAQdLB80F+wxw6X2mk60dVrf9vzbIzvJCAS3ZjKcVwo5+Ej4MnhL9qtAODiU
MA1Iq6fE9BGQLpYSAitSJfKGrCwQ0fpAPVC4zuISUZsNoR1oOe515E6FGD8Wzdj28b503mEK2KiL
bWm9JdGveBgIdlHLXf/l7NvhIhr+x5GVeSPLcICKW2W8n5K9oP+gIYk5WU93MY9cXgxO1bzkzLgf
EOZPyT1FRTjRXVe7xDVGN1z96NCx0eR8yB8cYi71gOTiVXnhCwqWOVscDV/O+hFbT/14ytxf+hEK
eYjnEz2DGzGc708aVDQP0d5l7tYf0uYx0mHiLTugJY2f9lsXwcKsB0gy9f9coDDoE66ezuvuEdbp
V5afG0QHBCKsIhidN8V60PXLou27no1W3ZmzvZVcG4Zz0BSYiH5rZg8CdmRab2hTkaU/LN3jMn3Z
Gt+YjyL9VBJa4B309JT6NMp5bH1o/4AATU+VH5N9XOsrwZI1jGCTnKaUVswvQB+lmndEjpbts2qg
vPxS7aMwH6PphZahOt6v1rZLjiWxYWuIi90zywcXSLaeLkV2NRHapsNnkQ58CY6W8yKtcOYWS2Ms
LC+W/hxn11Ge1JgKeWRSw3smDoRFjKvDvBKkWFf5hpKe+ujqNJGSFbQV0uJ5fF+1izsG7HO+NXxz
H0FyE1souOV+Z5FvjerkUF9sFTQkqEXQkZPKum8OtyQn21Mn9jczN5q6FS3mGXRREZezei8PO5f0
ZcX1frQfM3U6Sf0zHqOw0F1AahrGugf2Gk/YHdtPtZFwF7MaYjekVrEJGNYZm0Gt2QMUoVKUzHKS
PFBEsrG5gJ3qES80AtQX+rE57bLDTMp90X+niKbLigT2al9qv4m0N63+lnEA6GqGMzTzQKNLxvgZ
GjGefscl8ZV0wdy7XLK+JB8E+FbjmuPX1/pXIu76ZtqP7hU/BSNBvF3pVFuYOGY7sAmAbcSTLopt
OvWPY0za/2pyysR+F33MFpr96SVqzkVkeUpLUReI1Wr9yb701wSrzFeUkF2CrDPjPKjBLjvFT9VL
71rX1c1PQxNvJ5MbKy43kYJOmjd9oiXY1REoCk68UX9pC77NdUEQffxtGnBV2W8rK1gIFPvoaLgR
KYcfDxK7G5w2Zy4Z/SDNFT+yQtQSUdBrgyFl3ZOU71SyieFCoj2qC07saNtVPwbMOtGpcJ1/tROI
0Qy1KCJEOWMfb/cUNG+l9tO23SZyKRC8J/iMZbdvwD5VvDkbpJW9q7wr2byvq3GPxuSO8Md/XUS3
9E5D3aY46WaZuciS50UnRrfuAvC/04AxObRXCzX9X+PQu9m9DsJ41fP2a1XFpqCN2jR+2vIvseyj
RcVFTChHWbxPXcqejt4N/g+SeZXU/V0bhYs3eU3dl0TXgrFD17v+mxGERM/V8ue2NIVhttE+RhJi
R15xsjPX/b1me2FXLMRnTANr52erupO2PI3ieWq3ImVWIZgmUzYaXDAbj9r90D05tl+WcWvru2cM
lubY1ttCu4w2ecB7y9bopPAxYQTIJryBGVFUaThSoDmh6tPV29AdR/PYwYeL5Kc0LG8GOx6UvQ5H
2oDnZtqLbZ+looWoPjcquxTZE2Ql88ljVkES4KX3jQz8ZnydDdouRupUi9vs/FAL9m+lGMMsTRJk
H2rjGcXqJq1n4J9fzngzeuiUo2bvyywccwo+eW3w5db66Fp/I23MwP9Fty2Tt8mOCB3lNMKFdFD4
FkEV0Fdygnk2rN8qbpCJPsOTpOjc0JcR4ZIVf+p8VttnC6FqddIyvpw4CGP1QTTovXbdvfXEOTY9
u491kuWfIYQf007SAVulz2KEZ6IYommvkXjJJ8uTy8PQRvD8jGVvGpKvhcQQG4SdpY8vQB+dbcKV
6+qplK9K++R0j9MSyu5Gh6QHCAx4frAK/kBz7foPnQ3GdI99qu5rMI18YQLCgVgWr7TpXub0oVGO
eAXpT38s7GMp3jNi3ddl8GxBVyttWwm5xFTerRqMPL48A4y1RDyZMNep2Z9EfNqMu7g5Z5RcpjVr
Lrd3Vf249GPQbh6mWkgFoqHT5U4gdbz4bUYRY9zsxvRV1vRnqR209Xc6fbkDvyFyA8V4r/R/bSfD
xFh8Q91T9YCYi+/x6oy3UaEmmMBWUaPUIF176KogQVew0gEkWuwXJu1W+fTPRNG3qDnZS+MJU9cB
0CHa4PF7pSvEWzmpEVXnh8gF4lecB5yE3ppXp6JeYMqxP4L60OKSLoEu+0NPqBfvh92x9OT3tqzu
ahADM2rKX2S2QRnh+W9NL4/VP6dDi6TPAdHYH26MdwhItqL7XZZViKLiYA/LbqBYRr0LmigCQx8/
EMye6yoK6fVbi/RLR8oRceCsYG5o9ANN6fcKEOm3lblrFx52e5n2Th2/j3P9bprKzl1l4Aj1VNdU
pTarByi2EUtxBdYMDDkfgPo/LAZE4crDZGQ3Sg79aVq2aUOzuG7XRD4JUvXU/eAopzKPj4mhbCt4
/w2kxm+niO1Yzo/xokLhw1RNurda/b7nqUldh0vc+EDywixBRQ23cbdJc8Ujx+cpMQxf69RzZbSf
c+6IQK/JEnAL96Bx4SL29tTR2LSKEawkmnvkQOPu+1vK29A/CVMyIiNO1t37Nle8wwtdpzTfajN2
AXs5rGu8QwZ3LVwIIsMNq06DoqTzRuvPVQmvV0HPj91ujqKrnkrSWMhiG9f+YVzLIy0Lfg6dF6mU
KIEx03F8dDigN/EaXZESnmcifqrYetObYSO5NIdcx+iHIEePj7iTqDfJXjQCs2Z9fenXPnD5Myqy
yHGJPXfOaMYtNy2Vi+uyosyhYCd2UVasoWJpp74ud0bPc4qWckqE1zl2AGf50SrOLq+nc6fNXm1N
Lz0VdtCZ9C0v9zBNVduJbn4ElHyb5Hgw88inCI0GSFp9SU5h7bnvtVPNbNeDztPn4yw1El7zoo4/
Y2SRqqLsUu6TRLUCC66Z0jqwInWLnP2mWFzBgqd3WNZjUjC951jgBqFdDVUG4v8CJsL8zN5HVuYl
Sbdr+4HCqSEc1ZnCIYS2UHv00e5tvfYF7j8jvz8/vHYuZvTMvy6NdZNmH3pt9clwehA1E5vUpycJ
iDTYzTZWwORUkJ/Zmv0CLB5o6ldd3MeULCPPknSdM8P9djWft4OYyOKKQlvb6qjNDEZIapcp4DYp
7yU+FlkNqo9pyPb5VPhuV+xVtcLcmYXtXH1AJxeUlicxv42y7ToYmbvYUK9I2qdsx7enmYzAaAtf
bAYjfvwki0m6r6k7i7gNBHupLtJj7kw0CcVhJGdqyl0FOVEbFHNzrGPOcmd9MZG8yoGBuCW1n1I6
WDB5ryR2QQNVtTuiLNrnCwG6OPkiN2EhoYu+XvdohkbWOjpzhfFE7R3yqflCx1OxyfAglF381vLl
pSKBTJzxVhk2AX5m2WwVLXsyhtdcsuX1mOU1gTGQt5Mjo22erCH/yBaBCJBKeavazWVMVQST1dgw
1uEHRflYoTYr/RluKdKKUwcp1gwcyUw/fD0y7o92bC4Lcsk+4aHQKs9B/4ByFTc3EvCVUz5KaSnj
SWhaBgwWHKtLDlU0bLKo8asaUht7A5VyaCFJra+5iAg9Q28NRN8ESefsdABWghyDTM5BPtgbPTdC
GiJ83aoeGDMPmHzZtBiKB8WLSdRydEztncAvhNHSxgOZVuBhJkWg0ASoDLLaswpMWUN7cDO5qe87
W0Jtcan1O5OptxvLP+ojqJcz1ndtgnWTy1myGa7Aso2N3NkhvxeJsTOQ311xYgr8Q9WYg+zpmPxI
kz/rroPAtgVdqY89C2FfF56mTFtOhr2Bnm7pO19HlOdOxWszZodxzlQPoexlTSLK2MzysbbQJyKf
YDPEvZaZ1XuPI419DbrFQAybaeq5lUDmDi+UThb+yABLy0h278FOQqxZwZRBAK98igCjeJT8KJo9
Qsm2RmRvRuEgI6BEsRDYyOjnndCE2wDzeWOAmWBH5fNcEDelUzZtkHjx4dx719coaAjuKtap9IRi
gWtkpU/9R9h0Ktcu7qHE8dFqefF839dbz6iqk+pgMtY4Weq+Qqak08EtfgysJd6Sm15iwvyrDpJp
rlKVSr9C4OLv+9+aQbzh9SrrxAfaHGfRBdGqBgbwXqMZZw0CoMWzsYkleaJxpx8rc302MmOHrDuk
c+WJpM8b5PC54c2RswhHJZjdGkw0m3YJXdLxIEIcUz5esgB+7qYOjKrQkQ7uQOI5bnapfDQT4lAH
AlBTVxYObBgigUB2fdpyPZMZLhmVR9dgfZuq/cDETnklxZHWTKQrdfN9h9NZt0N3/ne31siGXw33
Q484l6ZvWfqDwOzA/9XIXUgHRmEzXhG9m98L8V0o7b/47nHAYh02kR0P9vBeoHE0iuwyAdANcwI3
XGHyio9p14Z4+SF6Bk/M+cU06702YomrZaiL7BHrN3goJC38/V4V+l4z3b9WpHTz5phvkuqpJnX0
zrQbqgsmw0Mxu8N+hDUvI/Naa4OPe55X2Ze0i6IzNDiQLPt9UQDih95+YPb4mBARepHS3opxniGH
+IGVDr3kvuVNdFpHLGrTgJ4yiZ/daj4PxYh7ENW/1RB9Oy5395GsQyBmaI0UqyAds2kGxcDlYGJO
RHF9J1QUYgRwOc5TTeXr8qFn1Fg7EjUP2QtM2yomhbQYGaEH9UDTB1RA1JDGYCHk7uBZg2SYKQND
shaxpOruuruLNhe7P9MpHRJrdLTHZdxBtP04s7G10uw0gzLiPAmaWLypsdyOUWc+TFMNfOiQblG7
7DSOb0MtR4LKH0lWpt06fnxfHcuFXR5fqso6Ibr+oS0iNnDtZDTpX204v66znjuyPxvq7EyzZy6s
DlOXB1SCerOeHKy42N1lMMy8/uIgRbuDQGBKAiBG0zswk3ndGFZMwygAfK1wYzsAuQCU8f0yVHQd
Xzwqs25BdUQrdpsnjHL06WWCCI2yjQO0DdtZp6K7oTES9n4rC+jXHi95NXf13kxMTydMoZ0thm4T
eIW0hNUAEx9kaBcV6soRrXlWmWUwkg3zqCxY8zOsdA91I8gZJayZNUm9uTygTVF2FNY6d5pI6jfN
qRtnS0npEJZpgqWTWt7vrHf+qZ3qPqhWCwehEU72uhrQWLp16vvM7l5q5B9vpOgU4YR1y5+sEU20
QCZkkHe6i2xqaDZtndNtbxSXWqD/QkBEDm0YJXF1MkdCArEwKGw71vsozfZIacz3mvdjiL8wxS9e
CTqSupxSwiS6EH6NxzNeE77TRqKjxAPI0wmqUJ3Xpun0d22JnatuLmXujXOnhyaYtqc41KVqFYhD
LqPsIHXr0LiEYZgdXupVn7T/qy13GFzKc0sWSNivUJQ6/ssdfOwQtLmNdKlHrTcLbMUDfkg0RBU2
eCvvz6X+Sxo/+tqMehjDsfUv+kKRa0nE8HEzwPVlcXToU5b6Mh9n/KiuDvWEkfoRSVqyp/EX2ZIe
pS1obJs91yUwncATnvipC3RMdwGxLjoWnVtGAIdDekk8Xacmtb9FaRFSsowgng4Vs7mk6FizzIgS
ol5BgD0tT3D/2zimJ9NebMIdelqKBkpKAKTkVH472rpuySYvfbUguANH0tc4K1OMOqoH15HEDGCf
9LPCQvTONNVzci7JzV6H+i9fB9bbtK5YQE1duKivbSJGsAvry3OOWiKYRvWpnKefRu2yQ2Vp59Iq
otB0JBw5mSNvRNxw1Q4OHmOLbJWrmzZ2aGmDu127SXuHf3afkSXPryS/EGlPjQXPwyKPXd/JbUyn
0VF1xfgy9DossFuue1ZIvDwIs258TcxrRf5AUKt6+6MikgzbdZa7CtaUrESR8phkEcxOFxtM55Oh
/NiiKvZajhF3TFkpsBL8/42vSKLgRMuzFs9yq/LvNdN3rpKC4s5EFxuL8ZQ6rR5aExISxpYmVw7I
VVRw6R6s2opLzicNPBgosHjFO3sXfK6VtXXTMj0hjNF9mnvGQ4MZlVGsGua91Et0H2IcX+QscWO4
DvCf6tYvtBEymUqF4znHzqJuiszsQjPD8456sTfRhFhDWN8ZnmZy7X9u2hXB3fRFCoBsMSPmBKKK
nomsaKwZDCNmmE4Tx9MoSwWr5eSpiLJ64p/gZNIhv2u1HB/0UY05O+c7DS1inHVgCmEv018SqVM0
zROIUJW7GBRaqK+kLfmvtaEAsqh5NZrRO4TC0nZalAu3bU/Gw5KgtHVAQrNsXC4K9WYp2PlhTKdL
qlEuZ6aEcGc2Q4XtNrumzr+NaH0u8xnvylmm4uokJMPhxiSIw50XtH5oa3ZxV3OK681TxghFWVHC
KUqL+nSxIqu65bPhcBdRmcAyakZ7qk7vaRKa9aLMI4AmBaRbK+KdziMXP0gvlutgl/R2/UfSeS3X
rWNB9ItYRRBgej05KVrRLyxZlpkzAYavn8U7L1NTU7c8vhIJbvTuXl2bAKMu6sJucmgaDrm9akbf
j3wWNRlLx5zHV+ABiTnwV+/Oab+0vPlIrwyDut6VlH9RK1vEf2UY/2Y0We7EVNUfBZqQml/jokHr
jjYJOI0InAHp8nhL2pSzrYyif53dFs+2DqKfYfZEzD48Ss9+FDxEfP5+jaPqrsrCWFhadIhBfQs5
StbzoljEfnLTbR8dZ8k0qwLCp0XXm7OrBEv9mGrxHQNP5m7tZAwFEGbt6X3fFWAMyLk2J0mIaAsg
F3V1jmeWI1lrd4RvUVmzycHtiGZF416cHPi1xmeLknGqovgmy0zwAC6WcK8jNAd8T1wSbkX3UXYf
B0IjuzGqyPoq/MMOo9kSROxmDTRmy6PdKx8s5mWvXT6shU23Gi3JM+H+nieelsFJ9waCEm5Y7isQ
nPGQJBZO9g51q5H973EFkpRe3W/bTkXH3uoUuk/WHvTcgw1pg4hpYxQlUzfGqyEVRFbKgqmO4ATz
OZk+kOM2HKsk8ojhYvnhzbfzA75Y3iFdkiBizb3pnJTvEI24uKEpfIY8j0FzZS3Flv+1EHfYFbam
AzynhoMBLkSgisiB6KGotk06QydajYFRCF4Ft1277ZMuxrfgPcXEReJt0mCX0N0QbdC1sppiqijq
dmZp7ppx+LHh9Zpnj4EMB0KUPXajLM59p9gRkVBSiOg0p6X9BEbeCqPX2HLGfyWfcjBg0vlDm+Ff
ZKxw34wl1yum/XwbRmz+wthcjP8HFy/+grJ1GpgHjoXJFkAxX/TyvWpd54l0g/4AAkTydrXMj4Hz
exjqTO7TYhQMfgM0shjS2ZmlwXAOFhw3CnTrY7v6HzMHkcrnbrP3h7w8FDFfYVJZhJRVHz62hYOX
sRfXIp/6BzICDS7LtEW08SwSNk3xESzFd2wFzRc3V407Kc4b3n8mE9NRIrtlOUCGP8iS/A5QQcdW
tgnI0vf5Q7N4/yKdrrOtO31j8/3bzNigptZ/CD1ruouSiDQvfaTt1rdbM+yh3KkYNoPX84CQsUKm
QtifJm/dmIeWfZJ1Jr6iKaIN0YvBSs9h+UiA0r2VGnjDZgzHhB0owea3Ejvsnrw/2gENxtadk2CB
DEZqswfXZ0VMVmKb2fAKbrXnZeFTGofsqxXlh3PsIfJb7Ek8uCzxFH62A85NQBXewXXThxhlu9Vi
Gzsf0cBVAqElqhPWA1SR/lCK+dy543OrNAJhYx7laN2qLm/fosjNsD20iALayBeJ+ZotSG/+lk5v
szdWr+NAcXXll290DyR3Kon1q8sdhHv8hFgrCahTMv00N/UzwaqXIiA9pQhM8h3nON0sbfs+ZJN3
X2ZMf8qzIBmlQHVyVY+frcSg+k0Y52UhH1g+2E3x1sZrSGz2WWlVoyWoEmEwWilJ5bbVC8uBgE9G
gDqxKc3wr6jKH1tlFYIUFiHPZQ3dwqDihclibbaNtOAw2Dym0VGk1N9SAqtw89PxtBkHstOGmXTb
tlZ19FL92zElZPM+D+7mIV6LFkIMDCoD3NYliIczN6QtoC6oab10TlrWePdTE9ZiN2WlFOxZlQCo
n/X/qAcv90XOdFMseK+Lxf9OUeMOVZ1+Nk1FnGTm8tMU1rLJYLRs9ey3CAgL+44A5MW+mpPyuynt
8gtE2urnzlEm96pja+bHPh58TzUc3M7MBlJqv3kWTia42dtJu8BXy16QNLh18hnDktDTZpvWiWlP
1hi680F3uaL5M5jEmXLEkbc/EvgNuzkCqBPjFX/j/uGdu6YBLjEI3IPemAcHF8I44oRtQ3ikDPdR
xKP+Lni1870VWO/j7P0pc7a9cOOqA6xtaFG+cX+MLHS9rZzxYTS9eeNPwQDt9Xik0mQlCcBf5YrY
v7DCfbEJSO6KyPKJIznDoS1Y5TN2JyQc7DeZUFRywjyi6P4MfkzAV4LLjr83JbfnQwuP6Szdhfhv
EczlQz+jv7V+2PMPudyeJLtxyl2yuyTvn5aOcB/DnMNklrfqqYQfyMp1ttmVMjxt8kqT/ieNwQqK
3wktjeUu7QcfDaV9nb0xeLIoJzmYxJTXyNPOnsmmResELB+4IPQ3vkpCCmXD7idfuWxYT5gYjW89
apBSf2FjTbdBKXOVTt+d4ymIdkg/yJTh4J88taidVdoDdxFb33jF6m2heNbAYo0nD2PSnQm99pwG
aXAuOkpXA5URXR2HGtlMKBYdU/XQjRwtpUFgQ6qUq2hM4KgDSYKcZ2HzXA+OyMTmA6KNt8197d7X
ldN+5nbfX9ouzJ/6KYvuHGmyd9unu9YZLb0d83Q+mDln7wTS6uKzz2A61Cohf9LNF+Xa35Q1Y9yR
wcauYauXWWidDWHzk4odvXdRx7aZL5sTEgmGBcfmOA/4q0WJdC5jlXpf2m7FdnbTcecAOtjZVvaa
/9/ahUWQEAPRPfow9H5KLTS2UEQHYcTPoocPbyZyb2f2/DtAurnKiew2m/j6Av8+/7XYeOrsYppu
GLq9YUsyhb1zX74sbgoAxkOjVBY2MsvL/jSqY0xi8tr04aD++YPLO8ksvaXRfH4mwuVsJxZVG3Jm
YsMyH421vKThvDKErGY75enqWDcFh/8yJvse/z+sH+azISI51MeNOARTSD+ozWpV93MDHQENy8XX
UrrDnrcf2kfU+NfOF86/0SHe3E+ay9GQWsshZQj/mwNkepxDG8da0nIHgN1z05N4pJj5B1hZv+mS
gQ0Vg27I5JB7oNZMFR0mP1asIVrrV+Pn7i73JtIykayoI8PO8JKHXfTh6SZ5Y+IIP/paLci2ZuGd
I9N8cGfhJ/xgjP/WlSo71gRsCP6RLEYYauv3pB16Nnd5vu1Blx60Ed4/z350sTkuZEuf2wKA5KGM
2RY2YQxzExrVpW6Qci2/G8lgMoFDWCs+1NiCjajJUqA3zuk7hT4zlxKykbQ9azrqF2SdFbB69awK
cSXB7sQMzt0bAeVSWdUnwL18R33uS9Fb7yKkfgWPtbkBr+pesUT392ymJWnEGClL5NE1JNxHhrCN
v9FyqKi3iawETdTR49LEd2VpBy9t0WNzK0a0lqVzbzxpDXwL+VO0nUuYQJenpFSLc3WduB7+Tr7l
pfs6C/qb9mOB4u6k1w4T1wUkyHgsjTfia8rA2wxESv2Chtoum9Gc7NkxDL8kmqJtyJ1bnioou6S9
yxxHB0qLKQ5dyXm7d9UU3Md9NiJOC3ltFQHIuYzm04I3/pdia4oFvy8OzKRUuhBAuIl8YbGZefXO
CS1BG0II/bRIk32xNNZu8f3RR2Oysb93cyM3fuCBacptF8vtHLwPKWp87sg431VyeZOLZIkEREoi
mUYx3s8ZS1ITNflpEOIrT/hQzc3M9qFv54XlZ9Z0H0ueaoz1To19oJwSikMbDcPJF/IxEJ1BeHfU
fUKV8FNkA2OaDDaZSbOPg+617Muk747ZGK//D+GrPxTDH0egufU9AQEH39mOpUG5HbQK9+WSF3+p
2u1ueZNFcOSiYvS2vWQX2PmeeFhUExDt7txDM2TBvuAedymbZGD7x1Kq9yomhUS49/TphE+t7Wpm
+wEmvoVmN2LYm1M4qNNSLK8geevTUo/iUUjL24ZBNjyS1K4OjbPAMOoFFZLcSreNp6I/hWH6QKtk
dlikfSQJi4Gj57RPsxT8VoVnLgJmeCyCWkBCR10nQY5ni6o9Kn1cBrh+/BqzvnnIqtL9hiIAxM1F
zi/hPC78ldn2LVNrHZOed9VjfNiR4jc7bxLl3dLMmBdkzuME0pAmawNfJgdqf6hmkRJlj6Pd4Hvx
q8zYyPH9sOSb3VklMfbButHWypjPV+KIbFcfp94uD+lUiUfegnUDhbJZJqiiUNBoKzBlCD1I/9Zt
FGwsQmhHJN1iL+w0eZ/82b6Utu5eSs0TguuixGLp0bBtWexJC2VbODiTBgYqLOQAxgmgWZZiedX9
Fkna/h1nYEHo8Zpmdyru2rhs7iszfdueF98zVZQ8V7iaw46K+tFbqlPoNePj0lTelVww4DzWkDtv
cOHMyLgiSEhWzgSc8E3HzqM2LfXPMfu5MEX8SgeKoIu6J6fTAgLG1reMeJIBKQMppgi5IucD1+EQ
97xsAtl+3akzYubx+gBzhs0zosZA3Gb5yGOtXvuEwW1MiGhUZvAAPgbhoXBVebJRsDZZOr/DdEMT
54YMmMOzETBoUNn5ymlepynnI8XYwkIIDAxx+umogCf+S7CSbYp6jE52SYzULfHhGSAfLAK434gU
qL7y8hEBPEwPbMfkUXO2rWyk+mE9tzY+8ctNxZd3X1GmQAq5Blelu9+zjTs3daP7yCPUHs1VtuuA
TeFeSf6ljK4bT0wfs8Fg3HWRPCVj8crUNGwD2/pVSAa4TTmq9l17BbYfMYqbzrsfRQ8HxATC9ne+
Q1o2mK3y3pHkQQd6RR98OPYfbVOgVCuJUa4RrLuS9KdcApbEFMm9NWQidw4lGWdwUtY5jlRPbDlh
E2QrKHq+X16A92EkSZbYWT9xfKvcKbD/cJVFVpIWbpVpkM7e4vnYJh4DXKuEdwxqLsSjFOYtzqro
Puh1d6vTyuy5IOHsG8v0F8sNcuQdDuEUbnGyWchHbZYu/ROWaX01dVdcsWbwV4ejNIKtwSpd60Hc
irxBbwkGMFIyhmXIdKCKX1DI5EkvlXhiG4THu69wpBnCCrh21t9DLDIGkWVwe3TXVv52R7u655kD
vJAkP5A0MK+lsn7wI4k9Iq0ps0vTQe56iYaK8gFtbyj5WjaWswlUxaQOUzoKSrmfSGMfTUvDVNx2
7Fr9GoHdqdotv13KxHQv4TM6znWxcdnIBP8xHk7sYENN7AKL0maCpHV0luG5QFNBIil/TVo9Fjpu
9nYdj0dgn/aXv5rK6zViyNvDCKncDpOua995xvojirE7pL2a2o1RTbfPMmEuYe6PcPKzL9LW0ZZv
L25eJyDQG7f2IQzb+ZosCpnBAC6CN2cOrXZsbl/QcX2dfIG4KQ8xFguAZ/l0q6uai8YQYmqyuArs
EtUw19u4KULPKY/p0vv7eC664YA1jQX1Ek5b6VlcIh08XEE3sc6chmtIWHa+BXMF1StSYbIe/flj
gu7/J3aXV5QrgmD96HjXpq4davSKAcY5K1QM/mze+pMzDN2P6IfkKfWC4DFKcBN31C090Jm28qmi
jnOyyDPk8myua6zr+HZJIJGsSVZz+YDf4y+bY/c+qqbkQQRkAyuEZZAm8LicpvixE7asqNiE+9ht
syaPyVuWi3prqX47JfBLjmRkifh7sQ19hLrbsQGJ6sXrfMeQfrQcEkG9QMPFP+vtlIy/Ru7sJ2Wa
8SmBlbTLOrIRlm7T7cipvM2n0Luais4of6reY4pnD3FI4jef65G0UBLsBzHLl66m8nwYmauENRQH
Zx5XOya/1lLVn1kcYAwOLJ5nwyslRf+X2y2L1cUhV5MtJE3hlfxyzBDybttrMAEvPu8H0KKxN+Q4
GHtchYpcREBPy0EOgD3cPjy7iOs4R0sfsFPMguRFEpA3+35J5w+yHf027Ek8p1VoNpG3gsvFzHWm
C/BVyIYhZyxyxsZhzC6hnOatqvSvqkWA0oVtbfzRYhsMNOrk+Ca4jYpcwEbVLfu4tu55aLLYmVhy
d7Y3X8vUAR1rpuwlasq/HMAAzStvXQ3V2bOeo+mXW+qaUykjyBn4uMS9xPmYoa/d1DTnzPj4fUIG
d4Nenr5WbQasf8HPEflTckhsVH3lRTY+j0XWR/wIDPlB+BP75dfAbZMfikiPC/UJ12ZqqTQcfea8
ppt5PkDg8elLMQggPNqvMVQK7GvYfG3Y2aRtlngnJ5ZQm4xlwy5ulxRx2ZIDqmpbiq0t+ZENi+/8
IuIpnmWZYf6Q/DlZ+hvtIORWXZpdMUZMBBMJIJSi6LQQK8D3i4tualDwrIjFR2ZY69oRB3aRWqdS
d8nvwvJYH6CWnRxr6i5h4dc7PBd4qSvAjpeiFAOfVWuY+NUw0lJZkN8o9cSlYnr3wA8pOcxu+EMd
LmbwNg6vhey4c/POABFvFq7gqYWSGxZUBHQRePA4IrKKpG3ma2FakPppHR8Fd7DDPBvkyylegSDw
JlgpZy147rjfK9nXxyzI3F+j9IpfcxpDVvCbbAVWyI3bE7mMR1Y+mgnFd/z+kHTOp6E372GGLQtJ
W5A9jhTfLakOozpHzg+kULOzjfZA73mx+BVPSf8mghxXJqEeRPR+QELq+bfqLWwQ9qC7S6es7EUF
zMjOID0UE633XYXFrE6L4XMCK/lcDzH4Tr7fX0FKdDU33BIBhgMkHXEI5Kp3YOvO4K0DrH6V8eSR
pQCDcQdJEsTPxBIwm56gR4uL5bnDV9S67soXm7pHIwCDWEHeb0XR/EVlkD9GC45z1nB7z8m4Pgcw
HBYrx8JBfoA0jPI2Ucs9Weik/PKKXO71OA0fleZSAY2EGXsMvoXki6GTSB4YIXC5BG6HVt9P+ilp
/fRaa1RTgV1tkmaNtcgx4dQR+WfAUp+7O36FYW6txzYJyoci8NonB0ELRRVFWApFysdbcGJOs4dB
Pk8pYQCeTxRk9KtDIFMDwm7QtFqM/i6xneU+dBklSAyi97BXwda0n4DO7NusSXeaookim35wmFen
wBr8A7Hi+QiFsDuZljoBG4fWV+GM44L5WvWnmhNjp5ae81RN+W0mnYwdVlDMm4Gmj1o6uIoCLVPi
8LhzZsbxdCSFA5+K068WP4w+DGlusX6Gu+7SWwwUC1Vze5iRtGn2lDU+RwH+WzhryaMgcA6WH2bb
WcssOGp/LAmye+0xapcBEoc/f3UUQxyIy3NeAAXk+CfOyrZgeKNUApCWKj22AWu+hPHgJNg3vUwD
9nF7tJe7qR0oC6Ud9Qj4FSawzed3FI517wTKHLh6OaexG5I/VSOss4yyfLvU0x/jUsI31GX6rwK6
h+dx6g8iG5vDSBntwUXsgmYVy4NYMOyyKebOSBfAQdHJgTMVX1pSi14dixm5MUud4wSZezNLctom
dtn+ZNGwX2Tv4zGlNKMejPfRNSNS3XrYzuT6zkZaEVFkNPBNOnW/c0sFv9XcsVKsvaY+AwDudp7j
8vsAIhDHn6XGfYhzrtqzhohOfkbuJqI7ZV/RrgwowrdOeRJn+zTWFodrXO3ljDW5dYJ/A8LJNl9B
YAg9sHuSHKCJAKYzLC2aIeAN/ivSAivP3nqO7Vpd1y7g5wl6FcgFoCSET/AqaFeco5xF3ug5wZMc
DH07gffJZOHcqAKwrh5cQYYUCFNbCVl5R1j4hzXdaqHyfH+b2j7kpb6muCPPNQDIPMzOhYuDu4Cg
5oWQmFEAQK0XH35lwWGso4bqL9I3SbiIq5U3zburYc54hM72msfpQTICXTJoANvOw5VSZFl857OW
uo08+nykhhHvA4mAKl92panhBibuH/ZD8pH4+TeGP6Q5yo6PZvSGXRtL7xhy/btQQCGugTP3B76/
zbFYOPyyrgrJfJYjsCiVHtK8Dz9ZyU0b7pH2pi2x/oYenRXVnPXbtEMy4QHcwi5DLynxUzagQzas
YLI/iK8AkQgC3DEi8jxKm+QZ3dfbqa7xXVoGYT+o1DrJ+S8gAkhHAA0CPAf+kGBLsgbT5+SYeCPN
jllVbzPP+uYjnyrgYhxMY7aoQxb58Q2nK17ABZnUok1214laHRy7fEfrivctmuJ2No7FwGmlV0S8
ZD9bPgNT2dj/liR87Yi9vHqFxSsVVW745OvJviNf3B3CImWmIu5GoF7S0Qu4GKIFnj6qyIJdt2Cs
ScrJPcUO9pIYpEIH5MNnEXvPFjJ4FzHsaG4l5urYPB1LvTS7JFtgeiUkBis7fgZJclro0CO11bKv
ozGUGWwuEL/IMDpWVRzzknQ1owEaXm/Z+76ACJz49rit7co+o/WCpyjS5mr7nEPbcO3bkePsP1g2
rqABRQgMGCGevPaPZdMsD/3iRc+i6O0b7O1lmwrkgdBL61PIJuOE1RbCgWCcOZQOsIAprd76in05
B25yljAUfUz+M0NzA9VyMwWDvxtpp9nLqk3fVTXTAYJOiGcTKf8SWK58x+LkHvp1qjDGNMfBQX9G
CVPXhSj5KQPGdSgnfLRpagBvjJiHwRbUb3nqV8+WS+aWK/OMZwv9Oy+al3CenAOnBCA4FjCnIbf9
pyKx6gN2Dv8NUydEjyJgIYVDgY1nLYiusqeZCg1Zvtb6YOcgPTYT69JdsC6HvCWUCyDXHPtyJVqs
Hn2I7BwMfBswk66lhrb1qvISakWRdK9WOYHHYlV4DyuaH/HQlE9g3KFzKBCS/dL0u8gdG1jgNgp8
3hW3qGiWl5oB7EYp9eMItWKXVfqHQ4Urchhr5kHw8BGdJpBFmHJd7D4bj0GRrgyEZgBsaBJ0ZgyF
OTdgAm9RiWrTtWiS/DAxHU9S4CQe7CN07Y8k4LOwqXQC7BgPWFSYxt75bv4P6GfN4wqigKBoi0MJ
Ay98DvE0xeMXwZLfPZyL87gk89uAXL5jLWsOcwy9Lq2GkIkg8e5YrNXHPjJcTUhKA1WgKSem/+g/
UxYJaaBsIZrFFrpMuMlzdotl49Vb2XstnGE+QR3d7t90a5e3NkhZIRrmWdtekjvudC23E3xvz02Q
l8fAhGoXzchDqyeHsK+hZqsoiwfsfuN25GxjYsb6Y+pggs+JltlXKZbwOvJvk9MQmM1vS/vU28BP
QPnbn26j3T+ps4K0fLJBHvSVbQbz9E5Eo7/1dD4fqiXyDoEddu/Z2KMn+FyPqWy2UWeS6YbjXHxz
AhA6zQqf+pmcGg7uBncgHPmYOnFPVIdVdFGF5Q3/aMlkVTN9tI313a3O4boFo1Nh8jvS3u1fWfbl
e2eS/XeU6OSvVcOizPIoPYg2NRQ0rsjL3OCIxvwG1loiZ5lGv6V4vN5thjZ8uIRNfYNitQkjuoiy
Riev7IUjxvIifx5pFnkKQdLjtJ8H0FUjFWNuy8pAYb3hP7K30Zfq5OKQOLcavXKbI9bghC8K7LAp
vPxbm1ctkklbnjmtlldHNtbFYYV/LFrNEcOwIjSTE+YYboeZT+4usr8A1rz3dvykQbmD9EdfKsLX
ZnytfXQ9gYjz0E5+cI3xm+PTwFDHAjbhcanr70xMxT6P85rOZH8NkNMA+BwutX12Sk2PAlrtUTp5
+uKsiTDbF8kNvSz/KSX7aBsj2b1d4zXthJ724TAVV+4a9eMylepg0YJ2gNJCN4GXv6WWbOttf8pq
al3gxYXItAHqOsUoOzeGoHwqg73E76jOSXlHfBUuiY5YiDSDQ8QjQ4cIwP6shJThLTUrZSOAcdqN
Je4SrJ5sAbDzTTJdto7f1XtOk3Q/0BTB/wVFFyP31t1M/SbPg+yw2tfR8h3VheIJWL0dVdpe4j7O
cLpaENpt/jcIyerJXRbJfnaqd6EawmMg+XV5HUACOwLwBeznDXnZ/qLTyD15Wf1st317QO79v4eO
rDa94xsxhVQc5dNnMAbNHTGn5Juv23SHKwTjDlRQwqMuiSpNUQCgJ10+ognP76bmPGARW5/Gwn9t
26nbdD5/iBHRt1yE09J3w/UO7jQ+AjW/z1zDN7Jc0iPMvmCFt5Ghk8664xl4ZHjZrpnmZwEbnuYV
wiiaS4mCaLhWrSBFNdcYT/0m9ZizwiHZa/DEFfnZ0VnbYQaIv2GYjNvBfzR50r7WCjDP2mYUX8Mp
Vxdcfc3Om2c2oLac79qsDPiAD8G9qNDKKPcrjrEOeWqMH2INYg/PWpDijTnsbi3K8yNLjRQ4bPUH
b0+8BxwdP3pJK06TASWXsUjEX+SUlyCOyeCWTn00EtBcpLv4YWq9b/D01UXUhoCvHAMo+9Gymbm6
3dMwxfmMp5wzgxu7mOro2fPwSsZ+g7JSQXbM2WiihXRsj7j3PE4+GYNUoD/IERzRkDXBfWd6vqOh
Wuc0sh/ZZOcoh/zqZpsQU55Tp8ATb+3pj0xPaYDFiuubs/Keq5PmnQR2y4E1DiENpilpFPgZ/bM7
B5RP8dW8s2LqlzA1WsRxQGZycU35pAbNn3idoKu2NT+BY/R36en4UND4BWcOIktiReaIgFn9ss0c
Uw2jBhZckGezDKuOL+0ZyRoKYYTZ5Dr45K6pF6VbwgEwoGb+JZ1uuPY+eQE3VPNb77cOAmOkLthy
yId74jOAKZFlSE6wDwcXkhut4yA1w6OLdeIemFdKMAtPB/V2444eL40Lo0FOK/ATWySqRUTILCga
yhWqaIIABclnCAubzkShLg2u/IMnTXhuy6U5WgIzjV6s7sTbx1TdI7YPmZ/uYqcMrgXO2B3jHUfS
oD8a7IWnHgPNcxssPc8WRYqQFLIDevR4BvjJO+v3zO2zHbxGwn72C3fcZfWsbovvfjjGBSdf8Hkd
KpYUOC+DZ02o7pYPfPTqgeejdXFoF5ZOTmxXMsANtGXMIWXZXYsdi+UqLwmqKcOXJQHYsne6+8/c
POaSBA7Abe42pLL7uZ859Pv6KkLSAlKTGeUN1Wyoq+oEXcvG/a0z1qJu+8XgyriDKxUmTF5ozkFl
D2doWzy4MIIsrEvcYcs/SnU25MCkPbmZld7xXMkzHW0LMKnFJ0yY9NTz1dVfZiFSsv7QfFKKRHrY
WNrfCG6oWBcd4iYdVhB0PW7pvhQcmFiOprwjk5QTnrHwoD9LXi7OQaF23kJyxaiOqFUa9e9d1/VP
dk+3Y9wG+TGeJ6rME+XucOp+YQJgLQh081bz8dl7Qwx1vWHhrEhpb/H3+KciAyYgdciJPzu/9eS3
t54tPkEjVkC9wMJcYO3eGJqLdqMYvyaT20cS98EhKJX+obXIu4gwY3sU2t/g+spDB3f1ORzDr8QP
MLd1KAgs0P5i9BV7tjdcVNOCwmwL2lvQjNhClKZKy3hof3Z9dBWjmiALDqzGjQ7+TCpQ0eC1U7FF
dj6klauenJo3vpHlSVsyfnTcoXxW3Btxjw8Twj0S9YWH6rsd2FM0Zc0FIkj4GkXG3o+OjbW0F/bG
961qNxHkpamkAlXIHLedFoKZOAPrvY75/A0RGycK+hIicul0nKzEIQiEIIOaMw9UZsFDDF1/uGR0
Xuz4VXAVT+x5HxTVP4cGxR2cp+LPMCN0u762vlqKvhAb5EAKUT23TJj3LNjgUNnR9Jux7xO3mYfo
SiyGGtRp12mEo9FgU8iy+i//crzS9UTUYy0cqTO2UUGT9JepUGrTd233lHDsnJIGXia+PzYU7FWd
ihg7bhyaVVhkOETicje7d6mJ3omSEK1KuUH5U6iJ6kdzdHZoN2HI8mfsxXzY7AX8jKb2A9MUzqbe
75ZLGBpox0mQvw8RynXgsHTocz4Nrj3yM0QJ2w61ZaG9dR2k/K7HojN+UjeJtJwXPoARG44/SZJp
qk+saaxtnhOBNELOezzVfDVtwhT2SOfQUpGeDKl82g1mkEcn70modzPtCOwar+RPHrI8D15xBGXb
tmr9IzYX8E6QPbbI/Qn5Ac33H8M9oRkb47Fv9Td38FqWDnhtWBMoLhp6buJ9YPx/cahNzIZ0mtbr
vgXKisQUKRp3V4+zQvyNsCzDxDXsU71ZXzwM6zFTYBbnWPjbvKNnlkYMxrqhF+84j97bG82RmqU/
RT49cHBsC6FrWLW60BitVfFLwz7/HDUeLcezoJ2DMsS7FruXvolRVDBs/PXGSf+LPfiFCtCvVTQ/
AcLsERsOxdhzMK9/u/JfL0q1M5JlfuLwdgOKgCm4IkxtDuBtGoDwLhO4P/ZLC0NzU3dsKINCjbvW
s/Njhy33rJisKEhkdNv0fG7Jvfn5qaPuCbopkLM0ILeiQwc6cO51N5ZYy5tHMcIv/lmaC4bE2pc6
tfZKJzNRPrxIOBLtv5bGiYkg1/7NPZlyU8gd7qgtPxq58g+UIcnvyYDvfCXdq+9h4evJsJy5lRpy
Bll/xsMBx4rgysVhZQczRPoAQjL34og8pRF0OsiWKHLDdhRgvTGW88YKm2ikchAlPd+7qIiJki8E
uSYh431Tzt0d+HB33y1lCyCCfgC/S4m1ccyVk4QM5PKHRB2DZFOv/A8EahxoabpVnQZd47lYOWPX
OgbCpEfcMywRiLqz7JHms1dKvzhgumCroiw9tRJ/GT3H7nZpIpDLksevS2G50DL5FrAIP/jRQ0ig
gbFurSSxF1yurYWDxuX+eUMchEBMOgzj57oprbT6HTMefLQVC7HFFPZtTCr3MSkRYy1898920xBS
m8KQhD2uVvyQHXq8y06XvTfRK4zfvivE1RtJTEIp/1z06ph0oNLaKWly7o96Pwzpp+JLuCkMQgWy
ujryvCPGqVEBosGulsIBP8KzwyBhg2Rb6ayWxdiR2SGrVkHsiPEtvHOpIMEOM3Vv3IDF0RANJwwd
RNGlFYJXJTMMwiKbTg7fLMyw1nTvo2zbp6nFhkzTWO43T/VEijfCQcURhD7mOF2wCf5H2pn11m0s
7fqvHOzrQ4DzcPHdrFGSZVkSIw+5IeI44TzP/PXnYTa+eK0WDwnJxk6wgwV3sburq6treN8k4bwV
NtuWQtwTOgYI+EaWfqGk/LPVmFiZLoXROIRI2HSoDwCyl2InHr01WLJmfJjSEUQxaIh3Tklj7Bhg
wKUBmLKGD91HpWQ8T9REUZIXVl+ghlHPdpH0bhwYJhcJaler5FBJnk2kkUGSsUNV/6CqFLRzXSsU
qmgt2VSiWLpulaC9Zfl5ajQbSswGgk2b1IDvUSy1Tji+SNCu2bZOv6lu8ec//6f484/nEM/2f/6j
/F8q3SBNDkEtBhwNmELzy1uHNzRVc1RDI/FjqLLAZ97qvs5De8yf6IL+zZ+Kfa6Mv6+LeMUAz6fL
tqPrtkromLKp6xkUcqKSGsolgLb+iMcD1N5kg+Lxw69JUa+l6KUxxXOL1VPv2C4nJnfNgHgrJW3S
PV61dloXt7QtbAhwwqrtaLquXYuLZd7eWmiVT9wB3Kajt0EAvzX+/PvFttPInyql7JRP5e8kTSDa
+bXPn8nnL4YvCB3SJs3n6+PRSs65d1gfX5nnn4N9mWe3P/7nP7YqG2z3xfrMSnEhgGZfiy4wrwQC
99H+7ChPfgfAGOV8dJTuwRgDtaKmmvbLJD2vS95aOOG8NBQ8YuH18kkygGg9FO3GzLbGt68nVhRp
H5iywcZQ9kjfd/CLG+9cjz+CNSLJEzuTTbRmPxP0+KX1MeTr8S0H3yRvGN8n8avotNKe1wXMqvN6
5y3Is8C1UIg0XguoyQIXrUkvuW27JRWAoHHVf66LmPdwRYQizIHoN8RQuQ9Wkj4cKYfYtS3ejf1F
ovYw4zGxLm1jQopgv2yqhCiN5yjSt0KRel/fVvqGUm2JUK/XLNcSRxvn005tQ0bXNvVv04aIZb39
d1v+ObAXBxI8K1+hZq98ooAx73YkCtZXaWv8+feL8T2gxTOqjMqnHh+ThnJ3ffitFZp/vxhekXi9
xBNbDt5Q2JIgpGLtF2cgmCwoBBMzTOzyqcLbwzptbMD8118pra0bloPjZRu6MHzBJUzmsa6ehhSk
fpzkKNp3PCO88Wl9qRZ34kKQYAHtWkopp6uqJ4cMGtzzQCytC1jcCxvWcKrndfx+4e5LLfKmSh0B
8z3DD+PLm+Wn1Pr4a0IEfYI6cjBNeL2fzBC03Mmgy9giL5fdrYtZNCWObttUj6uaaQiHu02nDk5E
DWt1pnqQ4u9HbQTh8nFdyuLeOzYSFCA6ZEXYEqOrJRtiIa5bwPW8DxqElAfz67qMpW3XVFWzdIfH
r+EIMiA0axpP66onCfA9+1TQhfhrAoSbzyT9WU0mApx635a/h2W1IWBplXRZ0WVVUxWmIM4ATF9W
cCqe0j9qqP2GM0HbIr9fn8WS8uqKbdiqQueLLS6TlzQeMLFN8WS291LydageGmXDFZ0XQjzpumro
tEZrtmJqgq2yncT2uzSmIGKA2cEp7yXZfjDAmo59/45OigkSrCHbWLyl7b8UKpgXgsRdSUytIDT1
5051vq+v2uLWXExJ2JqRPFefdknxRHzb9G+9kEDZoWk/vUOKjttAMoesnSUYlsy3IzxTv3wicBR+
soM/9fjrpG7cJIsLZZKjcSAG10xbOPGqTKC7oFb8yYzv6KU3NzZ/Ub8uhlevL6rJrruRXkQ2n6R4
pD5xWYGhtL5OiwpmmuasxbzZdcHFmtIij1R9KJ580n3DBEeRAhDinEOOiandGNq7luxfeaLPSBWo
mYwx8hLcknRyR8of1mf0j8v26sw47Lpl6rONFM6M1aRgUrde/lRZVHycAypz7RMAa2SR6bNMvwNj
tC5xcZ8uBArnJQzy1EwrBIJXCe9GIO/T/GZdxOKhcchVOgb3iyY+fA2jgjg7QwSUlcoASmv5ozSs
nXW7LmZRGy7ECBrHsTcmK0UMOAnws51B4gdgZNSiQ0fSykfwurz5rItbZciKrBsG+2SpgvaV4CXQ
bBkUT3X2GHs/Uu8YW/clAPbdxvotndQLQZrg5pNBoz3GRpD9d5jfa/rD+jyWNMCQCUsoBoFQ2ZnX
9cKllCn1UqACZHgN4jbKieEZ2ZjBaw0gumI4ZCY11TSQcS2C8iKrjcouf1Km+9H+DDqQGYPOBujT
+lRebwnxGwXPklCLJmuaYJ7DoJqMMXWypyL6RKWGXvgH7hu4Sb6VgCuty5q/+Xr7r2UJy1aB6xLS
0Jc9jcO3zP/bgTDHodZfodgwSemy+0A/3LrEpVW0NUtRVEfjX9qsJxcbpbcE7kuayJ5oXG6oQMgf
yAXSWrIuZf5uYV66THgKF81x6NkWLp9WodbdCKXsSdfuDJIZQPR+HZ2bRL0p+x/rohaiIyjDhSxh
Rn5jJMT6kJX3YE0Ce9BOT2CI0bn5F73R+1aixo7Kzv6H47hDTG1ZvTHZ10eLD7AtR3NkVeE9Ilg/
yL5Th45Joop3Flm07O16fzW8oI8O9fOVNsYzOfh9WFJHcpb8u8Lc8KpfH+DrSQiaaDu2Yts9Usr0
zg8Ok37b6n+s79SC6hmqgvLp+HIUGgsHOBmoKaJdI3v6nuS/dz5VAw45osO6EEV9rXqA2qi4PPOT
CqKYawWPqD7Ta2B3nuI/rN1fZHBD69FO7rDerXSntw80lgTO53WhCybjUqZ4p9PMoqVATWdPFkR3
NO7GhXP0KWxJctdz3uwTGVeyBJcr8hx10qCgfbIpB+tBtNJBi1XGr++YEbWiOh1vugN/5PUqZpNF
TZjBoVKdzzN8fX+QOmhJDLplpu/rov5xRwRjYWCNHNNANxxs+7UserKtXm6YEYk+2GOfICA4mX8b
kKzufyv13wzNO3btS2DcDjR+hmDrgDIcJp+c/CM5jtCj7OJTApj/cFuGp/VPe3WyLVW2ZNSIt6Yx
/+/6y4akbCQpcNRnHp1fK/WFvv2/f02CYLyafyVo+VPmPP7i6MLKUlPmAIjH91cK7VDxQSLttf79
JitwtXfCCs2/X1wnlWdSWScjwaI8MocMnU6wD/HWmV6UQoOdas7mlYTntZROASAFGnjtmUIQGrNA
6lU9MJg7WvXb/k9JpdXRr5/UIfldobZ5MEqXQrBHP0rOpk0dQpeS3yY/fV6f+2vtMEGYAozD5qJz
VPH1G+feoMhyEbit88U0X6KNaMrW8MKkdYgn4p7CVbeC5SU9tW+9tSwWc76uNFnFrVIFO1LGYUEv
kkGp2XTTDudo2NCMhc9nfGICumPJHGrh2gozqls8SfGeKfrLdqb9js9XTdPiQoFlkPzItUrQNasU
llxbz1X9sYJ7acPKLn29rug6CEUqIRRZODmxroH+Og4eJB9346ka3r63ePvYPEKXOpZPuKSUIjeK
SEp814RnQOXgvPng85qwVZumKg3jpQnja4FO15xkSc8hZASw4pXSRkRxaX0uBOjCcwLUPmXMKpu2
GYph/HOWb7ip8/pe2xWT4j3QOxXFMs1XQT4a/4gxNrnvOi2vL1A2dqPxDgWlN8qU8RWw8PY8xQvT
VchFBDcknT+1/8P5qILct24eXhstHkKaiW7ibquymA02pKaRRop7XSzQ6J/oJtQgN1bfrqhXUoRz
oEhj1VSaFrohwNKgmL85FEYM4XIWwhVIlhIgho7xm+q2CW+pUVtfpQVFuhpf2AW+HNc21EN3/GzB
pFBu2OiFTeC6cGzCk7qDGy0Y0dCAcZp2iMTNs4MKjcwHXlhSuBFweeX+oaKaQzGvqRNtRdC1JtVl
ldCXgBC5bXYexZzZPV1hFaH2aGO1Fo4FJ0LnZFiyQsO4YJbSEO5LWuBqN7UfeCfSsKE7G3HD+WOF
k3clYl7Ri2NR5kGEVS9rN6bd9jRklCXbYFDCCj/Jj07cunVtQNECFDVFcSnVdev6sCSe94FM/YRi
6rboDFKtHoAIolaUBQMmUU1QYJmSbzwUqtV8igqjPctTGNGcJBu3NV73RkR7QR0prvgpXph9FsiT
rEtK5Z7K4WssfV2f3Kxt4trq/OH57ciE34XDZIAePdIuXLmD8rma3BJmKYWm4u7Wsduj5N+uS1tS
Fh2abwBvVaImYmrJpnOLjg+7clv4s1QqxkvjL63YyuguKD8pH4M7fnaDTFH5kyYDKic3KhfgH68L
D0P6V9+XO/jFKJBbn9DS5hgGbRckf4gCieU79ECUpd0PlQuOynNl+ne9oW3ca0trZphEy7kVOGbi
mlVZOEx2VFUuvZXdMwwU6mOsNPBYRDAYr89mSRksVWU6tKUQARQcMJ9CTjnS8salJTanFP4rbfk3
vQnQc0PbZGIpn+BEPq7LVJaWkFoCFb/vH4MomCqwd1raYhGa0vVABaF5CihSTv6Gp+LkI79ruy99
1D724DR0DrD84U3q6KeysZ7Xv2RpoS8+RCw7aMq+CqjZa9wG6HyzexrJo+fll3UhS8bkUoiwxDBz
1GBRVY3bNodJ+hSPd4ZFDT/wd7IbBbRwb5zvxdXV5vPm8FZR9HnSF7YzjAGdLUYmJdP/UzVPkedt
XDVbEgT7ZGVep+iAQ7lVSYHsZAByO3gbx+x1/sAyZzwAmoUItTtcNtfTcCxH7nVjrN1aeqQpJ6ed
KFQenfKbomU3uncDovpOoXn6HZt1IXU+LxeL51l1mmXjVLvJQKt1d5vpnz2Itib4aigSbpNdSX/K
ush/yk1Eg2wZmoVjoBkkFwWD7NF0DfNM0LhZAo+Pcpv23wLvsfDOMAKkwW0X0kQn/UXr9sZcF7fx
Qu78+8Vc/RCmmsIPkRvon6jc/uJlW6HlxQNG8ZQtWzYqaQsnPcibupcKr3Y13i/mxxRGFPW0sXzz
8rxavnnxbIv0L3D419PwbNrVQywK9LAdVdVQZjhPZv2otveKY+2V+u/c+q74n6TuJSge0jfX3aGm
FE7QvkrhBMXbwmnzwSGdSo2zANmIDH5N+Y5NuhxfOGt2NPaAizA+Pac00ejtxiNw6QK4HF84ZrS7
xEkM2JTbjkSugWjID6XuQ9pgKc0+nbs4g2QMXGmi0Hh945bU71KycNT0ALaDxGZmOUy7k9Ht0nzD
95jXRtQMNoZ3D1Fxm6zdtWYoI6A6aVqgGSZQcJ/tGhcHms8fb52HJcu84CzdwPu2xLgQxdKUekV6
7SonSQP1BtzOdQGvD9EswDEU+b+XtKBiE+id9K13CBho6DiroLDj975DxhzUorkPd00XbIHeJ0Os
Bn7t9pBhxcdkJoLfuDVe7wbT4JGC00nUxxHvJccfvA6o+trNqThoDrLPbXiM4w3f6bVWXUsRzktK
63LV6lLlpvrXSPvkpMf1hXp9mzO+A4+H/N+VEjajHTTc58Lggii/kqXDeznT7kQn/31a34zlg61s
uUtL2z97ZhaVJ9ga0YaSDiGTrtq1O9K/L2nQelBj321szoYQRwilKJ021GNi1W5QfIIE3oExSXle
X7nXlobnIgqgENKSbSJP16fRi6KSlgvOOyi/UgNhz76jcj+C6A/ing2rtjydn7IE2yIPdgBIcoqH
0pwtlUTSKbI3TuX8udfG5Xo6gnGJInmYgD3h9oRiJoLnvbVIJBnqTm1A6Km2nqQLXsKVPFPYoQHg
Ox/Us8YN/GcPaxlKd3Lh72rl0Ng3FpooJR/K4W5QNg7U0rG92Dax5iHyyoE/uJOact/Fn1T/oDvn
ZqsIe0uKeq0cndFW9JsiBW9viL750X1QPXMXravghlqYgqtQQB/ROuD0ugEcLTMpw95+c83pHBT5
qeWmYEgHswQdZEQtbNBeoGxTN6Yw//0VtRNDE1U7NJNXl0xh+DJ4oFRspGAXx58LD1RqdrRXJS55
rucyAO+NC+3pPsgfpvrH+h4sClB1i0AYiQlZTFhIEbh+fakRPYq+BKeo+PyO4TUsJRemxetB2OJq
kKO265XaBelfK/fqhhFb/PqL4effL3xmnbSnPQ0ML6uQn91KbXpa//7Fg0BXMZlubstXD3JanrUR
7ILKtcAwz6bPFbEnog3HFvSydUmLBmyO0DsEANRX78TWlksJsCDcip5uLtM/KSYwt5UK6XPT0iqf
TDfrAheedJwNh2nRvKbikQkmM24Az45MHdrvxLgd9X4fjR38cmfNuoutj30608mBsShtyF1cUtIb
xF7np8irSjS6S6FqIZrXx/AxAWqodw9Z+s02btfnt2Rd5tQgQViDXJao2T50NCMA0gQtY176uncM
Y/U2HvQNMUsqqFqUbvLkITMu5swk22hpcNca1wS1FOas/pyEk/MO5bgUItjjAtSyRkpmih6Cgi1Q
iGAM1OW3vDsV1Ybr8bp2BpN5KUs8slYJPEVkISt7DLzfAEKkBf00yhBGy65s3RP+afjvRIbcwjuE
6cYFt7yeDoVWc0TvVY4Q9FM6/chNuwYNkVPdfgQx6du6ZiyJANKRpjmD6jSS+ddWA7BIJdbqtHUJ
6+0eYQLa2K0lDb8cf/79wioFfQgQss74lhbsE3MC3ufBao+Zdl6fx5KGU4vGIwEH2H4VzE1Ky6ZD
PW9dSn5voNgFl5BXaduf1sUsTsfgETInPR0ecNfTkccaAhgJ4FXeETvfPEEKqaq7mhjdupwFjxQ7
RF4G/lmKx8XAS9cPmu8Dne7merE3gaublNu+vLXCB7U6lFs+6YIS0JHA+5BAtYobL1g/KRr6qEib
0TX9H82+yv5Yn8zCoimUyqiGycVBGEk8RTS8d0ZgDRhu6INPU3rbTEC0bSzZP2E3wf9ADEEPFTQ0
qroFwwB8u5XADcGawfCp+S/Ud4OF9izFT7r1oPonIw9mIo9dEVn7HKJrkKX2Ol3AcC/oB42m4HfM
WtfnaDkeiyWmgHNdzs2yCUe3Tc908scQNnt30e/rQhZ37kKIqI+x3im9HI0YqHT3kk/veHwrdJz+
OwlhTYGCjmLDz0aXVvoeNPp0pyUbJ3dROy5ECNoBgEJjAP7BFKI/gWKw7yUIigEv+7WFmhfywg5F
gzROMNmOblDfDMRr66f18bdmIdhRvRkUv6Fy3Y3aO1qnve7j5Nw71vHXpMxfcTELsNU0Kwrj0Q2N
D2Yg7Y0ONBnnTt/KvSyrFacVl8Gg3V6YTa523igH+QiI8kGx9urbC8coT9B/ji/Mg5oGJbR71EqZ
ToN2EyUbT4WF2+Bq/NnBvFgniKNTig6q0fWno6cA6wLCw2l9KxZFGNSP0BtBNsASlkiz/TQJWpCy
Ya/ViiP9xqZyXBexuAsXIoRVAvuB9r3UH920ejCBIy+ff218YZWCSouNoGcKTru3ugPnbn38pSWi
jlWjx0bRuJKF8eWBXGHXqJNrmM+R/OdYdMBabdR3zGOIRt9AmShi4JakkOp6p0dAfrIhLGSXolZ4
jF2fvoQourGsu7AbNrZ8aT+MGRhBx2VnRoKlUuoiSPO+kXmWfKhlaU/3zYaVWnqH8EC0KHsiCWlp
Yr9DBeps7vNGcX0dxH1OeRYr8s5oQDq04DSKJjDx6++gwN1N0VZB3ZLPwbxoIQBw13hVPNEYRuOX
VDe4Tj1XadvRnUoLmX5yQMB5M+SAZXHIZTxDGjvmfoXrbUth/5iIuKpuq8uHllpFaFrWlW/eeFEx
LiUIilFPTQdjFRJ6KEYeotPwt5++Q7/J6ZMgQ/PQc0Ef+jFLgQfUFVdOD5a3z+KbaKv9dUnlbB6k
pOBIUr1uVfI8fQBleHJzMEpTqGAgfVtfp0UJ6DLpbroIX3XYSJFUBFOaT24DzUfQRLsf6+MvGQGy
TwaBA9wgZnG904BNaw0QaKNrNNERyh8vko7Sm7t3UKdLIfMkL+x9CDycrjTF6E7Qv2k7VX2HJb4c
X1DXJhmnqHSYhOafgakbjMP6Ii0p6+X4grImowrxJUyxrsPzSClorlOfGiM9FtqGuVzabVIExOp5
VNjEua4XSlM9r+zjbnTjCEgJteZkv30qBOeoG1QU0lqvIin4WIMFcmJPGCo+Kbn8UYPCNhmMI6Up
G8/jpec5HToAotBHM/cnCtuSpoEGTnjZu/AJZAfZAY0zzwHV0jMbmio1Dffwx9d7S4JMpdQL56mt
h/I31YQceyAeDsq1PHQbJnxhK6++SdjK0ZCphWn4pjIL9036o5OeS/XBljfeVEs3xZUc4XINBykt
ZaXqXQ0MoiF+kiO4MsLdUDyW9lMnHfvmRYdFb11PX3ePWBZd31Q9UA+Kayg6hoZC7BWoss6NoSC3
HFKKFVRAByCKiuFs+cluikD8yn6DkLPSig3pC3e9ShqQCCSYL3yEYEokJ+kdybZaV3H+iKCfpeoO
xLcs/+AZG0maxU2ks4PULH4F7sX1ManBj6bbIevcSf07AQdyrokpwDKMijfX01kURMpzDSmXFU/+
a0FRUk/A57fQZVcnKd0F04bhmk+AcAtSYMv1ZFMx+DosYmmlZOfD0LttBQGqpp8npdpX2lY6e0mM
gTbgPRB+eeU6yNqY5qVeDm6YHtIQYL5nZasveEuEcK6qKozpHkLE4AAivJeUO2srgrAlQjhSWgSy
/zAhQpNOY/iBRjhlS4UX7C9hEKziHPDVyDFc7zfsRznY5fXggkokg6f+9sv8cvh/jMbFPRioVlbI
GsP3n239oYnf/qy6Gl64PXSzSQcPG8pdfoykDxkAMv3bI+JXItTrBYKmq6Phkz3wofz8B0S63WVb
DTMbuyAe72lqMgde88FtQeOPILSK/lq3k1sC5t8v9iFUgrqz5vOgD79L34H0fMfwc9E8ITvqe8Tv
D5pCt2vQPF04bJKWVk6Q+n5NgjABVS99uc6QEBZ79VaLj+8Zfn5n8MSZg47X65OOqp7BIta7xVTu
5TDdb+Wqlq4KKmH/V4AlnLPSTjpb97gdbesBJGD4eA7+lB6kYZfbGwXh/6y2aGNnsDnahACioi77
ejLAC07gDo+tm1SuYhz97laLXpzi3Kn3gDIeG/XshyU90see5tvI+ry+lAuvttkBwviC9UKRnjDT
wteyvIJMxVUhJ3Q6QMWTdj+byQAAW1i0pq29W1haIppYMAjViBqL1Y8mGIz84BSukoL16d3owUep
gjMAAlVAOjf0cP56YW2vhM2zvzhIpa15wIHYhavzrs+zu649SfWTn/yIgxcrhiJm0DZM6NJ6Xk5P
WM8EF6cF4LtwvSz5Wjeg2AfqqanHO003QdYcd+rUu+tbuGAtiB/N1fyA2PGQFBQorJ3SGWSlcDN1
N/7IN0Zf8GWuRhfOmgakadZajN59SobPo3WrxGcne1mfwlINyJUU7Xqj6t4Bu1dDyjje9NCd6OGX
2oeFyvm7ooYa2khpOHv1XQ2n+7rkrcUTLJVRDXYKl2zhzlCrhPrecaVeTWx2Gi40UKohc5hopnMp
OmhAWN3K9Mx/X9Rwm74YigDxnECFuh7fC9KuIaueu4b9LSzvVfuuir+/fYnoAsRzlufOGBHbIoGV
PtSCpHCTeyjzjGHjxCztwOXwgvrKVkST0pgWLnj7Xfe1gw/sHd9v0NJAUofuE1Nw/doeHCdJ0nJ3
1B+c+tGrzA0BSyYNZE2QSXnTgM8lzCAba60zeMq4YZ5/GEIg6KN6N7Nb+7V9VIt+4xG+dCLnWgNw
VHQKNkQLSmw6a5qAPo3OfpZyKNTyBNwe19p4WyxolkEpIBBd1DbQ4SJoFrSFhV/UWemGfwMmUP9J
a9f6viyYSrq+uQhMnaoJLoNr1SXCNknNlJRuApL2rpL0u7yPwUhsTz0AzhUA6LH0ZjAJKjQuZQrH
PbYNx4EstnTL9C9Pkg4z5/D6rBbU+UqCsGypAo+K2jOrAqBVOz3F9lbP4IK6XUkQ9Dnt4fSNSuYQ
wwoYhKcWmPvqTMOAZX5Zn8uSChBdnTuCuK6BobreodqWrKH3/NI1BtduPpZA+hvndRFLgQiAZ/6V
IYI7wOVd9pHOhVnVt00N/ZP0kgC/7piPuvcp7SDjfjTUrVt6cZN4OBMOAFXrVZRJzjszhuQTv8CG
O/gMLP76rDbGF4tOQ0hr0qJi/MT+qEOVNPy1Pv6CCQDZ5t/vdwSLE3RhpZi+XrhBMyeoVPsQx/cs
1q9JUa+33w+6vPdDDSnpvgajHZ7QZu+ZG8GSrbUSzECsSmXS2syl65qvpZbfe0V0sz6RLRHz7xeX
MNnb8r/LVQTHmvRws3GFbW2HcOZDyaz1XGOhppq80VGCTEjaTVuncWsWwrn3PK+RSxkpln9OIbAs
Dr+2SrPduVilNod2OvNnV4inJx2Gfns/cJN9XpeyaL0uVFdwyau6AJgxZRZxue/ke5UmevkURY/R
VkmPsmi9LiQJ1iunnkTTUg6hQ3Yo9KNzP0EkbwPPpmqhfoxtr4BUTD17cnxrSy1IhPWXJJRvIE2E
6BFq1C6wvq1Pfl1RqBK9XmJ4TsHJyFjiPD0G2b6p7+NvtD+uC1mKsl5YB0WM0k9lGspJzInyWkU5
4PwkO6/w20Nch/0uKJIJDknjOWazjyA8Vjs7BI+vdeA59elF3jDwy1pL2lMH8YveCEGrlMB0yr7k
vedVpzg/SVv11UvvZ2b7U4CgUA4AiRM+fOFGWvVsgVsW6pAjAItR1spRV+Fl0p1TNxh3PbNUA+dE
DPNclfLT+qovb+3PzxC0bZLjiWwy91je3lsdzK4FrIcN8PxgCK1LWj5B/0oS6+WzQOtNo0ISVOhT
8CGXH7PgJvc/bHZoLR+gn4KEW8axvKptO1a2Uw/gKwBxyKFYn8vy9f9z90zhjom9uM+8jBd6mUPC
qLyY+UOZPoTyR72Ah+3c+9/HYDyuC92al3Ad+KrdFAR4uP2de61+SG0e5++6On8u3fwJF7bUakpT
rWYRErRKStU+GUCRjnl9qnrrtD6b/89x/ylr1swLWZM/UipRGlzTwUOj/kj1F8v6PDOUyw14d8Wf
nfrijL8nxhkomQ1V3FB6Uzjc0Lt0SaehIbVyrpuT7LxkQCy2GzNc3C+DekkA4IjKiUUaUqIVU9ZM
7JcFB+4TL4T9xtU3H07hFU0W/qcEYR62Z6hR6nNVGNWt097o+d4ofoulUxkcfeXDWG9kHhdt4oU4
wWSBfOzADdNzB0IUBinX2xsQ56KCn9MRbBF4yn4RmixYGZ+/NFsWfWOxxHgAxRexPCosVqAcCGpV
j6H/lxfurPze37+n0uNyKppggxIoVBRtnoqhBvSi+btgw25vKJcmGKAyUfTahIfJlZJT61Mq/Wno
btdP6MZ2izUMcdINAdD/XA1QTz530bBxCpenoBNBBDrEfNUnXKhpNEBMV7hadeN1oNDaZx/ql/dM
4qcQwWgaQ+5oSTP7uNXNGD32xnt8dOPn+ILF7JS0brOc8UfjZIS3sOCsf/+iqboYX7CSNd2G3NEs
klI/xdKdFXxT/bOVThvLtLUXgiWxHHIFdjwvk3+MoPgx8ak2RCze/4aFIaRoiNpa9drew3vXAAFC
yN4ejlL/d5ydjYh+IOt3qPY2RC0v2k9RwtusIzMb9gYBAD+6GfUvTfe1pVm/tjaegMuL9lOMoFsZ
vLI9sMBcI/5X6Isl80Mcb9whW4smqJfaQlubmbihfQMV8pHSfvhQ7rza3pvOuyzKz9kImjaWGZBb
/0RN4IODhzndb8I6Le6LqYPTq/DnVUNO2hfSwPMGA1/GB1+7t7OPefnRbDcwVJYMFw0PABtTYaC8
asgZrBR+mmjA+EIHO5zlrX1f9P4uBQiqbDmTk0QeF2Fb3cfp9zY/J1YLkPZzYz0Z9Z9WlxzybmNS
S2t3KVPQ6VLX1CGEAcs1jRPEjV58Uq1jWn1ZNzdL+nYpRVBpsjxBrLTMTJW+lCP8tdR0n0JoW7dQ
IramIyh22phRVSc1r3bHc9MGWsuyOiVKoO/ibNzwame/RHSTLiclaLZltUaaN0wKOtgA9vT4bhqg
1D708qOtvqwv4Na85gW+8GqVwaeYomNeinoYQwqYb6bhYzy8I8h9OSPBE8taudbGBA2nNcsqDtpI
EPUdF49OMw4VOjNfhNgbqJTy4MQ2N0JrmvdGUTwrdn8O8SzBlnpH9ZhxIUuMO+at5w/K7C1Vt/6N
TEVztNsiL1u2Cf9ORww9SmDIwA1OCMNOz0rzYOvv8AMupyCYhNYPkwnOFpwlQH7k8o8a4r91zdqa
gWAApqGBoDJAguVq00759mujCwe/pUqKygf8yTQ/m/Uxe8+VfLk+wnlvUz/2TX9WJ/lGaj+b8WNV
fA+DjaqEeZTXJ/3nLgsn3QjMFs51uXD9/DGNP8vhs9Qdf22hhAMejpZFySpHbxhPvrbfyoovhv8u
F0o42obsxZ3jsc1tHB/KCBLp+HNAiWNWfJDSR31IT5Qd72zruz7cderHwPlL004ppAe/Nk3hLZbX
wF9YsBW6LRUVjX+SK3ddwLKh/N+toijs2lD6RdFq/vyAUZWnQb8J09MQfFKiz+tS1g8N9erXUjzc
sylPkaLx0tNutHHDBdwaXzj2ihn2SVXwRlJLGiNuk61KyUWF1qgspo7Rsk2xSIJOJRMW8opnXtpR
7Krt7KH67hVbhBOL07gQI0wjDxV1NDVurbp6rMIvHuj879iHCwGC8QpHNSpBAMGPhXPWav4y86+/
JkCwX5Pd9E03MIN0OCgTqO4b1ndRXYE+g2mE1LUsFl13SkQxFIAv1P/sowpu57MiHZN+wwffkjL/
fuE9qLCvh309X4S0JQzKsTe+5bj8ibWVSdwSJFgxp8vCLvBYLt8fdrX/m5791oHaOfaf37EtuA8w
mWCWNLHHduyb2JoizP4kUUeso7+UT62LWDwi/4qgWOJ6zfJYTkJvwubLDqGd3eR9qbaC9YvH40KE
YEVSq/NAXuSUG39OgDH8tT6BrdGFw+dZkj0MI0/8xn+mVC7eMLRbwwtHr5IqvVQztkCyzpkGRvrG
+i+q0sXiCCfPazS1Ci10NjPP9in/9qRtZYa2dnj+/eJU+EWXluacljaS/Rg9kM3Nt26j5UUCcdMC
mHmmRrsWIY8NJUQGkyAzHff7eDNhsDgHDgAsvZSlY8uvBZQ4oGkSl8SJ0mgH1crO7D+E5kMfKCcl
dHZa2B2U/Nlqvk/GXezdF/T1Rc49tY8bu7X1HcK9rvVNmdRdwXd4j2NzMmFg2VKIpbW0ARKdEfBV
9VW3TRZ5TWZ0fUqhj3LjJNlBr/9aPzFLk7iUIJyY3JvSAeb51J20v/38QS9vNcAp3ijDJqgHqodq
wWAE/o5wbIzEU/turPOXuJDCmyD3zQ9Ee6zbYjSdjbtFmTf/ym39R5bhEBejevdVKeQQA3GW5FP+
ktbqPopo6hn24JYc2vSmre/bRNvlUGTXI9zRTfwMrUWYFDdKmN3rcbHzLHVfhzHV6fLGErwKBvBZ
Jl4H1UXaDDAhLEEFF9koFV354tfWTjOboxT9llPYq0R/NfbGi/aVFRFkCVYk6Sq7tNKhfLHtL4ET
7xIt3weRupvZ1d++sZezmpXrwpqMshmXJbndF9P3jmMQ7VDVY7/ZNLS4eDYdgLyHqUAUex4w6anR
5mX5Euk/pKLcp8qn0Pd3cA8fsnyL3+bVkWP1aMdGTU3+36ti7NLyohCcouIFeO7PRhN+6OJgQ0m3
RAhnDshiU5dI/rx4Tf49luyb1vM24jQLIgB9gSqMf+iR/edpdLEz+tiVhpRmxUsTy/vii53VG3NY
ULIrAfPvFwJIOKiKFOXFixp5u7i/w2qcht45Glt37uvkJmApl1MR/CufpAOdOzEbMn0ylADk02YH
3sguqerDlN9CI3GKmuagJcG5daJdXL01VQeoiQ1HDbR4M0Kh2GFVGrnV5UGfv2hTdhsw2VbeePks
6Pdc8G4DHkj96CsmSSstFGOsguJlGLxzF6nDzuunXQczzi6tDW+X1/GGxAX1mJvdFZ2YFJUeItC3
Ldl+EHlIzCSVG/r7sOV9LwmA+EEDtXZuPhbb/KxOM/TIMPKXtvl9DMpj52whUi0ooAPkFbAoNiE1
U7SoTdw1Oc3N+YvBc1d+2h2U8PO6dZvvb+EqQYJDmznkZ6/hyhIDCP4hl/OXEHY6vex3ZvhnZtQf
mmTYK5DvKvZx2KKFWp7VT5mCaYiHRkto/OKqHGj+1J8b+bdQyfbGcF6f26KcGXkCjbNwpebfL45v
2hUtyAotSk3pUw8r59GPKI3rC6vbp4BZvv2icOiunauV6fukz+VaXFC3SQJyYPwy9SXpluTYU5FU
ym8GKAQ0DJ+TswpKoUwi9FqM1MaZ5HhONHNZjYd8q0lxSakvhxc2R/WDqQWkP3opkir7VBl6cWeZ
m+G9Vx4ZePUUXUMtMxfzv0KIqsZUlaj2D16aPjhJQXaEAeVYKVuoqK8dJdpFzf9H2pUsR6os2S/C
jBliC2QqNZfIVKmqNlgNt5iCeebr+4Taul8SYBnGfRtt0hROTB4+HD+OOlwdPP9gruO2pNbGAs1/
xvYd9V9eop2m9IcVPRjGo0yOOf11+7itVw7KwADYllFfgJaC0+GNmXWzGcICnKbQ7YC53t0hxEar
KJD8Iy5iA03OQ9V7q+i6YZZK4Fz0ozF8LehTooNraP5hDXvDu5wo7uqMQ1y2dWmV75npkMypRPUc
G2ulAJeI1nrAXIO6izMVQ42CTw1o2PckCwbHlkzqNHW++/nGqQGlClSzDQOBpwfDsUqmVm67d/TO
kcujWaOe3bVF9HcbU0GZArN6UdkLq4bzkBpAC5V4mKP3IBjUl3rMs4Nhx6UgUr2WYiGUBDA0jB0Q
BvBoOANO2FwHVXAJ69bw0FOhbnRv7/ldiuAUiy1H0qCArOdiRH42npvTfzc8p1gCKZ2qFjyOl/Lz
1NJ0d40T/EeUixCWwWUZY+6y67mR9WNb2Zegrw7TS9joh90zWAjgLoWpgZm0Dmv7Mts4rjZaCO7N
2XIz4DRIjX6XOrwN+zIWjQe0jvObZLCT5t00urD1VOZroIOMYqIkffmExOkgT3lpZ+/59DjlUepo
E+Ld6v4zuxTDHahpHIoJfEfZu3pXRaOnyyJCkPWlAEoOZTsIsMLhRKRkOQ9tUuW5Hkj6juJfxz71
8rD7SWcCWCQSNxyGHr/jRhCkWiel7wZ9RdFWovyIu/PtQ8WGWBpgeC9AqQ3mSlakwT/neaMUWWr3
KfaiRfmrW+huGx1KkgqU4cZaLeRw1y9RAjqhG036HhjEKX/GiYhxVCSA2ww7tZqymSCgHOEnj7qr
xIKKsJUEUEnqiHmwzlUazGFuN9Kw0ialN4cLmMTgKnv2LOISW5klkGDIrFacPRirNkSZTYrRpsN4
0TuvDb3QOgy1wCjdmsSVCP7uwdNKcjOBCAWJuVciIh9YHaflDAzuziVtYIX2gOED5aH7GySoBCgf
it01FEwKNCwsUXAcrxrrUSPNTDS2GC/xgySjgSyq63feCghgbigym9BUq6q8UZ6bJtbm/jK99eZ9
H7wH00cnas+4LsfFSwEVhbpSVvK5qo/KIT4w7UEFAQFejMF4zPrKRcvaL3OHvuDgN5ak4KhP+t8C
pVqyJHpw17nbT/kG4mXgHWG8Ukv9lVdzmNhVpoKtgzqloXiadqLT5CKF5w76Qxk999NT3IbozHsX
gJNzjE9m63ciPb0+M2wZsNrGZ2cE3nGhVQQHMOnVs1WEbgtK5yainoV6u3zcawOwCStwONGpF8vN
Q0Qr1CTIUTWpZ+ND7k+ysTeKwQ3P7t6VwzcPCvpglBheG8YDYPVRK+oEuH1kcF7ADiUj3MtzRBuV
1Nh2ZWAGAxy8oXAKlHEH8UEnqE04ACpcmsd8sJxSWA+x1k1YuyvJzNe5mlwwD6lGZ109N/JDPT8P
4aMdv92+dWvdBBHwkzE9lVH3cecRxZZVV0Sqeo4bp7fcdPZuj79x0FQZVxqvHUgI4ccupwDSkiAs
YbIjqXFoqxN9bCp0PhA8dBvrBJ5mxDYxBUaax01CDyQtirVcP0v1cB9L/VOsjc9VNR9vz2UVOGEM
+6iztuFboDcSb/andSS3ilzrAIl97/R7Q/vbohwmIK+NeqQVAEmyqJB4Y3eAr1JQp4xriiojbmJV
O+c5yTXjXMSRW6tvYyWIp25sD2JZKlQB/ExkMLgTNtdWPVZBZJ6b6G3oZ6f4UQPSWRqX2yu3MQ/o
W8Z0rINFUdG5eRjabFkFlYxzT46q5GqCWYiG52aRqqRC0BbDN/KbgehLOgtSD1sC0GKc4fXBA71q
yVpXJK7lIDDOZl04f6xUhH3YOMAs4iejYzpLpvD7nJKgr/OOmud0fK/jAHwNikes3bYUGgcoOMLo
e4yK/lUzn2xGnqoYzbMMJD0pXBr+2b3LFqwDHCgZvY/B1bm865Oax8o4VNZZV45d5OkiQuSNXUAM
BKsvE9YagM+X5Ko8aBFCeecMtThIKx6Sw94JgOkbtUJQIhCC3VhOwOxIRUcwgJ61wGtyt6K7H6vF
+CtDMMBDRRFOOMvKY/sPLQT6aX2Z0TML4BN2j9FPVuPWPydDY7WmEpyHLHYqMr+QsXmx+h+WqLHN
+rguBbHfr94lvbajHuzswTkJD8WDNB5E7Wq3ZsLI3VWQvWprxtVRtaI+rChAJyR3leS7qb+HvaM0
suDhWJ8ohKIgAy4GyC1WlD0tiqeVRC/Dy6y7efAY6efdBwrjI+OmoisLeCW5haLlqFZN14YXBAbT
/pSISMG2vh9WFYI4iIPgYnMH1h6wSIUWhxdpyH2jHR9SEEsK7HKBDP7Q5uDICRs0tLtMqKcd5COx
ROd2LQHIdPjztmXgVsMsXh4nkiVEyolin1sP2OtWdFqZ9l+424gSXA/PDtvVadXUOI8QFLHPU3oY
1NHVMtnVupdWs9xAU9xwv7sHebBG0EMd9u6KfLMN47Lq1ZiActk+mi05CvT4+vYtx+fmY5KZNnkZ
YD4z2uV4Qfcs73/vliL493qimaakEKGaR6l1SvX+9r1g/89vCaOlZkRkmrl6T4N5bMLZSqWzOo9o
OQC7szjZ4WkIXkgQ7rZwESe6ksVFQcY4pfU4QZbd+IgKk1yEFtg4vkCwqEjjw3lE2pHzvwOrt0gp
GcHZ/pqAnl+OdnMjss7SzFsDlHOD3lMOdfQ7sdrg3DwUOjnM2nC4vR0bN2QhgM3w6obUAFU0ddAE
ZyVJ78LOekDPGCPzatUz1fYUaPbxtryNE7yQx114UxopNVNMiBrynyjtTnGUnSZK/7ktZmtjdGAO
FNaYG/xz3EXpxiqv4wzTSugb2DdMQeh2c3j0IYFfg5O8IohOMj0GVqAM0Dnhe47i+3x32g/7DnAR
mJfQrBRWFXewhlhpKtPOg3PdAyh1rNTdVi06iqPRJvIYoN1Zhb5ivZs6syHGWau9XnEp9W6v/9Y2
w1NiAWdw3a/inH0B3EFYmvqZhvlLqtMnVevuworsTfozl+xKDH/Bo7oYOriH4Nnx5N+yqCiRnRJO
Vy2G54KcBkjGwXBI9HMOSsYqTt3ZStzQwEMlIhDcXC8wBkBb2UiQ8sm+FmxRSZEkBmoS519ySp4b
FAa1SXJ3e1u2zi1yfXC64ckClcEp975sOwtc1+ZZ6Vu3KY4Dtf7NxhNEuFhihgGplvoEvBVxCXol
HKx5RlOeClyih0mkRDancSWEm4YuZ1QfeggBHzNSM29ZvDf/xs7VlQDOqyyT3E7DEAK6KUM1ReL8
C0NhIYCz3uSmQPEGWyYwiXnk2SL7/RnGPwZeapadRtSW07NyQRM9CiztrBXz/RBLh7kUeN4bR3Yh
gdtpVe+7gDVQOgfSx9Qcanraf5SgXDVoKdD0KYARcUepoKUqt7F5DoPxXkIzgWKsHLU/7r4S6Lag
o4gCOEYwDHBnSW1ixukdmOcyetJf0Wtu//CIgKKlAxi5kG3gkm+Z2QRjr+bmeUi+2q+S9vEvhgeE
EHEcBh7m34moUIp86HCOEC7WfsTTr9vDbyhASwG0kzC4EFlhPEONZHQuJels/jCN3lWo6ZbG5BZE
lFZfF80CJKYqeK4ZBT/wW9w6FYpF59nopLMczwd5OOT5o1y9xONdrKSupXkyAuJ2IXg+No7wJ2s6
gtQEDUQsTuis1rJUpTM5D+FHZRoHvSxPNNztCAIwBtvt/4RwT3moyWi9xoTkxmtxpLuhseAKxsIB
Eck42Vfnd9JkKZrBtnu2UvTC6+rnNJIPTZ89g9BV4DKzq8A9h8A+AMoDiI2FMm3uqqRDnc5xF5Dz
jHp5i/wyTT+g99rXRBEB4jc2hh1nMCspBrJzfKpENuO2xuMCw72f7mr4UUqNMrZGvbt9vNfvCNiJ
TUYCCoZLVKxxShKk4FGtB1N7iczG8QdZ1LNza3xdQfdsIF+ATOSjVqNkGHPRZ+0l1/5kd0b5e//n
s96jUO9o0w3W66WC7NAVZxxzu7mQ8YsduUrxX47PKeCgnAutbjB+aLvW++7Wr8REoxi27vh++E7c
+zGQeZzHgITvk3xfG8dm9xMOzn0sPdx/BkTl155kARBNVlxf+pNlZgdSiwiX1pv7aZ7DStcVRFX5
VL6kTgHC3Vl1AcKeRAc52B0xXI7P2batHJqBbtAKlD3pc+bEeSUQsL5kWHkQKiBch+i2yqfn7FQJ
Zztvy0tByp9tN7mkZ7UC+o/bp3T9hkChMwWFHC9SKDyqNUIVgZz3tLk0w/dU19wJGOAAgIGsEiWc
1jvy+XSYFtjhCBBg7PcrX5bUdTQYZYvr3N9VxKlEjIii8Tl1ETe9FGstxtdCb7Sc+M/thRINz12I
0bDRrHFo2ouEHLDxA128nN0CAFjU4e0ZCNWvenWZQ1NWgS23lwzE4fW9gs70+wXg8UZhz+eN4Otp
i7zX43lq6CXJvrWHfHdfVlgguG1IxaKGgbXtXe7vbNqTmZVlculsr0G3BcFrsHEfFsNz6x+HEuQX
GN6jxo/qPu++716dxfjc80mzRgukAeOrIIL5WdrR8fb4W99vEBgaJmuKheDzcnmmSVHnWUqTC40O
+nSnBIdRFcQf19EiYNYUYB8ZuhZ+JPcidCSzw1lOEkDWLnZcuG0duW0CnmPbAggodwZRYe3GnQBu
FDBraCl0hOH9Yr0vaD3bUXKRB9nJo/u6v9xetLUAArIZZI7hqiA5yaNGhyZAdapkoMA1fQscvd3t
JC2HZ+KvVNIUpwkCPRh+TsajMU5OobRo1WIKtl40C+5m4MY3BQIL+aVyisRD86Hbi8RO/tLwW86C
uxkz+AzhyGB4qk+OoX+VDlP3DVjf3eoDUVRk2OErwRpHLnS5WMD+gcIipuOlLkrHorFTC56ijWVi
OT6UcCIiuMYZFRRdBjt17C6mq3dvVN1t6bMONkiBorMtPAre524kdJvvM3m4KPFTkRE3CvP9+8yc
CSA2ZNYQkbeLkc2op6kh0yWOH8K7iOyOCjJn4j/DcwZllIxhFPYYXjU/uuxiHm4fo7WCgh0Ggg3U
aKCpHizi5f7W5VRJhlnIF5DXSw+FrGQOQl02UEhtLeT55PcaSVz0PIZHaRpQhquuQjqF35VV2nyp
lPsvVDndngp/Iz5Hh3mHBuGI2sG6WU7FVKZhTspqvtjZZL+CuL70FYk2d2Ylo4kzTYPKvS1wPR1M
xQbPCsuvA7bDrV1nWzPqNOLBj74V9iGsBJ7wej7L4bm3IwJyPklqDK9NaCXVflN1FBwfI1HyRzQL
btlSOaqV0ICYXndL25mJ4ISJxme/X6lbOBwhaWKMnxOkwafHhgq8Cv4Iw7IEdBd3DyhkVM/xWVcl
gHfdj0PvK9VFIZ4t45K/7d7paxF8JCTUIimtEd70FdWpKzcSWDkbS8S6RqDchrBryNdiJETrqlTL
er+T7+z8iYhSrlvjA8eApAUDCgDVudyCTqqVoo2j3keEE0xxibN/eYDQ+Kzx03AbFM4EUUGlZGto
EuCzosIYtcDZ79vrz8yw68cOW4y0Dpx1PPw6AFjcGW3jvokNwCd8o7yXAlSBOoF9j7culS63BW2s
FKoIGQ8drFnWr2i5UgAGU9zooPVj0wlCTxGYHqLh2e9XdyG1bHRVKzH8QD+k4Ye+lxThc52uPp9d
levxp7jPhwHjy/J3pfYT//bqbGgkwBsQk0UEnFUvc9ayZBqNPaV554O45UdVNkdrkByps47oQSCw
OzYu9UIU9+xlWqYhmZB1flwdlf4PpYeiCwUyRNPhjm1h9IVpjpiOEnlB4kn0QCpHigWXm7fPP/fk
P4vG6w506YhrFMp3/lgPTlxIDlh7nNlo3CT+q1T3bSya1tZlgaHHNgpVDavKvsks0awxrBO/DK3g
h2KPaAgZlal+H9FgehyTanqgykBF9AsrLDUmyugyAMr7XwY6bjmlMgH+orQSv65T/RVdzc0Ar0lu
gThjQF8Xi/wd2qg7BtSsnkosfeTkUjs1zmibw1GqO/TRC5I5RyOTJjvWhhUK3on1duPMAvxssZJH
lKyw368vR6/FcVthXUh1asZD2z+bRuLVhahLz3rDIQdRX5SsMC3Cuy91O9tG2iSJb7ZPyRjd51Lp
DaDOjMHDkPnA/gqO8ScckdOOsMNlBOlh6gKrz9khhFYZTaIs9au2rO4s1MCiyXurmA9lPmiHSQX3
bGvrIGusxu5U2SgzpooSHtFA5jswovI/PZ3RaksqpeccoQgnoSQF+jSr/rmtPTau9OIz1eX6Kyh3
CiqU2vjNFL10ev6PhEYfam/d3xazoWPROwqvEbi30PfN5sQkSTuSSYX2U98s5bC7zxZOuYU+Naz0
F6AcwhvMc9wa5lirtd8epeBCSn//1yMbDIwU6iHWSedIVbJKb6rap71rUM8Y3P3jIxMMSwnGAPw5
ToVnQ2/JVZ82vh4/Jqcu+xeLfz08p7aDpDEKrcHwk3Exso9KEOvY2FvGIsPyHQBgrCo9pyyW2liS
G7/WPDs5hJYg/CoYn08+VY2Ux1GA8YfU0wNnENhJGzfg+vMt7qLmbVwWAyhqfL1p7mmHHoykdafZ
Ot3e47WiU2AFyxb8acTazc+83pWiS6p6agvZqP3cOM2x4cy1Hxu1S5Jft+V8Rq84xYMiDFMHiYmJ
ykg+T5trgVmFSpv7+BrNtVtbc5XcTF1SUPUYSTFxS9BMHSg012NE8toz6dhDN4GL9w/Q+/XZisbv
WjBlf+cpTl7RQ2O4FFUU3yl9aL9WiTUemwQvpRyOmeqMtWaJHq2NHUGWhlXyM/8dmfGlThqkTJdD
O6d+3w33Ovqbnyoaz14daN9ur9WWINR6IuMM4JC2ehT0rMgsEjfUb8q8/4I6AvnRArv926yUorqI
je3HrgO/qQPpuiaU0OyRxlkp5X46nrr0Piyf+vhtKgXe6cZVYWAShAFZkQfaii5XDlkKdO3MrNwv
4yfFPqaiYuWtBbsen9MkFdpBmnaB8ZPqTSXPVfJip4LrKJoCZ7BoVTei6hYiZOVuejVr7/aWr+0w
VMHAHQJFBEwxg4fdkKxTo9bURj/WHVX/joyprB7C6Nf857ac9TRYtY3MWtRqGouaLneinePMMkBV
4xfJKT6ktUCbbAwPrBjrmQ1wKJJT3EY0ahXbjd7M/tj9jU713ioF9NpgJgseUmC/cZa4czT2Rp/K
Ien9Bj0XtI98Nx70fwWAnwjQVsSdVvZAD5pE06CDPzR/VOsP3f2gAtmP6CIcX9hKCNUtV7+eZuQb
pQlBoDBw0zvw6AsErC8CBDBTHkA05Co07pQOVhoC0lqNvpEaTlj7tnwOsr2lw1gkHXR5QCcBuo53
lUNdUNSFJVYVG36Lvp7Qf60gyrvWSWjqB5IbhP1Az4JE13KV5o5GqDfKTN94auSvdkkPKSkOhvJx
+yqsICtsHnBMcRuwZMzC4eQEetBGVWz5deQrv8EcLenH+m8//QH70CksBB7FxtWANEZthEjBGksw
5BGCsxOkdRE4Uv0i/xfbgskgH48EIR5ZPrAyh8Qu5DFvfaqYzjOp9nIGY7kwPrI5zFNhYKLlcvXo
dVJHUdv6wFK76gGNmASHlymHpYXAkoM4VLaKynqgcpcCwGtkxSiHbn0zGoDWfG3j16Z4tN+lr2U6
H25v/sZuLGRxZyzPpIh0AWRJBYJ0sStVe7GnbLnAawFYB2GuLt9BWx8l3ZyaufUN+aVrtJOd9s5o
KSBOEXUi2poLgvJg5gEym5VRcutW0wwuTI2I3c/WvAutu/1LBfcIiougdgsJgOXwIRxxKUxSFvlw
OutgNrvtdICRrsbntqJQIuDGgqTz8/lRSlxqCRB8W8cK5i0qheAJrAOmZamh3VWf9n6i/1NM35vo
T1n/ovKPbPxrKKImRyuyR7btQPQDjwSDBOw/TENf2dNGLw0z+BY7n4zEyfWDnJyatwn8la38YVKX
0PucPpS/qsotJ3cIvCQ7ozwY/huqRG/v26r4mf8U7lwUBSGdKmmdP1kluny/9NKPKf6RSC8pZT0m
jNafo1c1vtwWu/EE4QKDHQPIVZiVPBUqSOC1OksjqKFvzQ+gLICFuC1gaz9Bg4i8DQ4NS6QtV3gs
ZU3SQa/nW1Z7qOJTTer7fq5dVT9lJD4W9vfb8jYnZDAoPIggWNnLUp5sVzFtFNL4gWG81lLgjeX0
3u9m/GC7BfcC0QgwNTAtuBQzjEleqSXcL5AXSOWdJAIUs//ntStKR2GZwcJEsIMzDfQZjAhSGNS+
XD81kekN05fOfjLL17Zqj/tXDOA/YrIcIUM1LqeSl3rQhaoKxz6qtMOsF6oTTUOFvpaWiFyVbTY3
KxAhsjpohFpgcHKijMAozHgcOn8AR9W3PB2bgxJ9FMGgeWoVimjIN9aQgd1UJPCAZ4DRsJyYCfCH
lYE4zJcqwDRj8JA/2OopmkFSt9tjwtrhOHwWp+A55AzpKLEivZ9ZIDg80LZ1e9twbm/Sxqthf6bR
kV6F58HTSDRKEGfRZLV+UAR4mLyoFhVXsRPF7w1wdTgHONDrDuQkoclYSPngt2F2BNOeYyXji9wn
p34ir6lVPJtaVTlyKAuO39bMgEtEUPWTI5GfGUXpTdirduen1nj6LpkiWowNhQBXGXx4cHKA0Je5
m6rK4YR2HXPvj4HmWN03tCN2w0nZvz/Mx0FoEthzVqe0PGv12Aa9ViJ2GH9Vfs0/924+Is4oz4Wa
Ru3bCnbOqjntEjlWv+/TRxhdjwiUCZ7d9SotRXBmQ1c0dtBAIYMvcnDnwj6hb/czWisJIA8qU7/L
UwY58EZwK+HPrmCcXTXqk0ab2KdBU6Af2NiDJD7QXWvuXixS3OvKt7BqvEYND3Zthk9VkE4/wzjJ
f9novHAkqTk4I6hI7mpTDxmtS+8URa57XW6HR0J1Ecpr/XyBZxTbyZDYyI3xBkKo0kGf5jD24yS7
C/XatZW7fJ7ue3u8N2FWA115e683ci2QCC3MGOlYoI87SV1fUQISz8RPqay4upI6hfrkeG1JvEQu
h4NFw8FRJaJ5iW0C4RRqv+tKH2EjpP1haONO8IBvGCb4IEaeZQEIiPJq7imamwo5VZRi+UnyPlEk
nORDlT4WwYM9PEet5lBFPrT1L2KKEoVr/Y0KZSijT3ZJc1VzHc3qMFdWmvoGKGzncvwAOWfrRINd
O2mrveVa4wnWfmO3EVpDcA39yjbMQVUtywy9lRMf7fecqXmcy9SNyKmPDE8fPzr7qEvP6CnlaeoD
BUl1rnwjBHSkhocUXDy5avbt9getdSND46PtMfw3VHjxUdg0A5XFHPQpehIfm/AUipzQjVu/GJ97
typwOBI57VK/rd7SJnearnJSIXeraBbcASpTg6QobE/9MDYOZfVTEZKjC+ahc0bfmE1maExN6k+2
Wxf3o3pniUB5m5MAmxwzKWFU8KU/oQZvMKun1O//JPaRKAK3anMGV8Nz+reBMUsoWIh8+Jw9kJ2g
kRNR3Kx4sMHVyRLHyJLiSEGrcfswGCYNTUlP/Xh6GEjptMYx65/w19JPeZZ6ae5a3Zs+fxsDEUHe
xlUGoQirtoTSh//IKbXcUEejtsvUV8mTkR7jOXMtmGLyKyoSBPbEpij2BDN3A7FyTpSu9kg26BU2
qvTCwOtSJwhOaeCU/e6MkgbutP8IYsbule/YqUaV6yUE6cqbXT439/vvvomHHcFfBO8sPmE1DnVf
qS39vPtdehwEB25zmUwN24FyHDgY7Perr6+HFjWlRp36kuair7P0ov1Ep7dc1Llu61zDt0QQVUEI
FfHypRgz1quS6ng8ptGzCHLCDireby/U5kz+I2KVEyuUTO1NM/HD/IDdLtQ3O3b74ECFJjLbUc54
AU/4/0/m86W8WrMkmIIBvegBM1CcNjnS/jihqeXejpnsml5L4VRBXTaVnfd24rexMwxOIUqMbc4C
bhgcFgDTiMVtSSrbgySbUeoHs6shwjU6eXZvFP7tXdnceECJEMYBtBhlEMuNBzdxgfylgV1Br2Iz
/GqN96AMuy1jSyeD74yRggMiAVFLGbCNOm0yytxHSyYlPvYifOPWSl2Pz80hr1HINitN7s/k3QCD
aIygYAhUeUpEXXU+nWzuaIGMEYEoxL0AZOGXq8yyILbssPATGjWONejfaWSj/4bqyiVw5l1xMoEv
SrXoLi9bp610p9GSQ2PtLYPC4UP5HLoCQ+UgZsOHa2Kqp7aZIHGmBofaOtqJwJrcOBYEFg0MGli2
cMu4JU3TsasqI8t8lZYvZRD8Tkl7n42xwJ3ZOBms6saCp8wysrzrr2YNsK9JAzHR75+GKDsuGp39
fqUH4rmuUUtXZ36kfkktXwTcFg3PHWttBBSiRljOJ/MHOZj0/fat2dqCa7AU9/UD+kOFU9skvtHB
1LhIxmVvrSE7RNcSuAnMKLZRm4pJ0A+Zfhg+bk9gw0pHIsgARQsgaag35J6upgdv/qjFiV9lkQMG
0Qcr/VDHL5J5CMp7dRB5ZFvbgRuB7kPoFIFoHxdGSqY0M8Y5AvgtOQYOEr23Z7O1Hcj+sU4xSLiv
FGWoyH029hQvZFZ6uf3Y5G+zer4tY0ORIcOIrBlISPAI8zCypin1OgJHgV9arVuiG2rQXwD5dNNU
8m5LWs+GkeshQ8eqTBmSank1er0mMPeh9tW0vlPz905VQNb/97aQ9Y4shXAHYDLrFu1R8eID4+lS
7aIXonCOaBqcYxSMgdToIyTQfkAjvldCXLMod+vC5TS4h9hsmtzMQ9hGWn2Kyvu5eJRFXMKb80Bq
HGXXn4SKXNJUmcIZ3BfYDks6zrPiDKjrJ+puLxXzuBLCGSxjSEpEeyFkSD7i6E8dCIJG25OA/8Cu
oLZiz5kT3ajkEeskqalbZxWYCZAGbEV20Uagg83j/+XwcF7Y8x04z2Hetd+SztFTL6/uxvZoHwfL
bT7Q9lUV4Xk3ktpLkdz+GGo/x6iqTvw4b5xkigDhv++zJykhLjKDhXKkYMFN293qYCmV2zBtHOZ2
GCG1Z6RmXjmdLOro+xOdAMigbBFMc+jatmoRNNWtFbaFhOUcwOYfvCjR7/1qAC0CCZwwBhzkExeS
XhddFEsULkzkKMGXIBIosy09g3AuHhnkaYGH4nZnDga0XEqqzJfKh4BInp13d7enwDTV0uzToSNh
qijg/YB25iSM1qTOaJRM/a71qE5dO3kq24c5iV0S758Mix3bLLQIQ5PHgWQZcOFmOYR+qBQHLXq0
ZlMwmY3lWkjgJkPCeaKtBAnFS60dSut4e602hkcWhzU20fHCrFIgUlIlU9nLkZ8394VbprudCSQh
QIKJYhqcKeByli9Xrs+xIke09KvhJwUX36/bX7+hxBbDcw8jOnOWUVNi+DR2A1zvxBw8c29PNeAX
QOIJKiU4XYwgj3sYEcDuA7vpi7Ose0Veeug/4RnJqVV3m9dLOdzzqI9pmUkd5Fj1eSjxQP65vVjr
rUagCOlBgmQBMEV8dpWYGQXELo3P7W/TfAQq4/bwbK2Xtw5RT4a7wWVgXBjcQe0Sa5B7VB0BVmd/
N+XpmHyRovoOCa7vtwWtNx2C4JeClRQnFv21l2cqrFJ7irMu8BvpS94dw/loihyqjaVCjyf4VIC/
Qd/yc1ELjYwlIB/ncDyUvwpRpaJoeO6p0HO9KlSC4aXqw/5VtgKY1Vr/IXkFgBVy3KzBDw+5z+sm
V2u1oWe03NK0c5R9I/Rsxl6wX3mAEwYeJ4M74m7o3DwMoNetwWizcylljmFKjmUdbu/1xkqBcQo1
KHgwkC8xuAve61psdrqdn1/Bv+2MaFP1343P3e2S9LpEyyA/6/NBH075INgK0fdzdxro/gGpEXy/
Op7S8WgLlmfjKgDJgGdHQ7E2uqtyxm6lVDJe0oKeE/tnJdWOkQBMHou6PmxM4loKHzRt8jGvM6Wk
Z4k4xW/zY/cWLEbn9EaqN3aRmTk9gxFjHg+NvvsJAq0YqJ4Ylx+CYzzwuq8G7C+J6Rl9VqvEm0SM
LZt7cDU+t8WaErQpNSJ6ttAProdD4GaiQL9IBLfN4ywhBQkswVnVjyTyYvtOEXVq29De16vEI3yS
no6FBdDpObWt/s+ERua+XqGxh9GUwQEm1ny6vetsVbjXAvSZIHBBvR16a/Bm5gjCCmlG4dTZGEf0
hk68cLwrjH8aI3Vy7Vs97yWhBeQHTQiAD4QwmM38o5GqQZagGzw919LPuBnELBnrS7IUwH6/Cl91
XUQ1taxwzOo3s7qvhuPtBRONz87I1fiGMYbFNOKqB/MJHU+FEMf1GVt+P6dpizCp5o5ggcLMKzWv
Jy90b5N57AF0OLMRDA22ucop2zwwBm1CdYmPADnAd0W2W5ljfMTfgSpA6QjszeUSWVFYZGEWmr5a
v5QnU1Q3v35WF8Pztv5clrWep5LhF3X5YuvSP8RKHkBJ5SGkcWf3iXd7w9c3Ej4YeD7AIg8/H/p9
ORta0W5UumDyqRf9KqNjn7sTEcjYOFSoRGL1PMjBwt3jHvAM5NKkMXrZT8sv43jQRNA00ficqVbV
saVSCeNHml+2X1RNsONsDZZahMARZvQVqP2DncbkX1+KhLlk1Oz9vHjT5LC+H+P6BZTA/6Ba8G81
1g+d3kYPJDrv3BpUJYFLEhg4HDWwvHBbEym9NM2R2vlymziF7hh15MjW17D/8y/kAAeJ6Azr18hP
r9a6UbJlFFzHKLRuei+rvFIvnbfbUlY3H7MADbTKjF2QrfI+WjB2VpUlBbBi+R3Su5HlaeVe5QUR
rP6dsRMx2Av3RqJKs4sUsHT7aKs9u3HnTRGZBGdhddaYDKRZwF+DhgiIYy/PQtLbFJ2xdIBug7us
PX29vUgbo6O6FH1MGVhszZZtN+DskqZs8lEM3h/D6vBfDa9xHy/1fd/QGcMP9pNy1yV7zVBU4V59
PV/mkeSBZtY9hm+lY3gw9P3bi+GRXgWTOKt94r6e0hJ1BKY6+f2TUpz68P724mwc0MXwnIVIVTPo
AwvDowOCbT/ryXO8l6MLKHW49qANAlQTNWF8pwtTilFQWVSyHzeBkz1MRIRE35gDBACDhtuMi8Dn
O9piVMthimTUmAZOKGnOmFVuP4hiFRvHFG0y8VgAmqkzStXlJTAIAgi4z7KfmV45eraoAGZrGtfj
M/lXCnfsZVJGI8Zv5Ncs/pIXxzkWWIaf7CoLpY69QK6e7QPSjKs6QFCI2ygq1mY/Dbv5XpLL8qg2
KvWCpg8j6NrmLWrsO93uvuFtGf5U6pzAmBjkKnXSVFX8WIpzV9dTRT+AXTRClb+dOqRpkvskCqkL
PGn+EjVR/AdeKxmdVJcH6aiCy9PrrMF8sGerP/aRmt8htod2G1NBf6CAnb7G+VCOQHHP7Ys1ksZR
JCt0U3sw/FRTm/YhM0qPWJXXalNluKY82Jln5VNzDBp5OiRTKL3BV9aOHVWiOzRhp14pD1HkaIAJ
HdF7Ofwf0q5suXFcyX4RI7gvr1wk2bIt066t/cKoroUkwA0EV3z9HLpnuiWIIYZr7o3ofnA0UwAS
iVxOnvxbn7IxTibrTeHD5FsAJfpEHXoRNdwBwFpPA1WbioPwWkF8QyfaA3pKFb9rRdcErWI6X7M6
KyIzy7NjS0kXtFnB46aexc/UNIZjnaFPm5aiD9xcywJX4equBcdoAHwqey1dkgZtUXPfLbVhhwEB
3O/QVvNDHR1QltS2+TIZjRh90B8lwTzX9gnDPLQf1HUnEjTFzGLYfjUFJMUaLF9JEu95JBPZMSf9
uzMTdwtcfa2MePRxc5GVg8IjmLhUxlYUZtcMuflimODGwNzDPErsH7dtz/WFupQhK/zYs7YF4OZF
y0PvKWMftpz4/JJkQpID9LFyP7VrNEZdT47xYk/KPQ9qYED/4PcDn7Y0nGMWm2zYFLNuqy7F0aVw
HFz9pScbK7CxyZe3FSs4E7D8/cwiDGjySrXJMl+E9QusRn5LUp9R9PpspYJWBSF3iVZthItXaLfB
BKa9SJj5Qt3XcdobCaaWf3P1rdlNa0qFCcOA1yxm9ArkYA+FPo6If9GdyP2svScA45L28+1TuQol
FpqZZd4KGiHhdsnIPUYxNaRtJ+NFTEYonNKvpydm3mn9Z0J/3Ra1psCAVwJ4C6wrKu7S28xrdezU
ftReDPZpUp6H/e3PvxdT5PPHlCB4dsjvI2CRgrpCn3JNSwbtpS8m35t/UzbuUUMKMnrvuT91fk/Y
w6imgcKdqGmOU/cZbSo+s9tIVC9a9TR2TxX7YQgMXN5wetZO8r9fBv76S80UvHeN1MPKc/LMhD8D
HTlsuM5rm7s0s6JBF88tmLAuRRT2REoytjo64g/qfBTPtzf3PcaTNxfuAi6YbaMnVAZlqGqv6njS
oPOGGji161d6EUygbSOHouCBPhchUx4dFyx3aTiMu6Jxd1r+KwGTRFq/1dVBbw/Kljt2vWj0PoOt
Gxyty2x3OZXi2MK1OYKxWCVt4NPN8fTXF/3y+5LJbbQhJ5zg+zP7PRpOZOpdNBd3bjd8OGK4FCSf
HksMsxkhyMDTBN5omgv/9gGuLgX7BKge4BtXoJpsqe+n6JWMTbN+BpHUa9c0dyPr3tppC/ewJmpp
NYR1BJnSFfFoj+AryfvaBhPR+GR36Z63KOByrwh0Pf18e1nXN0tfKJL/lSWlDeqEWg4pICvrvhm4
zZjs2mzF2GtahowtII2YjbOwVF5eLeqNo5nkiRUzB+Meu87fGgy3tghQeaOKjguEypvkPVQZwVwI
vDdxZk6+CivfJGOEy3N7q1aXAVToMgMJTq0MzVOUaRYU7LmxB5ph1Vcw7OW2gNVlLM8IJhRhNoec
lbKJyROrE1hGX2BmghpSwj/1yrRxV65xHJi4g/zXv3KkIMzRBxfQTdWKczcJygVqXmqRwV57dJ8W
0TD0wazWPi+/Ge6X2ytc2cKldxnqhtwBOsGkg/I0kqEjyVZjliJy8j1td/v7Kzt48X3J3mRpN9ls
wveVPjC80KRB/vW2hJW7eSFh+QVnPpKTUy9PO0gY253m/pUD8PqDbDU7rG2TAUZMvBaY8ooky6WQ
IQErrduPauw4pyI7bXUUru2SAWoCFFzR1wxv9fLzSmqzrDcGNfYMzJEaIpK4PtmqZ11VBZAUPhci
JdaSsVE6NcEaclEhgPi7mOvAsZ81tiP5gbONY7le0jv729LPD6FX1hmNSSlTaSKACY/y8S41fFZu
tDOsikChA08AOJVdueaeWVVmakwIQJH2CN8Gesj7DQNwrVwoaaDzb5nQg5yk7EumIEVoDGoJ4ELt
QGt3VHmy9LiaPjrObUmRnMtZfseZErfQL0GpLV408FL9FHxjGdfquwzzMsB4BxI64MMl9c1rArpB
pQUrCAtEEaIR7PYd3Pq+fvnz2eR2SF1w54WWkWWBHaswt0zkyknAT0O9euFDXaCBlyKmLtMzapPk
ZdJE+p3TJIlL1/legIDgazlgNig1ah3EJ0Bx+mWviN3S3ux7RD8mWXU36GowMOVXa2Gu5Ox+ur38
a0W8uFnyM9G2zqCp9QQTlLOTU9nf3ZHdu20W3Raz+NSXDuulGOkU5xY42XHGBRbD0Uj2OX9R80fd
y4Au3Ep1rYoCEg6N6EBggQ/9creFrmip0VE1tunvufwq9DIcp2Gfpy9VU2zkpK5PFsuygZUE3hd9
3PIrjlZFDhLGSo3ByRBW6vdkccHhXWnfb2/fuhx41sBUoEPTk4ysU4IlTLU7NS7SvebkQU2izHw1
yM/bYlaVYXHg/1eMZGZnc9Z7veNq3KdZUCo59ytL8Uct3VjOmpwFimcvtN9AgC138sxk4JUidspy
LXbcQ6qHjfC9P1DrcwnLLziXgC5nDbk8Le4cYHCrA08AvNxYxfIrZZ0+lyEZPoywF1UpIIOavjOH
5Rb5y+ouwbou8PtlSpwUoaczMqpaUmixML9jyiQ8dm/Y0N/VJYDEcjGtyDPJ9ZcyHWtvyCotborB
Hw4uMnu3NWpLgKRReqVSq+y4Fo/W137X8Q06rOsO96Vz5r8FvP/97JzNwm6Z3jOcM6+ODPXjrsdz
ajjjN4cNB9tFv7Co9snUfS17JyQKBuWaTqSCUKaxaURNdH3RCtMMyBRmGDrc8TwsaLMBqV7dBKQD
FqIU7LFcfwadft5ajafFQxa5aYg+ij/Y5P++L9vwFBM854TaWpxre5LfsS2Luvr7gZFB+wdS71cT
YVGVKNIh0fH77c9u9+nz7V+/ZttMF+8j/geHS34dbeEVc1ul+uJA3onJC2Z7349ZNI5DeFvSmheJ
dvN3pib018sXSu+5ZaRchbWeyZ3jlZFWWXez6QajpvT+PKFZ2t2ijF9d3ZlM6TWySpfnM4VMFMh8
xbsT1VE3mO+0v26vbdVYnMmR3BiS2OVcMKHGc/UFfBWW9Zamf5C1ADHYf/snBVyDxjsoGmQg+/TY
j/Njr6Eo1qDmkmzhp98LUlfG9UzWopNnF7ukvZPMw6zG6pSHy3RB+uCwKLcxl2BuIoEhKimIJqv2
Wz19aVTEAK+393Pt3DDREv4D0jDIXkovbqdWwgBDD/bTgk92Ahc/JvAOW2OZ1jQSA2HgrKCIj39J
UsyaW6hKYZVj9kjJqe0eleETzz6BHCZS+UZYc81vDWN5Lk0yxoQZyTSNkIYOz3sLAypykM1MJgvg
w0Sa2twxazjUeRO6bRuornibpiLsWHpQDS3sS/FX2rpBx9iGebzuy7j8XbIRn5u0y4zlrB1a+573
y0juqIMsX++rxSGjnq9qJEq2erJXT/i/vZf9xMzV8zxhuJm6OYdNZn6xRyVsch6lZGu45JYo6XJ2
AMTaBcXF6eZdNT43Y1izg7HV1rr6GJ6dr0xgOlazYJjSo8YJpuoRbdolduE3Zf2gtYk/p+g+TtGF
ls8vVlXsuqJ65pN9PzOwXZByR9L20KIVgmQ0NNLCJ2RqA1amh9v3ai1fhJnliHrBzg2CBJnNdcwb
jxNvUfnivq4xv1DZaeZd3z7MLTriy+QhY/A9K+ZPKIHelr32jp2LXiKHM5vi0j63of5q3PKI3hMl
uv351csMorL3rDxQM5Kpt1GvVRAOwGQVvz046WXZ+zlBRb97M6bvWbaFDVmRt4yTAmUtggJgExat
O1sOpYPHFY8gKZJEtN6pv5tpPxs7S/uUboEMF8sgWWMEUwtfowFSOXCXXYrKCqp6dlZi5+z5d+sK
n4B/pnLzFzdR0ak1lCGgmrtJmXe3t3TlVYNcLA8WAnVceQ4lOmiyNikzNR7SvU1CKwuMrenkK0px
IUK6m0icDlZvYmnKWAUa+wpk3cfV7kKC9Gzm6tA6tMQ5OWAQAgMMOJSG/6cI6bUsKmUc9RkiEvrK
+X3+YZQs5lsuc4Gg1bhAjowT0tM0LUpSIKYmejiICJiY8OMnDVY3AECXRvKrenQ3WFlPPUPEFTPf
6FiEQAf+qjYRemsK5WoI11GlwPgbOWdM2ox0JXVErHj3nr1nSu4LNP3dXsuKuQcT839CpNNQKlhh
FEVF7DqNr9QYx4EJ1toDzTcMztZilr+fGYCiGiviUROLMaOMB16JHsYNESvJlGUECmreQEgvde9L
ERMKMHVneiJOtbt5uofLNXwZrQ8nQ8FcDbgm6hQLYOMqGdp2duYMqohnbd+2+7baA9pz+0jW/ElQ
Y6Pn2wGUEYyw0l4R1eB4juY5Jrp+SNTUz2l/6oHWGYgTDTXw5pq+L3n/uzP40SFmMLRl0BlbR7Zi
bfAzgFNAXgpM1DI0RfUGxTWZMcd2QAoamKIObi90RfcuBEi6l2nmAMixM8cmMMhF1Jh/80L1y/aj
HIxQb2AH0VqChk1AL6TtTHjaDKjEgXcf/Iu+RzeswZqXAKZuxJyg6AC7rtwdjEJyBwJAZYYrM4D2
lhyYUQa1c6SGskOrqz9rT3ZS+K31rDo/Pr6D6HEFKgYADLyrksr3iU6RtFCNmNu7zv3hNBnS/ztj
o4S/crFQNUN9ESQBKJnKjEADkIuCUc2ISfFQdm3YzjnIYX5XtRegavoHK1oozTAbzUaWR/L7dXAg
G3NvmLE7nkTy3e5PhQZ0GNmCyKzpHlCewP0AVbKSJ2h1MyuKCXIIj0zrnte+0fto5tjQ8bVLdCZH
BsXyWS+cAQ1U8eg+OTnz+w8PNIB2nwuQPDkUm4CPMiBApffosC22IPzX5GCLABBELKhhE1giyRPN
xwxke7VqxrVeqHtu9a3faH3uo+JdPhgp8kSJ4GzP7Pq7zkfNR+jYBBxYAt/Lhq1C0XJXJecO11jD
NV5mkSEle2njSysx6kwZrbjuHhgGd1QPWrcR4q2LwJu7FO3R2i1Zpb7rUqAOGiu2efO9MNMH16tB
TmxFtxV9VTGApf0/MZJVGmmaiU6FmNwE1607htMf5DOxV/9JWK7A2ZNb5m6X23ZtxQXmBEeT/np7
ASsuPegQF942FLavg6NcE1leNZoZ211oJUczh5OyI/SIWYybcJrVMzmTJengzCc8FXik4qrX/UIP
3AY4162U0eqJnAmRdKvv25nwdyFd8Ev9ODob1widHhaY5+Ccyo6DTVDcHvIMBgdnbdTKg+7Md7dP
ZNWmnYmQFuCMulopLMdNzWr3iN5aHtgKaKg5ppH5jVlNu4/Lc5DytwFxxuunSq8P8Frc7tUK8joz
xAA33zD7AKMCQ/5x7D82TMMMt6Vwj6EVkpFz5mZSvKYxY4UdGnI43F7H2sHjacNLgNgH7ODSVaSG
XZSllsKEFr7yvdyiD1lT3vPPS/ewqnt7zpdjGczIopjV/eCaGzDBlZgXzuJ/K5Duh5uWCYa3YQVp
tQdevq5QIThUSoTG7NqftobdbS1I0jPM9ChTcAUBc9a4yIA/jZoGYN/+9qEsH5EtPWbPGM5SrlwY
nS6tFyjCzK4yiBnn9HVQMF4UrcGp9bdufGncZwozcFvc2t1B6R6IWUTwy4CPS3Ho9289EKqZQJ7o
gOB/sQclzEeCQYXRbUHLh67X9Z8gafMScLsXTIegGb1495xMpz4DaxzNii8lshmhy4wtX2dVv0EB
ABZRbfm/dE9rj48NnagZT9Ozm0V5v+GzrX/fRIyK5AeavKTbWdNpIbESZmxl+6bwvXFjy9b0DbSE
sAD6ouPy/UTxnLlF0+ixMe76aoeSBC02wrq14z8XId3RIhvHAi1AepxhhIMIJ/2+ztAXsaFkaxsF
xgcNnAYYyIsi26WS9SIFdbWu6zHtWOvnmiECr2NboEBJCjogQdYPmPT7EPRrvI5tdz1Bq613QopL
NZ9nN76twe8e0JkKvwvAZgGPD+8C1l/SJ7XRmk7PuHeqyqDVghEUQeYdmwNqvppGyP5S611j+F0e
gBJNbBFDrK3uXPjy9zOvxu3muW2MzjuRWrC/PdYVO0bcrQHZkvW5WqJ0UqXp1gam0HknKzP9Xji+
1j974lAVTxqx4dhu+FJyWeEfeXClgBxCmgIo6ctVjQB2MdaO7slOdGCHTKBNAPkCQ5oFvuKWtprv
FpwfUcbne01n7l2p0vbT7XOVLNPVb5DvQG5zNx9692QBpawTgVjS9AJ0EaEXQo8Li4W35UnX+n/l
ASwFtk/03Mn5rQFzgjCAtHBPJuNRRZifJ0nYplspzfW9RW8wrgVoAa8Ssx1SA/qQQM6UVk9ggwZV
X1sfOw+g38HInvva+Y7+lbcusQKTlxubuqjj1V05E65fHqzaoYxce7l7MoT7SFpy55FyI78hR2jv
GwlID7QGVe/rxBdlplLR1rFPlvrsVXUokvtxinVxorXwxzLS+zFKdC/Q7HTfaVv0I5Lp/Ee6jShg
AYiDhkmy/p4LEA6bIL0c2p0hyt+O1+6ElYRlwTYSEatHiWD0X1nSblIbrOT14NmnFiGnjzTgvkvN
T3olPnUdsEzpVN81Tb9zJnUvkBz7mPn+Z6UY5omswbJWmZMmy5Kk04lin7LpyD8bW4Hnmqp4Z5+X
FqcmBVriMnweHNX+zsI/Pnrf8HrCvCAMwTGBdehSFRm+PibT6Jzq5mfVjcFUHizl120Z12tYXmiA
XADjRj+2nCxoZ6ubHWewT9Qn1h1G+dz+/LWuXX5ecp7sWa9T6uHzRqb8VendU8rqB0XnR2Y3G8HU
6kowUAUHsnSjyvRJxBA6Js/M9kl4HcYjZz79eXst1+YWawHrDVIZjo1CheRxKuC9tyqzRwMi5keg
fshQw8azOTRHw90ytauLOZMl7RurRU4GoLdPepXu6pKH1hYj8vWDebkaSbky3nZTZmM1BK2tTlhh
1g33HnsQF9r9L3eLGnVtPaCrRyIeTshCv3KpyqJwusyZiH0a0D/KEm8vxk+3T+efhu9Lyw1KVFAF
43n4Z3bLpYxUmd2pM+f0GZh05mBCuVEdSr3pww6vNQ8mq7cAt3ZFVOpj+2l0hiwkE0vvGm5M/gDO
u+dJYdadyoryuapAfpG61PxKcjK91lU372HBxq+9Cy6OCjOPDgPgc4fGsDH2RHhJwFSOOeU5zRo/
QS0ioqrGIup08yuvOM4wyUxAxbLkgXVs2IP2ZjgUaKwKXRvj9gyeuVHFHbIzBjr6QqXZPS0oujec
qUc12Rn+QkPobwfSj1wr1OfObumu1KkXaYX3l2Bqt28LMmCYEABmSm+KHZj/zWMPxtDBT9gA726o
51Mx2enJKjkNBMiJAoYJ1zsrI39PmLjgO3WmBWlj9KHJEuXJm6vxAT0ENGrRBXXUGoqhLSPo6EQ+
1qGN6gIwoia66gq1DuqpT3w9z7LIS4ixmx29eUn6rAyygTpfEsWudwmKY4e0ByKAMT4eG0ZQphCT
fscc81tjTVmARl7Tn2uRxo6aDIGS6l2g8bzw3VYrjwpT/05HLQsrrrwiUSl+eVuVyLUbvrQaoICC
9l6Y3UsNcjr03JpApD4ng4URNPRo2YZPdfOzO/N9pQ0fS1zieVroQwCJBfoc9A5y/atzuGaNmpU+
O1m2K5UKPdvpsXCmP3hG3gtsNiacoWFHuntpB4p4VdjpswlqF6Qasgcc/mns7d3tG7h2x9HatPjD
y1xPeTkkISmfLdw/DJaZEqSVt7qO1h4T0LEtnI7oT0TMf3k8YClMwAXO02eSdH6tCh8060HjgFbV
2t9eilwiej8adB4hl4HqIZocpD3z6mSaJ6NLn9HvfvDItMfNPTbIYiKG8xWihrwcgVcwv9OufEwK
dSM9dO1pw5SdiZc8iz7t+3zKJ5iy2f1LWPoXK+v247CVQ1k7McwGB0Xm+8A42SoPJCsNp06SU+3W
P0zwBPidlmw4u2sykESFFGByYJ2lO9V2eqmiFKqc9FnxdaRK2mIjm7HiZOrvo2T/V8T7388iTK0v
TfgxvXIa7Mb2U/DrgeaJHtLO+6yzPrZbJ+z5fGdPMG+KtSF9TSmR71r8AdSyUXy9VEpKhGvlTpOc
JqfYkeJ709GomL8TsbGPq3KQ8EL2FrObrhrS8m4yerUUyYlVGFvAP4OCyO+dF7P6dlv1V8/LATer
sRDXIYFzuZ5mLhpuo43klBSRQR/pFo/1yvfxdC+tExj3sBA5Xn4f9zpHV72XnPryBa3F5cvtn792
c/F94CoB9IB1lXMduSI8t0py5QRjrkMjBiOoFCO9F4ABP/YGHUKVl66Pgbr8AASCFlbj5B5QU99C
ma4uFAQRiGOxl1d0nqNAL3ilU2glD51Ha6s38h0WJbk7ALqh0o8sG6rysuLVZjsak2Ekp7nLmkjP
bRHUlodsWAWeDlJoxbd5rKpQr5i7R6MjuDqGhOybXLXwxibZzw5Oxm6iaRM4nIFKQ+uLPZg2/nLb
1A2plsAzoHT2y1rBJMSm/5171jEfrF897c1HwfU+HEiOjkxrHj/+YGFl1pJjQK/c1bRuk2lVTlQ3
OSkgs05yI0oLJ1ar+nBbVVYPCI8JLCC6RTAt7FIT4aXqwumgKYab+KDUD9iGABkzubwiCxbx/yTI
QIMxbYqxUDLllCRjWFHADk0dvpLhPJfCCtyuOvZc8Vu9CqnQ9qbTPw+We5xH75Da1Z1t9cFCZutO
4yNKQxEt84NWbnEwrjw1IDOBW7BMXXHxz8td0CzGSKq5UNPm0XbDWgOTxrzh6Kz4VUunieqBMwXR
uMz4VrTWODeqppzm/iVRP1dFEeoq84WHsVXzhgFYiWvQ1mKAvgzoEUS2kpNgU3O0qrxIn/MGp8p+
KK4dZnTf5/tZ0QO7u/u4EkGeixuOlB+wFpfbR/qKcXClKqdpfiJAkvy8/flVFUJwviArENoC/3D5
fST4aj7oo3IaJ0s7KomtBpll8IA04B8iAq18Zefpsahb8pA4brc3hVOEaZd8QxSbhqI3kqhEu/wr
EC3Jj6lwtKApzcEfHaVDYn5wjmbL0o3s6JpOaQv7vosxwQsu6vJHM/iW+lhgUzr3c2qjZUYHmibZ
gsSuvIjgWv9XiswQa80KpU1uKSdVg2IF5K0fj4RsZLBWhYA9C2TcS/5cPt/OtZg9VRWMBLe8ECFm
GXY5xkdjZowWuazdgtOsXRUE5jDqyPksqLjLrRMYCYkoqFZOik38Bind0ftd0KeOYQa4unFV1mUh
A2ks048RgVzKMoys9HiNtSlLoNanvlb2YS1svAVgVR62yhxrNxPonX/FLX8/c9MKjCNurAJLE8Ty
U23vzZ3veF86Pc5b3W+r4PbVWRUHOClA6wsySS5yGaPmEd4sjmcFmhdYUAx78vemBdbELXzpykbC
0mMm7ZKtW9J1lyuz+iFrmQbfrM9GUJ/kb0Ni7Eclj1qeo8AmNszpysN1Lk5W/HbMyzpzJ7z8wgcv
WP/BWZXLs3XxfUkHC4eXzmzj+6KGn+SXW+VNmWHmHwHgOPcwi8fFtATZB+wWwGTVYwHc/Kk7YVr7
Ym8NcE4imOmM+vmIp2+0I7X0XnXC3tRy8C2tgLPhfJnG8YE1DXCW+cZdX9EYLBwNBLCzKOw4y76f
Kag9T7qa1/CoRLIbMJ+0YPcKAFE0yw5TWgIks1WXX9WbM4HSPmgzGajhqsnJVYZHi3r3VYV1e/Cs
5jkUirZxI95dQsllBNkmEuEga8BoOjkWA9okqagYse+DhZbwqn80RLVT+ZtdvNY+A+3cCIqr4dAI
c091nHvabE3EWt1jUENhniP4x66SqLPSZWCxXcKYPPFN5amfQP+5szvM5flaVBvv0HLvrta7zD5D
HA+OTtlFbhuAZOkSmwH0EpqFFbnaQzr9rM3cT2AHSjdI7I0w7X0ww5XMpRkfY+wALn3vkzpTIm1w
1bmv2+SU2S/1RP3G1sIcRC/CBNKui53pmzvvFXDH4b+Nht7zB0xrbeY84FodKBUPaJn6dYYYTzxS
Rw09zAhuNfMJI4L39XTo0D1VCiPgC5tAclBGPSDm0WHHXJ3xVmS+0oG1vvTVZO9aTwQxdzo+5fl3
KzlYFHOOvyve19m6E+wum8bwtsV97yiT1w71gslFvQUbIOkzz0YEG0OenNLpjQ9ROZ/Qous7mfA1
8cOeK7/XDro9PCvWUwWoRk0z5FHmSAchYjOqvq0SMLi5h9u/6p3h+epX4Sehjg8iAASel9c6MYvZ
1krNO9np46R34dR/9eDxUw0tSMyIZqEA8btrxLFu3gwdb9KMkUHsL0UVgWWBoZ/8nXIWmHkTiCke
Ojc0MVuTz7u5+52QB682w4RtZWbeZ5te/2j4sNBaEMvKbnmXMKcnxMK8dvyaijRoyUfFIf1djSLU
tXtl/FKZHQK+r13zWJdORI1oQP5Gz/aGuitNgvSlAWKcN8uuMDX1qCnFvmifhPOpGfaDeeJ1zL0v
o3kQ09vQFXd29bNkE1K77qHJNlzklXKnjlgfvfgLbhdMFdLz6Lqi6jKemKhTYyRu9qTw+5Ie5za2
oPKk+dKxX2Z+h0LHhwcWLy+NCZMODBpaTDCaTRLN23lshxTwLTt57pvHJr6tWyuOLhjY4JqDgAOp
GVnhTU6HrG+YdQJz2KM3gWHTRp5OfJAF5Z9VGMsCloTkVWOJw5EsbFhrncA8GHbJQ6exjZB7xaXA
Qv6TID19E0hPB8576wTYcGphgJXx9fZOrQkABTM6fCAFMBTZNJh2NU2dZZ3Qz+X7Di/+YAEuOl9w
EIgJrtJjRgUeGY7s9KkEf+ih/PEHv/7s69L2tC33jL7D1xv2qdKfXL5Vk195FpHZRsJt6dyA0krb
4/WzMaQVs0/NYD6aU38ik/uZTM0noifh7KSHyeJbzPVryovUh4U5FegWuEogAX06agOB8g6E41Hk
mABUD1MaVRiAsnE6V6Jw8ZfpYXjx8fKj3nFpgomNJEjO+iJWjfu2AlZvJ/oNQNiWCP1ShI6hqsOA
UQhxVs3DXa+jl6/FeIRTrbtbsIIrtw2rQfpyyS+AlQo14UtRIq0rkmYQpY5pyMZurxLi+J5dZ+h7
MH72wHTeVr+rIHQRCBokTG1Bnxzm3lwK1EZmGYnX0JjmXzP7Xsu+t7hA+Va+am1dAHCCjBpPzvWY
N0wx0Mu+92gM1Ea767Jy17j86DbjD4RtB6tzft9e1tqRGaBNR9YcyacrDBUTxpgmnk1jPtug2svo
J56ap0bfAtuuysGsMcRm6BBAj+Hl9hV6iWhbCBqjW8RvORzOH6zbsG9XFxhHZJzJkNSPpECKk0Sl
MSLEn6aZfhWGfQ/kA2rr3Q89rZ9AlWtt3Kp1mSYG2kEnQLEi6yHqHnM9mRTvKPp7sld7bMAD/YZC
iDkcQR6/IW59G/8VJzOBKMU8oMvCoCB7BM8IYkN1YJht+AdKAcY3OOywTTiyRUnP/Gcgh1PaF20R
FxgRWU1ObM1eLMattOfalQKkBr2HeI6Mqzs8unOiGaRpYsrB1m2mwvpKWLYf+k95ApN7W9FXhTmY
bg0IKVoKZODcbFVpgfRAHc9tG9YmSlN1fueNpT8rW9j1NVFLNxZwFpjTjirO5fYVZmPkfcmbuOew
RuOXGQM2ufiBUOH2ktZ0b+nYXqj/gF6Vc0elVffUMJQ6ZkWq7RS6kO0KC1OmtZ+2Tl7htT6ondlt
bOSVF4FbhnHTeCeBXEZbkWQIM4Vw1SGQ2ukPmvLgbSQAtj6/bO6Z7jU076ucpU3M/JGEAHLe3rO1
C3T+6yXVtknNFb3Gr3ffaoa4bZgCe6NwvLWC5djOVkCstujtZQUijxS+2Vi49XnJ4ozEbMsWvQQg
aTkoT2hqvb1By39+EfTgeNElBkQ6JgkApixtkAp0x+DYZhN3itjX5f007pryG6lfqulg6Xs2bwlc
uS148BCdAH8N791b1nu2XT3YsKuetFVcqQxg3S5VHhzaopG+1pUwndGPfnuBq/KWxjw8RiiJy57D
1Io6Yf0Eed6OvKL8+avaald4jzmkTcQ7BN8EI6jReiNvojVrua2AdysubXTV+6DJV4IRdyoASAk9
489tpkSkHgOl8D53pRK1Vn4q6Az6A4CARvasW6gaNrlGfJjp/lMtxHTs3YymoGJIm1ccoQZea7cw
7iBn8u0GDUvNUKoPjWHlYcNsNWqqvPVt/Cd3SWWOvs37/JhmJAmmdqTPnNmp36VG4tz1yUC+Vm2G
Y64DOzXDAglTW4ioQupk8NHvicECJPUOmaqKB0Ryyh0gd0mI8yEnsAZU2s4YDSSugT3xUYdIiK+z
8m10e+2kMu3NrZO/mlzBOARSdgAf5lSNRsXB9F8HwzVBiOiYlW8Q97dmDMkXQ1F135tSW4sQ8X+y
G05fisYksaplXhESG4ODE5G1d0QzZj/TUu0ejZ7Jd4/q+uD3KWaBKjTXg8KsrPuycJaxoFrraxj5
8FROsxGONR2f2rJ0sC9ju6FbK3cTuETUXJYcJqpt8tV3hqkwEFjhwewffpVc28g6r+guukkBJELh
HjwdnuRFWZ2LkRGWWcapWfu5eNPoYz7eD9jA23dkxUoiQ4nLj6o5PAA5FCKj6Nuky6u4mMHtTh+a
1gV8YwO1sbJZePwRiuCNRLRlSO5aphkgfG3aMi6zu+TVmbeygNeGDD3eAMovtHcIR6VXuJ4twTWm
FLGTfh5p4mPiQnR7l9YWAH4WtEMjH3Cd2EBvnZorWVXFOQus/ou9VUbd+L5cum7KfC6TAd83vciL
kHv8f/18S1Km1KOJpc74vHME6rvb6oFeHgrJBoICCK1oGKqDzI9sA/lcpG1GmyIWdh/wpr8zjBN8
c5i6O3WTpXptq86FSRfPHQurpF5dgGHi6MKc6BtZ7LWLt8DpkB8A/w+SHJePlEnLyXYBJYi7NKop
93tS+6UW1rvbR7Jy70AMjy4hON8qiFKkIxmyzkDZp8SVEGloaNXJbK1DMulvfyIG4Bx0n4FhSD4a
OIhMscy8jDOjj1Fk8MdRPzTWFrnPiiuxMEcgQocSXGMrU/TdlMtwtnhWRl/3+sgeSWRqj5k42QSk
KcPoJ1s9aSuKsBwRfHzka8G6JnlHxKygc1rdxtmzUlZRW9cfv/TLgPSFMwVEUJjecqkJpUNa16lr
FhsNEnW+tVUvWbk2loG0/cLGhEsjM/Hk9f9w9mXNbetKt7+IVeBMvlKUZDt2Ykqe4hdWkp2Q4AiC
E8hffxdyvu8eCeIVr3bVzn5xFVuYGo3u1Wv5Zp53BotsIywPB/HGRbimcrywm21Ay0BNjTYi4PaU
MTRWrxdZEbMIzIzHgW0hgQUsquYF843kS7hDkAaUzI/Y1fi/+hRyK91qMihgRaJkmx7/ous7eWm5
JRWw7NmHgp1aqp9aLFEFOYpoSovNFIppbaoWDUDwDwphiIiRqDtfbqLBwwMXzSMUgpqwwL/bB4D7
HA9FuC/c68qJL/Tad8eSY4Jc467v0p2p31+3sLTYpxaUa7ZzG517yYDnCEjfEtcIETRtteEnREWu
G1qaKvS0+z5e88jyqNjjlM4Tn8A2GCU/mvTOX2P4Wfw84nbUYgDJQFhyvhKuNiRkcpwmauu3qdkY
7lqrz5oBZamzMWd9asKAVe51so9vU3mXRwH1VuSJ0OIDWR41AWH1TWk5jcailvI/Zouo3qhuD3kQ
+UMzRpZB4D+UzYR+3xkwpZFFZg9MNpBuKyu8sJXOvq9spVYnfdoV+P6Ytve5Nr4iebNzYnqH9N7K
TbiwGGemlOjNFC2SQylMTTwgUB57vb5XFy7as89L8yePzrqfjZprOBQudHK8IEZZaq0Be3EE6OEm
YCtBhl9db43yMu0Sv44sp0aZHZAezZ9uFH+Rmwo5T+BP0brs4d2hXHel22u1E9dYEavZzm372VrW
ru/KbczWFA0WxyPx49hZKCOq2SZduCnQvB6LsvxxvuvzlafN4oqcfF45fQ5pUqN3HHy+ze9dsm31
7cjzFV+4NgZlunSnHASS4Cyqyp1X7Ma767tq5fOqljZeA2NTZC6LnGoDplNtDbixdP6QKzHR/uYi
c6HmZY24Y3laY0s11UC/itb4rdGYPnd5Qu4tc5xXLlc55UoEj/iDAC8m2WouPFbdToMw8dIEk2el
P82dm26MfPCDcurdjY7LKoxz6n0WJjXWcGpKFIQKHPjKZewoGakvEf2EMhMugBoR6tlbOjv3fuGH
5qSBsi1Fw6zbbG5auf/YQ8kFCSEdSGS1Rj3GCdqjdHBU20DhvQ9rdGfKwv3P5yW8F2T46GRR7i6D
c3+edDSEu1MSv7mlMBGZ8pIG9mRpG98e7dt24n8Myhc8GBc9YAvlaTvxb+Os1bpltgClWo8u+2qv
wceU0/o/38eNhgSXhGvJk3DyfQ410KorCTrc9TJs0uc4/S17/K8vyuKsoTIF5CASHhd6Y9ztDa0a
HcwaswN0T4VmTHZWDhjoiu9ZMoTHAp6rcG2IwZTRtIPjTx7F6vcDAG65nb8ao9EGhg6pGzPXu5XN
trS5T80pi4MKvJOVvTRnf0+916LcxcWuGl5N/+P6BC6tEuoQeE5AGAwkTUo8oIOTKzd9Dbzu/Yc7
fsbzjtOVqGZ56v5rQgkJGgNyKvMAEy6/p/6WzfdWe6/T/fWBSL984on+brfTgSjRgF61XlbWmDHo
281il3xBh+fo7gFfM/+A/+BfGMOmRuMlyOoRsZ3vbcY0ozM1HNay6aZ74hT2MSOtC76uUr8HRQio
i5tmdELQjGYEwB7hrvyAxTlFNhiuHkDdCwhX43l5nHqlEelJ/9Tw/KdoY/QtgEQzGOK1zbi4R06M
yR9zcpKTBsW5SSvg+fiW/1Nld/VaMlGenovFwwsNRDzgZIWw77mF0i7m2pe+dbAPlH516pVLfXkE
//2+MoICCYy6JJkRAXAZtMY/vLqb/oXcCHpS/2tD2RPllM2tP8BGG88CbczzO3a+EdB6eL+++dYG
I+/kk+UY0HaY6Q7OE8Die7CmAp85hFRb2WFrS6LEQU0qgGuxYAX+naIc797FlfdvnCqADGAHw//Q
mHE+knKYTDZAnhQbK0yeNLLhT6JfGcfibJ3YUGbLhYSxpqFpAMIVn6nYdfpdP/z5FwtiS6le4IKM
i87dwq+SXK8xVUbxUMXfJW6VjPHKTbc4jhMjihcFM1Chd2aMcQD9xf0gE1uLOivXzuKinxhRnGjW
N7Q0bRgxtGcX5LG3k/Whho/3DtJjKK1dZJUgdj1kYrRNPNDRavJjBJL0+lJcDsBEMAodFCT0QWep
VgpnYoBlX9PNSHyZ0WRadTcme3DNwOVCqQQ0HIjTPF85FrE+Ca6hvhLZGdl6It8gU3l9CJeuHWUb
vP6JTPCBH5+cH4pGiBmcDwD4mWxKHtFK/4rMGaRQivrgc7oSBMoTdu548fhEkhJNzIin0QJ5biyJ
x9zJAVCJmi6c8+98hiPZkOTTNFeO4dLC4CTDBjAwlyAiIDxTn/LOiuInCA7E1YqDX/48mhGREwe+
R31Ji85oBzsDVRrJvwC5SNvj9UVZ/D6Sk4AnQmsSxBDn88SrIbY1CjnYdtoUwx7NMNe/f3m6MS9A
uUgoOjTL1SRl6hbCy/zUjhoXpNB31IEk0e1HAw130OVF4gcVZ/X9YtfQuGtAbhbppdBfGPXHT02k
a0wyavOCPCCIjkGEI8VTEZgoB8SvUGnrukmPNOFDiQmpGWL+EMJFXPLW2BYK3eWe04dWoC0GxOvs
n6JfOUALawVUDbQi8QS2Qays/AJ90FhiWxqJdrFF9jW9EY3wd4Qn31drbjOYL3piQPNr0qdd0rZb
UaWBwbUtANzXd8XSSECdaUHfCvQTSBSd7zqbzVyrK9xdVjttv/aN2N78fQNAO1y/yCujMVK5U3Sr
ymo65maked+HqF/Tz1n4+QCSopcUjZeQtzSUhehdUuoWUIyRB6mt8c26PeJCl8B/v3/BAZ0Uletw
z0Su8c9UP0IwB7CA/e1ThAsFLZJ4JYOxRlkCjibV1NZHE5hOJ6DIna29YC9PPsAfYINHMgN+Bcf/
fI0JCAO6jmVDpBW7EroQNKBJeOsYYAL0uDIxZ6BrSgmzkjQuBmalIwiLX+M027TdSgB0eWXBAGYI
fGxAzaHidT4Gtwebn0D2PTKLeodLatPUYavtCm/lPKzZkX8/iXwZZOT0XMBOgjCea6Fpsl1s35Wr
teLFRYEmIfgEgKC4qFN0ulEWojYGaDpWIe/Ir6F3A9NJf11fmDUz8gCdjMcAeehkZ/oQVZ21M5HK
LFj90zOLH9fNLE0bNGxRlIaGILkoGesV3v4z6/soyyLXpNAeKcEiNoUtv11dTeI0gZsCTAu5EpX6
BVrTndO5ZhfZzr6ynwf/zkm6wMtfxuTHlN2cupDGgNNEzy+461SKitbuciQHtS5q5rvUjcD1ZLYr
V8nSAuHMowruo5h7wciJjKdRgAqpj9LMChg5SM58j22vL8+yEXREIGEre/4ULwzUVZ0Ty+oiJJYs
EaIBzfZWPMCSCckVgtAbT1RksM43GkmBNNMs7OeCvXQAglXkm7XGJb20yzxUGvAAsmVfv2Ij46gY
oxQxwhvnDy6zvvq1vWMDD5nt3V+fscuoFREkumBAIIZ8wUWulKJZEKmZQkTe3AdueT/Sre0boTm+
oPK+EjYtTd2pLeX9GHO/GyF7JCJrfPW8N16DeIG+XB/P8tTJTYbEL1Sc5G848QPAwBgCnWRjhIY8
ne5E9sDmjbeWMF+zIv9+YsXWk0rPOlixNLHXE7CQQe3SNb6S9jZ8LgIkLA/2GartaLLGM+bc0Jj0
fsrNVkQg4Q1m5KWKaeVWXlyUEwvKotiC+XnmcxFx85eoH+IMsnVr7SMLkawFiDbw/jg3OJaOMl9V
3HGvmCoYEe/p9FYaD3PubC2/gI5aFqCduys/0GOy0YwHbjzyvlkZpMqR83ceAVNBxwUaWEBQooQG
XuKl2eAaY9Q67GNwzYes0o85a77Nnrk1US2cGvOLLTOMDoTeZod/v74t/x8/AMg7AoJ47yI5zGxo
1YwGdozHD5XxRx+GkJe7Rrsn/buXbXt21+mPlnlzVgjzDrHb/7Wq+MNq6qa2dGB1slnQIDBqwon+
TOwVJ7J0HE7NKJFdkxW9nU3OGDXeh1N9ZyBXhtKHu7s+h/IKP39gnw9GveKn2k6BSRgj382ClNEg
XQFqLflCCJU4uAmBBbpIRXN0eCTZNGKT8IxtiGjDZC72mu9tKUm+a27yfn1A8mhdDAiPO3mPoGSt
+ioTfmpK43mMYhCpGs29XtZBL+710QjBcxgUN4Kp/nMIJLWbAwIllF6U3eCXwP2aSSIi9pHFr5az
EoLJW+liOCefV3ZBgTYSb6jxecKeqz4NQcaSgqkeJaWgA/DYBw+VttICd7nxpJgoHlzSTV6+ukye
UqRvE1T961d/NAIr29LE3DD6dn2lLreeTIeA8wx5KgnVVbae1g9VDw6vKqoDZ0o2Pv5dN3C59fBx
1MIAfUJkAZDuuZ+fU6MS2TxVUbrz9a3zx59QD9sWK27w0tdLK0jtIM2F/9S4AsLD6UwHWAHPZhCY
YFi5ERCILXZmQX3Q1/lQ2J60oHu7IkFovDJPCwuBlx0QYpK4CfkpZSHS1mx7BqFwRJGHcmMm0b9Y
BtyzlmwwA3GTugylPY+pOeLzLnjAqB7kw3dNC3U/BH4lvG5raTFMNOdLsTaoHqinX4wFmFzSvIJS
4tHFa6LaQhbjuolLBwMSZZRRICyGsjREyc93FR9sN0+HsY4IzUO9f2jnD9tleET0W1rtNJDgX7e3
tItP7KlZhMzpBRMFOu0bdAeApjWobXq0Sl8PCAMTaoVO5esGl+YQ8vZIxkkvYKgphc7JfBAUkyrK
CH03RIYwKdtMhb8yrqVdJzNgUtAJ4HZLcZxWVnllT10c/7kK7qd0LZ+4OAy8J2Q3OjD06ptCG6bS
K0etigA7gjaF+1uvwHUl4nGVaF764HMfjWwiALWgRQWIE7N2viNMYcAFpBm4EHgRdOxea+6reQqI
I7amduc492CXn3sdP6IODPGtqLbXF2xph5zaV6NNi/Y92PrqyMnZD27pjyVIcgOATXcJr56tyl/B
6C3NLCrLEJ9DVV4H6vN8vAYoWr12SkD4XGwqoM86fbprsn+xPU6NKJM6gx+wBXVpi56qUGuC+HB9
zhZ2H/YEgIzIocDjqT6vncweheiSR3ZAUala80OLn8fHDZnUAnxOTuHJWwZ9PnyOq4lBWigJ2uG9
Xgl9F78veelQSgDEyFcOD9fiTGQc34/ZW4nG8dfrs7OwwpJiD/w6YIlAD53y8+NYd5O+zICu7tOd
Q/g2B+X2mmNbGoOkEsYDRl7SqowUQJhtg2QZ4HLJj26gQSdWApk1A/LvJ4tAhtYeED2xyHDeG+uP
rx+vz5Lc58q5lzfa/x2AMktZO6Sj3UmAZxkHg70X6CizvxD2cd3MwvEG4hYoJYAwkX9VQcn1WA51
N9t1VBIOkVZuNYFRpejWNt/jwfvQkm7lbCyuPhpEACMDWR0C6fN5QzdSXXSeXkc2yL6Rskapp0nc
L5rPb8Qry8gGWk/Ax6FkCSoEVdZvqkHfXQmjiWgfTi/VGgPo0gawTGwtguYpdBgrC+THeVF6Dk5J
AumaBzGV4lD36Y0NAn8HcWpFcYdVOg0xBFRYVBPtIR+tJ9av4UMWBgLWAZRCEMVCeEcFjlsOgMRD
YnQR+RTtg6huToigdnDyeeUCmRs4mJTi8z1ILp9nsr++gRd/vaTsAORdZquVcwh2XaR1Gnw++bT6
76aWBte/v7BfcYcjFAMpDJB2qjPMmKc16VT0EYFWGEHNvqhDdw2/tTQIiK2ifQIuERVwpeztUqIN
zVj2UWmzTb6NabsShS94E9RvZYMW3iuS7fX81NU1LdPejrtocr4I9kDFlwmicVZ4+1wBdyP5baCj
gOrBuRW/a5sk0zBXEzg/k+o3ALgGVNauG1maqxMjngyYThzvAEBL7QyYq9b+aDZ9tXL5Law35ADx
5IbIlTzXyn4SkALlPdHbSIv3mbHha6Dhte8rbkNnxCtrG99n3YPmv4zmZmYrLnbBp+NR74DsUWrV
XyyDAcpMXXh5F7VYYa5PoWV8tNVBVIekf795MXwwo3hAn0K7+iLbSVquo1Wc8ehD99EMu/K4u1xq
gA3QKwOsDHABFym4vvXtzqDEigBpbu/ibiXUXPg8wjNcQUBwo0HVUnyrPhs2SythwoMnAedZsIZH
XzSAq8EBHzpeWWp3V0806InYEwAmye+HIf3n1rn/j0YmICyoMl9QqxRD0+l6NtjR9FS0X2O2EoAs
/HiJU0LDEp66eEMpG9Uy0RwOgjcDTXDGzqzmN91dI7259EqgHMdr9y9i/xL2nVV2S61KB2qQB6m9
4T4oa+/sG1mX4Ivw/pMsLcAnAmaidnNONO1I2Y965KE5tXC2mUt2lePd7GFhBRcoporAPankYY3V
CC/WGgMgljGo3Xtt2rIpItZKxnNpysAVBycOPhNEtor3qxPHnSADY0S1Xt0RGy9BtK19RY4VGufe
7WLtyKyiUxRQeDh0tOCdu1rPS9JCi1stcoOKv6fx2/UNfOkKQR0IUguZCwAR/t8M/Iknhwi01+gN
8yI6dK89WtArbga+rr1eN7Owkc/MGOejoIVtTaXbeFFp1CB5DAaxsiYLBhxUSZADlFxbF8W/3ukg
VKPjIFr8l/Fi5Cu/X87y+UsAJwSgvr9ZNLxllIMYm5nhVLVhR2XxK+l27IPUj8LYkXlHxZ+bpwrr
DRSyQVA9vqgqg8G9pXljAom1JclDdmP/jzyJcISoxUrFYmTslTBnts10HojmRJURZKifrGVLlxbi
9PtKMtCjJJuITt1IP/I4D7xkTSl84fQhrEHyChgySRyuLMXgt37l1okeVWhfGusOvLtZ0LASRCV3
N68EwFuIaaEPgTz5X871k7OR5VrZTqwhUfuQDc/xGtv9wkydfV6ZqcFoMqrlLYlAfRoHGV9xhmuf
V44c+J04KQU+T+0wSzd0jRpDzrNyJMBcC9AAWCUAvlGLrE3W23OWZHNU9ofeebbyT5Hd7pzQjoSs
MiJ/meRXlnrS2NBoNQfkOPOCFg1VIOCwxEq1b3EceFMg2gQnN57D564ptUg+O0WmgysqCXIRidYE
qfnL9a20aAS9tbj/ABZBUeTcCDO9Xst4TCJWfpvt32DMABvHzVgRNG+hcImgGQVjgOrObfRZixSh
DVigYzwkeRfY87fRWKMYXTh9Mk8BPi+UQnAwlIGIsomzOM8IdDb+1MZjDFoUDYir1+vTtbB3z6zI
X3Fy8sjkWrxuUhKZ9u+aPOfx7vr3F9w5mDIkzaik/kCS//z7aZEBHF5UBCDqg5W9ae29X96boEnv
7Cao1vqPlkZjIfAB1BHPyosy+ghlQxdcdSSCXNjWHUGs3K9t4oVKOdStZS8QtCVQKVeLVPGA8m5T
chIZZPrJR2Pbl2CunmN2V6CIndrNnSesrVM7WwPdaRy32cqTcGGHo4kB+D7AxhFPqrW4Zpwyoln+
HHHt1Z6ezPS+GO6vr9rSPKKagHQ/GsXk2p2vWkdjplWJMUdO5j6aQ/c19oeVt9TS9gYIWuaTEEle
wKz1GFKqvJAmmp9GaQbMr4JxslEiXTmsi4aQPwZOSUbeqtfpsAo2a0Y4fwItV1a5VkAmETrUpBvG
xNv1mVtaHJTm8ZaWPSKuKu3mUXBceGDcQtsD3dgDEij0GNM0vG7l8s2LgOLEinLjeDXVbA790KjU
7Key7oMONPX28EOj3d4hKy7ickh/Q2+gPsHmgOYBuVlOXAT4zRNORTpHWc9QKdc3ugVBXO3j+pAW
rUgKFRnsg2xOuRzi1EERq3CnSI+1BPLQ8/M8VlB2q5OVW0gVJ5PZGsjP/l9LFzVgQieGbj1Y0o2g
LI+x++6Xf2z60rZgae/Rz5f+f6QpLrch2jxAAweXgf9f7Pc+14hVjMaE9umgz7dNDyatAJpDt8+i
7F2QrhZvDPWRHxuOQO+bwKkC31sxTXjoP/vZr+tGLr0DhnJiRPEOdt+0IOqa5kjrCVS8xkfbbFc2
+NJu+Hu5IqEDsLq6G+iY9bPT2lPk+vtyhgz7t37Y3zwKyb4hxS4AmEa9/nxbzzm6rNqsrQ/fPG4F
eIisuOmFWXLxsEBWCnhvOFJlliCwB7yxn9YHO64CT4ea78paLxmQUipIdCL/6KrtFwa3sxKv4OrQ
F+FU7dKVY7/yeTVLm8cNvKmLz6fGazLvnPTl9vmHohhQvZLt9QKqTAUHo6Gnl4e5Ax8Uarr1CoR8
aQB4gf3t30I6zVU8ipGUBZ+SsjzkQRt/1PXN72AAPEA+A007dG4hHa/sH1Ix1xOkORiVtUF/OKnW
+hkvYydYcJGPR8oIb231Fq4soXd6rTcHyI6lJKj9L5kekPKxygCDXbklLycLtoD7k6UdsHmo95Y5
0JHVpOPAPT+y6Usz85uPA7oGQI2HWpgFeJcaCBopoH7pbDeHdMpDEGEG6RqC+/JSlBaAt7Lg3WXy
63xB+k6rZugxNoew9b/6ftj3GyfQ17RblyYKSVQERQC9XhKflMSlbTL67GCVJIxnf4NL49aDgXGc
WJDb4uS+FV6BKo+AhaKvNiMl4bgGN728i2AB5cK/6g/Q4ZBjPLHgl66d1z5hhyZ/KGtA0u7a/qG7
kfIG9yxSRDJFiHwzUmpEcbDJBCzrjGN+aDu2g9hTZa89LhbWAkYgDwTgiwTaKS7WTbNU+InXHEz6
WtXP7c1RMDQkIPfhg0QJiXPVg2txPesFpeVhip9Ftqlud1D4PmqQUoYPKcfLp2rXuX4RF4cubcLY
hiK0dnd9Ky0sNDTLkFcBpE6uhPL60m2QpUydUxx6a8e0J4c/+HlYrNGlLFiR2BUb507ixHx5mZ9s
p9jRi8Ibh+qgBTn//Tv3f605j0ULoOpGegKUAfCG5xacntUNYQIrYT4w70dKX9Djj5bDlelacLgy
/yExiB7wRyqSJUcWWtggOj1odv6YjXaojVbYdP5OEDRhB037cX15FvbvmT1l4oq0iQeewd6QTlvH
6rZkrRHgMo4Cgg8HHZk1qVSgMrMMJJtFLtzqEDc7L4bEkRc01s2BFArGQM9IOnUA0P6KzZwsf1Lr
YD2N9frQT5+G8Rtap9dnaWkMQOb4cFfQjEPO5Xzx9cJ1+8IzqoN7NLvA519osVJ5W7QAHnNkOhHS
gGno3EIBhlvRWg1CHfT+eJRufBv6Z9laLXdpFwO3/b9mVIrbJkc3Fbdhpi63VvWsZUc0AK1Jii3t
KdTuUV1HHR+JZ+N8LOCBY17Z5dWh8X+Xx36tE2vx8yiP4Y2GM49b6vzzvBhcYBwINpSPiGQstqCO
XFnvhQcaNhT67bF15bNdzXwRo9G8NtOrg0e0QO/vbC8OE/Y7y7JtqYHmGdWfkZGAiTX+tKV9IHtk
4QOWeJK8Iq14O9vlgc2/Tf9Vb96M6c/1zbwQpMDfI5gDbAAoR7V73Uppn5Qjol6n9Dd6bX66Sb6f
7eofrwHTdXI7nwvkjnEuob8MtRcE2ufLZXV44LRtXB4GdLOaDCxkjb41/ZWXyNK8yXYwmS5CClkN
HussHYqpgZVmePTc/SBCY60/eunsgAQVjd5A6WFfKMGdSAotcxvcMX35BciOLW3KoB2/tuMaOGVh
gZAnwhsd6li49C1lxkbDqoB2nNJDV4qPodJDhIIBSbTA6YatGN33m/cD0ogAfiLEwKtdVUr3m84E
yXtVHPwyIthv2SszzGDCPxK/XDe1cHSBQYYQHnyDFKKQfz/x07koESAPNoIB990JBuP2ywytIuAA
QzcPogB1E8TTHPMOy3IoXmi/gXbp9V+/kHdFphCbC7g90LzZarSU1DNWhiMszpyfibspRbb3unKT
D7uO7BN/F7fZtq6+xsZaxL+w9c4My7+fzBt33HZ2zZgdhDY+dc4YusJ8rMv4HhQtKwdJFWaTMTNs
QR5RNnAjtFUCNlKnBSiYEJmb4BlLsq+e8WQNTxn7Xvb+1vF+OP6LSVkYO92mXztiC9EPUrEEewN+
HdJGyhFDR2eic8djB2b90/EvvvmINoytO+3j5i4Z57WhLmxHxAvSY+Bpbl9ItPLGFywRIzsk9fMk
2g3zBBKzbJPk5aawfzvJHUgsW/Q5GKD3Ys2zb25r//vKplo47cijwuHLZDpkJ5TYgrLGzS1j5Aeb
dPe86dsAFaowTunOSMwXszR2fWt+oDSG/lMIO5tkO0DEI8GDoJwg7tdBmEGnYO7jZv3j+k+7+GV4
IsuOZ7ka6EpWJZKS0hvSOSbNcRTfgIwJIIjI+dZK9yS5OVMFA7iTfEnTI1FUimMwBRt7znt2NMty
s2dJvrLUS0PBG0eWsZDXhQs6P0DOpE1G6nX4vh7UBniZKx62v9rmR1r/vD5pF3tKThXBe82R1zgG
dW6pyLPOFJXFj85mFtsy3V3//MUJwXPNQr5KgsBQAVRzGHZlTPrMneFom3/y6kjFnnCoCh9iG/xD
1srNsDAWEETaaMcEXcSlbLrRayM3nZofK5DSkgf9+fpYlj6PhzO4+JHtAYhROe1tmceDVaT8yM0/
ydas/tz+eZSOgKlCnQqyq4rTlLl7L3cMfkSz9q9uLeBY+vGnX5c77sQls750epea/NiUPzaOuZLZ
uwhnkE84/boS41pZlwyWh9/+mU0H7XPs326fG+SP4HAsML5cVHa1diwGFKqaY1F976Av2+vWzRtV
tjHjFYDEKjqP1JpXDToZTadY3NR/EgJhs/M4Wv+Y7pdpvtPam981iJJwKQMPhlcm0iTKpaVZuBi9
OuPHMUXCrew2ZbWz3dd4rZvyctVhBxoCAEJYSJuosTOwLn49JD0/6nRb0+14a75YDuPk89L8yaYS
hBRtVeDzfftI2WtxMwGX/L6DXnnQZvg4F+qmtfwsTWJ8n0CxVtTJt6YpN7pebogHgmDTe7m+yy53
MUA7iCCQnobRC4mzwm87N5nFeASuMdDH34n75owrfJ8LKyJJMRH6QxoObHjKkMY5yRFWZuI4QlrH
rnlo3OwEUSJGMI4pw/cv+ieSuC3AM92P2MjQ03tKtdu/j7IwyCjlswVkGcoAMHXN5JHcPna71mfA
y92MoYKaIu5wedohdXzRcTKXeTEZbmof/fzTzo603EENeK2nYWGpcfZw0PEmR4eUGrkB6j4hvqHW
sT2AKDns2nKb3swXiIGc2lDyCkPndthtsEGpEdLxrTHX8t6XtyssAFCIqpzM6apPPKvue7S0wgJL
w9L8iotlV1S/yXSvWducrEEcFuYMry00HEkJVJkcOz/tpB9qwFJM4+jN5C4nEFqGUHeyv34G5S13
htzCaxXEJZJORkJLVc+YpKysjNwjR13/LaCeOAoobg0UaYx+JcZasIQrRb4d5NvogidlpACdIJcy
HbvJ8LWgGfnwxYhd4zMfqR8i/Ipvjh/QKwdsCGJ3vPjQc34+f94cT7jgOuuYtlsoi3drrbN/s2HK
3CFWNBDbojwoz865AW66sajryjzqfmdvE80uNiUtPLwKePs0QxJHoHjPQDjtpSwJNaGP99ZouUE3
682XWffye1aV9KDzpoPiOqd7vE/drzEoJx7NciLafnKc/ptOuvyrKT5BKgZcrnOX63a3K0gybiuO
RCAlzIVct52138jsJlthE+1nW+T6IcucNQKyhTVETQm5NZCC402kdjr6YFsgzszNowe+Bb94mQwo
ys/7qVvx2pevTFm8ginALBDPYt+cT63IkW7tqWUeB5sG5vjcA3FheT+n1gO/QxIk4rHv90Z57zRh
CQjL9TOBB8zCtSHxmLLFCCSOFyyqDe/neIwd8wg0yJvBfPZUJaS4ExTKckBoGoe47ppvvWOUG+xh
c8+NCTzBIxocA38uRbnxBZkg1+g7zV7YZfHYdN3P1nN/khz4TmYXfrfVy8T9MespfZ0hRMyheY9y
8MYy4xjbxPzlWGj9AsbOvG/yyqWB74sszLjGtmNfaXufO+KQil4ctMl3flhIqjRBX7jartOZjs6o
5A9r0l3vZiBxo5ijptFyfB0K9kPiInnsC/2extnPTMuhpdc5PPCtvICeS9r8zoXePwrQZH6pvA4J
eW7Qz7RCI06QTpMB390hRigSazdzNPxvmtT+5GVno2Tq0g9sZycPwClx1L3xrRjbOpzdOX8vfbcO
e6oPOwzfhHxfJTaDHs93tMhJAPm9fMtiDeFfl7+CUCd5bCeNbM1e+zlPlseDoZuNNHATr/yjTSIN
egd+ysqZ85VN+iu02fJXDjLsO51xY+PZvVtskmJ29DBFo5u57YNMb977vPM/RlR3261XZmSvs/5H
3gzvul+JQK8n44vnY9KDyoc6Ke+Y+J6x2sXi1PaMxuSyfJ1YjTyAofnx/WSa7aY0MuvZpSMU7jxe
lUVYVaYXWb0xolqWlpu4KYHYyXWePLtmPf2iZPjNeNLuGtZ+VjNyxEFqaokeWCRFha0YvLeRFW+i
9d6NeZ7SAK2MJOrcnAVApoLuXZuSkMyVx4JySMBr6fii5pte06p/HA/4tCKJk83QxtWBIl95Z/n8
BT0Xn7YuoqTKUiMcW7GlLfnd6SMP4toR3/x2Hruw9Xq7fmq1ut+PvPpTwFfFOzS1gOqiHewXhw5N
v4kZGBFCvTNBKpwMXuttPDHRI3BDH5XTVYixNEcgPTgeck4/9caNpqxjbaBl1ceos18ibeD889Ta
VDkYaEY7GTexRd2AstTbtczh977WO1BRoKzaFixLy5Cg5/JLN6e0CZjZgHclMVlAaDxsHSej+zqb
k2CwOxbqaIr/w3LB7vO8fIUYYBKQOrcgDZm8961mvjmVUd9PU/tP43TtEDgsqR5YMWmbvrM/+8Sc
3VBzzda7K+ms/wPnEwc159BcpX23NcBvzSO4Y3AKNiAuK8d+BGloXiPWpzQsEiRmUMt8K3U0hNyB
FzhJQXWQ99a3mABdM7d8Dhq7q0MRmzluWd8J3YL+cbKmCt02g4XaswswejVVsQOqZsZWso3AGMlj
NpmkCqzJapr7diqtADSH+sbJxmZTJQ3Y84oawgk6aOcImqc2SK92IZnyyEjhqDtL/ASVcrN3ijLZ
jLFlb3yjMY3dmKLmu2kn7x9z1tryccz5Uw6dh6dqrDIDW4O/GmX5OGVaVLg10/bzgBtr01pkAIMq
fYlF8V33MjiekdrWHNp0/GBgKBsfuEezR3vgcGt9lQ96oOngaS+zLI2D3E2aJ2YStNrlfj6+VqRM
xvvO1pK70WbJcQJ1iIY+uZ7hDWJXQa4l5h63eXLfdGVFt5nm9vEeW/Vbzsm+i6Gw2Rv5h0tA9oD4
kIcOfsGmdVm9SXOt74MkMeiT4Yn0mYs4D8dhGJrtZI9fRtLg9FWUERZWQni/DESQO5HG5FfMd32x
G9C2sCXxiAMAeoJvIrOMGIA1aJFWHfG+cmqUNMxrm7973JxeUCX/CTp08qXshueqwGpoukU+gNj7
P6RdaW/burb9RQIkUuNXSR7iTHbsJE2/CG2aahapiZT4699S3sO9sWJESN/BOUCB4ojmtLmHtdZ2
0RIobZPAQ1eu2OcmSPBJ0la+ksUQFADF3cQWGrwUlj786rsm2lDhlo/oO/ioquwFrDJ+5ZLauiGF
TW/cmhVrXGctEJaIfLyhnZ9pehqibBBB4aAa1wrowRstj7TqmtpCDH5Rqt+Q0Mq0DUV1h/ypW8eF
omRnkjCXgwx7WHu/SEw7RAXdDHu7roHN6yylB4XNPF9K0/OpW7yKmsqg0ASMawXqE3qrJkZ5m09i
Mzd9CZzaCPBGGzaFZjJo81uJt2Il9D46ouMhIraEEztAJTHlaEXQbmk/vrCxcEO0ukl9TlR5Havm
ppVJ53eiADrVKH57cKCgV5Xcd44iIZqw0pVloROFLmFZLSlMvzW59oKH4+9opqkedIz1oUvGBiss
EP34Va9zjqlHqbFx8P7loUKj2HwzjlWJc5rEDB2POpoEXZ8WflJ5IOZa7FEfa87R9xVZZtpFQwgw
1TZztEAVIH8bVQV5VPxEnZY4VYWkG6ZRskoT4gZp72a3dMhLv+iLDbciPzKwL53AD8NT3R+B0Nf3
pImrAKx1XFJT1BCWySBY7tdFVz1BabdY81EnKyvNIxzaqD3awwAF0IjXBwlMyJZCFv8G4OF4Uwwq
8d1O/h2xlAFeXB64qA7vbShfbKaUelh6VK6oKUWPTYjkS11A2083sj3QW9Gq0rLuBXZQvqCr7xjC
RLMdc5P2wUWTXRgHx6yDyJH5HSlG9SNNCkZvtd6QP6HWTXzVNDQArBj3rTOil6YpX43WttY2jIKv
T91txUCigGt9foW+vsXGc/o/Ju0edGnAuTJrwKE09+jyjK7dPrGbIB0AAaGo1yFpaUdbgzZtGPGE
BdBaTQMz8sjNmNiZH9tVewUzXPlV5rJVnjbOCW9ZfSdp3u+sHGIzOcHt6AlzsqBEKmIjc7PfRCSX
154Xxb6bDC5B8NYpv3Kr+hbke/OFosNwR9zkSXbom2kNbn1dwIb4JMtAVWzhOHGnxs0Z4M3tXVV7
HA3qBurHGa3+tJ3uhPiteNDbtkC/9kj/Exeod4eC6yezG9phq9ki7+6FaSSvLYErI2izazxy6Mwy
vYE8qocCf+2pfGOgWUkTKNbc6KnzkNsyx1E2Ct+2mpfY7fY8q9lW88oUnY6SDfw11xqgETusYWg3
TduLq9zWzNDQBvsK8oFdAGB+7Te6IGKdMij3NYaasHp4sulYtgGpoJ3QW+VdrGi8isykWQ2aIfB/
tKEX/2papwz6WmtWOCKQQLJpmHKe+YPnqg2e2790NH5LLteQFKnAo0ARLPc2ZuaGdWT9iWmlo2Vj
BDoKyKy+06RgO2UlctVp4nuZxCRs3gXId6hbLtIjl8kbaMDFeuBoYSpI+0zzOg0KYr+o0Up3eWfd
S0qgk+byvyWr3Lss1vs/4GnpN6kb9SflRtHGKCqIW2gye6zijq3KSB+3MbeltxrNQs9u0cCi9rXS
i691LDl0gkHJdx3JEJM2vdX5lGlwvXLQYFaeHIG/dvGcWVXP4LxpaPTT4q38wUe8db5e0+RoQkV5
DLS0pr966TQvJG9/Qo74l4ztKChV0sJty9BHR56ikQ0PddPB60tgXm70thM8LHK70IMsk0MTuHiQ
/gyucjdQZBe/4DI0IVKZll+aKaqIWdfUqyTW6pUVFeMKPaWza4g7NPeklPq+7ex0XdvcwibYeR5k
cVt6Pk/H6DHvOOCsEWkL56brHUb82BRKhbGjkbVG9L9R0on7glSPjW2XK5hdBAx6Wm+Nyo6gA8QA
lhNaGf9K26qDh9rYDVan9ZINgzkKJBAxP02tYdcIGiBgp7RkkDeVWdbkVHC7qraQsk3Rig+eLRTs
o2ydF3Ue5mlyQrX5D8vh4zErC6jVj7B3PaIJT/31PNHBhFuwNQ5+PbqOWqsyd/NnoBHdG8VJthoy
kABG3OZjZyv476zufqbE6vDZbl8YtQe/3ukQAI19ULVocLhiRQmtxSoxTgBsuN3GGLM0g9NXoW/4
de5BTLrAy62RHq4pSmldX9dwGFW1jqUObliv2S8CG/QSFZ4V31od6iwO0JdbPR2YecWFcYcyvoAo
p6AsKM1e3xaZRftV4jZIesYjqodgL5h3tZ26oOYVrySz4MxCd/LO8FIJZ1AmO/RQZ7VvIDv7pPUs
vkppFMuQEwi2aJUNkTAwYdjOq0uYG17kyfNgx66vOQXWAag06MhxBgqOQdnKI/ov21K5DjIGHGBz
cPe8a7nfNgl6VLYqDfI4O+nGmAbocX8s9e6RoaS1Mz0O/y5WHd53tw2ipCzvmV5WwYCkxXNlV3vF
EzhiOlqt2b2O+5yw5MrAe7FJDe5uoGdCcJmpGwKZX+2g5ak3DyB2Ed81o7q6jWVSl3cQbHnobP0n
mme1/U0Ud6Z7iHQdSltK7ws/qovX0upPOi0eSd1YOK+meE50iz+6RWtwXyOjeuZmP9yJurlxy9gO
8VDmOPWe+1Ok6hk5hCqp8AZyTd/GtqX9zKpM95FIAtchdWqSrFP0N32IIIn0bMf49SZjzm+heiQe
THqAYrm1Gkf+xLI+DaoM96J027dWuDFuGXs25VAFhkIsmAw18x30Ld7UdlEFLQXfqx88/QS/9zFx
zfQZsv3OLwjYJTtlGTUe0NYp/GKI2F3EyNAHrEAEW4CFtCoAXrnpITymrw0VRw/MrbwqRGeOim+V
2T+0lZ3LmzSfJFkLG0Fd4oG/2MvozRDjW97116LOoIJul79GRx0Z0hY5AiYuyts+cV9pVJl+WQNL
vKqTHs+R1I0eOo0u8GWuU0Hk0IXsGbALHcOGo+UAufI65oA5ZtZXFtN/64P12/T6LGAVDKRV6r9J
C0IugSnyVYrFQOm1BAhiSLBmddQ9KeCzgtE1ItygQvytTaX5heXEwdg4ChFQk8Q3XSX6HadaT/1c
8ptIxRqIqxYgVhkRlhHmsf08cHBIjHTcD4XthAjtEerJNINh8U6NHj1rPNV8xyrMjUoLHoyKFlsl
3WTNsqjHT0vrgy0rgRieT0ybKGt+QoGhC1MFDxvxKQx2MrK7waWYgwTxNFeFOGlSFb9ydJT7AeJr
JbYQYGvuM0DtfYKnRwTSMY8KsmmPNWQ6tg4ye1lAEj2/ga6e9cjzOMUNt5sOcE106/LhL9IXDqzn
lSKD7MOIaU69rlhpb0Rfry1e6c8IiGVYAgB4JyAVu2pL1oJ2Qo1fBev6cStisPUROwHeGsNS4BX0
fK/T66B1PbXhg/sDSx/58EfAHXLhqI5KP7HClNs8RfTviC0iwbWXdt5ObxyJrh9R2t91Xd6YNx6a
j656KyW7tHWbADiLJjRl94SSAd3aGnnxknrwB+Y9JgITo7nl24l1E2X6UUYdHPA8fnVa/gKXzFmp
hHpXsjHvuQeYyuDk8sjjpOtWTaMXQaPLpgg0Xa/CmkZp2LiIZ7ox+u1Avy2wtAKClWaxLQuyJbW9
ZdpYNgFc5Np3bLWq4Vh5drGlzQ+Xbju79Y3ReiND3KzbmhvXNEkAyUUp4s1C5uNX4nSIvys97kO7
mHSUi+oeoeYTaeN8lQtRwuNss7X0nNbP+7a4Qe72mI61/jJqKb8uS8cpQxnxX4am5AZ2Nd02ibLv
ItOUB9nEEUJKSCzpTnYqO/WaxczaCGi2j35Lk+wmg5rhY6Z69qtoreHkFt5jpelFAjihjYxbkYow
x7UI8s7wrupCK8MMCl3MR8rZfI3wiDwChiSMrcqyVw4P4ToeqH6bxsiIDnIQvg4bc61cTu47ozSR
qyk13RdmBH1mV/vhEbk3lTI2TWXKFcu69EYSCElHoCD6aV/9dRPtrbGY6XtudnRyCNtxeMohKP2/
o6iCtG4EDF2kUucqtkrb3g0QrnsyFfJdLZI5Vz2iLj9m5uPQN3Yeirhx3cCKjQ4d4jMFjQyLwx/w
NHTojErH7w3BIZif8ce0ijFm4jwLj4hQFK7xICXlb2lfo5VOBAsKwQilfnA8C5uOIrRdDwgFD41N
ED/aNuevLc2hmdvWD43REShRQ7U66LJEdoFBqlOV28MOry2q2nYNEV9kMNc6/kO6qUZOhv8e4hzG
yRayP/QtqX9AQklB8LMpV3GjeXdoYRuvM1W95Q3CxQxMW8dvonJA3tD7iaRAFsRd2T4rQB3v7YHE
ceC6kcIU4b7sbFKnOrrpRM5aRqMM9D5DrwXiPo1tk755SIHuoS/2jOS7vVVkpAFSwgoGJRnNlYrs
ZwM5vELB0NpobQCNySR/7RvSBaOXtQXSCiJLQ8m18SGnbf7mTECcNJIwil5Mf3YIPq815dZ/on46
Brq5x+9uw6FBySGokTEL0fRerICTq0+Rh8DWEN4DEUkUCJM5PqEMl7MqpV+YqRkMMELrzmTxrwwg
oAcoenQPRtuqNVHdrbAl3QPamfW+JOkUbGi5ieNFhwFmF1FxLRpjU6UKORDA2AG74chQ7RRFycLU
y3EP/qh7a0p0khtLq9pMxuOha6SnwkyvXL/wNOEj9YzbFFPoZBsASdlBbdB8AadwqQgHyR1jKveB
4jRHP3JuGvC1Rnp0xLNyVoJumfx+hRdyPsDqQNgFTCpzVrfMHRfeRplTlKhDI9vGSzT9S7UMIKem
6rGBf+awRAs5LIpcEz2W2qq1AmNJefnC9ydMBVBNILigveoMoVbmeuTlreceO+s3zCoO4tflmAtb
8PH7c4Sw3ToSiTd8v+ACOaOtWV3FyMB9PcjCJOislofs/Ogi7eMCuXGDp0VbKLNe+jwgRuipAPwp
GJHT339AbhBke9Bbx3aAp9+9xUstKD5/HfqPoDcA+YV2vRBLO/+6O3pUo2lPjwBFalduuf16bS5U
/c4+P1sbhHQmaRN8Xuc3nnMl1JUcN06+BNJZmsXsHiBDibqH1tFjpV7VcEp/fz2Lpc/PysGEtzwG
eoIeebdFhpsu7PDFRUK9HnIbwAbY1mwPoIBX2Sm38Ov1tZv7I/fNN7YkxntpDmBMTALeCBs/iVpF
3EhyngEMUg54JUfmo7fr91dpknCZ9GAB/p9zjtOsRUkamtBHEznJ1FyV7Ls0TrA3Pw7gnJ9VO2Mq
4xCSO/ZU+NINI32JUXBpkUAtQS8WChI7xjofQasFReaJmMcn5NF8O1oqD1/6PoRupp5uE/ljjgKR
npunlPf2UeI9hBfvSG1hE6Y1mAELJsASfj7Ax587+va5iTqq2TlHIe9UHEKPRG6aB6/6/o04G2aG
ItTKLI89F8NwlA7CuPg+4IMAsGuB1QUWyac+PzVDCiRJmAOn2brNh9AqNyZKxg0SM1+f2c8PBDAs
wI6AMAAaO5g55xve2QYVJfcQb5gqvRmt6ogahXXPe2EujPSZ+APAGuArNi4h2Bc4yOdD0Snwrlw9
Ohr3rWNBmjcG9OKVm49eygKNB0aPVMOCHMTn8wYQC2AIYK9gYDJnl0W9zVxn4NExieNNpGnrw9fL
d+H74FSDuDD144K23Axr4Yy6LOyIp6eaybvKKHfU+K42M370xxEm2/nh9WNl57XQdkxPPUpK3Uqz
v42LxPcBLJsAZtCldGe7klvoidTTPD1lGSxisMjvu7hCEHu38cICLDdnrHk97/UCgnhHgwAJUG6g
bvsPW/BhgNkJbqPB5GONAbi+bk86WTi2n38/nDM0ZAHYFvzzTyKFuugiypAdOILWl3OoCn/bpuP7
2AHo5U5u8pwJkBux1jEZacfSua6MjXQX7OHnCw406vu1m4RgIVpzfn6I1qEBhGHlJ1ddVd4ps9fV
uPvuDpwPMbOF1VBbOjAA+cnSQlCbyiVNlwtb8M4/BccN7/enSxZDtTi3KjSfM/Wrcsfib98AD1p+
k6LK1MXhExRNyKSQpdKyU/WaAN0svn+AwDEH6hEGArbPma1OXpekrEcvP1EkB4nPnr+/+B8/P4sg
iGjszhH4fFldu/1t4yz8/Ol8nL+nE0X+Pz9/3sXYRBUlFya+b/QBd1CSJT7Sk6gWBqm7JBR44awi
SgT4G+CxSQNrdpWHzLaTwiurk2M/sl74A9qbLTGTPvuak8Tsf8eYDtsHe1qXLURVgJ86aSsuU1+s
jCl1s/r2ppwNMnsWXLsC8T/CIIyicVp2rapvv2uYBTSoQNQFXw4g1Nksaisa2qyqTjDoK2WOu6jo
N/8whw9DzDZDtpFdRVFRnZ7a8XbIvv2soesU5H+gbmPh8ZmbpbwQzRCjwHUs898dCyhZQEFesBmg
nwGb7WGhwF+fbXPBgH8YWGQfBz1Mr4AE+PbinH1+tsG5BiYr4P72UaTDGiJgLB8X7t3FCUAqFTIk
8FuA/D3f4YKkthJKYoEa4LscNLORCyNMv3F2s4GWwLuGrlJIncx98SxqDSSfXOcomzVAPXa+jsT6
62W6cNnQ1APxBFIc77f6fBIMIAbCUOA5QtQ2MLM7pl3zuAmKb/cvgBwksjPo4gnVxolZeT4OB3Q4
hTSke4wzfh3tykUv6YIVPBtgZsQTkiTNiGLlMf8LFFWXrq00cApwRRcu3dxJBt8CxXDoViEWnmDR
c3a8MMyo5YOjnToH/hhBjZXstP7JAXWh76+UN4bAtiAZm2y/3ql3FsGH0zARSYAuB2wYWljAs88z
XVWXUiOOBnoaB5TWQcvMTT9G/ffRUyPdpGgwjVQte0o7S75FJenfJLO964rL6G/p2eWuivQnjoYY
65JEnq9RRVDNEkDfUA1Iwq5uoU8xFon7kHQ1epj1JLmHQq9Ei3dI7QflTtAALBNZxyjDDo+aW6E8
y9sVes17GxSB+cboKQBxAF1dtajVo7VHPgCeW3p5cQN4XfIgPesEWqcefr0w085+XJepFzLghsBr
o0PphKw+P1pF0jO0HMmSg2f/9qxtlp7KdGc2nl97rS+dpR4Zs0sJqRsMB6LElDaFONp8/1sGAGUs
6wTNV6+MBm1Qnwb6PX/nf4eYng7suQvm0Oyy5Ias4bK58QE4Pdc4Vtn3uAPT9x2YLSwXOvpOt/J8
xSojUaOHUuu+Bt7bME+k/55tfx8A/vjUShNpU2QFzwcoqqrXSGt6+1Ku9LUjvmfb3z8Ph9ZFPtaA
7bVmd91wuTMaseXtC3F3I6x/+PEgmCLlCK1+8kkpcNBpZejM8fbo7sGsZ1kuhEMzkzv9ekg5ImUN
sw6lrHlAn9laRsdExofW8qPsldoB8fwm/p7L/2mU2fMae0NayVjEh6KoNkD5/HKa/Hsewv8NAd4h
nGYki+b9IoUeiRJq9/HBHscNipnXDbC6X9/ty2v13yFmd7uMoV2lBgwRkx3VQtcKkmrTLeUgLlxp
vEnIeeEZxKn1ZilgjwpeCzCB90Vj+SOFWM9Vffx6IjNnYVorxKiQ4AXZHTdi3uHWcKNONWAb77su
MJstSmRff//CQqFtBdLjcHoQxcyT5KWeuvnY6bhx7E3XJDAJOy5IIL8paIR54OxCFsYAaxkL5c6u
3lC4Vgxcp7dXr11+Xzz14tu3DwOgAaUBci72ZC56DqBw1Vix6+6r+Ca9qu1vn9np4Z4ywKhY4hmd
HShDa5GpKYi7B5VkvLWyq6+34dNJAgUXSYh3DhEyEfNq0WBpblSkNdn37Np8I/LacL9r+zACmJgg
jEPpa2LwnJvWRhuiRhtbc8+bJDRbAAfU9/IdFOcIWwzOJORLUdOZN30AetNNmsww92Xhi/KqdBeO
6vsHzh5s7DCuGUVZB1k5aB+cT8ESsWiriKt9UvQhUPN+lmy6ATC4dFfVI8CId+l4lPpLbK2aaBvV
C0dgrmQyTRBmfZKXMSAERObMNgGuSwMoqtob1oPZkDCJLMgVXCtAgeDJ3DdN6P1V8cLJ+GQAcO4Q
1CJohgtMkeY5n7Q0NPjGEEfZ2xUAydd5t2Bg5gbg3TukKJFB6QGSdvNdi4kHY+wIekqt6x8bVt3k
P74+2vMJvA9gQm4d07iQhCnatvN0vacnXcQhKFaNIOH/b4RZyNyWnUHMBFNAay1tE/3DBAhU/FGg
waM7dZo534GkQuGEtQY+b2qbNEu2C14bvbAFUC6APIUJuQj9k/oFlSkqJ25NT+hkCvnzKM/vYsfg
j0bH4r1uQexRsxSa97EoCyOIJwZWzq1bwJIAZBDSadcO7a0dJ7n9ULas24BSSf7aUt5GY1FudSJd
QDi0LKwzjV95qjU2maWBEeb0SIoZLZDUbsvXogO0VoBwBnh1MgRjCnGAAJCv1ud5r/+p0YvB7yOY
PzXCcQU+dUmh/YINxPlGaQTm9ULFvy8yzSx7Pu51KLn0t2a705LvOrC4THDPkCWCoDMSLDMLElXS
o5GpD/uC/DFoCgT429dHcU7RnGwERrAQ3U9vEDK/54eFxADSxLUcYGYbP+0kuK+B6nzZ3WtqD/ri
i5XZK2sAAL6Nt1+PfXH9JgEitASzwUOdPVFI0TOdpXzY0957Qq/kH/loH2mzFDbN7/M0QwL3H+q2
aPoBp+R8huWIaiukaMd9W+sCG5U2V0VeLCFMpq/MbD2FkUVl4V1Gdx4tpV6ptSLTxv07yLDDq6i/
oW9KYOkloPAPX6/cxSl9GGy6oB8yh3YM0F/FYzwsLQBXZQjwxtLbNRW6P80HlYDJCULeZz4fo0H3
R0+zcLi9o1sA8GkXm75+4Yb0G5IE5Rj7ZbvWl1qQXFxGuMGQd8Sh/MTNF2Ad5JD3GfdJ36JzmLBP
A8pZuc2CyOo3baEvvJGzM2jCelGU4BHogg0Nf2xmK9syr7JyqKvDaEINqts2xTYG+u3r7bo0CO4u
2kVMCRXE1OfbVZRoLdunbGo3/lbyn5FEW7Hnr4eYPvFhu97n8XGI2TzcHFh9z8YQPP1l0/Sq8DZu
5AWDtypJvO6TpWLtxfGm2A5kNGR+5yFRUiq3IlpaHYSG/snKDEzIE2ulCBtxz5NXbcnfnJ349/kh
d0oRZhMgrOYi2KM5atQWCfq2ghnL29AZ2errFbw4wnvXNDhN0NCY+S1a5EqbJjVIJtE61t6k8704
9X9n8OH7s0c/42beVRAaOJg59cnwlqvw+xMwUc824OqhPDVXx+27jLBe17KDQwOEd8USsOfSKQZs
Gh45bguFdtz5KU5z3dAqNKQ55F4QiStNW9X0ey/C+xp9HGK2B0DbVroXo325lPXK7eXB6Ov7tHY2
X6/UpZkg3wzpTWMS15rLOafcTnWH9fkBneu8Yi27TbkEMVgaYnblk94jg5fI/FAIxTcutDE3SBVG
q7xdTAsuDTW7+vWEIh5qsISxb3tHJnf2cKXEwoszc/ned2aqjsAiT3s/l9mqBRDojdDzQ1utMrpV
tq83QfT76325dAU/DjI9Dh+eNQ5lETf2SA7WpvcHVOYRbEu5sPeXxkDGDi8aohMCTMn5GGhZYYCT
mRUH9GGY2B5L3R4u7Makd44iLp4pxPXzI6zpCozElB+09oc2dAggHjoQFL+9UGeDzGzJ0CRuFhsZ
P0B/AvwUoi08WBcW6ez7s0VKNNVI18IkbJqFlnjIG3thBheXadKARJQyRfizrU7LUpRl7KJBtvLH
FwgL5Atn6fIAU6YLgNYpg3C+zw4FD7YUih2AYb+xRr5zO3ZTR9Xx65248A46QPT8Z5hpJT8c2VzA
94Q0FTsgKPaF2CibBMPQ+2N8ZxovafLy9XAXNwZCVVMLWsRf82JrhaeR6QZmJdMuQPrVJ+2/TOjD
CLN1i5il122rs4NRuVsPbQcM+76NeTA4e9PN/LT88fWMLu4Tgm10UDOhtDaHBbexBbanzdlBkQx8
QvV3lDWwP5F29fU404GaOUgOXJX/jDO7lyl4XNyqe3ZwJr5dQYS9MtoRugsDmEnC6bQHAFfLhUj5
8uRQF7BQVp5Aw+enA0WnWsQ2TodEdane9NEu7hfciqUhZg9NWjODg4rPDh44UvYuPmX8n+7qhN3W
LWRdPoWI1mAL2jWQJs2sh0q8efVdylf/sDsfhpgFNLxUUKricO8YU0FuHdIOzAb7T5L/MbLw+0MB
FTv1g4H+Ef5wvicVugiYRRNVhz7xAsKK26hkoBcarV8o89koQXb/esBLOwSnxpycDYTY8xeBTnwg
c3SqA2EGVAWgfMEgRJEvdcpdGmb+JsBkG4mDeWnkT8akT+tXi/z8eiqXLtHHqcyMQ6nYiIyiizHQ
7qQlPLQKdJmtfdRGVrZ6+HqwCy6H83GwmWnVYlWyuMCEPOyN2TxZI5hEhK0ivnCFLhlVEz1pYC+B
6frU8VknpQVEeMwOpLKuNRrfgGK2MMSlzbHgOSGwsKD4Oc/GO7E9ZnGKM5B7DBT9e6U99d5CyH5p
Gh/HmK1XY0gtAj21OpRDyBsfUkRf78fSHKa///DUWaNtgmCN7yPs81sFJQEhoNixYKcv7TqKbFPu
GKEeMufnowikqWrbHsqDMZCNZt5DvCmk5Sv7JmxmcmgdZL2gCQa7jI5Es9m00JtBoSwvD5H2kFpX
kVpYrYvzsGFhoCX5bjfP50FL2XopqLoHXW26gvt9gkxysfnz9Z5ccj+QhwGtCekzZAhnDwzynvEA
hRx20FQVJHzbq5+0Rk90ETo0RtVkyfF8TzjOn1EcY1AXkKGZNADPp8WoUzSNXbADOrCrawd53iDT
Ghrqg6FtMrc2t9CpeQSYh604scZVTO1sBRKe7jcQc/GN2h6DkQI+QVKNBSnx2C5ChTr8elkuHVVk
FKEWOMV4nzStHfDW5Nh5MLnVU044tLZ/kP4f3vaPY8zsLVrF6Jqha9VBJwetvgfL0tf4wpW+uL0f
5jFbbWBsqhiSFuwAzdCdQ+SDQ9VE5N/VGQ/RiqxGF8t8Ac+3tHYzM1IaRBTSxdo1P0rnrilDUf/L
CADgI0aakP5zY4jGLsqBiANcPobcqLhKxO9qFAv37+I0Pgwym8ZQusoZx4gdRMUDU0v92mr8Njv9
w0GDdweOB4pR8MjPr4MDURUoHtnYIIhkSLVRxAkMhDRfj3Lp2YXzRU1zSvEBG3w+SsZr2svRgY8n
IMIHwS62Kb3GH+tTUvz5eqhpWeb3++NQk1n7YOSzqZeI3cPXG4YnKe7owucv7QpM+6QXjRweIJ3n
n3cqq3ByoNiReSluYpesDRlfaYn7vbLJu3GHtitkwibJh0+9mZ2oRo5HKNxNE7I2TNf2muv+/nql
Lm0KmgmisAAn5XMSiRuQY9VUzg6wXmW39pK1nmwoh2rK6uuBLqwZcm7Yd7TBQeblvcr7YUsaFleR
Rp38kHevRbaqjXXuLGzLdExnuw51TjhAE44J/86eEY9lmuVYWn6w+V8ZgXTvBZ4GAZjqCnJ+oeHd
10ud0i88j2cjzsKWPEcwmOMQ4JwNfk5v6zjxS2UHtj4uXJ5Ly+dOXB8HFcvP1iZJBTAjUKg7dFrp
D9m6gfxg6S74dxenY743oIZEAC7Q+blGP4NEOU2CrFL8wyr5Jre3WduFBlvqdXdxNqCu2OgcA+ag
Od3fD4ehb+oK2mM4DKb2DLUE33B/dPWCl39xDPSeAQ8H6EvIp56PEUO+KVYJ9qaaNH9Cmtzr8u3r
M31pvaaAH3WeCdM4z87YrE5ddEMtkDaxAjfvfN0YQj2HmzQuXFP7gkXzJvgcqkk2ikp0ZqIhiSZU
0zfFwTPTdl/b/c+6jCoWWDQrAbcvtX1URfdA7a61QwZim1ZYawYHCOI4UCGFyG/5wzH0fOV1qvVr
ntmIT1X1o4zGdCsVyf8WqBqsPUW829xu6E5Algg6hxDXsriFQoVGui1KyMMBaNrKb6QcNrlmZiGC
RXFo0BLsVkgNIhk65PxY0WnXNjc06DS11HvVeW8OUPNy+5D2PQmVquXfzsyagPJRvjUQc3qMSyt7
jRnztgyyeDuLlYCPQY5lA6j1YyYq4bNYxdtUs9UGbV/MNZR5oJ2kJQrRr2C+EZn5tsjT6q2nABRr
0LGEIBsg2NDpXuJPX9x23EM0CQS+Cpib85PVZpCmTZMOd7HeoOXW3aD5PNt8fbQu7jd0CpHDAlrP
JDNbxlThUEjv5YcSmN07vWpWX3//8xwm2BDSx5D0Brp0zku17VqrzBY3ELpfb5D8WXVN8SwT46Yk
zoLp+jyVqTiPbjFg/euAcsyMpMUg4S14jqE2UY+Cy0KoNa/945nE94ERAx0R6clPt5AxQ0FAEHWQ
EtVJyN638JJqheoRE2soye5iNlwPjf5zjNybIlcbSEf80LN84WdcWlC8nxDfBnsEUIBZZk7Pq0YH
0RcmTfcOQ5ptdYGA32LtFuq/wdeb99mhnmb837HI+QG0wMOgVkrzQ6+aNYO6qq2uctWtefPgNu5t
tmSuL+4gMj+AbhAwxuYPq+wbx0SggBUW0RrE9RtB7G+fd0wJ2SWcSsh5f2pvbOSN17nINKLtPExF
/NaWS93qLk4C8GbEeyAFAi53vmgi0SoAQ2h2UGvP3jVLnL1L+w+wlQGzQIBRmyMNYq0hzBIo+pVJ
f18U3srIIIOUQnCncZ0Fx/DiWBOnYHo6J7zG+VQkMLG5V0fZIVOZvILO6bBunHYIhQNJzsSr+eHr
8/b5KQUAEwkGRDr/Q9qX7UiKc90+ERIz+BaIISOniBxqukFVXVXGxsy2MTz9WXRL38kkQxGq+lvq
vkk1O4yNvb33GkCOgjr/+3ilnnJCRo617e7KGPKSKJNtL4c4NzuQV19KJbiAgB76PkSoOpDxowYh
DI22NHLbjYI06JXb7vKUdYaIdgPAvTbwLRBVfx9FuFU9QJgQrbnphetUQjq3vMbI/xgDLwt5ZoBC
MPzJ1u4SjXD8EqJF6JmCbWJXn4LuRzxvHfSeaHhNTeVsLGgjAHprY/cLVmt6kOAqBrIoUdOu9EuI
umYa4LaNXhqE23cQCI1+zHkRXNnqzi6HN1FX2w9B4uHk4OufZGH2SwYBTyHlpDAmaa4cHWcjxQCr
IxcFCWld3oLkXVkOnJanoPlamwHqPE/uNYjxmRhY0gAX+5gvLPPV4h6hpzb1BWEnhnvcrDNSu5l/
rTNwZnm/C7L8/U3CSxdUBucIUn334y7jKHxc/n7OjgKtYExLgNGsU3d7amzRqo6f2rHLpLQ/t5O4
d6m6UvQ4Nw6Qm0FpCtEL+ADKBDtFDcBjYxyQJnu12PPlUZx9vIs9FExGlEjXEKPY1RJJNR6fwx4g
3LsQS7wc4FyygNvn0jEHW3LR/ng/EZCvH2bXNuzkQZ7+TrjWM/iU1bZH/gkddaTvkWl+9FYQ3EN0
S0OrXdaHuBHhXas5ZNMv/5qzwwVTD+gNH5fv9RWltibo3xmfnYxrZdro+2LMXy+HOJMqAPuPluRS
RvzYJ5rG3ukmCwtPeJ9ABs6E7e+K4a7jJHOgvt96V2bw3DrEBRxYNODR0Rdfvd+iDYWuowpHU94/
VUH/QDq2lyP9cnlYZ07AhUGNXAqdjjPdqNxMSrYeO/V5v6fa/lY0OTC25sSU//VyqLMjIsudCxsY
2m2rEcUDq4OGxewUdVlkAwnxMA7p5RBn18GbEMvf3+wO3ZLr29CHOenRabIFIwY1fXFt7V+Lsgz0
TZTe9NSmXYSNrty73kMw7v9vo1jm7M3zK6n7Zojx/BlahB7QvgFw1H8eArMOfBhQKS5kHt6HGAJP
w8Eix/ZTb6o+41fynDPHKfzSUWQB3hwwyrW4CfUG7K9+jDqb3LvhrRs/EyijmtvI+/NsB5scahMe
soSPBVcUSbk0sixOera2mpCN54k/o4UstyKEQMUNt0fUQNYHAuDrEkxOVpyKFyjm/6F+1Yenr+Za
kImFlOHpREJn9W64Vi1ckz4+BFim6s1i6tthEsGw/HynyxqYP5eDk1p8An8XBp8FpPYqZX5NWt5T
37y27bW66LmDAtCnCMRCrDYAiFdLDXu+kJPqQGUr3cdAQ5j4Rw3esCugei6ZSLkX7GoJd2gHCq/U
eS6dv/he3/6CtdofvJPyzq/xC4bQP9pN/qoZ+fNMDlA49JewRkDuX+PhaOh349i79GSTO2PdV/1p
Ile+qTPbJ0JAq8ZBrQ/b9WpvK+Kwi4QX0hMLtkMFUcWDdU0c4vxcubihoAywkHZWmE5I+5cKmk/0
BOX0+qsbaciOTo7eW7G07kDBozsfcqVJE+VWOhKUpYoOBhLRRK2b0oNN7OVN6uyIF2/qCHTUpdr9
fumObeP2ECEuTtI5iupL0P2izZVC7ZrVvnweYPWhxL2wmpEXrz6PprI1MuOanbDf/kTT8p+C+lBn
/SU7tXXC6lbV/SuUR2GRJEETvzy+M+cIisPIWWIQsnAsrmLLuOClV8bFKdYsNZ9nVlw5Ds++wDcB
lpzmzbdv9RMEOMC4ObXznVPCXBJtyT+jLf73/uDGBmgGUHUf0mVlj7ljDy0SzbnbjFAvrbqXv3hL
YBc40E9Aj2CdaMalquVgaXaifMzhV2nsBPLu11A5Z+fiTZTV1yW570ExAFG4dhMfGBbVuVem+0wG
CQ0fAj8+AD5AWF0tZ9LGDYn6iqHIDVHjhEFw+JnDCOJ2notyP7XO9Ah7KjfzInOtcngmy8MhDxIe
rn6oC6xxAVDi5mT0kaxbnTqERh5EPL+4o36lk39lQZxdc29CrdZcboB3hZkGUrBI5olWRfvgNvOY
xja/trzPzhn6eVADRNvtAwh5DhoP/lPI+iO1q59LeSUNO/fSoBGwsE+QwgCW+v7ryVlJW6JmdoLK
hGjMQ+zdOUKl3RBeSWKuBXLfB/LsGZL5MQL14jVX/q01PIEaAM7GNbjGuRcG2QOQQOG8jHvnanvP
DZe8bqzilAt42+2nK0Whs49H8QQ5ElT0UAh4P46JirKaIXgBeMLD+Jp3f3EAorn6rw4J4FlktbLQ
NmodPrXFSQUOmJgzbV8NDca7sAff5PKec/YgdMDeAp1xAWmtaxntBJHw1rjFaRosmeY1sIGmLPuH
KJemTTzuJAUrdiaETxRTOgs47Lna0g5/eaO6xtJfEqT3tTaw1ABJWpqWKFB5q3GbImxHBY+sk4Kr
RYY2h0wLb263TlzHWRTpajELE3DkIq+wODVXdq1z3zOiIqUB1mCBz7yfVPChIMufQ5MjNPGtIxis
7PKsELvLL/zsJwBZDvDfl/rROkksKph1zLouTnYj/4l5Ayl78qvs0HCTw5XKy9kBxYCt+o59xoC1
wYkcjDFkU5yS6M3YTe2jCrr6MHbjNRPeZWbWM7fUsZFdYNvH5L1/d5OldDcxrKIiVOZxEADpBN0x
GMIpo8Zx73va+ZkH9YgrV5azyxdEPYgJoC289KbeByYWCzubmwKwrPrYFiRbBB6kmCBg22YSbUgR
weorGgioO67MIP6/zSfvz4HCsQtgWLRwRICMWKNheNHE7dyKChd+WO1AZI5+7a7d+M8tnDcx1iyk
Ft6quRsjhlG7ZtRJELZJON14I7+yJZzb3ABQARscBa0Ayp3vX6kL+pFT1i5a1OU+8tOoev7zL2CR
BAPcCecztBTePx8l5qmfQl6dRKF3Q/cFbdHEkZ9c+RfnMyTPQ2jdQsDVX2vIUBdOkzqfqpNXzMki
0wvwtgX00J+PBpcU7KAOLuYf7KcDj9aUlLo69XCtcyHIdwOjXv+ac/O5yX8bZZmzN/ktZNT62vMg
VDPC5q4P+kyY77woktr6+RfDQa0EoGBYdoN8/T6Qtv26rmAVe+JeFvWpJHBR/D7Jv9lrUTFZ7pGo
kH0om+RAQPRhN4iTcpRKSA/rHE9+U0F55dZzbgtEjH+FZxfllNW+xJnxiIFHy6meB9zmPNolHml2
czW8Xn5vZzeit5FWZxfgEronjhEnx4P5CbQuuB3fjRZJShHcMBZmIbW38xw/z3CWaAWDQ5Rz5cM6
9+Eu5U18Woug3LrHRwc+OJaYxSmK5TdYMByb4hrU+t/68nqjR8PD/ReRB1ze6pB02gD2jKyuTqQL
XvxuzsoZlg0dhlc2KQ4bAOP9AZLS5s4DDKg05FA1/MYM15Qkzk4s7hZo+4Ki8LHWwqFtBl2y6tS4
HZxfrS6DxVGRDQAbX57Ys4GQivwL3EOGtNqtyqpkTCnsVqMpIU8aMLoFHRQKabmK8yuxzk4gUK9A
CS6pwfoULeeeSnjQAgI+7MiDFH+RtaLN+L/Hr5ZolUegkhucINoJkxEOW+rz5Xe1fE0fFkcIaQwU
odCbX/feeq5CXbu0OtF2/hm1BxKmVlUfvDnYjIPcXA52dmKgmwutPuBEPqAnHEKlcQigjlH8CGJL
Yg+PApLWl4M456MgWUNmE2Ngq8NQkibCbjjUp8GHmB5p5scgj3dwh936VG99Bs/nZEpg9Qo7RXe2
7pvCecybYg+1umsitufeLtpo8C9FdRGsseWnvjkDqjwfae2AsR+Drk8m52vXwEJywmVhY7rotyqE
9ReveJGz+RdNCkCR9z4it0eIB6KZcZqsuwVURNgX3/1++Q2fO9kCfMOAPYbAJaw3lBY+d1Ib5Pxe
vHPLjVNsXQL32L+oWi4VWYI8GJrxa3GuiMKqR3R+dUIDcQcb3h0swh5mwbLLgzmXBgcocaE8tCSk
kfv+hbHcQapNSHWqnK8kLNKc/rLhUldEX1RYJcqZrizPcxvG23irCfJh9Amz1hgbBpzWgt8uPBUv
D+hcgKUhYOOMRnN1vQIaje+vC8rlnL5h9DY4/sXjF+FtpM+QQF9fhqoq1rhOxCXy5jEJYbbcdte0
hs+O4P+HWJfEUWuHgVcMhG9dyOpmMp14cAt4dl8eyNnq6iJVsygDOdiMVomGGuXU2z1gIgGroq9T
btjeYlaVBr4e96bMyx3Emxw4QIscMB/mb2s1wdHt8q84t1mhbI7W7WLkAXbM++VHdaeEDDWyHWtO
Aez5Us5mX8Oh+XKYc690EaqHogy+KdQN3oeJYGTuzNXCgMvzdEI9YLxWlbgWYfn7m61uokNdgNwv
Tsg/Y8hsBNu/GQE0KVAKB97GXj0/yIe4iBpLnOb4XsA7+srN41wdAw3thaeMHv0HHVfhNZoPLbJb
7d/FXCZhFKTwz0xwNhTWHeFuGjhXRnRuG30bcvn7mzdGkWqzhgDsK5GaxI1Jq/7GRRfP0/vLr+5s
Bvg20mqRzb4EnK+SuB6yaF/35R4WxxtV8a1iwWGEEksiInqIoWFALPm5rsOsjq0XlfMrV/+zawQY
aiSyOBJxNr8fcUThg92MSO19M7wSMR6ARL8y1nMhQKVAewiJH/5ZhQg6K2zaCjBRUL+Klzivcjjr
avPp8hs9d2hACWBJm8DZB7Pq/UB0A8wMLIPLkwlNVtBXn6P6et8EdzLQSWQ9XY62PG2doy12HEDi
AM8Cvcr30ag908FUQM15YQ2ZX01gR0huilLc09K7JdAEv3KEnOvLLhLm/4u4+tiINaB/zoFum/hw
r9uqSGu7P0x6BiuhUremo1tLh8nUa9hZRz7MEOWYXR702Yl88xNWqZNbTfPM5goiHn1ivKyorlwz
zz8fmSjUXtFZWyN5A+1Bc8jpcI7RJ1f8A1/lKy/x3M4Onsr/ArjvZy2QpbR4j1lj1QSnzKa+gaPH
P55/TdVhNZBFgXrBQ0OIfCHDQBbqfZySI7svQuO/eO5v8p16V5b6ahjL43GvQft4abx+FLlqZR6T
Ks69F/gDJT5sRY05QL/l8mQ7qw/qvygYwIKqBUPtQ6I8R9CaJNR/iaYoa8QuH76QnY4S6X+D2Tay
DK/Jyl8E7plhVk0/Q+cURt80TK8sfaUCu177//0UcJNRnARXAoWo9+/TJUMupqlZBJib+74Tm9Ev
jk47w8I5uLWL+cHL4WTMVOqBIu82zZV1vzoVPoRfLRtAfnF1ZQivB5ikl4mpj1Z7S/1rPL0P48SN
FROKxHoB4oLfuLomzYMiQY4z6IHF5tHywyRsIVY+tuXWEx3fAAj82MXsi7E2zlAebf9a4u0u1/A3
2xoAMeAKLIUPAnsSVBZXP6AcPXjQCJs+ugr2jY0iTupCkSajTftSdba4xw2/uUEb2s8sFKRvsHYk
nNihrVjCnSqw9yoWNKUauqCSBxmvaAtDcKiIhT0SOFeAvXtllS4b7foXo5UcLovDiz+ASO1el+iq
gGM0SCvYMON0T6w3U6Y5gRdAGKoHNErrbOjrCPKpIZzGvHHbwtDebvVPVqvyD9cKONT4VJZ3B1Sh
8+F66XFb9KIS7DRSt76BGp28jxwWpEJBxWdm4TUvuPXa/DcekFmICAbEh6YjsQdV9bThp6LIWifp
w5NXZqN35eK33tDWUVZfAHfbaW4UojjOTwJ5R5QkLs/jektbB1idp70WBqAKBOjzBbv/6uin/poa
+sfPC3OzoFuBQUdZCMjP99sINE2LntQGiJhxui1Z8+Bb3i6yerCIlHo0HmDIQZ7lLD/ijpIMdfz6
54ME4DQCOAVUvw/kdyljBh9hoGUgxZ9R5u2G6LGdvlwOcm5BvA2yTOWbFDbiVuk5lUNP7gSZBcaT
YoKFn3Wy9MvlQOemDLrKi1Y3bkofisIqGImYa1Kc+i76UbDmJ0hfEAzUV86h9TG0rAzsKuBaLGzZ
D2xvpzZjw2qvOHHGcPkv9H5Q8MhmznMrRhjKeb8759o+iGLCeluBCjnQPSAroxkFR5HVetQtbHeD
cp6P1gyLjCEvp99QeIwoLGedHmpTJdTLYghnMiMe5rLuMosLkTUBUHkl/F2hGKB0alrANmSYzxsk
iBPkwmCkPNeqRgkD19hFh7Dba5CrEuHV6pkqD7a+SvR7Vrnxho6D/+BPo3PyIDGUSaHj+8bEei8c
+slrh/Fz5Xvm51BxmFBY0Sg2MFDiT2FRVpvBoE8YQTw6dYIRQptx/aNVDix7AR1oq0w1qmZJaap8
P5O22lpUNjcdM+Ge+r1OpArnTIZQMyJsmjadHTSv0VCy1O+4v1FFbz0W08BSGJg7GRzFYMFdtO29
mhsCAntItoNQ0SHXMOJ2mrrNYPMIfUfC7cSp7HETdTFMJbW03K2bW05alGEM9lSlTqPds0fiwzze
9+nvJraRxAa9eBQmANgRu3ea22Di0xJqHg0gEPeVV/qbtipJZrxgzDr4dW9UL78DIshTP6icrI8n
J4OmDroWRZXfQUjFfqjc2n4aKv+OYp9s4Wo+1ebgk7zaMFKGSVH39Cakctp7cALAce1saRgtTMP4
ZxBUc8Z4zxLQx2kmOLM33A7wSkdubYgayi81uBMZVaVITVDb+Mzh6JL4oYmcO8nYE8DOXipCk5/A
SvjhNeW4n0rdarz/gcCvG1/U3vJVgdt68ZVMPYRzzdh+cWYWj6lsfKrSvp+/Tj0PhrR24urRiq0x
A2TM/QFxusHPxtgl31hM7a8umuEba+wtnlpTFL26k1v/yKPKeSHx0NzZFZZi55JfvV3Lz7M3Fwne
zzNWx7TJK/mrsoz1PDeQ4sYiYa9x1fhoy/ngkQZ07sPMD1icYCG6zR479+9Cz+HTOMBgm1ECm/p4
onvcW3Wq4SK951I4p9rmcZuQjqtPuM8MP1jLdGpbBXaq3h2/5wNqfhB4trIcviEUttqFlWojonuv
G5+ZgOF701gObON9RXestaD9ZkA6hJw3vTFV1UNYSvobR0I3t1hWyhREDXzQp2PrNxrvmf1TehP/
VtNYPS6QiASAeeeVIxkLb3KAxLaj14bPU453n4Sob6EorooHy6npi+jab27UVp+H1v1a5ug+TePU
whJ7hkf3aA3bErM0WybYYpLMI94t+exN0k3h9uZkzG8kZGimZgsTtThrSvsrXKuDIJvkACM1ptp0
CFr8p4fQFxWSfIIsCUscVdWZDXT0JjL28I3i82xTElX03u+kwkCXqk48AnP5I+I/NHR1oYCZaO8X
FcGcBKB+Zs5YKUxyu5R/lEjCIeI7p+JDGo9EZ3OYN1kgCd/KyRdpDU5xCrq7s/V03914DfGzkhbR
6+Bz+6BZTlNBJ5rWg+dDhiUmyTjncBynxk7nbgAxnkX9oVejlXIR8hLb4ABzVDayHVRLu8+D9q0f
IWpryezDo7yKWp26TICzXLBxN4u4QsGl9hN8yHbKAl6l7qBg5dgxf3gGmHWATzyLd5Xom7RXkfmt
Ifd82wPu9UM1TNx4bhEkRDYlhadOBUN0+DnvsfvYaRMUIygY2vnEvXpo0qkBTqQtTfkjsFCwTRis
GlKP9/OO9KE+eLwLdu1oRZtROPqzq0olUxO3TmZpLXd0GuO9W0s/FaZwP+PmESe87MsXt5Js1zNc
jjTUZm81uosnk6sWe7hl9ih7xil3lP2gSh5shQXgVhWG04mLQWVKxjKh9RxmKi6bo7ZkeLCgCbaX
ypo3tA3LLwMdqz2fJge260ENgIYd3U6saQ7hACv3HLfbCdWxWNzKyvfvmknwzLLlKXBMnfKcnKjl
5BlcqH/C0Y0lbKzRYxfiM7KiCixvyyRVHspMVz7b2laEXYPU80M5SpZYceMkZdfhdBhmdj908ZDC
c0EnrgD4sJElBHr8vN4MomlRoRsCfug7F78JP+pOc6m2TJbqfnYHAhZ53G88OPBtwLOeUkjzNlkR
TP6eUtvZ5gACbNBvhrQLddQ3HL1iMxWcbWYDn4XIauE5zyy+aUusad344U0P0EJqQh+eSxZUawv0
s+47rUQa9jVJQ8hfJJ4s+mMf0/6p5W21GzzEjVQfbOPcrhNCS/OpliLKulHOCfiL9kNeoGjqKW7f
lCSXu9Ya2k0RKXMgko0bUelw2wPytR2w/d/0C3fW6svwxoeV07Oq1JhaA9qDSPbAXWmxeIYycjdR
ocNsriA5b02AX6ZjC5V64w00QxcOPe5c+ndiii3wr/CfII/qdCrQJCMN1JGrEbvGZJX9ISTG2fCu
Lp8GDoi1N3TtU9+IFoTUWb12PWozzhT7p35w8KPrXmy0peX3Uk1FYuKpS4ijYSYRyHFXK5eCzoG3
lbiE1psATbqkbEl9I9wc2AWv6W7bGoYP3kTYvscqxjfN5LMP8tQ/PFQ8032k9y4jY5K7UMjgs/rZ
BN6QwPWLJ66DdWbKxrnFN5uncCNyt21UFjuIXWDzlvG8BzwMXxkAYxmvpZeaqpsTbxb+jawt/QAc
Z+gfcG2axqTgOd96Q/hcctoejFbdppE2Fm04g16VN5CMUnZ4aKmnt10VREms3ep+BgQ+DYc2yqwm
qGDzhdwKOnd26pkWquC0/lrWNpAt/uzfQNEr33Zo1mzH2FeJbYs4mepwQFdIoUHZBmTTmpDAXTb8
J571Pz2Qt1+1zh2oizPsecq1d71uOK5hsLqbWAstlL71b/lU0PvBKtjOK1XzqZytPHUDJXelqL20
GkifdZTxzIYzxTawm35Xw8rgDmkB1uAEAL1Rhb0FrZ5sUAs5KVqQIAFpnKWi64Mdyxu4kzXgFGTT
ctpAsgJzOhkkEab0n4yParJfWlDcRafXSn0NFkXn6jHLw9Js8mFg+xrO7seZi3zfDGp4qGYUd6xe
hg/4kKaN4ZQ+NkNpP/R1U0C4zbW23LFGIKhw1Z7gsxAllbB5BvJ3u+WlzGWmVKSeJxDKRdCkwgse
O2SZG0cV4+cwZnpKG2hcfPOiaTg6nSp/+q0sv5A5pJuAkzkb7eKf0imdJLdGkZY5ZAXqjnjpoJHQ
oruLVCDQZCv73N6gIFwknR6iLJhjs5GKmTSvQC/QrU+33AL7F8IX/p44Sm6E5WDRQYU/cXTzdWoI
oJmGVI8xMM+ZVxeo5vrzBMpwGycG5iwb6jfWpnAmtgkDWtgQ6GndYOfX06y3kLltoWlp8sQv6Gc6
+8CsSdl/RR5RBBsfN/Nj4XN9F8BNQhw44W2LlBa2GqgLqIz70PsIejI8EBr9HPtyTNoGi97P22Jr
lEFqCnzBPicjzp0K5yATTbiZuJY3KDoqOI+jzxvRpv7quSK6A+xNvkTSEodhaOZjaFEWJiWU9prb
ns6BjRtt3qV8GGYk3agnPQ4GG0LhziZVUL7BmYIaE4i/ElSfoDwO4PM/ITWDlkjeim2Bgu1dbXT8
qhyRtykfW3UwhoLGLXN77BJQk9kvcBDV0beAdhM0Km8rf54zv/EcJ5GApaYdsrtd3khrS/oJO0PA
whSKEXE2u864F01X7BsyDplfRt8klsF93rYSsgp59cmAp36niwaOrdXiQzNp9lpwNW2NFzaZmmMP
kpWd/RK7LTu61GLQWWEF7kOd2lV6whRWoBpo0cFTYa7qlLRI0WuiIpSrAnIo5FxvGtp+toZ+2NQ8
rO5qrtpbmFfK+8LTdN8GXvcYiN48R2FHb+yeY5UMXnnTBfw3/i+eFaOn4HSIzzIoJr0jcAm/wX2r
O3Zth6y+d2IU8/wx3xQl1UcxNVZijRHfeK4USeXjjlGhp/rq5YG7DfvAfiT4pl+kHTabosirrOZj
kTG7giSL6fStXc71dgr19MT8Sj75wBBh5/SdpB7VsO3LPI15fANs/acy961McVTzqDuWKa9q/eAa
XJYG7IQpwGrD1nWFv3WIDFJvsMddEWgny2X9Ky97hX1Cd4emZ85D48Y8FfaQmUVpqZ9HjbprLO88
p5DfRT0AQMI67x4aczEaWLWTlUA14Zg25aGwmzKlsmgBdrJ3hWMlUIlrE2t258MIDsRG5rw7WETR
rRfkEKAEpOEJlmNo8wFGlRnZV7dLg2ArWk7TeB7jO6flZdZyQlDpYzjRQYN88Z36J2cyfrQ97HAh
aZGyjJ2FEognbibK4u9u71Qo/+Qqc2UvH8Oq9m+dmshDpOxfYdRgb1a9c+DGg0ip4X6CkrTYzgE8
RQs4uKUEiV8S9M20CZVi0PmJw41ljLOjga0SJmL+23cVPMU8aj12YckPrFHVtqSjnYIEWWyGkc8J
dm9rM/Q4E1gw1EBSSCSgBB6ZAD33x8YJ5r01+XFSlG2cQYHKSktSiBsdwLfIxEWb5GNbJABStV9l
B3oeiDX5zewC3T3bYj4Qdyq/ozQebuPeMXdQd/098VK8+p6FdxmUn0YyWNtG5f+oYaiee4+3R3TV
YZdpXPfYuJFOkIrSjXbDeocknKaLvliGwsiYAajrJQ7m50YxC/aVkLQ5KAqpmQQlE/vBhudMquQo
M+HUD4UzOje5TfwNJZP16EtUJULuN7dwtmrutc/HU8Us8xpI53mWFbxCW7sizznxHz1tW6+gUDtw
5BENxGU4KY6+2yH5B5rotgEGMeV+/pvUpboFJN0cXN3VNz6Oq5QVBhmDVc4qtd25/pRT8dQWU3Qo
OYeWcs3btGZ2nIxDT9OcBe2t1zn2Ttd2nHZtrLdVkZdp5wWfUC+P9zMT9W/IcQTJPMnlilWITRlQ
jatX3z2GEgx16ZI5SJrWmZ9CVPFvQuXwFBmuvYui6ncvSrLXbldmhoZIw9jg3XYQMtxWlnNXtGOV
xrS1j52nl9cWTTeSWCSD1Mz3Cti5ncBla8t7oVBE8MpUOKg21bWFDBs3ruCAqp95bdD53OazjRuk
4dWX0rL6z0BQhIcQ38OOeaCHBK0AxxbpU8LKnGZx16GWpStnD9/2+UFbYAMUTdA8dQwVftxU89sy
jt1N1Rpr78tIdMnoDgWSiQhydbRvcOoLmbC2Ipsa9jUJVd2vmKkuEfis9xbqBhsoP4PxZ3prM7dt
e0J+PCcWavZJZ2MVURKMidsb5z4Gpu6uqHp2pVn2sXSNSh75l2zmOAv47H09tDdjGMwkno/A3oTu
3dxsL5dBzz1/kf7Fk8GUgYbK++fXAx1CFJXno1QPht8U7vP/6fn+Cjk5woEqdhieTx5FnpprkJuP
VdyFyrjA7hes6wewpIlinGsmn49jI1AePHj2duLX+q7n3tHbIEuN901NegiqYAw1gpRFWlrJNeGX
a49fTQFBW2UwEo+PUGdsTh39+udTQBaLLqCrIMu4budOUTeFJapNx2r4dhy8K9C9M78ekDoAjqFe
FS8Q+/cvJ+9HafU6tI8QMvrmohyEitefgTzQawCUDj0P2GRBNw1R3oeAb/VYtkMbHHO7egwC6PCH
k/f78ks6s5AQIwjwL1hDQAm8jwH6PvHQTwuOkHt0hmNfozLxcjnEx9YGhuGB7gB9C/Qd4uXvb5aR
8hsfnfUmOCqci1AMeA6ERkFefIvAs7gCFfjYdljIqQsEEcB6FNtW28aEwmI3t3WAQ9Hsy0of5lyd
wF54cQf6jz0plB+v+cGdWQgIGUIjBRwyFzjO98OzW8vE3O+CY0N5Ig4F/Xn59S0z8K5VilUANTh8
49DphPXpahUIt0QOU+fR0a1/zvCsYVOC2mli8OHbDqo+1+jKazTfv8sOYiRoSiLsQkR/P6CgJUTU
hR0eax05m87NwSkK+0OQh7uxKTYl0yjR1i/GszZj3ebp5eGee53LvhbjpS6+Dcvf36wWVHGlFeJ7
Pk7STqfxwMM/1AD/b3xvIiyfxJsIGmd6MXI3PFI4IFdYktHL5SGcW/DQxFhaUfD+Ajz7fYAGCXKM
4hFWBHwS0VgZfbRtoEhL1R86tiw2foAg4nX9qzYOKv/7SJODXH+MlHccUDIrpsRC3fbyWNaIt/9C
QK8ZSMHFFHy9/EA16G3Z9e5xRn+M4lJWH+t+TABwn9tuG1TDZ0tWX+zc3w2k3hWo3/nm1+Xf8GFJ
AE6PbRyUVjSBvWCdC5R2F+DWSqYjUJ1pWVR3szdcMYQ7GwKa7WB+gZUF6Mj7F9ni/oXSgTcdx6H9
bff5Iari3eVRfFgVyyjehFgh3eBazKno3elYyu9ODQZ9/WhqkRR/CO9cJuxdnNWpjTtHHDc54oDK
hOsyQ659ZZM997KQPi9WSg66UmuaeYF+L0iHDBGWyh8F3wsso6vIuQ+gFsAjwLGBNhdAxThn1/vq
1PldV7njsR8iWsO3GgCizvQxbvlkGJK6KLq94I24nYzLXpuQxVtvrH9cnrQVYHB5mUBrLaRGwMJc
sHLfr4vKovX/I+28euPGli38iwgwh9eOCpZEOcn2C+HInDN//f3og3vcvZtoQjoYzBiDwbB6p9q1
q1atFdFBhVgleQ+LjgNbJfDVo42m1NsuXoMSLZrDyoyf/4sxPjdHC5NqtabWuwZceNBuDi36JOTs
6/ZFX+PEuLhX5qHR2wFkz2bDiAfbqqDpVfKhd4dB/qwa/qEyzWpjUJgizBijjdFnu9BMfirTmmbJ
omXgSug7E70C+jwfZa9rRUWzQO+2oLL61kLJStma2a1H5333XPfZ1pPK/fWFvAgMGC0wIwgT2VC4
MuFSCzq0/zrF7nmI5tMuG9NHE8bMIIcsx27AX+LM0ExUX8k8+nf/GFAW4KVhgmQbnQ9Vr+uWrksH
bifugNQ8Bqq/iSR123J186/5K0VN/tpju7KgoIp4Nwl+LHGGnBy2xn4FCZ2SBFzT557X5iwaYR7B
wVBcm6XSKaOfD0hLciNru5yzz6PadmjCbMgTN6+OAmYz1NVmNCbtdmJYyhEAW6HWgzvp1m6YjCcI
T2+v74gFL4YJ/JehWXODh+CPg1GipFF1gxsXefs82iSOeY/4H65bWdp3EABSy4QJFrlRwUrqeJVh
SPngsiUped4Y1Vw/uyvadtsaN0P39bq5hUtGPzUnOP+mHbsx9MrBVQJwG8NvW/04OuZhin5et7N0
hKHrARVFjK1cAKlbuXAC38gGl3TWe8MrcMLj16jQP1u1gshHuHU66zH1uzUB0svglI3BeUKHGiH6
ucngfP/lSZckyOCNboickuJJZILKvWHUZOd+lc6nnNjU137oa0i6pW1vAWmiRMEzht1yblaSHKOp
Q2VwzemTwqvFqP4Ua93HS6HWLIEzk+Gy5wkVzo2Ycki5sp8G15efDDywClpHSp5az9yGVr1Rpmcz
u9Hkh0D9I/W3r0cL4orxyvxT57EMFcq5eb3Pq0QLZdUtM9jCSPT6YXBzfdssnLkzE4Lnt5tyzlVP
qmunNfj3o6Q+XzewcIGeGRD8X6VrSWsEjEGJqBRph6C97enRiaKvrboSGiyOBbgvtydlG1kRVgs2
F1WLKAS6lvnT9L6vKUuvfP4v5vfklQKGe7LHLOHzm0KNNlOyln5Z2NI0XPB2mP0fzwhhS4edTtWK
XibXqSrvphxb5VMJKugu7hVjpUNAmb8l3BoW8oXE8PSSwlch2BrzOpuUXJ7chvK8En7VtXeTFB6C
/LMe/LKnuURW3tig2fSVFMqC+z0zrJ7v6ciINX8w2smtIv+DZFr7QHvxerdRaxRVbtpk5Rmx5J6w
B5snG8PkAhM2eCFBVFAm9eQWqv/DjOUfBcTMVK8oNwT+JoyyI41DPyevfKd14Fuub/6FLTOzdZMx
grYb3nhhR7ZOYdhpi4q2amw8qDi+/k+fF6kruiwOx0Dl82QNNnm5b+w/bzBAyE//NLhRHpvni+XX
YR3ZfTu6qY9Q2iATcfv2WlPz/BFxKwIi/n8jmpCYbTo5kp2+RGrcwwBS9O+z2PhE1v7XEFDikOWv
kjNFm8wejtdHt3TeaF4mj2eyRhfdpFVF8UDxoslV6i8mMXZzpIB63cTC7T/3R//XxLxBTnyGXpvm
0NXp5IbWTv9eKXB+3tTGyh5f3GU0heE4IB8gyjw3UiupqtUTRrRpZ4woaa7M0/Ig/n1fOLLeKMmF
QQ+92xeHzjn6yqGHXXQta7e8Gv+sCHFs3dhjm3VY0cq9rG3CL9raOBYt/A1gZxr4i8xqbo70LQV/
3/tyt0vs4Fui1o9KZeyvL/qKHZGjwQ6CWp/KcXQN3nEDRDI+teuNEdTuW+zwZgNXjai8GC97WQ2e
r7Wwkz9koKRrFzzKdROLWwtt7v83IUSvjl9ZUFxhwgfYVMf5xliTCVncXISNtJygln7RkiSBc8jr
yCQJQ/iY9SoQHXOHtGSvVm8YC44Yqh8VNR0c2vkxiekaGEdJp3hC+hSo3crnl1b99PPCuyLh0eqk
wFjdoLV26u8OAK7+Bm8yEy4wS4Q3FCHORwAlmhaOUS67QbkLi61/C+LEXHuXLy35XBogkYkqI621
50asTpqivKZOZk9AkuSm2ES28en6tlpadDJv6MKQjr3sMbUTzwPz7suubfV7J6puIi/fhI6yt6PD
dUtLo+Hmn4UmeKHwPDofDWhZEhDSSEmrsrujgn7CziffuNJYt2SFzl8bUgo01S60P2T0F00pJJrq
64O0B290fRBL0zUrZBqQIlJ7FTsIzRRAhDcZkztqAEX9cptY1r7Nb8xmJSxc2sN/myEhMuHSEh/5
ap0ZOgzug0tJf9PF3zNQPVm68uRYMSK6R/DGtdYWs5Ec7r7ypdNJiqylKxaN8GwydA0aBCiXzted
WD3rCFUGVqTaptIfbG3K5sP1dVlcdgK8mdeRap1Y21LJ10WOTW7HBhR8V0+FevT89s91I/MvFcMj
VuO/RoQd7JWW11YmD900JvVYfs0AHRTaV1bGyd9iivop8obUzy4eIL3epc5kAfOPhhEFDrm6dyTl
ucunB+S2PlVgnq8PbXH+HBhE6TaHE0N0NUVS6VVc6qMrG8XGVngYaitOefHk/LMgstTFZAFryF5G
17GOkbSbaCsHB7gWgCmLu43c3kwgRqwtMkV6aFsWjc7EZTT0EFk89Cba5kn94ldJc++1pbadKJiQ
OU7tL1JL92YKBGKTDoN9bJ2WnppuF1lpuxK4Lb21oHuY8QjkZmivPz8EHUousdRSFijS6keqhA9G
0Qb0ODXhtqEctnEgYT6WWfr6d7h1albYsaNf9KBsgtGtjH4LFHFfju+vb5y/vG/ioTBoDeXQMTq2
6/nILCdsnYC+Gkbm9WQ8Aadlo50eCLbNe3lU6nuIi51HkO60VoTgY4ZMSvdRGpe3JepCR1/Ny63U
6tHKi2xpI8wURVTV53e8WIgxJsiWIMblBPX3wZe23MnB/vrQFy1Ay00bH/yOZPrORx4G9K+F9F26
CpjT2K7A9X7K6zU0y9K5QcQKlWyVzr0L9efSBjjeOfjoZFB22dTckeytG/orXkmQPKfHyXX8MyTs
Fd/OsqaLMOSNADfkfAc26mlIB1ouHf3l+tQtHYeZdI8cJekhKGbPp64P/Ql/TUkxk6QHtYeJ35GO
8JQ8lwp1o6SPXmQ5/Hbd5tJEzus0U7XNVKRCNOWXXeDZFf2PifeU63BlyRsYMtH0vG5G5Pv7O48n
dsRLVXbGSK1GorYYAa2cxqMaRJqDrp8cf7aSey0nw8KBj+66RL4tmjX+u6WpPTUvPEHTsfQ8QHST
C1K1HrfV9JLXd4qxS9WNbK3ED0u3Bvchk8ndDvWYeALioQzNVuWhWKkOIPNmw8sxXJnQxQFRiYNB
FaAPeKXzvWJHoZU7PuvG26s7apI0vdNK39t6WkP6KE6sfaT38Yc6Dcbd9aVctEzgQqgHeYAtBvla
QledbjCVVX1TwQpQUTeY1I+hoqP65irWSui6EF4Q6VvUNymHzc+K84FWcyt164H5MqRnHvfpeCiq
e+bVlDfXx7XguAiMicQQotFJhwmnT2/MgR7bSHZpcthO1S+6Hprg83UbC1vDpjpFZU+emTZENYha
VsZ4BH3s5tNHbzoY/e0bvm/MX4elyXFERsEi91OlG0rFraGlHjelvTJHi7//5PuzNzlJF8nV5Get
liiu6kTbWBk28Pe+YQSwB+EG4TzhhhIskP9Ik1GTXTmINwiZvpbqfHZENgwKkEggCzMXTc4NFHbd
p6lmKa79MEbaRqLR6foI5g8IVz9bdf40d/8sq3ZuoJG7pPb0TnX1JLZ2rZPeepFBd257rw3GTQU3
zbbqnYnex/jLdcsLvhwBEFBlc4WNkrUwNBTx5Eya4ZET7Qf91vwsOfsue/8WI+DKUPij4iQmdbTY
UyJrCGQ3kVs4v8fxtvVkbxs40ydTS1cCxMURQUAIVzTH8uKVpPcOrCQgy9y2Nt/DzfJh7hzcSGn0
NNprMduCX6MI/s/W/N9P9rZU08mqDjFv/u5bknxTqmdI3MGJtM7n1KlXNsmSs6EUCuwQZkoU4YU7
QrMy26oskKYdTf2EapDt8KANXimE8HezU5oDzQqlwixnej4mlX4Qy5soLmRas3UcGslfn9olqYCY
HHCQ2Z8Jm73ydXrfIaV05/4A4z4a1pjSlzzOqQHB42jmBKyg0SZXLw9mf9f8vr6bl9aBhx2ehimy
ULc9n6Ch6q1m9ChpRV9H+c7WXG+Nh3xxAPBmKOxhStBi8tux+gCNDepJdvoLXWcjWdNuuLwgNWIM
9hEZdv4Ufb6iekkUVJH1ZIS0Cvh3vvMlpHVbC4bdELnXp+tyMNgyYB0BCETGSvTOeUZrpBKO5lOu
3IX3offq3XT+eeEIhj2UGlPG57N3dr511mKmhXL5zJpKlg0EGsU28ec7xWjS5d0YT7T0BBWkEdNT
6/ubtrxVjNtClXdm80uZe6Wle4U+UmX4eH36LnfbuX1hfA7UVnTL9caT5Hwq6WWuwrs2VV7tWjAC
4mau64FfEpM+ndNn5RQzSCV8X7Z0Y6ab2Hq+PpC/UK/zS25GVdKPBR6LSEOEguUTYIuIEPiJ3Hx5
qLrU7MH1acaHoA2jF2aZbtc8fe+MdfO5LVSNQLQIg42UKN52Sgoa7xunvh9Uq3oEWEv1cfKi8KWV
WvvY6EN7r4eB7zZZm95OkZ8eDb+Kj4U2y72OIA5oDEcsnVCkHndGNg53A7HjjU+iYVODh7hFtCz5
3pWh/0zlaaCWbysvcHtKL/5oyAdrDAq3CyCVaasp2XhmQrOCP8WbDP1J+PthQevjVsmOXDwdLW1T
8RjlUQeUWdc+DZHzocmbP2EvqRspkBO65KawmQ7kwYLbahz9rznshPfVaLe3KHOFYJ260vwzgCX7
naijtLu+Ektbar6JeXGTS7y4862MDis5NVjt8imhSZTe7TU6paVDf2JCfLpptVdlQYEJ59DGtEsd
ro9gyX+Rj5iFN5B+vAgo8pyZHFrffJLl/hBKN1P5u0ibje7d+XQeXre1PJR/toQDOJSNnvgVtsbO
Pvryb9AOK++yBQsgJGAxJc9GECgy2Cm5n2klN/+T0h2KveHfXB/AZUA0MwHOyZu/1E+yen5fWX5B
utBXoPAePrQ8gUpjRvnc6GtZnKVhoCVPBAsX5cz8dG6njkK/lJTOfgrlb919Zn95/TAYB83GRMqX
slOwTElF4Dvmk6LV9vNgT9B1QB/6cUq0/tHo6Pm7bk+d5+XcX8G9z+UIlBN0PXiL8/F4bet3U1Jl
oKTK8rkvxlvFpiF6X4XxBGWRLUPVlH215SLe91NcP1oNxElRlgUbr6lk2jJJF9R27XzIcVH23jaT
8jBWesbk29ZWK9T4O+y/6vPMdLDNpbz9eH0Al8d89ugGKC9kOamyCL/fT5Smk9IpfYIjQJ55Tmtt
U726uIIgDE6dfALR4kW5NiDW1mnijJ4sudxOAOVqc4A8Ynd9JJc7a7ZCLoZ4aCFcyaogV6PWip6k
7l5xgm0/vd4lYmHWN4Y+E1ki8QIMfH8cdDmLn7RU3hgWff5yu+mHP68fB5ycPIQQ8uFNKUaO+WhQ
vMuTJ8S58+dxlZnscsNyQP59fp7Gk9dIpDR90Bt83jO+TuFeat7BnfFcNseoOSrlq92ijpQZER1e
i8SV+KajmmKN8sDuUrPkwaKhO+9XKJ4vV32WGCffTNkW8kkRDQm9nBXZTV4/FSrqE8c8X/GLsz86
P998nyeIAxQRiK54PkJdDkJHi+onRa2jh062g4+y1AV3sWFW73Sv6281SbY2Q9Cv9Y8tjowdQMYb
MluqbOcLFeiFWidNWT81v7pkE3167S6bx/Xv64IflscYMo6oqp/KCA345rZ7Qz6EUgj9H4QPCELx
z/Pfj4ItlBW4vKcBjoJxE2lr8ejSBOGyWBWyhYxFOCiar+iZorP0Y/Uoee9kbXUF5lessPjoEBjk
B1CXYxsLQ1BaFZ4F21efGmzt/aw3tl4F+9JWTlLLufGnNvzIOy/f0r+rbwuJV8bWabqSV7eHChe+
wZC+556Dfo/sVVtO9id2jIKgmd/JtI2Y7UGijvocd6q9C/LAPpROIkEAMSY7Kg7Q8mrqB79vjEfb
M6SbKMhA7sFmOH0aHHM0N0qu+jc1fSEF9HFWfZDzaLrv1bL/lDbc4b0Z9kBLasmStnUlj7usKqxX
v6xmp4tgHR16EFKKYYnKWYC/OlCfUCQvNdgVX+1Bzr8vxCVhVfR1bc5LMH5I9Rfd+H79HFwGieff
FzZR0ylRluqS8tQnoez2VVM/KCAmYFiUO41m9UANHzNFLl/ttthQiIdwi8DGe9FPK5eB2o7NWLrt
dGtFH+1y5cq9PBvn3xemrbSr1itavt/RrqvgPoYVv7gAL8UCx5oYZs42idmBOvCHfuiKEnjz+wR0
hjFAlAd1A+y9ifRQBglqRF/HLN1dXy+RYJgEARIwGEad0LEdXMy5WyliP/UViEGePSWAfyBFFLEY
IQHMQ3OUNoM39o9KnNv7spW/Rl2cbnXPfJaDiN+jdQCx4Ty4LeFx3aWZ/YE3aLzTWh+Ws3Rq7ju/
/WQl8JRd/81ijeriNwu5JkVNa0NJjey50AsIs6QXpwnuvVJ5QTbvUGndNkNNzNGHGzs13oEI2raT
env9Nwgb4uInCLfJ6HgxVK5Mmzx9laQ7DSK+/82AcKEYXTDIwTzG9jPEWWW88vl5WU9c8X9+P0Ek
D9J5A4jVXy6BtClgZnnOywySpocifd9i5w1jODEyT+JJbFRFKPqEMkbgDRxNulhXNu/aIIS9G8Js
VyfzIGYWv2k3wk64Jhoo+LOLeRK2Gsybth31cvac9t+i9lZXyn1bvtOD/KBKa7hCMe11YUzYVHDI
y6pTaYxn/FZL955RQM7wOSNXmzafcucJ3tdDrf/pZOsQ5l8i/3B9ueaxXNsTwpYb1BymcQ/zvbGx
NDow75J4N/UrrnTRypyUpFkABmExwuyT3CuT3s6eJ5Tj1a1SHOOW6H9/fSyLWwO0KTcoOeOLFjDT
k3ySFRyfOt2rysEpD3m98lZddAEnJoTpmqYcSjrbzJ6h44y7r4618v2libJn0Dc32hztC09JaIbq
MlDqHOmdJ304gvwZjlW0cnEu7W+oWDSqGzzm4Sw/P6IQGPlUkBhEYT91072n0lGTf078jwO8RdeX
ZJ4PcXtRQ6E8ZM9JF/HxAk2tlumxkz9bMCv6uc/19tHv7+rxZ97cpMYKXuLvL78wZ9IvQbUDvjlR
m72cyBj4aII/J17Tbcy+gEk1yozqht9WbJIBisHAaOPtRPIAyjK73gFk7I9pDxOOJ0nJjQPNCxSH
XCl2nwZ3ptYmh9iwky14t2QrBQXccq1cFh/rwug/KAh+7WEQth5rtGjfy3X50YjKeK/XzQ9jTNqP
UNBbHzPTjHaZag+3gxJaMKrWWbkpcxu+NCh6f1Zh1KAiUnrH0fRoo2rIIlTFlH2kWbpeq0dc7l97
Rj6wxaDjpAgthGoaVJ/+WFHjzobPXvoVbOiK+788g+cGBPcPeAT12BAD9niEbWYHIaPcrNH7Lxvh
IgOXSwrBFCIz2M/SyWwc2R31bFdOzXaS3uv1ykVzeRTBM4DDmkUE6L8Vq4CQoJuNKrXlM6uy1cyH
MftUO588PV85IpdLoipkJOEcAxYACHAe7MmFKatN0Elsgufc3qbmdlyT2rucrPPvz+M8+f5UWE0w
ZHx/TuTbB2fYO9kKDGRxCDxgcFwooFJ5ODcxGCjiSI4XPgeNtavpCQvyFb+4NAj0OOayCWf7AhqX
moUc6GUWPpf2fRgds2wXpyuvsDUTgmvvfCmGWioNn7t2q+bwFvJYXTkcS/N0OgrBu49WJjdawCjM
+tCkEHrtrnvble/bQkU5R4FDy01kL/Tkj58i8eivRMArcyTe44M1mhUEtSEptRez+NNVFbxuK+dh
zYZwuO2yMFQrwUZbbuURzrU7fS2GVBbONncrR+4/ZCvimRuhgi2kEs17K4ftXSmQib8pzYcIKSLv
U6qp20a7hb+9DX635i/J+Z2FN0F7iKv6cH3Blsf673cIZ9PRutqDsTN4ntRdqx4QfTW7N5igoZV3
HvwBl5BPiWTJWDRR+AxDuWYeO+9DtdaFszSKUxPC8beqrrPiOAh5V2xl6Aibm1XNqKUFOzUx/4QT
J+YFel1J0DQ+h9YXJd1L2Y1Vbk3jeH05ls7PqRVhObgNFF9KfebKowH9ppTfshYgPahyaGBJxds3
NKYxQpkseM7lW1heCzgdlf0bhnBiQlgLjURuVyeI11sN/IpbO7t5w/ctolPiRjDEuhBA1JISl01o
Bs++uZFkCLVXTv/iQp98X/j9jla0Oemw4Ll1HimOR9mjDT1V+JaFOLEibCfUP4yw8ozg2UgOanQf
4/HttSo8O/I8FCXaPTEh7KV+hGSrSi0W4ottbG17C3w261eMzBfGNSPC47G3E+DVGbPVB9mhbGR4
qSB0Nb63KIRYz7DZJfn7/239hVvSGAIlAO8SPA/jAcrwaM01Lx7Bk2kTrshOozHRHObva1sQP2a8
csuvfF+sl0th5tihxfehzax/J2uMP2ufF55WWhNZVRWxIJO6Kb+YP/6nyTeEq1GNG83G1wbPTXNn
lIdVOo7FwwdnFi1vlGuA9Z172aavbWvUxuCZuqtRwk33GEKlrL28YRQnVoQtNPSB1asVXjC2t0YK
sfbu+vcXr6OT7wtbqIbLLfctOXiup9vOjdLboV9xsivzJMZZba56et0zgh5YGiVlhHT634X35dXj
oCxAPwipWmXOOZyvRtnEQMsH339u8k05bIviODQrfAoL2xUhRvTZaf6e6aOEpQCKE+pF0Ep0z3sb
x/pVysOKp12YKoQLyXLxeRDD4pUn654c8z7x3KHXdmN870QfrP4mhZz2+mTNv1TwhGd25pGeBAiK
JtkdRQjPTaRvlDkRzXhWnXxnot8ylN/UfGXi5pNwzZxwgai2P6DUgDlZ+5JGrhccx/RrrL+LtDVt
vcvdPGM4KaHRhwXHsQix9yBNm8bYk13DvEFDwcoe4ay/PneXu2A2QdqMnMBC0sn0eTVA0KS4mbq1
fH3fBGsR4ooFEb4/2UlUp38thF9nxY21tNzSJIFUAbSCshUZRmE5lAa1lywbFHf0TXBQxvsiHW+k
vDten6jLVafRXJ8xu2QYwSMLJ7KI6KwAvae4Ocw9iDMdpar4pXjlvgcWWdbtytlZHBXsDw7dWpC3
iWWaqRjGdKwZVSp1d0bobexMRg7j5/VBXZ4cMjYycCKaKwyEy4W5g08fAHFArFAFw31U9u9rq0rI
kE0/e8+4z6bpA/rSK8/5S6+ATYry81rxMBG7cIKgc6qoT2gkSKFPn+L0+4j3QV/qptLicMU1LG0+
sJD/zRYJIWusaZUR5YHiOvVtMz0RIV2fwJXvW8KuiDJTaiePE1qbNBIiNPNKYByuk9kC0g/+Hf7W
i+YXw+zA9ZJZc2P9Qxj+TKh8XB/B0kaDohWxTOTesSTMENwtJVAvA2qAELEK2wvMo2rYcOl1mrmy
pxcna04+QzYyq/vNR+zET5d9XyidxGLoZr2jwr81tLcsx4kF4U5DvVn1p9JmP8vFhyDKP1C7XUuj
ii2k/1kSNKtgTKFuf9HiqMl9H0uNxYyZkb/RI66YQH4HkfsnKdA2ljLpW7+qf+cTPThBECIwmN94
KIPWkbQxy2J/ff2WjhNkzHPOG5AL5Jrnk6qGbSe3A10thrYtP0t0GCluOb1h5YyZHlSGsw1+LGGT
yONodS26uG6kBemNPaC3VxbWWu/F0v4wwPzPZAikaMSmiNjpgXXQiuWGCJf5H7nT37A9Tg0Ic2UX
XtfhDxXXit6Fw/1bzurp59Xzpah0w4+rcVLcyQP4sMtfrq/02vQIi1BOndFBvKW4knXTFbe5vPL9
xZ0EjBHhRFjENTHaaIshi9NWV9Dq2zblsXaeHOUdQjtvGMWJFWGSvDKlxzbT8MhltFPacPfn+vcX
wAJwUNAFSWQJxeplGU0yIoIawChh+mIoHzIzRkvFDdRHNczfVUjnGo23Q+0W+aOnrn/1ExPjtCqB
lzbB04nXdt5MRRXQBO3aNpSrfra7uT662UWex558H6dDH6dFF4GYhEV4My8She7SeMi9cGPIdrU1
pLj9PBABHTpVzm4N9KpWIt6lnYG7pqHbUWljE0F8WaS0dQtuy+0zYG5tnkwPRk15LW+M9o5qYrtS
pFyyR6WYTjmAaTSZCuc0HONAq/yaW1Uxj2lj39SooZmHyFuZzaUTdWpH2IvjCEA/H8t5XN6XKa5u
kJT5/PoFgwCYa5R10y8irBKhyslRoJHxxvxoBNEDhCyoq3bDQ6KinC4nr0+iMWUnBue5Pblkk0CJ
AlvGYFZ/Mbq73Cx3xfix0/s3+FL64QFPQ8ZD36bojVTJK3tLlmGoK7ats5WnNdH3pdUBLUz4BnQA
dOr8309Gok1jQUVxJJEVomtTIFj0+vIYgY1BfY+rE8S7yFKH+GnoG9O8r/uCBm23MBVUJH9c3wEL
AdapEfFWG5OmsqIAI3lPXy5BOHq5FggIVT28xdDcUjijeS/6vyMkbeN0ru86zU0t/fKa+6r/eN3E
wpJwM1NMALAGH5YsxFdxnIahhby1m+pffOc3WLXr3184+LziYOHkNUcPk3jwc6WZKkmiQz/KH6r6
S1ce48DYpmsdpQtLQrgEd+VM58x1J+zdriyVfKQz3w0R30F/6gvCHNcHsmiBVmOVBkN1DpzO9y6S
RsZIMgqqgaHYh2n/0AzevqzWGouXzMxoeohSAZFyKZybKZRKt0ebu26SHuQJQdAp2lbFyoNtYdHp
XAY5Rg0EGLr4wM6HbNKaiTvNyx/l8TH5/fqp0uDYoiiCsNaFirkpOQjc2rT3J2juocPipoXzafLk
FV+/OFVcXxAjwP6CsfOpGhE1toe2Z2t16nGUukNcNF/CIF4phy+FHzA7GLai0o6P5I5wd4F9jSsz
8/G/juPNipzjVkvCW2AhhxjV000TBTeZjxJSMb3LqvwnVBT1poXS9PqsLgQK/Ax2IDPKy1G8sgcz
QD7diaAP6YZDn6ChbKSf28h80byA+sCa5r1ICzs/igATcXZ5rcIwI6LtOxo7vKRrYIOgbfAwFUr0
q62cDiV1R94F5dDtRwcA2GBKyZeqtcxd7ul9tcmRUn6DDyFNM3O20S9z0QHpV3ZFhwG/xA+GDX1/
m9Fztn5KA+Fa062I4f3PoDVNgwwKQxfs96ORBmWN0LOrmnn7EPjxSywNPnKNcRscEzPPHxNJM+/k
Sq+3jWfau1ay3vDk5eDzpAY3Rq+A6MtML0HHt6VReqiDvWYXz41mvRrBx9qemBAu4qyn36rWaPUm
JbAxhwfdkXaVj4qhv4aIXHI18/MDEjHakMApnx/SYHLQalaSyUVn1B82yStpdf8uGMERq8XBgAZK
OJxxP5EJmyDY7Led/2jJK3HyfP0J0fncSQGVFwg+uiaFe8WJeCN3KiROSlIAO/sWJvK+VD6kvk8P
7nsEEa6f8aXbEm82zxONh8D2zmcL7brAybxqdO9V6+UAN9DL679Pu7CBA6HoS5fb+ffbUqfAGDej
S0tvszODx0l9DNe6TBeWnN2lcsPgQeas4LkRHnGDVSLr58LI432Mqk/Xx7D8+ZkVg6ueOEycI91v
TYmmayRUvmXGbUhN4LqBhTXn9/8zIIREmVZLVZJhAFdwrNSKUXQ7x/6oGt1+gHGxU/3ddYuLQ6Jd
ni49e67XCa+WILb7UQ4Tg6TtPvSP6cp1v3BRkkEzUKeaTz3vzPMFafquyuqqsRDBQqB82z1n0RsG
cGpBmLK4KzqzNmrLzaZfMdWgULNWFmVtDMJl34Y+jJR1Zbmtt1eUvVzt6pWzsWwBeCuc8fxlzYt0
+jjxNCMnbW+5QX1HajaP36lrTJQLx5uF+Gdi/gknJqSslMeazBt4TWeTSrM31ONv2afX76ZTK/Ov
OLFiJLY6VRMDCeUbKzmqa3CLebsIPhFlRiQIFJjUgb8I33fMPAPWmliuEXw38zu4uIvwu/61ml4P
gKNcQrmCRMVczxA7HJQMRh87yy13Sr7W0m+neH1S4uz7wooXZauY+FvL9exu28v7GrSmp/8qxpXb
dnnC/o1DWPamRgOp6xhHrxw7/cYL0GI+eD+cdn994Re3F3eHotH1qV/g8hFTkUYSPqYrGT8SGtzs
p1jfvrJNcr5wmbR/RgRfVXqtmum2Z7pyY78EqXoDJ+n36+OY5+Nyg/0zIVy60ajKodZLJtRX1tey
iw9+1o00Mq11bC25XW5DyKZnSQ/Uy84PypD7yDdBT+BK+WYsd/4ap+nCOCAUJecFczIRpfhAKSdk
doexg6nNORrpbfvLWuMoWBgB9baZ653KGz3MwlWr6nXX9PANui0C5T/DcGVDLQ0AUmbF5m8VyIJw
cZil7CBBa3ATFiDvo3IbVEgjfLy+2pdjcLDAzYcvmbkyhTGYEE/JyAurbj1sR23jdLfXv385iJni
cdZ+nMklL4AXEwrz6I+Rnq5pHwW7sM/V+OgH5qsPOWbQG5n5eYl0xSKoTSNAXimS6o4DAA/pYFrP
qfKuiY+q/On6gC6P+bmleUJP/HvQmHKcV1iShg9OeZeCBFdAayIkfN3OZRx0bmee2BM7hRlJaZ44
yLXAOKNrT22ZbIrGHbRsV1XvmtfDcGhgoSBPmK2xm8XTYjuV7kPjprqW5bML0OH2H9C43KjT++vj
WtpwJ4bEFEs+Foktz4Y8ZJiH9lsF0u66hUuHD/4G2iaalmbIj7ilexqAYeEtDShpy92kx6gFRf2P
ookPYRf/UKf+y3V7CyMCWETqdn6lXKrFSbBRdq0yDK7VW78SE1djRa8ug8w+BmkMSqQk8EX2MUXL
dVjb9MGNjPfBQQ9W1mThkCoERub88CFI1YS91qCkqwY+n7de4vZdFTwk8cqaLM7RiQUhajGsNh1S
D4JuL443bfNhXAvulgwg9jz7ef7An50fFzmwrVBTM/h+w3FbNOam818pdMXdS1LgxIQQBKe+bQ50
eyLyQuTYTLue/GDSr2RbFhI/WEF52yQ/CFGbuNR+Pmpq17KbuvoW1flM22Tl0fSPvrTlOBrjHlUG
c63IsTB71NdkMrcElDRRC1eN31VpXDUNqW6139p1S2/y6+8BLJBIp+wNek0E4Hn6WCuthmJC5v+w
gwwg2a6Lj9cP4kL+CGUwkrco1835T1s93wRJonlJ21GrKYqH0RgPMT1gcmZu5OTWbx/8/C7p0tsi
f3Ugi1XqHaTvZ+oaMZ9LotcOBpUkex2jNDt1P/tS38uZ/g2mm1enwTFF0xkRORUisuHnA1RDI1Xk
Nifp6txk3e9eeZReydw67/IzE8JJjeKC5p22JN/aSLu4Hx/qOl7ZC0u7DZoBfj83Ng9uIeYopVQp
Yykktxl1PrxjzaMqrxHELlyfBJZQ71C3Ib4RS1FB1mvTLHjtSr1zSJ3kKS3trZnCeFl6O09BZjus
yxU3ujguigekReiHuTi6sRTxzM9YHa3xNwYZyl/X9/eCm2YzkTiamS14Sgg+LjftLjQLb3Tz8EEu
Y3Suo00Xvv6qgViEjxPWgpEUHSmaE3Zc+6T0EviKomrapmsPpYVpOrMg+NGxnqSoU7DAithf27U2
2fl/P3+/zORqDo0hpHTQVRM2cEH/jloZUuMGRnmXp6G+iZQcZvrxsYzUR9svzU2s6IicrCV6lsZF
eyO5UFqhYDoVnGg5BFUetFlLCNVv68Db9q/HJjE0HhSgc4kDcALnx1/zzFFvx6B1pabfGPW7UToO
/UZz9tf32dIdhB20gFA6JxUv5sBzWQIUIWFHg2OwzQ9ybT7I0k3V3Jn2dKM0wS7OsqNvT3RArrQd
L4TX2pxy4KJlHi8yytSrJsnX4vb/SPuy5rhtputfxCqCO2/J2SSNNJRtebth2Y7DFdwXgL/+O9CT
L5nBsAY1fi+iiyTFHgDdjUYv54D45E1birAcH/mIzrby/uYo7OWZIOmu4OYgEublGC2OCYjnOshL
INTe3sg1jTABZoaJVB0vE3kCHeWhzM2bco5o+UUr0MqmsNW1zULICVAphDzoopUcaWmMLGkKlPha
6u0G+FIyOg9m4oFeQ+HahGbJRiWubpA8oBR3BTsFNGIbaNLVFM39hyWZt0XzI9FQvIiTXdZ8u71r
a24OjxA00OL1K/oILrXcsqhjVQO0z0jdg8MAZ0Tz+i9N1xXhwsoVgdLFf3IkDVj6icwgnhij7G8n
6Z+7X+b3Ya6f219/oAVI1Lm4tgn6LhzJbQ91TkuzYUNUTBvAPapoota2SwAeoVICFlZTHqCYi4xO
Vd+P0cjLiGHgLm67D66n6p1f02V0dUDNdPge5G0uT8VBo4IxUwf2UqSb3wlRzaGvuW0kNQHOBWVG
gVU+9ToryZzFY6RXUZ3/bU1fEMCT8dhg4Cv/7la720q2ZjpQZdTJkd4UPL2Xy/E0s6vKEn4m7sFo
mH7rml90QeFYlS5YwSR5h/z8V5DY17N3vD+jtm30QhB9Mft8Y1XsuCzxwXSat9YcAz0ZTlZR7yjA
cEKr/CtPnA0OWaGDK2V0/AwHeXU8VMUcvnR19HrjLYOOy6ky2md7GJ7nrEIVVw872wGqwLAZKAXr
RnHsp8oP0DZ6yDzz0x/sOXwViiEIYa4e5s1M/K4eYXDGaAW0PHjTq+t+rWMV1+O7h5C9leeLvgS0
biEfK+nS5JQ202J4EHsGRXZSPdWcfWrmCSOW3Rzo3NnQ3Npk1RdvSH6yERx0NgXV+lKFne79MnTQ
xtXsZfRQ0iQCjrc8uZRse10FV7Bmuuj7wTyCBf5zvCAudWOsEpTcM2xI6Rzq9lhgzNwr7m8sE9im
InEAVE2k4KSTRxbXt9G0ySNLf67Invy4fagrfgFpI5Rt0FQGbG45XqxB2z4CGpCBdboPmi82v7/J
GA9GuDdcomjRdFyxiWcGtADyLLYr/P66yMIW+TAlMuCK67FAVIyA5z3FIk9tUL1IGr2dWaSVZuh6
FOno14H/Mu1Pqf4z5k9e+/EP9uxMoHBOZ0tKmtovvBhv/FY7ar0RePTrnwhAUhceDucuezfUOIHf
mOgssq1t52/YHyguXqHoakakiw4mV1pAa3U2B+TfFCWuH7x4xltKFFXTlYADEqC5roEmeTx2pC0y
Bq92W30Ct0z+VVv83bAMWeCjMbKo+zSYbBX/9sqFcC7wPbdwdiaWlRVD1pEpcsEMVLIdULXDJvuo
D/c/4S/kSL6J1YXbdwBnjwrPf9a599il46fU73a3NUC1HCm46chsVNW84IRmJNyMF6f7VE3fmAom
as36bbDV4F4RfJ5y5tBwgLA09ohAQS6/2Me4V1wZKx4SMzQAHEWdBbUcX3Je9TLnTZuOLLL4FPQG
WljQ+tF/u71Xa4sQ/D7AVkIcpctY047F/zHHasnArfqhrhXViTUBSOkhH434BsNB0ir8tOn0cu7m
aEwRXvbp/v7ff/55KcDsPHPM66Wfo5ZtFjcsVBHmmi2ef1+yRT1Dn90y4/ueBcLhIK72hDw2zXZW
lZwVgnypXWnuaofkmAaOzH7TlSDpe/V5WNrIgCpemeuCMHvj43F7XSKovMHWvLSeIwcQ076VhQlo
Agv3gw6YfDYq1GtNh0HqgpcTkLSuIXvnWsO/zxhOf/nWFB89/dhYCqciTkAKePC++FeEvHGYWuiZ
701ztPTZHlhqbMDkYdjVT2VzdJwsmFUqseZezgVKXqyrLNIXCwQ60w9aPs3ZsW6/lapLYH3nBPkO
aojXkMMady30yupzpPm4lDG+ZKUA68bIyR/YDy6b/y9Gsh/UuOMSvcBQu3qz9Nbe11TZyNXzwZwH
8lEYPseU+OVtBkoIwroEDqDt9PmpmKb22R/mMoyNrnpymUuQZdOng9tz/5AW3D7cXuDaPiL4R2oS
3dnXGKU2L5DfZ5iqrOOPRH802WZSDW6qRAiFObs++xojvmjQ1SNSf+NFsiH+Rx+jErfXseZH37sZ
0dBoXPeZO6ytHNobKCK43/rNqCtC2bX6ATp7MUsrdukaWtGLZx43y4jhbXTo2W0ATo9qPPLyF7fz
oHZ+WMDhdTNVc5VQL9l4Uev1XWRW4I3k+kFrgQfEMxmJRvJt8rptQ+ZdYzz51QbgzqGAsLu9i2tH
hfS74DzA36s8ZW2mYIcxFj0aAJkX4vYrX5hjTael0VQI9TIdgagmYMoWcmzgIgDjRvyWc7XQ0OKs
M5R9vInv+h4sC68oL+yQyg7tbjOQJSzh6M25DzokszVwluiPDqgx5m1F48AiP5v5OFS/9BHTSsVD
26ooP8iaZWLoRpQjEP1fpTq9xudVZ2I0arH28eCGdUxO5uiEeKYDBfdoZXvM1iISBqThD9t6KNpX
OIvQYghDzNdpekAAtGlKVYrcEA7hSiccuDwkKYHzKT/aereKC1BU6iJrYNGjn3nBoB90bX6l9U+t
yl+dcdvadUDdI2ufs/rnklK0Ek9Bs3T72PQfx7EJtC4Bj/dpHvNXrydh0s+KIH39eLF9ou0Co7Jy
qq4vKjDuEhxvm3/2vTTgy4s+fFjadgd6o7ABtxGNtz77m9o7qzpS87GpopSlePxXG4N02650QtsF
cU0dB6gKvDr56926LkYsRB1AsMG+zx6f6V/ceTOLKWYtpr7nHzjwyY+Ct2TrVFzVQbFixsivYMxI
hMLo3Rcxx5moPJk0u+txZI3WN8eiB4Ejyyf+aPOpD72l6T95xdh86DRfe7i9yFXJ75igSJYimhE6
fibZNgqb5KjpRLMH6DNH3xD+0vOXqkt2M9A7lu5eN4y8PLKNaK7CXAC8lmTUFSlyq8npEGXek8Gf
/r69mqvQAl8Ha4bQe1SgYFqXq+GLZs16QVC/qW0/rMYiDdAPPIag9M0OAEBNFBMmV+5QkiffXHOr
9bM/D9EMfE1WpkZQ6eiAQDZQsW1XQacQJCpTyH4JCgcpCBCNocUwszEi7eSEAJH3njBtYQaelr0Z
U8r32G9VX9TqZgpgPozQoGIk16Rqvxyp6VhDRNixt8AomD8t9Vt/9wNHLO1MjNDQMw1EBDNMBoMY
s7I3ulUEKft2WytWTglFQ1iXSANBOSQd7x2zbAhZushd0s/j0pYfqmYhoenH5OttSStbhhEw0BJj
ElP02kh27FEHvZVZBUmx8wMAWieN+g/xXG6nclSBWK6sysKgAbr7EB6h6V1aVZUtxE1au8X832s9
vpblg+5+ur0chQg5r4H5VTenNUQQ7bEHB1xLXmbVfPGqDAOQRA4MV+SbLo+fop6aZm3cRH3mzsjN
0AlBTFm+0HhxFUa0cjpwCa4nWIcxyCzrgZG03B/qpkPxeLt4D/Zy6KcDK3/e3rQVU0VzAqalRSs6
AmdJB2jcICHo5F3kT9SmQT0Qdhg18GgQpG6e6iEtD864ZIpGkusk/fsdJTByUblGXlbyEDGnY2Ym
WFw5PWJMpImfGvfkEtjryUJ9Z/haZKe4faCewrgsnM9FtCHkAk0c5Rd0l1xlWZaxnLlm1F3kDEXx
AFrgJfRcT/VEuA6vgasBE0b9Wkw+XgFYty5lbHaWOkrG4VNJjC+TQcLJTDYxcNLRXlNs0rHZkNbm
oQ8q1NtHeq2jBprDAHKMJJWN56RkaiQGribTZxol+bQp9ASYInpwP/wTpp/PpMjWZpm0bhN9oZFf
6W8z8m7x4m1vL0T80MvDuhQhGVtqOwAnnAmNHPo3rz+MqIwDX2Zvjc9j8r1JI/fujiBpTVIqMW1M
Q8ODgUapGfrEDbR7aZlwN2FJMDeoBUZ8wXJ/6T8Wv2l7b4CE+u/uqVRY1bVyX35c+vn54FVewfHx
wnjiZDPFH26fx7VHuvy+ZLRA/GegssB5aN5j+4k7B5ofrOZwW8iq9jpIWIGLHH+JdMEmjq8ldm/S
KHcfk+7I0yfHVjQTrOyTyONi1kNQltmeWOfZHd5XflU4eUojHVCUwZQr1Hb986gfo7UIvUVyh3aX
15ZjagWNGOhIDTdYUlUa59ppw68ImNB/JIhfcLYAakwTOgwpjUrD2bESroWmhyZ398SJj5xTxbmv
LQhNxih+od0cAbF0R6TZ6NQ9yl3RUHvBbBagCQ9vH/p17RhOEmlj8S4FFttVxKjHtTfnjGFFRfzE
/OxrstBjbI8A7NaftEELB6fcW2R8TIm2JQsLWVs/Z86geEQJ5ZI8zsXPkDYWHM69Xxc6jRZ7KsIs
Yyd0qW77eti7gAZEi//vrFsUV9I1rPT72jFaipgC0CVX0AVAKfa0fqKRPbkR88tD2mdHMB/sOoDM
8oVuwfDyzFIeEL/ZmP0SFixHzTo/pYDS1bti22I+Orh9ICtWSMB4CVJKG43yV3fIOPq9sxh6GRHe
oZEjArPApmxUBc8VBw8pPmp3NhFA8JJiDW4NfjLXLdECdeQeKCVOaf4hrZyw6YpgmD90xefby1oV
iBcJkKLE3LPceoFxH22hU04j0Ea6Ux+kfNeirpelz53lBn2jI5NQ3O/QgNQP9nbQ56xM52havUz5
AHdgtoex3HKSYK5ckZ5YPa7/ZMijBkmNx8/gYF0p0ndeCgnZ92xRMYKtSBGYkug0xcyBSNhcuh1v
QdbXoW4VJdUX1n4p6FthvN0+oBVXcyFCMsBssdyCzHYVjfrht+Hvb39dtQDx38/85gBjivUOC0iN
o4PGYnCaafmo8GUrt+TFEqTbpZ6MnJgthAzky6DTvUkLYHrxMFGBEqsESdbTdl3HcMdVkT0GqblJ
0LZYPFBTpb7iVCWfeLEe6UK2MsdcigpinGUMi+IvtwT9pg0W1XSHdPvWLX+6LXKHoOHz5nZfOWXg
0H01gxS6PvmjFpaIfvWjTpfA0Y7tAn69+hseN+E8uYHvFwdezFvPaAMGYOXqwaA7Ixs+LYTvFn8L
fpTAN34DqCSoii8luKEro0JKa9O6ZJNwfZODhMyz/9Knz0WVBEX+ges/GRIbQ22gg+LNT591orp9
V3QUpobMhijZX/OvZRMDPzutGtHT4Bj1trdzxZ6vSxBwoYYYzpeTjbXNq8axiyYyCAtnDzOJqsbX
FUvAGv6TIIWKCebLee1mTVSTT1O8z9gXW9veNjbVIiRvMQ6T63td2UTE+2kYx67a3P7+ivpfLEHI
PzPmaej0Ri/w/Vl/Lmf06D7wZZcMCmsW2i1p/4UUyWXojj0yy8BRuKbzhMRWkMR7xEKB0+w0bd76
48/bq1qVBzRGEBMiUwLOkstVkUIvNd0wakwM0LBJysCtI93ZNXO8MbSn5G5EABst3LidMEoECB10
q12Ks5ExsYY5riO2mE9W/62kd5fshQT0GgAkFPTZaEG8lMANE8/QpGnwqD/mbjCoWuBW1ezs+9IK
Bq4PmLqtYY32V6v8WReK4HdVzQREpsCEwXtacudmOS6s7QwoABiD6vFDZnwuWxQbVM38KjnSwfuT
lWdFTJooBlNF5o77dnyKPVBEKR4/qwrmADQDx43QTu541/K+AOCO00SFE6D60y+HigRN/kWrw0U1
NrzqZc5kSSZKaGb6SY29i7m3a+iyGafiYeq9+4NVAZ7575IkG62WhnqZgSVp8d5r7IBVmyFXYfRL
54OamY3WZvQXonsGE8Ryo1mV8zaZBt862ebEN4PZmi+GlfE9eImrY8rG9k54nv8JBJgNFoZr5grt
GEPd2tKiIHUyyo2jG5jlv9NDv0sQHOQC6ggPbbn+UBCPJAC9tU5Nar4SjnKWVincpzxg8T8ZCO8h
ASEwOicvzX8C41bcDrZ5Sht7ARCFxX7VtLL3QAYaQzIN9pNdzODJSVsDSOhouLZjuLrEs1vFL5EL
jfglHqjxgFaO2hjKOTKuFaqM3Cz9ro8ytATURoUiYhW0cb5N2ZcuflqSPYm/Ts73uMnRqnyYPUxx
5x+96W0Z0oC4NCzRaDJbf7OSPVAAUDXtszUpUnfCyM9uG7Fbhuic8kGjANIqeTY5LSy3bBKbnHgN
5uI06PxxUyfb3t9Y+n3X8z+iRB+YC88MwZcH03cWnpKmhRqwA4TMV6Jqxn1P1EhrQQM2hqxhmj5a
wSQBqJrVaVN15NTpBX3Uc6vd2eM0vcbOQLZoXDZ5MPY06wLw1+rIbc/OY849suvrxAgsjdtHe/GH
XYdo+oVR3m1rO00+JY6b7ZoWofx9TkRWD7mxqPfqaXDGoY+afttom9o9DIViy8WKL3fkQgNlwKK0
NGmDynUPFIUvdYb3YB70qi58lQzJ3lzeWWlnYhkgtDTq79Qcgkk1USBdIf9sFVDfEQWjeGCL/34W
eWmc59PY5j1w2NP5hVNdO+VI5wejj0affKnNDZu0N07L7nA7OLpeHHIEYigcg47vA9CXguOe92YX
m+bJsndL84h4T8nxI4UTwhDE+xYlfhQJBPTMpYglQ6G2RA3ulE/7Ot1w1RtarnwIAZhNEM2+oo6N
qOtSAAhNedcQdzqBPKMHBXHcvoFfMS0Dv26KD2aRGp+WxvnFeVzvJsrIHpgYw0vuUOD41H6sQq1Y
c9AY2cIoJ5BvsGi5b0UfXG3uW20+5VYxbppRL7eVh+YctKkw76HjIC8H02y68VJ//IghJi2Yh95G
GOwOd9YIxdZc/BQp1LJBMG20esFOS/eg+bvEPJqqksLK8cK3IpYD0gi6eeU5tZz3KZ87iODVi8mz
QJt+3lbRlTDhXIAc7hZLnhC9ggD7I0AcB+uACpM/K+xAsQqZO8CwR21mBYRofpB3AJ692xeKG+jf
XXIlJ+JwHLFRVOzk6d9pFjnpvlIxQkmZuPezFhKAQScsQc4lpfEAcONZH05dyWcLDFSUzgFaA6u/
WsdPfjl9loDP1F9C5tbGEiDSUnGDXzsTPEpEMzQo/VAEkMtkJsYt0mwwxxObjTH0k+REOhdVrPjO
LjQs9UKQXCnjy7LYRWyMJ41sSLPh5Y45iuDmOm5ABIh6AFIFWNBVvdG2KLNmD4C0Mw+QuK4oJnJ3
g/U6qnIfK+7iUpLk+5t5GerFzIaTb3wmy9ZOn3r2ZlQ7G3mYot+0zj4bHkuM99w2q2uNvxQreU3g
TY1gcofY3LSXB5o69iNKyOPD3VJAOQxEPnThi1KXUJmzi00naWZNpB1P4GsNlvwLVT23r70DcE3O
BEgejiYdW7qyH0+80NqwaLQpzEBW8KbRYgaGg6micby2MoT3BG9vGBpwnWXOZs8D8V5RDFjQW/xG
aAh63QINf6FZ7bs7AeyFmqO7w0fvL+aZga4ibV7GwKazuIVxqvHQb/epiqBrZe9Q80L9CY8JXKFy
Wa2ZC1q7VmOc5v6Y5zvfDUm/4wr3veIUMAWOwizQxzCtJt8PWk2SpcI9eeL6oc2fqLFRYr8qRMg3
RJ/oKKY5aL4sSrwzwgytFpbCWlQipJwI7+lQ+VT0d7Kn4vuUP3SqGdYVCZiEM9CHb+HPFXYsGAS1
2myr5VTovbWpyuKhMtDe6tgqFM5VQWBfAayWQE6TS0SFUWp+XvDl5HXNw2IYT1NCsyDnjir4WHGh
AkYaOSr0X8BqzEvbH+0+ASJqjxVlbOstb70eh0ZWPVtpo06/Ci95+RLAo0vwm4FuAgHt1TsvTvu5
Nv06cvI8SMy/7fiVDV+d8SGr49Bt70yQwDQvxMnloWnMlpq2EDcu353yoQZ9LQDlb/vO64O6lCHp
3MIrVtqGVkeV9lxWB2v+mN5JAXi1DOPyiBgIHqs0RbJSsx9EVrxnCuu/vmUu1yDpQO6QdjBI2kR8
yveA3Y5BinF7l66dGDyYSD6I5g/0PsnPC2Nycovi8eeyWQ84ZvuSxJyDpHF3sYXCym1pK+u5kCZd
1tYQs37q2izKnHnrevlLaitHSldUGXNFSFKJFxl6ZaWbeRonUCFkbhpxuqk9dB+/2nk46kHbv/Lk
7fZ6VnQMgCfIJQF4ErPJco/nKIb/29TN0LihB67z2DVJ4Kpc29qmCRcAUCpAgiASuNQya0rH3uqm
LAKb80dbRRyyuoSzr0s6rGOYqM8Jvg64oFfu8RdSay+xHt8JqidsBa2j6HHBJIKFnjcp7V5lvK/Z
TLKIpHuWPyXlQ17lQaE9dXzTuYrG4jUdOBcmbVnaTubo9jpeCta32T7pixYYZRYWCXBn7d9xnyrC
3fVN/G9x0iZiqBijZg4WV0zOJo6TIEd6LlO1S68rAqJqFLvR6C5rGwWOY4KQJ8PMele8NXnbPbra
SBQ6vSYFbQEYHkHnB56lYq1nMWfWjEZq2XEW2ezjyELf/XrbZlTfl0LOxYwHWmVZHlFDfzXot6E0
Pt+WsHYa5yuQfJpem8x0CVaQ0Ac9PzT6PqsVRYvryxl4H4JqFEEHfI1ctHCnrGV0woF3w6ehehLQ
etQyAgf0LlZ/J17Ou+mcCxM7enYinq3hBZ9Bm3Vn3vDaC/mv2xu2Zi7nAqQjB6SfOyeZkUWx9pHZ
myRnKIRXAW1Aa5VmQaYpukPWVACQCOhZRiAFsChJnhFzUuH9mUbxI/+mhO9UfV1SMEMf6qwopzQy
NSt4aVpVMLt29ue/XlKvYaF8Jj5+fTYiVhq3yGoW+o8pOd2f9UCB52ybxLGdnftiVRRDUhB0mrVf
3k4rf9w+dtVGSTdlrlVullv4PpAO2yl0trc/v2aGSOGByQGcRNcBrFtXNje9MsVkrLvB5Num6tF7
aKpIWdeOA49Y5BkwZYFQRlKmmSeJl0xpGuXe3vcfif7BJPNeM8yQ5X/dXtGKnaBugJEmaC5gIuXQ
os5B+hybPIkqFPXSeN7xwXjUWf9GmuoA2MAHQDnmipBpZRdBwQbIQSRERcVKWh6JK71tfT+JtGSj
/fT6va0qiq6ogWA5QQURRUsEGdJlWVBvACJgh9Y6O3mjQP7RF0UVaUUCOurFoB863NAkKlmkaWqz
lll1EsXZY/LoM4Uzvt4ixEXvgELQNYA1SwZpsMzTHEsbo4Y4gZawNvS86VNiqFDmxM+8fCRBjiNa
bcS4si+/yCxKndlwgbhQF575Qlk1bZDHboOY1e6+MybVjN97Iu5aoEAOIgKfSQbVtBd90juWTFHm
ekFs1kFKtt7wK3OPQ3PqErbVhiUcyO62ll+fFh6AOlQN1TJU/OQWjHLEBWrZ84RR3wU0ctUpTen2
toiVrJ2QAWIsvDzQXCvPkngGdzOesSkqqylINCBC1iFpDnVdi4mzcKzqIEu8gGHi16KaIlp7r5nI
+4rHrsAfc0ERL3ddgrppaDE2M0Te4DyzDJh6nbchTgWU4vzRScc6AFpS0Jrmllc6C5IOaUuHalsL
pL5u0/xuMgv/u77BUKzCw6ypMqbFMGglSpV4i1+6fK3ntF7sdogS3dRCauf2U5p6XtDHna/YhTVt
FqVnZMjw7kc4eSkq98yyB+xPDyLUTZ0CqWTZlejRV9EprWkTPBegp0TF/QoQKvXGMtNyo4+owx7q
knwgWqmI9tc2zTHey+kYiEWv0uVKUnfqdCfFUKRmbzFyFUx9EZS1QmXX1nEuRPKSII/ukMMqh8gv
j5PxrGrSvE6MijIizsFFphJQvfLB6wNBcdoAVpntBWP6G9OQwZL9qC133+qvpIw6L1HcLKsrOhMp
hRd0cX3e6ERATRLgj5FP1FRRf6tESBEGmoxjgMthVfryTOzH6k6SJUTGF7vmSCffxKMVOzm+n1S/
qfmrUfEQrv5+ZF1hjZjZx1zYpWYNMNLe0gtg7HhzmGNUqlJNwa9KwHkjvYt4GJAAlxLKUrdbh7tj
lHevfhjX99E4vW8Q2AUw4ih62tEjffl50neulbbmiLxedqAWxq46DMGm05GW8Vtq5j8KYm4Uvl1s
uuxdxbCXANvAPJ3sWLLEctKe+pBZ7H32FYRtGOEIisQK5izZZsO3ou0OVre/LXZtIwWmKGAeMbOB
XMzlSmfHTYme6wCeK0/pD8Zf/2+fF+LPYvGUY8579BfYJ/qFhx9FrxiVWvNhiI0sIIoi33s1zj8I
+E9zgTEa3ecMw66jzQIlH8tqQHEuRcpToKdwJJxgk2KPlz9KzbIeaJzYn9q2017qhVShA+rNAJ36
3zK/T0+Gyel9gEzvGilgTHHFIYq+YvOzKrAFDgvALAtrCsqdran6fNZ38l8Bct+MN7m1m5QY2qyd
TW5sDG//R7p2tga5b0Zzk0xnDFZlDdnW6LVN8/t+bTsXIJ0Tkn2gc2yxhsH9af+MzT/5PAb+cFsi
v3OF09zl2aAtNsbhkwMxcPN7qjzvWmwhoheTuEDNBlLBpbW4dpERzecwxvRbwpMt9Yq9YzyYnQJM
as3oPdCboF34Ha9Dul+cGUyC7Qjvqccv2aPe/IH3PPu8zHdrgpbuf95T9+jjOJf73vBPTmFs9Ya/
JDamgwCK9wcnb6I9DcP2Ah9VutH8skKHWgXn6R+yniIoU936Yusl7wzkGfB5AucBY3/yexLcxjGg
P3y027o6Rh5e8+5hbNsHfQQMSPUnPWz6e6kM7yUsR9KDvllmbYr7NvJrC5hl01432LFqVBmZNb+G
LPx/DWCSHhiNr9nOkPWRS/OwtQ5W8+JXwzYtjSC3Ihd8pU20pF/vPioMCCJoA2LRO8rJpZKnZdtV
xIZQq0Jj5BNp/rr9/RUjAtqCKzjZPLwIbOnKmSdcOcaIZuW87MOs/d6bTsC03ZT9H+UIh3p2tQ0J
8eaEmE1kWTvdCahzzPw9yRQ5vxW3jNE6MMOIfjNEB1L83Jh2TNt2bqJuDIfmoVy2sQoZ7To94yHD
gKYTgKFiYFdu7dUMy+z6GKpdAlLOJh+8+gTcZ9Z9TuuHTNVzuOJ6LoRJ8Uac66W+eBBm8aAhYWEo
HMGanZ4vRjp9i2dFko34PmleffqNt4ek/6s3UhQwFM+nNT1D9wKgMfEQFGHi5fmDfqgxYl/vIzP9
4WZ9WKFeltsbs/t1W5/Xdgx3vgjZ0d19pc9Gwxgggfo+igctCMbiTsh3EVmgMAIFA6g0in8y4BAG
c62l9nMeTV8N8pTVD3f/fGTh0LAt3gLXDCcFFG+unBrsDMfU+e5aX/7g8+8pcbRZX7N7ZgPi2ib3
WZRkX9osB57TnwjANYmJEfRJXCFcMGRiPLIALXiyylDTtqxXumHhZqW7BRwMACgH9C1Ga0zJDXuk
dBjtgU1bjz7ZZVb3sY37L2bavrDJDd0MOKJjd4y5FqDg+KRX3l8ciS2P4WVQL4ccHC5G6TxmtPur
sRxAkatYZlc08Pz3WdLlmiY60abUnCILuTS9aQJVS9CaAFSdxcUKH4ec3aUpWYPrMNbwKXI1NyjQ
szoUilNccQuobr/Hz2hrukqn5G1N57HTJgw/AoOH2+1Hb6SHth0CNy3Qy9ezzW29XPEOEAiwYeKL
gWg5BuoNoyr9KZujuAP9UT8uP2evdcMMo52sn/++LWxt/95zqwAAAmnDO2Tc2VWUGE1agOQWPB6g
uz76tcLTrdxBWIdggwA2HhCahfizz5ux3QDj1AOQfrOt8t2sbSxVxmNtu8SMJJKLArxGvuZMsxk8
Co6biHNyclP6OuZzyEAKwWpVEnVVFHDP0BquG9eDU3mveZiJp1OUW/nXdskwY1R+8ph3GEbVzO3q
ueDeRg8aaN2usNwSpCVjrgPSuG/KYNvgz+1zXwvgBPIO0sGi6RtZg8uT8S04gHic56ioAZWlj/Mz
09tnYiaHNjWWB0xk7CZSvNi5ueclvf9tD/It6DZiOR3ZaCkRVtTljGqvQDo2Xh37Q664yde0DnUA
VPIQAZsAm79cW+nmekdnPkegVw7q9IduneI7Were7z7B6QS/g2sQrRqXMqaurzje8MCcHpzNTw3p
7NsHtKZr59+XHqTNgtyVDy56pCfyh2WggOksfszF9MlHrfi2qDVdwzg/eYeEF0NHl0upm7FMliWf
I1v7MRUHQzX/uXocSESLihEGN+RLKosJ073eh4WOR6N7MrPT2P+BQolc9z8i5HtGS7vO5wVEVH4O
4FxQCyhUau04BB0IcL/xAoFOSXvENaKxweGRHe88+sINAIsd9MPtg1jbKExkokaCbhATfVuXQpLC
ARfeMPJoNF6N9hXwxp2q+WjtrOHliQBwgPW/u4Uzh0w63tbgD+URcPi0cGQfb69grcyE5xP88f9G
7eT0JwO66LSULSBG3ZZ+ndGCuiktF4x+WWsG+rBUW+S9+eOwFM5mnqpmQ6uufe2YTxT2s7JQoLCi
gcsXFHlgWbncy6oxOYaSjQXwJcix+UNAu+3tta7EXhcSJCfGxn4GSSIktN2u78JE+xiTY4EQZwxo
cZx1xYJWpunQaXu2IkkFUw39cHFuA94z6cOBf9GpuXPtF6+IAzvdxWka1vxDMvAdqDbC1txmaQ+o
7zjQ7X0ysX1VRrWu6jhYMQu8YhA/eyiWYmRK2mUXnNlWpje4EY36SN36MDhf27hCX2b5+fZur50n
onQBxYnhd+DkX54n9Eq3qQXKnKGbQpturWxUuMEV63tnLQK2P9ifrjqMUh+oi4mLWCXRPCBHPJfa
i97VilNcWQbw5wSqA140AIaSljGbPYKlHvUNlv8og3r6evcuXXxe0smcVW7ultmEvqIk7Pd1qbpa
134/gi0bBQ6E3Fe9Hx2bmJ3V/hD1PMx35E7iJXGrAh7tv88LfTtzT27Ozaxt8PkEYEf6CYTQikNW
/X5p/8sGLGVNGQPOdfEC/m3JVQWyFS1CoVsgGXvoGSTyAesWUlQzSwEWn4bMC/LqaWCKhP6qCKB/
IZsPyCS8XC83iTOznnmBR1/XZPsKfhUI0vUfZKxRrUd8CHZhB3330suNgwIrs7MEtC12mAaVaip8
7RzOPy+FT8lglXwB9nxEkk1dhX9iZqgdGyBsQVEfAymXW1RO7qjPRoEAcwDIIv5RxBtrR4BEuwcu
I+Eq5AyOm9YLGsVsFlVTCP7LnobL/cP/qNggq+YaGEgQRdfLJUwpiwt3XpCesEmw9RGk3+0qHDyc
wdQmXBH6bKTve4k1Ts7AIoOFoxbkqUJLhauRUhMYekO9CUDvQBZwhQacmTKehE7OSpxwnDwv5hA0
Zhea2bNXP+UYqiqYopy3chNdiJO2C/liUKDG8QzDDn/qP3qggzt/smMAQsMljAz71ShVOXWTDmDm
ORrK3UL36dvtA1mJJzDhBmsTQCl4F0k6O0wVBl+rFgfOiPaExKF7KFKv/20sjRUCvEFLA43T5ClZ
ame7FG2qaOq6Nkmk2fCeETAtAiReOrDC18yYiVzNnP3WScDACXB7gSoB0hHRcRjsWDOQDHrlxlPK
Hv7g86BAE9l7XE5yjbAiBNFn8f9Iu7Idx3Fk+0UEtC+vWmznamdWVtfyQtRKkdp3iV9/jwqYbpsW
LGRdDGZ6gGwoTDJIBiNOnINnjDuismJ9MuwNj15+36VHY4LODBiXHt2DHnekHhIzVrObhrgRx8nY
/80YHEToCz5QU0EpI09qr2s8CCbVz4wc7ej259dGgDQ93kngbgeuTjnUiWV3Yz6UAyiY+eM0oLUd
4TpH3mx6d94HOYXFlaE1BnlT9XXcNACogiC+P+VaGbs532v47zRvJWRWPArshDZWHCQmi9zf5Yr4
c8sLKwF9end0QJBlaFvJpS0DSrjQCQPa1pkJAxDXGz0KlrUNp/rzqFO8CnECEtwIfCBDrAYMA+uS
pvdhQpRJPNsvlf2Wtb/t8XM+HzSrD1hXB3OXhlWbBf3cRDNt4uz9sBtELECr6MjWLmgI5TJAAqog
s1d5R1KPgefVoWNvVHZXXA8vWnthXlzONzVoMdy+nfq+c49GZQZm38RFabzakEa47eErC4a0FrDP
iFvQl6gORBt736qy2j3mth3qeR1mU/f+YwxPZxMK6Gh6QppJCV0s6kHv2BfeMXeqoMzNMNM2Kndr
g0BiDscYGpxAOaVYMLk/akTn/tLLvbSFDO8/6RG6//d95SBzSUltfxD+0ZrDLovaT+9fg/PPK87E
NXcY5w6fH6twyouQe1tV7tUJcsFtvaiDLyRpl/u+Zt1YZeCGOTZ5HuY58HtbvaBbFpS7qmnmcqwN
WEiKF/kPntm3p+g6OMIdC/1I8CGhfIZngjIAo2oLjyb4fCOeZgt6yTX3B9AjOj+41x8ayGbo1t+M
6dyoMmvAGKPvuEn941SLEBxzYbHVGbC2yc8tKLPWpUYz+zYsyGzHRMjbO/7+sBU1mKXNEOTZwNGq
e2NKRNq2KOEfZ1MLbA3A4XcnGrAuOIxBGafbuO/VO8UsER311D2OYTm9dezD7ZW/jlMvP6/cKJU9
StsY8PkC3CNiOiQ2uIzu0q1+3xX/RXMcWv4Xdg1Q+ylbnDPTzEYrp0fouBr82S6+3R7G1vcVBy5l
ARwrsntHCZ70eme+/32IFw0Qxkj1ILFzhc6DFBpuItnQozu9iiAX736/XX5emR7BkMUoBnweDC19
H3gyMt8fjV4MQJmgbLAzS/awgN6IPs7e3zKAASBsQK4Bzop+scsDZECmTBRuR3HPacGdlWobl9yK
my7UgIhJ8A9QFSlXkMeJRoupITj/iiYomB3lZXFqOzNAdWgjWFy1BQzBcpuiFqk+1nWHZ2AiGxHu
+t/b/ottfhiML2QLDrPmsbi0/2dFTWgYUHoY2xxWpJdHzuCjHP0XS477CJsOZzseCsr5OqFvgpv9
SI+Rk/eh120Rka6P4L/vK6frXCW2lngDBQNKErAHU/7FBWEtVKdoTAIgDoiFS6dCOxFJB3RJHAvy
zUu+8ej2mbFyO5x/XhVvt1qrpWOKo1ufHjL7O7O/G2Qjml6bokWqEUhIcNUDe3E5gjbrqtYcKnrM
khKyXNoTA7vt7VEsB7QSr6NyCc4GIMgxVc7yE87yGkbm1kaR+P6xTtEVJF0W5o4e26W/dw22A7vg
O2lBkRNduPNQesL9jKqpmheY7N5mg44x6cQKWyjceuDfN4tTnWyEnasj+8+QWhuS+ZT1wwRDhL8a
40tStpHZQVlt9I+Ebh3wa5t+UR78w+iBDjLF1wyHlLOlw5nNLnbi4ZDJh9n9eXup1rxh0aAECm45
VtTnbk1ZD8I4BHEyE8jYQC+O7W9bWJkyNNYjHFnSpNftCj01hUay0jma3kdRH2owtCXJZ0F4YJcb
plYGA1MQ01oo6Vzw11/6XdmnHmuKwTn2T57xwd4Sbl1ZD1RPMVWApTnXOmdt7REmGuGC3FSPeP4j
L8p7b4QmULVxs/xxI2UDOcvxsjCa/ulFuxyI4XZm5lWjc5yGcg4KKR7SpLjvHSdK0un7NI7aHeb1
o2GP0egU8e0FWxsmmjqRwwMhyjX9PyuyGeTiiXscpuI+sQ7Js1/uWO6//xyCZhPSz0v4dZ0fBkba
avoSZnp9z+K+3/CF1Tk8/77iDPY4IcNCsVoNyNDTaW+3d6N20ub7sq4CllfB0B/oFnPJyvl9Mahl
M5ydfLJ1SkEbDIocHf8fwMjGf24vzspuujCgBDXIh01kMGFg6udQSwFbRXIqqXgAeCP+/9ttaysb
CjI8gM0tWmRoxFVCHOE0NNEdbCjCjw75WvOtfOfacMAdYaFQYII9Qk15FMXkleinJCBKc4KKfrTZ
GNj2tNOzYpem9e72cNZW59ya4hKpoF6HRyU5MkPvIR2O9nKWPoA+dmPa1uwgIgSkFGxfiyzZpRfk
RUK1jNrkWDXyrq/aR45G8zTbqq6vTR7QpWjPwx2LHh0lVVn75ihZg+EYPAso+kaPSIOMXYAGkI0D
acUPgPZGigsBA97jKhKKOGOatRYBfY1VI9sWpv6Xd68MGNFAWYOGbGClrWVGz/ZN72cuL63cP7Is
sv2gmGN93t82sTaGcxPK4rtFbdi8KpDReUkcMCtv+NbK50FYs3Tgo050zYOiyZpYfel5RzD/3TVl
Fed5spEfXO575VZAuQ6FLoRWi26Z8l6SCD2nIcGDxrdI6FsfK+eldHamj/avr7R9bjfbMtbGdG5w
+fvZqvBSTr5lwmD3uWVZiDtgw69WNgqElXE0oaYNgn11+zM89CutK0CTAIoScvDTgJgbyYS1MaBI
CBln1NmAc1OCqGEUYzGaJtr876UL3Mfhtlet7EEw4CHORcSB7nS1ww+vvlyyTmenqSnMsO+8oE6m
QzX8JGa1NMzJt9v21oazZPGX5iIQF6hHS61P7QTIUAJt1wfo5Bp3f/F5kCEsnT44KVXOVBSF+WT1
DVTj3F9TJwJ/4+evLTi+++/3jUuPmmmes4FClS6thjl05iridIi1zmrD2wPZMqTslbIAf0SdYyAo
DHZZmGdhO2yYWCEpRvvQIsoMWO2iSqW4liEdj7stSD7Kie1at3rMU4gXTWaUe8ZjVrhZgHJYhFak
OihQvEh0H5nYGU38t4f6JxOqngtnv0N9lAjGelMOlJ0sl7TH1kztMoZI3wv018FVnNlpjKJD9WBN
CMK9zv6cMad7kGCvDapmNn5qkM68/YvWDqrzH6Tcf3XKZOqWmBhcXjutToIuewN3MmMnYyG7AtR/
lBsPM1W4e3kCAsmKkrm+aNteccaViCYL18HG8LHyYL/4CnhR4Or1hwnN/oFVDe3eHcsq1L2a7frU
rwKj5G4o+34I6iafIq2t6oiznkd40FqREDx7QGGp2fnWVpPW9YqBwRkkeuBQWdAp6EK73AYN9ZlJ
mpkeaVc1wEXo+gtN3F9WSYp9Ozf+jjdZE1CdlZHmNr8HUnxBwxo7SHe2jxBsnz7eXrDl7rvyIDzX
F5wx5G7UXHsnBLruwfR7gsDci52Nr5nkR2anke9XG5ms1Y15Zmo54M7uFH1gTko6kZxq10T49S0B
Qo+mG1tz7ZRcigbACACeAxDjpRF3lhobW0mPbWGEdnYoi62ba8uCEk0QOtkUWg30OPSnYY6F98/t
Fdn6/nLvnE1T16QiyRx8X/uVi8geNq6trc8rz4hZc0B+2uDzBUX+PrSqjcfdmkOdL4Di4E4rNC33
dHocnYc2m/edRcNUvGTWFs3G2v2Lln5kdwFiRdFjGejZPBVUVLnhUXq06RPx70ZdRF6vB3UKduIt
OoxVW/AoNLog7wuk6aUtbk4aEuIWwaCSJz9B41D1UnUzOOn12HA3CpCrM7iQEi64UVAtKzNY1Znm
4+wmRxA8xVBXjyuLfkpK8nNk9f62r62awvMO1MegJ77KCPKh7gtuaUiUtzw02aPRzrHBHjO+hdfa
MrT8/WyxRhskmKaEISO759AWybq70u5AXr5xGaydMT4gsADTA4F59WytINZk+QOyzJIkd1Uunths
H9qZbSzRCpIbQNgzO4pDjD3eTNTvlwqM/5ak/NvI0V7VG35s5vKJcCMs3XZXtuau07R9Z+afby/c
mkNi3aAQhhsPtWrlnmU2yQqUPvAgSIegqMaAVFDRIx8z5AqLD7dt/Uk9q3fEuTFlsKUzQS5uduiR
FU6/yyyLIbZwf1bC6+9NOvB9XXVOaNZcC4mpo4+tABnUwW+W4wseFRhDVwYjMDexOxvlT564n4ie
P3jUQYgg20fqGHngz5nxaOuouEPBQuy6jNjBoIG3skTHUUgQuAS27PwoR0ADOvyCvTppSu+qtvEf
8hmamH4O7iZIcvhhkbb00Gi0RxRm0eekEKAymXX/wWf5tyqdmgcJtFUE3gexHyfLg2BoOt7VhVU+
z87QxrTojBDq7/SpSbPfU893Pe/7PLDHvAk14QzPpGursElnaGIaKJLNRdvdGT2qJsCaW/MU5NmD
kP4QJv5shiVFGZM5gsWlxfJDOvDPM+mSCArq+MGO/I7YrQlyPpMjBa/iTkrLD4Z2TPaWzNHLa07j
b5t7Y3R7Wa8uAmA0NBygqCoh3L9iQK2MxGZ+nqeQGA9M+6WwTu//PvrOoByAVz2uY+UmBnFUUsjU
T08WpLqOMt0ACVydKPj5S+7acdEIiLBMPSXbpPYnZoCJyP5mleG4842dQ99uj+F6ny9WlmYQNJuh
1UwlVc/SkRr1DCtL+qP5MInIEQ8ZQ8gYEaIHYyeDGeK7oCi+bXhtcUAEhmcYXrAL6PHyvATwVYfu
k4RdbI+3sbl7/+eBPAOQbnnHXMFnaVZA3KkZs5PA81XsOP/+7u/jdERnCRYev1XNT83M7qRncjB4
9q/Wl7reSIeszM7F55XZSdO5GIWPz4N7XFg8grxYdHsAV/cIaqFnA1DPV0hwdfqYIe3lUOu+bbQP
0wgmcrspN8LVVTvQAgAQG6k8T8XoGeiqaAsLGiJa20St96sbHvlW5XXLxnKXnN29uRjcQmYlCJsn
aBUPEPbiVZgOGzfv6poAooeBgPFeU8kBq8bho64LfqpriZvoTSs3AterDQ9f9XGOgPYKWbYr8qsa
2idCEA9x9xBY8mUXDsbXdy/6Av8EZyNeDte4I5PiGuk7HMMeOY3DVzDr5f3GXboySxcmlr+frQXx
AAJqdUmOWRaWMqi2xJS3vq8cutaM4jq38X0w5z6U7z/REWYv9W9A766P3E5Adcz0KTlqPOkDmblP
xGs2JkhV+8bSomKITkgHFV3k7dTWNElbA3VqnEvWBMWb2k2KHaqy9N7rLZQp2YjKuzdmAQAEVVjm
Yt4VmtHsU02I0NYr/kOrOj0yeQ5xXImDIiC1v9VsdhV8KT9ReUKZA0R2mzZjp8Gvf0Dnq4vrfn5x
if4k6ybkRb/xcF5d1LMpUa46R5uo1FPOTi5PYstLQj7+uO35qyNaODdQd0SLlHrNGZUgTpUQlK6c
T7OvhV3+YKP3RFavYEy7bWp1MC4iAqQ2FhkZZTBstHguwfByomL+mOXWB2hr7W6bWDnwNID1/2dC
rWwLgAXs3kFm1k4e/eIf4oQZ/5sJOzOh3ECc1o0YSw0u4IFqu/3ZJ33kgj6Uf+YQSv+L4eB6QJke
z92r5L8L2T2qdS2DFjEkF4t7Y/7d0d+3baw6wJkN5Vyq0JZom2XPcEeQKJ+hfzF+L5sqaIeHydxq
M1tdn6WtHplTHCRqcGOgBw8xA7Y4RAwjZnwdc2NXa/Qvpg1iOODeWfgrEYxcHrVQL/PA84U3u6eT
PZvubHB+me7+9rytDeXciHlpRDKeWMu5CKwtC8Ex+73l0zdtSjbitS0zyvIQPshKq5eyovdxTk+l
fM7/IkpYdiMUHRaNjysy6QHZOaOaUI8dqkGEM+kP+jQIKJlvrf7aAQC1Vg1lxaV3TkUhWSbgha4F
8Jyzn+x/Cn3jEr8KExadAAe5efRw6yDKXDz97IatRgLmrR5H2TD7z6avHxg37/mcRNpohX+x+ACh
40Z3fUBclMXHYQq1SurgPtS/OMlP6h6Sd3NJL6NB7zAeaqgyXHXEJsABdYnR4DZM95RHlhGzKv6L
UaCYp6PtFq3DKklMXevWBElMcmwrkdzNkODaO8NE90VbbyVnl4vxIpGAmBrspbivEWQhC69MWOZB
Sq4rwUSi9/OH1M/toC/ZZ1nwDzixfzUSibXJ07fY/1atonKGHo6lMUHNpxXox4fAXKcfqz6JmbYX
xRTY9T+CxrV8kKAavj2fK0cpdLgWeXKQxsA7FAe0PcrIUPrakZa/WQHmGE6DEW3vpvtQg8zytrHl
tryaUTDvLB0dy5ZSblOqzVB+EwXEsoqRPrgm0ngzH7Jdo0M81SICjNGuHVu5wwNLuFtybSvHEiA8
S0IU83oNiwIpcDOmTOjHQe9CzfjcNK80IRtDvIbzLC8x8DX/qVFcU7UxUSU+b3X96BkviTSCfrw3
Si1gw064EaMxgmg//X57Xv94vTKxwHoidbHUjpEBWIZ+dox0FEm1LKvto1WmdQyRRVC5mySJed1p
h1xrzajP9Y+pzJshcBvZ7oeuK0Ipu/aX13hT5PBSf/arpAn8yu2DVHO6vdEkzZfBbLsPRdPIwKzn
9Gms0SGLW8p4NWpZ7HSGyFqbczhqPfGXZna+THOdHyZ3MkJN64cd0mF56ILUKYvKjJex02jJjsh0
itsa/eEB2JFYOOEoOVJJnA9944KCUK+2gJ4rx+zF/Cx/P5sf1pla0lqdfYT8cNTqu6QMHZAdIvt2
eyFWXAyPyYV0ELkkvCyV3ZT1ll9Oje4dbe9Q6g8lXgPJ7raJlaFcmFDC+QohcZ6VMIGEjglg0HSf
zHfk518YwSYBKB14B0z/5XwJWaXQ8R68o5d+sPSDqMMyhWskG5tl5TwABvY/M0qg0NWJ7LUMZjI7
j5At1c1fyRhN9bGq5iCvv4CD8Pa4rkvhKGieW1Q2SmYQUrZl5x1p5oey80JXAPBLedz5ZUDzB2Pe
mchRG/r3KY975/2BESgv8B8Pj0WAyBT3mGqXVQbJvGPN7Yepdh4ob99GbwucvXYGWVCKBIs04BfX
bW1JM1upS9ACmNZl6E8gi2wDkuAeIWXgJN+M9L6w7GBTD3PN+8/NGpdek0Mut0nHxju65dvQ7EUS
+luNzVsmFMfkkhPeyxoNe6z8Yc7p92Hi8ZRvPWLWNtn5SBTHhDpp6eoME2hOn8rsUC/Jcm0/mvFt
d1wbDZqT8LAESgrMK8p96HL0jlWz4R7BwhNUxuvA3zJvi1hwbSwmcD8aOAggg63uZQ3HuJtMQGJa
gxkXsx+a0gir/FvLN0ZjrVoC4xHIZBFMgvDucv3t0uwLoTG0W0GycjcJzw0rKYePZu6jHdbhzWfX
4mRHdW0OuomPOxtqXwdR1P4eIpcJCzAAsN8QYt6PvKjvClZVYW+6Iq7sJL0XTVbcOxwwjZFYRijB
r/3FdsopdOpKC4AEHqN+ap2dqD0bOgbaWLCgtEXz2g3S+SWysn6Y7Mzb4YmY7trKQobCBVVn21Pv
MeFkjmyPNztRutOzLgW/m32Bu6nt+XM3ox0AXVJlULUOeRJN/26KsCWDC7TUskhoHVZ7dJibWCyj
JhpEbYko4Xfa1TsL8m4o3Nx2uZU1ghcACLbEtqhIKGsk7K4uexDvnnJ2TMzfpP/dTW5ozfPG0b5l
R7mmjMaFM0Ba+GTq34vsvuQ/miFyuy341Mrz7E80qS+vAWi9KueB1jcstySkxEZjjqifoIl3C7a0
OhKoWi/dnSAJUavpUs8azUlnKFahjBc4WnXwRPHRdMmBVFvNsCvB/x/OsP/tIGXWLNkQSQj2aj1+
BPG61T42jhn07X0lX8Z8925XWMDMi84AqFNRf73crmU6jQ7CO+c4CAjG5Ie8/AY/D0b99badlTVC
4xmgAVggFLnVBArwe40QreUcpV2Gif4VZbwNZ1uzsDTULOBGkAioS5TbvRBzz7xjEjZ9Evibr6S1
g9oCYzGkkKHCCJqCy6nKaQ9gSJng4gZEK41EetC8v1iNcxOLG56FqKYP/WhrMdHqLymEMLWQikf2
+f1LAc04dGGC2O06m2FnYrak0NBrYL8SehJbNwB+o/IMQRcvEu4LSHYhC70cw2hw3HRDC/cFRayT
gvZi61hZvqBaOAekKRaGpnMF4DX0CJGqsBqGnzhN78rWC8wEr4mm6jZWZcuesiG7IdegHwqEBsn6
Z7Ox9gXrD8xAJZ7692XXbZSl1vzMRdSGuxMhATz6cgKFJlobtIFACaHjnvwaejB7bIBBtkwooU1C
2sHNtQUr7T+Z+mvWvZbeBqhqbTsuSI8laY4DU01qWYID4FxzeuRT/VUQlCI9lx9ue/Ja5cWCKAvI
YoGmBK2SktMGo1YrC8dHgc2TOnSuIO91QJ3QScDTJQ6kKe/bDK7BxZ7qYNyY/TuHdHHv0k9ZZu1v
/5jVAaMg8Sd5ey1tNxamNphlBkREooNgS2Sf2naryW5t3RZOXAh/4QTCfXfpGqRramYVBjzRXphQ
q3pX99YUSKJvRAirhtB4iUQxkDp4yF4aSrqp8jgYq46dmz/1urnT0+zZkVvvWMNYTjR1L0Ot6V9D
6gpams7+gB/9weQPdSWcneHxbJ+N9BOSu3KnAU4iSGM+TSapd3I26V3XD1Usqe3siqRtYs+u20jq
Qx30VYr3sGX/MIGY2Wdzze4L6fZRR4HWIQbNY7TMWXHCcx20K/6AZF5DYKty/C/2WLrQUvPzKGlL
wG0QTe8zV+NxNfdN0HRZE9UGuN2zWoeuZwYIT+EPw0PGJ37nd/5UBo0HwIVLIZoCSGcTDny2d0VV
FvcdM/2dxeW8m+opA1mKXQRkQgt5C3KVfVrigGSiHQ9aItwA5WT50ZtdhK3DmO6nhtsHoes0dDRg
d8a2014tF+luiToiiAcDt9LmZ40yaIPY8mOOf+u5Hfwilq6U+za3vrhO9l2mlrszJuJANVg8Wlq+
z/DCjYVdMnRi1NX9OE5ZaNZjEUyVCY0jyVDVnwUBOVU2hxm4xQKvZ/MrlBSToMpYEzaVoJHjSvwB
Oe0YKt59BN3b8qNdJE3U66UW9U6Z7dE2Z4VQlp9CtFV1z+iodvZQGnTi3tPYAbTEU8QbdNE4Q/Xm
p96oBxKOHyODkhvh2PVOiMoV4FNthfQ+4+zJTSse1XySwYRWrSAz5a96diUufV2Lx9Ko0Z7VdEGR
4vEAIGb/PBSlFlvTnEWzmWSxkVvDQztyHX2+/YAfSb/2jWN8pGLQ7/3GHf1wTsnwrSuYbkcFMdHk
A6knv0uLQEfkvoMw0+98GKYAPMz5b9aTb8bYFE8yw+Ol8wv+2s9EgKd9HENgPV28fysXoPbKf/X8
XaLfj/TDVHj+KSG5s5d2R/FbZ/ehKuw+YqxG6wpUkrqo7KX9mBY8f8oTTYZDX/nB3FZdZBR59TEx
3PokvQzOCFcq7kBOzwNtnDQkMDieKDqaVFzSGEBrDa6+07gGcH+TfrGy7rfbNPmz1/dmiIqE8duq
mbezcsb2oNAYH31helEPSYPdZJVVlHXFHIDytT1mNXosiMGqXVG3wz0vshQSf7ItYqftSeTiJn5o
7dG5R7UMA51yHmVa9mtsaL8fxoS/EMF5CMFv9tFwRr0LfDGgcMvYoN25ZTrv86qpA5Ppyb0uiH8w
tM4OXZkkUFjSvX3Z6lNU6uMQ11VjAaDb0lAWY3LHzbbaD/L30BthAr9tUV+LTLAGvT/ABG0f2r7Q
ZbTk5ZUz0ZUubQzZilNjxcCLWPHt+2PlyL34vHISaj2I9TXaCLxiKGD84ll42p1hahv38sqBe2FG
uUJoMrTdyDpxamXg0a8V3yXVjtKNGHPLihLD8Bmr5dNanCS5t6s7Yr2Vbexo77+lLsaihDG6lbhV
52NFODhzqxooA+ux9Teiv7V0IawsqDCo1iJ1p6x72QJMqlm6OM2VnmEHQHTB4EifgbBofupL5F+x
YVJQBeRWHoo+1yJr8kWUs3QLerUSYlz8EsVFIKlJWJngl7g0MueYaBtD3fq+4htdkgCt5GriZMyx
E4Gb7LaHr8TRaAcECkfDMxAZcmW5xjElhhixXFP7kqdPRv9K05PJ76Cfs+EYqwM5s7TstbN3FNhm
dFxrgzhZ5BeQAfLdbDkLEPXs+4v7n32/yYmDZlZsIr8Bmwq1rDRMcWDenq6VxDiMoFa1CPLi0ams
9jwQsB0MWO08w/U1hQn5LnsaLx0DLRuCPv/ZbvWFrqzQAn+0F01X7ZpmVRsHd3TKkh5Lp1zUy/s6
aItkh3/5d0m7R6fZUmtdJkoN/5ZOiIWjEltLzRZOrDcbBsmhYz35B7NGF1o5tYeyoQh8jK0kzopX
LHR1S0MEYpIr/ZZyNr0S3Er0mLAIF0+11S20+n2UTwEgNhbKaSWT2zfCKARHH0luQdO80V/audjK
cqzcEgtLGp6FqCyhwq54tltAE8VvuXNMs70GtmARk/H9BYoLE4pzo8EiJfYME3258wojMKAuXLy7
pweZThcvN7wIQBqCF8DlDsoQJ+tmwrGDwOt634iNN/TKUmCBl2aUpfUYrnz5+cHAW29ObewdL3Qi
590NVfj1gMagUxeN84AjKwcl0XRZ5Z7ExZO3weiiYjq/3d78awPAwwsNYUCGYAzK/OQ6SZxkRk6z
ZWGTgHJq43DZ+r7iR5NedS0OHn5yPwlrN5ENH1o5SAAORg4bjgpGazUlW7EGfB0cAN7K9u+5/w+I
QIScws5F6bn78RdTdWZLmSrE83bhy5afpt1sfdC019ufXx0KKie4/JH6uwL/TB7xPGcuxWnI3Bf0
f+B/LV7ukN2Kiq0jf8uW4ra8MJ1qxBPtZKIhP5yY+CwHDWi9zslCIy3sAOo7n24Pb+VAcVEPRWCz
5BOuEEFEm5nZzUKckgKsrvRx5uU9p19uG1nztqWBFEI7OLbgFJfbkbrmrA0Iik6W/2znQbbVQ7XM
i3KNgJ0dnSG4ugCHVvNAhs9NgTyUgMSSG0x4Q3baD52OMfXfD9W6MKRsfG/gnpdV2Pim/tPzPhfE
CmjzZm/JLK34wYUZJXyGhoZe8AKBGJdfS3TwVK0b5GD3tdlLa3y7vTYrDnBhS9k+xINiVKob4tRX
J5Puh+rEx/1fmAAM9E8r4tLpdrn8VpJ0llFh+VP+ubNigehS23DjVQ8ARMtfymdAaCrBkj3nToHX
AHZpms0gtctF8gZ15uS1bjlk5s1Ke38KFUWn/ypCyhIZc83TBmuCXiTDD/yaUeQXCY0Mm8r49vSt
vUBA4bvQ0yJOcq4qDyQTrLOTAYwmeGn4CMhAdvHLa8m9UZSRnSS/jVaLJ1RdAur68UC1X6lF/2a8
Z79BOZoK6N2CURjjHfTBCZvCi8HV/IJkwV88sy8Gu+yNs9hatlJ4tNSSU8FJFbfym9l6ZGNGV84j
tN6jUQmlHGRs1Rbyos3yTnZWcoKUJrRXtsSFtj6vbCnXmSfGqINqoRfpuLy/3/aH1c8jZkINBB4P
4cnLGQJCmNOWgS5iIP6IBj7+qE+Avt82srKhFj6vf40oY+gh46OPY5+ctPpkmt8Sx9wbRh7qxofb
dlaOH1wKEGddaAqRPlPslMmc2+1ix3fv5m6PJA7yQltQjrUZA3gTKw3YH5LNihGXexCzrVP0E5m/
gRBg2kZn39ogkIpZaFsQm1sqcHuEymibCQ8LXsRlFvllDHXW2/O0OoQzE8qiJ0Uusy6DCb+OGYvc
6Pbn10eAmHlp3QP0QNl1yPkZFZsRj1cO6FmhUDF3cV5uZIWWB5ByTfvAuPxrRLkHSi2Dlp+DWAMJ
ALs9afyekEdSHdLsW19/74YNoNfWmJafc3aSdGndMsFgrtTeaMJBsLG3t+je15fl3yGpkU1RTnmq
obQNxdy71N2TjWXZmDEVEpITWXjlgGWZbJQsyHSY+XSotT72sv6ptfLXZrR2SMyHt71hWYgbC6XW
maoakOp2SmGWfGVmHwh68o2TKMb91NYBgMK3zW0slKH4tj/OvaPlmEQ2k31JZAIKFIOiT7LfeBZu
GVpW88wjxp5OuD5hyCl/0uTFgQBAMR1uD2bt4DxzcrVZwGWG3jR6gjQxizk/1NWTXwf1FlJg1e8A
11+q7JA6VwVrBOPccSe8SgiEGGgqou4vWucWZZR/LSgXvk5M1BmA5Tq5ZRWMX9AtEtyeqK0hKEeO
Mzep5xE4WZcei8OwRcy9utYL9yU0EHCvqPInjVsgy+0QoIIsK+DTSz1/KuhGm9vyE6/2yZmN5Tec
+RPL8rybPFD6634ZFsMvab+1/U6T6Lf+fXuytiwpq2G6LRtRrcOLYIw72QQVuAYMfQgFCkJtIne3
ra0vzX9zpyyNLzrHZC3mjrgHB9IxfON8WX7trXlTLgKAiO1MJx6e7PqjoN898U8JxvQh/XF7GKtm
IFGB7OnCGOso50rd9xDalRPy2bl/GpPyoeRGUBMZitTaeEWtmgLL/NLlDmpANSPEalbb7uDzk8wd
gFJmo3vkjuz3Vl+MJw801RszuLpCf8SkUKK/zjWmZWcJDTX6k5dIaCHOZAysYutZvWoED3bAEdG+
DOXaS/eeMnTcI4vGT1b9XUAFsBg2ItnVPXpmQPEDNDaXjmgMfuLMPSx8hKnvfLATFt/2g/VxoFEM
dJDLC1HxA55lDQhVcNKIcaehirpFpLr1/eXvZ8dAw6VVzhTXSvoP1NXcLSaa1c9DHwG0bYsKnVoI
aBO346ChRgEq/WR1e0RmfzE9Z99XkhoTKptpR/B2TmXIhheM4//3fWX6jamtHC+pxckbIz+Pt15b
q1sPbNALqxIw9SqaVdqDW4ITCKlk+dOw53AqAAJzPhVS25inVW9FjI93hAUhOm35IWfL7LcmqxA7
40bUnSAH4gNwk9Aex+j2dK2NBzAUdJuBdg1pfiVsrfpppGk+IvULaXcksnKw0Eg76ltj4wLW1wZk
giFKQ34ZTR6qCK4pqspgEw6tJhn2CS3eSIturIGIHHRuAFiU0BVJkyEqkv2Yyaj356DO3aeUTntQ
2O3dLaq5NUe3IFsM8DMS3zgXLieYMSQ/Cw9lu3k8fOnGjcBs6+uKm5tF3QwDxW3QfTbnyNxq+lqb
zPMfr3j5/5H2Zbtx60y3TyRA83ArqSe3h7adybkRMjiaJUqiqOHpz2KAf6eb5mnC/nawcxNA1ZyK
xapVa9mLRvq0XJAazLbNEC8NmNBf3r8zOGEgKj/Io4JQ4nJ+Vn+pp6lDuBGUdkg+ecexjuZeBa/k
Tle8nDn7ObTqgRJ/w1pRtvpMqYfzlKRlODr3FE2i5X5qn0gQgEJBVdGSLsuZOeEO6N1+XsAfV5yM
/DPengZ9uj5psicU0tsAbEDfFAowfN3OT23mumWe+Olp1a0Ha5yWOEuAdB+s6YZQOw6Q9kyT8WVk
qv0mC9nAUQbHhEOM9IZgeNJ0rQgMkAfidt3W0xxbrbmdTW9vmvS5n4LN9XGqzAneaTXr2ScNzGXA
b5Np3pauFqO0BHHd5QFgvg94KTCbAA4NmmXUePiynk1ryQjIUNcc3K5m8dJZJUCqJYoiWuiMKg0w
2clCLQyiCQHgpG8EE3KtnxzKBvCwujHrdqDAAtzo+uQpTIispDoJbJd6nIG1eTHaL0P6aw5+XzfB
J0Q8VpyRifP9A68qOltaOrUTpCiJLd2xHL5lKp0j2RBQdUb2hvPAoLPjckHmPKtT38nLU9PhaWDP
R9t4Ir4KgSobBSo54IGFLZDmCE4UuwwJIr8soZv+s0m/ze8mvuah5tn3BS/aEK3AfgXFFzQZgVAq
e0UaW3a5nn+fj+9s21bgw04sB98fgmcAGPXsj67/ckvFu1A1S3ytzqyg/9OHDGBTnqbhYbl1qGIQ
Mg99PgjhqKdjWdSoEGIQ9HaCNkVXvFaQXkjHI5pSiKZ6qKvmTNhZ2kKYZ1KYm8cIciVt8uQsO2VG
Q2VFuAcgrLYYCeU7yx7CYnjJbD9c251Xfnn/OTyfPOESdb0x6/MBo/HJnx6SO5OKHv6tAuTlHhad
SaNzgGJblafSC/aUHcvgqCUHLfnc5r8LfY5Y80T7X1ZwGI2tZWg3THWIFFP5lyLubPsZXr7SqsAP
SEi0zHGa7dMVfdqHD0ykzwXcUXUFqloo6maVZ2qT2QLC5exsYF4Un5fdZ2D4/O/zQjBYD0HfmcCF
ntCSVDjb8rUvN4mxy7OX9w4DkD4w7wL0xHmuxP7LbAmqmq2oHeNNHdpIbjJFmP12NdDsi+ozJOjA
8YlX6KUzgL+Zvcyn1QmdnuGUfwP5Uq/fzJVKx/LtBWDoYGd2YAjQtDfRYbsUqNB5IOAj5IUtT711
YzoKxyMzYdtoTuEEjEg7Ct7TBtxy0nuWnxqNov0AcpmKTPBbx4kn+pkBwXFO9tJYbQMDbU1DgB6o
srtOYgEJE/AjAFjjgEhQWI3C8Blds7o+HRfyuZ8+Xd9MkgkCTgTFEuBe8EoUmUmQlp2CTtOw1tUQ
Uq0BKWYVBo2qRvr2AsCGAu+Ni7QMSELEao2bdu5aOlmFavdjnWyA+H6s8scZgXo93Nj03e/3S2uC
Z9Yat3d6H9bKvXOfq/r/JQtiQYqCA1CANkf75uXxmM2gnrs0Jyet8MP5yaeT4vypDAg/H20UADVS
GPCLGJSF87i5vuaS830xAOFCabTZ01eC7zfk2+zcTHVE55vCeX6/FSgcoVkTEEX0hwonIy9m2gVt
0Z0Qt5A9sw59ui/J/roR2VTh2Q1niL8Q4AlrQXojMYLcIyfnVxd8sc3P1z8vOR34+f8+L6zEOOV6
OxsuOZGKRe0Q1WPsJ2v0ASMuomzIdAA7J96+nqetObELcvLGmz4LwhHNoPmiCPCkIwEvkAmALh54
f7vgz27Y1stzLWvN9uT1y7wv84q92HkxfranLoivj0e2JqCGMqG9DZXUNx26Nekcp8hLcmrL48nU
3l0RA7Dk7Ot8c58NpHbXynVKfJ06N31OQksnYT+9u+cARkAZCmVfgLTAfX5ppDSg3lcTLEmbzoB7
Hpbl1KJNRqU7KZkp1PYxR/C+wBSIeoSOtiSeB9aGk60/kuZUvn8hLj4vBCQaLl5tqPD5BOeDnFRu
SrKlAB5AbhFdkybXi7+cJJDieF43Wy1QHWj56YCJd1BIjIPVoIrISmrJAVUvMqbclHAFOnpRO1ax
tifsubAEcbrB8mgCLcj1jctX9fLByyE2/8zw5TrbWgmiUJZYMFOSL10/A84YhKbzkOhHTTtZGo2m
5dd1i9KBBbxagQe2jd7mS4vd0DQ0XW0s/VyHkDZZ2getVvhh6SY7syFMHhTM9LbmNvL+N/jhY+q/
Xh+E5Drh2TBgeyBxCGi0sA98zW3KClpZJ5PcruuT1oy7fGz3+jQo1kc2knNDwtH36sLXAAgFUVuU
l2iYm1WBr2Q5oJ7DybZctJsjhrhcDuZVBK2snJzWfNG9LbUOtgoKJZksB0ceoTsqvG/pC8B9PuNp
yqAqFjzbBXjb3Z/U68J12lxfFMlcXdgR5gpNn0E9DrBju1PYVi+ditLu7WsHETWXR0OrNCfNFK7G
Js0XoKAgOhOYHU6KH5HUDIfBiADxC63+/Qwgl+YEj4zqYVI2BLy4Zfm1d+6CZDNku8aOr8+ahIOI
vxNQs+JAAnAyCDuAtoOtd2YGjk4DXP89eljrrQGpC0o+z943D6zkZfMpIfP7dzbMIpjkHFzALApn
tAToB+ldkp7QPVq/zMX/+Hm+Wc4c22qOddAFJZhUyyHKTd4Qq/DQfLUF13kxAMEHDI5eBkEPDkU0
zVWx2+60/Kueob95k0TXl0h6Rh20SqCpETUFETmNKKYsqhxsoFWtPxlakB3AeDgcjOYDRVLshTNL
gnO2vBaNqlyQxO9BrxVVRBHJSI8oHI0DSgvwc4hvIgs0jKMzgaK1/6XPu5wo9rJsovBkRAIa+oVv
aS2XqW8zuwRZ+JyyF0rbTWkFR+x8RWApG8W5GcEP0Hqy6co4J7lmvrDcfl7Gj5wOAJR03JIIXkEW
eLl9E88Z+rGh+Sltj0u/n3fXd5TMk0Ho3Qf1HeiMMFeXnx9Gq2hbywF+1+N8jmbcF0FctDdtlh8M
S3EbS1flnzGRtd/WWxI0rQeU6lpustT5CqmPkE326/UxyVYFKXVoGxsIlj3RO4OhwGgrD2YYvXkt
dMVpl38d8wXALeBKYoXKT4mF3magkRc3Htid9n5lAE5e++/7wuVlzrTBuwuIaps+BV6/AzNHBNoC
hVeULcW5FeHtCHFBv7N1jMJpP2217KvrKQzINhbYbyHwiroTYP7Cxsr1nLGhxdHwTPR79+D7Tuon
qs+HItA2mVaokiyyZQGBjYNMDtJqiJQuN/LUBMTyEpwThGvh/Yin5PVNJRsP1L7wZdAWQQFaGI9e
65Wdoz3hNNMbl9354IBHN0kQ57+v25EtDJwiD8T5pSKieJxxrezR7GDHr4vQHbO9qZE731FR5Urn
C2rSEGPmOQpR3UoD+04/d5gvclsyP8xHVzFhcgPQoAMPAVyXSFPbBqxGC/YMfrQ+2/gQGS9U9Miy
cBIJCs7yxR8RIlBozf3CW/wZvqvX4mJKwtF+HKcsBgmBYixyS4j1oAWD4FjE9KSD4Q8+XRDvQS3H
q0MWlmBsmF3F9a4yY17u4dWuytT3YCadUHcA9qkDtLsdhp0/f7m+y/huFUMWiIqiRsu52N6gcAgE
BM15pTyADam1d6atbdyik80d8eKPkl5x20tkbhBMnNkTbrE2Ac00GCnS04JAuQFQxeq36Iptwnxb
gSwtzgHzaz+QYbgwKh5Zt8uKDFDMk1VFpIo1lZa67Kh6IMznrDsuMryCyzHA/mUZLZQGguAuZ0vc
dMfMV8lYq4zwPXMWvjJ9cYsKHBCntfvEvB5iTwdvUT3+ZWcVaUSgk9HD7iMSuDRiBeY8lR4el637
QtnTYu+vbzfpIAIPnaXIMUDbQ9jYY2CZbQBJqtNo5Q/jvBw4zpJB/+S6GUnrFVIY0EjmzO94nrnC
ZGmL2fmQvYQdog1Qk05u0i7ZWlp5Wp05WhZezbOjlo0hpDyiMZlit3o/o9rlbxBuVtfMnaJ1uuyk
BVtfPy5MVeCV3UTngxTOUmY7edBbvKFoOhbti2Y3W291YyiUhLaucHyyjeEbOh4b2N8IEYUn4TgT
j0yJhzCd7tfy4B2uL5hsX4CgETKa4K55C2njt62P3FZ6aoz6cZrdO82cHgc0S1w3Ix0FXgIg4dKR
5RK5ALsVYbkB0CHEJ5ZhWxaa98fsnVz10pQ5VdCkcVlrlwMuhJWHoMkM8gTE0r2NkK01dg05BFUW
pmA4y5wpdtrn0VHFWbI749yosBs0atbUpEZ28jl1VpMB/vfSZUmU6aq9IFssZLr4AOEmADC+dBJD
nTTgMwGwZ/Lbu0xDySxo8ygPxl/vX60zO4FQqUYz/zpaDD1mkHKJ09mIMxX1g/Q64mrwSKUb4Et7
u1LanJjDmp1m3T2SlTwntf/QjFqos/QEhoBPkMQFVtQ9leUYa0W3uT5C6Uwi843gBYcKoL3LmdR9
tiR6mfA1y+5RezxBYXmX+NZHLihwdXochYgCi+gO0f08AwM7QSyZLChz/Znpq0dUiUnJYLCrQXoA
zBdK5uLd0RYps82+QleFCflSRzusw7SDnLzCVUj2Ocy4UMNGuAfSUOFwpWDAqi0Tc5bPHorZM9iD
3CjVHtPx97sXB2wqoAiCNh7U0EWEASPZlLcUimlmXxxSZu2o4UTm4CqqLBKfhKAbGAAQkEDNwRH2
QG3Y4HQAp8ZJ8/dptlOV5qWr8u/zIiWgmc0FNRc8v4gG1rmFgs/xFzMNxfWgsiJcDw3wrWleQidv
cAZEJkGoIQG2NKoYSJaZBDs/aEqheAGohNgvrvXgU5uRdT0V49dAq7YdS6LKJnHhrCEDt6JRPhtm
F9r54/W9ILlqL+wKcUvaBpPjUCySg0a6rM3AP/c5aQ/NCjq7THV9yHaEhcGBeQE7/c0Lc2HzqnVs
0h5Q7vle1U005NPn948HAFd0WOFvNFILh2ik7mS6NtTbDPqtH/uNDsBb8BO48lirFE22kvPqoR2N
v5iRh/PE89p5fQtseJdCARJRvg+5r2SzjuiwWz9QQuZO1AXoE0wC6K+79KZ2aiMX3yKVUS/DplyN
/QgwTdA5m+tz9zcPLbyZLuwIN23j0pG0qQXU6aLdJZoTQdt9O+vDLu+eQDCzs4wqspMxYmjwQtlp
P/gkmltVGwD3C9d+heA3aAElLZAB4nakVmjTNqpLVMznY7l+DZIpLHXwTa1P14fOR3bFpogdKwaj
BuQKgY3nDsgU3Kd+Ec0jvRt7c+e008mlikSh5Ch4iDJAOATn+FYIcGqKjjYE7dPYYXFJhnhQPYAV
FsQhjV1hMYsGCGbyO4CYQ5e+fmDOAGsATA0csHj5XO7KpbTIhCxPejIacDHGCwRXjDgoP3XTbvoA
0AvFgH+2+GDP3ohkCqBOaEEsLlk2qXX0qmd7VmS6JZ4QJpBOhbQSggmxNjSbKD1kgYNn6HQ0im1V
3oFV3X7wVEUo6bqc2RGmTRuN1E54mdMKHlcC0YOf15dFNQ5hqiA83oJTDd/v841n7ns3Au0vew3e
T6nEez7wP4eWoagl3Iyd1muQnqrxsnG9dO8vyRcy259zZtNwWqh9KMANqLiMZUPDEwc6jrgisViC
yUlvfOLNCGADp0nv/SVI4ww+i5PedlHB1mAbTGX75/p8SiIAD/dJAKlfcEe9iZb6wTYHaMLAKCTq
SP8TpcWfSaq4S6RGkEBCKh8xO/663N+DAf0XUMKmJ334SQMtLObPYFtSTJ9s54GSiPelIfmFa+vS
iNPM1B0WPG+SYghnh4Sq95N0ffCg5dRUCJPFIKbxvUEDwDA7taE3H/PgaHeotHx9f1yJLAvAhiC1
BlhEfFt4Ldoy2qLB20J/KfqbrHt/wxGSAf8MiMSqcDb2tOo10g/u79zbpHVklaC5Cc0qmp34+u6S
rgmcJwrtGBH4Oi7XZCyrIRhpihe1dqNtfF/xppDtK/SDw7+j/vW2+EWhPDE2na89dC6IcRaCfhiw
Et2OU6Jqm5JFQ2eWxMoXpMotmrao4POWvXV4ZDWNIHYbVs770Z8eGptBdofKFzTbxPBg0ROXLbgK
/BT6T2Dz94/ZajSKuFgWEJxZEW/P2qmCseZ5G8+vXkyL3bejszdt5zkt/T1izygof1/fCbKlclFM
4kkoH08m4XR2Ju36xeUCMHRXZzRMzciyFXMnWyR00SFzaKEq8ka03F3bEkAv4B/McQ0N/b42EE95
Q+gbm+uDkRlCFQF1kb+aiGJswLRqKuYWhhKH3CRtmoSZre3AWxun7fqBwhiubZ7qwKaAeIjgPNPA
ZWA+QNtoa5gRpOC899O38jLrPwN8tGfRR4D2BYfpaG6fHPBDg/WZfcANwAIYtWygzaFSIGSEVpIm
Wpva6HwtQKCtN6Fic0nWAzABoPm4EhJaeYURpM5Kqc84jj1bqpDiiLamF3kpe+2HH9eXXvaUBaiS
v4ywnVFBFg5ovRblmLioIyYsufX79tXpxigDzz2aHfdpup5YX9wExN7Qlqme6/zbQhx/blv0Qm41
53bawvaKcos139bA+U36kWrTpnFeuj6PrEnhKSQeHCaRQuatbjwDe7k5KuRAgrRC6rXLwZG/7Ga9
iK7PqMQzgO8RewNpd8ypeJiGZgrmIOnRqec5EYKe0J6cuApU9VKpGTRrcNFNRDtiDhk1wTnXyxVp
Lsu9MUYj8v1kn9mBIs6WzReqF8i4c81NCOVezhcAGm6rcaZPy9sPKWjlFVGOxHPjrgMG+m/i6c2z
pO4YGbArURAp68jpdgnbgyeMuX7YgjimdjzF6kiCHh9JQbzP8Z5DI7RwdK26G/ShsUo8V9toKUpU
tMG9Yu69LN333ub6VpAeLvSK8I50lOXe0GO2NOm7IujKk96moQYpsqwKwowZcEtTaIJpPxghovJa
O6rn0d9md/FooTTMkx0BaqrisUZS0ssGEz2EwJp5R4CeqjDre/tIq3kOke6pY9ciPspRbRslyC9C
xmIsQ+ZMy43v1iCec5vbJO+LPqSZVzyBkmRAs7MbbLrWf828hdyMkz1vCOJXRcAo29gc6s3Z1uBl
xYihMf3R8QdS4tYrP7X2AiyTjWuiVQGZZPkTNIj9Z0gMGtyyJQtYvspT5wZz2Or5YejyWw8vyRbS
wGyPjOhtPzXxDE0OI223mlMdBqi4Xd8jsgMGFBWS4pxaDv1qlwfMbbqUgY6nBmsB3U2Zts8+UAAE
E/A/C+alBW8m4zp6sFC14aAfR5V0jWzBEAEhnPTxH15Fl9+3+s6qcNzq01ivN331yQcdRGr++sA0
4flgA1UO7gyRF4sYZllbflKfHMZJeOJKhXOROSKQev9nQLhz8862MlLCAFAo27EaN9MCCQ6clj+o
29xMvV6HS61l8fVhySrEyC6gCZIrNqFIJ/ijGRjkzi+CCtyzbWQVQZS64JsqX528Cal3A83mgD24
brX1ut85oD7XzcuW7ty6sPnGijWOk3hoOCO3SR9saivd+oMKbMFjYdEXgeoaVQwkeaHgxn/FWUAG
3KMP6YO0Rg5lCEFptIeG6SHJOvCEVOZhQl6g5JVv279ZTfa1WcyjPxd37Zi+Xh+tLKzyfY6R5o2h
cI2Xv4NCznisywYbtUOTsB30ZKOllGzAhTaGWWq1iqMtmV0w/XM+WUCncL/xeTkbt9bUFh2CtkGZ
t4mA3Yty78lgn949KLh3ZDy4eDMct3C6A72p52XGBToUABwBpxdSF3q00MgOoTN53ZbEV13YEgYE
zWWnThK/PBn11g7C0oyuf19yBjEMsGzwHCvU/oRY1BrRaOfMaBUsrKfccDYJuaXVn666G+vvENpU
WDMk4ee5OTEWSMYeIOkE5nzz0YBSZncwQOaaVXeODgHr+S5foKTyg/hjuCzPNH1a5jluIOs7/WDJ
n8bdasGf6+OXzu+/8YtJOmu0VoZW3+o0s+36aLDD9c8rpvevLzrbj7YFxZ9eKytQimhRsD5SH4pM
j6x9SpMvlf79ujEJPRAixrPBCJvFa4yBuUEOazn6yNdvfXoky3ddeyX+cUhoqCXHqh3ChJpRWzxU
9IDyTNjYinhfdgbPfwWf8rMxdwbCF1zt1UkbnkcSVmm4qqgzJG4FA+UpIZeXnD0+7WcmFs+FRO2A
VSudceOs2tbRq30ZmA9A7+2vT6p8NP9MCQdkhMSVo9cwpVfHuhiiBfInKpogSYSMZANgkqhfoeAs
JjcBISN548BbEx9qZu73YPLj5baKhvTl+mBkux1xOD5oo+EOrWSX81bOHi40H1dfVWwJxLE21z8v
W5bzzwuOMbMp7U0L4+iKfV7Fug/GU4AOdtetyFYEcCFc3zrvuhIrmNgUAbWoWZ5IFuvVYeqh9Ky4
P1UmhP1VBcNK2hYm2tyOq/Su5bH8BwRQkWNCgwIQ5OiI0sXuN71zF3syPDwYwty7TasPXB0cU4Wb
F48hpH4uF1vzixFtqAuCbTKG8z3obBQPSeks4c0A7CNekW8aIO1xKJxOn/BsSGvoKelRxW5tV+FN
ZOEaYkS0JeLZjUqgKHirGyZbmhSzRIh/Oxr5odWBvXbWiEA6AHm0yOw0aO6mRlh0zXPvNpEJfcnr
W062sUEPACklMBy6OD+XU9nZU0umqa6guTDqWwikORsoGNT7soYKGnVZ8/wBe4i6AcTE8wRUHZf2
mB00dk+q+pRjRhdkZnYs+4ZC1XUrhux2AtDgPzN82GdulLdpWMEMaoVi8m6n2g39tL6vymzT2N4x
A52LnpVxg/RQ5q03FjEPrAFbvc1+OLR4oWZ1P+ZkQyz3zu38T4rfxl2REMGicwfd2mhEA0WnmO3l
KTJTX5LqhKzvL7ejFJErOl9HaJTcpCU4P1hpl2GnL9DUMYpbd+h24MNmit0nXfizXyHcZYaerCZ0
E+EwF6j7fln1FtqdQzjYnz80XGxv3giLVRcOa4brmVidU52spbjTtGanV8bOynBpFw2BuGZ27872
U+8tD2XdfHYXVaAiH+h/9kXEXZUt4G5JYT+Yn635KbVCvYeCiWLHyTwGCmu45Tx+lkTXnbd111G7
bDDKLrLofYN+Zj3fXp9LlRHBeQ82JBn1Km9OzPnZ0L3Gfq2mwrXKLmzO4Yo6MWAtb+qs3bAEXpq6
9clEuV3vbhctiHR33mvVTde7ivHIoIqAkv6zJlyrYFKb7a7x6pOXfUdpB+1SWYQkecgsdJsXWZT2
oBeub2z7Ds21ihWTuYhz29aliyCdTfTahO1idMLafmZBFoFgNnRx+IbiM2pziktFlsC7GK1w5Dzk
APSs9+sTFIC38wDSTv3ZmJvNOD76vEW82xg21BxHlbStbNs4rhlwaiEd7clCToX1bepVK0XOBk0d
vnWzVD+MUQXVlW0cJPyxZ5C54Ywdl9M5EW8gSwqP26398+oEx7oxbqjuopo1e4c8UWEppHvn3CAf
9ZmLH8Da3E4gBj+N/TbvQhDGrlY8+Lu8BBlqyMzHyt1TFR6Uj0L03fyq5uVO9MOLBWjLXccJPAIA
W2tRuWvNzfUDLv08sAb8ejLMN604QWWng+miragFG1hN7rphf92AbCtwZObf1BSS/cIqVS4N6JoD
08icJ9YetOEpKRQRhWwMf70gCB0NJEi4Pz5bF9rSufAtCFyYzbFmX71cEcHKzi0CFX6X/FXCFCL9
ZM7NNmMYQgMysdZ3YjJqj0jQoNthPVk929Rr/XR91v62cIjLfm5T8FNFBda5LgdsFkTu26opI7Dw
7FKuKzyUmxIUvCmy3GNdxehw2rZdtk3cPEZKGIlgvHX85tRVa5Tj33za3tY0uwUFyaFxSIzRRBnN
fhd2ucnN8UhBk6bVXeyPFDLywdFKvENnuxu9XuPrY5LuBAvewMXLGn0xwjIBpb2Cb5e3FLLD2G68
dle/n4sazBHIruLZAo8AxNDlTkAEWzh+TtDdO8bI8Giu4rRIXcCZAbF0aqLzKmWA6J5cxw8d67CA
gNah1dbVHitvMwyPVPvVg9xM91WzJ92E/4YmZv8saC6hiQAI5FEDB34X9t6ndD6R4ZS0NKpUrKPS
I3VmTdh+dTK5ZmoChV5T9kyzJWZlqXrySFMs55Mp3IfuDGBiUKOYmbjlvhnckPVOWLp9mOf2wQWn
Xtes3wB/+Gyb3bao/cfKQaeRY0XZDO7Ayf1yfX+qxsz//cyNsBL1Ip/XVr0crJUUdaVVcR9LT8DZ
rPJ/P7PQzglDNwYOtTFM4ZLsV/pkqcDdqn0inDKXarnpjVi5omVRYn9aQFSXVoelZNuy/WUEiphG
NWnCTT+U1CFeggOhjUcLKhlFp0jEyUqBONN4dYMP5m/V+3LS0gK0viuUxU8pdOxZ/y0pPiGZoCf3
s/HYsHvfedLWIezKz4x8rasurNqNDXVs26JhxXZt9c1of9IZst2K0rLBZ/KNiz77YYKzyRevTrsF
P6x071lbxD4g82l/0peDOSwxsQBqb0+j+XMlv/XmB+u2WfKnGA4Ne7m+b/8/5+j/ZgiEjpczhM7/
xsgreL1qNaJOc+9nwPvC3Gi2DuKSlerhAK6e1O5jbaa7lQ6RjZ8L3um9keg34HX6ff0HSScGglYO
wHmo7osvE7ZAxYwsaCQeljG06AGtBvsJ6nCDo7j4pefpzBA/C2fnaZ1GezVmNOTY5nLToC49NP1x
VEoEyI4UsJLoIAcJGcA5wrGdCy3Jsgr3/+I4ETrrBneKiJOGEHMCpWW6qxJVg7R0b52bFE7xumRp
v/bw9tXAonzcBv73GXloGjyWuR7NOvo0yiyeh29zvkW3UGRq88ad7ocW4XagkmCQPiMg7uWAWhk4
qzcoCiPQrIrwnqRm/bqQHbQsw3raj+TBYXnIyA+bfpvL0/VNJHMs5zaFGXDNrDIYdyxOkO9JmK3Z
/roB6aqeDUrwXE07JMZaYlDORDZo94oa8hK4WrgONDbs5zHdXbcne64ghAS5vIVi4huGUjqMxewt
2EU9yXesm+MpcVCgme5c3jZSmorhyefvP3NipGKZrBhtEzsIXGME2HKmGI7s7Hkgdsf5BloI/CCX
Z68pwfjv6XA6JvC9Dts56ALOm+31OZOfgzMrQoiAvWyPI3ANJ8JQ/ViebPfY1OUODDRz/9ywJ7t4
SMxbyJ+GHvlEwGGbDE8z3db14foPkW6Ws9/BZ/vM04ALw9QSit/B1tv6S1BEbAh1a9P7t66nGrNq
ZgV3M4y6ORUFbGXZD616ZM5v+M88/1YuBOqAXzrnRJedW3z3ux3zSMgbb20VM6I00IWyFlYYyW6A
7oWJX2mzai3IkU5W86jTz/oyRAXdF4UTgko4ChIIynl26LqPhepcyoAteNTzRicASizUny/n2l/J
moPIDg1I1dRtqG34T5Qt3wuH1CFa619dt6s2emYkW8elBYDSxZ98MfvnMW9+TsWgSqJIlx67HFUF
roAsIly8aQatIm9a6+1+06X6KYOwpYZXWN6X26ov45GpXn8SEm0DU/DPpnC44IX7gHho0AN88x5A
pw0rzU3V9BtfX7YaZbFdFw9DPfyYi2Svt3kMVxkTmt8yy4w/sPPPfoqwGq7PzGbiLwF78UKQa0c5
1/rrQzevNpO/18nX6/aku//MnnDSDI01GjPhJvUBfh/95VDP+bN41Y/rZlSrKhwyn2WTXow8bu33
jRXE1fiFUHiwpItSHYU27LXrBnk0KEaL50sq3GdO01Ew+8Mf52nznHTN73qeD1nShs0C0l+b2NHY
sA0KJ4p7QGoXSXDdQrcvwhcheeFr1lRB0AT5o2y8M6rhttHJCwQONnVVHnWtOeTlGnvsA/2KAZ74
poXcEmRARFRV6wF3aTToLzaDcp+v7aEDZo8CK0McRzGz0h1zZoov9ZlvbjOjTewMh8Wqlg0ztCdj
HWNW1AqwEV+gNwuIbhbP0dHp+aaOVM80tzsdZsqGhkN+NAGlqDe9CuUjvbfPzAj7pFlGk2gBzJgJ
/VFq9p+i9RQjkW+JfyPhkcr5hFlpUk8rPBqoFu8yK7s1yViF2uIwAOzQIFj1X9dy2bQLZEOvHwLZ
4DA2NDeZYLEC6u7Scgp2TzYNkAly+jKCaEeYdIqwRGYhsHnqB+BYqN4K7moiY2EwG4BfrznQe1L8
j58XvFPQawWSE/i8Vn9f8h+JCtQj/fmcbBM4DDw2xOIonTT8/BWQcjSC3+dp/4gjpIgvZMcFtf7/
TAhDQF9bZY0GAN62H+dOVLMoU82SbIOdm3izzC3NR2dE1EaTYwBWL48wqHMvD/UyRoZdvuIafdDS
Prq+u2QnFFKXvAgLqkVQ/F3urjZd077JVuSTcmTlVrqxrPGLXaX3ADcrJvGtKeTKgYlD9wQgZfhz
aaqBVgeIo6FKhy0I3GP+vUMkMiTeY9v6bnx9WJJYjCfmEWZbFnhkTbFqr+X1GhRcSwl829G6/gb8
IVyXItTa3TB91Q2CY4Rcj5tvCk31EpUOFHyJLgLBgKv3XA7UG+lq2gmBsJI7oX8UOOZIn4i1Q4TW
G6ELPhuVxbf7E6NFsR56dgAEmmLtaJ6AlyYmHvXdpH0GKTSUcEskehSpA+m4OEe67wG6ik6ey3El
05p0kIwA2dkC9dLR6TeVYd9UY3BrLipitbfHASM6syWcONfV1sDpcReWXgFufO1Y1mbMlmBL+iTO
63qj0+6xr5mizVM6RNy9fMdAs0jcNmvpEhdMD2iQHO24b2b0q6ZTGOT0puyg33d9k8pWDXpprgMY
MLLvYs5nTWbitA14c0zyO1iA4sRJ9zRFLPPWO4IyCemHvySI+pveFLNPjC4bkFhylnVGUqtD4a1T
8UHJjJgcVs+lLLAHhdvRM8dlsikCptZ/RqdF6NQqzgHZXJ1bEAKWaXLKxONcJStocZoW1XtEf3li
bd6/JJAoA3jXBf/wGwm21EzQDjGicrgmN512aNxwnhQeV+qazm3wPXgWSoCcK9V7iqh2aYtwDiAx
8aXul9gtdsk4hZP5mND7ZR5Cw/50fXB8ji6jMUQQZ4MTVgm0jka1WniWFFa/IbUdZvpLhoZTspYo
YzIQEKj2hXzV/k2nsGoaNdKeObBIcufTWPe7jlVxAYo0xUmS5DwuhyZcY5k3AOe9wFBd77r0k140
UdDuDfNPlv3sqzLuquNkf0EDYWhbNzUoue2RRdZ48LLn63MscyBncyziWFpIwkEGDeUKT++zUJ+c
J7MZb8q+2o6debhuS7GegXDP5F3qB6itI8sf3BvLLdL7gV6GCXKe7vriqdpfVfs2MC/3bT6w1G4d
PP/W4KHMX3WzR0MRNiz5NUJBLGnAAdJwbP8vY3q8PlClaeHmySFvYpoTn9Uu1tuvwErn5HUKTszH
jZ68WOsdlDdCd6r+N3cgwiUMtAqVmYYhB3RTs0diHOZRMTZ+6K4cSrHbrsv/71AiKvpS2uYh7bN9
kUFDe6zi0dMUJ0Xuqf87kYHgfNZgthLbx0wy4w94u8OFfbu+VrKL+/wACE7GzzSnCHp4UM1yw0wD
MxIFUS3LKWgosuOg+fejTU/T+AGcJncBeEAjBYfxiYC9uW8Lra4QnVh+tiuNLFyNejcwFk1NG61k
W5o3VZrHtN4W1tGfFJUt6TKCIcAEAwWy/SKyeTX+H2nf1Ru5rnT7iwQoh1dJHe2W0ziMXwRPUg6k
RErkr79L3h9wumWhhZmLs4HzMECXSTEUq1bQOmuscAB5ajTGoR0XQSOebOWbADD0+gwvh5rae9bE
oZxD9eokbzlv8VIYIBynB30TNskutUNrrYexeL5AwfL/As3PMtPJ1DGfkAExBF20l7bh/gRArJJb
3fzjNI/Xh7XQMcEHPAs3O86IVeWFVU9+l95TWQPXVjWwKH+226Nq/OqcU5XvB7LyrF88rs9izs60
pAHfv0HVDCK0zo64tzqx/K4/Wd5KXrm47c7izA4wYaRqCj9hdLEtVABfyPjr+uStfaop/llOYeZ4
GxMd46Aj3bBW9w3ibBzuhQKyMlRvwpSip3095uLlfjam6d/PYibCc+saTuP3lr1P4ZNeBpURXg+x
uiZmx1VNTKZmFebNkvKudrMwqa2HzsiOEBEMK7wlW1XdoQW+10axEnvxIIN0EjroE/Bm/qaqQZNV
ob2Ig6zuAqe+TYALglFM+hTnfOvGP5q/t4jC+kf7DlrIaAGDOHc5n8A/6ynQSxl0M7RtU3kfQ5WH
qNP9vj6n01L4cuGgVzDRYOGwNG9CQZTP5G6Nk6rM22DwPlpnBfq1FmA2jlZruLQTXJq9Ur2OA5zP
7eTH9TEsLvezMUx/wtnSc5V86KoaISxL+Eb26Ep3l3DiN/2Dlr+Y41p+uXhMnMWbLfW8cGTSNZgz
oqO69C0dFH/wtusG64tTh1IcpJxt9ILmlYM05n3WjlCByFkAe6XY3V2ft8Ute/b7s+NOUftcwK8S
gCg3SIZHuFKtZfxLI0DVZUowJj2EuQJUl0Ih0xMORpDZmwYNFrUL/34M5xFmY2BCYWkhXNxKUK3w
MBDTaHdoa16PsnTJgraqghvjehNi/HKFSdY6eV8ruGSh9aFTthHDdyXpfGkaQdGtJPLLk/a/YNMf
c7acG7zac71DMNDwtzS7U9w1y8HFCCgDgIqLys0XwHhPWo+Wro20L/f8igHlR/3rE7YWYfZZ2qzs
KzJa2f03Tz7nzsv1X1/agMAAQNwVzXMPIgeXMxQ70ERNgIm97/xG2YshQEN1XOMgLJ0qkInUUZFB
/+VLHVya3Ia1PHSrsup3W+FwzLIAcot+gR1fJ76Rr8A1FteYixYTKg2gk813u0eSIXMGxBNYWDF5
bzUzyN23RjN3wv5+fQIXPw/K45PN4dSNmSVXDQDR1lijDES0tx54n1/Xf37x+4BmjfI7PFxgHHH5
fUhsKGVZ4Oftwdoo/RhK04G4eRaQYSXS0keCagJyfH2S4Z2n+QRda52pyAh0bgXdkAe5cqqbm5YO
UxMyStPiHxY2rKFA51ZN+FTMZTWYcDmB4CVqW3XI/VINrs+cvjgglOc+jR0mm53LqfOaMo6rJi/u
c8FU0AtKdK0TiTqxYaG3OQ4ybDMozaH1+qoB1P7Oa+gSpFZMNqWEuXaVcBnA7l7bDV0+bBSIr/ng
4bbQHhHDXWa3gy8TcGBjT/tlNqIBUa5tQ4gjg0WkeCNaxYYalgpzv/M2lisrfHbfmCjBowqO/0MJ
3gGAeXaKksHoY6ViQ8RIFtRqRM13U5KVGZwlap9BUKtF9XvyIIU/0eUEugA5sDJvRJRTpcXNBsNs
QVVaAm2hD8e0b5TXwjSTR8OuyI0JSZa1RHhpb6H7a09OFhNMe5YdtHnPLBsixPdKCqsUFf5r2AVr
bcDZVBpQU1PPg8ymshlLhcgSywTnHyly30XBeDD+4SI6DzK7iIRDM+hhIIji1+52XGPOLk4U3pMA
BOJN+aUxYtQe1PxTWkA2xO6OKrFgYCKVfCX/XDqLTBdSWpM9mYNq9OV6MAU1E8AnwTtV86NaKn7F
6w2IUr5szZWzYfGjQLALJCz0ZqEjdRnKcbtksFIrv1fNVuxHu2ygxBs7vuq02f76OfFZXpvn7YA3
Yi9Bf9qGcvJlLKN07KJUTHBAe9CQLIl9Xo2OcWeZNTwlUndwfdeoR6AMY7bpZIwC8ti5b5jq76ro
60DlZhN2UF86OAo3sXa49FWrNVAF9miEO5eGhqpA8qenw1uZwTw2o1QcweWmfoLu8c9YqDyGtBU1
70jZf1e5SG+8kVchCjvmxi0z8DVN5p5cNKICmbrOfYWsJrBF8wa9jPGRqrXcWQZ7QwHqQ6iieNQS
cD1zgKluhGsXmx70I8g/4XEnih+qIMmul/kkygMcWy0kCnz6+MRTmsPNmOm3o2PFfq9mlg+/oggy
4PZ+aBzL74cGe7+sMr/n5XfVE+8phF4CYEjkNi1eqvGbKx8aYCShtrKD5JrYFpTB+qWWfhrnQzgA
owWb045DtkkETWIFcQOPMEdzd61XVSHpwPU0GgPMbBNFz8Yom6DTe/foAuwWEPThtnnbkH85AIAB
AHQQ3POvmjusKSUrOJ68EjofOq0Cab42fOXAXkpJzoNMl9V5JspKvSuTNAdwXA3glfyil95GVjCW
GZItvvjK/lmAYU+eb3Cw1YHyBJtqFq/sMda+7PP7XO+5X2fxcO+lSnNobC++abCoAy0V48ZRdO9G
Y2r61BH00oJWHYcT+Lj21iB5eRxRItj1SWmsVIeWtjda1TZeYqjsfdnetgHujfBIfj96MijVJsxU
EIqK55WdjTmdb2wPdUOQ1WCr+EV9oazjNjcpHjSZaZcToWz4htTwZ+nKxqe9ad8lFeM7DTfMrW3X
1srtORvjdHvCXxvZJ+BOkJOZ03+w+To3HpI+Yna9Z454op4TDJBdWvnUS2c/sFzTOFGixSPwcmW1
pVuYfW+X95p4BSsvXpnEpSzq7Ofn0N1SQ9tFpvh5kR3JeARM2LG2vN0Y2c86+4dl4QKkb4F+i682
f4x0Y6NCRgls/NKO7xMnOdmQ1mblGkZr6R5DBxxoMACfsetnlzHLm0RjXg9K9oSbr8ElNsO0sbYK
W7laPtuz8xV4Hmm2C234O6PvyRDJTu5yNqg+U/RDDP9VS2QBENFh0ZW+1w17w5GbweujVDde7XQM
DNHu+7IKlUEPh2HtJp+tzc+cB6oLE4UQGSRy8Ms1k+pqFw/xUN5T56dpvnvst7Xm17R04J2HmKVV
taEJ0uaihHL/R989Jd6d3m7j4jGBat/1bb42mNkklxAPTXWCwVim8L3q0I8Te3llNy+vGUzYlPmA
/jNLEjqZQb217qAWg7J5PPLAQYUncw7oS65EmmXd//dt/hdplnUrtkqzuEEkEErUAIIlNMgzaRz1
OM+2sYH7KWvgdJu0uB1VgW7r9dlc+G6AOiPpho4MCqbzgUKTqoUUeDW9mgDxtir3Vsb5Ia6tPcnt
19pUNtfjLShHQdgL1WCIVEGXAifl5VqMDYjMejwZgTCDfVwx3tjpq+Jo27yLAIZR4mrTpW/Eo75D
/gzmEGTqsaU/XeMJLwYf0wi6c3anuWuShl/PPWSCMKTBU3h6Dc/7TrDVU9IkiUVUa6+8aDc2eROZ
AeDYb9mZx9Z7vD4NX6cd0z295xzciJPG8+UsjMQuFMVURdRmj0P1g1TfS+huV1oRqtrH9VBfF9hF
KGv2LoZgNm1sIUVUVDEQOFsv3xRAGLvOM0vuiQih2Xc94NcbCnc9+OKoMEHzA+3Wy7FppaKncJiQ
UWVscx6mK7fG4s8j0YVCLPp2X6pLbSkMIaxSRjQpw0b7Y8RP1//+hS45BuBOOk5oQaJcMfs4JSzf
UJNVRMTGO7OH545+UMQrdaOi33bmfWX+LocHYfUrB9viwP4X9rOHc5YzthKogLbIZQScm+09pv+A
p4MgNiBZQCgCzAfzvssPwzOrTNsc6P2ip4FJbrJsoiruFPqyMoGfN/flRXgZaXZG27ZgaVbkIMjU
ICkb6P9vrUH9YSTUfa7gAAr9gsZ+o66TH6qyNQ+Fabchg8jgex1L+sNxCEjGFv48dXS6bQ+yG3gn
hthWaveCl6IVAasFBYSssDeAtTvPSZz8KphjsSCTVvxTeqqAEPPYbd2SsDcjc77lrNGDtrPrXWKZ
/Fuljfm4SXIvu6ONrv/JhoR3exvPgRuQT8izwikJWmbD92+I3dusasdHUlUU1SClf0hd5SV1Cu8B
XhrVxisbdVeKEcWhpC7SaEhsukPH1yp8eCoYG6eC4lHAM5cfeFdAjNpOFTwxGdCLpZ4kPgcUd2fw
AtwGpsBOIjGNbdvF7KZKx/aQaxbejYTLo2kPycFscA/ksk93ChYMROdBl+8ggbDlJdHDpNfjew1Z
Pdoq4CHppkDW23ddoBtZ4vnMUt23oa6UuzSngvjWYPEfgzuUR1VuXcr+xB79MIG8HjJlL3MjdKD0
8pjmNr3pVP6QKr25q0fCDrndjJu0AfQJ5BQVLzkiAt6afeBAUuku5i2NGJqB3y09U341oLFsszHn
T6anKDfSIzIQRu+8E3tqz2R9dWdRQXeFLXJ8YU2KQBNW+k6Z5j40uB8heZX9klDb3HYSdUPXNrNt
1ZJuo3ups5WZ1QSeEw9HdH3gzGdU8X5IvRaPWHgaAO4C3GGjj4GmFfkBhB0bvzLwgI76D9a4NUQH
hAyl5aYhErM+UGqgRYJnNdOCQhmLR7V3qmfZUPex0Jv8lELDym/QcbqpnUS743EJDY6YVsCBwISp
1ZL2lVSM7YRbOkEJHfqdU8bWSTMSsFdAg4AYPWoLQu/gWQnrbLDnnd7XrNI5llZtfKjCUP5oPfIo
L4cIgg2S64FWBdvwRq13GVMx2UMF2wx3yDco0cFJQTT91lE0HupWxw523GhHxWB05yQQrc1ivMYV
oZGAdDEP9DzXd7ZJkFRUrrVy7n/NmS43/ezYNGOldSgt8jvQura690aynQcN+dj7ef14cRZuNBT5
obYBVqg5Sb1fnmMoriVjUY/Z3Wik9gexnLyCbZLVHWPDZtgDKFMxM3Y3jtrLPS4S25eD7oWtTejR
0QrPH6tCgeH3O2qMgQUXktNI8yrQ2ffWVGFp6/QbloGAP8he3qeVOvxwO6wY3c62XT/oAYxS9ICo
g3lX46W0g5vwuMkHEHNzVnUhoWVz6uPeeESfiOwUXcZbHsMgZNTlcJ8xRQnbrnwVXkf3mYXKiGLm
TsgZh44rZKJ3edWyH6wv621lez9FDZe/hKDW6sjMCxovNk6CoChFPXerW6x7VIUcNq7nEmA5C5s/
EaMo9wZeqhta9H+qzoA7CYVwgSFUtuN2RZEFKDQNqhILYoTsC3AOKl4iscF9p8v6P32mmb6a82EX
d3AGSgv4qpKyy+4qjbVB3aXkYajFWv1+tnr+ez/DlRtZKO5d4AQuP6qC8TueYH1EvLT1WdPcIBfc
1jpMT1TqrOg+zVbQZ7DJvAXVxkkQeZ71ennhVRId/MiprHC0lBPEqu/hT1kFsesWoJrpW1jw/NIb
ZSXdXrjjsWdVVMxBFUDTZXYFa1lTKhbX0juccg1k2cCoq6FItrJBMFXz2xfkW5wNOuwIvzSR9DgB
Vl7I9E4fQoNDW3Mj8xAN/pyF1wMtjuYs0PTvZxlLnOWKxOmJQPwuNjO/rlZy16VUDDU6wCvQ1gGp
f66oWaeagE+pkt4RQ0apSJ9LNnDofA9/ZDY8xKmFiq1+AqXjtkuH3y0Zn1dGOGXHs7lEkQUzaU5H
Djqal0OECVNuQn4xjhzZiMxP7crbdRAfeLb0yvAJnD9Cu+/KPc8tEXbMIbe0KrvN0A6wAh1J/h30
fe0E6+l4U8LEMZB2mzw3mlOFHscKoDCa3cax6u1p7MotLog/YM+QE/HK7pD0SUuB1NHKbWER/liX
0n5IwWsJtK4Ut0MK4qkO4l1oZ84YoqSNUq30ivG7wFd5iAV3HiBEmvyJqdt8S1RkUtcnZ44q+m8b
4f1iwv0CT8d5LarQYqsXutdFpvekKntkbH5G6zBWCjhHhqnySocER85KbXX2VPsvqgklTMB8wNP9
0kgsSOkkrtrB1KUNkXRwPI4hQ1ArKO+UlrdrnCrdjfEaInnhyWZPpVWg5ydNqTntpqvcjgNBld2V
hnNq4hT2JbH+Ihxy9Opyl6Txw8rsTi/h2dKzIf82WdiAkIL64uXSK0ZS1bXq4KxonebWzvrxlqDC
tRkspm9kbeVHzILKcVbq3p3R294Nk6lyRFs5XjPUmlb5tT9Fn/0pDIwmjdvp3SQE0VTd0TPaR2mM
f91xgmWmgzYQIBwOXnbz05FZucMLK71zNC3ATeV39jMRaLwOK8/vpYPrPNDsfUIKogjYtqZ3zHvN
IWhUAmp6/estRbAm23LY7MGHaN48E8Rr7cZlKFVoo69YKmyBVk752TZA4cgDMQobz4RSNA6n2WR5
0mu6XMV6lAoySFdC1a/2qaL46H2FkL0P9DVnjKWI0NAEVBZMG/B5Z2dhJVCVzroWn6d0nRs8/J1b
aalyo9XEi9LWxs2pll36JHt9zTZo6SKASqOKUgnU3KZK1eUKLAUvVDeWRqRrROzywdCfK+h9PTq6
rA4eAcLLRr8FBll2u01yXKkpybytLrXkz19/WLRcgSRCQflTNfLyD9FcYQwJE0bUluUxq5rjWhV5
YeVM5k4TEQ3CyCjXXgbQSV0UiUicqL7VrLt6jRy99vPzjzgoY9YZEOrp+bEs9+h5Xp+fhaPi4s+f
8ryznKDhZqkB5edEqP/W/BeE3rs1z2194VIGPgGrHhsMJ94c6w/onamJKrOj1imLGHIAigMVpgwG
cFAIGByyceBI8DDVH8WOZAB2ox/bHpUYyMaOJo+w8vRBdjS2BXeah1zR1A1HI+yjILX4TjIkVj7S
ThTsNWsNADmb/f/uLuweDwB7FTzR2ewXXi4HheDu4oL6aWE/AYrx4/oHmIWYzoWLyZl9AAiL5mUB
Al7kOI/FgdK/Q2BjBPC9x9oEigdWTQAhXH5ftwYoIDaZFrEC/mB5d4sH/Ov1EcyW0BTCAn8aYCHU
3owv0CRhNJrwROVEbqoz3+uV9EVN4wEPMM5WQs0mawoFGCcSicn0bLKlvhwN9AOUAWkVR4kh8Sq/
TE32I1NQWPnrEeH0Ai3Zgtw9Hqyzs5rraHjjbciB3wHSqMkCxl9T7e+fUJ9PiiknmiTV54srIyg6
WLUYong0NiWk61i6sdXbnq0RLqcldJYOfM4aOnYmHuATOXgO6tRoHw+q7IdI01h9aGGivEkpdPQ6
N/2uYeuFfz975+Fms0caB0RgG+EIyX1UBMJRJhvT+nU9ytc3IeYMjzMURtGR/MK91FntMF11h4gP
k/24vXNFZJqDn+cfHZCenkmBjyu214MuLHWkdniBTo7oMEKYJSIONFXGmo4IOlJ/1O9tSvzMWEmY
lxa5A8wq5MPQgEdv+nKRY5v1RgcAW2Rmji9f4u4vSaWf6+E8wGwX2YIwE2t8iNQXmNX75tbU1qwP
p288X3LnIaYxnl0rMNoRZSkRItmrUABTfgUyRiFu5excWtiAJkI8GN0kGI/NSli12rtxwxBFcl/x
diMMYbb2P83WVLsCghggUmP2zRPHYd2QFjxKO2+LXoYv8JYw7d/XV9bC4wx4EPjOuVOZAcq0s11j
9y4lhQZmd91hY24zUAw5CqMpID03hQUhtRexJjO2tNDOQ85GlilA+xpJwyNxMprNUO+vD2nt52df
Z8BDnOguJq5LHnp5B7P0v/99YNQnxWOc0UALXK6x1m10DfRXFrVu76dTQ2JNUHlpu09GWSZQt/gy
80Y8haJRAmw3i9L8WU/ssOTvVfn2D6OY2m8TABHreLYZZeEI07IKFnU+0vTAbNdqWIuDsNEgQwcO
TbL5NdMPcQclcZVHlY6S+6Hwtn29+4cxnIWY5TCM2o6WM41HfXfkYt//XY6K82rq6qFigf9NmPHZ
FLVcLdyc2izy+ubY9t3J7h6BqfvbMWiw0YapDJJ5dELnd/4I0oNW9+MYtf0RrXxUd67//tcTEb//
qT6ODNiEYMDlatUGUTAGzGJkQn+L238YeiSpPMYm35RmudJ0XQzm4Hr0QKlCOWL697Pj14WpbaYm
1Rh5Wn2oxMkDS02oma/2lq92/zBzk1sG7kMkyqAkXwZrAW71cNSLKPlojb3rrkzcwskIbDFAzpNR
D7aJO/t9XRp1WVBljNAPuzd0Bkkltw0gC/IIZjZkZKn3bBbFk8KTY28Mz9c/29fdg4KsNnnTogGG
/vjsEBs5TUxmMBYxTX8pW/UbCDK/jS5eGeTXs/IizBzHZdpUgt8zsGionD+qgKoSKkXXRzJtwssr
GSFgd4R6NljjKMhdfqZCI7yHcQyLEvneG+4WNQ8oi3QhRFTCf4iEcgdyddRUvtitJ53bKZrbsqgw
xI1DeBJwiwQpRSpYjt0KA3mO4ppOhwmraKPHr3q4C6YveLbWYy9uieGMXdQ2Q7NFpCFQK0IfBi1x
brxBHzfMVgOzuAMGOPepWyfH3LZadFtp8SRgxLtJ9czz29aWm4bZph9z3h+uz8jCfrz4G6dvc/Y3
mrLRyprzLqKluilS6P2WQ32U0MoxtfpVVO3merylbw0mHQo80AGaJEQv46H853I0absoIXrj64my
1wnfgJR46stVzaHp5JovLKgbod4+2eZC+PUyGGVWrZKm7SJN/y2H35ny5hjPXNxrENitUU8+qoVy
sCiq5+TXaKy8b5dm9jz4tLHOZpbqiuKljHRRV3domunDB3GG57FQvUDW9t7gazzSuTHS53pzYHaI
Wi8qS7ALvow4FpO3nNF1UanW3dR+1PbEyGB8rKNGUI0sv2lLI79jOtQhMmolgUcBnbKoxgLcPdbK
l146n1BaQa6tmlNpcbare1JWJU9lH9EBzIiuVe4KXv4e0zXc29KKOo8zyxXhwIzSl4rGY01OGstD
pVSCvEyDvv5LPfn/5hf5PFKVqYk07yG5Sdm6cUyBzE2V5AfEYjq/KPL01/Udsjhv6AwAY2njqT8H
kNm8k6MttD7qPXIvarF32nGTdemKdtQc6f05GhfdgOnSB4ZuztLpaG+kpW6g5yK53HhDLTexBixS
3CuGXyPrDxOAIYLEaMtvvC6rjTAdGQLPooFL0Fo+0TUoF9VISiqm/iVscvrjIFwEAAZqArClm18J
AA+PvciKLqohI4IeiW8kR0U/cuv1+mQv3G5AMuFlA1FoQ0Ud6nLLdBZa4BlHHK6+jtVvjdYrd9tS
jnARYZYjCBCj86GsAEocty24Xw7su3lWAbz7RDXwRIYXvN19W5fB9ZEtHD8XcWdnX1WhQ1/ZiNu1
L8RMAreDBsa+Kx7z+OXvI0H2YhK5RV739UiP69rrpoPOKj7g7ZGOEa9/d3jDy8frgZY+1lmgOTGP
6bEJdUyGu0qHL/btmk3U2s/P1oKndmluxhjHCBiI6XFgIdbqXYur4XwIs9WApkdVGcp0KbSRwN3u
NDG4gsW26l+kXodYKUGh5VvhrEzdwqECQgG2k4eT66vup27FChy90w46vJXYsMbsN5M6xW1iwDnl
+ldaCgWxF2uCRMBoaN7eBF2+9BoNlWnPK26d1Nyn8S21Vi7XtSCzeayrQYdp99BFcS/hIvPaOR8Z
aFHXR7K0hc5HMttCttOBmu8iN0rdQzKhLOy9qT9bxjfTC///Ik1L8yxXIFAt7dsSw5FpmDkBXtqd
FSTdKe9XTv2lNX4+pGlezwJxQwJTq0q0vGNxoybWo1MYP66PZeE+hnze/77/9O9nIcYS/sSGglmz
8RZK6h+ZoQU6QHlr6hyLQ3Ec1D9Q4kfAWX6h98RJSYmtVOTCOia2pYajIpvN9dEsrQGU70BcBBJ5
agddjqYqQLyxsylfLSvvkVN0c2ihNkBjGW7YZzU59lzS1+tBl6bwPOhsdadDno5xjS2klbdAqKQG
QBe3Sv18PcrC0MAzclClBiYFtpKzVJymhZvA35FFmWjkgy7JuFfLxj240IsKuSv6h9xja+ympSTV
QV4DBAQop5jT2abiKnaS0LA8pPJgdx/UsW9oNmzgAhWAcbYjNg+t9BSn+SmOx5DKlffOwsEBOXa0
G6Amjctqvmoa5gEYnPc06ozaHxITNmsv+hprd2FmEQT/4VY0Qa+ajRGeDCqpSEWjVPOOWQKIXEtv
2QiDvvLY8tUUY1qDs2cOhAQ+QebgAaDfeLlGzWzoqyLJaUSr/MEqY9XXcwqD0OLD6iZoe1FkfsLN
54pTn9ppMFYk315fSwubcapBgIOA3pf5hZjHyzSmovIImtn5u0e+ZwNbo1tOefyXUf4vxJx+gAcK
xKE6h0SFtkdd9ZQLG0Y9T7rM/dbuH03zH1YKHDOmTwhtHpjaXs6qUYJRmpgmibK6/bDZ+MxZ96SM
SN+uT93CZsfew+8jDZ+AGLOvx0ZLp7K3SaTlJl5pp4p9Y/2DnX2/HmbpC6G6gjQXqAdUjGfHMvfA
DnISSqL4obdO7pq38NIo8Mab0j9ASL4seVGzAV+CYLaUzUBuOP/oHMDCV07jhd0LIAPAc3hVgiE5
r6iAr96qArC4qCqtY6d0gWTwAirGlTALS23SNJkgWgDEwGX48tMDSl3UpExUNNPG321qfo9771fP
3NuqUmJfoK7ja/in4PoX+hp1alOjaQQgnPMVppU5vSfGVqiRBV3kUDLphkRXfDsx4Q9RJIGIQYXW
xFr17evCmMKiAI+ajAYU9ISROLuvy1EORKlLNWq10Hzm2u76qD4n63LfXv7+7AbFwxL3d4vfhxxo
6UNGGE70sLEN2VhG8ALcFJW5Y0P/U8+aN7xoPiiV21ZBkUaTdaCUXRxKzdqOwo0kU3wv1SE3Zt7n
sbHP3fGh5R72it6dSkl4qBrsGcrO38YkCfSk3TUu32g6eSrqFsApDlpcMm5i1OF64PgNZr9Q6NLj
rZ2hl96/1NTeF4MV2IoRaL12U3C+w825UgGfg07wtgWpZNL2RmkQJ+W8r+LVtpvbxYAJb9PiThYu
Ow5Np5/qUeP7JNW1R9h+ZtwHsaC580z1p6L09EkkhWf7NtvF9km+Dylry1DJ3OLkxXYd2q37k7YU
NdOeiZXd8HWBfP6Zk9K9g07NvKykmKxxAAm1T8IF0+YtCa8vEGi2fznZbbSAAE1ETRZceme6Ts9W
oEMKkYqms061a1cBydyNlYu3jsnA0IYNLFwyXyNJSGL0UGtjC5bh0aIGlCNJfYCO5QeoDn439oAm
0/hBcdzDaOb7uqYH/FzYwGxELZoAcghI3UQPfUboIdVuwUIx4gFO3eRO7fviCDohfGFK87cu3Juk
0dHh1uk9a5PbqvQeSEOTm7GhJ5Y2qBpnZGM34I3k2S43BPuTGASI9jjvQgpDar91IFRcx8NubN3X
Ou9zwInGKB3rwS+0bqNo5Y0+JR+ZQQx/SGGdyzzZHUgGr7FqMHWfu+WwGWEpHmZFEeqO8sdt82AE
PcfNatB2GthfKsR3OKRnoGSU+YXI+m2MejHx47T8Prr2La/718zywqF2D2ZL7iytO1l5HhpG+tj3
6WGM1YPZezcxBPSzvDtCqPgVHOtDatp78Icg0ctC2cmwGMqtZuunauz2eUO+OTE9SCu5lWm5bVCb
kv33ptHCobM23FFOcJbBuTx4G2toYfwp9o1wvml2/FimHH1jj6phIe3bhKqoQpLhw6zV18YYQtRL
I7vSN2TwQHApo7oY0kOlcCDP3XGjp1gJrr5JM+sHLK+OatKzoPbyJKill/ijKNNtoyUZKAlZJI0c
Fcchf8zGLjR684dSW87WhPdQCKw+ZFqG+t1IHHokWb6zGUzdUM+yW7B/DBEWrDR3VlIdTKcCuQMC
mwFoWgAju/FHnqX0WFJPCx2iAkHiDKELvLcP2lkasKR9H3sIhtmxtYJnXdiCkD0DUBnqZyjWzYmE
Vd1oQ1dw62Qq3rvWNK8pX9nkn+2iy2PaPg/xWbk424R4yZR9NzLrpHqdGsWmnkDycNBfhdLUIgBH
DWeTZYSauo1RwBbhHaf6Qc1ydUOrP4bq7mqo4ypQOx5/ExL2WFSnhnXoihrEjiqVgr9jh7Uh+Aae
3zKEUrx8KXKtuy3gKLNy53xNRlDYtABQMXDW4rExKwlncaoCGqGNJ9tug26MOrhL0fbJTdKVWft6
cl0Gmj2hgJe2nN6QSNrkvlF+ozOW/n2l4zwEYFKXhyOzBq7gCT2eMtgm5N9asiX9XxdTLkPMbui2
BuewnaarqDYSbpPKu7qWHrozpCUuPSwvlMxVPNgn0spspkBXaWNAgq2TTZ0aOGlJd7rLnmpgOrXU
CDxQkgyPFaFU5bD1tEzf6q3sQ6oqP/VObFqDhXGRVpsEruOSc+jJePZ0OR64Ujwqdv3GRhqCpDYc
5FiWOGGT9Dbv4W4txp5s2g7sxkKS5xHe1wdbyQMaK99V0j4MigoS+PBYSeNBETWU38zbbBiK06jz
Cn5s4tH26g1n5k7HBcBa8y0uynevSl/LpLJ8cKy0QKMUSYM3ftQ5f7e0/lZX25MwtTDj7ckp20My
yKBIPcN3oW0j+uwdzRukMpZ1m6G5txVJ0oDBqd/2UJkuOvObKizcZSQwuRGolG7NlKPQBexYyrUb
bM19lssnrTQsf8i9WxRmn65fyV/fr/hYAALAMQ0o0C/V97R0/x9p57nrNrZs6yciwBz+kgorc8lh
OfwhHJlz5tOfj77n3C1RhAh7N2B0NwywNFPNmlWjxqCNKez0Z63pfC6zsrCLdnzXyuG7XBRsT9c3
3kDXoe8MPadGp1Gmo2l+kfCIxzhPu3iSnq0pg3ElCEzvYcyG5n0fW+iR0l/MyQrG5jmrx/xwe7D6
/PFLz4eP1umiJ8Gzgqk0ZcoXRuv1zwFUbU+lUpUfjbRJ79umVJyO7NKRnrrgIzVNYZbz0L8nAK8e
APhAPeqLygOiB9UsQGq+0b+rPVVhEyNYXSSqrRkBTT5DGRY2HXnh+zFLhn3sa9/zSvbft2NexI5c
1P7rEIndO1742l5LfEgaKMGIb3KhiD9qD95DtWu4hjkHsBVPIDJh/fviiVpzsHLD+mh6Mg5oFDLS
bGX/ZEy196TWRfdYmkH4LAhhuSPF3NyNEhTEXes1cBJI4WNbD7B9ybHxWnfe+MHz9P5jlxV4bOLg
X5Jc0y/NznRC+mU9uwx0IYXCX/edyOsqmEQH5Qg79FbOdfYDi8XAQZAXwndD8LOsGsaR2vNKNrtn
pW4+V3KwL7XOMUtll+ElUq08TL33LtzkNV7ZgFC8zg9XEVqTq4elWRuCGcph/5wD4mnD33n4MWju
k4AyIk0QufZtY89dj5InMvuNjCIP2mUlkfeK2ZntOHJv7NvW7dJ7KNDVLb9+HTVQCp47YGhwxfMu
QWKl0ZWFb2bjc1Sexsz9e/ghkBcNkSoVIXROzyJx0SMh3pQi10Zq9SnaxapgS63/SdSRu/n76eKK
oo2Bojbw6sUFBRdragy+MjxLw3tTPrDpBuOx34KjrUQNwOn+Y2XhhNgVUtHPZ8lQQhttxGOifGnm
tL/28fZwVqKGC0OLiRNK6HJzEUNi/psHBGSZovjpvzMxb42zaG6QzUGLZUzEluMPz7XqCP1G6+v1
JcHyz0/YGfR+3YHaxKonNek8XTXuDQXJ4FvZODVIg/DvwzmakzTskKqWr+idCmlopyaXuudYM7qf
YSpOxxihKDeMFHkPDQt4+9uzt7IT5m4oKtC8nbgJ56GfzV6S55XaFnr3DE8n7d3xncqwMpAL3rAl
Pb4yi4DHwG3LpKQ1yZx/ypkpUZvUMeWme+5qXb6f2nA6ZkVR/kwDa3ivNGLkGENPv+jtAa54BnpH
5mwdECWc7GKAijfEbSkk3bOmVuW+GkXx0BmjsLFuK/tcA3uJ/unc0nnFcawpVQtDZ9E9S301vpbD
GJPP8aX92Cpb0Iw/uKHFvUHFcZYPJ2EHmmwRX8ai5NOkE3fPwdRFL12q5rYENY7b6mX9GhST8iMe
m+nZMDT/pZom4VsUxCGCwnoP3CzNvjSTGT543Nr7wgsmJ2vAoAlJG72zOovneC55JJIQc1GyabL1
VJNbx2/SZJ+gf2EPSQBHxtDAQF7m5WHoEnPXV5P/xIXfOoXViDYXZ38XDPWPplA70I4CZ6bNy/04
5MdBHHhtdgUEx0oG6SP3tD3qw74K4PrrzTgkChl8G7yfU0Saf1AHjdpFYlj3odLgeadA3smloN23
GRI3eqQmn+gp/iUNjfbLGibdqYum2Teq1D7IUu/tw6Apj1FWxq6YtfDKtdRKfoGCF54Ts5ETW5Ei
eEb0qu5PTeT12Uaec21bsCUgdNbBgF7lk4rUlyeR7pJntRG95z7P668x9C5PUpOPG7m2lWiCtDop
NoDrBnncxT6fKq9Qgi7un2uhzQ6Trplu7HWeWwpIQ8LUpOy9Jk+eDDnxfvEMDf5hpDMFLYy7YCOo
Nl0e7riOBZC3Vf9sSuOPqqXPW4/QlvKTLcD5ihe5ePAuxtlKSaDANTQ8B55Nz67p78zuNEZut6Vl
veIZdUDnEnNqUeFahmewtZSWkCjdcz+dKNtB2PmYqZ8k4edt/7QWjhEcQTBuQj1Aevpy4sZISMzB
8LpnPTccz1dTOx3Tz8YQ/xAhLZw5ad4mmDk2vOLa4ExKWKaODgOQ1MUsBklPF1fUTc9NACrDdyft
qy/FzpRuMVhfGQK0yyPHYGNQX+CBdTk8wOKWXvZl5KrWE4IqXvM5AwJifLk9iWtWdHrMgVuif4Nz
vLQieXS+xboWul2Hsn0P+4WEgIEBcCvc2OerllTeiYwGMPJyuaK4UKmSeKEbacoDe/GodrndJvlD
opt3twd1dXMxdaZGgWRuG6TvYbFGbadNvQ7fjzumj8ahmDaCmivfxOctOEMINWmuuEq0jXIheym4
TbcSskNpxB9GMpJ6PW3AMP4U9S6uq9kOuu+U/AwZhPpibQZLJCUxoCxgKelOKQ5qRgr5fRg/e+07
Osai5n0Buw9lGTsa3kE6tLHTr/zFH/Ng/mcg9DUw1mzyOG3EJnTL3phz1++LQfjaogwRecXDRKPa
7UVbnVVebf9nbhGNQpBSJIEG8UssaxAVxY6kfQ7+uk1iMabFlIrq0Kfa2IVu1te2oTxY9cZ5WhkF
u04xoIZH1JyVuzxPfgBuQe0ZBZ29jpVKTqq+pfn97ala2d8YgboY8KNxjZoVYiOAvsyk3T/54ulv
W1iBlYUHl6VSxaFpDET64viw78SSsCVyC5FkgEAt8jHz1e4bJAP6LkoM4h14yna3x7Q6cYgDiHR8
zA25i5XpU9Ofegn3QL+1I5ulM1r3QZD8vRMyROCiM9Cei2mJO9O1UigGf2L9lcBu1VM2vEX1zBm3
sUJXdxOXH1ZmYCp/oIG93AZqGiAkrxmx2/xB6pmDeGgK5IGhcfqIbHRp93RQOmpUaMfb07ikLgCd
imW6vU2ZTP38Ey4tC2UJppOmbFcpg70kqEdq2Af0Bb4Ocn3f5cWvStOeY33aqWX2JLe/b5u/XkVS
CQh9ACKE9w9k36V1CMUSE+2n3BVP9eAkje3/NYgEWM6ZhWUlOpPFVC10LFDU1d41ZZl9G2K529oo
qwP5k/DDxZMiXgykinxPCSQ/d4fhkP0c2l+6ebo9VdeHmGat+XbiSYcKwhLS0bVWUk5VVrhqZNVO
1KvVTiz6rVaKlf2AmVn9FwpLmbzIMi0yyFFcSVXhikny4okyxGDBPrfelOhjFqlP5iTtAkmHQYca
YJNuHOqrMQIjAU3CPzzuVgAfvW5OZSRNbl131n0dCfWBynb9twH8wsr8K86ex8JMuZyas9SYdwxH
8A8QUKWjuS/T+zw5qlNjc3neXryrYAaTZJnAsZCRpk1tsT1KhKVQy81E1+gG7ynjweemgxftZPCZ
O0upoo3NsmpPJrVFPAMTwjKNZllZPUWVN7lDlYZOX2h7I0ufrCL60cIpdntsV1t/HtuZrcV0Wnmm
KJ4VoFteTK6p1MeuGt7pk7T/FzNckQhk0Cq+zNcJhU95HkfkJqjD2FPVOMlgZnZZ9RuBxcrcQbYA
8RpEKuB1lr0S6IpBf+aNgqvIT1PxKa5elOZbHQUb03YNWqTHVuRegRCerBBA6sttqJRNXIJREVwx
l98ZymBPMS0T02OmoYiYQrTcSdmuqgbtKRC8+q6jdL43O6Q2b8/r1dUz/wxuHsC1CE1eMUcJw5gD
xIB1c2olW/T3fr7vQg/6qPdZ3KEifbhtbmW3YI5QQZovHbowLkcda7oABwCjDpOHyIRI+mO7RVW7
YWLZXWiVoaCpXisQj7wI8WdZP9ZbOL55T1+E2n8m7f+PQll4yYQ+bLJcveAmyaHPDnG8EXdsDUG+
nCUzzDmzFbPUxbkNYhaekcSW+7fba7G29AQ1gCvJZ5BpWoxCFfNUSAXTcxvlR2AmjmS99s29JDxa
48R7f4vqfm3SyNvN2uEWtFPLp3AWBbLiW7Ln9tOXEL7sstriC18qRNMFgRjdmYl5xGeufRS6opUj
TBSkRZ/0VHmL6TzsIXx2haRI7+pxsOy4yavK1pTpVbb8GAne8ZsyaDsIQh3PU97loY4CnNkWGwd+
bU3JxZqybBoiMd7ivFdKVKi+53luMj3mkFMNlIKtraTN/JHlxsTfz3cMuMwrCTUkqNWxHkXTHUk1
3H/wHpUtih1qmLdtWAv0QBfkoVqDznDlwZTcMSEFm3VwGhc9oJnaJNmXDsWPIjKsQ2cq/edcL/N9
PSjGfQd2AtpY8wv987AhR/7PmrBwJ9WwzYggcR2ttKJdl2rdQ46JB5lS+F0pyu29n3UCGcuOXGQj
G91REOv8KKWccB/urdY2xVa3VUi27iFmjnYUXEN7nLHJsS5JiBcUpSOroWh7WvjV6HRpP7RdRlZU
03c1qJsEjWsIEk1hp4YqHaROKdEhJr7rqUqbY5c7fjUESKhbTiomUP5GvmCPfm7YTYUQFGyk8osS
qrody1JtF5JSIL83VE99JKVPcm/0dyIthcfI0vOnsLFSB8i48Cxk4ecyM8C05uaQfq67gZzuECb5
joT2SN/3WAnHciqafadE2r6Jg+I18iXljv5L41PqB8qRsreyG9uweegrL3zIcj2hX1FoHgTUM20x
DcfH2hBrNwgMIAVdAeATGrsjlFRvQYiSitcb3n6UjexBneroLra06timYrG3ApogArI7O3RYdVA7
deLSW+Q5oaclDlE085nqzS4TuIi9uFP2la5kh57m2ENjCEjDmTAED4PfP+VNoD6ECqgZv5Xiu0H2
ij2lAgoTAQo88P9Y0GwPMiK2auCMxTDsBpps7WAwxqdirFoWqO2fPDNO7UHt9aM4ie0HU5iT3ZHh
uZUReYeevJRbG0Zoa2Ef2gnVDlhyQEuoomAeVM17Ubwm2ddeDFodnB6CM6L48bY3vXoGAzWYKx8U
QUBeEz9c+p5Et8o6NCsdGkLNCTxzF3vjUTC8p86jlJnEm61EKw4Fg5xxuGK5SJeYT0lq/KGZGt2N
EGVKhOmDKojPg6X9vj2uVTNzAosMLZWX5YtALMaId4mnu7JaCrYgyZ9bWWmOuawVd7ctrTov4gIF
kqgZ8724jxLIvbvG000X4VTHCIAn91K6AxX9FrXyp9u21u4+iLB585Ixu+70CU2tINLzPdcaMtPG
lT6qSfwsyAPgPzOnsyjeSYm10b2/6jkpb5NrBJh/FVoWSYi4U9J4rvzVRO1qf3tIW19fBA2VYk25
kPN1PafvBVCm1m5kMle2OPMFuSINGYxgucXBEibWpA2eK6XJg68Ex6SMdpmlvcJ1m9tCqG9siLUR
8RYl/UKlg8aeRXLCNPpo6ignudaU/oKSfl9F4T8MiSowzfxzYYAW4ctTO5Kuajul91xkqZxGFZ+M
HE0F6WepNftA2FIIXzlL6NDAzwoqhLfgskZKA5YXpblkwUJO2zN97LEWHZJpC129ZWYRBkVR38FJ
OVnuZLihXNpCf0/QtPFwWNsM52NZRPJNqvTATTAipW7e36eFrQxPBZjbegOounZUzwz9gQGeBXVF
G01DZ2JIaY+9cerzd3oKu1agoPX3u9Y20ugbc7d0d5PeCFVYj1jrrI+KEB0bfXz0uMxuH9ZVM8iN
wlJkgdpZpnPooSKOSQbLHScnj14BHwnC/W0Ta+50ZqaDQRBK2quaKPwqhWpOM/2u7zmd6NngsMw8
cmgGuG1oXull0EmVBgYOgH3I1MxjPVsgD/rnrDBQVRKAG/a/Q+IsxNsrb2+FxIJ0YwD4++8szkM/
syh7ZdR6ARatujwUOfw4xWnQviKkZff5XSAXNLVs1TdWt+HZKOfzcGZT74llqxGbpZo6cZYSXr3p
Fij7Ij3USen0g7rxClxdQJJhgLnIyQGVv7Q4UnUX/SDwEHg9TKjv+Bowc+9LFP64PZurdkAVz3UI
NssS2jx2jR9ToEIVq9ahL4SGofjqW/XBazZO8po/n28PdiO1c7A3lwOShC4GhOhZblHRT2juw3ZL
JvY6f8kLkD4r4H7cRtQHFnuRgn2iVN2gu/DvuFmpHlNT/1D2A8ukvaujcQ+0J7FnnQA4WYOjFSk/
b0/mysGm4EEcaOpU4660moS49zUpTHVXGuF9TTs/d8YJwUmzFKb9bVMrHhhTdBOCgwYCvSy8xHEt
tjk5MVcXPk3Dnd/zkoj1uxDtkE3qh9Vh4aiAT9KOiSrU5dL1YhnX+Sjrbh01tuEpB/TfD325lY1a
MwMF3QzUREiYevmlGWBTdZGbATDstnZrUe5shYbJQ6cGW3SAMCLzrYXbYqMoxkxdAPHpcqvM0HB0
RXvNreBVPI2C0cJK7Ul26Fd08LxoXecgrCNQKwjKal/qIbUthJxtoSp+pWKXf6KNZihtuamkO9gq
INzX0goUuKSeytjvHwkqh4NQ5uFOj1KEq5O+mGxiw8bREFPa8at+jbEEjkSquvd+lw87epay+75s
i/swSHS7tiodQRTfegpKj6Sg1tUOcCWYS0IhK198wVJeZS+gZ8VPR0cPjZi03aQdPbkJXC9vYvTs
G38vo8ZLLJh3ez+dOgS0Ne0dQhv6fQko165EtdsVSAXYupZn6I2207Mf9d+zlF9ghob/0IPpdmqu
RMDaIvI16hA/0KYMpYA065D4lXUsSlF5broaMaKy++D34nAccu40X4vMRxME0THwvdyhSWN49JO4
Ifj16QOJ/LtJPUTACHKpfNTIzoS4hTbbhzT78zg1jYeCgtgdiI3uGIHveZSKSXRHQx1PadVbH6i4
yI+1r4l7QRAzO5Jj0VYHRXxI9cH4lXkMKK6U6SEAmLRLUDZ5QKDmT+eJ9SGuUM+ix6c+zuKcBxPE
loMCvXTPf022Ere+0xZhu0uUJgNBr/g2jzkE4s2aHilfoVG4mYWF1EbeJWjZ7gxvah0OT+ZIedTs
JHoHf7eDIRwzL9QdUQnNhxSOm+eu1NQHdFj6F30AHeRD5/VUVmgEeGok3MVdL73FgdiwsZRhsMPO
lD5mSeVtuOKV24yKI60fANtAmS8rjr1mFmpa6+ghBdM+Sz4K7a9uKOiHgH+n/17UW0Xia5YSnsfn
BhdXthIgWiaYmkaPj1ulXwble+a9hMGdppxId9q1ODndFlRrzZuc21xc2URtvtkK2KSVxu92Fb14
+uG2D1650iDk5dTNlR0gggsTYdTCTKB5BrFPs+t4IHvF8baFtUHQJQkrBSrM82pdusTYl2kGYju7
nfJT8lDsmlKQfFsd43+Y25feEM1uan5zv+QVceYgt1yqYM7cONOEAypZ+V1VQLIltPn3oW3VR8R9
lE+JqkfOCO+5g2RatUuqCAhcbBQ7RlCforQx/z4ch/iYfjeTbYqXXlwIWh/L6B8wv5pp52LnlHjp
xnf+fophhQIIDtWBYi4zmkKbCJFfd5rrl787H5GmnVX+um1ibZ+cm1i8M4siaZTBwoT2VJsJilBb
+K95GyzXj8oYfKGkoa67DfrIa5FKTjQKt/kXvfcmBK2H0fZC8U2raiLyaKvJdnVjwpImk2+mXrys
eRexlmRDPO+Y0vgNBs5/khU92isxFOIbk7fmrWbNRgIr0g/XMBlyyXEwTabrm1G5C3r6udqu/IRC
r+yIofGTDp5054Ho35tlr9DbEcXHJotmViwYASdL9V/0Vkttqhyo3IR5eKikSXgKCRSpeUGa2I0w
xaZpLN4LZqQg71mRpEdIjhSmNTh5mEr3eUHPPNlK/dHXa/1ohYO/p8cmewuhLtvrgtAeVPif00aD
PYgs767Ncv6fFxdp0XgA9goil2TqQFJyUPfcKgCkRejPVFpBuQY67uIaom2zgkXk9vxtTN+S5kIf
ZGVMPMl0jV6DD8r71HflLtRl3wYwdKzGzpEytFNuG13dHlDNKToqONewzlzJ9YZ+ZIx249NY5G9A
7D4gamhs2Fk7WTNh6v/ZmQd/9i6zfLEcMiTy3J6swBiGtjptqfquPJAge/2PiUWqQ7YSOqRJgrrw
nsnJY62xy9X3AeHYfzVlf7r8z4Zi0BuVqRVD8cu3VpeITj5uir//CaGXjuJsMMv6dok6RULsabpF
ToowzD4kumDLav3S1uHPONPfM9oSFhT1LlbC5ygSbS1vdqNWbEQg6/uDewH8gAI4bf77s8EKdYbQ
oF6bbickjkDLY0qnOyQj+9tzuhp4zE1ReHe0e0j1XtrRhiCLE6E3XTH2dh7kSkio2p2k3qmj8qXS
1J9NRD/51N+jYbeRgVkbIlEB0cEMy7yi023ETOlQYpnX0xFgZWVvvrs9unUL4H3hkQIVsQw/5Cqf
0twqTFfPXsQ+ZQ7fZfXX2zbWDhixB1wNBCG0ZC0CENFrxI7g1nAR5wu6Q+NvzNI1aySh4bmBxQnW
BKuo0CkkV1m+RMKX1GyhXrjTjCcxfjG9fUumr7fu+hY1Ke25LZ6HuLHb/uftUa7uk/NfsTjkZUpX
4zAxTDF9QSDVjgIT9cN9nEPUYzpZ8Evy4D/6fdvqxtyqi1pqPMiArbgFXCPN3T7R3+rE3HAq6wMD
sE34xnv3CjlWpgH6B0FkuNEQu2U5PpoFgAU1L1A29T5rYfKNZ/f7pvJ+RLK5Mat/8BxLbzNXjuCU
njP4y1MeGKJXa1JOfNwqpeg0aOI4xuTV92artnd6WYSObvrZxyQcPbcOeLPSl5WhDAK/BVqB6JgV
wo+681mBuOt2oe8Fd1InG1CWD/0uGY10X1jyt3GsdOrIlrVvLT1CX0kU3zpdA84C7P8Qj0hyexl6
5XYvA76+vYbK6iGkMALQECAP5GeXHiYzazBLgWG4coyjbH/rtZA9db0u3xlyIR3yKI2dNofNoZxy
YvemMg9FKue8tUeL/SykJ4TFhGMatN2ph5GEAuZk0Eoeh9o+qlsoiUYvtWwKFd6dT3iEI9HFh2Hw
qqNEtsEBWCk44BnKBx7p6pOF+BAarJr16nltvi+EUnkqNQqpiT6Wb1a14R7+XBjLJYZDHliiTvfN
FaTHbxoI/ZOaZGxGPqK0vlej9HnSADI3+TujialPeifRbFxSHydJqAClKVC1T74tJxNpEOVzKsb3
jRJ1dqmWT4H5O+hCgOrK1klYPWykU4nDZ0ozebFO0HTUU0UA4oZQ+ilau9eVu9tbYX0n/MfC/AvO
7rSwUbNRk3itiG24S+N6J6SwCmR/X0a0dEg3mXRYqK9AHloQQDhuyoZrFuUHGZWvyZA3TKw7jf/Y
WD6Jil6Sq6zVDDdvhYek1cmZ6tMvEz0Ce4g7V5Wi/TAIDxlytlOwxSu2Fm+dDdBaPJbURrXSiEPu
DjDe+8pnQz/lZNbgMr+9XFt2FknNqQTnJyUMskQCG+2R5iUvd/IWpf/ay+xPAwiy5izLVdW0DqCP
LjPTbd/yCfwLte3SVjSYWTeCgdX9PXea/K+hebhnuw90OBpUIOPdSXUU1snccHRb318EAkGl11Aj
8f3P0AzM+JeNZ8ra92eGV175vCivhG/RGKW7Kc5NV6o8OIss6KqF+B+iTtqWwMWAwKIGu9hakjoE
ih9zQrN6J6bv/M9N9g+rwKt4ZnqbC8r67CPOVkEoAj/QO8UgUy7beg7jh9DJf91sS8g0U/fAQ453
v+peBxJTc9lLGOmyu0mBtWGL6H51MaCxnimsqWUsSUrlOAjlNLZ4Jvj5Qam/eb65sdxr52KOJ2fY
zPy0XwRcYilCEJQHluuLd5b8nTh6H8UPajXdxf6GO1vzy2em/ni7szUJYPOKqXJRbfWfJSOz69Zu
lPe3ncnqhFGlA+U94xCXpYvSEhFsz2PLNcTxlZLr69gYp38wYcAlQWFLIdu42LxWrY++pHWmG4gk
5ip7CrcKq6uDOLMgX27eOJqMpPJ5LBWpU4f2P6B/rTmTSfWPcuNV130wtX2ceuRxSLQM3a8qRKnh
eHuOVncV8kK0fdAbdIVR8Qqpl/TUw0RJo3ucWNwbfSLupDQXnapq5aMhw/Z52+jq/jINfO9c/gbb
ejltndb4mZLMncBQKXbaY949DubGU+HqslJomaYULPFW/lMhu7SRDJGqBEIUn3xRkGxtat9JlDLQ
U/+mosfwl+P5Y4sy34yAvH5WmllgtKKQxSdkSJ6NUf0QqunOULKft81crdXCzOLhFw/mmOp1Hp80
naelL1ObgqvPF/ZxnOH/D7etXS3SwtrC30hiJgyayqAKnSYWKNsKisChvhEO37Zyza2F/HOa5Gl8
ErpH0z+IlZtvCcRvmVi4AQRw/9eEUd3J/bH+KW+RVcwTfxHSX0wV7XWXe62o0qrhRRqfEqV9GgKJ
N3kJvZp2UiTPNfz+fS3LG/O2vr1nbPjMsEYQc2lSDxDCiKwhPlWo0wTHOD8EVED1De9w5d/mgaEI
jrAW8pkEAZdWFEXvBbMU45MlfI5fzfzT7S22Ogh8DwQfs5tbosl46rZWHhTxqSvk2JYQIKPaeje0
49Gsso20yZatxRoNWWOm+ljHJ0Ohbn2HGGSv7ctp4+ZcPaJnI1pMWBmYxZikjMjwrAjGpmHXVOpT
N5n3OPLHbpzGjahgdVgoKROfydp1timF5WoUKz85BUgAx6e0GJ3KEJBS2oj9V3fC3OMDXGSlkx0h
0EaXyzQ5mcO9FN79dUPgvNEIYeFi4qlJZuByo9EkP5VJYM7b+ZsovFOKH1309g+bjaoglDmqfJ3X
8YqipuTDCJrUmbT7KLG79A5+29tWVueJ3mSQT7w1SaBeDiT3laTz5/VoUv8Xd+g+F7Qft02sLjkd
4wTL5qxhv9jJghdaYWxEySkenRyNAshQJPDfGxtrxafNjIHUugFewMq2GEiSyZ4otF50ktryntHK
ZGKayi57cEGD+WxkwtsYkZS4Pbb5Ull40gur89jPIs88TxLd8P34BHrjJQejj/NwVK19X2fTb3kQ
vglFe8iD/m+fOei1oiMI1TTPKXq7FoPNCg0IqBnHJ9N8rIrYrv1Hvd8qOc4fuRqbrhHBwwY2M69c
js0fCDxSU45PpXKcphfQsuEWTdPK7oP9gR45tgelzWVqrWjaJCtQ7z0liVMDEPj7zX3x+cUpNbOs
iGWPz0+0i/gPpfH3TgakL/NP6RpEjDh717PVb7pgTDIVBv1GgSfYyTbAy2uzc/75RfzUFtCVDzqf
99N9En0cjGJj966cTFUFDQDPArSNNB9f/n7flD3ZitTwRFembea098jB3YjS0FBO/2KKeJ0uWXza
VctqSM9QKVOCORlqYJcZHFnybxGGogH88u0jueYI6Mad293BOlxpC3lxVIlZ0IanVstPSqLfiQ1U
mqNV22oh/D/65b7e8NVrR4WTzdDE2V8vo5sJehtoporwJEfJ62DJj31dfeyR1709tLUNwbsfV40h
MmiL21qS88JUwyg8TeXJn16Uvz8uEEgg7oGyFYneJTa6m0K5yFp5OMnVwfwSNvvbv/4avElv4Pn3
5cvtlpp9aQCTHE7wTsWadijUl0GG/s20pfShsz741eeJfmZlS8JxJcghY8OrGiY4i8t6MW0pEgB9
FCv9KYUEVut/JMpjKtwjEVxs1bpW9h7khnRcQp9DTmWZfjLSTslE3+9PU34S2scxAm41fYUTvBw/
ifkWGnZl12GNxDwemmhq2WyrpFRVOkHpTqkVPAuR/lpn2sew2eJ5Xtl17GmSarxN506KxbINpTZp
Qtd0OOkOveg3q90IQrcMLNbHshp5LDuqI8gqtvlB/WswPpwD5wOY7Z+56Rqaak2dv2+m331hN4h7
w/95e2+vLPyFiYUnjTwz9Y2pn4fwQezDHXggXM2LLiZ7M3ssMnF3297Klr6wt4g7Gq8Jek0fOh46
EL/JGSWl0eYXHOLmtTI3jM3zswgE4AKlvE7MQSvDsuM6tNo+yaWiO0XVe+0odR9uj2Vt7s4/v3jv
tq2oeqnB50faCWKIjHYWAtKaUwfHMv1829bKkWEo0Mpw5/GvpaP2LS2tzTLvTkr/AhXlrpzeoJbb
8KMr16oJZNsiqEENBJGby/0GkR4d2ZXcnqAvh2PF4Q6GMA8VELM/3h7O2srwCNEJPXBvVxSGghlH
EEf77SlAxj1Uf0wb99rG95crX2RCpw5+0p6a11raxfnu9s9fW42zn7/ss+9Rlov9hp+vaPdh9DgN
D3W5EaKtrAXYkLlySVMC9COLEK2uB7Ex6MY5hdIDd0uigAV5SbeQPX9I7BZHBDOU7aiF0/GzzBCO
cZJKUkoB1FQ7O6IfwSs/Z953T37rk490pb4Fd51uG6/BL8F0Av1QS47m392ezeuh8o6DIxF4oAzf
z5/u+TM3V9QW2lFT0JxUfkOi3kcBOgvf8vyvo1J6+2G2IOGOyBGn6XJ38xvyRKB/hOMKMVxOjm2L
4eF6111aWJyfQS5yq5wtBAUobLuIN7bd6vchoiEkQNP5Kk0tZEaZi5Fcn8I3GPiH/Nvtdbje1fx8
5ubPXrgOAuQyqbpCjBqCwTs1dOjWTLu/Pfc8OiXyxOKsI86zabGru6gZPQ061leAih1KNFQ3b4/h
aopmAxYPTAo3oMmWfrLwfFFM1Nh7TZ7QLuF+uf35qylafH7eymdblQbzdOw0Po/WmNTWdiT89LWN
BNrWEBZzVLchDOZe5L16rYJicQw2ZMPPr1kAMs2hJ+l4TWdsKbUvKH5rvebjN8/cp0HyD9N0bmC+
Oc+mSc8tI5WtBqRHlYuHqqYkS9lQfSrgQ9+YrbUVwUsaNJtTe2LxL01lijBEyGtbr6r0LKFfUkqJ
048baYu1CZt70NhQcEBRTrk0MsJiqvplIbyGRhvsW6nLH5NMyDYOx9pQSM+CmNMYibT0xV0ax21P
8/fJbIeTavmPRq8cpTrZ/f0envme4bnBGHzFl4MJQbWlfSh7ryQDX62uf4nE3rayLfXDK6/OUcGA
pgEImXlG59Ge7YFCLgwB/VfvVRkqYsne0ZrwBYA4yh7ZxgUyn4iLSwxTgLhol5Jg/8QxXppKYBfx
utjyT1mWie8TK/lNeVvZlYM62jRtobLoWX8N2lnYnBNsZ8NTJmlM+y4ITju1/qHUP26v0dqGI0GL
L0YmCnTB4utqX44IF1T+KRqBS1idoe8mP/P2t62sLZFFQo6OQKRFicMux4D0yBg3sESfLPl3PX4b
i6+F+HXIvv+1FVKo9G9wQCHgXj7+k1Fro8ZMgpNpQFRNN3sj0zOW75poK1czr/NiH1xYmmf1bE0g
FI8HUYyCU40Or1Glp04eIxu92e+ZFh4i2XifFvLPfxgd1DnwI8r0Bi6bHfsw0uXRY++N0LOEJLtj
7SiOz6Gx1WxwTcw1Z07PLC12eQHHXS1Xhn9qYArcKZaeOBH0JftaFbT3oSD3dj0inBVK2eREIrjo
vJgCO/kf0r5kOW6dafaJGMERJLfsUaMpybJlbxi2bBMcQILz8PQ34Rv/cTca0Qj7WxyfhSJYjalQ
qMrKLBtnh3x8q/Pxis2D4aLiD3CqggQhzNFrTM0ufapDb9NUz8ZaRY77xQl/XZ9ghVdEy6UDkkH0
pINbWroOrX6xrRmF7CfoaqUbBy0PBztEE1zFoQJ23ZQ4VRf758SUNMN9GZBw5Ev6tC5jbCxLtanX
EoKEfRKV7Qpy5DBaV6A7Rx15kXLjgnsMPJtwlniqnm9clvPFntCHFhcemgXWjP9CDl0kN9EG530y
l+FrkLTu31/SFmYVIBeUHUHJJ/mYuckhLe3y9AnKbAcGykaTNdsEwNXrk6rcJyHSZ3hfIJ0h02jz
2mFuQ2j6VM4LCkJLZz0WkGfZDc2ybAqWBZpbVLWIosyJCgM6gACoOp/L2nLGhECzDe4m7G4ZHqF7
ki714zg8GPMub3aVxVExbObxeH2gqo2KC0io+gDihDjh3HA1rpVNSyt9ckDgSJesiBqy7lw31Uyo
2g5yAL/NANl6bgeMQxOCaHgc29ujeNMO33vdUFRrhjD9PxPi7yeOVKjWELdI6VMDaHKTvnf+Q+jd
F+HH6zOmuOUwX3/MSEe7Rw7CmLmBpaIGcIFl8Q389ZvrNpSzBajI7xUBDEqKD8vAnJwxCOA1g363
+g/t6u3YQDVWlCM5sWKfT1gDEsRhsbAmTg35h2Jty5sqcHUuVzcWaWtDa3nl45JgLCkIHhYA08Ya
T+YetYLrk6YeDlobBQWkg7j3fDjuOKZInor1n8OnyUTujHZ/K8QGxwMCEDR12mjEugh2GxRWQe01
JXGASDGyuort6LR88Gfb/Ie1AfEcKupiLBeUzMTn0IbyKzwJU/rCXALdM1vjc1QLY4PC3wSNuhAZ
lxaGDvA3Rl8nMWuXcNu5y4/JWdK7EFCIv00LiVQm5g0YEbzeLppeiqRxKzTOJ3EnuD0cu/UOkILc
IBblG1IGOoywamCIJCAOA4AwLnppYO1cjs7Qwnm3875nTUTIcURt4Ppu0xkRu/HE26yu0TtLI24I
kCCSx6J9KEbNza4yIWi1UOEQFSL5EnJmEFAsVgafmezIt6TYez//fgynBqTQYcFLCwIgafo0FJW9
YQm0/tyZzJE3VDq4s24s0uGEdk3hJTXGYsJZ+mAG9n6aOmp2pQ2cSxBvg3D2Aq3Ipsqz6wYBCcVt
DQHX7qn7hzSHiHf+MyHdMXx0PLZyYsQJmNLzAfkmHbpWdYudWpCuF5K2lp3OGMRa7OfJ2mQr31VJ
tXFmjbtUhRynhqTFX0HabNsNFp+Fm7q45eNjWN6CeMMNIjANZToMj8o7gz4AIaBg14MK0Pl5qZwA
xWcD42JR3QCuP+syBCoDAOvjJS18GmQTzg3YidGiB6GDgfqHxd911WDV5oLXD1HPQP7pIiKcBm8E
mtpDZoAb22S1H8v+tc50tK5i0uVgHrqogtYVotsXNCoDVrzPsgoxdcXZGCWlSQ6p76BpaQF/9zzR
5VBm49SCVyJgGnYA5QQKYAL0P8EWI8NDvMIse4uURuxClXO16sjLNVtOOYd4uYMkH1QxF8FmkeOm
m9rCiLlP2NNcm8ltmdfOkXVJqfGdqmMkeM4QKYeCzkfyN6TPeDXy1Yg9sNFO5puLhEpWfMH51dwD
ylkLkMEBziIEvl/adl1fr+iQx7Zz6M4ft1SHHtZ9Xzo33bjSlqW9EYfpPTiQ/Ob1+h2g+77kbxzu
IQbwxbGZtuGYRyz4ct2ApdzTJzMkOZo26cK+ExayYGOxyMqi/JPxDjXXd+v3f6OxNdyo/eVwdJxH
kI1PXq7/AuW2A4cvOtXwSkUy59wzQIR9cSBQCqc97KBqAYk4Sye7pDCB5CekBOAegL27KEKu1gzK
MRrEy2CDi3DZJKsDIr8f1wci1kLyDmdWpIB9qlBfW1zDj8HX94mFbF/PaZyBRmmTsumnC7mnf7CH
uAOYSzBSYH+fT1xj+knfkjqIEy/Zh0N99MYiqpCr2qDr8MbuUWm9blCxGfEABkslenFAgSdTOnoQ
/KoobYPYz6dvS8i25tJ8vm5CtVIAjADHh8Ba0Mycjynt3Gxw19qP+/XRpi/O8sHrv143oVom3EQi
qBYMG3L82SXTuuRVHsbEqPOoKq1Hg3YgTXPZZw+aWUg45TfXLV5ydaNL5tSkmNiTaLSznSZpsgyc
48N0MEDDlHr1jrLgcQII06Lp3siDA837T8PYfTDXeTfx8pkskGC2yxuPtjcL170uL7sexW8CGQFk
tKDGc0Fp0s10dcIU7wtnSl+4kT1NrNjlI7vtE7AZj/ynleLHNdW0daiOOE7hc0DhJnjjIBiMC1va
uVAaKhIgLMLYGcr+4JKk30A4jx9om/LdwJr6ntP8e16Go2YHX8KuxKjxZfSrwToa785XIi8LCAcl
Rhhb1eDer0hiHueOmQ8Z9P/uQVeVH2owVd0P7cyf2dyaux5ItxuL9T81W0K5CyEKgH0IIBHuwPMf
MhM/67MWVT+SOd6mLTo3Slc+3UMv2TqC3mz8ypqyiMBuM3xoO9reV2jn3VZN635MOrvepnVebRI+
NwewwaVzRFujeaiatHi7/kOVS3XyO6UDOVjccaYsCWOgO+iGcr5E6Owkr/0yJRveE3qYOtPbhrTW
rZXKFXgnlqVDYzUTMgZDlsT94mwDCjG0ZWvoyt+KQMQ+NSJ+xMnJnOmUkHKGEdG8bO9osK/Hzer/
LahL7DpsLAEUEDkKadcVvjcYEzg849Zx9+HY7udMlxJVz9Z/JmR0ygTgS4XYN4intfjEAPBGe+nT
NGlDYJUdAqAdajzoXYEm5PmEVVNgENLTMB7T57RD0nN29+nw8/qmU1008P8OmEQQbF9gO3MQdJWr
BX9Z5SgAQIN3Dp+vW1Ct+6kFaXORtTPtpICFej3y4NiQ7+zd0dEGq84OAZmIYBsFJ4WMIfXDqvLa
MgxiEzKMbQ0AR/jVGn6sNgPpfL3xs931QSnXBqkiNDFBHg/8ZudrA+7yJMknM4xLNA3uSDlyBDst
xMLQcLC5bup3+UAOdoCH/8+W5L8YslO8taYwnt3gp0ch/N6RBzdcHmrGgbbxnqD09o0kNkhqzSMa
eLfLaMezb++v/w7lOhIkEwKw/qI1RPz95PyOtDMgArFgp0AUt4UsguO9Fy1attGZxN5XKLFq7nKd
QeHXTwzmeQvOJW/FxnldnTKq3W+ZGTXH66P6HeZczC4U3wTfKfaOKeGKKpBqFXlWhHE3+NMNujg+
rdy2wI0xlw9jUdY7syuWbdsQ75UkpXNTshVNi2vJNyM6FeKMQvFhzYLxSFc2HFzetPvOGcaNV4XT
JgQCdD8VNNnWY2Pf43KpIc8RUs0gVDecAP0RZOPBJyVHi3lvgP5j9ZO4cPKDQ46ed/RMqCWjN6Mc
t9cnTLUqp7bESTxZFWvKGnQIhMDQ1D5/DqwyOQ5LSn8EtO43fGx0UqcqB+UjyQzxJJShAHg5t2fU
o5WjZzyJ52lvfeW6zn3l55GJwUsfAATwwZ9/3jN4WdUd4DpBcUdiq4ivz5aq7GsDsoauLUQvqNRL
jiLoZmvkzE1iI0uXFwL61PvFD3J01fmgU2jpt3FNyIOxeH4c+FXwfTFMMwW9tTU++Sz3NUGZcrTQ
47OBS4e+IZE2e58mFaTQkLZ36Nb0NoWh2RwqN4xgHx1qruBmkzPpK2jpeq+hSDwa9dcmmT5VvNr1
9Rx1aI+OWsZ/ZYkOZq+0idoypItRcbqAo/ujXfW8x4acjHtQ0g7uZ96wjTHiXfitMakmg69y/L5o
80A0D+pA+X3LUeVI/QRHzVnj1X7PkShAr5JmGpXLdGJE8vhmTYys84IkNkEmW1MW6XL2KgMBgEok
RFZIQK/Od32VT70zZIjFlp3l3AS1ZpJ0nxd/P/ERgzVwxEQ4VHR2foHt9wMqatvrB0u1DqcjEH8/
MdFMoKZkKUws1ofQu02ngztozq5uFNKF95scEmTEKNY8muNLSzWf141Aut7Swcly30/h2EzzNu2S
r2tlPvoQQPrfJkry1zSpOm9JYSarDomzTYYNWMj+wQQ8Cio0FnCAcnkm7CA9mI5+GC/BNjCOY4Aa
miYWUK7FiQlpFBV6KvuugwmKV5ADlIxmCKpbDaUlXDAQCwdbtuSmWUHyeR5HOBHzkKTI/u/b9WtT
ajDMSisgoUH3JHA3iKTON62Ts7DyzQaXwbChH5gbdS+s14WL4qfKAQ2wlP8ZkW60Ab5wBEowiduq
eqQuj5rCeRjn+QWxcx81AWL8QQifrPM2HbpNyXXCDapo5OQHyJfMLBKpfYsfwCokfdLmbq68+6ly
Xsp0hk6X9w91dVBYQD1G0MVi3JIryItuLoQIctxnEXrijXXjGJrtodx+DvTsYAjZv1D8/cTbFCHa
N+oUT/OW+vvSQz8S1NyuHyLVNYbeQSSIcL0ARiTtwNXOAKbACy1uwbeLjETuvKKua+9Nv7du06Ho
j8gWQsasQfvtdctiQ1xsGLAKgB4B+uvIq54PzoGWMqMB/Fw15m+ouj25ubPlM7rHinoXQlZ8Y/gr
xA1yjWdSngZo8EC9XKjDyiK6Xe+sjj+sqOyD3+RYGhCr7BBXH2aIOW6QLG/318eptIdGPCgBAB6P
WvL5OK0esVieIQ2XOR/T7BcNH8v0Y8tfr1tR7X7ozKIKgggBfeHS8fMRrpblZAcxUG87C6HPBArG
+jVvkPC3NMBmjS05EzEi/Z4buYO09PC9TF8nO+LIFFHoeTRfro9KdQBORiXvTjs1JzJOsDTaWyvY
tBqnpfu8fb40xdQSo8ezPs6Db1Pz9tcdpkgKhb+bCnBDIUKU/K4Bvh4bDdnI2BRRWkTjtPuX2RFN
C///+9Kaj73hrLaB71vVWwINlyzXFb9UwcKfESAddD5BqRWk08SDICb1o0MOXrIzk5vrg1AmbE9t
SH6gnX0H70iRQzHTm7qwtjYUAPFseu1q4zkIpzvLZc9WMZJt3dtvZqWjUhCzJPuhU/vSJmg7B2VX
3JzxCCWHMnhl6yFs/WgcH3lDIzo9TcuP60O+JJkUGwMZeSF3AviPKcXBCbxB1ldlEBtmk40HDv0K
pHvX7HloE/dHiGfnBysfkRzmWUIfen9ZD12b5A82LYYo5fRtXKbiiIaA5gNBHns38hwazDSZt7Sk
n+uUeQejJi0yNdP897EEaqweKHpBcowbQ9rToLN1yZK4eDZOSHixx12Nf3wd/k5xMFE4Fh0aooH5
Iq9mLrljjdTy4wlSmm9BqSkQKbY1svKoRYYYCk6PFAOvLVlAzIJqIU/5i5dl3xbP7KDawI7XF1ox
jLN1Fn8/ub/brkZH3poHsTfcTjwaEs3VonTEaF0XzZcA/Mso57EJ2yb1U/H9Zo/a5GFKoCNWH1xW
b0FypQkVlKM5sSYtPZ7QgHiMRRAX7DYvbsBq9Q+zBXYMocYnKM/Eqp3MFq2dxhrLKoib0LlJ2u51
dIL36yZUdzEenv+ZEH8/MdHZS9s2fhbEbsIjs3xHYmvjJnf9/PG6HcUGs0PkXdB2R4RGlOSZ0yGv
qQeWzBjF4nxTEs84QFxiBruvUWr8p3IPoJEgFHIJ+L80a7mDawCFoyC2effAB7ZHMuR2LOnzupQ3
4/zXnFPCdQWmyHkTNH/KT/jUMJySQlkTmd6bNj9qnxHC9V14Y6QHBBEkaIBkYhvPaE0v61vEo8NS
/FxQrt3UPgvLaDYn42D1oX27ogyyAmCMDdig2/VYFcCZRE1uLRHtuAGO1dLURDzK9QQaGG2mHn6a
Jx3k0qg7MhJUlFfbhZLYvIf0b2s8X980yvMVClkSdBMIUvvzzWn4ad7lXRnGPjjDH3uuU0VRfB83
uADJIG2FpllpUzK3HxuzRTBlfs2B+dHxDqguctBcBSjuo2ggJCjPfz+vK7uz1hBXgzV/8HL6wwHP
HinzbZAZH2kJYLPPup3tj89N5dzXq45YQVXwBnTLEzATtD6jH/38B9gjFKx4TQDPIEHkOw8O9DG6
/qVgAvY87qGCuaGVvzH9p+sLp/AqZ3alCGKFzio3ygB2/eV7WC9v3AqOYPtdwcuZ63pVlcZQN7DQ
tCTYZaSQDL0Pc734wKD0bk9uaL6AOZOuydb1p0/hnBONe7GFV5cOJNB8oGaFNC/g8HKrUtrYgz/4
DK4M3dYfPY+mH0p7sJ595li/sjUEfwGoFz/3jWNt19q228hEdPOAojimfeys9oYPWfAQZBClzqHA
ddNQc9hwo5si3roDtELMOerbwt/Qrp3uqbdaT7PbpuD/6ruNHyYhdKXx9EVuusQVnVm764unONpQ
6DWROhYqexccCaGzptB+xq2WjdsBalhmvSv8v78OYAMd5ICuA5wkn4wasWDSBLgOgsHfpOG8Z80H
rws096fiJhBaw+iMEMCLCxrd1kyGqWkQbThrG03UPSap+4iGzj0tMiOyfEMT3SgPvOjQA94f6Y+L
vuw1yNzOTgdR/TS+jpnzQjJ+NxfsaVntLioZxX2URGZr7LLcfS7Dv2aMQuR8al8KSIoq+a15h7uo
H27HIr3rPR3nleq0of0QoS6wRP4F4/+U9msLYTj0JHeVfWuEdvsy10NwaEgR3Dh0djVzqvLRiH9Q
ExedoheQ88weR9eiSCpZ5qMHGGie6krWOgvSpJV8dI0Gd3zszHub7HQ3pfLzQjQcADJQBso3JZ2h
MVTRGugBwGeNZYh+XT+uqrI0VgIKZaAzQGpMTrsthtHWUzADaVUdSHo7/PIrvBB3UA1vl930PVl2
vN6U/tb4ct2wuB1lP2gL4S50tuCEyYGJDfHZvm7wTCzNR5Z8sr2P7liDEQLc4fXbtH4fdFtPLMSF
QWg5Cp4NUSOUrlPoNdfmzBBzVDnbo+RwbxvstmYQf3AgchT1ReLtDOCqrg9TtX5Asv1nVfz9JEIO
24qyDoQX8cysj2wZ3gaO4vF1G8qpBGs51OVRA7rIelfQBswYOlViFyKDRTJFGcsjY/3C+qfBfR66
fLvM79dNqrw8JENAVIN278vepMnPRr+hHjxwdecWB9LelOU/XCQnJuSsWNN3ExqFzSBO8/x7OFgv
rRmuEU18TQFH5eYR3aB2jAMGgVvx95MV8ljm8gLo7njK+Lvj8ZtqhPKi75CfVg44XcJd83B98pQ7
ERIMCKtEa/lFUz6SGNj+I/J9fjKjr7xftmESZDuH5mxj9r25SxF4bRc3aTRzqhorqqtInQqlC0/u
w0vKJlns2aVPyXrT2puZbnvv0BY3fqkJ8FXbHq3mSJ1ifJcdUuvYm1AJbOmTHWwm5871/h4fhgBD
UKWh+QLaKtJhrgKva8slo09ufWeU25BojpTingJNHuQYQMAkUkpS6AsyBicdkQuIx3E+pKMZzZa3
q6DTpmOaVRqCY0fGwfGRzRYH7WT3icem1YwTiRMO2XIrvzHn9QZAy1JXaVWsCJoUEC6hXQ34VXnG
Mq9xzdrsvXjIScT7KFx0jf8Kn4CyoY8Hiw3YHlgAz4fSAqI7rbntxa43xY1TfJyM9mNf/jWDELgY
4FFRwhFilBdpjdkthn4F5UWcT3cCtc3+3mOLwARkGbYAp8s406yxGHDpmRePDjR3D3X/8ten/+z7
0tbN04Lb3orvm9Ou/sq6Yte1+S4IWpCaD1HQ/f1J9EFmDUyM0NW+0M3obVKs4M52YxcVUbztNb7s
Up8Ly4FaGvpsgNm7jMUNqBZxnk5ubK3MfJyTNfwSVGUX9W4z3qY1XIw/kfY+qPAkcFhlouhrhYca
2dlDMAS48aFoeGhCMt+Hk5boTrUlkclBcw7agAQ5yfmWBKivMVe/d2OoFrwgTDt6aV1vfSPR8awo
HCvKzaKHFi4Jfc7SMWalmfOEVG7sFGMEI5GHxtAWTyArg6RAvr2+hVROA8y6OMoouAHGJ3mntQwX
zhbmxrYRQ4ln64B8NXBfV/sftqqHegjgWigoXmiIB0HVuSltvNgOX6jPItt8WM3Xwr2vjbtBFxCq
1grJIOxV0Mle9ohzWtSkCUsv9tJphCIeeBC8bCBb0vj/0IyMfNgfU1KCIUhA+QYWfriQ+cXlzyHR
RWTK7QBSvd9V4MuYAsm+MZhaHLoJcok7N1gyCEyby03uQxppHKFeJ7pCNEdRaRRSW3iwgsPtonOL
sHIIZqSSYqQct0mZ7gqE8W5wDxEbmr9f34GKEAb5SgTuYKzApeKKHXpybXlIjlZFF3hxZVe/XMo3
lV/djK31yQ36b8tUfUwaMLFct6naIHgXg34RjJywLsZ/YhMayssUMuxGMGJvGhZb9tHxK83RUl2T
QlEY2x3PImBJzo1UCYP4eOO5YEN95CBHI1wDqlKOwgXvKpAdCMBkbN2ANiFnTn035vbWrPeNHWU6
LQvFewD1vD8mJK+XW1nrQ2LNjQcDLWjMiIzM347dr9F/HCsgFdNDOL9dX5vf6qPS6wr5HoRios8T
qR/xm04WB1ro3cBCXANA5vQf1nmktxktyMG1GnfrcRTQCUHTxZqv5mYdSXfXBkP32NaLvaFF/pP7
fI4L8DoTuq8B/MZDPfEPfOrA38FsaCKDPQJ87Nd/tOrA4Cgivxnibrgo97je6LT+JH7zvDPwAnSO
0J+lKFXqsI3KTYXM0O+6knURsrhjXgE9DH+dNpCOZKgkuYTowIDK0Qj5CpR78NiTAzzbrG3DbwY3
Xs3Piw2v44fR2Hy3W6DorX+gEPTRioSAFTJwQnHmfLntEjlMc1rd2Fw/BP4NtOivL41qxgAUwCsF
/WagLZPOeldSlho2giSDZ69tMT2Wpq5bRnWJnpqQwlVKwe1pdIkbF629RuFoQFMEzhIh7C4d2fb6
eFS5dHQ0gGsfFOYOelqkCXMco4RIFuDBaZeSTb2UW8fo72he7abB+WqUzkPGmp1dZZ+Gtfp7hA44
REzcCeD1BK5PGilfmWFNrQnbdd9u23budoBpwI+61rT3yqXRXA4qF4d0KTRU0O4CZy0tHvfcvi/5
6qMcb0VD6hymxUYnx3y4PqeqPYJDFf7O3INZWvz9xOVkdeVYHen8mDRxYjyUT//webTAikQ9hLvk
Rom5cXxago8wdpdDs610ZN+qjgVAxP58X5ola+38ws3x/ZJ5pRe5bc7iZl3IhyC3ICYOqIJz6Mxl
AQ6F5s2hS8wc71yWRJNPjU1jsvJQ2ozu/QJwgQL9ulvXnMY30rb5E4omKNW01XxTL3V4TBskDx0o
AX+pS6oDnIjfKXt+1MAskX3CNpPLYCmkgFIYDeIhZJtidaK2fOIgs5yD9NZFB971VVGdWqFiiNcM
0F+X2Es7N8FkuQBqUB/d8NNyl5VPtnO8bkSxgVERwnsc2S1caHJKCNyMlsVt1BdY+VJWU2SPWB8d
bk5nRDqVZloMY5njVWRTdnDXwzKijhFqRqI4I4BXY/ciLESFUoaxMVIFdsdRQwzN8RUqBluvpDoV
E40NOVGXpGgWb1eU6+YqeUn75T4o1tfrC6JYdQwDCAABdgcTkjRXJPPSwW0xVyV9tatPPRSJq0+Z
5rWjHAcIpYWeBUIzOS1nkHbIwfSBcYyRDdkkDdeS6vN4iOK5DKQMAJrSDZCiMLcGY0viZY6qZVsT
TWCpiPrARfTn+9KjprHqiSN1QeKR1/vKZ3djNz3PFduODjpTgvUbGhy+oCdVY1ZMvXz8sbXw+MVr
GnQlUuBnp50dZrQJ4m7asWpr3rA3o4mmbpMkmvhfsQkQavxnSd5ngEgG1Cq7IA4b44km5CXx+DEF
L0Fu6xBlOlPSWvlOYtCCcfTtsxrkjd52DXiUrcisL9+v72zFrjgblLRqVgWZnzqH91y8bcaha6wJ
pJQjwXMaASEe1hfl2KUaG7TSw5UNuXfbgPvT9HdD7z3MqfEvG+HEkvglJ9fxjLZscxZOs+u/VZUV
jeF74M5bUJhFTvcj15UHlBN3Yk66PoOE1lnlAvNXEjsqffFi0PhOhYOGkuafqZOcjmcmbAkXOJ26
OC5kb0+fS10QoBuEdHjSfMlbvHFw0UwQw/7uupoQSTMEGZuNG2H0KcUk8fB19r6amRv5pQ7HpmqO
O50oGSfCmjZouwW0Gk434/XGX113fcuD9n6srRdoe7+4QfOTJ8bB8bKdCxrD2tapjKgHKooaIEW8
pEgrpxSKd/bsA4EYPuaNf0jD9AufTM1p0pkR63myx9OCOi76ZwEWgYxJEdrvrhWi6mtrjpLSjIvE
m0AeOBfEw1Y4czswBj/O0s919pWnv8pMkxZW+gUASQTWwApRQTkfSU79itARUEdqPHig4SceOuDy
j3b58bp/U4EakHb+Y0g6RQUf+gnSSX6cLO226eZNECSbbvzQGFlkL59T9tQPftTV1c3y13IduGsR
L5hIT6HohXrb+RgJtYqBZ0AnVsnDym4yd5Pr6FuVB/jEhLQhIBZLsrqHia6NvPFAm78PGjAE5JMF
6BEbW7qInBI83WmKmCRL/C88Hz/bjo5/Wr1CiEmEFaGkIk2T11FuOaVN4tT8kqaQ1jN402+6Cqxp
JOvA5wH5VX/5wGrjZlz7/Qy6hOt7RLkXEXBjfCKMkDUhSjvD88LL/XhoosbbkrcSiINaEz0owiM8
Tv4YkWYy4WblGy6MTNA8QdvsyL/3hlt9rnt/ejZCc/hWrem0y5euB/A/WTVvcGWdBP5JMA1AEOEC
iVICkWXnjPuxNZNbWhcHtJhse/TxWXb7EX3Nh4Uu7zzNfzhzdwOuk6e8HG8DNoI+e7xlg04wWPVq
Q/ca2uQAjBENt+dnY5rSdRjrhMSrMaRRTvvxPq0zFpt5tzx3NHQPqc11WR2lUYBxhPgHPKMMZjFA
x2vOZgFEY3mbOXeQjUWl3XWPa6m5ulWLDZ8mSBOBDrtoYAYrdlXiR5DYRngFGV+Obi93iPJqfF7H
1dwtdr1PreFI53/omkNGAr1l6OBHf7ZcYU/DIDPbNcUNUX3t3XdgiAmw5CQ8LrrAW+V6Ti1JkWO+
Jg1pFoMAPn5wElCwbK+fShUHE4YCZCsuCPTty5G9mZTrWg4Wif2SMx4x8I5traUFIUHW8W8rbT7h
zi8iuzG73UTN8pZDw+J+8jr+NEzjeNPndDk2mcM3i7GQXVOSp+u/UHVNnvxA+UFAaG4Qe8AqL05+
29c1yBq6iJN/cMGnViTHQQurMMBVggo9QzF46+jytspR4JKHh0ffIzR4zk9i2blmQh1c9pAB+9q5
yW1C6rcE6lLXJ0t19uDhAWwPofpyIStVAipJDIIIKQTrP+s4mImWx5Yk71Y1vTkt1zVCKrfniT1p
e/p96PXGjJaTdDW3Casfk+YfcDQ+BoPsMCQuLhky8crubRQkCEBImzzZds1+Iruijuz2ztG9o5Sr
dGJLet2MYNxbvAr+khdBROpvxGo2ti5cV12EEIHAUUNKHfl1aau5RYBm+AwZTYPf1AmN5qo9NrkR
OaOuy0E5HMAKMXfIpl3QzrO1nxbmTYBYO/M7X1BCXv0XRKOH65tOY0a+2SFylM9NCzOWu8SNmx2R
7N85RBdkKvcaGMF+YwnB9Cn+fhKWZ1UxtxkIxmMrmX+mZX1vl66mT0t5fE5MiJGemGj6Cn2ijTCB
5JC3CYqdYdy384brau6KPYDFR8kdaArcX6GER4co7DyhNkZikkN2Fmvf7VEzbtzX6yujGA/MCFg/
wfV4AUPPLJBYdxyqj2wyb5A9cCOQvD1Yy7B3aH90Vq5B2aluE7GpIaUJEiTonMgTSAtzMIJauFH7
2bU/c/qe3pNy3TY+oc+JmdLbvqRotwoHMBEzK2as2CckB+2fW5rfhsJkN2hz0iUvFTsURV7sGSST
MeFyS7jdDg2HfjYiBXJnJF9mA+oWKAH+w2SjvUfgdwVbh+Tiae5A9qQH6bmF5jjRT3NYzfJ1rfxP
WIVbD4XH6/YU4Q8Ul//P3gUZEm+Ces05HGNaIITcBoOQQdvk/mYBZU02btr15rpBxQHE+wrU7ujp
AfRKhn4xJNGz3p8Ri/hbp4uq5//t89L8zX3hV6aJz3vD23xr+v/yeRQuoGsC9Amq/+dnO6jqsTUN
fJ75d2H9+C+Nfshb/vm+OIsnvmNCuLR0Cb5f3tjWvsn212dHtdpovwfiQ1R/wdF2/vml8YwcQa0X
dyXro44E22ztvqDLcVdN466CSJ0VFB6odHSRkcpVnRqW3G44QcNstheAQKB4MxXDZvQgV2m/T0Gy
vT5E1f4CcgVQUuDy7IvrqqgmlwDd4uGm/5SbT6HmmtJ8Xr6mpoZVk93g87lZALVFIvPv4ap4a4lE
LxwfXLu0RKSz+3EZJid2/TbYdICWHjyoPmmsqNYD/lW0QQuWOTnf0dMULw9uOLHNDuW6n5qj3R1R
CLy+FkorwO0Dmy2UpOWxWMEwWeVY2zFHYmB2/JuA2VDiNrotilk69yyyQ1J1AYlr9KXgJnTE/X6+
t3Mgomd0s9txtzgpOgMmaMn4n5uh/gLheicqSZhGLR7O14eoOlEozYL6GEzBQrT23Cor3BQw09kB
9JzfNcBpBhwtA07+DYLJ02bI6jcnRKZ+KEMdB49qJwJtJ7rRfGBA5FsSnWcFOElSJzaH4SNl4V2x
Ms1NrLrxkJCDDrhQGwd8+nxwVTY3JQ2oE1fdEfJKUWJsB/rl+gSqlk1gTVE7DwHUkp+OIK4BLiCs
AXJKkVWIrIm9sxCccnZFql82pLOOJdg9t0kN9ZTrlpWjw1WO/YJ776J0CxI4z+EmzoDVzeNXHrTz
p4CTcsvtSSfUqzT1G2iFejSol6VbqVzJYvtG48ZJUT9kATsWFr1N6lyTqVVuiT9m5Bw+Cvhzy2kL
M+zQVJuCa4IT9TCwD9CMEwKPJh0xK/e7eib4/to+NMvtkHwLrNd/WBRIu+Kdhq4DoIXPt1xgVFlX
o7Yaj3X7yXOnY5glP5oh+N/M/MbgnNyzK+pcydQSB/e402xrm4b7BTc+khaUaJ4Dykn7M6LfOdUT
U5SYw0qrwIk5emA9ihRTFvlE42nFzMvOD3C5/5u233WXEyMd0teZuaSAVmeksSO8QI0j82t3t3RD
sTEZcDyTo4VeqYaGHB2ehejNhlaL5B9WaBcIfLobm2xnuEeaPuSFJqWiNAEsEizgQgco6nw/8GHJ
3JmZwC+v5duUNI9OyXYeVMH+ftsB+f6fGXGTncwfsVJGvdpx48Vgzccic7Otx5jxZVqtQWfKVqwV
GnqRwYFLRYOC9HSfLZM5Dk29GMqibjRm7rjv8qzbNL5XDlGW5vU9W5dlX1dNvQ26hGw4N+ZNB8lM
HOwFgOeiL4491Dp3c2p5QzRBQvfQDXO9sWuzuw2g1hblpJ+i1R+yW1I3Tzl6sz+YeVtAFMhLjina
jfYmqEO3Sz1ACh39JAux4N5b8p50Tl1F3tonm2mqSYSApIzCaRo2E7XTnwazAUOtzf9H2pX1SIoz
21+EBGZ/BXKrrTOrq7q75gX1NqwGG8xifv09lO58k+lEiapHmofRlIZI2+FwLCdO/GVruvYNESPZ
aKlsH1o5whlGERFN+hY6hZFANzBaUTc/23FiBHmWZpFV9eLQ2HW21ft4LWm1YPuA3se2ojgBdJEa
2GsFSYrEBQyQGRsZger8toIsuDL4PHoXQMhlwf4pdqkBaTwQeKN95O2Dnp7q+r5t9hldayReXAW8
F4z6RU7nKtYuGAc3V2Lax9IMMY2I6Svh3nxdFDuB+cEznhgBAOC3ip73vM0LPrT2kbInV7xO6JPP
Pu4hz5k2oNXm+gwYOi+vEheoPWHYFURYn8lDn3/cJwGNCEAxPpKg153PMmGUjDG1jyL9wQc7BGF2
ZEwra1g4bVhTtDIACYmtUn2rmmdjawmA8n3dj0wTRF5ag5ZaEFwU/h+8qeeilBNJk9Ti/pDax8QH
W8ljgyTGGo/z0uOAfC7giSBnQGuzortl7k956eLZrnvxMKenWR0nGEVnf6p6z9pW9hoD5YIWz/Pb
UCTUQSB0RYzSWSJpO80yj8DNfXdduQWS7OMJ/QsRyrb5WRL3fWnCNTWMSBr2sz8a+xnFePvaL3mn
Mx+7B8YoDIq8euHqYtSqzjXBRUy/CIPdTc20c6gFtH/KIgGWvqAs1nD/i9sH04mEq+XPPIaXN2jS
ElL0GWIKhz5jLIzdrezdwvd9VPLemeYRtqgFPQz4tYvOYeZROmi59LKgibMVrV64QIhM5hoxBkb5
eFkvl1CPcafVI5wex/N/JkTonzuTsg1lmrWxBsNZCWcXV4RqKYAQCACv5vkNou3Hrkfzlmvmm5jY
Ee9XzM7igs4kzL/gzEEYtHLyhxISujR+rmx/32npfdNNodtVa2724mowugOENIib0YN+KcvX6m6a
3e+j2wfc1TaxbWxvq/XSM4CQ7h8JaqCA2XrIwxCEPjKPvycOMMXjwL56I6zcHwhC7zfQ3fDor5pv
MepraMo4No+DYL+12EgDbzLTgJJmTdK8KerLBlP9P0nKATE0tE5EQuO0byLfWF/m8Qlu2OUR+Kgn
+XHUDYiS5uEJKImjejtb3DNtwGBsNOdMcLetVnyx8mLj0QrQdW/ltXYXXEXI0F0gOjDL/opXxCJT
IzJnIEcx6mUgdQoQs0VttIC23TETth1VdacHfjuZz2bWdi+2PsrAhNMvAqfJxyB2XG4GI02aXxT4
PqA04n5LbDF+K73RATFw6z2YrGkPjqfVLyDSLEIjidlnnFtxTyfYVgu81KE0eboXfQwemFhSuiWx
Vd3HBWqEgcvA6+OmlrOnjWg+gUWqvPeTOI1ksZ9Ed2jQ4OklkVdGoBvYJZh9N2KynxaOSRxVjnef
J9x6hD+IJDdlTaSDW+c5xYjLsNb05t7wevtkt17yN/xgb2P7ebtt8mHa5nyQIDTv7C9sgOPbOTwL
4VW5f8vazQK/zklAWKdFltWOGzP2yi1A09nzmJnmnR+TJhK9Pq0c15KNsN0ZsYDUo+5Y82NyphUW
n3KOziV0SwDS/syTqMo30e37tCgCbQyegSQuSLHmv5+JaOMmtTDQyz468cbFfM8M7wPNf/bs+205
S7cJTCL/k6MouMuaJEVbhn1M89eUbdJ2g1mMRT6E2Yjhr0ygULCWv1uySecild0D/MKsazAgHP1h
C/ChM22Ttamiy7vn6WiIBbshMlqXu8dtZLRGv4fvqCPkyTjS3qm5n4b8TbPWmJ+XjPjMJQZfGK84
AHqXsjRWy75vc5hYckea30nFVkL+NQHKE1sO1BQFgwB9iOI7R25va8Di51EiQD4V/RNXJAC9YzGa
kNoERpf/3Zn9p65e4xlY8EsRUGGSORA+s6YpkcLEqTH6zCAIhOM9mMSZ7u7r6lU2J01fg2MudVVB
GMYxgHB07nxVtqvuJaa3lBRpGCI2cIhfQCG0Ba/cDoCOvdH1n3IM/rYcmoRAXb3c3st3N1F9nIDn
chxMZ0XuTCWUGUVbAPwHb9XkRYNuG+tepN6O4DnMMcd9ags7MAqGDkxPeyOj7QSpn+yQCRgDmoBR
YuXXzKp39WvQUISOFZA9wgm4VE2Sdl064V04OsVdA+RWbPOAJT98U0Qx5pMRo4hS9pjpP27LXbrg
1txyOHu2c3bvUqxWU9vghiRH6t2T6ZCIu7ZfeZeXlPZchGIeWW+wyR5GAlqsV/FYZitO4NrnlY2b
4Opx08dznHbfTPfbx7O3qIn+uz+KAbQ5M3o0/JIj+WKPInISM7p9AGs/XzF/ptWVUgoIoOPe0XmA
OGPFJi0ZWAuROZwjjHL11L5roy58SwPKHoiEzgmGjFo7IQ2MxtE10ER64g+I4GcoKghrESgZoB24
VClO3ampJkJQoLCjdJK4LnrYF5vb+7a0KiBF5gEgSC+B3+dSCk3w5DJU7I6ZUQWN8ex5j7T6qyhe
/psY5XhiyafRlBDTG0AIk2fTfRoRXxpJumIAluzunJxB4xL68a+eQXA5V26aMXLMMc9XcmDVOgOD
ukAIWE+wBLG9u72wJb1DGxPCQHTJobFUWViR1NTwGfRuJOGQ5YEFc/efJLy3nJ+5RbTR3E5KnRzt
/vMoXgFQ/5Pvo3AONjof/CiKnnm2lcF5MHFzKhGNdvbU5vlKmWAJ9YvHiaBvzQLt0hW7GqhNW9Hx
1jjKzLFf4tFPNm5d66/l2AxRzZzii2G7TqQzi730mkwOFSMyzEkXR5Qi49qkWfNacd1/BHFk9np7
A5ZUBtlC9LshHoXvpGxAM/VmMuSTcUzNYpf51It00j2SuBmDnNF70ayWc5eUBo8lHij0I1lXdXzk
mQsJ1CqUBs1IW9Htby9o8fPzIJyZimCeR3B5pz0K0gWtSfEGVmgpcH+kxZotXNoykLLi9zsoLFwN
WaCuL6zMjclRG495/ZeReCEDYHyy7rrhD0i70Y34ryxyuRpJ3ZY5eoLVpCHGv+xLWqzs17L/dCZC
qfU0QzVKwOLJsfEmilxoXT9qnMTYO5uAmEzqW1tU1b7OJQOwBA3qxlxH+PihQR3+8d9V8AXg0blE
tcE+FrqB6WvZZqhWbPB87KprhBuIuWqIt4HBmg/1zJAQA/e8NicEIZjPatXPM2YaU5tvL+Pd3buS
AiQ9qvegpkJ68VJKO7q8pB4oEYyhcj6Jyh2CERwDdkC0qWOBPXQ/k55V+ynWp4BKJwmzIb8r7MfB
tEAzPpRWHDqc2k+Jr4Huk/SxFSJB1fCglkYOI0jNTy2q2xsQZqJ6lMl2U4DAQgSxgZwFjIXzU+pu
epjSHm+mlEW2laPjfGM6aHsT6svQtmS96U1Onlmf90FCWDMEbh0/+bDdrGNhkuw0sStdvfudSpaf
yJT9InaTfEkro9rY/ViFNTPrwCtleQ9zVwTDVA9bMk594ONa7PU4L3/c3telO40G5plEDshBOPqX
22qWnStqVjjHXNx5/h1yILe/v6Qc6Msgc+0bVRT1+3lvDGNlIb6PEaw0rQZ4qnPIMaH+tpjFZZyJ
mf9+poOlUZsis6GDOg87K+rZSmS3tgzF9E2kKZKK4Ps2yjP9k01O3RqX6qzAlwpuAFGBlhE8Y+iy
U3uRDG0UQ1mCxaQ0E/fgd0DApMCLygmcBKXwxvtsHLqoYYO9ub1312uDYHCMgLti7jJWOdJLe/QM
8DTbYDZBWIOx9E6+gdG9LeT6gC6FKAc0lRTY5BJC8mZHaZh4Kwe09n3lgLyMUTOev6//3Tefi/bz
7Z+/0MU1/34kl5GhRxZTTYPYTsmxgbkNsEC/q3UrHLgWxI0LF70VD3Qwd2S09ABU7xgX31c/tGmt
InXtUUMy2ueRrnXnwpRiZsEHonX54FhHvWEHEyFDIDO6bSr6OeZiRSWudxPtcPDbkYJByhtlnMvr
RHRgwibmWkfH2jL+OV5rpr9ey+X3yeX33XoYC8sFOUwqH/CPBuY8svWz6Pahra1CsW2pNVmmmFdB
nbB67tZgx9f3Zl4ERosgGwBs7nsi+szmjIDMAhaKRUwiQPpDVK8pX7k1iyLsmTALTi7AcopW07zz
Bw7FOsopsYOSjCWa55DDNdPd7a1aPBCQrgK2Bhwo4sPLA9EYwhgbqLyjD0LWZ7O0s20/xPn3KUmS
F95Mf8ADBr8YmFNMe4eOqV4J5hOMgsoG9jR+sR/N4e32chZP/uzziv6attB7b8TnDSMw7sla/Xnx
8/BDgJyY03ye4otYk/Rr26rtI8D9VrPP13qWlr+PzjAM2/VAWqooLnEqhroQHk15V2tAYCa//2B7
QEb9z/dn+Wea2xJZ6ZrA9230qz/69UplcVFrzz6vKJPQBRma+c3vv3oysPVducZNtCQBvIkwTkhL
w31RbCGcszaeJlw95h2YsTNZsesYW7kTS6dwLkQ55TyWdmKbEOJU9zwsxpXU1eIaZu7qeaY4aHyV
z6MEFKeew+yj6X0i9UNLQmltPn7OMywGvMsoXEPW5TnrLQPV6uDZiD8O8GnrP1nBPIYAI+SRtVfx
PTE4lgCnZc5RryKZvWb10zT+gV83kx/Ays4t5mpNHFMZbGlYcE8xYKrfWsJrNsPQ1Pvb+7Rk/eD4
zFBoMIxeIRYQw1M8vD7o0BLMItCs9BEEezs96R6A5I3+QBZQeUiOIbuNfN/lmZijxOBA4PaOWu81
IWiL6V1mxM1uKnugz4iZmqfbAq/VGCBrTB5AmpRggqCl3JUhKzBYZBLmUbSHzNuvPbLXajxjuGf9
wpKu+anA/p9aNK2t42gOIYZGRHlibP1prXIz57tU7/hMjNq3lVEdfJgTg8eglcLdcTumR3Mwqi9j
WpFjkpECeLxSZIepZhIk+2P6+gfbiIK8jik/AD+rs/1aqqWgEEP5P0YepxrDqpUrmrF4UGcSFKeo
1/oUGSPXPKYvMtuX5PDfFqA8KrH4ZwH5lAcjC8tqjaF61qSrMzpbwLzAs2elZgA765MD4A9Jw5Jv
jRbB9N76juHTHzYLUDo4Rd5MgTd7qZeSmKyLtOoRK9n+D++QGn/d3qqFvCK+jyQMsvJgsr0u5FEU
pd/JcmPy0okvIEVFxz6YPQMnoSGVEp1eU5Chkp+jtNsb285Jg6f84xla/Ip35DjIhWaOj8tVUmlL
3qQovU4/KwvO5fPtVS7pGwCHqLuDowQNvsomJj7PaNxV9nHUj1r+1fg4JAfVhbkVAnA2PHLq61MM
rZu3eDyOA/KuoCBZ0ef5fVS0DXQ0QFLb3uwjqTSINbcxk9XFYNQMmZ3S/DHttb/QtxOUFqZt9Wv5
/wUzB45rdDsj8kKeRH2ItKayS1JwHxyjccTiXeWx7RBrH9drbBXqC/N7CtdGeRx0ySxQiWHugwlu
UZQVho9nA8HWAkAjzDVIWxBIXqoUTw2TdbVGT5R/+Sn5y22NWtikGf85o3wIAR+n4tIIAAzNopLV
yUQvSh9V5l9+vyJiQWkvRMzvxLmNoTRP7AEi7K2GF6BZ4RFZMGGA5c8AQmguohPlADxRgW7d6+jJ
y/oDhmGElnEEBSLS+6E+bW/v1posxd6XY4bJmnpPT1q6yQiWE2rfXczPND/flrOUu7hYlGL5DXDw
aoYQ9NTVP3GlghZdsiZ/zGRy56CvJimBLuslm5FNQdv7a2zdC0eGPnhcmjnJiJ4r1YyNEg0CSUtP
rv2JBW63cmTLyzv7vqJ1o5XTmomGnnS+teNX4j3YHKRL+3kMn0gPzNrY2aOVrAQ5i6tC98h7DRVe
gaKICE4ABkO/wykd7tjG5SufX1SOGTxLgGRDkDlftTM9943M7Ehe0VOuPfbOhArFS96hwR+T/Mbk
wwgA9HAgCAeyEOBz0MNfympqg7OkBFUUHUO90wM77Vbs2oJhwCuKfBLcT/QBqGjqpgHgNRs9XCTw
HxnisUHKRLPebuv5khCExXN5YJ60ZCnLKPWmHzDWqzylfZgbYZFF09qTtiZiVoqzU2GZ3cgcfLIn
cItG+fCKcRINShC313EdjWCUxNk6lKMvuF5RTrGOuIxsLwAc0263cK5vS1lSsHMp8684Wwr36FjE
0ipPg+zCuvjVjj5KFj+zfOd4KwezeEPPZSkWQJc+Z1oGWd7E0UijbzSAJDH+JZA9+512ciu87jtJ
eJT48qiV6H35b2tVLIQL5hzfyp3yJNssLJCuacQDa3YJ31v5ilFfPDzL8lxvHh2BOtXltpYZuj/J
gMMbLWA4zafGDQdjazsrYpasD2iu/xGj+m4UBQ8DFQIoYkoCP+eBICu19UVVt+EEgxj2vU56uZCM
aClNOcGejX8JsPJI7wdZ69te3KwzGfPfz3TQpL4oBACypyqNMjfMUVIDYdfaA7GwElfHQBuEbQAw
XnXkmi2vwThelqceeEIXA26r6cVPP5wLgQt9JkSxDOCC0XU03pbocnoqsl8juavX4PQL5eRLGYph
qJDRBJAB7ggTO8d90P0AflZrbFPAeP17z31r10iUl24ulgUIHiaKg79B5dtqSrNqCs6gZ6iEgh6i
ju9Ecl+hSNk5Pxz3Teh7TY/0dHP7ws63RPHtL8QqrlFearkbJxDbAv40QcNRCh1DIoOh2wiCbrk1
935BExFKwHOdw1e8IMrbUdh+YSDPXpxIGcFGAHWdT6GzNrxzIWS5kKIoifBY1sbSKU7I3xN5cK1D
O3xvfBZlYCFqpx+3N3FR71HW1cHUBuINtYjTu07D61wrThX529BfjfppqFc8hzURyjlVQ22Udg0R
dbPtsp853ehro/AWVeFsFcrJAKvT0tLFxULIsTeqv6z8i4+5G6z/ZVdfy/yuilc8r7U1KYc0Sq9H
62denvTa3TD2vW0PlT6svEiLQjDJCyiaubSjckloRt/L2BthXe37Kt71KB1W7p8s5EyGshBatm0h
ugnWtQzRbyPqCOOhPq5iCFURXYA1BAtRXrvKKDIPIIziNKbPZQUWnM/Dx/HnSMgiOYF+KCSCr4C3
INIiGBnWFSdfAzXEgfB93X+KxzUk/bwZqsUB4gjJEKRJ55bmy6dIK5IeGJe+ONl9yPs91Z//YKfO
vq88dYXP5gay+fvj1z590+rfnlhB2i7p1PkSFC8rI3Swh1wWiFajvHuiWfQHzP04jLNVKI6U02Ly
RE2H4jS1m8Q3ArM4iGzNFi+sA6n+eQgRku7XtUHTkQYFmoSfKg/kXFKPmHfPyRogYUkKyi7eTAUC
cLn6slGnc5LYbvnJEHfc2Fv8INOVC7jwqMBBe0dWmA5yVIrp6rWYYdBB20B1+8i09oUoQe74K5W7
27q1KMdHJRUw/RmGpRx8qg18rCu0AFh+EwjpB17WYaKGDFrt221JS5uGQXQAQoDZzMMAx8tbgroq
zeNOb068KiKWf88AuxcVWTGOS44OuGT/FaNsHB8r4qViwIIMFqV5joblGhQ4fZiYm0J2e5p6wcDN
QPKv/219ismUjTZMUpuaUzkV4eA8UYsE1VoifnETQUEH3jO8yleznFxuJ0494biafrzrs2E3ja9x
83F/FHE2anPzdFCwxCiW2RKCeZYjmlP9RdeRdTnF6Hy6vVkLJhMzI5DXndMGcC8UtQNuxPRHF+o9
FPLg22WEjrcV/2JNhGJv4C2ZXeZDhEFBBp6Mvwiwd7dXsXAaqPr5KIXjCQPoVNG1KSMd9VjKTzIv
901Ln4jkW8tbSxe9p6OVB+ZCjqJaZUmANkREdSrLQt4BaP6r6V3QudXUfCjczDgArEJCoNjcjbSH
OChi13sUlvvb7HX7xBPd3rN06F+nBBScuVZhJCG38s3guL81lneYP4MRB43O+ntrouWhsZLfeYek
3mRpLw7nVtiaeRW2o/cl63vYVNf6POm5udO46++Zr8UvU62TRy9Jyy+WUWWh0/okGGyJBhdJstDs
wI7j8jgOjEbPkGDp/LDyp3qfOlWz5Wk1gHjLs/aS8mlb9fYYwjFI9sRhZoQiQ42BBVn6UudFe5go
0cN0MKwvvlWKDdhD3BfgEFsENXr3tedVF8aO022StPHxV1//lIIz+94zGKjNPSP56uuJgy5FORSB
hTYrgKvnf01yq9zU2Sat7zDNrLhDP40N9iq/+9TUVnVXlBy8HZicFIxujiTXSLRdVjh66Momi2RF
QB1YctDZdJa3ua1jCwYaN9D3ULJC6QAkjZdm0+BirBlP65Nbv/XFp3YaA46oac1VXhOjWOeRgYm5
oEk9v86UBmnxmALsXm9vL+Y9j6ZqMsIY+EpAKs7jqS9XI9Mk0aAl9Ylak7uPrQLjAlG2Dite5YFt
jtpusjMtIrwCOLfnWeCRkQZj5hh3wmnEKRc025uiyx4oZraEXapP96Mjis2EYRrPgpp5ODLTCjOp
A+9odk1EElGGtdeOr6Ow/V2VDVNAOMdJcvadiex331X5bhj9bqPpYGRMuJeEjW9zdLtiIB6TqAaj
SuQFJSVVaCBkCgwynKxYyKCqGi9oaZ+upKXnXVB36dyuzHbnLLfhJFU+YbQ8P/H8d5VscjDC6CC1
ZcMh9dc8poW4EonV92mYsMZX4MTEbQ2d5zE7EaBIHHni2lcTRV5QPRxy/8H4OGUWyMUBKLAx93WB
NY751pSh4Fef8gaeppE95WKNW2jB8EMEIBmgGYPHeQV8m0rMM3QLdhr41KO1Nde2osq9aEWVF84I
wctMt+HibqovWN5kdQYgeH1qDnnygK36b59XXi/ZpgkbMw2ft78/+NWP219fuu0oq6AUCVT1HLRc
KliaGVqnd2ADT1qB4TZuTQPQ6DZBHWsPyEGubNWSOmNWIJrqwYgCz0FRZwtPTKYNKaTVOTIy+6JJ
AqHDq8hDTaxVjJaFgUAPdV0XMEHlTbayymzLpmSnimPw/asN5z/x0UDBm6D1VuerzHVu9aYCU/s/
acrLrHlj4mkOpA3oh0/jKUi0SHhvHj8lzmdO3xK9DXr6/fbpLV1ZdN/N8cd8eGpyxkgH8A0Mfn2y
KswO6g9NR4PY0kIx7rNxR50mvC1vyc05e4JUf1DGxJ0MGVendko2mnwYY6A01pqTV4SosAyRNKLT
RghJW/3eSvLDoBmPPJ5Wm0HUEwMYAoMPMaEeERxcN0X1Admw9dbyGfhKm6j3RVgJsWuQPr69Z1dq
OIvBIAVEvCDiuPKhkQaKPavIMP7QYUHRffJSRFh3jURV2H25LerqMkMUsLCo+2O4MGyR4q67Dgrn
MYZaH8HGkQAFVhyqVAvy3j+k5RoN0JXqzbJMDHREUhp+pvp+47+nLOMVloUOahYNdJNQ1IO3PWaN
Ziuv4Hx3Lu7WuywoOdr9MCZPzXNJJ+e9lRT86IlXnYMjzfyDMwIh8v8EKJd3SkHJMsU5P46tFnn9
vZG/WWirwkAkc3f7iJa04VySYgHh+dZ6rGPb7M/FEDEEo/U27g7TuKIKi3IAZ8HcXERwMBCXdp3H
vaSJTPkxMRsUsAd9n5UxOpur42SRe39KV+Qtqp4LFgl4cx5iDEWe5qSlXvdYV2r+rPSfhl4Hovth
JD9vb9+V1iHenSGWBEBEJPLUF50L9DSgXbs8Tob34GKAGahEwIX4eYi7XVpq97nprZg8wGZU7YNM
d2ZtRikO04FVHDWGMsiJYX1Hko/G1mgcI6xbJGJqxwXZZ584G62skjDt4uoQSxc+pmzqrx6N+/sh
H/JIA6fQHYhVsq1FkynqrQyNBIXVhqZf5lvEoiJs9B5/9Xswz1VuZLXl1yIZQJaQOhpGpnk9WPw0
E4D9nHzumZts2qkVgRc3w6a3Bn7ncQ0BSKyRoBulsZNO7wSTSKsHOWnahmRZ9yRy6r6VeqltcrCP
SSEw0hmKzopta5SIhwQmgn6uxwdjKJ6b2j18TTdT6hw8l4fls3bQyuHkaOSQ9aTcgHt92rCpB+ug
MWcFBrTidMSmYaYzFFpwtTEyBr93HJM8yoYsDr0SbIdji+aJnEk9IKQ0wpTWbeBqnrnLJZVhPw2v
pqaJSOOmE1G/Zdu2nzqsCL3ymWjskANvsyN58lJUk7PNtMkLa9GCvKKLh1A3kt+uKDHKTlblRqsF
8sjU1EIK1igw7cXNVusBWCEj/mB3Wh61qawDaTZmwBg8ghGT2fe17v+uM6cKOJXW1hwZCmOelR6G
HMNpmiS2MFjEJAGPO7BFlobE7Ouy2eqWTIOUZCQcbRTR9B6oX41nduBVmJnDuikOTBsrzJ2ahIVT
llGFn/zNdu30rqMYX950frcFPY72CemRNAlib/qq61meYia4M+5aXzSoiDj9vY8pULhajhnk+WTt
c9m0G9TdQK9cl3l2bLn5U462/uYJWxx4DtKYdEDOfjTMNfL6d7zvhUnGGEsDZh/NRLgZQIdf2pcp
Llnco0XpmLbNgz3yAESuJ9a/tbbzgNEmQV5rJ+aY927+xFwQXdOdiMWz5DtdB8/FUG5oZgbUyaEB
8SNt/ChvEQCCpLVKwZ7JsmCSRTTkSYDYOvDGt47+Ggw9GKwxnGBeqjvWJ5sOM8fhGyTFUzLYMHBl
YMUvCe83Mf9EUoyDbXcZIiZm2c/G2O5vm6IrCzvvAGoWSME5SMzqSpxcyTJrpnysji37ZQoR0r7a
xNOPJH3SVttvr1wiRZbyPrkCc0kNd6iOAJMTYGswkD2TH261V4QoT1OqWWgMrSGktb+65efWfbu9
YfOPvFKZsw2bn5CzWFYXRgYzh+8jfxV02Xd/7c1bEzCf2JkAJ6VtTNAoekxhlCY0y0a3F3D1xikb
pOi8bYFy3O2xgLGBk/BcYwpa89LaK3q1dtaKE1dW4HnuJG5W58YhEyzAVIWo1VbivhUp78nzs71i
1TQ4VMNaCh62/LnnX2JrxWtb2a53VMCZCFPYSCtOEMH/NrygqB+0LiJrHZtrQpRb6LlFjeHoOPMy
DjJza2SfyiZ0Pkygc3nyV+ldWmHa2tBVR60L7Ty06gAU87eV6xotrshQzp37tLPTXK/Q26pbm8LS
kGeFlcWL6Zkbz2kx0sYloCVydUzwHjUbhG14fOuqLDdV237nBf1ppN43JNPXDMMs+eriYgoR8BsE
5LKGoveVIf3SclocJHVfkwbcosNmtN7gX4BCOfTzNDSHlZT9onr6qDgAR4GMuuq+ym5ipE2KamZb
68gW3bLl75X9Nq9XhTItsDAE2G/ACRVrAWS0J8joFEdX8oMn7kmyHZIH5HLCCgjJutq2zTe7eR3y
B9rdO2O3Qq+9ZKzA8KWjXXpueFGzRrUHWoe+JfQYu8fOzIIeY3Vur3BNgnJsXTEiDdFjNEFpRs0U
ig9XbqCw5ytQFBZ+HrgI0ViOcYR9NE1aYNS72ytYutxnElRymdGrRSlMnR4TcpeijsBTkLjrZoQ2
/RXTvqRv55KU8KWVZj+aqH2jMWja1MTZWDbGW5I1wMbygpBycOE7uIbabZDrHrd7x6THrt3y/pTY
+xxt+WuU9ItSkFcFUg1jo64oYPWOikJL3PKYg/Ce1N+b8bnWf3Xy+fbpLOoXkNgY34aBSRi7dfnc
SrcaRAF49HH6puVhP/6J+sIAINrDWBbLmsWfPR9WnLTtBNDlsUs+59UTlHFFwNKZn7uwigHQrcFo
/FjAXfB3gwe+/o3erCjwoghwcqERANSUVwkZZL9JXKVGdRzS0KtDbQxq/Q80F8M7UCedy45XeRhq
MY+5PtyFJH6a6ImZbw1ZqQIvHfS5CMWQjEKXWtHPvn4WFahvrQFrF3cJmorsMwCOV+kdWk9pZ/lJ
dQTVUjDELLB8AWPyYXDO/MACEwJjC+qXK2oMwa2ucLW8OgJttGHjwXSqlTf8ncT96qU8E6FcibZL
8Hp2WXVE7s2J2saRB6+1rKAhootQd013pqxehwr3RUxseASPK93bcmgjkjdg6JW5F0xG+pdbVH4w
2UgP8TZF6alMynDKDAzp5GO2QT7C2bgDSqejF8vIHTA1FUP8EDga7oebyJVNm1/Rs1s4oi8zg/Tq
WDc4m/ZT134UIfwuAFk9C4ErmviVV8Tti3IsXI8ec/u7kAXGNh50Uq4czKIGo8P7/4Wo3m6PCiFa
vSFkMgojcDT04SRW/0dCMAB6nu2Ei6jYk6rp4E/UaYWMaB980tGHe9vezv//tXL9+33lGuZxLHLW
widCdJxUu9HbxtHQ3Rlvt8Us79W/YpQD0c14qLsEy+jojzh/sP2/b3//ehL9+4n/T4CndAxWRT1w
2aLvqojrezQPRoU1bSYzf6bciOyx3IC6666IdTck07hJHeTBrHpz+0csmhzgTv7/rFT/0jU70cUM
3b8l/4QRtYGMXwd7rSa0uJNAvaO2gEID6FYu706cAAMknaoCPQWye0hEmPYa9/biOs5EzK7A2fW0
yoLANDfVUUdyaxy7IHbvYONWNG9NiqLZbp72gvVYCHhEQnDFhJgdBULp7e0zWdsuRb9JIu2YpAzb
NUVwXIYPz0Sb9e5srxTF9sHoDSrrujpW49fCL5E6vfPrl2JtrNaS93UmRiUlqTwKyw5u7mOBVNBY
k2BKQLxIfozmH0QQ54IUnxVVBo0PFtbTmDFOI3vgk/bz9pGsHLytvGdZDChKy7CWxmCbvoC7CpAL
zb2VEveymH8DTOWRoRBDyYAA06gfJ/RHl+TFyE63l7J8LP/KmLXv7KY4xSDMeOLVsSdOkItHTXPD
pJSYibCGo1jW438lzas9k5QJJ2EyxWri6S3Xta9iQk739mLWRCjXPnH9RmodRNRyGgKtYc+idve3
ZSwfyr8huHL2iT5lrTRw6VtMO/qVNluxRsuxdCQE+WMg/Fy0X6tsWHE1JnVBoMCFsYvB3E6yJ7/a
JJiJcHsly3JmoiDwgaN0pJgv5g+J71QeVoKqSdfRUDg9+Poe2IdZimFhCPqW/xGkWDBuaaKzmQML
pj80bhtWMvkDH+NcgmLDRolEBGZDwRLbd5g3UK6N81g69LPvqxF33OgDqcAcdBTuT518Nfl906/o
1bwJqhtzLkIxWyQzKEMxCtej3vYUWS3uP7Sw9532higz5N2v26e/dFcIOARQnJynmHnKXZlQu+hd
1OaOff/1/5j7suW4cbTLV+moe9RPElwn/u4LLplardWS5RuGbMvgBhAgAZDg28yzzIvNSVd1t5X2
WFMdMRETUVUuOZUESQAfvuV850TgRg7Fx18P8DO/DJ4lSBagGwUqiaPllVlNWp7xEYI4wM1Ee9s8
N7YvTfZJAE3z67F++vJQ0wX8D8ysaKl6bVuWBSqxXYSAMkjOu7mM2pw8sz19DoI32gB++ta+G+jw
+XdGjLadXLoAA6VTDv9o3ar/4EFicM8fQAQ/QrNQnVFbNsb8GmSlZU1ZMchrIT65ZCnIckKah18P
99PHOQjZQXkVxGTJkU1Gzbr3R5Ehv4N6H3ufDF9+ff2froHvrn+0yHoeQxtCHPxJVK5IARdpzXa9
upJvMWL/dIN+N9DRYgsNukLbCA8yti4f2a1HRD6+hTp8a5AjOxa0KZRTEwwyuek9tBTeQbio8MEm
/uuXdjBWP1gCtLiCKw5Z3h/o4mpo5vmKcuTuXbfrUWYdv3gb36lkBAs/L+ZIVK6v3xj0p4fBd4Me
zVQTd9MU2ENmOQNvIC8dKyUVZUTn8tdP99OXiL4NKNNCZQH/fb2DpiyztT2scO2/i2YUBfeteWOT
/vRZ0LKBHB8IlX9AHq6hHrX0fH4tUBios4tJ6bzlV2l6/+tH+enu+W6co/WQxR08pdHxa0mKx16+
8aJ+fnU0nESgyELn5NHe9JirTcoMrq78izV09yR1b7jKP50LcCz8c4ijSV9awNZUoxH/fwiau0hf
dPEbU/HWCEf70rNORZvECD27gUSeNRdp/UYa7udD4CkAugKpyzEOxSRdG47E8mubffK6hwWIdf34
n0z0v4c4TNV3Vh/KJsB9Qgj4evHPev4s7RvJnp/teHSShF4McRbgFY98StJ4Q5wy+K1Oe6fxvORu
y8rMf3DR13EBN9G7yPwnUd/3Qx5tQ6SQie4CRMgtUxe+mkoOkAi4as+mtXv/67f3swmCNwuoEPbj
j1rDbPQ1mjE2OGctoCXqmc40R83z14P8bLegQcsDJgm4ux9leukM7ekRrzAF4tiT8SlLxVtexk/H
QFUMeLuDxPWxRxMzY/qhVsN1nwfb/k203c8uD+2Ig2Q4ihM/yJFobgMESQ0H79Z9ZK6CNzb7zy5/
yLiASNwHEekxRszy1ALJj30yDzlfcyiQ//UZ+P76R8aErHLoBgZrGA27VOSAC/2166P/H/KaKLRm
EG6H3ObRJoEX6c9NvOhLkNTlSfpptG81xh+fG8cjHO0J2oHO0ZervuyXE0++i7P300X/lvaEfzwP
GAXBFlD3mIQAwOgjR38lmcvo0upLtfhXgWQ7V7N7n4r90D9zdpc23fWQHTLX/hkhDxF9AtyryQ3v
3zjxf0g4Hm4khP+Pm0EZKTjWKhmga+2vSWoua5XdcC971qI2ed/WYW76bu8F8ekahifghNonyvtE
m76BDG/8lvjjsfH7dhsoZYPtB/cDE/7auKZzpgDhwW34kNfKkmxv57AptVver7IBdKlH2T+NeJPT
DbJtv15T32jSvve1sBkOTeIZQK4h5MOPG1UZaK3R9Wmmyw1Y5X1tDT9LZgEKndQVSVvvSUweQN+b
Xko3n9Vd9HGi9iWEeJ2/mveWAdHUZvWdl7YAmAfce1f7etpNqM9WtVtuB2hJlQM49YHU28qpJadN
tOXNuu7GZDuj2fYOx1mRzHU5mBZ1ilXsTawP/6Pz0GXnahvHHEovL2hMvYis35Vo2OuKlLW7TUb7
FkBL26P0NCu28zrvNAtwVHjmjgdJU5Bk+MR807/xyn5cvnBG4FkBQgvtKvSMv56uzNQbTbdhupwf
ODuj7A+Ew399Xv8Hexmv/3j38z/+Gz9/Blnk1LJGH/34j8v28zTO41f934ev/evXXn/pHx9fxNSK
41959Q1c+M+By2f9/OqHSuhWuxvzMrnbl9kM+tvVcYuH3/y//fBvL9+ucu/ky99/+zwaoQ9XY+0o
fvvzo9Mvf/8N++u7VXm4/p8fvnvm+N7pPDz/7e5Z4K+r4UU8//DVl+dZ//03Ev5+iApBy4hQDczF
6D797W/Ly7eP/PD3CE3DmA9g8ym0jvCRGCfd4GvJ7zH8CiR44FrQAJIpsHrzaL59Fnq/I/A/KGEi
AETJ+rd/voRX8/TvefubgLs5tkLPf//tW7Ho31sJsdeBjfDgIyFyAWP3ccVqW/na8rE58/rGDrs5
QcMjIJ1brQRkcH3L30NZRY6fWB8eAKQAwk72E/VNMKJ9K2nehHkcmTewLh5A8XCn6KGT7sAr+Hqh
QpXB9WkmdD40yZqLVJmpLtB2wCcoWVM3tp+JBcC32Y0Rt4aCIiTK5pMVypVkOHT81IJUa7whLVpP
2Vv0EUfcLzEaEeAMfSO7R3tKBoWd13eHjpshSyw1+Qg3bN0KyY1CeUcnzbB32lliAPmcwqYrahjx
EDiVaEjVdScGRNBRQkly4zOWvkUa9A209P0sHhbXgXYdDGtg3IHH9vq+AqqoIHF7dqBkHF21eSZc
L0ifmXiu1DKQNMmnONg8nBFeL9TDCgUQe9r7kNBIwc3fQRQTsCfitgTBqkDlKozd3N1zf0ge/UNR
05Y9mkmasJhsZGaIO4GE4M+65v8DI3I/cvxzbEReWZ3/ozX6/9DUfOsX/a9/7uIfTM358/bctbP+
X//zlYH69q0/rEya/I4QCtRa3oE5Ci0z/zIyYfw7TkhkiUGmDdks8CH8y8ZE0e/wHwCCQ5cXrMk3
GpE/TczBwsRQjocG6aGdHY2Lf8XGvE4nJYBBQPncRyiBRAUiimNmcgEyZKO13XYjm5oY+Oe6f/Fl
RAFqD0lwriMo0IRA1v+1lqg/xz3cPDxPaOt6R65t2yyqXiB9s5vj2uaeDOvdFG7yBIDtvybe8MdQ
Bz6WQzsHwCvH6FCOnpvNAFmys6iWnQ3UPGR602iHgEyNCMgb4fnrvOmfo/noO0RyHqi1492+qCzz
Or26HUlsuusTn5UWsWipMt3u5AJZKNYqv+DxePfdEffn6fH9afHa1f42MGhgwGaK4wrxSHRk/toF
+U1g4TGTkC7Omzn2vpqYu6qFpFc1D/NfIyH/YzzUmwMK3gT0rRwrvk2Di5u6N9uONwOCH9aBA6tk
02Zv4im1GVpQBv3XwsXDmDgIoQCOHDjeLjzN16Z0jnXcpUs07Wyvu30XCzRrj366//WbfO2PoZvt
QOICIiIPGTXsjeNwgkALIA6nZNlF6RBXqdTNCVoc3sLOvY7hv42SQH4KnJlQZUDMcuSkN+FMhIiX
dWdrLraCgl/1sZMSysZLuHmnv36knw2G2heQL+gPBKv60RmkG1/SGrrFO6+W7R6slu9ZsCU7ABGf
fj3QT97doV4A9C4FySzcq9czJEHaIOBErzuSJVe9jKa9arL15D8YBL4N7BZ8EZit14NgRQN6Net1
V9MQDLGQOmBbnf4lYPAf8wPGQrwtWEV0uhwNQpt6iBlYJ3d+Gtu93LbbNoD0xMDat8gRD6v23w4C
1tkBOYklgHWA4BUm8fXjwKtaUhINw7lXifwtJdijiwP3ezhZoJqODAWE/Y4zLMtB/svnvN+hlWoO
86316umWxp2vb0ZQbrUnqw5kAo5BhGK5laOVD+NA6vX211N2dM4cbgPhMAIc/IsdddwCS8iMEGf1
+52G6vj2IR1rleZNG8wj5Kb7VJ4kkGn+uFqJVrBfj3y09L+NfMAsQk/cB+cAPVr60eboMG1m2NVt
CkewFdEO4DdXTFhc978e6mcPiek8SN8CAobw9/VEho0VVGReD3oRkrwnbJ4+w6aZU2i3bfst4Oa2
V+lb8O6fDXrY0gCwg90AJ9zrQesu8NrETsNuhHSpqKCPph9t1stTEWu0j6CpDXJzyo705S8+LOwv
AKfgOwADOEQDj5IudQDkeu9JvmMZ03ckTtSpaYR4modF7dEtjiplMISPvx70yLwcgJugWQKDGxrJ
wLJGD59/lzYOF3Qji8xH6cb56c2i02UokfmhNv/1OD8smsM48LLguGPnw9V6PU7T1tkyAzm28wyr
L6PehtCUTqKbhrm3+EmO5w9tnoj0PKg04F1ihR55QmEzxGvPjH/a6EJ/fKuh+QALwL1+Z15AOA/l
HBjjg1waKjfZkUmmJvRbMGZCEEA3UVJ5bhNntum9tkTwMfC8663UeTbxTJXJ2AV9OYh0MTkMLLRw
F59BLGCYCVxCJFjJ+0S6NsvXjmUfQh2BAsA2MzrmgUJAC4lNI8ZKDpFAmJpRJU9jOJizoR+BT6Dp
ur74G539EiQ47YMUVCeFJIKfdItIWDH3Ez0z2zRHl0OwkfSGBRwMJGFL0z0n8fKYsAR1aKjaNrei
z+IP/RyRpxoKJe/8TkefExclXzzriRvwcRpaJrNOnto+YghYPaqyomcbcHHTJjOw/cxsCwupcCdl
rEd3opsRAsM1Cz20DOJ4uMMmrt+Zedrmco5SDVoP0YubKd4oYGnChlkxU8tOIz1HUUV93c5l6Nc9
dJdb2fk5IjzQBNnZBNWaqjUuIp/h9SNGWMMTgQ0agAWVOCQBXfChGeiQ5U74fMgz3reuCFmgzjqY
dlchAxbpIjZmlDsQKek2TxYmPrC2BmCmJt5wo5JY6gJ+JT1nkVqAa+qirT6pARCi0GReNjT+Qna2
AVWEHcxJHynwMcHPGUFHsCTzfd0P2K4tMopl5pp1y4fJ62kR9XG3ntT4wMvRG5rtBwpBd/gnIGxK
GAFph4o16XfLkMovNY+2q6jdvGBH3UT1KenlcClbUtNrsG8s124Qiy0W8EHpC9Nu0CQ5KARG+eIm
iIqGqfG/bG08zhUVYnhaXUA/QqtzQftxky6Q4MMaTEptRTMXTAOJVKqa+byoV6gQXvYRR7pPo2lO
5SyldtzFjaa3yOVNQERuq/iaIVEBRp06FaIAakI/1Uk7BqfJyGR3PXXeeq7CISN7ICLg6wXRyp/g
9Pl0P/ptN+/4iDPsZGChWgq3NFzkaFTCHUJGZqocNQ2EqdHZn+w51SmUzw309igAWVE1ohNXldOo
CIik2yhYi44r85mS2vcgy4cGvGKlNjiXcdAkO4n8ol8IY7wb3E4X55M3Q4uzrg16jJdZ+UmRxFvm
5ZOSkhVskRJcc0m8XG2gtxQFWkjdx4wFMswDlqxzFdZIPl2AO1vLPWlVF1VkJR5y0S6ZS+5H81gx
pHD4jg5M16fIlmidB9BKYjfEoPGmdCAvP8ObcF0FaZ71vF6nbCxqCEqrIm2i4b1fZxGSo2L2xBly
D1hym0GxpNjGTpMKmc8FJgWt3G5fqxbCss0C8SDUq7LJz5HKVOgqXgSrEUNAgohX4ZwwC3EpycAG
5mn2aQJRelRyNUThrgUPVlCogS7Nnq+xFveA7JoUCpq9TqtwszWIqnTqL2UzTdzLmyFZPizCJVsR
0cY8+mqbIiBwZfLQtsxju5727gvJdAT4ZOhpUNxubkMSJV3RNL7Rdj5bFWQWi24e46ear7U+Zd4w
sWIEX+3jAPvWl5bMy5e2hnp06aIhJsj497GB5XKEFIkyUPhIjKyXXTps22MIz/8CIs6TqyIRNGkl
M8HGHE4/C3eLx0fwg8Rq2E/QIWiqyI4OUnoxCdkuk435utgVqHK/bft3dRBxuYvmYXuRSuDXwsBE
D9LnvkETiMASkDNFo3uS6ObZZs14a5OW4ctDDebFYezb4LyPBVLuI0+A8hBhDAlYLcd13YOHwEan
rAYXZLX2LeBTYttgo2KIPxn0TaNf5mwenDrh6erXFUE0PQAZECDz1APWdaqXb0tt5mo3hpseTxno
RAN0H9RhUPjgfzTl0PA6qIImrKHbOA+fLfrILrWD/E6p0OlFCrX1w1y0JNToQ+919GK8mCQXDFlP
yOWyJgPdmoI8xkFDRdoKc9Hg751o0QMzWRoXw2LitmKtXUEdgnMgPvEV1G3BW9ChxZuPC3jeBEw8
QRM47BHXAZbiTFzZgzcSXZBrVOdiEOKDnKKpGkCl3xSR0aQEMEZcEqvbTzykXxArLAUEb70rvoDp
FXxfck+3AcWdER5GFTN1S0eYn3IcvMaUcF3k07ckSyGGmtR5gqAWb7afs8sZrgLuya3qfHCtlfuM
z2bLV27Patr5FwbuGAzDWJkoexYkuJojnlWC8y+CCItoGM0smPIvSARud0vQf0XFatd4wQlt0zsw
yo273nkf3MTKxus/gB7zJJTBbcTGsfDUPIM2HarnNIFGfLNF78N06PMtcGgGJepCNZM7dz0lJyP0
rXJIAvtFEgEWNC36LNReg0dI9pDKRkOb5dPFZJPpAQ3rTRn2qGEmK6vSrgVV4DyNhbStKVwEooIp
4V1OmJjPOnAK5EawHZGbO/Un3lw1PLEXi5OgiJsbGL5i7iaQ6HgR9rxIR/VClS+/xDM3a9Wl03gP
ggt1xhN3IElDdAcVucHt59gn5QIBlc/zNgYbnh1rLVdMBXdbC7aAkFP4saDlu2/9qQawSiLh1eFB
9sYu3t7PRHcVKrY9hLP/MQPV4QUda3u1YgexAvmV9gOTbElyX6TDlUqBx4c/tfC2WLQOv6iYI0EC
UuDau5/ArBB2eCEohS7WPdcRBZVHdBsbveW91e83Es150wR3OvXGop/X4FbIPlrztkb3aGxpcpu0
C/1q7ByXjDJXeXMD96P1StQLRC76djQFkHAHufjJmz7VcGW7Yg7A5F2k/erpYrOTV0U9FXUh8Acp
0YgRfASGwLsYA9KFeZwF/EQlM3bDuMzXKUi9ysRp9Y7A+fnU1WRbHiCHudAKTRUTq2oDVohCesq9
bMG8nrl1exmjxFTjQjRqoU1W2pFHj5Z57ZehddHLbFNdqrGHY2Ga8WEF29nNmiIdctgiWG6dFy9n
lhkJhoyJBk/Ss+Y0W0LvKyp1H9dMUKhRU3GHvP4J3KOh8olPvpKem4sxq1Xhev9Dk6rpEegAW6B2
c+Yrjy15vzADMwXZvHdLL047laXgUwSrrtJLu+WpCQU8lIyfgFTsq11HL1euRiFy7YIKlYStOmhE
ldIQSHWYJXD3fRbKsheUVYA4LvtW6Q4MIY176ULIIqXy0KzqqQAD++I2bpeTzANtEdmGLu/RqnsG
KfIpLRn4I1/AEyJwjI4EpGiSDOZ5qYfBFnQalwpeqZfHE9c7UK5k1bJ4KKgEFJJOUQKr3wZVt/Ch
cvUUtWWabP0plPxoA56QVZ7VG8eWRRl+pwxFOtLEWdmbOpogVu8Fn8KwjousWR9qE/d3cpwtXCiZ
uTPlLWGe1R6r1qUWT7Q3/r1GEf0i7UDa6/oVKtxG0HsoQ7a3XhdY6Kf1aY3OWY26xMG7vWq3udsO
BZkw5+nSX4Q40/JkkuZMzkGzn2i4lPEGkpPVUZiUSGPLuc6PTgipz3tieAWIhSvwzM1u3YYQZCgz
qJw73RfZnPDCn4QDoJcbceahi/MKTuBUQOVmLmoZxZg4HpNzONdkLpwZousu5PYhlPNKcwqmLAXi
zqHZ11KtT+02puiLg7BQxQcc6LttC9gVsrlQSLbU8QS6FXYCReToYDXg450tmKVdk/kNQX1mkthH
Ltlpi+RsPomBwlHegmYoopjUW5XwpUEcsrDgpovgkJ90rYk+c3+07TnndUrRJYjj9LJGyzHq1VbZ
5YLyNN7KbjUjPBZf0ArpXzVXqRrhf6Q9jrx2JP592BCx5ykc21yB1YUVfdhuEDf0DxjHrVUhrsej
wB24TtTY4BlMF3f6ysDqw3flsfBOl0yZUxXPPZZCOjX3sVajuVFeKK/SmbxI6UWlc8qv6Jx5xWwi
sqPggsVtMP0+g4/zosbMgKVoCJLbQ4EazKazd7WE3ZNBc2o5rf1VS4wq4rbxcUjDLSsSlh7kRtoY
weaUynUPO9SZsusaBm0XA4crdyxbn7behLr0ZgA61sX1uxWH7FC4aRKINyXOcYX4VbSElFYcDG2M
hEfD/AScZP6l2LpH8H+GZw2rCyVoV8Vwfs6GRiaXiafYhSXC3MWkScU+3DZT8IE3JxAGo0gyT0Ll
ICltCz207XwtBycvWhP2FTZPcD3xKY0rCIqqcDd5rIH7E+PzcI7fRSuYykg0nVgC127r0OMANnjG
rhFRyZyN05wjPaNOyIppyb1l6K4g1vg4yXnc08T5n8Eh74BU6RtEJQGio4i0OudcunMK+5SUyAOB
KGgSD6g1eKqkDC3guUCFY9xtWc/DfIFKKQVDbJghgJSROIVrmOzpBBJeQMdHto+75mLq0s/BxrJT
HWSXaLHnQb4OlvW5GFt7krTkUTip34O60b5L69S7BvGJqOYRSKdhWz/Fq+JX0o/4FZQbDp0b0QMy
bRNspt+MeSKT5sIuWXzGFd2nXmNvUR05TZaWtIUbGd6tYVAk9kH9XbRifGrYcjg3vXXvDykkOxrf
327qBOklMMxt3jn4qbITykxchDCKhRA8eITz0N7rwQiCIiqy6aiCayarbqqHZZ/NK7tPeQzsDzY2
ezewuseKhWf/ESdjg0G1LFPYUnhSHA5GYmU++Oxq9UR9mk6x+rBI5TVFBy6n92SAjHq+BOCzAmqh
vgNJk72Y07guvCzhSVxJv10vGhqZKrY9ee8L5wET5tVpW1jOJ3RQeh8AvanvhjGe1mIZ7LOb/ffI
MIU71oPH0dXgqoxoZMtWTD6aYOFH7tJkuGhtreCi2xq+5ZiAAslDwA1FE+7dE62WlxaEUyeMy8c5
MgspUlKjMQ/UyjhI+wT8fOAUCV9kNsGwA3Lk5suJr3J9703T8KWJZL1DHlg8sWQKHzXLaFtSTdsK
Wo7pp2R1dSWmeMJlNu35Oocr7HbMegozLLh3VVPY5DJtxxeAd9tc+oxcxmDb4mexZeRGDYfYwQbG
oeki4PDG4US8q3lW2z3yaoJXfHHR+7YhM8IKeHcfvZSFZcfd8BLMqgcfY+oelsh6d9SXSW6QMFqq
MdJQS4tHdAyXaTDavUf8AVRknUivIHklmlxqel431NS7ptmmDPcaJCI3KYBfsttIKQUxdQF6OpCY
ELyOIK9n7aCmu85BVvEGs1/w1ktB9KaDdRdGGw3KQ296lDsgih5MyuDqr6OMz+Y5iR/DBqzYoGZT
sYXFTs1UzcaLMJ9sFaK0W6Iuk3XSbIcFMixlNnB+GcS9R3IZaNEX0wiiIkPhURatnMbr2qXxiqpQ
4HtwnnwAlfjmnC0XH6xU7QyjXmarRDeLvyCNkg+t4fdd5g1wQqUXmHKFCAi6GxdHGCgmCPOh+ZbO
t8vagbYmmDUHO7a0AS/AiuB/JanHNV6/9lkezYmKc7XWaCZL+8HrcvCHdDP8O/hfpVLhuEdKoZc4
CrrYqyBqKb/WqBMvZQ3ZIlkw5JsuRxRjLzrnEAZ3XQKrnlpnrzO69T74uWcfcsJZt+ZRZhoLbvwJ
oQR8uVVfZCtbpxOBCvQG2kqBqDDoEJw0tQ3v7dAjRFlrtVFgHTrYPRcaAK2TzupyXmYNIllqRDnW
0Wp3Sd9EeK82YlcKB/i2H1cPE8zJ2sBzBwAF3GbL1qD0YYSP9FKCjoo0BES8CGeHZYKtRWFVQsfE
6cIN1GE3dEaj8ZX50cW4gEoMeajE3DAcVQSJmBUBXghTC2RMkgw9fNAhIedqcElXJZOWEuTe43Q/
DBCTz+MVKgh5sg7ZJwswoZ+bEPKKOVJ/UGqjh86LEk0r8goYNByao+xgkWKaHUhzW2Qryh5MMw1c
LMs/QnlPwYCuaHEqVmuir1Sy6IPKQjbks8w6UkH0xiZoRh9NVFDquUsIL0gfpGVUXSVbsoHmxzfs
E64Yfx2bAK5mbWf2FAU6/TrTdYtzj4t1R8F8HoJcLgvd3mVQtM0nN8dhLlB1DHLXBkpWY7wgZ8s8
JN9AKtSDijAzCf3g2p7RQsYEtPCxEmAgaB2JuxKEFsg79J5xF5FWvj4kwZDdqOXGbIXMlr1izq1p
QdJs5WWbEZKWCkg35KsjvqblBK8I214QhVBthgjHqTCKRcj4DeFN08ctPY39eABHrm3EPqo7rys2
sHAbsD6QPrlOoo5OBUFya6g6PaImdVCZ1TlScWCDG2jsPiZJG73HM2d3bep6uFgBZXGxttk0nQlj
8Vgp7hEHZyL78FwtvF9Ph16HHzzVIKrXCGM/WA0vo9rqOIjLYDXxXdpB0x4BKKAVBdjttLsC/7YF
A2IWmIfWmwgv40yL8JNLAaB4l5JscZfweqnKO97Kl9U3flvIzfrgvPcAhrrQEinyIkA8ka45Reor
LA+MDjP6HVVw7nxLMcToB6e829aQfoWXSua0APlfNEM6ql4THxSefcyGFux/vuY4M8FRuYyVZ+e6
HXIboYyoT9oerzUutigZCTsZwYklYKAkkE3F0o/NeJ3iMIYwONLuiKZlj5A9AAvpUA4o6sSVy7be
O01NCtSHoPDtIfJD5VbKyaMQTB9nzh89iHjpHCqPTO3BxWqTwmQrOEVRMpz9IkZeT+bLAPWbsu+V
gccNY40n11BTy6duaJOz2SL8LdB7ww6p8C3p6nPew30FXd/A1g9WKn87DXSfdsg8ItQsmzVBhjog
S9dUSOMCtJpPtQRZYBjaeN/QhY6POuwW+B8tQmss/w46Gw31xuZpipZmO/dC3wyVkr4cwS4xGXoe
9OP4xfpMoek/bRGnuYWg6IKUMAAMdGYI71cJr3bfx3MqqnbqKXtE7mCq3/Um5XB2R5etlaCeImWE
uIfka486PtIElqkX8HpKsk+mVETgGOE0e+qGGYXUXvlQBHNRCJE69OwvzVksOvPYdUiPFAR6lxLu
k6nbkhAw258T5zZ6ZnkdZiDJPERbV1tz0BFJWZ1q5K6i8J5Gcji87GF90TbybmU4QeDEts6Qi3qo
18fATTo8X6zx2n3tryK7CNF4aWHUmuSMgGM/qaDikNhitmBKuDY9+smQ921hjpt1JmTnSfRo4axM
WYY1ZRY05zYjeJisD8jMB+AGPXYRRjY01yFyCj2UF2riCkrCqM+liN0zjea0zbGUvBgpMyAEKvA5
J1+7xfjIOCO3kXk7OBLgL1mNjcPSYp14Z8AvquRGxUmvcPz3cLEXP0Y13NMd2DtHKlJSIZ/dimKo
GQhUJLak3tUrl+JkSdT6FW43iMkmW5vspl1Wun5sBZN1xaTvrSVwHWKserJqKNaqHuF84fGEDl8C
Vg8Ojo6jWYVcJplhYBvrcmJRCStQP2/u0g3uU5n6bnMIJJZpKhqqZPMCfBE4vMhI57usblwIVHPi
321hPyZ5Mo7kbmMO9FijiO0KhCODTEWw8UQXKll1V/qjB5KALVJdewrkf1/WIsjU+exvW5jP3kav
wfMT3g0g7+8L3+PmS8YAYjrfUDlrc9cpci2pXXD+ch7fhQiGn6OgGbtL12zsK/WEJXnUM0lu6zSN
b4nofXxNz1n25Cit12ukU5c7B1h1fCbTWG3nWZhIdmIdYsgLQ5qw3w3aG7M9Wm0MOA3csC1dNQ1d
Gl2pvh3uVjAj+ruZOk/DrZyah+yQEkIwrSNE6LX5ghwZIvBtarZ0v05IkOxqWEvxrm4MQyiPlWaL
aNhCvmvEFkFoBKv7Cqwt0zv4YRyh8pxOYq+kSPt967l4uTCywwkPrFD01NKWQJWRIZSt/Foh+kwR
yv5v6s5kSW7kStevoheADPOwDSDmiJyZSeYGlswkAThGx+SAP31/UZL6SmVX10yLNru9qQ1ZZDAD
cD/nH3kn6TP4ZHSZznXL5brRIcaNU9jTh75bMjd/zmTEzRw11K+uxliDkkvDbZNBM51uG5mV3+SA
iHO/2LpnSJlMA9S3ySvQHKtetiXatq8uW4Y1znIzLWICkr2iRQuaGs2ZM7W079iKYUVMoNqRF91y
dt641L/NLDLzJBxpvOGx1I2z621anAl6rGrrWFIjU+28qas7+gNLKKUNv72eD52u+Kh+lwXauziN
YOgXmI6W+9IwZ4ClVop8FxSFbJ+byarUtk/1CP+xUoETt5EiB07aTfa9xg5fwmlCUm8iHtX53DY1
a3YAAuFuStsrK9byaajiYvDEe7Tozkp62UTvdT0xu5i0UOXbsYcvYTzLnbripUsLdZdZPl0vvA25
eaaWE4zNc7X/iwINryOuV9oiSc1+wnoyTkuA1cGR5tbMg/o0rnCmiWM6y0+31uIMkUdHzTKU5rkW
bscrrxb5w/TbgAV6BrdmLFT5N8vk5byLyA1x4AfKdc9XAnuT8tD6W1pYyFOOjEEfirHyofLT1lvj
HO+xsZ3qOsguPf8QpmvHHQT11XMvAWXyLj/JxXPqvUYdLTZitfxxv8wZNangyqD+yuzYoAfuRIVx
vc3ebVXDAMN9ALOD9oCjQHEa5maeKv2tzStpniLhhurkpiygR02wMs8M9s1+m3nGFG6HMO/E6cZ/
I/oUwKOu34L2LWYw64NJe6He5qPZQT25arA2c1OYB1Wp5pc52KgZc+ScmjEpF/Mm6rol5eoV7UF5
GRNyT3fJJWV/zhjwJr6xOQzX9uAViwuU6jFk71q42+HWAcsAnjbuWm6rKqIsj0PO/J7KtNUcII3O
TjVU9881ypZy20ZeC6A1jLf5CxSm3had5VtXihfMboeCVTOLcvc+2T6+l02tmNwSY5WNvye4PI+w
lHCYc/t3jnqo5o4n0pyFtH4MTG4v/cR15JipER18yuxLioFI+ObG0l6bjKKsx6eeCQfeLK2NX5qg
HbrR+EjHqpH2K0NJ6SUV13qdLIJCb7dFJp/ws74tpLrkcFitwp1iUkHcdRuW9poepmV216QqFqs+
gtK3gIWhVeTDoeR5ewtg39eNGACRtog6CLwbzWr0N9To5uVzQeYfFL/f2KpICt/T/Y6IVa/6UKOf
jo+eNItLSn1Md5nw6GSxJtycfc6wi+UMgOS9N+VijcltmEyPsnOhECQz5Lyz3dbznz3RR/eT7c1q
W9nu8EQMwDoB5lSdBwzWWX0M39g5MNe+eiktc1X73Bw979QbbpgeDNSB0WGSio/IeHMLrHYUnSgT
CzQVopZW3X0pC8GHztjk7+aqXpckKhUpKRAklOkU6VR328lYLCDX1SPNTmeUTYoq7YM9+QqDfO9k
iZcqrhsQia1wAXS+IwkY3pecAIaYnyOEvQhaX271JINrmQr3M5OZeNF8e0u1KVfbcC+ezzu7tYYg
uFurTLebyF9bEN1wEohlvLSe9sUMEnhsSzb8KZk8EKCtsyrVcv2ZwU8ZuqWAL62ohl4WunoY00T7
kRkuatsGxU8Ur1U3if3MTSpPdmUAi2uJLPKks9w131MrH6yLkXuTR1dsmDpUNXSrHF4DbQMSXxAY
L0viEh+VvQZ5zSSyIWJkoWRWhHi6YhXU7F+WXdTqnOu1jjbzUtXTbgp8ORw7MoHm01Ky5m2DSefq
QDZJOeN3L137V+pxUCYqd8pu482VJY7DCBwXU0wsPp3qloHd9ZmHVJmYYP+sGNa+So8Y8oTOaKjG
SvZe8DjpQnvPwaBUtVn9nnJFaIHy14xEwoGOYA87lbe/bewN5wuCEwymV1LJAyqVqdsDZvVT7DOi
+3HheQqvbG9PT8qelx9Qf3m1pQIgbTfDPEsgfDN3fw9laRh3vFLVt2GZzW+556v3YCy8h5Hdi7F2
nrqfiJlEtVFO0KtYeV79ODvMA4nvSgU/EOguT4IOeGKTplBnm8K2lt9+L9Jsz3ccDNTreLbaNgu8
+FWwr/Mb2yrljhot950xDLyh9WBdL0CdDE7IbeiN4mWuv9sriexkhfc36XUfOnBRRbHkUBG9nMy4
rGxRbC1+4P5lJT8rxLdmWli/nDDvWWqd3t5g1wQbdRYi8HcIoocslvVEaHkoSy136PnEtDdaj/aw
DtT/u1wcG4mSVUPthcrJqB80bKdhpg44htecO+JgZlnJPuv5XHRFLpfogmrbtxKCbyvrwNCcfgdo
GJgKSsPSWx9B4Zfv1QZ8qfKxE419am6dsh6KnY+s62OoLbmSarAyOBtGY/Y2HcSeXA/4LG19HvK2
HLdBODJOGH7fQpKuc51dVtvGdVi5gbLPuqI/BvlR154zIPY6Md3ZfYooxIri2o2aM9++iGIjz7i3
y1SNX0U5NH3cWsy0NGk1uourIupqpKNtQRJGATwYFzNTeKwrWfOpmeaAsDTf01m4FnMvpWkpUvyJ
//uY61l4e6OBzCR/deru/dHUfkzJpx3yx5eVlVhCzSRqqVIGsdGH8PkRuaoXlUcGVV1hlX+GwbDU
jNNT+RYMK1N+Xw3pCEkNqxmLXtjXLJfGJwWK8hvaCKyK9I9Vvy0yl4fdKEOAOrV4fGWDt653ed5E
9j0SXHBoPlaB7b4kZxFFwEC8qmf4D8vMBJg0TaveJ+AIOw6ZnJ5G2gG8TRuEMgNYd+wu9qBbSYFj
4XmYs8a/G+EuX3mM0cXQFNGyCGaLzDYSahYAAf/Wi+v2rQVNzCPJ0T4qVuxbgpkTjQvAVRXeRpoK
0eBG+ub8PWX7J5o66rLhxpcO9/k8jQv6sJIHzB4ruSt8d/00Pdt7DJzS+SG9CrpGGCnDTwTGel/q
pXO3WdZ8gGgGx1JRKEHTbOh9KJ8uwAAMlP6EdnQvFHhOFADSSPhkLkGV3zedNIAOJ16uhBYx79Nw
65Lk4VAXrJxZ7X9SgtAaD33kjNYGI1VmH1xsVL/DWvh1bDj1sKtQSCGC0nPLGLbaxdVfCoD6gaMh
YoE0rPQ0FVMp3/3B6QHTU4H3PevKVVE4MMCc12VKqoAlxxXyWBtmcL+UKdd4NvAZN6mXUgBVt2gI
iGeAkE2scqBVtSubnnfVnWXJHN9517D0XBOFChG3G1TFDBm9HovfNq/wvOEEJCwElczY7dB1hcax
JzGY73gogGfqzJ3DxK1Wk7C0kZDJrgbZunoLHNCMaC+KbRHYF/pII7Vbo9x+aGvL/B1Z5RhxoK6C
byob2qvnupqTQC/6t1eX5TcDEfOtB6QavrjOJtQUBhaGzegqpbejp60GucEo+pcJw0GbbwYvc756
txLyom8I9O+iEGbxKUNZlPT65WUfj267lHFVR8VP6FG6/iY1tcuxzZiAN0E1I77Ko2W93jCaMakn
Ja4S8RNpQMJsi2/25OdMBwNW333Q5Zn9ibpgnrYF+Jx+409c/V1jLqw5aRuAekKMzMSYqgZZTtuG
NXqVaax3TaFDLzGqalxJ5qqH1T3w7wALnL0ubI91FCwg/0MKpF97GasGOWG9pOUShTMatYHWArqo
+pwXAnwP/g3WJiem3QS7R6aQ+m+dn9beD8wlMrwYTQUVa8qSSXJBhLGx7d7TcW2tdXm0M2SMLyE0
4nXJx75NlqGt8rgaOAgPg6xCJqi5t3djlkVtEjoBkoQSpKe9c622ouLSK5yRwV0DelD7RPdSaDco
sux5LeRb3tspGii1Ak93IL4gaYQ/Z8x777IKtD7MUWb2r7PZtfY9Aw42LMFFVn/S9eG1p7q3+FxG
tai8uFI+0UKAWmWLx5TFrA114mVzBr1ZVp29DVnZQ5oRW5Ed0Om1zcXIQozC0AhrmyZzSt3a1ZpG
VINMSphDD51vGmai8Etm4QZjYzChhM2bjDuy9ChnKXbQdMKNZ7q0C48hwmhaNBY+39hn7koxnjpH
D0O3GRZVqk3WL80no8iMS3zxxA+5CGwGU6ehERaej5d6RimSjDBQAPbG0n+YusmqB4vvJNgqtDr1
OTJy7OZUUijAf99dsse1Vb36XhSWOV3p2mynA3K/qtg2SqcITZcCL+5+LU3vu8gy5/fAQ1zH0vHS
Jclau7pxkjM9c3xnAxSPyXXYc1YZsnrqeBNFbCOqVcmiyRG7mNzZbzy9S79P4Vh+VX5dpGdrGGek
mevQgPxW7HvHVPg9MghPYAjlfW/rWCjXLTery5L5UVML5ybawRsT5+ifc5M7xITzN+qO66OYVy+7
Izw0FSy16fiGjg3dmyNK2HCKV4rsgN2eAqDG4Nvl6hD19NObarphLHImsezWNKfecI5mPjWQ3lRW
YmwLhoO2O89gAJ6LJnhElFKDSmjX+byVT4mtKVzXBN5p+AGDZGTFNs2bARGs2ZQeCtIKUVeXCBOJ
184N5uB7XjgoFESNFmAny35xwaH9bj55VdSsOz9rg3Y3gpTUp8yCFqHQk39O0tVlxV1vlEIl1rIO
EfjcJApaVpc1GraRR4rhPhjxCxABUHb0ueqR4PXaXxv0QfYEc0kdnIr2aYS66odhLQwwrD9rf7DX
2szPaLMbO8lXGZAaPRS00kEvhXqL2LFmNFoBPDd1zp5+P5mj78QV2JCJzmvshytuamSRfNWmOC+2
Gl2UjdONF8fmqZ55G0rrxbSXGz9ZGb3JrKGNx9TuOv9iGanp3s+9lvqjJFosOkqjn0gW5kI3cmAm
jFDeGcnGzHuTN7XTfE/9PpPnluUU/EbWRvnY2elasMg5QECt3Rn12zBoYHrk79nwYQhIwoeyS9vh
tW/Rh14iW6x4F6OOAJLYat0i/KKBBopoI3LwcItxrAaltunIge5TTUNNn2qt6W3KnMBucH+4BrIc
1NCj3lpuWQ4/fFBFZjw4+9CJMcVWoiG+TCuefkV1wneF6MRnBiTqn4hqO+2mF55/Wlzi1Kyicd6U
0WLXdy7mhWo/rxV6ICOf1gzNEOjjnESF0dOKWXYkKKxVgJhj7boeiAIaP/xqi7At3gKrMo3j5LOG
PWpyB1CvyLTMrXutrEkhEBn09KMdS8u+dmYRhglNgIHUN7U4InlG2AwKuCqFHtdzm/lZWZ7dNhsa
+36OqlnT8e0aaY9BH4pk37m1Ud0BsvUt5YXSK978ABXNuWjzYb1XQ4tgr6mjNrrdfPal1uYtdWIY
omPhN9A8PhgpZ3skhBMXBK8f2H/hDalpWhGC9GgVMTUgFtyYLEWf1dghG5xLFuNNBPR7jiaXHXic
+YXzZLJfGcGByTALEDCR9r2m+3HJM3fZp4phtXuORAHydBSTaLzmAA9i1/1HaBYtb2RZIVpcz2Fn
4QzQ3txPj7NpTjZQkldXwfg6A7U4MER1SenWZz20LH87jjbfHE/uMucy3KllBCVbDDTcWeJYunCr
3VzZuYXqoVgHMnLr1UcH2nVpxBSbSw85wDCEmeT0tKEDuYyz3jcQ4eb1OiTtonNoyHycs6jYKtMZ
/Kc0TXPRb2A4Q2c4og/zFhopbJOrYuazRc+OX6Tq0MOr6CQLZAYsWjV1v1FqCPdj64hXWU6wwIWZ
mY/K0fXvAlPMtPGE8n5xrc0uE6kM30heSt8jNLrTpkNV/CKmMNovpqX7Q01K8rvVS++tMbzoO+Gs
+Ywfph7oNe7ziOt6Hm/J0xiJLEwsRStj3UBux3/4l/4H7Pr33a/meex//RqvH92fXfv/P/rxPfxN
/96Pf/3ox6IpPv8l84MoRiJAPv4I9vBNQj9MXGs3R/gfIR3/nfnhW38lnsE0wc9MWIc/cj3+nvlB
HMgf5RCEOtt+4Nx8Z3+34/MrTuSGJO1gF8b1av9HdvzwX+3j3g21x6aIfZUEHRtR55/cYBWiEVzc
eZPkjVzYN4MgpX2tIW/bh6hjlsndo0O7wI6UCHTM2aTefHydv2rM2B8dL/nkYihJ7E6wf7iLLd8s
x9g3fdc+IHk2nl167BjT++ilEGATgRLVfrJVlCxl17zLaTBfWlVMv4bOQ9hwE4KsjjmjJpnlWcx2
fj/UXnrKDYTwftsDkNvr4N4hvEbFXsNYMwaE1pdPw9B3xw/6h3V2cnwUy/Cc0bNTbZbxNvJrptdn
YdzCBCFffq8diUU31RgUTtG45qtlS+dL/0EhqsgTj/3CvpM5HcCXvdDkHNt0RZOs64VMbVCS7c6Z
h/BYtTe3lJPp776PmIINvb220pzf01qCJfas2hszwmQzrUGG7GAc8mMblfZX1c7ZXpbRTkzmA0YN
65vf3MrWCj2+OkZbwiBmpnngbqMJQXc91wDgCmCbkEf6ECqwbUO7p3DOofjWZVIouMvi858e5P+L
wf9fvY+3R4NUgdtTi9cTL3f0J+9jU2rLbbIIkJGqexwIgXmkLiNM/sdOjvlXP079r79wcAx/2U3N
18dITs//gjPEDvjZ/fsz5Pnj578cH3/89n8cH85fMfYGpO7xXYRYt7G9/j0yyOeXCFP773Pllv71
j+ODyCDPvEWT+fwvN/Pq/zk/+CXL9YhtIP0OLYcf/CdxHn8KmyHM7VaSix3XsYkaCYM/u3It0dGE
loZ2oke8bGsZHBy4NITt6jeBF5tBvUDpMcs46nPIrGOEb+CImP3OYTBLWt1fgHbtq2M6u8pw3Ks3
/vjPH6//55XzL0Ex9/9rHzHL4WT/94/Y5aMd/jmV6o/f/rdHjMvpr76DldvxURU5joeL/G9PGNke
fzUR9gYgwiQymxaXw98fMNv+K48QgTBmFFlIAm+Hwz8uKOevNEITgOgEf4ugCf+jB8znQvvLP/mJ
jdvjT2CN+2ejeZlnjeonozpKjYXSd/IMZAKVznvj5npfaFyWG3Zn41goY7o6MCxVIhot56OGh15i
b0GYulHZKn57g1vYyJl7eZ3XCL+DS29nHtegJ48LUoPEYNE45gvqsM2c9eP3bq04k4ui5dRu8FKh
3pf2usnqpWriPmuru8Xugzez6xVpWcJPaLyd76SQ/qFN2VygWqebtbaLkCenrR/K2Iq09dq1Blig
pzHOLO4iPonWIvdtWrvqkFnK/m1CiZdYDxV6Dw3ViihlvFZGHT7pBeNZLCOhriQCIHDJG9U8GrVh
D0CTSCiismzqcz1XHsXY9ghmTbrTcLFE3h/RqKHFLnDGJKFgPfZrEHn46PBtDdXCShD6hk8vRWo8
4FSbnitnKF5RZMp3wGh1riI5nMmBJZnb1dPbEkoLOY5TgzmHcmJNM/yMWtYcJDmejdbf8sOwJSYy
nV9xB7U/6Qyy063y+3HvQv1VOFIHfwd+7+JWRQHEHV4/BakGCvUgWCuNWQNPjvDloRzy6a6ApXlq
kPCC3mUdquWiFqhhTUR+TxibR4CNhc8fFOeumOEjLChYlhrzDNw+kd4yz90zRGgUbiz8l4wdur5O
WWXs87Tw34F7xC7KR8EKOIg4F40Ru1X1zkZL/W4adeSWZM0FDNRqkiqiLnfjF/gzlii1Y2TmXeLN
ZfE0sQeWcThadD15+QJqgy/U2k3mTNOtmsJmN7kv9Khf7bwpEnTuJfaVNXqoCyQ3WZR7Ccg5c5cK
BzPOfDm+OK3GQ1Wp6IKlIzwgmnNfC7lmOKSG5UNgbb9GrMEPtpoYejLHPI3gJZdw6I9AX+HZ5w6/
Up+YvQ69EJ+SBQiVUWeliTPI+gLDZHwFyBO3huuqFXlzDR3pOIv/kJlGdFpHJF1CFuHPKgeE3kx9
U9x3eV3s0aEuCQGIekZt26X4Kyek6kFWX/2J5WvVOaKviuFxY0dGJNgf0UVrSnCPY7EYvwVd8l/e
sLTHKXAdDR56E0SoZRrfmMhk9JYPFyYS0gAgM/WjiGaLpxltWbVH74lLLfIQJ9SVSFZdqPcVdOS7
ieH1gsfQvIfQMZ6B1B3kSE7xQOuC3DpTV76lliNfdBmwW+fFFJqHJrPpcm6j5qnP3fFRB034bKyd
+RHyJI+oSs0hqXqJQqirolOKfOhS13W2VzU+8Lo1/Xvc9d50XoxpPNTRok4aPUCshzD/1qrOT8q1
gwvBgn3DfDFTw21WGLctTO8hgsNGJcWogiszrbquXLJxMyKRvYWSPK4Mk+GmUFH3YdXBTTfdui17
vB3xiA0lpiSYoCN/u3s3Vq79YZHI/ToJFu1ocPVTWlrG1sPqnNgm0i4QQd1swyjPDlilkOxnVv8g
02De3iQVN1eD9wNKXvHzDWlVF4jYThHa4J1yUYXNQT2ci8wMn8ntlTsEIdHWL2T4OnSDi73bQzJW
MCogYZ7Ls7aF+rUuIq2fEXsFR6d29Es41eE3lPbfZBBsIzGeNVzmrLOrNvugo0FsMVhM+VvGBapz
QtJxC/0LmSQ47B7GEbZqnUM8Ab7xlQfjQ1qv+TOOX1VuBrvNf6kB2X2CGwjCJbWR45WBsp6CcUDV
3zgAU8o9U6xs39nT6CaBucrdnInhXqBKfWzsYT4NXRDscUcVv8gKm4nA9bsrfJ59WCx7/S5GBvzC
n+3upTedCO92nRdb4aAcMbdy6a3dautxiEPiFeIc1Wm76ZTEvAkVW9JQ2eRHWpWbY9Fz3yIhlB3R
FPqHXoLgZWq60cWw0sxHYYXpFqYS2TCyKvNFR0t/nANr3A2Z0W7z1CwOU1Ual96s1gcXFzTaYXJu
4tXPhgtC2OXFrNLi3Ihs+iAgo9s13Fh3ZVZkW1sOvORqzvSlIdz2yZH4MzA/nqrZdRK7aO8KdODP
LBrWphGiv3fsiTKkIsDOFbRK/246e74QZcPJO6ZOt5X2iFPGNeRVeviW4AGNOJqAc7QprA88HtGx
6XS7t7uZTlUwtG+28odTVvGgoTMxw5e8LNVDLvPhCPIyol2fjD0nr7nrx9K8ozQv21uoM7HOQjY7
KPGH7GyhhCEztRoPU+eth5tNFmHz0u+iPize6CWMtrPs5TM8lffpTrk1874V9kvtlnZisTf58Q1E
uzh6dq+mrPWv2R2CaFMEUXsHrzAmE3aSxFTp/KNdWGbxXdrvQTVqMi1U4W5Gu3a/81tqBBwNtBVR
u95635rEbJQl2W+IJavhsLauu0tr9Aij68Wtxp9l9tW0FTorD4pc3AdrNKpfY4uZDa4+gPjFAh+g
33awCSqSW0PQuLp8MsM2OqMp4BOLSR/VqvsHK7fMU6h6++gYtNurbnGuvtu6JwQ4AX7EVQIaO6Ld
l9G4WhvkoNa+M3NdxD5I15NJgsHPYe7XJ0cFPKmrmFpcVLNhPSId9LxNR5Hgq0BtdCLkDQJjTm9E
GDbteHFrjnu0GV2CwyW7kc69I5JK0mxm5Ia8E6QXnCcRwkvUKcqDpXL4uQx+/xCIVc6bwGvTe68Z
85MY+vFny857rCaGGOA4slVdE1B2FMZbNigXe4Gb3smp7BOSPYsn8pvK37irBP49ggPX2O6N6TTZ
RxRpGMS+qkUk2VnD+7QilmvgoqmKUjSPGE6t3DVes1oEn7mEXNr0ZlR/9FiwtoGxEliXtiijUBbe
r4FpnMax9B8XkgBQu9UYd90s7C4S4+oBpRZyS4oKHWvbhr55tiYZHSumNwycY4dlOZ/3OA0dWqWc
8Gj0dv5z6FYD44xZ41sKa/Pc1av4kXO/oaqqa+c1Rxy3RxfZbttsza5VBQgTVAi2IK6d62JFw3HM
Z9AMWrpFHEGMluRuVFDJqd/x/nqekZBsBaVb52J9oRJGnlaS7S5Oby1PXcWk0XEZ45fBUO/1uX3v
DOvyyNXWHFdunEcoNc7WlNTGFfqXOApRTtZp8DSqw8bt1b7rw+DZ8pR4pRa13JVjy0ONH3U4KTs0
iu1SLdzcjSeqJO3cUSYWxv4NkRiIAsrhPa/SORl1mZ2WiXltYwPv7MCkw6OL149w3il4z8kSetHt
OD4PgLsHOizHT3ch/AzhyXLsVmHwilfOh/Yk6eReoDYyVFsNGbkpoUcTQzo5sRlLX99AJ3UwEYaf
ciJ8oJIDZ9mxn2IBhUY7orxU1yVcPUkPnzMfLH7+W5dYsC1GxtGLl9wUXxUWhsfSSNMfa11HSWu7
4RWxokRDqsv00nIb3hvGSDpqmboPhd/jWypEMWMjbDsUtYEdps+lTWaNpTHUx4yIzj5bXVhHqQMP
MMcohKAjaAr2aJ/BjJuZ6BjoEBOx4cxoPcopPeYiV3eIHdqHbp5RGnpIExZfWtcIuTnCandZZv6b
ruwPvn03B5m9kybjGD4rB7TMwnidtIrygYjAhgPCNu/C3oegt2kc0gqyMtsOKIa+G6XKd860+g9E
qqTJYlfzQa9TMcc+sQNbH40Q0izHWV9nrwzORsQRATpdKUwpa5T4BMfj2xPt2aFSA/20zWlfzesa
d/DPr7qz5S4vvXaLDZX7ZGRGNbZ5aVmPdaS8e/xrbkypkH3AdBI8mr2bYTcpkHVbYUbKizPn56oK
vXfcp23s6kJs6fcSV1xt0W6w3OI41bbYiTRs78HQq2PbmPwJhS7awxx4vOlyUltV4CHhhDWWL6+k
f5unHE0FMlSxtacpuoTVYO5DDJ0nv9eRG7euf4WFpLhHe8tPr+9SvBP2+NKl5qGl9PQBbD24M1Ao
IBVGe7bNSs/f9QTqdElh1OXJVIP/04GgQNBot8bB4+V6GUehvpbwJv5HLP7oEIYUV8KNfgVTMezH
afJfF+T2F6dcumREG/4Zmkv5lKIdvse8yfdtutXF7/FqIMasmk3Alb+rUyv7VhnZ+ItM8+yRewBJ
u9LDdZmb4SeOPPfEW+H9rhYCt0Jm90dphfKzQoaL25Hgp8QM/BQtg+kGr9FgIGTLECKRFYKI4Kaw
GeBu+RFXymvuZg3qSbiTds/GMDT3qPzYbpTB+4dkmHp3HWW7iekM4a0idQddg/85e0Xzw3OyniwI
39vOA4rKtQ6NKzjsfCcyo3gl0wt9F551a2O52LEn4C1WsIkX0CRHBwL4Niqwqz7IsOUPb/rFPsto
JqcpMAw09DeAthOt/mZwgZZbErTUwW27/Cv0eMDpE1LFBnF5BKXSYQABax13VTvW3xAKqeMUpdG3
tLUD1G1iXKEiceAQzbP68YAInbVv9KbfrK3LuCESaLp3y6L54vf2qPIRsG+Q8qXnNLAwwlpZa15s
7d02RnIAcJ9hKrMGH+dkwQQYLjVQb81ulU2G6M/LkiNJ99blnLe65JDpBH1OvTM0G0Nm5NDXE1xO
bxrdNmoCoIVswdvjjLl9hw3Jutolu3VrGsHv1Z38Kzq75YSdKjyP0ihPXa7rhG1IPVSI4T5kFmLh
xvmQdWF/tn3hbsnSkJybPmlPC6ds4umhPbWdO9+PRS0Pk+3LD9ubgh0JAmRosYGR/NFEW61b752/
25k2OalHqOLs9FvUZvLqaze4oiBnjoOq2g3gGfdoysYR/Xjk3q/OhLCoJ2JLU5b0TYdNv1/QS20X
JGbPvjDMC36TBRdUK2RsFEt0VXbfnOwAW4xLuVrF6E/uGjmEPC2VOHosthuvX3iP0Ne/kxuDEUcP
OsN/MDsvaTQMRzOry2fCvfCqeRFeS8+adxqxBKB7p38T08b7lwX53arIgiJhkFeU3oJ35SKcR07O
4WEMXX32rVokIWxtjGu4uiC6ECTx3J6tSEfe2ZxrTfZbFHwspg7neOpW2FOsruXZ5qPs3cWcdlER
Oa+s/v0GKYRxWMzlBVpcP4eNdAlSo0a9mRt5bUpEfr6nJsz3AiHTbVs6zpFekbKR8vBf1J3Hjizr
mV1fRUMJUBDhzVDh0vsyWTUJlA3vfTx9ryQp8ZJid4uaNXBwgXtOmTSRf3xm77UpQwYnRJB7xFrE
GkBsZnyVSfNmaICKPBVx61vEotCOoYHd5azFcFx0WmdP5gQYqDaKe98Gt7J/1EG1NB/yuETOEbcy
d2/MRGs+bDi8hcJoU0fv5gj9iyQsn4aRPrdiWnqCMkmR3+m9cAEkJhzKsq1eB0Vqf1i3qN9R+njQ
9dDiAS7FwBeLcfZmLNWOiJ+O7Stg5LmaFzsvrO1EOgi+hBynYvLn5w08o9o9JBPriTN9jbtXOGgo
11RSgi24PguWhFku9XfEAgF6OJzqY9Smdj40+apEeuOHk1Aeu1rPVknS94eW8dhxYMU6ucoowgwI
6IsZTNRqy0hpRHplinV1btHkoKPNzZYTW5e2g6aQ4gC5I791Shq+RWnZbae6G1w+EcU1Gwzr28Bt
iMwGg8UeMyeKlqaK4k8jTpUJv1Zm8v21TFkQDMYJyYq8IlkN8Vxq1J5YSa/hQ7keqEX2acrjGk9q
wItQwhPwp3kIAHxEorKvZs6DtVhQ9yewBUdnehxzPhWquel6A1OMPCn1dx/lneHCOhhZYqtjz11k
NJI1S7HQFSSJ6InSaASYFYForXMaQrS4wnSNa8xB6PAU3upAwDWZAHi2mzSZoJaUmPnUhNoRZbcE
2I8JCXfaJmzuBq+LxDirz1wx6COFCaCS67ZZxTBQlWLS8y2gIOm3itPsdRQDwykRx5peHKZCZzdA
BX90Ay2RTbtaH8YpM89K38aSmwpxv7OqVJHvjAZR/+om0O45kUeeRaobds34lgc4RcoxkeoWjEEd
480BNLyZY4In7IXzlfqlDoYzxmEuhGaQnhQaWr8tBv05DNDQSCgVdpqU5lvYjJE/hhGFa8U95VjV
WHitWBUGu1tibfALTFayrZbl+Mo+BL8Uvq85w/tjxKuiDjRuWqOSPGVTESD9ZuI2eDD3wXyksryX
QymD44XL0csxaVzSAU1Sr4/tNyIaBlmJuWDBwe/wix5e94ZC0p8gSIkOWIT+NGgWN/ohiMz1I8Bh
rzOBQojVDf3TiBRhJQ9NdMxHKwO7pse8NKkVOdacL5dKUofLFNUD73RZFw4S4MJPhhYaVj1M3aUL
Fz2zEUgsCKItFqxW3EwrdCCiWwp9u2wRHY0QdphdtoLGBZEj16LyM7kDYzgsAQwEXBuhZCy3qGo7
RHFxhOa6EITftikt4sJ78VcM+MJMFrvvPGX+HCjCjGG955POw2EyI1bmEV+8sgFaU2InaNEvzaG2
vJtTVJ1zjCY2OFvhe2S+67ViHyGfUki618oxu+JE0N+WWMCjWgbRG5iYCO1JGn8ngNIOCu/RW83o
crY54CUbQGRnOdI4m7uwqpge1pl0hln6IBb0ubJdsqh/SYxOWfEeDG4Q4VQTQR6gIwbdhwQO3Lid
dwUDUbDrj1thpa2VqEG2EVXzJ00f45ioyvIz9uv0K1MKlcMAYeD7ohg0twFESnsZYtVXewhG85hO
z7rKACWMpfEUaga2OZWpTKrEv/hs/UXvnshcE5y+tGir9JUySNuQKEkxT97lLo6/rQBzJdxY85Do
QchcQKQXSfs6V+w+MNAB0uA+eAPJa4uhHLgfTRcO9R41PRdKqr3Uja4x4+mq4rmVh2lLEgR0hUmo
c+iSufpQxLX1Zg5rXgqpmfS3BjEgZ0CQiSdulQksC8C2e8o0FOqoa0ayOlrFJR563Ez41ve9ZEYb
Ojg5Rasl9zPvbY0/PeEnoH+Ei6EZCngDQYRuZzORzmAizZ25E8KMKg8iVOdXqpzdk0iL3xsjXG5G
WIS3foZTAvBE2s+1LmCwBlg69yJQ10QuJlu0JsB0qRyjip2h9vXRRBrRohv9EypBA3pjlu/aBme4
1DcSiVTpMm9ls+mgypgwabSuA2UjM4MiexfuTg5OJ6iEM76yYm3FqfWdSBmrzBidMuVcuRlDVfFR
s8IpI4doy+CgPJY4L17INrUkJ1E7a621On7OYsheqlguniNsMaepWrgjAoexfB2dMpP2XpA+TDxQ
a1WxAn8ArnGfNdqUTk5aLIp/9pkXEkQEKdJlxPDJTeeu4GqG2t4Ioe2PtARI78MeK5eswgcac41G
KEm9CLzeAXhR/pFpYuz1C+MsW24S1Wehk28HvS4vVMRY8KI03OtmTAdLEgwGVzAY10rEdedEclkC
bMPKBX+yAtlXE+NyDBWM6e6CXXN0TastPqgXQLF0o8DBl0mD+ZSJGGDXpl4xP20EAddKUkprnNe6
yJpDi2tH6az2ZTaMcc9+kWWF0KoZyxgN7fS9LUYMaM2oltkqpQlPVpHEgbupOF+p9CoFb1Q+idzE
9aAd/E6K8P01iSJ9wH7oXyZGA64yGcou6ovyCyV+78t4vDBU9XlNdY7NCCODOlBeGIqJ83+OEsP0
O1PIHviIpqPLbfPRwSpFGRQh5O1d7FLpzeqaECOV1AU8z7KAVRa3QvChTbrIS9MtIo1araJ5SXAs
UcU0nL1YccJjqdArws2S+YoiVcduMzRtqTiCVqVPpdoEkqMKlvXVBfMgctro4JmaoS21NcJlOE5K
wQH2IPeCD7DAd5DNqj82Z8GsmK9DAufAy9q6mNbsUYNVmaVWuMMIGmh3q4s4lKvFRKSWiEDt2scQ
ALmlsJTwzTBLtgPdcwpjkflPU3gSl5/gFYmZ/6RNFCVXdh7lqWvybPxSsbiB2RDDgiVQlkw/4lQ2
mdtbXVt5WdqMDVUFgkj2sg2POiol42sShRFD9MSo3e1iM1ecusQBlQplkYEsGI2rIPQilDGqWq8z
pLJG4WiouLnMsJFWJUsGNmuQrh08Seqal5fVpcgirbDaKtxMsJSR8+q9vF/qOPoaO2RDbjEO8gbW
abNt6jm/0DMxQ9cRITuU6eVrYZjJsmO7UV0bkvC+F4yaK3AOzdlc8Aja4bKmRmgme27oDm01ADo8
QtXymUlwOzPZ5sEjQo5zVCo1u6viknTr1lTG3IXhyd4HUz9I/NbMKxwb7NEWX8gRvdq40+kgU7K7
YwWOJ/IlnZka4sxkPyp6O9gB3pBdERXJlb6+BifZ6JuigQvpq4GM11hRlQ8GFYrbZ9PsKTUPIcRL
tzNESAwLeAi6B51BeD0Jw1atUuu36EnP6MIpPnTVg8NpmHKygi9mvIaMJzgRUjP77cU8fyPLwYBS
mvT8baZOitenVltzrNTyQSxN+uesxPuGnHFIGfZl3CgZVcg7tPnKlVWxcXvsv84j404AClkHoLCc
p1czj9XjpJsLH7ywuDB+S7ZjWcmrIJL7bZxF8lozhYr9mzQ9z4xjsa/NzVZODba2RiH6qs7UYwpT
qi7FTOlrQjk7WWExu1a7KBNiqc4wvVqbrRsMw5Qdbs1AphgktvJU97hsKtp8BehPKJwsIVVAjRTj
C+2uSdbsUCcbvWtlR6i17tnUYdxA2K67DTMiybeYFugO7vAHe1+2xi0mdbRemZj1Ppuu0UNoPzMl
VfTnYNHm0k3FLj9mOC6f+1xl3MMDYpEgTMmAXSeD8xVLgex2OC+xaozqQa4AiBa4jLgkTNZdUTcp
s2tMIPyQCcEdDEbKRSlszS3xryEfsLxHFQb3s6hOvTmpmidL8JlZl2eD4P3rmpr/h9Sl1U/5iEdr
/wsItEAp/EfqmcPH10f53/779X95/+PvRDSP7/qriEZS/qSTh/CQypH7aTyo+n8V0fAvGuwIHRUN
MWHaQ8D1NxEN4haRLSayrkfODFERfxXRoK+RREQvItItHV2OJf9LIhrkXv+XhAYBqvmQ1vwhviBM
J5NWph52xqB6gXVMS+WZVdEYPoaP54CLZAxee7a8u67Yp5byF/EVkql/Hij356yLv0UB/EW68/i9
j8fzh9+LQrztWEgMiEb8BR6/dBPH8liEzxINDHhS56R1zUeQVa4e6pQX09oot+DKe/Vad+uML4A4
5+jLz6OS7bPCs2YYC/ppBPk/quaaVd3KTN+4eVIK7R6863n6/MM7/E/Uj7L59zkGf3vw/xDgYVj9
QGBmNOzSeDOJP4n2mcXv1HQqvV7CBBOsafVVSL/GdBy+JDZCobuMZzGZbWs6WvN5tBrHyI7CW/zJ
/z2mGeWCaWUvyftDJ2zr/MbwJLUGu8l9GRTOQ6PkFC3U0235Xv+m7H0SgAsbhi/r4lC8tzTltuqD
QvObFfhZT3M5ubzem9zFhX6yZ7pjhx6wYzd2BCdxU684CfanYed26wWpHe2TvTw7HWKb4FVjrm3I
VD5P8nicojWK0kB606tjlj0zM8RbYijPab3Yo+iN2as1xfCTYTMV+K3BDvQgdU5IdMyQetGds+07
I81yy6BYi9GG2PUV3QUmHZ2BV8kfX2sB4QTHjh0BCGQUIbVySecTgKYycAx9nTVP/MKhsLsGA2yr
O+ABExxC2F6xX3QvdbFN57WiraVqrUdrSV1Pw7nuT2bIybcSh40yfOvl7MqC3dPjwpt+IKexmM/X
aAzgPjglA6E1RvrqM3L7Z/hHWkrLeCD0AW6XnateZrnaFb8z5MzKw2HSvQjq4XHb7WZXbU7WY7Xs
S9syYn2MH5UpU/w26rotj/bwoX6JX71ig+EtUOjqwLDahFscrGT2qrhZrpMBTB+MISjSL1af5icJ
HG/FquWFbfWNQHF2i++T3Pm1Jb2OOqqm8NgGq7l9YtvksFuA5Vu7AfQ18slb4RD3QHV22EExen/o
j5uA06wyzeV1irzJAN4DSdpWDDdiiWbsgAEqLwv/sTxKJlLhtU08v/RUKkp61PVtZ71QLNe+7NNY
bxQv22bP1lreaj4hhb7oUfRCnFRX6WcR/ydxxg/94D89ljgS/3g8TMxPo860+p1wy87Btt5K6+ik
HLWDsi2O07HYFgfpnP8nIeP/IFX92+f58Tn/w2FE2U+iE/GHu2Lfv9TH5jzdyncAOSvNS47NMX+b
b4XXHMxj+f/5Gw0UlX/8jSQdABEC67CTTuI22Oovy6ZeRaf0oO/Nk7bNjuJeX8uv5lF5+o8PLUb7
j5/9T45c4x9ieQbQ89IkIUZSTugHILbAbqCuk16tY7ydNvo2e5rYTQ52/jJvpU291r3FT9d8BLaN
32/5O5/2aNNui731BYt235y7U+UjJTnH0H8ymJ1rpilYeZmhCGDFwMq6NVC/0ZfxFsvsvhgTO7EI
7MJ54J9yj86RnUmJhv5gsTL/pAAcL/HkMkSDkFrPLlvJxJM8sCUGqx1nfyz9C/yoCTvlTM6Jo92r
vbzCc1VP+25gK0gj71fdSoOrj47kaI27oN1joGFsxeJo/p0LhEh2+wLNZP6dcmfpGaLa+q8O0DGy
mWZcxAM9GdtX86O+1kdr99Su8N3SSAOeYJqcHqjY0TYi6rg3wAzO4KPZrQl2rOEH3oYbfsEJxQRF
pMdawnQrbQVeHYQgU5I8cw1UKaFvyqs63/b1j8XpW1a/1j1tv7LqrVNe5OI3FDeNsTaT9fQlH8ad
8IYeS4OUBYR0lUOpCtc9aRs/4idg/E382xKzkLnNV/i5vI2GPSQMZuz8czqLF8SAHFq7KX0feifM
XWJRBR0wK20AODk7yNYieR4BbFKPC6L9NSCefsVHQBHrcF2/sPi31Md9RHF4k6x1u5t3AG9weFzF
q3jJNtGTcu+91Mbpx0cyO5Tr3mGY89K538zzXd0HO3Oyzrz60sjx6Fto5mqH6NhMdgmItRjSbRQ3
89NVsdYOjbfYqrP48uUhQ3JMj6gYLz3iSBKdag+2ymdY+Budd6HLVNeJXd4om5bQThxjk91rD0zM
C7PKh5TCZTumeuOBm97G8AKf/euWp1ht0LJiV+fid7lzg159nU/SMXxv01VnXUIgv/MLukM7fCoi
YPNZaYssIYtP8Yeo5mv11rxxEdT8ST01WTUkPrdr+BCqx+WpeU1ua074K/rkXsXP2U6HJGcOG8x/
3RMRRE50glJhl8+w9/hWfoBeOCxlpKs430yG4RfxbI7cSq+a6StXhPCX5iM5apf6Ll3mExZujxPa
U/ayVzuMR93OTtzFftIdwIdX4W742v7xYgpO5ATb925j8dV0uU7hFn7kpwfSjew3iIV+/6T73Sry
5nXtv03O1+Qhytyn3wlrjrfuIz5nx+DW34fGmXhKqFDO6RY8w+OngXfZLlvuWS6G7tZWP5AtdDHC
ajxyLiPrFunWJ1jewoWSoduqviP8i64XHaDCx5PdPOUF5qEr193EPRgLs0o1Z1u25Rf+sOPTpn6z
MC3v4gOSuzNZr1MpOhL8Vdpi3W9v1UHHyD2v4F/krrAq93wSl1UOQsSrIhDDeyJljuElFl7KdwDo
+wEUChzt3B1/R/KbrM3MhS8Tl7FqFV8k9kfxSdzFPqi1TvoOBGKNUMpPqJb0jfQqvSpr1es2qmab
q6zdoNg9Lpv+WB8xzL4Iu+U8XoYvWbPxd7cRGjCXT2Q7sx7zZRaTkAu+6CSZJug29A8oFUW0qkHs
Z5tYdJgKx+wlkBaku57tVO+200VT1k27W7qzTHINA37ET4hnjMyVFzC8Rzr4ZTVJ3jhtq9filu7C
XbdvU7axL7L0VhmfVvquC6/GPVzSt1Y01qwpgxhsNEEe7VM4/wJjLhIvec4uqHKeWnZKEEu8jggZ
E7bH46Qc18lhQq/yaUU2Pbg3M5sAi5vZ0bdwH54A574OWZU7ZV2/l3K7NxhMVjIOfPkBReWNZ671
k/+Yb8ZVPovn+ZSjxe+p95hrfHUf4Vt3HS7hvWbfPHYrUR9YTNXQJ4F5URPKXl/X66xzgvg9zFYa
ekOGBkDUu8iBvqA2myiFdeXGlFDNFX+4093Mn+4bKARVc9w46bDvj91JfdNvFDn9fFcFfUPmDA59
eSOhBXvIrSYAmB9xfBqGVThsLJksJV+9lt+wOYdirbPkuZkv4vCZtt+ztBHu+Ut3Vy/Iz4QBDTLT
fYpbjO/WJ8wUxbDxAIyPFJ7cqSKnGl6W3g8KP65AcvAaUn1CKzCGaV9RCod6eLDab/Q1WgpNya1G
MA+49TfRM2BLr0RE1L2iQj0wZV9mhj6OwCGrOTVRmdY1l/wi2CnduZb8Cnu3sKIzanZUz6w29T1q
ulN9C3x0T9ELtri+QX3n5L1TPLQ27pAjf6PUY7GAEoKBoBsCZB52TCpgX4+qNw3PS84VxlT8jbsb
Ty3Yq651Cb7Cb1TkBJZFRKWd5/yNiZ4d9X42O8K8GVQfvhzMOarMMVyJDE4kW+GAUOz8h11U1K40
6bpYF63bIbDmnOM9TX6BTKZned+hZ7blah01H4qyy4J9rn5aqh3QAGpoP7f0dlLzjECWcR6s3XGd
dk422TlOfbaPpatJ6Ip2U/YpAenQZW7PhC0UuhOlLznzcn0iDumJ26ZBAdP5wml+4Wy8GB3DNk8T
dkp/1PpjekEQeE0/tFN1V8r3DC6rXb7Gt/KkMKYJbal7YSFYblp3ukrvZ84kr3Oq59gta6/CF6wR
rhABEoC1haCOu1PoQCjAHAyAzBw7p1QAzI3E7bziat6FkgT0bXDEzcxdb4Ui+cw8OpvX82dYXuSb
BvsDPBfkInssnvobUUI62WOv0kF8qs8yN7PFYc1P1zFBhJ/t6TJ+KTPHhM1FV8fekG0QIDRO73NB
pl+lp+0TaBKvxpPpt+cMKc4KHkZAm9DZ6a17NwN8xr4gr6xqZ6hPTbWLVYdYJiP3ejdt18k6d+tP
lSHfM8YTc9ffikv2IwCNPXCFs599hJOQMPQZ/yZ7aFksSEhueY72COuPsHME9LmaI4Vr9P7Ld/1q
UZOh8KgehY0sE+8C3pggLRuKQOOLV95mE/iX6PzPeDYB+gXpsIuDZLQBxNpir6x1M7kId9j7z2jl
uQOk8N5dqwcSekzaAzJLO9g2tEtt+yJPLsFJlT8KA+b5wnvQksSHaFGwVeFNqj/6LPPGPj+gqfRo
py3pDuDUm8rff30w9u9mjf+d0ez4AZ3it/wvMRpjaPTvG8sOJVlhWfzx93MxvuV/z8WsP7GogTQl
/5/p11/mYsSUG6qCCk2RJZkJmM6Y5a9zMY3h1yPA3pB0g5hRA1/jX8diqvQnzSQf12SiZsGvUP8l
86IsSY8syr91SwigSN0k1VPXdI1HgXHq7zu1oBNQD4lGfojUCO6OoXZclJiN4KXWYooroyWZK1Zc
varzkR2SbHGtLTCpS05jUxaq5wT2qPijR5JpnqCUEB7T6/P4Kde4Nj5SKyjFNRoYVf9Iq3aU7JIA
SOg3oB+WLaSVqj/DcksL4Bdq47Zyw4JS6LJgJdaJOEbQ1DoIsVXVSNIZRROmFGRNeoswWoifslZT
nEQDAf7UtjC5znonF/lesNTsOnSDLhKut8CQCYu0vYCAVV+gryUC0mAtKV/VJVHy0EUH1K5Jv9FU
4vaEnJKPNa6hYAEY2zw+SGHDakdP/4whtgAz1tmkY85opj4JbzjBDcQAI2Sxb70SzL2cSGCAwWEy
EmEFOnDURyOhkYOUodkuiq44tEjZ6FkwUSsQekZxTtfLyPx0lyNqXzwkpHl3z8dUNo4krsXRRm60
skXeip/7mxkl2x1wMxjohH7M3sOlesA6YmE8SWjJ2SOWkRE/E3+AOkHUQLPKJowIHbToqsdytJLy
7mHRSWT1aRQ7o/bNPETtj+sAA1uomVhjtArvVjSlhewkwSiAtdZY9v3EyHKpkwq1mNyCdLgOO2AL
CJTsG5ncKD02NZOLoqkt/5FCdAy7npCNnJmxsteHMYEtMkVSLHoV8LXHWI2wAo7nmHC4AHROA1Co
LMCywmbikV5yRa+CrQpSAxR2LQtrY0romcaSmosrj+Y9C/GIycaUqrUHLkbob3luotjuTSOmJieL
oWzOmlmFKF+0XH1cLN0AQMIFNYXgwbbCfKHEas127I6ZmUvpa62ohYapLwD5b2IuNtdmpEcWig21
N81v6JSpuhlJUpg1Op+0mu1hJO/YlxIp6H1dyDXDHay5GznfzW6/SGxT3ySuBOV1rERKh6Fo8p5Z
0/TYudqwELXCK4ZUVp4RKokUuW2X664VGBSz2lAE+QYJ1xidQfkopIoSrymQxjHkGg6HIpSmd1WJ
ECIvFdGeNxa53JznwkRXYelhEKJ4Vwl/GUV8NmsriNkQFxNzXG/S5JiqWywIMgn6li3qwC4GYYbC
Ylq6N2ZfoDtAcUE/K/HMZ3fK2sriLZczNTmIRoOmCedTaM65K+sSWF0dXC8myq5KiAV0VU2dGvLp
C8I/iKdDaIzHhkUpRwEL0FazXq1BtHC2wJSK5x8jmkrtszPUEbUskPtUlOwE6VUIQKAetM6Lk7LS
XipzUUgQE2bLTGmm0TAbh4iVoGBC8odo7ldsl7puG/cPGPy2Fww9Z52bTbl205fYnFbTPDbKe6XM
dDOK1XbEkYGE158CAIu0IlIHP7/LrSF7HjACQbgusIJ6GSp7YI9LF1wDEWo6EWDs+NbktKJfDBQ1
L3cWBH56xFmLaSUVwbDOYQk3zhkTslrhSJsea2ZVePg5hRxJZCJAwgZdUzMHVtWnXChMPj1FnFBU
x6LGktVoY+Wum+XMwagBRlv1M2awOwE/Agu1QVTpY4JqvuvkPMWreorF+qku55kSFdEk9oC+VO85
+gu3nqRpo6aR1eyClMi2dmoBiKNzW/ZIrBChJTW9T4FJSlvpJfEIqa1KolBTKMTDFcpfea/DcDkq
JaIyQh+snZahjG2tsgFvyZb8pLLMpf9ntEDIT0z4bi9RWEdVRTwSsMi3cBG6txRjwwbEF/axMoNl
sR5HWEEiaGfaYb4XM5ZJVB/Sia0+SswVKrh4plQFJ6jOJk1nPoQvJigJyrWMxQO5JjWstyW9jNLI
Xh5F6j2QYqS40K/nykd8O2kbAo4JQgy4iJVTW8sVzswIQrg9z6No0jc02kFNovIzRfJ3Tyc0dUy6
6vAAvjedbzKZaAedRaMtdvVcbeYCbQDiW1WcD0Hbw5h3sAma7EVx4DGCrgJBP5ARjDhA7+L+VkqW
jBp/bEV+lKZcZ6WO/EBGBdoD6mMuAUUOdhLKf9BdEIzP4pI9pWnPSzILxhPKH8m0wT+JXH5RiKgn
AfGIL7oR2udQxl2DrDJOute5HtOXUIMV5PEcRCewyGVwwlCtDnUlzW95QZrhaKT1CeMG50I4aijZ
pOgK3FbYkmYT7hEgcP7AOdvVatEEN1UdhN1MdB/0KzTYhxAi/ejUSEg3YyDJ7aoVEpo9FFWkMcyK
8IYuh+lYr1pYKHqdtNLOPIxjNG+bFPEe+m5UwtCt7mZnkPGHSavZYfVdeAZt+zzMaHX0ZhYOJqAt
Rx41eaermGHQ8HKRySlYn9lEaEnoQomqhMiCuG9ErmW2vyNBR9+6UK3jBF0nUbrppTHa5JaOCU6F
KmG6oeDYwMHLBAgdrnlHGZS9ycimPAgAXDvwobbBXIVv4tLSZfTLeJSnbN4FI57uHOftRs24geDx
jbcm3jeaVumxdiN/FeNA1pcukktmW/FgXHVizUCO6Ug7sJfpdtv07ICMnnMjxfT+oSamij8Norst
5o2AXKbquUIz0bohx01O4lQlNpRZczcmC9rzYmYwinvoORYGgoDzgMGjkVhHfcy4LHtZ+kAAx2GA
jOJGJJpI7OKQWncZhwwdSygdDTlJN3VK9aR2C5HTpWId8cKbH6E+/6QZvPcq6AykkKq6Iuekx6Al
s5Jgs3nBJob1IqbPBlXIGGuQBeU0IDE8ZjFu+qrIznWs4p2m1KTzI+YioJiyK2kotn1hWOuB3Jod
hzFpfeEcrYZSFf15DqEJkqawSySCh1je1+bOKqN4PRmD8dRKIQk5YqvvcdsZFwEn7aucBsUWcgFm
noAxOB6Bs1qA665IwfZ1vIav4dIBdBexrBKXxwpAlKWnslyO84R/Cri7wsYNNv5BtyhJu35ZJVIF
lb5W37Ru+IqAt69CXQl8I0uSdSsxo6gf4LdUDL+6AW+82SCWj7mtrpMciE9NYLbX4gmEK1pvsy4W
91XHJsFS8vMMVHHTGnRaVZwcDYUYl1pgI7WYQbVqjbHcq33x0KRHj1luXYfxmWtCYVkYw1FYGYGk
K+cySZuj2gfhj2pYybsCR+Bq5Mil27LD1KNH8z4Jpoq2nLvFxGFn4o3Ly4hk2kVqXmo1Yz2oqRYv
vnjGoxTyjMECmfKD3ctJ45Kt4aM/iXCK0VGnOROnfBkNKN9W/q4syqijgEV+BIRZTc4hQZOE7nT4
xCtqwr0S6NquXPrZ52YdsrIkVgFnGiYVIYoGkylRY+2ULFo2BaE2tPj6M3Vvcu5aQGzp0GfRWpmC
xxKwVmc46cS2y91QHiDOkW6P0yZFLYPYwA7qQYGnOwUoWgizhUdY4MyJfgVB71YLaLOQ/521W5e0
uO61QRA+enQFuwC207FRwBdC/6t6n/sro1mAzF/RzOJcNcUcaGBTP3NZm04zYd9Gv8Rgd5YsN++i
gHaoZQ08GfKx1ZEdLhMD9W4KYRxp1G4a5dAKKXf4I0f0AMghE3SuMttCha5lFVWUZfRDVIUkJ9kQ
7vnXqEdhHcXmrq3S+HWA4k2FjcCx1JXiMPGZw8/DXKxQ2w1m0sC3wFGiAVQYy4hYsNy2Y6VbZzQW
tiDr2ns41IFP6nC/w/Ui+tMwyG9otIeN2BbcO/Qid0Ni2H7JFziC+JyRV87NIS8gmkYGXkhZ7XPf
rNtpJy31qVMl6VppPRnFWWpscmsx73rUPhcRTAOEaNZCvDcD6MUUA7cWin1J6bUJlSLzRdEqVgRx
wCkRAvVGFEi0slgh3yS1vvdprtl4FQK3h8OA5qvnwJmKhM9jU7htNCmEQOfNNQyTbK2ReowagFi2
KUvaY12TY4roOJjdhlACB1oH0YqQ7jw5tB6mdXZTXZBP937s3msrynZaGuuwBXOdD3nx1qHGpipc
xJVFDGBmm3jCxocMUnQ7Zan8RB/MPbgUaRfF8bUbpAd0oQwYjKdcxHIi31LLrJ6KGOldiNLyzvH7
XuAuwRgOY0XVqW0EiZCsGsOY3pmKj+T9gwtsXotUh54+q+V1LiuDoF1e60ZhaDrpQXqWLAAs/VDk
BzzaqksxACR6qm6qoTE8V9R5q3UEjInNo/9Fg/ybgcSyF2mKwEswYBRnxk/5QGAEWtnoakwMrqmH
AYlygNlhrSW7IsuEdZcoy3peGKq3c0UugSIj4QTbGBzHERWug5Un8E2I2lsJpiKLJ5K9mdIxmrB7
o8GS1YUfIAiqg1mN6aZo9X9j7zyW5FaybPsrbTVHGwB3qEFPMnSk1iQnsKSC1g759b3AelaVRKWw
jvEbXppdZATC5Tl7r91vBDyUe275iKo5ZszDus+4GtFcGsLxVsRlcBsUrnaPJE7uJgSc50rH3AX4
Nm+J3EEqgOz0sdFC78Vr+/I2AhkDyabniuxNGUyV0dK+KvyD2zhFetfoKsSV7yc0a9L2Hkboj0Z6
AZlXZdJRSqhwFxYRMEsLNCYvizCHayiQVDu9YLgjOwGWoyviAzFL+SOX3e7r6I76jQ8k8jyRpdhQ
Yc+um9COj2PBISSdQ3tZHbJdAwfuyunzguLr8Cy5Fzx7RRR+c000v3SbnQ1Tk9YtW8wmsJv0CA1W
3hZF+1AY6taoE/SgXTyce/pQvSBvnI5sM+3e0Ev5NWppos089eugK4anksnyXJKkw5Wj5lQXhi3R
NrX2VJFFuImsJr3MYpbdmnv0ix1yIHBHzN4p8IHOkd2uAIBwDgmB2qzORTt3w+QoHAezEYifbEDe
PHiKKNfMJEzSR/nRiML+wg1lwCBpkC5FZFO9U6zDx1J3x0sV1sAX6JlMlsnaGYBkQaFYrBDOnqPO
JP+MIOoDZmaqHbjp18RStesyEP7ay40reCX+JnSmx1Lk1UbBGWGVopwQ1eqaBbv/NdU27DojKPNd
FGATF7hlVqUkY1JKyzgQnXQj09bYOabsniJgwRujnDcV2xvA+pJ2G7lttfPxXzwUnn0bC4XnAD/+
gZg3MklrktaES8Z4VIJDKBMfv7BBAEzRc6/XdL29qR0HdGccWzT3+9HLVqFR26g6g6omLS1NSRwT
V05hzVMWGbFt6C+V7gf7AH3/mc8vcWbGnb2P66jeT05Cl7dCl4XCPj+wn7fnqNjH28lzolsfceY5
2AXunoaoOWiE1pEvnx+zpnSJpykrDp7mg1U2YuPpSD+NxDlrCr19AO+X0kiItAfwy9mdrmNZA4rv
U3iv5Lc+GadVXqYV6aW+dq5Js8FWqdvRvnKD4LrBcr7DLPcTb1h4DtN5JAWBPE/wnOIXKaVi7RtF
gqWTAuExzeoe0SeHNqg2YbChaOmR/8y1Vk4kMydOK7+Y7lS+pFNFL8yl0rimbtOQHW1XN3Vd0sXl
GgTM2Enm7lskg70TJDg5KHx+14k0opuhWRtYpzbHG4xjRHMDeK/GujvqHKJXCqrsmvAnb8XVNT+m
etM+Z3E907R7+6aBWbBLDSySumP5T2zJPu1WO3mJhY/Ea0KaW6A/5CxfxOc6BpR9p+NB0iKkrJUr
ctrcLQIITsBcGK08vQgjvTuXva3vqGYZ6CQm7dgb8SV93G6TY7dB9YTth/yCnLjgIJ1+EeWgY6j2
eb/NNGCgbIOv1FKCbTPhc0oNKnboDLzsJhoig25e2CKvaepxbQvrpQ5LUrx70hmroeQOXUzC3Rge
8zaKq/wLCdzjpV62yd7E4boiKUfdWEMeXY5jzkwdckT3+ZhvZRkin/at7hs+emT2BhEE0P/d8Xog
wORZ4cTY5qSDPUhSBs0zGCn1ZYqeb+WTb3ldjWLcsYEgmULh99MG1eqfKfgLa4xvyVey14a7JnZ/
+o45XWTD1B/MkLLMWYllaudkgbuNyGPemGTrnc3X+0u7ps8LZ6HbajmaXzvQ3Jp6Tl/laMNzdxML
TbulZkodzLT7Wyseo/uQvAiEv4W105WcrlSY2xE0LJ1EQhsSEhY9SLD1pM41+Ch3YTsNF16CYyQF
YXDW49fExNRhf9VISduqnN0QIhheVe7t26HsiLKwQWNC8cUUOaN0mtipEehMCWE3lWDnMwW9FBtp
MPdTONZU59td4qr+0UD+jKdbCA07jws1oG5D/xb757jRVDghZPHmMmcCN5I9SWhQjjXWv7m2S22C
go59wP8nwzWu9hJvV9HWK7h+hDVahrXBItDeU4Yfqn3jDoiAmL6ErcR6ujMDrrWTmalDQBI3l6Ow
3mD2Qh0/Ol3z3c5APnEMbY0XrVHhgz0mREqz0/SPc+4OpajC3dnjAGjbQA6oWzMfTNYDp+jKpvjj
Dxb6aqKsY8Qp40sfpOZV23PeNEfJiVJzh3u31dNNhh3oVwHB6KceGZKP4Rjf0Mlq86zpbiWmlYuO
SWxwcceA4Nqh9RQU3NQhx4lrvXI6OupDcLBtjfJ4KykYGzopbgQti13chnhRgaCQp9zcQnZCuM/o
5J5qEZ5pE2pg++a3DIgo0AMOHV2g589NN8Bfblqo4RWRpKqaLvDOcT8hAJkyI/E25MnuOdr+cqP2
QoubckXV6Idbw0vjB8dG4NTGzYQXAUGgUSHp76dtGCc6cqcpgdgAsoW4zHprMx4x83eIpUbCrgFg
U1pwn+TAgj6wuXJmKRHoF8cymjeKVLs1S9qQHF4fOhvtCdrbINC+4lzh5ARN72sWVz8D2D4UK1yD
E0hMnIQ0s+uRdMVZvzvcc4yoziTFTHr1Qt1rDV7vM69w01XvJ6iicMds8eZz5bUT7lV2Vv5WqZE+
T3G0Ny0WTVtQFg9bijodIKaVVkQR1/5c1HT9LeNlrFguuJhbO5bt+0FSjxA4MtcU0y4nVXEO1BvY
3JBAbqMOXluC24yRrH+p82B4qkKh1rVO7CgFc8CzNZWOWpuim7oPy4vAsvxL2xX2pjLkHTX0x4pe
77bUtEdrtKwr361o7JMxynyKAIUP7g0hJ+eYnIYryjYuI427KLGQlwm8gx9KsiC2TjlsnJiKAt4y
rkEYPg5lwI3UHIlak0PfbRRJS3dunLjfDANIfQ8ydJNjtz7ge26+ic5EG+2bJldtQhgPGIXvRUKO
0jQm+N7rqt9KLnt7fyo0SiijuaVl4t3YuFLPbSfzMZIlznVueXNgS9fc6VaL8q2M+7tCMin7yTXO
QhmoJz9G/MFVCC9vMi+yMgFGkxk91TUrw05BWgFg8UhjElem2ez1Eco2UQ79Li4bjN4t9lEigeQ3
16DAWoxIIHoAZmeVkWvfG0oCt7ajEV4OX58/Qxmt0MvmJgB+sWtAOV6SYdE/BAaw0dn+g1JWRFTR
Rltstan6s56H+wBM4k3vhu0GL0+9hzdvPdCIKnYlBbujEk60V55NiHVjWYfMoBjsF8lFb0PhGVwq
0rIgotjQM/+iTvvp2HYcJnO+1q/JddDj4dQGju40Z3SacEEagbcZCDe9G4qQdS1u7a0W9f4jym8q
tTHoxGkMUbsYU90/OIhDEUnB6j5vUqG4S3TMhG40UFb9AfP50rqE4TjqbHQ9kiECA0eU04a+4oRs
o3qDuMrZTqvPTJo1lzTBKLoQeniVJpYZbMoICXVQNF8dJYpbNhLyggeXZDiXXWUjB6pI8Agpczet
c6MLl8UBG0JOyLQXQ8svL8mLoRant1fSTO59YE03VuMb5xQkfPIGQWUAuSqiK+q6xEFXbfSgyhHT
LzEfLGIaCSzCrWAJtFTX8adFD1Gn7ls/za6LyFNXfBHOR43hc9ZOhw5KgkV1E4pCwa4/FrsuAiTo
KTjKXYmtFr0RN3j6VJdul+U3nnLlixlqVDwpeQx3sYyAByoXSgnWrj0B684FXResiW4L0h4P9Hdt
bF/ypEoAleHRfaIwFQfkAdjhtbJRZlkz+a0s2QpxBVn05ApgA8kEo517k7eedACBtWmh26D4e5Ya
fXyLXxTJRsBJaO9W5i3Uif5HlZEsN3aeRvWs/uKZXEbOdKsi/7dtvhP53h+43o0UIzkkOV56izHt
hny74tK0OO2DJERxRU4A2eViGoeNiQEO0Rl/iOJNXUPfxyvbT0ix85n3zubnl+UtTeXsLq4Czv9e
IsUDF3tbXuRZYT+PsePX0aoKurxYNWybBtqiwYpWJpA69SNTLRUVzezpwbhW7ADBcDxlfcmrFjYq
djFZ7QGblVywZE3KotVG5g8M5x5NWmXippedwbkw9M07cHZmvW4zpw+2Q2H05XawOpS3XmQp/YxW
BqkaZorDN+hNcdeoKi22DREtj0XNDk+lsqjWwzDmN3Ti8m0x2MFRow0WHKIqjxRym8Ye12SKud9a
iVkOYWHPf+ctFEj2HuIW+aGfWxUgL50090h1rL1lyaS+YLgo8rTMrFDsVOm9NjbhD8fybrtycr6P
NIc2ZtgTf5S7N7hfqUOSkJKuG3odd1Fmi55J4I8XRjGBFcmNRjxopkmIFrBjdSjTWrYXVuoXv4pc
9rd6ZzHrO25s/UHzHeu2TgL5JQp7oR/auIxvYy6waIaISkLimLrEeE5e0V3JvgsnTGlh5T0k0q2p
6oAps16E1BBA9WQPNhvpYYwnso62Ausv19d0ELxEgJZUdmwlk/KqCZVGRQoP2D35ESCIYkfq3WPo
NbV2SJUMwh9Kky2XNI3RQ1bXyBWlKX6bXSDjvS15r5Mwu+tuDKId0WcUb4yuyb+ObF5bO0kQk2XK
QqlXwLtDGNBGJM1EUUflVOseIluztrww81xpeo0+DFiJnZo/Zc+CPi+JVk0gFPe+au/ipruyuCoc
BtW33znykk8o6rnL3KRrWLMKDmGIXMpKaogxVIuLqYfTWcnpsojI6KlNma30Toy/PTaC+8z0SIJD
VmA/QgSTt9js8GNAnnmY+t591kn33HhaBAKsT+jkEv8ZXoCygfVAv/pHYZXQR8iXYeVqRb8bK1q1
tN4tgoEAEV2AR3epelVUfvG6UwJyul787Joq23cVzamkb55l17KYiupoFRWW+CZrqgc1lOUZHnbi
msNUXzfNfLwCIvi1KIaXoGyK88g2DGSalkLp6AKn8OGUnUUBp11WaEL7Qg6bZqwoCde9fdT9zt1V
OVO27zj1ZoyiFQEsxS1R9eY+1OziEgAiQ1gjcA0mg8rXtoFsweRkcBkxKw+ZYzynQ2h+w6htfI9B
x21x2oYPQzfaV16Nfq306KVUOWl1nSQv1Jni5MFJuulAb+aeY7eJGJ7g4R2aBH5igq0ucSbTxWo7
OAoiEu6e0e/ctyRkPtoIU2/dorWfMUOzzUYQlNetVmKjDjo0DBGhTiuWKP0K1YzABlV0z27ZJA8B
WVeXujl0a2QPxaWwxSMrkvkw4zOPLVk+6MkUd1aTgDx6hmIO+o3n1G5TYciey9OTbRV4q9qj3jvO
vZa21mrsoKFW+s9hDHrgXxFFB4Nq6zHXJ2iMwvJoL0bGxiqgnkHSJGk6CXJUIRTiKrpuZ7qhE1cN
+TchsWHf6HZ4SLDOc+MWlb2dWLxWA4vuU9L701Y5OMsD3Jvz4hicuZ1t3pHhWKyI/iweRkc4IGk6
bAkcbeZJl6RXVYEYwLbDEjqRYHoFYJlZLQURqhitL2ujMjcUlr7XIrA5huKYX6VuPawC1dHcHfEG
FJnV7Jle5p5WtQWTiEN8ykAkVXVy70bX9zaQOUA72livRNs+kRoQ/VbFYLiIUkle9LrBnH3Axfeh
msR9zxKAnM8zHrpcdb/RKQy/K69w9pkG6oEW350UbQW0wx8uNJNpRuDdXWAaN7HTWo+R52/YFaCi
miI9JL6H3BFto2tWKA75DLBSIChe04qq1pqF/kRoIjmb/ax3cTzizkmHH2MSvnSOoOgGRw6eaJo8
2KQGYzlrqhvqll2/LWsOF35jXAQuPu2NJArt3BsGVMSVLMR2rsKeaQ4t1oj9c1+bOVijzmnoBg/0
AoYBFqAugSclogjPkyD+4oZhaKyQiKinpEipPMvEemBoIEesZAKI1rb3BI3j0+oqPlI3ORct+jGK
fpa5dfMJAXyGplPXJ1iaXSZAFlcedD3op96lJz1xU2XxDnZvvR6F3r8w6rX1xAntPi66ZKM8FCch
UYmETvv9HpoVtI9WyZeBnsHeFjObpwNFi1M7L+8DLQnvaRX1DxY1+kPU+AjuVccJoUpwvFhAszCn
Rbn5XNBKIMvH+6I3vn10fE+e10UnMTMH4S+qH9RjQzKbjBWbUE5zpeit8GchM6wRfpRN+YULg3On
kvpA2EXsYKeXyfWgBVNzgQrH3gYR3vdtE2H+Jl4mxi+NTY1RRruqmap7Rov/VSmw52ehCsV13dqK
cp40adxrIgTxRvN4702mczBmkmuiSXuv2VO8KkWsLmw7aqOnDPDUUZ8C/DVube0SEgU2jWfiF1Oq
voTSYvm7mnbLCAFIz40jIZahJFyx7IMKlKXEYknDNJbrzgR0dJwqlBtbOiTIwEkvuCAiFaUzVMAa
asRki+hrrFPNxi2oDVG/UyR9qt+Z22L58w3UTWf9mFbxrQ1OWOETrKwHp0CVtwZL34JG6rjU6E8S
s7d7aziEOF1ogBu4qdPc7aKNl4EtnyhbEehzLILB0h56AT35sk1QHZ3LTMDKxCiPX6FOwkx9V6Mp
tWu0ZGlwSyu3h4dQSal+jNLrEmRgkaZlXyat8nFVGC6YR5Td1OV1eEFEYDrhi1fqRvI7BOQF8pDQ
0jXzadpbnGCPrVVN2dlYUtaQXZWtbQLFr4hJmVa6i/I6orh8Tz0GzreBtPCcTM3xSmfO70O3qcPD
6JNXtFYG6pnBK4ONUWXO1m9RvXeR7q1bXfr3CvFvbs9Z0ehwAC1dxLTKf1NLqr859iheLM1KHYpn
pp2s83gcflGhGH9OZW8cFXbrl84Qyjn2WVGmN8XIZWuba10sj0NRMebGxjJ/llGorcoCY4KDMoqW
ja8Qc/qJBkDC6sffdsh1iRwXGOTDSPgoIKXOszYD7SNsHa5lbJXLnSgL2nJvsZcMm6yoLbbClnbD
ndJ987c72N2hBhO1TwaSDwBa1KNPiQIhZgF/kzLbrUUEoCJb1iS7eUVTAiiwFZVFsFZZHEOAAnYR
mV/ayoDfvBqMZIDcI+uQahoEvrrtHrTELtLrjPDmAFGcGJ22uoEMM2rY5FJw6lxAwO07VzDUneTo
eh4BMkHZRxyxXVe1d9IsybNGXqhbaPbRiQSU/MMWdAUvJoyK3RgM6bNTm427VmU7NGvSfvorStp9
o3GFIqz7LhS1gp8SfKOR0H3Ni8mJwcjMUfHCo4o0rg0C/ZpwU4wyC55ZHNPkuWm4fJE30qR7QjXr
mTRY+CS0d55BXSHXoHCf6SnEVO4cQgRq07lF3V3HZDsnD2iIhMIpUPqddvOPWYn8/0Op/kH38c+r
+KcTf/2iXv7rV07I5TgDF/7nH5cv6Uuz0GTP/8e/NdmmYwjJBme5QAFQa/9Tk+15/21L3SasyrEJ
hkGy/C9NtvPfwoGSMGuvXXZ+w/h3ogwBV5ZlGvBWkZSQOeNY/ydYgcmff6XJ/qdP13ZNb+EKzjsC
mEHrigPXwwgVJ4WSM8Q0BEOMLYACotm5e0hTe7YHIheymmoQIoQqOUwUkInx0Ao6fqqmEkpDLe3p
AFMqzdBNhEqZl35puC8lvNdDqFNT2fhulq9GYy7tyT5SEeIwriqv3vrNP3Xk/5W32Q26P9X8zz/M
v9O1/v1VFpZjL2s8Um5byUWRBQq+tlv+ahx0sAT1anLYWKYpcJ9xc8J6IRrrIqhLoAeQrMIEu0db
/qKe6T5NmV1xVCRh1KVVp/zgjLzm9BKJnvm111z3iunmfuO3TndhJLDDCIBhLy4CEiwsXVZ9HXvl
QlPTNSAPrryYqPEdP/6Kb9mN+bH+2JBfmar7XqFcs2LrgKoydc4k2tAfpswznUAIU/sOOjB9tqbJ
wcEVeO54lvklxOaP//bf4v1/vd0/mWav/vZg5arq3WI6AMvRbjzELl/hFflfuqHCpfPx33jLoj5/
v6UxQCvJW4FZyuASww9H4BGNak2/d0YrRKoVDenq4z9kzsP731aEf3+b+RO8+jZ57IgohsB/iHh7
vx3kzFgna/1R1aZLBH3njHuAXoK9We81HH2ec514Axn1OE71R9er9Eeja93vlBI6KlIJEAZXSbgH
dTlzoTS9GTcSpcpPg6rkhT+kwM8//ujvTFh3/n1effJCD0MwzR0qpMja5d50RDT7iYX+vUfP//7q
0ey7RAqPk9qNWJ6DMN8bSfnJyH3v0Qs2CQGpVGz6Vu18s7o29PBOJ8DmtBdi/v2pvbAScSgqPnVD
iM8IY7fAOPMvc80bK8p7H3qxNjpyDBBo8OQkxYxNsNaY15vTHr1cq+xUSpkVamdiMzQFV0e9XZ/0
6CUHITEHc3JwxkHc0IFyxPT7xk+mzTsvZIk7yPIMzLewmp0HT4SA41+1L097Ic5i6qNKUJBvkbAV
rve9IGSGLJ7Lj1/IOyuXs5zrQ+9KSrwMECT8dGEnh84kVN6HgRyof5rR3oXvvPdmFrNyaE3dIHdC
7YgM4M5oycp7ER4Mso+/wnuPn//91cxMY9QyvcdIzEYPuAB3JtrSFDhOe/picuaem0oDnD+dGqQ3
8P0Vuv/THr2YnE0qs4amgoK8ouOJnSGcsro/7dmL6YkoDH7kECv0Og38RYt86W572qMX09PNiXXo
KIXv0OytCx1xr1Z/8rLnAf3GzmMvMCWTFlFPURmLStKPz36WGHu/TryntEOp5QRWfBdQpL446XvY
Cz5JTXcnCSdmVZ/VUG0C9DPyk+/xzpCcT7qvh6Sk6h6YQcAr4hoPHXpnhNFpo33Ger1+NEUeLlVe
3exCwBgupnEcyae9j8U0zUpfmlHdNDipnSeld19sQJ4fP3r+cG/9rospOobSd1xVNjsnjK2tkFaC
6d4ne8iDFwK5W9t//Hfee++LyRqbHc4P8rN3HtdALo3UzVtHG078VRfzlXg7O0PByL5UIfrwf/X5
/7sf/l9XSHsxW32PkuFoes0OIDdiNn94znBfnHYGsBfztcyjNKsUL4UoqlUZlzuA+6ctBXNQ4+vB
iBkyD42yana1pdeYJiSprERonfa+rcUENUB3j56Dps2e3HN0jbsUZ8ZJA8VaTFDSLBiE6TxQLMhA
tl0c64KK/WkPX0xRuk3pWBSKieR1K9eGao/88LRHL+ZoE4RB33XtTDbInrxKfi8R4Z726MUcrShb
5fQOmp1p0UtzEeCDNT/t0YtpSWezQH7GD5lo2qZEED/aJw7AxZQsUisPw4Y1y83FwdbJYx/vPvnM
79yYrcWcJOFSDHnB2O6EI9YFaSpkGU3Tqu/D9BZ3lXfREF3lrQBz0iojZkteG00V7wkn0/HSjF3S
0qUNrC/AL92vYWbDOaGLu4a77NwUCFxgJESl84IAWbuL6GTvtcGOH3XMJPSq5/4+uo/B8AgPFRT1
A0tY27pKCKvuqnAPyr/XwScY2c+5A7ltknHc9yZpSYOGVEQTlnTPsOYimyfd/leUWjQOyXFs58KW
6TwMNgAWtOL6nTbahTrTXU3dmXThAVSQaHjaCcdaLD16h5HQ69isaIcjecRaUNunDVe5WHoacPNI
95kJpefe4Wm/oyZ64qMX6w46Po3QRIarHx0SM11TAz1tIgAL+Gu9tNPAVyWV/N1UQiuzovY7lq7T
3rVcrDpGWWR24qTNLiYFhYZiQtKN395/Mhve3sDlYt1x0HVOFHFBkxX+eSGjY2H6p+3Zc+3v9R6C
EchvsjxnjLQ9kiOJ4TQx6FKd9sEXSw+JIW7ehsxi5Lib2B7Pp8Y/cZgs1p6GXcmj7seP2QpMNtDa
guG0ZU0u1p6QoCU6fhg6cShuBog5ffrZ5mTMc++Ns5hczEmt87pK6DpQO28MX+jh4PGQI36Xyfce
UtYCUEDAp68MzD5HBN8kDet+ddo7E4tZO3cOp7aLWa9Doz/XxeRuNNz6p+2OcwD166GE3jSXDvVN
jt0ANIeLHjvhScNILCYue244FsrgB6GlQHDpygvEab+1WMzbqO2xqWcMIzLDHugVQtOJ+hNfyGLa
YlJOyOZkTzfo12Fi3xH8deIbWUxbUBE1gapFs8vN+iYtuo1Ws7ec9rYXkzZrSC+15o89dBVJmmBV
f5324MWUdR0SThUZYDsD14qaGf2floDn7/3GtJqhyq/HXtnlOe5zHo12swoQmlfNJ0vYPBDeevJi
whqGpvUMbMCFczqusl1tbY0NqHpHDNelSIPT7sPmYm7ahDJZYcUvivRJIEHpboHPf/aTGvMrfuNb
/GlMvKrSmFpOHk8VMDenyd4kzjBtqK341PcirJSlylZmOerHOq+d49ARlNSSsohy2tZ/S48Q85MG
gLmYx6SSymwU2Z8JcRnqIIT96NPv+M4QMJczWZB9UOjsZBPUgCFTN6URfnKBNt97fYuZHCRt7UmD
fUz1CaouioDpVYF+CrxmAmyS7hlWRJhAmxLIwaHv0W9gbNEObtR497gO6q9jZOfHqvSaNQ4gEJna
SF5mz6tAqYU3GwXfZiK44aLQrP48c4AlnvLKDW/xVqZc6+O87eqdUWb60ZrI+ra8xjlpGYJm/ve0
q7E8QWDBeYbkb+VDL7N6ffvxB58f8Z8jFu/P3482+tYE8u3i2dYK914OjTrijREvaFi1kz69+afx
+GpSANcwKyfjV604ZnLUh3Lw2YR7bzAu1tA5AaGlEcZ8w0cwet9oA5z0g5p/hujrDx2FibIxx0FA
mEMNRkRuxC5/Uo9+72MvllED667XET66Sxr7Up/ye+kiS/v4B33v2YuFVEo9Fa7N/KxHDLmuytGc
2z9PeraxWDwBH5m4uZlNbAEA1GHvZWT7nPbB/3CkX71xsv7IzsNLdairokDM2eHbpPf2yZr4Jo6a
zqKxWBQrzJYx/bj2UHmt3LgprOKu1fDk6iSZmm10NAZqaNgs9HMyTZvrSGD71hG3rFozH8/pL7UH
RZ7K3hhw+XfobtfINuP9GAvjtHPjH273qzfAPbl3Cc5oD2NZi53OECRfXDc+eb/zF/3PmW7+YbK9
erpf975tl5O5w8c9HLvayg6xpsprZbnRmhSPYoK7g/b146Hy3l+bh+erv5Zhkm7GWDcRiMFDgBFi
X8C0l4SOus1laIu5RdqD8v/4r70z6GeVxOu/NoZRqdUx/QvpFO7RbFHktT6/0MdPf3uNRGzx99N9
Gq42bjpxSL203FW60g9Bh+R67ML++8d/4r0vsFgRSJbRyMZzjV09WdiBs+Rn1OWnrTZ/7kivfgqr
t9tUC7nWWuH4O4jKL7huTmvq6osFQUNjia+UK5xGNrT+yxxPex364o5jecS4ZwU87zHPvnECTK5c
BMSnvY8lfFBNasjHphW7nJmrFPHdTgi19aQfUl8cBEizJPnG5naGcO6ckjexBO7utEcvTgHxlNdl
Z4UIdXJF2pRO0f++i0BCnPb4xYyFsOiTHDYxTALzqudSta7K0f5kChnvDHB9MUPrVBHhpsdiB8Uh
PhB5DMXdBT/UAoI8JilQMbIJoh8xp+L7qprVyrWrnXt5qW2RXmqbpnd8tKi5f+LRQV9MakTOeUBw
o4CyjVTI7hroFaE6fPwu31kx9MV0DjKTncOMm0NYFzXA4KBrb5120p9cGaWPH/+Nd1ZYfbHRiwAl
86B59SEHBrWrgODczedbROJjD3nYBj9cmPX9x3/s7Z8P0dnfS6BljMSWY2rbjXXwGE/9zlfJJ4+e
Z8Z/7ksE8vz96HywKhq5trljhnu7EsfNmanHV0RjkmzuspKf9g3m1/hqFRTmZNUpAuhdKuRv3cr2
tBZPWgUNbzG2fVNNYwW5YucRZ3YAujFtesNJPllRxPyYt17QYqQmEEomrOTVrhgIXruIO1t7zIoU
RgOsHrIlYrN+ArIobrjyRRdaN7nBWewZQM4DKW7qyYGCZqXTeNkNY/MbYGS+Hf2gviKvVr9mDyZC
PKwy8BPa1zj0wm3mlv6K1nRFPLrChNrKPCQOcxQXhJcRYgjJaiuzoXieLZmrGOXDs54Y+tbBMV99
8qXfG2+LCVRamVaNcVDjv2minekl52CgTlOaGN5i5uS1FU0gBqodcpOY6OKITBkCO1cfD7Q/J8o3
fq+lRq/tvdAd67A40Au2jwmK0E0sq+R8rNNwl44pC4IXwt2HpzFBoCHkzrzVgnzaNDmmVRJbtWlt
crTML5CDEsAa4mlYeVNOfqyd66cpeYxlsRvrXTQIS1dQzp3uwiN7GgDqOH2ymby9ABrLerfs4Xdg
B+x3laEZu7aGDp3mgDKLDjj0x+/5nSGylCNOfWqO8RRVu4o/tcHV259ZTVmf+PTFcqGiuCQTNzR3
ooqju1Ajx8bAu/FJFerttdtwF6cE2KENoKHA3EGMHcDWluImbFjKyUzGKTlUzqMYmvz54xf1zm+x
1AtK6uBe13vTIWVQPXee6M/TsSLIBI3lJz/3vFa/NeTn3+jV4qpDJyqj1JjIx9bkObHX8ikzh/ih
AfB7KPuBy3ln1sBugviTWfbeG1ysuU6cmZ2KDP3Q1FhMzipMgQRpDGCVZk3qccyK6UE4aBg+Gw/z
4vDWVzT//opx2+gklNnTwbJwmkCcr8nn7fXoUCG4hylm9/7GSM3gGAlagG0HMaJsO39VOq67A3Ih
z51EFRtsWjjH+hRmqxH/6qsSPkwadRnpsoQ+QpIyzgptUledU8IOQNzfXIASG56k39vXZgfFb9Vk
aX3j1X5wjZcsXdV+6m45XCWXowowM001dOMAAyBcME0njToYNkDGvim4pGvRt9YlLnrvk/LRO9dq
w10s1JA4fF0iXDqkLrNvNWG9+g2zwYKekIXaN2YR4T21oa/7qDV/SZFEl3Y/qXuslsmT1tvlTUi9
CQ6HxHg7AD2B4eOBSkjC8LdqIdh9PAfeWywWS35cFnP0OFdre7780vy8zDMj+OS0984JZqm3DDFZ
cHXr2kNbBeMlPkJxCUlNfStlTukXQO/6pC+xFF/WY6cDpRzaQz+Q8+pU/rAeqfd88lO+84qW+ktL
kXsPnbQ9BIYEA+uLCd6JRfD7aWvEUoQJLtD0irZpMbRpJrkKjdSvVFkntyGYuFVaiIL4Tm+kpAQf
9ZOffT6evjFpZ6T963Wp7JWogrxtD7hhku+C5ObyDG4NSLcigLaYpd4PaPM6EVpV5p+PeQkg9LTf
arEi+shL/YLd+lDq3rehsiFGkFH08bONeXK99bUWi5+XQaYZgrA9hE3mtytPj7tz5VfpD1kC+wsw
VA2YwDx/rbt03pPMtqCvlP2LwqF1WlXXcMy/Xy3oA4gykZ4TFxR+6Vii1rT11GffcH7KW99wsax4
vtuJoHLUoa8EhV2RnMdOQNJ26Rp0Umriqfc2DLRzv4vrNb2ufG2JAtFXngOJ6MD0frLNvHeYcxYL
BydekHggwHZZpjSoz6mxBzU/cuxGS7Ie8cHs8yIuNzo98ovBgpKGSx7WQliYO+wB6TrrAyKM/5ez
81iOG2cX6BOxiiAJhm2THaVWDrY2LFuWmROYQD79PT2ruapfdtVspzxStwgCH75wjsHHpOg/RFUP
IrtkPPEvxc8vDvfPzaQ2TYd1C9Rsn/gAphJ7YJoP5gKcmtL5y7bzTxbtfzyMzz2kA5IDxtKyCf4y
sb4f99YQlTV+XYxunaSgMvkne6HPI4dwqLewB7lipCAWtg1s1H05TvYj4gIfqNd/ewE+t56WRTvL
PqVaOHXZ+qHcIH1hjurCP1N6jpykeUjJHEUFdMCwti4zydigUewYCJv+NkHyRczzuUcVVijZGJUu
RzV8E3O/K+IldDAB+d5Pa/D2M2rXP3/bL0Id99Mm1k9xrxfbEQBSjD3T86iB2sI8oqDHi7Ri+vKa
LPnLJv3Vcvq0bSWrl7qt34uDBZpp1/nrfCpXg9N7BJ7356/zxWnpftq81rUi/waG6wBz9oLyFCtS
a/+lknRiUCGNt3/+NZdP/L8W7af9afXIvAxrU+3zBTMqorI2+dv++9WP/rQ5wZoBRTnxo6fMiAJx
1P5/vJR97mL1Rzi56+yUe4dRzSOAXCZ6g9X+y2b2xUL63MhKpzAU9Wwp976wIIIV7mWELFPKuSEh
vxySMjCRI8Fu/PMT+Grf+NzamjqqtWGSlXuqz+6+LybvV6xn9eK6RC46L+J9cAG0ZnNGPwj/Uh1h
rGDva2QfTXjaY1BC3d/2jC9W9udm2NXBYC9dNe8NiB3egCeQuXYd/63e8UXHkZCX5f6vK9DcL9Wa
xn25N03b2KXzJey2fTUFG10lQIFanbV7c6zjO4NbfIFPU02/007Cwvnzn/uLQU4hP+0TwHOFQcJ0
3pdzE9VWCaJ3mTa9ZxJdL4g5bsuk3KquvrXn5UiT5JbS1S4oVhot4sjykt+kQ0OVG2Bzt16XcGFn
/DPuz57jRlbunmRX/CUD/9VCvLxY//pb2dJNSlc05X4SEiq3FPghcwCZ1LVBgq/mutz4bvLX4vxX
8ZL8tOVkpo0zZVXlHkWP30ejHM13a7abd2NNBm6QDBuE8RDId+RI6y8xCwao2xRs+Qkej/rLNv5P
+8X/2JEY1/1/37r0nbTKTTntF9eC4Cb9JD+VJTzqeJL5T649yd4tcnGk3y5agzGqvXU/B1Sf07qD
a1qMbR0NZa83MFfzbTfPCn5OtiQbJ8m7XW239jOgpcsEHFfRQo/gc7qg7V7w3ceP+WKSCzS1+JDN
oLvoz2vuizPQ+fSHVaxnX6Maor2ir27zqvV2IEro6+3Xdb2exlGeYBEAPHfn+S+lvi/eY+fTX9EA
S94OrsFAy+oDHUlcgB/wUrqrpM66hz9/rS9+x+euaOABjdG0y7gHgKRD4BfdNge5HomlHw5//hVf
nIKfm4Y7w3JcNZjjHl1DFqXQjo+rLItrT6fmjeG32V824csr9T8W3ecO4nKSZl3EKbDRRP7ABJN8
z3TnP/+nL+FclsW/3uNiHfIW9OO0N4FjnpKhXvGRe824Z3CqvHP6ZfjLQ//qW1w2kn/9Il3FvZ1S
fd0HXr9zfRn1wLH+/B2++tGf9u2grtQa50m1z0wXQQCnoPzLhvzFI/7c38ouXOvCiId9uXoxMJ1S
njMJjmFjAh85FJXn/q20/9Xh87ndtRdIl/qRkWA19Y0V2sa4gr/O9BU8sna7xCiRxro5UKM4+e1r
unb/MSXxudU1hkobB56q6FbQ5jFb6v5Qy379b8/mc6trjD2sI19T89g7eBnlj9xcfvynx/6517U2
ZOa69VTv56S3OTG1eRpzlDP/7ad/WlRJ1zZuExhcjqVoQ1VmDs3N6euff/gXu5N9+e//ehma3Ixn
GHcXhPnknVcH+1rSO/KxK2zx9udf4f5zt/sf+4Z9eV3+9Us8YyYUd7n35qKiPrLasHSxxIplB3G4
OKbQiF/isii25uzUN61oc2hOcDNH+r+qSMzD/Ao5Ag3vs33CB7Mq27htijHbNABB30y/GHZeEVQW
9CK0T3Zm+LtyNoePfE3Xmyqeiaq9Mfthtkuw61wTVFUvgvWDYQtKXlnOgtjaXMNBPjNeb27scjSi
ThrTr3zJ9c6x5fRapLa+txJk0SYHJsKHvD8MKl4AEiPY3aRGau8TjF2PY+9xlPTleujJ3PXda7zE
5kZPc3rra1TCcV1Do0I9B+Pc6Sa0ufTR3ICeEizIp2ldQAqLyqI0jTdevWbBmI0bES+4hxXMrc0s
c9PkkpMYh5T07w1XhzqMR7d4LpsmvjHWUj/WZo3tfHJggo4mVueUxl1glvOEwKnXVeTT0/hMyRq/
RZMbfNeqMO9cC8A1qlIHw1Ga5GcJAOMAvDC2sXcEdXi5EvvUIsFdQPXoratVSWSosjHsQzCv8ZFL
OXRRAFIHGNAQ1QDuLx9lkVqnDG8h2P3UGFGh5dnsoxuoAvdedgE8PD1UlFzWursrl8V5j0eRX1Uo
e1ZULu141rPTJGHRTemztKsy37HZaVRMwIY4Uk1LRi5IxBwnaRW0oS+AheR9F3wzvNK9GnMnDTEg
GCGUzhlDDNo9C8KfN2wDCfF+nFNsA8jCIh+y9lMuOjyOWrak3yvmo2RGraNjTK/urhxV2u0+mEGe
UkNswWjDrF9RJIohLyI5jlm1w8HVzE/jIBzgaz7cTRYadu7Vd8wGKHy/PF0KhA8WeULvau5HsdyD
qrc+YsQAP6oEsB30eUMeuRNON6VnpvxW2CJ7I51K8Hb0l+QbqEQiHKF34Y1PpYIK6hWg7H2SWW9l
kZTlxvPK9tnoDHn2xeoc4Pe1T6sGxDZZMgiFRsDU+pOJ2qXp3R2t9LTHui6csj182fmHsOIenG2+
DCA/1MWgA2253mA7c8vQW2tThjLzgbirvs02E+9ERcmgkgdfd33IDV9cYWhSk43cIpEAqAZVXc/M
SYVNq7klqJbMV5TpABBva1Wotk2e88aFdJgeUljHUdw746Ed7BhrSlKrXWAIKKi4BDVsPXi1024p
zTrsoabvWtfXN/lYZgc3uMicihFrsKvn0zDai390qGD7iA0MAT53upi1ROlnt5k0PYBunb1pYY7B
RTJ6uIRNdpkxQpx30DIorzAhYFeJC4ECT6kie89MjBE3dctE9a3Ojelnlui13nt5Xw/b2S/eS4Z1
TyWAxuzcLGgSryyg3eZLPwS/zSpPK+i8zIEflinWadSbmXurmyU/wGe3PjpAN7fKcfNbaVl5OAPM
RimH8qi6CKsWXIJj1lGWZJL8JYflhu2j7e75+ApviT9Me4OS/eNsBOWTXEpgHq4PY3KoQDYMLIOK
hjwc2U3uIsmcJ2CXowYtxc0F8q7j8JPXTIiA5aXT6wQW98HqFvFE+d6/bVpkjEkFrXdyuO6QlSxA
ZbH4QnCOlhGVQZFGTeMGt3JMqdD2XRv1nVanUmD69jIYWE7vdWdGpcuo1np6zJRATe+s5j2JTA+f
AXVspzX+casYbmQsPAOXhtwDswfdbWDo9AMArAEjS7kfpSO9d3pGCLOStPqJQYA9wMwgyjOvW4dT
anPfFNV029WNs4vdpMF4XgId403Buwa5DT+C0aqTEk295aHrq2Bui3vTQcjm+qrdKRNdFa30jkBV
X6kbm3SPJ7tLV6NXtNczbSVuWcN2y49+ztWLifUakvcKa3gzFhPMacefQDKmYHUbmN4zPO8LgssE
8Op42L3tPJm3Gs8pe6sE9mxqVISmGg9W09aPTW5bBL/s/ANITMfeNQhVNcbydEHEPpQ2W8FavILn
HJ46iFJIDr3GDO3GT+UmWdP6OW0HNNwjOyJI0ji9A9QMMoZe7ByTrFoigDJqu/ZrdqO17hLcM4n3
LGdP/Z4m0hlUeWkVNdbYOQ5uKzeWzDjkaKg3Hh3UTQjS4L39sMYe8dnSG8WxKWpM164RnLvAt6+b
oc1eBr/SHFqT0YUj+P9nU8XtyV982UamtfZsi2Pl6LBpLIzSI4xQcNkCyQN48TS9kxYktWhEhjeH
MjX0nZPOlKgwSJU41Jdqh5vDCevZ6m/UmnhnU/GJU83RGSalU5/XouVAh9kL+WmF844/JbiDXD0d
UyBRCDGknxMBZPbWCFp17skjwOVeceeoqa3rsMYdvDfc3H+je4WOEU+q98V3ijOcAv0tS/LxhDoh
+RHEsb0Pglw8desybWcEPj5jhDmzDF43JBugz9aHqbzktFip9ZE66G0c4oqHYXazCMEZ3vYSfnbp
TfZeux5wytJv6mdKaGrvxoN9gIHX7ZxG+Pu6hkGvAnLzvtdzbGus8wPBG/mF0twIq2zmm6arO/8+
CFYJgbVxWBtuWgTlwXexm4Ru4c8G2owBQ22Q6GEPt1Jj2JbKjzJisXudBMWzjePth6bX8ypJQX93
5FCe2VKtgcNOYM5tg6ACzS16tt8yK+7S5qOQdndAq4hdz+yxvw9Wfp0PIPhtI8nryAsS9/pC7LSZ
XIn1IzBFhX2+Z3MHw9ydsq6c7xdshTsLf0S8heDvf4yisLej6cb+ac7n6qpuiMk2bFJdEqqsGSl2
K8duwwBix/2QLaKgdO+at0VuNj+Ntje+DX3nPQy91+xQhrhH1WMV17VhXY0xc/KbOVso19H6qF4c
+F6YeQm52o0t9PIGiYmaxBqA6QuVrKe33AqSrfZSmPY1RHgXuSnemxCOlCQScLq7pFyGeNtcYMKq
DRamoFV3ZWL9OmSqgLdJxrTeJY5j7Fekl0gUKGe3uONjvR89tzi5anoZGx+pDdXSiRyf11zX0svt
TTbU8qcp6MVjsrBxfmH4AQmfx70UGymbcWcKboKZmP2zQTT/XMEyPI+mVT93ALfHncJk0e4KiPqk
yD3I/uMCF6BLGWne6Bjy4qZv6d/AktIybt2DKaWoiSzCws4Q5/5Ju9LOf41E2zviq4v0rGyMq9kF
lrqBY4DYvmGwu9zkzrq3bKMJ9j1vVxNadp5X+wEMLexcRyCpD0S+0gmWpWcvUHqPd2NggeYpktTA
nuSJBr763ZA4c2K3NX5mtoaBnJQpkSxKxukM9smIjBSqcUjgmWUb2xBdWIE8iSrpl/22pGWt32TI
YsyQgbhu5nSTvUttO4VoX/Z0Zg5pKZ4TVJC/khYoG0B62IUIEOc7V7jBc94tFvhD3RDbaEL1Fdsj
I95kV0/Owl6+Dg4tkZqmPw+zV7kdYJhfW4awX81lGCOPvY5u9ME8dzxZf4P4K4D8VthlG1LmZDi0
pncJa1qB/CWxFvrrbPTVh6CaxW1dpsV+XP1d4vfFR6nmbg8jP74h/uRNUvm4lcXyAfVPBw80YLvO
wW57ZR+Aqbo/lnhsx3BpAczuh9xBDahao/PDdc0RwhlmVtzkWYsZzaZIPfNKSs/cpTVT9Q1Xb7CP
jJClRp3QYZK1/bThHrhaRGupMG70iMP8JilBzEooVlvoqN68DYJO0s3HdPOw68fhykLtqPbM3K3v
Urprt/vzBVLY/yRX/9cN8lNu0NeDBTXTTQ9LZ/DFlrUpr2qqtzeZysZdBqJ1Ow7WeJLWhTI/570d
olSbjpQihp2Neyvye157z1s1huSub/dGf5nsF5gC926ZVuhYc0GcsHh64raxJDmrtVgQ74jVKM/8
QWCYW0bsVqEdJ9QAi0FM1wzoIZfxyrKi5mADU7BiMBY7GuTzu6xoWoS8dnwO2tkxNkbTECikPVh4
7q0WfUb2sI5PVlMXL2mskwKyu69wV7U0e/Q6GOlAw1+E+KCiQ9J3sPY55j0v3nhd99wNNoihGkI7
jQVXTZZ/PWq3WMEhkiYKJbsoDLnFXfJTOq8Gm7soOBhdUsFFbpf3NBAEz6Vy5yeDHeZpduP04Bne
Om87H486ecoVN5uIJYvLc7tjhdb+TMH/EoG2VeeG85ryNy4u/7Yhmf+tc/GkhY2u9G9VyuA3pEc8
j8z1uddW5njeOWam4qqZRf/GgIy1hFnQOMdFWsvDCJnchtFOQLsJAqnjrb020w87X61D2WTmd0VN
51sg6ahWs2fhQkRz9KxVL96syeLOmnnZzpZxd+uw0WXRBIZ/vOwMmBrguWUbmppOeJ5kssESBWG3
cIf5pfab4H6Q9vLCFfkFTwexaeIVxXvQAeXu/MF+hhfs3OT9UkZrZi88wrKBsA42Fddcqtr4aV5c
CRab/fiM6dGkCiJjwQhAYyqC3dk5Ynawy9Cid6MEX9ySjcWCfOU3Qj+arq0izSzbGWehD1pZilxi
COKaHzXAucluTCZu0apIXHM3B1N9RYsYBRaCAnSvaf66+FUuNmbsem8xHhI7XMiE/CIpgDzJQA7W
Hknm0wlTBaXx4hnQ/zc8NI+O3da8XPkc38mvLGcq9jaJ1yUaRzN+NgaLGAlw33gzUTybN0sXOARa
MEO4LjemWNgLsRTQEGbrb5jEMWFkhbhq8K+ddME/AyMsu1uDKZ2r0Rfc3dG0e9XWw1f/1nkCU4/F
IgeCnRjJDdaDgmef6/hKrl19jA3p3NmOLiQM92mmGQ+u5y1NPOpxKA2sOsLS1wnmrlt4XdkzXcL+
yIHS8IIBQF6Oc254u97BWYfo2aL0x+32O2C28gair3MsiP1IXPT+T2/Om0d073FoTUv55tX2qDYg
v+onRi7aLXRVFaEXQcSt6HwDGkVtIGOKoc/jTTU3ThIJI2nvfboQ3xnnia8oRGd5pOK6vw6Ink/T
0lWEpm15UL23hNTA/fcAUeqT7NqBbEC7BvizF/tYZL4QF52leNKjM94OIltf2FLVxgMC+g3ogPeN
07l/sWxnRbVOPeEOQnSMNgsjwY0R5DVX+dRsIfSiBokmL3AOmI6EtR05di+i8jr9WZljt1uE7Hbs
5GKOROVYxqZKauu3nfTTCz2GEotaJ/wX7dDABHmbgWPHc6afMi+lgVRzrbZVny8XT123vGrPMBIa
rEjRGKkTvAZrpz/8TnDBnwjawnXB2jxYg/VLm1O/WQYUKpvS9ad6N1BdtDmwuep7Og6eMyeT78E4
ID4lDM+AuXT1EyZv57mxx5KYSasbrx2DR6edZj7JnAU/UTw0kVJ+dgK/7u0Y7iMEzn2IxhtVl/GH
NItuBVA2D7uGjvLyiLWgR98hawc9JmCqB+YwCRVA4enfOjXcQyv6kbtC4Ww7UuBno1Dlc64zTyFw
GrIXh0x7jswBZ7EBLAvMeoHWL4rzkpF7tHUddwpjBMKMg1xzCpqtHrj4VSaT4QX1NYQei3/OUzPL
9i1Xr347kSl4VgH+hzy9xCCFsm0Y+zVXLRkvNi4ITDfXViLWD2jh8qUAU06ip0a4FRR5j0X0IuxL
V7HwT0Wsn4HAJ+e+G9azdmKGTD3s38fJrsCJUj9ZGDol9oj4E7W3JGyya2t2JWInN/fayJ3c0t3C
QLGfqlJzwM0V8vhNI4dKRPncJEAvqLLyk2gBO1uIQHdZk8YnxpPqn95YuKEwaxMb+oAim4jVtUUU
k77YLwWGq7DoE/vg18bwWHeYtLHb5/5hRoW50o3e2HeF46w7Omqc27r2qmMJAJuZ7SY1sXwtSnxr
LHpgNlBPyGcV4NsXxtBC5hLQXDAkf7RT23qY2qK4rrOmh69nVscCeRP1nTS7XpfZPSxp3O7cuijp
GzeL4zI55hVS8/ZWTaZAwda2F62K4/0oO8revAPlsiULsNBwMNBIi6GIy71ey5X4ARX4RSnY7LKR
mCHJAu+0OpYfzoajIjXXZEO6en0UOM+eNVpi+iOkH28WF/Fq7o5WxuWehTyOVtLcZk1NeiGF8M1Q
uSsytKadnx0BpdQ3HGoMNwriGxJwVGbzrUx1kG5iVVo/3GCoTp3pOyd4SuPJww5I2A5iPySFbn+r
fX5AExsr1xgi2Uh2nnTAwae62kFIII6u7DlKprW6qSsiB4++vOcMdAkJ0tYSbcRSDI4da/MbUgSi
jIZ6941RdIYDH78rdgUtth9ocF30GNyNzFWs932KBYBLWcZyFovmGcl1OdINqi991RO9GcXseDS8
Md7Hta27Ua2ot+O8JrvO6MWvqZuzu9zw59PilqSq2yGZbgve0e+KlHG4JjT2eLRf7VZ7rI8oDsaF
nYpZR22ugJ6Uz/2dyeKjWZU2AksbTTqAZS675rAdukES4U4M6tly3iGey/YgE4LXkc/0qBq/fwws
/AmeZVrfauouANH7butimNsiQP1xEbc9l52JnDEt2y6iG8KJw9xMzYdedeZNE6wYXFtfnTixOdXQ
GxB8dKUzNpHTWvOPVQrjTmXtkm1Lpnu2TZDEEZUR/K2pzoLvk0c3S7iaiYNbZXXiLbJF5FkoazoU
JG4+jE/LpEauH7G5elv0ht4xRkm5REYrU4S75pA4G49+R0LGxulQVUgtPLDwoz6OqragHFWNsE/O
PKgfjecY7aOnvWyfjqp6r/559BX+YTfSZVdyztWpnlDGCS4p0zIZj2NiDn1I2bFxngM48ONWj5Sc
MaA5XLfMITv0chi3vsCf3aRkv8SaduvGdILsukBrsJt86hkbdy6ET/whySWstIVtyMU33+0GOX1s
TcaZSEA86tpH/EKKbdv7nd4SnmGOJRdwrrzUvF7azAm5HAbfRi/xNoKPd8jwpWw8leuDQzKSFEFW
vTNk7WHVrauHcuz829Ifur1Yq+IVpQxipoWr5jOm6/6uAA/+6lnkewx4EPvKctWrH8hHdGjNzupT
eWxFRm+J4Cw5ObqbfnQdcbTX5TdpGlhv1sCWQ7bKCHMxpW+jbqjqdPOC0m5avimXwrbTkmVE/p7G
t17mr9Zm6H1KLONkHR1lJc/UZoJnMbT1DmEWdcTeYfjLaxfnTNWANiYXAmyG46Fa7gupnF/J4HTf
pO+qZnOxe3J6A0beVlaePa8zE3yoLJsPEu+cVXoZZbO1x4vzVo3y1q0v60KRBDHQcSHziQbQIrgD
cSv2QmVy2wxBe7+owcfOKo3u5KWWSQaHphM2wURg4MCldeJaPd4wGZheBz2NMbQn6ZoUT2AomChz
cScyDKiUCeKrilEmbk2J8B8aPQdHRwKAL0WRvtba0t/XFQlub6+K9JwYd1Nu2UiiFls/M7/ZI6qu
05fGUN0JU/i05Qiiw7/tnVNFiucX/62PyINUd6VbBWe3S/sIK0MXAaPPfyWJjEmOuHnkJT6D9mOS
HFPW7X5Arkj+xaXL181aebKnMb3qzCogzIuRY5Y6W89txQYSYqptUSnn5brhmCvIrfJIti0ltWqr
YSIw5o/NNDQmEhO92VY/sjg1Ty361kON1eS6XpDnIlpmXEP509EHi/2YyQyaipdSROC8VMX3tk1w
wzpF3B7H3mXmj3LDTHGCgOKeWhtkztpDn9Sr2UGnnvdcZCgk7EgleD+kMsbtOjfenabtL6Blq8Dz
A1pfzcAU8/pX1hse9SC29TSN6+8zRdKDQeNtlJI5W5Gyd2BGFq9EZIk8EpcICqTgjfyLe068tY2G
SVOOx6CFYXTuGvrAenPZkxopXpsgSPncfofy0XNz6LCVtzeKwv4GSY9FsZY5PS8sYbFjLWZ0q1Wk
QRwaN1G3E/q/dMmlhpgmCIyD1CR4QrTX3/v89W7b1si2nbEs+xnH/A8u3fnzaKfFN1+P2buQMVsT
ifI5qlNKjCS5dX12cqtj8ZTrFAVLLM+uVefbtc4sILlD/LhMmrFg1Gv+JiEDuR+W1tk6y8ILRq9D
xIGUHYLCcH+zBOsj+hw6p8aAwUHWwxWul3k740c0wrnABu7Ey/LUBdZw3aeix7ejqBmE2RqoPWHo
G7fO6QLrWVMiR888rVbmcWMjnZX4zUKwhxekJxmJGH3g1RwEzo0USx82U1f4N2qYkb421SjOXLnK
/Yq+fUdzozhBqVneFhzyb56lB94kt8qgUXdpK7ARLPq7HayBi/V3aW8zD34QF6d6a2f2fKNmi0FM
u7cwO3Fe4DJNquEe3/ayMcU4btNEBg85I5LH2bE5K/AgnBGZp1eQM9V51r0+UamrnjupuVsUTBVS
43V3lricGFCKNiivRGjqFHx9kTXs4R2Ffmtd9tYyJ3vLL82XhGOXer4UjBkA5Qk2gyCdv6G0ML8F
ZF9+FcAy4C4iLw1zr04OPnbNY0VWu9vUBkHZ6OdiRype3E1pnW0InupIcDydGC1OD5ovcxeUdUug
OBXZfhlj+yrn/kgXW8kVqdJlcJKKvYxifHJcSIDdGbS/WRujW9u3uijM+2SIxQnesTiWphjOsS2t
Wylz9ausmzm/7ttloivBHZzDYCv3pRir4bsjhPVzVnm/G2TCDK0/LK91Tgn3ahRBJnbV0pv4y/J2
OrO5kzlxHA7mnIYEzfP4ri3YCnvk2ILnwadVO0mz/Me09MDlxqymm6/jzSkDecF2l8H8VFVBFfW1
RrBlgNokzVNND8gqMb2SmlNR6kwQGV3pXw3FKI7KaYwt5tjgRBVq/m57cYnzlhHcwcwR5gSOsYsH
OhVjOHDvaBIonisRqC3lsCZyWyv+rSUmMvAS2Uez+iSRndxoyLJN/g6jprBC3U/jbrEn5x0xV32w
h3I8O/WUEFu3jf3W5NLa1pRZ78TsonOnYdi6qUnUHEzPMq7TcdI33ApaoF0O2e5UBcMtrZNYM/zF
6F5GKDoXf6RvHFRmuPtRJPO1iZCu3MyitsM1a4pbRt6ScZv5rs2yQp7SkkqnQIw+umlw+pkDkuQh
U5TGqtZuXtn+mFzmCDtWbrmqMG5JYcASbB7puhCRXK0WjwOm3UigYQ85591n2iYcd4N96pLRWihH
LHz6R7xc1YMkH3vTVa25LdZV3mPcyak7lMmJADA7UZJLtzy94tkFITjshLQeFqfAs4oZGHOPqfsj
cWhAelIUv9ZxaDEsKxmO1B4Zc1pL8WAwafRQyCb7ldSVc9UxtPBejJest9SrfBxq+LYNKcqd7yw+
+rQ1/gWk4mfiqWHbmVjXxmqkgEcYsR3SPia7XtmXl3fcm8wUU4Kjvq+yqdixqskA5lUfZaK1dtyR
ubfleb0QytXJC2O4eJq0P1DLj/P5CWayvgNcy+hxKWl5UWNpHiBwWZHlQ/QweIno2qB6vy+8eYiC
oipvlOEmuKT84kFDJyUL7zo5dUM9XU3pIB4zgOBxmFaODDtB/j7L/ewpq6r5pjTdS+ttSz5es308
uJYmZ1Mn6zbVReUflEkCF3VMy8YJS/tDuL53RHhqqK2xLll6tQQFQjH2/5Wh87aP6oK0VzQX5F+E
WIDYwN4aDmx2qcm1zaxAeOLJPFe1C8C2n93EZMzL8p5dqoXPtJbEN9wLrCnsUuM1NoZ5Z8e1cSDZ
Nx/sOLXRVa1dfspJR3JwNIF+0cFcvKY0Jhyxz6K4B11xLZQnb/yawTKceUO5TdwkNtDUJnQU1kWf
FZvWzYo3NlW3f7DGuMqi2c2DvWlxGEegcmv7Z60SFZVmQ4G0hos7rFZPQmyC4hRWZTubkRqan37e
TQ6qbWbIpb3GT+5Ma9TtYDCcIaY5659suADBLiV8y0OGv/J6P7WL5P8RtuUmj/wO/dsj7x8hQqgn
2hr4dtHgBwkn7pq9WuzCyY5QeXhHdB3fCsMl69LwegJ88OY6417HL38ZYOadAWjmG+UYU4gFbtww
rOptGg7XkCbq7qjp1rxyqZLxpIW0KfE789lQMg0Hr3clhkI3qA5rXMTFFcGqLuYQWoYXJ8fLAysR
YPPCRlTJuEFzpwFGUHQ+uXdHJOdOenH9IOyseY471JaRp9KgjhjyYPwmbXJVbgJwBr+ItUaTCEMt
6miNJAqoVxakmCcv5vJqV57NP8crTjE8dRcjXInpR0xATHFZeRU/z/WSzfTpuBL5pqnr+ZR0BdbE
BJqc8daQn0FuSEmbc3j6RR+P432vc6oDmzRoDcK+KpM5J14yDiF/J8fZU4Lw3rvFxNAIH7cgvWA1
5boXFm3uq0pHJ8pWZd2ulIXIohSpuWzcNnG2g+OoKy0L94cle4pCteHX1sZeEVnEdBTdF0vsPvVV
Q4cJkvnIlkJH3jwup8pnwNgJLr0fDdnD0GcLI9r/P/LOYzlyLEvT71J7pEFfwGx6FlCuFUVQbGAk
g4TWGk8/n2dWV09V99hMr8csMy2YwWCQ7sDFOb/UOyPmrUNtz2JJOlgeycpGtkyqmLU4LQtA7XAM
5DTCooAFD51NOb3xhllBO7Tavrh7jRpk15/T0uNn04DMzqGY9HDLuDvLfkGh3Rvoaf8Nzlu+JZFp
PBqy1qpOiq7qAKWDLC7rOLVryVi9dogY0NGHG/k5T+b5p9Fne1sByoCNk3fxmVDsiPhPjeJN26ny
Ce9T53WAdDyUrcjepFzY7zaJl41LEbTupWE9vGNZyy4xkq5HLuX4TAmw/KaOlUV56Dyf1NBYLoo2
m9QLTEvr0UnFLtIs5qMldZLLk8P8yftoDfS0oku6qOSntVqHgPt/ps8+VY864+233t+RJWHJxUtt
LQMXFaw1Ly3oqohKa0+p1/glZQlkNE3BsMxABKLPYJTDqq62o2Q2HyMynIPUpf1Bt+IfOKjwuJD8
oDjQnNEr/hw9Rs2SWrnbJxldCHIqjI/auOrZVipJDlANmkYgT1s6LM2CH0KpD2AE9r5VLaygxTgx
vMRWlaISMqLogPVj/U1F+wILqWBTAVJ/7CjtOhZI0H9TPl+86VCNBHMndTu6tOyhvoKhObRcIgFD
dOKPkmTfuAHtB6oBw0sz6J07MOAFtOCWXt7Sj8j3ZOU2mo+I7ZtMBvFk08Z8raWq/JikHAR0DSv4
n7Cvbjn7ie5O+Mu0v6T1/60euqeq4J8/u+u+UOy3qIv6//k/qCr4j48239W9vq3710+6/z3/+Kzu
H/1399a3f/rA/7MB7jZ8t8vDdwd7+OfXj76r+2f+v/7m33vknpaaHrmvaij7+1ejxLOkPu7Pv2D3
+9/+ptwt3//oLfpP/XPn7/oj/0+f/1f7nGX9AQSmCaGRT6MZ9l1L/Vf7nCX/AW+labZ6/4+l33+n
xBsX/9vfNPkPXQc6Q+uoI5yS74l0HQolfks1/9B0C37UMDVVUykO/du//9zXv9hfXjJeQV6Hv3/8
T41t8n/tijH0fw2GSqViifopbaHmjfbWFc1wYdstdq2trL5hSdJN5qAEPu/HQnESybDtjYoqZJNG
YnioMsl2eYxzm7ZFuE1icDpbU4efAtUyzqIl+5y0gYKujLY2OKt0/M7Zan25Lxjlp0EFYKimoBC2
ikxLjx+p8+zOcUXFpY7tJnN1RUMUQWj3ySrC6HHNyWmJVkX+zhgJPNIQ29Zp5UxstSrJbrZckBrO
Tfe01jQGU1cZWg8MN8oO4Nd6HWVD3aVFnn+iiUrfugy/vddITROYlUb+dV9YBwnNruxEcmad1Cbs
XaMrUbq2UrmfZrBDaDIiJ4pYPIRFtJy1eGpeGrUiR6afyF5w0WyUwlN6FGgzoPd3kpbzraHeHP3C
EEtvdE6CRY/ous5NsjQnkw51P00K49qDulk03RwYWmCBCmPeNuG0PIxpnb8WqhE9J1ljIixL7Wnb
2DI6aj3W1vex6vtDUdwXNUj15DUUGdifrJsWrVl6f4Q5rt9ZwWGhyTH90YZGOqd6MfzGPiIf086e
OzeJDOZerC+oykCcQbBX6wVuXPHabtX2C+RG4qhDHBGWK1JV9xrMhS+hjuYClbClfNXNUnxVKFN3
a9/VvzOjJioWuSchSHdGsoTN9TrF1ADq9dZvx+5RKa2C2NCnGroX1gIQFpLj5e7vNpcYTSF+LCfJ
gOcRutLII5e3Wrd3ivFUIoD3UoR3gLlTsREAW45EmgCF7UETxTpgQH/W7l7kFRI/EioHJUKnLQO3
5knVT6RpyibRktwd7s9XCUS2TNdPSJmtYhcbSclaD+UaquGs8lQqXsdBf+hKXItNgUQdaZkfA91D
qH1MaUrxn3VV4bR/0lJSIARmDGOKqsu/J6ZNr7SUH/Qj0y/ZtDofnQB3Sx6B5PCvNSsfGuWoWxtr
woSY5dJpbXZoEd/O3aepto6t8wzoJXsjJkHT63xnK99x63lqlq1+GEs7eps3Atfhu7rMBu3dD4o+
1jTFZs8Zzsdcfho0pEdFfKoHy9zlDPBZItyutEB9y/GmyBbsVDFdJy3MYG2HTUT0uBqXX00J1qNY
0JdK+AL0udPQR7hxsppuuegjz35518rNhSdxso9F4kWV8WYl0W+hpJehbc0RDPQ7ESYoMbXaxVTX
niL61NORVgNkxRZUbWhhy5AOUh8dMW+ySGUKP/R0FTHV3SSt6EjVHaVlItWL5L6j3wpyop4bW0JF
zQN5Qxr4poPROhtjQrdsyUBfM1SvaLSEPXk5K+ykyYbTCyuFrORKhN3FxZcULzKamE4rmgDNS+jk
taHvCj1/VJvyZ8ifJ2uVXdRnUNnUwzga96cKXgToqOg+a1kFb495glj5HaGdbG7cdU8CScl1WmUu
kPnbZGfaW+KuDsjLK+JzfnSYljoRFuJs1FKcsZkYg7gYFtRlGiSf5FZtdLNEXweJNMtAyZH4KfsV
7mQJ/WEsZs8AGDkLff0QYc2eASVpfehL3TM2VjYu1zSmvzec9eJmtu3wMeu8aQDB7WXSjWhD3Gh6
ltUaNjSq1/5QK7rsjbUS7rPqLkmT1lV5huoD8OSIPbB5XXRjqr+WadU+pGpKvlaG/W8NgvYatZ2+
Q+I6BaFdGR7uyppcnemX0UvdpsLrvDUk5VdeoXGzae9xRCoZjgWH54DJt3u0pmgPF9qMEVjqJkXD
2qGNKp1ZLdKpQJMrH3nUO5XvXk8uiKdLSI4VrYj2ZS0LP5/Jq1H67mxpCAL7YtSfarsebqo+H2BD
62syjx8DAp5rqVmVK1BYwu1W4SUUZvEVVqH4ygtQHQdKTD/bKbdqFqpI3bFoWaWrJOQoWFJa3eal
BCmJUoqSwu5JmkZq7yPlhh7ga9XXPogNMCojNtWnkTROD6qIgQ8cdeY4y2Y6tq2Y6LRVvGL6fITZ
nhSkAH34gXQAkCVF6DumUKcR0s8qRv3D44MjNYKt61aLZ46t5NsimwEyimlDpb3mKYjMJrwAKBm9
JRZIocPYbD9rsxRbAznroR/1dVfm1gT6LuF+4OGuc/Gtk1L7HGO5pycD5R3ZNGiVl3Gdte1JSfqe
LzTudDWXgcfvW2naUOFa0umc6Uet6M3z0L/mdVt8VvjKXfrFFV9uUB7NcmkAPgEmigLxdZ9nAW9F
wcO4BInEU8IcL1Fsi+XdzBbsMqp0aWd+UEfWBsgBAc1paeV7qGRr6cm6vCKlnOyXNM40i3g2waPB
TiantBB7ueTZgu+XbeXqPeGEa936kRFfI8BDVqwIuWPo9lFebuIOZHrsDeHOaek2ZhesVvvaZr03
zfqPJc+gys2s+LEJoqOv4/NUIf4f1kacEklDoMCthCnKZB1GplNraNAShrGDhR7DWYpMdc1uXRC6
8uBY71+V2T2rmjCo1N90P49gxPYHglRXN0tjV+km7+EwfRZZc7QqIUBaJAzw+fQ9ztAyTitBFyf9
5KsTpx9MewIJMKpbTbo3Jc3okMWyt1jVbcR2g1AkT0dS1plqFkxhbbs0TJOvYYCX57YXJ/murEdk
WtL7bDbleVWE4SbMDIdlnHA0r9qPUDW23QF3gTbtNUkHwE9P1Lo4oJmFQ6k3sLEpf4kMXxV0R++g
kXETg18ok9b4Qut+FtlEDH8xjfZtLLTrrEfLptJgvpAHOKFlO7Foiu++B0KOLI+zKIEIbd4ZcvrD
AP/tDlAKpDYCwK/adBpGI7vRYiUvQDhE7LCyxqxTy1OYQTEjJkJB1Zw6oNPXZBy22vygAGK7Q/gV
N6GKxMn0+5mO7xxvEqpMtNL9uZTi4J4FFuVj0PXlS1yCCCRl8UsxCncV8m5Rr0jWTnm/7OTOlPdp
g6ODt8Uz4vgjkQvrrOumW6EAgiRYb1jnj0tSsdKK69jjsAFq26L/Z/1W85dVopsc5eXOyLqTlZgK
DGsfiT0JXU4DGbMbYSNnJoC9gJzrckl/LFfrRyXQLG8fYytu3LLPXpERcULH4Rd2+NWXi2M2zak7
5+OnuSY3bQLbbRBUuRIwxqAX79Zd9NI0hpvJtELdNQVxaJxFnikOan2vlOfXpcDCUw9oLe4vk6Gm
eWAWRnNCW62fM/OxydNf1lzuDAk5Y5PkD9qAxscMFQdiGAijk9YdLZ7tbykxDh0aOWcIy2fq7p8I
m8NSW3RHrtmMoat4tewk5QjAs7bkFlQ2ugc9qyYeeZRGmcZ6BVlDhV0hLuzztHRsKaMIrMjfBAU0
3YhFxtQ7cN5JdZSFOw1SXQo3RhHr7pI2tZ+V6Xkqq2NRM9QOc/kwREiR+hhy23rSholJQzHjR7Tw
23QiGIm0N69LKu5o+KMh+Z1axnXQZKynJs5vFmwwJQcNs31U6nWDscczleFKRsIhg8eJ0aM54Rgp
DkV047bOeqvyIq63ZUUvFEW42iK14c0wJZTERuqht9J9Y0arbI9fKXdVYIh6dVT42I1hDrvWqmP2
muWbg58QwgOypXw3LMse2RIz1botmE0THiudCo1KOXn9aCyR5IoMGB3p3142hHGU6+pgC5QCefpA
kMviKWQy5fi5KOA6pJL81DLyqI322Ywtm0JvXMaOQ7QeweNX5RIaqGnHtDryTDrKYfVLmle0NKq1
B1FzLKvaoFvcxnkeu8QmXWTlkljqDpL9VqZSxztiIqYbVG5WlTYB2E7sHjhd5N72uy5+l7rilK6G
M04R50bvGFLCOd3WT2Y34YOQW7s8jwSiv4E+ONgzWcPG6ZMLlucw2Z2bJM9wJw5dwAP0B6y4d3k8
HtMl6Xmxo7M0I4ix5FeGKVIWLAzpaTIw+Njy5Iu2fBSJOFelSjRBW2W/Rnwc3CfK/UxKuRzWHC9S
pe7KcQmqUmp2dvu7NUNYX4W3OonXR8GzxQ3DXxDneyx8+rbIn7S5ZnDNpQrVFk8Ws+5IyQO1CzM1
xqhkrG5JofYXZs75fTDtcyLtE6mfPY0k4LXQjqrMt9P3Y+0soPvsvQ0DUK/nXpxaUyB64muz6pl6
NjRe6u9skDLOAoL9NDw7UqNvCEd7Lrv7GGI3gd31/c6q6HrH8ndvPOsfi0mLucUai9dzUMkqNW9l
pqWOmvSXqku+RC/dqKbZjsIoNqaqxQ6cloKIYtMMsjshCs1RzylxEOOkGDVeiGI8q6nySh9A42pq
dazS/ntGYHnGC5s6ulp+LnxKH1IrMY5hG2SSupFs5XVUYRa5mLsHJUrm3SxDU2BmS3CUUSXKEfme
2KbqV3M0XgurWG9WzCUFcO6arYEYJ13RcdbltWr6h4RsU9cuhtSl/Oao1Wa7G+uh9aRS+iyG+Pfa
xB8CNsiVJjQdpD4Do5rtq6jq9rWcxKWwZixDzLxe1Nv8GHW2MZX8iBQ/5SiiiK4odOvBsKWnRsqX
LeilAQ1oHSa7/m7jfqLStp0PmiYKN4RvpDZTiTZRjtywJsdwkh945wtER0biGwgN8g4HKAiOhV0M
UojLszj1/V3ChegaPCPCfAQ+YCbqLketWo6N6gFsPHb6HEzQ6BtJ6jM37cdDExZbM42elLaoNzOS
3k2nFrJn2eK2Mgmk0IUdNufIvqSR5UaD9RWBlgLTpN9YnlCgtLqvqIACclRuyf+/FvbkDgsjtWDy
WvSKLwX7H1XPI2yKA/25ieLk0KQ5alBaSB0oc7gqlF8TZYSMpFLlTIveQ8XK3Kiq8GtardO2AcC3
YVGFMXir3CrbFcKobARrZ5N7oYkjKBnR2CySDqMzJsqxRicwCPlQGJgKpTG64PQNVkrnXYRs/sK7
6rTNS8spvZsULFmxCakW1eEbR+1Zt8PHHC8x3gOwo4wHhtpOPf+JLzgEXkt1vg7NlPnmNHXHGBtU
Xcuf2Ke/h4rgunVR7uQM7luG85tSwr6K1GLYMBgyea4G0tgPt1JrXpRRe7Zinromjq8mhOLHoyQr
zFZ9nbl9XgT2rD8VKLfUmqKMqeu5SeMd/pqrrnafNAg8p1njgmBfQcsGN8rQqyOoeCKA+NaqzU8Y
Ih6o0DG4AOwVh2ziSviCA8koj02c/WTCrNxIkx40Kb2ihuBKLzAuG/gfzYEHz8qzL+Pq0eOQ+3aV
PieJsxYHwsppnKNbH6buq1Mm1HKGjmsmZh417EBedXy2sU97VBDq8U+KeHLq8ZjjcX6O2pH2TIbR
GnjFGSq2k3ppfmmJ+plbPAnGmqh2IqNSn2aJS2GYYlM3skxsVKgOSNak+AYfjNndZn5gcborJV/5
jl1tLB4ITfR7lMJEPbaXMK7LvdYnzctIVICjdBYgUJ+8DdZ6XZaq81vNfKwiXsRVxcKYMASosfGr
nmcWj0V4+QToM2TNYxrnfhwmr6WZzpuiNZ9aRZxK8kXThBSfujjlxrMuDMvLivIladVdBnPQGfRq
Su0l7jP8VaIJNEta2S+G3pck/a0odU9C1wbVPm7MtHNRceR+zqUoihoeodoh79raqSZzoWt+YWgx
82WEZzVC3EskoQPak3m9kNOX9n64mLoTGsZLkqOFG7M4EFK968qVbs81QI79MCI7dZcwRhFB/Lci
p8GgZ9DUdwkDkg2luQ3RcGKFrc5ZNF0qa2XjQIZf61F2BBfgdS0PrZ53xEkJr1kJrs3tK/53AkSN
yYVob525TmfHkKvzIFkXmyIZ5ufsEup6QkJbtCVjIch1wFqeT5kcP+Rr+aLPsxyYI/onLHUALnTX
LrQmulaJ1IMdQUvb3hVTOG1gFrC/j5H8OHcvg1luE/hxy7TdwaClrAD7WexZRh/9BSDmdynKUlzP
4jrhzcItZmxQj29SNbQCq2VQ4VJHg32x1/Qg6dYRJcWFxRPhmvEbdsmJM2T/I841GZNGjIOXNlHB
UL+8DBEebOQSoq0fTYFzUVQvMDy/8I2nmO8XDXr6EW4WAJbdfwiTDZr/JUjloXvPFeVdkruDFMe+
JoXtvRUB4SZqajIoNI8PrrCr1LPHy1M+LZex7/fcUkdtzZ7HEXXJJHDIJDUm6DZxsqU6GKV1RvKx
MU1o/HCtldtSDUgYCXowxv7ATUGRceEi7P9FeCg5UpK01dL6mk7ta1oztSmiHTZwfzGGt7A+qJgj
sxiYz9Bx42uPMnIka7AujYSCV82IdMu/BU4u2HcjcxUwsrxhtVPvu3L7Xtemkw8UxKbqtCkiGPDl
bCD3DhF07eFcV69RWaFbldE+MloiyPLGozHC0U2Gz3VKzkJj9yvIpi26zo2bxk2nbG+VOmnM2t0s
oHzJsfRL60v8Yvg1PFmzv5N4gJOzub7lkbNuzHLMS92Q+FLV1y9gi1pahR66xwmVJ5SwFnnNYryJ
sX/LWZag5afsGNIxzzHZRmfMplsjm/Zms6ZBgulwaSvGrHF1qbnXtlX7qBv9Xknynwmz67Mpm22g
G6LdritvypjZ461cKe9YkgW8s2ta3+ytaWMXLKtWOhyEKno8S9lRC5VtKV5xTWf+0qFSW/OvBDPh
ii6XqgyIXDItJJNJCTWsZYRveWGjfOEOT+QPO4+e5HE+WmMYFOtDrjI4Evkjj9ZPxKSOMRk3svau
5u1XKddBvCb+bHR+ZkgvRit2pmqiS8R/PI+/1izerWX6e+G9XQzGlT5+lNSbxJ7X6+Igm/mN+onZ
wTxwhO4+hmSh1qLbpjI0dq9IqY+pCBIQCQF1TuNykJNIPyUm5HqLHFOyAaaWX6naqC6A9cST18bQ
kT6R1naFH2G8tSAFQqCjlvUOkSkOwHmKnkyCAJggOFNAjDjvDOpKKHcYSgSHcsYYG9JHkGuBqenP
Jt1H8CjKNZulgfS0mqj4uJuChGIFh9DjKliANP1mOamJ9TXXD+2gxyQj8u0g4v/i6c1K2EcpzWVc
uijxzn0vYQ8QH2j90GtMRiDkjJwVwBHRMZf0rioV8cbSDQ1NgnzuuLI6c35kgbugIMVZJOGxM6xq
h9zctxNmV0NXo6Mx5sJrZ+l9aLPTmAB1S8lvRspfFoSUn9VcMxnz245oCZTAs0rMmyrv4+KOgbam
k2ih6UXEJDgKBEFif6sWZxNt9Ns5Tm7mPAwYpxTDqyR8kaDfwMTtTw/WIfHk9EY9KQ8llAsZ0F5S
IGBF/EFEx5rUBzthRAOIZsLleYkvErnXqNpuy6rtIj+CSY/J5RlGc9tZMe4d6VoPMmhLF4KvzvI2
DpEbpg1iiER91wZunFWTvJjUIKMxDHeWE6K+lZ67D2M9c8tiSvJpNIxuW+gpeE66mk9lY2PCSoh9
u85aZewWEB6klMpywsFVfRgdIBqHW0RATacgSB7MAqeyTU4scWEzRdFVegAiuk3LZMsokYQ5A/bP
5lNey2PvSWFRn5Be392Rcjj2QanozY5zB/BAHQI1ST6LBb+HbXRXe6hiD3nyFybBY6WIYE6Lwpmz
9aRI0PEjGe+dZdbnFbjgE2VyecVrGHF7ptYt0keA+2EBSsuthpCPMcrTTd3nvFeR2hIpRN4IKS4x
UlW5LbogVBLVqyiM2BcYPwULzMwAUpvNZoz0+FIug/wYx5q+MZGXBOVaKQQOp5r9u1ZSCeoG4Lrt
SSGotAgTA4uXHwqMZTOi8/uYofhrP6D1txGvxjLkTw0ZDxCMIMIlW7j9XhIoUFT3vS8GvsesHOQK
XdvUbzF+qfspj7KzEIn8INIR5/1kGesuXEtWPyb7MHGzoVNR3pGMsRtXc/iMzCbfoZVmabab1ZWj
zg8NbPmyxEhZNyuXDRGGR17R/h4eYqiBRPfR7M68t9ueOUd1Q7UdkZ5REoUGQphR5JaEsm5kIyku
CNCtYygJq3cjZFo/c9TEBfsct4w9ifR5HbsicfUBRxFTpyRehrSZcFEhyUDRw3q9Zra2Kxp7PHQt
s1WQhhJPIgPNaumsna4cm2hibhqLnpkpIv5gsJL3bC2k37gZAVridjBR4hEvHypFHRj8dSWTNqFE
GlfsR0R6hwf6sZ6NOl4DmFoU5KBuaEkLZb7pa62SCGm3Qc8tkjlpGHYbNKv1IQII2iLnf7OaaX0i
7LPaaDZbBs+rEL9UM58t5pkrGMbdvYNjSFPaiE4CHZTBqHUkn0P8MIFiXeJhJrgrA4IaCa4wnDKu
9OnCrgMtR2MgGqqhS9p1pwx9BKLO3f/Zxqk4d8swXzHx2w+WxsLuyqUpnTSwHZ90U7JGpdRO3no7
bk96bOWXSan0gzLZ7Ztth+2yzzqCBygWrosjGHsXOrJIpO5NZKJ3sTsxVVbo8H8IPtA2dSShk49K
eMAtOmcE2mGdjoAi0QL9WB7yEpNVnI94h4usJ3BnnYYatlydjSsHiAlGg2jsrJpNEm/zoq8jT9Sw
2dNYmWqggl9sVl0KH+Raegjh73HbWxyLiMOK/Yp94Ncqjd2LBZbrN7mCX1WM0Q4F+nxqrUpDEf1e
WI1Bt6ISI63pFfsxWbXCm1Wt9ldVFrVv9El8I/QWa6Bd9XrtVG1BUgBH/EM4xdoVg6JZbbjbw+io
jxOr4JTMYO3WRLyYM5ejvcu1cD00Wkw8wTC0jeKahAatgdX1V9XMQ7cklA2DQAlrKUvS4o9FI/C6
p3b+m/9Xa1+pDJSnj3GFtL2g9Oz+YOhn3AA5Agd56p8iTRWYHZPJ+DWwXL00ppgAN8Qy7fG1zkdQ
tn7XV4Z8rAg1eB+kzgASAT93q3Il6zpWwlMrbM1HVD7tQaqZItCOfRT6kD3Qg1aP9+nbOkR2rr82
aLydUS8kRy7L4daIhjAEazWCjIChX10TP1qyHN/SaESImLQgnpyf4g3BQDQFk27qMIKlCHTSG+Sr
1K6D9Li0kziLSbyRyiJ/D2DFTkIdzF0Vdbd4djX7WqvblMCKwt5ls1mHVyUvzadVi9dnHEOB2ZFO
g27kGb7Spk9NJ6ptlECF6+VO8y0yvuyZU4EMjWn1uhkxhG1o+sPSV9JLohPVNuUVQl6c/cA7KWb9
QjOXF15uErR0G0CPFIzsILP4uvkCjIMctXXHPouPS7cSzzHouvYmx5b9skIz4G6j9DgFnopGEXkl
aNnLYBfihkRDFjsbsSKmVTQSZNH3iMnTydhT6aL6RO+wywwGzg14+/RJQ2Tk2A2cbaIpbI4xL2qa
Qg91RZ8iOyASmwqJrPBQvPAMJwLokqtjd1gITb916tQ9LaS6EKHeF6cwXrBT0+DATjvXawV2hDTG
JPyRnQrNtI9/yjrXmYoYeS4rtPF1ucqjS+26PTsR18up1du+3S5wjDh35GK8rgv5BU4oajohV5Rg
jlQuk1fIYlX8sq7ZNkyNmK9UnXVcOH3vR015A9q2MfnYoK82yX3I+UKQwG4JNc4+GBTRNtNnKDEa
YhofL9j+qXYLzfpiVGPpSqVh5B4n80JyjlKLp7FCkO/ZwkxktCtR/UE1icBzpTMbVUUH3ipFeZ8w
TjRYbGSeR9qYJElAag9uNKvFHRWjVzkt7Th+GGjpb2muwFthldPxrabTa/on1aYZVuRH+BEvTElh
cVH1wey2qt3KnsYltiFlAF2NZMdn0UmaB0hc7pd+an9MCCoHh9B6VQ25O+qzFu2InNJ9YjiMv3ej
/H+sl7OFwcJE8Mj/WTP3+F1mH4DZYBd99b9r5/7xZ//SzyGZ+cMwVUXmQFRIWfgP/Zyian+wwmma
qasGMKVKHuff9XOq8Yet2jgtZIPfMZV7pdu/6+eMP4Ri2xaaPBvGVjH1/45+Tv8zx/dfU1YsDSD5
n3M6DdLiRTKm2indAZ7uMfteWOKd2gMHQEG2v3+on62ziSvRgYJ0xXbZK4+t5sDB3JIz9k2/PC0v
yxYiPSj89DJtkr3qtl63T4/ZBzxu5eDKoLGFbIrNcCCNzJsDrOMBumxP9Uzf3I+7zB+3ujvw69lT
N7WXPYR71W828yF2F7fZNofOh0bwx4PmgVJuF3f1lG2ybXeL3wfyBj/0Jtuk3uJLQbU19/VjtEdq
4GXnbpPMznBSvHpHdFVgBMU5IkHTUQLN67cAZaeJIJjEsY7ZSWybs7onZ2LTnJdT7Jk73Vv3+TnZ
wZsFxbbboAXwpe2wt/bVjST2c/6Y7e1zdSq2zb7ftn7iIr3dAaf5WFo3wg13FkugcIpTjBHVQUkE
g5A9h9eBuMj5s9j3O93P/JQvi7bM+d75nRcGT8gVXWVjeomv+uGP6fK6BvXW/PPbABbf8hW8ZqN5
61Z3ql0X+PI1PM77ZFNtMl9yO34yQpS9OJgCVhBf27SHwaMcdmu+tYfOY7RzTU/bExftQ91ssp2y
ma7lduRPTQ/FjYCfjX3DtdvtrCC+ERzkZpuCJ7qTbUhhcsvN4o1u4hK7uY/36d4KtB9aOK/Zb/XL
fu+3kG+bzmud4cmNXHhTR7ijb+y74xSYl2pHQJ+DoXOD2ToovHg7HMUtvCzHxQOwCTjTXHT7nnlJ
H+Rj8Xv91ajkojjR6JLj2Yxue8bR4Btn7Wyful32WD+XPqaBHzlgftsJr+CLJNf4QGbnNt0YO8IQ
fcXPgvSknxD6bEJtFw9erTvJo7iKXcvfZrvJRnOzYEVvs088NotN4skv+rbeq4fpRdoB1Hgq36zl
918JvyZOb6s/FAdtNwCkOoviwrM/KFeuxE3oJ0HuN9wnMv/v93DIn5Vr8sn9w2emN7EjX6BzzL2+
kYLkkj2iWjiq+/xonqqD9ZCeBHdAe0x38b7c64fu/1L0gmSXW/q/utX/pXYCQEnF+Noop8Wd/DHm
Luy92iP1Yzs4wqn5Hlrv56ffJAEEj0/v2m71EIv5i8ty+6TtcLf7xUd8Ze90mWq8PkDs4cpu5vyC
GgsGZ3JVV/Vty0m2CC933GH/i7wzW44bSbr0q8wLoAz7cos1N+6kJOoGxqIoLIl9B55+PrC7x1jZ
TKb9srkZG5NZFUVlAoFAhLuH+/Fz/ONG2pCRSl9RGfFYRU7s1o7kKr7h02DP+1ZY5YDXo10egJrh
T2cnjunmwbQp77S9tBE8chJBFCRB8kblNTN2GmQPb8vf+dOw6fbH4PhEb8e0oePvptrQqOYcS2fY
31NvdoRvqtvwu24TPsc++ME9dDBO6JZP5nN0JW+l6yg5mKylK/2GBbmNtvLjcq/dG17rUzi9yo1N
tB120SHbL9dEPr56owVKeWvy6dCOHMikrqZAcySWNx2gTugPDqhDfv+7tzPn5TmzXwuswshemG1Y
xz1xR8uD/et3yvdHlz3JZ0PHdFJntoHfOySXt9qOw+tmCFIMq3ldbzof3Jw/QJBhS+7o9Xw48QvV
njcW61HYR99ZcW7lvMCbsU2cxdHtdXC/sOEH+F0d+UrYF4fFH9zeo1PG6/fWbeZo/O14zfnRNz3z
noAIcnSWgxzIgeYabuJCTuVlHpoKNgmjm3m33je7mv+ObnSEggANcMvUK/3YYwts603pqUG0Eb3J
JXxzZLe5BqjiZg59qC5QSEfac2Z0YLbzQfzYZOp8WjpxNa1H/cru7d8RHmFwsfr25ALkcC0XPitr
SxvMpt6I9/UmdYxH4zlyG5Zf8qPh6pqrbOlf9ASWccqj0SDhhvfGFioom1rupuIi8a56itz+Aik7
SMLPGN9Xl3ki6TQayREovClewRNxteDKSge6XrtzYUPkGMg7aVzO967p8ARMZe8Yh5g3UeCrqN7z
W8F9OOKAoHbjR+pX9jfqsf7s5fYvWCid3oZrygmDgZk0XASQdvOm3/dsw84f/HXL0s3oTu5PUvPB
4OOabcFO/chr8YqUnmDCttdlszpJ/sGNPEaIcx34th5IfrM1dyGGqvFNTHnoZWxh8We/IxvPBduN
zhoTnfx68mt+ijGatUenvtd7lJLNgE4V23TWX7GCXtb13G5ICvJ30Wm2x3uVC9VeuaENx5O5Tbod
HVrWvfXitSdtUxYLlEXvD0K/sDuwuo9e7MLZ6y6synTLt65gVnEMm/5Pno6eawd2IR75eM2k4cRB
p7NywUvx//IlfeT6zKts08vp6Z4YdP7CfEpu7iX80R2iih3XY7pZU8Jt9hR6plczpPk3r8WpXDbg
35zcogewSfFTu69ZO2qwuEDUnMwVHH2b856hYsB2Tn7B6wRl5dIvx551VQyfGQChI1ZhobuiN7jU
SOzZITfK6P81Z7Dp8DIjP8J30OiHY9RYyFRBMZwaS9nYFrigdSmXnsX3JLfkJmCCPXKD2kGyKUe7
4XZ9nDVU6vx+D8+kz5e4URgwQXxCsNelV27WyQPM/sO8glaF6WgZtcm7J54IwqA6xNt2V68L1dUD
4WZ904Y7b2DKZ8GaXuQ3AVovzkPO6AUu39uF8xtIiw3u0o6xCoCa3udCs1MGnTEr6yR3DB4uZ1aP
jONQ/EpmOOBqN+NG3neBvtE3HV6ZXlTP2gh7bNBeuB037WZmHa/3oiufy4xO5KZe/L4wJVzFyEAB
UASN7ghbdIu5GzUydt66JIoDtmmTrSsZ6yKyxGKMR+g1AXwRLnGHQ2ul03rLj+VHvC09fXbjAHO1
QfCzwdUBQGd9q+h42xkrT8Qr139bW23b+DJ7Vg7iYNwI7OJ1pSbXZiDvBp9mZH8TOuPe2rYbMvVs
h46PoMpp05KMO5gJQ2JCXUy0A237tntVMcPWYbVVkNYwpeAv3x+Vnni3YEYVlgHIfVaVzFzOHjMa
sKXuzKfxTr3GpvGuYca/QpaM+a4YjOocN4S/Llezjy6IB6we3GZ27cNxYdOat86HA/c0LrxlQ2Lq
g5H3Ml5LfHs1/ArfgXmCnRBiixRGNeAo2BeE0WJgXmmvOtsXJHdg4mIaZ3arFyEAPsZ2xzZ45beR
7ZgTBkwYHtCyvBvA5My3wkoxfHJSBBLErw5h24Z2ArfyLZ4z4t7S1vQslyob182Y5M5nYl1xp7zb
NmCR75tbwmKtnmfdrbMjrWZI5FWzUx2F+BMwEo/QHFqNRSJgNXUHRLIdupIte5LfxUwj4c7q9RjK
cAAN5lL7siX7eB//Kq/XqYYXm4ECYfOwnvx75VmE5GaQPoaE2NVNHtQEKrFLDZWge9kv+lVxk9/N
b9NmDRRIa3sJ4UqzwXKw1cNA4mPWNWUEUDDE4xCABMeraIeMdupLG/66K/x8d9xFuxI954PA926m
PcjQq/YNCJQ9+1ag20eHIEi086fM50i1YSy+YFMJtUWfBWaD2QrgfrKTK05FNhlXoqQyAHm/WYig
CG6Jc1KOFJQCHDqgmRbJRYCQ/9MG4cR+Z4u/BAe52cByKMYQt1QeL8ifr/pr8nZO6oNE9RbPCjoC
tWlTmXbL5WVP4VQSbpXQsa6rjRJQ9yJkPzrittpr11DdAYrkB/HBgMblCcpp/UAg5oELmOw8MDlK
kPVUHE4BNm3hV6ZrefrjgDHZdvtwWz4xvywU1ZVvek4hxV6+HQXbhNP6Sd0COtorP9Vf5qN6mwRM
D59NHyKGoz8nb9Z1s9dv8yDyMh+8Ba3TJE0iJ7oTPMFrNii5+WuYucahaMZpHv0EHjVgPydSjPg1
ZVx+pl/G6d3Qfu02pKhsLeAXdu209i2x6UvxQim1m73jITnQzWs4va8Eow8wnfffZi9qDfmLnWyt
n5pG57vT/pAfoADXWCf8UD7yYWK+9fUK66GPMKwhXqRszRyW2/UcZr2/N4sLtn76QjuA8JPwlAUo
tIdw07qmHT0qkS1vk2a7BNTKHLqXn+HBdl8nXmL4OrqjP3kv1IgxCo0NAp2dyBgNx/DADdo6q6t1
K9Zux99mdw1D6dKxwXiwqeA14Bbx4uTm0ebMxfFSdOmY8yUp4LezAIDqNxyLMGtBng+dMsORX6FB
2jZefE0udvo9+41H9ZRZlJwQuDDHr5o7UIW1Ze5gcidGYVtITm6EO9nXfVgKGQZ8+m7a2tGv7D67
hkVO9Uuc2xrWEQRh1mD0caoNB9Erw2O1Y9bJSHq5q7Mfes58Ep+psA34HF4ca9d56RwFR8vgnXXT
VNwdkMt70J34a7C9Lu5ltzhPv9NgjWfX6VqPIJD/MhyAQLjoyhG/C9go3R52GeNucNnroDAodooB
kpnoFINEdM5BAMw3/ycpiPc54l0sF5QUkfQa1Qn71MGpcRgtMHYubWW4UXN9DiadY2hQeFR+fXBo
DAQ6ZIz8Gg5aBNEJ/tD060caHnzy+sEUNAx/8YRg/STu15luNB4AFPyOdfRYb5kvnBKFqW+LD3oU
o2zie1NvCMxNxWkDRxqs+ZcuiFcz7K2zzBEAo0xYcBgSu/wNXaEv+BU3Sj1oqIn4RZsvMGACKT/e
irvkOt2uMbZJtduXbU4gqjvxMPCSedUbR208zHpcBC7qfsiyfdLxqcor/+9/H2MVa9Xq/aAsYwpT
ks9A/q4IUok0c3CrJJbw694v4hRPJ2GED4EZhAMAL8Agsho5V3DoZH+Do8ICgsjE1cE6T6CyuNEm
u13jrWkrrX4hiDFw5KfIJRGZ2stN+BReUaU4WDdQAXiomAYSGQ46vPAW5JgIqscd9FpB+y17nD1K
jNuQGBn5bCy2iPUnUbPJd+1V5g/7ZgPQaaO7GCEvuer2+na1iL1vPgzrsY0RDt+n75N9a+CE8qB9
AtZ1017RZP22ugHpcfVvgNDdo6dtaMXBBbR3xn6yXwc2d44/WE0VDdT8EVc7j7dTWc6xq20WQHf8
88A2Wq1a7qQujArroXL1K6bb7CEy82Gb3Om/JQJf8kdwNmC0U79g8kgskaRbXcrCwRImaCYLhReO
vbOfcQsUctag1V+d0sR+G13MBJ9ZY7TwDngo0Y1GooGo2Za/Le4aG6zpO9mr/BZDtk4EvjQQAt0v
XXhIGWFM8CnT+2LPvBEwsp6Kdy63C5Q/d7SOsOdKUlmwfLNnVzwhlpyCTRFA6YTF1R94dMwABAne
8E24W9hoijd5yi7hqK/htYcNjjmYsZeKx+bgnJX4sDPh/CfiH1AVa6DqIvfBSQzqpoB2GaIkrHZ3
Y91WV+L39C6vNolIqJdejWzv1YhQnY8cJycIqwB1Ed2ByXDXNTnyc8NRaz/vI/8JQgoHML1NRRwb
kd1NuhPvmtWAbNajLYdr9ixNrxwBMTDeeLOGiD3xzxriKfC6+PT2V7vMo/bgrIHhxMT1W1wrtgSG
fIaORSAsI5NDUFcph/VQYrAfURrBSmHHDuFrdh3dju6ETVpTDjlmpiAaMy+dlrVzu5Xm8I+7NT9W
2jGLTbig36QbdQcChDTEGu89ifcLmgC2fDX4i7sGsiamcQ0tJb+4FW5GssyQHm+TBwqye7Jqd8tr
duD3v0EL+MoGH++ZO5OQJL4JyR+v0UN4S3vdw7Cv9lKg7JbfJflNgCzO4slkOWc/2eoEht2BAzRh
DEfj7UBIzCHOp7R0kxFr6LfN3nhaduT33HaL0/SOu5IlkhzyAyhY6+oZ54jpd8XrIwZv8Ty6wLby
rfwMmO6AFyKglfFlod+T5KxJTYBo2VpQbbnj6zDb9RZdh329t26yLfYdK076nMybciNft3ugUwTV
6wE/DazNu8H8v12duUpem7Itf3f/L9AZmKym86WZLfFW+79uX5qX17es/UdxRlq/+e/CjCT/ZYn6
WmeRdKCKMv/yL2IDSZL+kixVMw2DbkaJquz/KcxIxl8SRXjFpKwpAa2yyLH+uzAjaX/plgY00FAt
SdU00fyfFGakz5K1lHeUk7qMEMLtAFNOu1KWXafH3JFDjgwdy66kJjHBbKQIP4AdXE+IpMkN3RCW
HFGqjTZSqJOKVarXYgodoBD/WkdnqRbeVXdP/e46opP08aR1cjkaM2WdStyZQh25cQlncGflsJTH
wKWgOYQLL/cECPgPpobOQq22HGCW/hdg92/Qq3NMVJedNEgvqoECjSSgHma0Mp19uQFBbZE90mtj
+PSyUS9fUuLvkuYgGBZoC6ceFeY4/D55VhVitqV8XPL0mpF/mxeO8vLUjJsia6NN3giIiptl54Ge
imicWd5g4t1GeemmS3QrluUjRAGPdd5fG/nRAMoXTzYaaz+UEVZWZKNex0b8JvXwuxSZ+DCjuUj9
gf/0nX6zLO2FSEY5o++onOQRYf3Uha6ehp0FTR2i86bTSzxzFEOSYtFnW9Esi04BgjjwVoQV/Kfp
c1kYW2DlKh3okTu0dCrTZRZkUAjmkf7WaJz2hp90V0LzM912qUY28phx2i7GfIv0CKBuGd4FK5UH
D3JdGJ+XAXUAdcqcpYavPlP1R9oraLszhru6NrYf9t8nQZt8RnJQPonZ6EFAeE+wht0cjrf0ZO2b
IqXDW7likjd0IQKZUIfMibXQ+B4qrN/ZGJ9p9SVcRWHX1rqapiIAs1X0APYk0Cz5tTe7MFjg9YFU
PvuhQMRls9iLu3iObvuIvrILQ//MgbHsV/Pw0YFBSghpuCDWuyaMNvMC9FjbJaLsWubkGgr5IjW8
N+kdQgCPTrHsedDFb/qxo+cndo8wcQJmzRwE5zkW1DSUjCxaG6jtwVJa0J7lfTSND18PVTqzoOTV
lnyIjOEQizXY7ptd3/e0gBduEZHJGOD4HGguA/322mgsH7N8zJT0AUp84FBxRCFrgDm3rA6w9S+A
xY3d1+M599LXYX4Yjg6oQ9I0eo9Npbd7juNaz876N+rgrD2SV0v4iT16X2sfLl/EFu1FYtMg0VId
wHofaF0i760vnaut2NLBKDoHMnFw0qoUAPcizRKjCZ7J+UOUA/+HxfkmXDt527axowxJBC2mFTBL
nsXs+CDJ7aZMjbev5+KMOX/X3P4wWDQmmmkuS+QSCvrXozcLobcjICENQH5mXDocSavp+GxO1kX8
4TYa9i/Jk77eSeW4XXHTep0zP1EAs4OtrrCWprruaYKytEuS8/Jq/z+754mnCosIMsqsqOn1Xx7g
H9xDmY20jxoj2jXqvyFZDt0GWvCnY9Q7yZxuUp0sgSxQmwCWw8KACm4agIbDJPYjrcFnt83wtwVb
g52bc+OAjMidr9/C+074bKwnPkzXZgEtc7PadePwXK3kn3Ky9mKp9PGbSN/YSZ0FemQ9yXJLah/x
ZtQFvjdyDOA9gvAA9+LNYvcj70nTR+C4JSBHVujCTuEcY30/Tslrncj344rjJOYQXViyvDYXLwif
f3r4Xa3Ric9YzLYeY1Wpd8hEACSAC6QtdFtW9Edxkb/TZ0oTRB/k6tEZ4AScK04EQBN7Tbih5/Fq
zhL67PU7YeIQJ/f3Y0kXW2u8Ymg3MAvSpRHV4gXDqZwxnNKJzS8K+hHz0Kp3aSsA3ehl87B0cCgs
oMCuUQ/VvQhIICzo8IfQ009yRjrel3ol3mhSpNv52noN7wX430i1rVymzzakE78Ic85qx7bdZHL4
JIzpN1odnmaIRi2JVo3xSHa9RfgVYCWRCGppySSWUDvMezM3aHvV1EcFzcGvF5R07iFPvEMI/bZZ
qhIwAYhK9CLZw+a+y3XrbdBIEhT99bH5wetC6ETxQbDtQbz6RVYIF2II/czmew8fP2z4wuwaBAW0
CgKUTESIcybTnhP0QDYQ31aEFJaK7hOgVMkRxPHvo6K+IhBFYbaHag7cJXpzKpkCcwY4D9kjqLhf
8HlTgdUkaoxtCiFUDseuUzU1QkZTDTv/0t1Bh6hupsgxclAkVbPPs2GvIiNlq0W80jKbGiiA2vKL
Xj6Y1XgMLIEkSyi/oIJmEpqhRlrncPlIAtEUyManxcy2SqtMMBm25Alr8b5s5NFHTPGnFqYKHa3h
rQapJxh84XoouqdjZnyPlePzgBGnqZle+kjZVDFqbSMdM3WsPn/9gt831icW493XfphgQ2xHUx/k
fidOBLRtVD+2g1q71QAglx58gLaxDKyvUSBk7ztyA2NBTQGj6OKJj75JKOLQNfhixSCIk2oFZ4YR
CHqar5oRtZBmlWL8eqzvsumfjXV1xB/GCpFWVA9KP+xojLxuhitjuFZoQ1aVDCQ6BFhqr+1ojJSR
IJLgsApdU4K/0oKjySJgaCPSijltjPECF1Rzc5ye0ZW4MgQzqIHhViYl0ckAZKzbraFumgW6ejXi
WcMd3SOEOLrb1FSEy5+g1De5IktQ5Db3R92gc4A+xAENr1DyaP7J9AO2F1zrIR9+TTKaaDotqDRC
fj0PZ9/ZWrj/MA/hgp2Lx6HZaYJFXa9PssdjQWNhB8v9VjIbYFkm7FCliBJJCQydlSm6wmLBLawt
L4nQRMg1LmgA50XmtWJtuKhz5HQjU6ZQVBi62hmdnAuDXd3kZy/txGULswm8Fc6CXZofNRkiU8ip
0X2Yr8IiDomVzRu6tUc45NmA8M0YjkobuxNZ5UHVpQhiLyQQoHqJk1uT/q6HMTdpdlvU5gr1KCrP
KyEsWFrYtypkFfT2QjyjnzN86+N8mOOZxuuVS6/cgcnv3EUFLHbsjvrm2EL8MFgVoLO46miDTaEl
UCHPGPIC/YceJoM8qg/pktwbdQijx7zRJPgkSBORWM7SGHkJXXUGMYRNBhijA/V552UZLDw6TIM2
Orm6XRm5CD+RMdE7RM+tFd12ZU6eP5KRioGFfoOWKmVQYaCsF/MPtQTXVSIih1N1UE01SHFqIUHf
GjWGbVa68bHdIAn1bDbxbTJKQaVmoJbVeFuH9OwJhZeG8AbYRh9XXqSgQwyYs92i0H1kH61RvVhM
QTvo37tjR1BtlJE3QDvhyFk2esZoKv4frpaTAAatar3n8FrtIBxmvioOE207Vvi9PJxWVDgVHIhm
HaPs3yZVbuxOqBYYtFqKmkWPbprSwp9bSt+lVtsdF+UO6CcdoHHN6UTRbiZ5OKgooc6FIl1wUedO
Je+x6oeVUo5VoRpple2OR/M72qI/u4l3oIkjRWQ5vjUs/bssG99zmSIo9ANBBomYm+gCzTIF7f+1
nNy2ufQyp8n915N4bkTiSWSiYHLjySjIZNRSciPNNIM7ySB3D6FSbJCFggRMtmpXhv7YgwQWkv60
GDfwNu8atYyNAAMD68pCzugqCpcEFrcwurCvzuV9yB79Y1/Jw2x0bSdWuyhGJEVUanL5ShsFSqZr
HkHUtD2itmEI+k0XcWxerA5ZBl0TPSOXBih2prU7pxR9Yexl8glokFcsxAse5tz5Qjw5YUoQAJhV
D6lIoR630LAEiES5omBeGfQi6mx1s198TTOdXIrv/vBtnRwjc1gjkLmloSRMpAD26EDMYSBOEnMP
PQKk5mLQWsh3aOToJyr/afjUtmEgQ05JBiXSaRSEsCfuLsAopfVFfGKvRe2fL4iXro01DNc7Yxie
lDTTHaUjsVsep9swnTjVoR1oa8fijWa7fYGVUOLyQeXU7yCVqnlKR0vrLEWvZaJSEWzSF90Urr+e
qvfT5Gdj+2/HJ1a9MPW7PqZ7lhxO9DMkZv4tzRKMvkNJzwCsLXZNMJokw/5INgx51J+iVh6ahGzA
ICGeNJhD5ZMxSHZEl+NdF6FZrEjZvTYo3qKnz4bBgQ4+TLgDupsLAz9zbhVPnGCYCRqZP7PfSfXw
pKFLQ489VaROAJXQ5M/Ssfs5RjgI2mVoEupgTMnoUaxoANH6+Dqni6xNKMervaH40cJ6ZxJkWryT
t6ggqv16lO8nl8+m98Tn6ZWwxLCc9TtZgnDJEtMrqZ6O0JIVv5S65/RUgo3k4ItuHhxpanmQStyd
ISJAruYMDwv7uJg4rDr8bjQEZ/3oCpXcBe/j+/850y+LOLrzmX4/gU46AXvxsQHj/Tv/ab7Q/9JR
nBJVyVBNUdWx+P/J8etriwVZf4ueGs1YV95/mi/EvywF0wn7kgXngsW//DvFr/6lS7pI84Wiqqos
KabxP0nxf2ZIDEVUTgzJ2AlwQWj5cpj0cauO06uc5SqsevR8LxKwKrjH/HAR//4wMbf/WqUfmZI/
S0CtdzsxDeaYRlESWvOhl7tfqlI8T8n0QxWLR0HXXlKpv2Qe1+ud7pH1Pic7WURoIQrZFqBj1Hnx
kHqU7kgpRtdZmnZ3+ijOdyX60vuSoOBboRWcfuohjq+gfchNOysL8X56V4rPtDy75LfWKf1sUCcb
NyqQ0U5WFcfCbF4sU6PrBPGmnVLBqPT19H6Wel0f+yQuKxudXC4J1YMkhJvaGA/NAk0SuojPtVIa
3p/d5CT5E8r0fItmbm6NznSGiqwGFEsoEAvDn93gNE2vInpgJFo9HITMopdDlUG1ySng18XM77pB
EC/M1qcnNKbrNKluRHljGkk1HqzKqJ/ouix9yE3hC0KGw4vLFnAwZt6pGzjcKrrSX6iD9D6bVCvc
BPYy5DiT+Dv01qbsRBA034+TBet128jJDd3MimwPpnrcxfVQXwpDPnNR65BPQh9axZVcibvhkGZz
/GJ1uuxqVSQ+9tk8QOFGLhOok6nnP2a5MjljcJSxi6RW0gve5+ycncRBodQsoSaUw4FigmOa8W2t
tK+lOG+6nLb3rEYwRrsd1e+mXAVUNOGApEsxtTxt6LejNkLTwmmoVe+WiBJdQYOLcWFqzuyu00R8
NcCSKUzMzDDfipEvonha/culnU3yn9lWp2lzdWjrmS5OcJumiijUTU6CfqEO38LH8vWeOmOv3hOt
H04nshiPuixwB7X5plZXynghU3tu5CcmJ0ZVQuB4ORyi6lu1MkpQWkzDa6u5ZAzODfzE4ix9uzLY
coOaLiS4FXp4Qf9sSk7MjATvUSkn69ClO5EJH8LD1xc+s1BOM8J638+SOcbmvp4JgunwvmpzbYug
RXJh5OducHJ4yi15iOJeT2h0bVqvWOuKaq43ntrNt18/whk3eppv1bKkrWqlMva9KG5V2C/tMLF+
QVO8W7RopZfML2z3M+vnNO8olqZYwLJv7hM0SpDqopEZQPQRIjvjQmrzzAKS1kn8sPL7Mk9EuPDN
fdUDn5+KoC7zv7+epXOXXn//4dJirdIQr3XmPo/63k+P4pvSyPqFmTl3ceWfF4c7JhK7iouHoowV
i82W1LX48+uRn1tBJ9s2IyGAvLVh7CVNOszd8V5v0ttwru//7PInm3YYIekSktDYR4lx3yazr6ja
nQij+p9d/mTnDhN0DFqj6atC2SaVwv0gQE4gqZcgC2em/jRxIsNlNQlVpO/rtcB8fKJb/sLIzwTD
p2mPVKzlsVgKfR8XOjRUTfjNVMfn6Bhdt7H8MLcKsCuz+bNNfJrFEMK5K8Yq1PazAPyjiLQgiarX
rkY+tajQ1oMi4+v3ccZaiOvm/rAP2mWwauXIjcoy39di4g/9CAFsGG6bGpogGM4uRQfrFT+JcE+z
Em0LLKIfuVMKbSllM24TUtB0aVrfdQklwK8f6NwCONnYYAqOo4ly4r4DE2VD7yvbJhqof3bxk41t
odccNzWrK0duegcVKv0mlF8uXP3cDJ3s7GYkM10n69DNlwKgfn8VVc/DfMGYnrv6ycbO4O5skyLB
bpR3RXeFm0PsiL7zdnK/npwzhum06dCylFEuZixHUarxJhzKt2Mq9ExQpF/IHn36CLJ1iqsuEJIf
oXxnscpzEURr0MKxaeWkbWmqCuUL7+HTJcRtTny0aEHRqE6jse90iCblyLChfX35g0ni2icxejbU
caRWtbEfQtPcRCUtQIphBQhEXVj/n74FbrDO3YcNLaPyAXoygrdOgCylzOnCFxp0a9r8Ambm3Oyc
OOW4soQF2UsdWmqAEJmoukd9jC+M/tzF199/GD1UXemM1I++l2Q4dMYGgkUzSv8k4GVqTnYvdYRK
0kdL3zctNX6UgsoanV6jkaCNgL7zz17wySaelUip1NJgehLliQz38xDVLzLAwT+8/sk2nst0jHr4
NvYJIGEAFOgM2WK/bL4e/bkdduKeoShNylzV9X2bbMvkru66m1yllQKK/69vcGZ5mieFjQKC+jLm
ELrPu+S1UBrrR36MmocM3tsLu/fcHU52L9Ae0yTLqu/VuI3cViEVXA6T7MbNVF64xZlZIrn2j1Xa
U51L24SHGEI4+QS/kZGtAYiwhKn39TSd2QfmyS5uUIOaVb2qDlred9+UyFQCtA3b7ddXl9bF8l++
WCad9M8HiBTYHXtVyw5LnMERoHV57IdDlv00dSG8FrvJ+D5kelEgS5oNiK2YAlU8yWiHxxgFyAuj
+BQphEaUebLZ21A0pbBoy4MwtqmXRWPzt9SJ9AeEETQKfZ4q9LtmYgIsAL0/m4onMYOVg8IIMkFW
A3QC5n0MOczdsQ81J8sWY2/KaR27SzKHt4ms6juxCWekoITQTeKQ2ocUGcKhGuqLTvvTsJCHODEq
hTVMjQWH30GZmmix58UADdpUIEjsoYixkBCNyRSKswpO1AQ5pEuJh0/rcOv0nViaYw4PZA2e7kAV
xR3D4cdU6yizhTvLtK4G5GWOcboTlCtkHuHoN66QyLbbmA5piX7VhEaCZdCRC4qTP7NM5ollIpGT
mEOXZIdooPzWqbW2lYD3XqdWW1/YFp+CmdZnPrFP0I4dReizs4OkVWZ7bYGhWOwjomyEGY2+KY7R
jA4PewBmnHmA/A/iWppPNFJx7RTDyppX8wHMWvfrwk46Y220kzWcQwhZyvB67WlnovOUQqx3f0tD
I7w0kP/BWJFesDnSGZPw3r7ywTXO/THMQCrOQJls60f2fNwtwGPowmpfld863NGRI0Gk8PeFBzuz
rrWT1SU17KMy4nZUTm+i68lN6ZAklUmr6Wt6vVLNAK5CK9RD1/zCyfbcE54soNRKKViWJa1Hk/qg
RcPj3KmPFx7n3Hs6WTgSrQqTTHi6rz1OzLAVtfSAIf9Ah5NC9+Da4W1eWKRnvMM7j9WHF6VXOeWb
MZ/36TjedJVxq6Jrautm5QmjWP3ZZnsHWH24icXBrV/QpN+btXibisJdk4CcWkVwvp6wMw9hnPjp
ODzWQ1dWx0OlCjIqRRLN5VoIByVSFF6PoNuFyZLP3ejEXUNbiYQhCrwH8pHHnxj7AlXZNtsVkS6B
EpLhuqdA09itfgTcjj3xyX7QqnScmkM5zPk3JOSmXTHP1e8Bpa3cnkWBZgk1hKHOhoVvuFUlc6WL
Ncxobxr6eNtNCK/BwSv9KNJOcvo0WqAQsbr5z04p6kl0AOu9OjS6Oe1TWl6q8mfd9V7eL1srKi9M
2pnFrJ5EB62K1ZtNa9p3zTaD8jKH/VWQH75+8+sb/iQ2UNebflhZI4SnbQbX6R616O65O1YFm6Q5
KjcRh40D5g4mjlCCs2pVFssUS7pgcc481Dsn1If7TglC4YTix0Nm3UjH4yEubxOjvpDXPbfKTmas
N9EKSdT8eBjpl7GTai43kBWqkE9a0b4R5uoCTOCMCTNOJi+STGvp0/J4GJpOdUoj8yqlv5RW/BTb
gvcz1rt+mKKujy1zXJBlqqxyFdt0kLP21OW3BvCugczfJOer2xDEf70Szk3aSWjTt2Vam0ZeHnRQ
o2LSOKr8UABxkC+VZc7d4MTHWH0VG4tecQNI2sRDlxximM4LduvXD3DOZxonHqWAbrZDG6Y4VLK5
/L3Mi+k31MjcNhaLTVnFiEGlVfFdGbX5UKUJMaQ5FDvk85onPQJf1lVDuinqJr/g4c498KkXUiO1
LzS1gO7T3AAYuqlK8fU4aSjIwiv69UN/2u3AKlmRBB9XiVkhUxb3TXmg497N/BrOwQLyPoO+6bWH
Gpphe9wOwRA0V0UA25D79X3fm8I+MRz6iSWn+hdSjiWc7+hL1/y/Jbun93tldnob7O+Hw7XivDw9
jDSnwr8CJ8HDr1+XKK/O2A79xOQin9QpVrlKbY2olU6DalfTeAca1v/62c5sa319nx82HgpaoSJO
U3qI4G19kROp8LuyVy8YjXWUn03cidFIa1lJxBHjFIlXx+hRMwxkR+6Oyyvx/NfjP7PuYOL8x/iz
RhGlqOcOvTDC16ChZiF2qteLyp0J496FlXfuLZzYi8k6FpYEav4wDrk3INUEeh/pwT8z4fqJsZiE
eS5kQuCDvECILfwaAPObieBWwoXz6LlJOjEWYhvJYrv6CJCXKMtAeQRXf2ncwAX+9Vs4t4pOdr9G
/bMwEQY9WAncAEW5hdr1wuY7c2ntZM+jZzlgtSirjI3eHQQN0R0hvATaO/Ne39ttP6z+lqNcKuno
H4px9Qa3/PcuyrehnMp/tm60090rsj4LMUsPyL5eTYn8lobSDpzU29fT/mlLFQZRO9m9xmwUEZIJ
8x4UOBwRmZ94rM9tez3cQOe2eUVcw5eQC35ZiUq6N7gZoN1A+RdyL+XCI557PydbXKJzQcgnjh8q
EKNE1IJCbC4s20/fDry9J/tiFhdEWkY12ykaxHF5mz6F0/g6Z9mF6ft06Fz/ZFug643EeVz+b86u
rDdSXon+IiTAYOAV6AXoTmefJC9oVnYwu+HX38PoPuTzNI0URRpp+sHGdlW5XMs5ua/PQF40jXuq
hRuGb21oQSEUE7vSxxyQR9wEykUnAdM1BKna7XNf2RjxCdOAKjvR0Bnty3G01+bnGEQHBUjLb4++
8u2GcNs1nZGBVriMwFL9IfdAJpLbL44sqAOISkyJcozcZINdIP+m91tVZldNnKIZgiaA1j0qwW0I
blRVASg4KB/DaG9M7L7M7m9vy9qmL79/shXRUCVzysEhbU4g1lRf8EoFm0e2sTVXb0p8/3IYn0ZX
EYJkUT+kfs/IwEFmJy+kRnqqnsYEmfBumrFdZiwPG7WCa4cs3Ghl2ICiMxxifzL4cJ6jAeA1mcL2
X9srQXNZyyoK1pLIR0M/swHRft8QCVBf1f+BNVZrk9Y+X1BdNSvNHPVdKJMGiKxWl+BykDZu47WT
EFSXg747ibs68UcUL+ulttc79NbNAJBF45babzylVxYgurIGoM+TCWvwG0QCntD+jx5cLZnlDdO5
og6ixwr2YCnX4U740az8oegVyMMM0Ghg44JQNVuhlLVFCPoMGhCuxgao6rslStd8M40/t+Vnudz/
8RsVZGX+qw2Rklag7dUTvxhVh2Tyu9kC6iUFK1oDsIRu/l3MhpdkD7dnWzlxKmh2oxhy3TUjjHUK
MjUjbF0+RSdUm4MuJDPd2UJv8u2Z1o5l2chPWg5mcDUeBmyYwb/FbeYb5FkFb/vQmRsTXI1tYuME
tY5kdehJqiY+ehF+Gaw/cRmUrgPw8Agoieycd0fJMnLn9nJWTKLouKZGmikpZdDCtD/rqOuwU07P
Y432ga9NIKh5rKAnWhnl2LfCfTKB/Ex/nIatUru1rxcUHUFGcKcljeTx8n1qANJm3VtgXLn95Suq
IbqtBNElEE/hy7NEvuuz3sv7duPJs3LGotPKpkgn41hLyEFYqUssEvtaxsEKbcToHYk7/WzEyHBG
E5WPtxezIraiG1vqGR0qvEjQdTQmbt2NwGI30NCnppy7KLxONy6llRMR3VkeTVNHUyvy0ziebIWr
yV3J6byvClBU3l7K2rkIuj5RqS9BsBz7oJVD6DRHbgF0wl+zumLKZNCyzJCMKvFBe/Y85eXgRi2A
/1INANVAR/naCgQVj+vW6NJ0iv1KLe120B29pO7todckS7i259IKkUqiiS+x2kW7mV8UKF0myt5k
0zkz5ZdC+lIlCqCaBM1uQCqlhQQXOAGIc9aXv2g8bVwea0cs6HXagLoq7LXEjzPpHuyRLlWbDdVb
UQQxAQK4hn5QJ574LaikafybA1EgMiebTtqG3Vi5i8TsR48UsMZUeB+EjOhdv6Bw3O/AT6X+KMyt
Y17ZIDGMPxi4XJmMvUeO1e7Z9/SrAiSG700etgk4z2CQVHrK0YZhqz1/l1vju2Ym9zOVgkwvHm8L
64qxEKP5honWYAtss74W7qZZd4rwknZ84xiuAtyAM0Zb9u7TTV2ZWjrMMydgyJtkUC6EGnrWQeMT
lLEi/Uor2jtSnPBTOIWl16Er8lTLZATRszp9tIBdcApdyYLcRNR3bE35ritmZQGT+qZGYb+Pqwlg
l01b7VW5lu6mEVzCt3dlTUIF65CYcwQ6Gxp6OGU54DMrHywaR7/HnjIbJfFkw9SteGiaYComC3gU
vZbjKafk70lh5s6gkgd5au5RGPw9K+b7Km2VxcB+pcQJByIYjDGHR1tVeujp9DiHIJhmH6l0h+Dy
hu1bEyfBaiCTGZuyboSeQdKPIie/2poH49A+3T6XleHJso+f5Clvh2nSNHy+FfEjBTspqIBL3zDL
19vjr5juheHo8/jZqCRUmSPJM4DAqU864Dvl7gck208qBjB8NhzAV7axVysGhAh+f8GqKARhquQl
EhBAekt6ajiq5G+vZG2nFsn+tFMaaKzlTplCb1ZfOY/sHIzzwCS5Pfjaly+TfhrcSsEPWc+KBFrc
RkYFXjekFzKBxvz28Gvfvkz7afhGVXLOUafoq8BmAb2lwsAxQr9UJKpoYntfp0WtZMi4+VntDcPg
tEW1G0s8UqGGt7//evkUphDUWum1hkYKFpBnabXXeK0+AlutvqvRGY+HWKQgnNjnIFY2QDMTsuRp
pDNwTcHK+8XTF9ScziyypraSQHGuEhDdgLsrtsGJaLhKrUwb/uzaMQm6XuWa3A6qBmXUcT6gZy/y
1CnbaWMXV4RM7OQzevDu1ZUaeqzRPZqDcBUc6l98c4vde4BKSKwYIXBvmjy0lDrErDe2fu2zBa2e
O8KYslwdHSgag9AKEXCqqHTYEK0Vz+ZvmcQn3aCSgeccy4gPwK/2PiwzcizbRgYXK5Eu4KAHnCTX
JAdMjB3w/RDnrWP6W7d6PXZhbUyHqxMgnEBt7Jkg0g0yzrIckhHTjQtmRSj+Zlo/fZ+0wDTOahl6
ZfSo58+qclK2FHdtaOFSzrVhLjSZhZ7KCRAgKdpoEIbJAeeeGon1/fYGrxyfIqhubY1lAbTOyB+1
EYhA1hz/NOdYebk9+opf8ddgfNodwGIQtVRV05uKFmzdUnFh+YDKsLD/bQEF4vYkK0sQmxlbrUbR
pgoJpCo4jaNxxxK2oZMrRyA2M3ZM62rYttBT+F2ps50MgmQkOjfcxZXdERsZTYlJoTHi9uUcLEg5
qLs4KOGVGdUxr7e3Zu37hdPtZCCn6u3y/WjXDasEgN+V9SxlzRaA1YoD8Tfn/umAUxkBoraKEj83
WAZgMKqkD5LZpP7QS/VbNPVAMes1rGdOyFYeY2XbRHSazjTRekQ1yUMVbMCa5KEcwXUb9T8AL/D7
S/v2T9dUqqpUzlowCAFBpo5Au6GCUQVpvq8ZTbF3ymRFxI3YYL7UNmAvKRVPjsutysgVJ1vslbL6
oq9i9On7RWgAdhsBpQ9a9NYOwKudiyLgeUfrHsCxpVwzJ07LLXFekwXhfiySkOeZhhd00Z+GYk/V
N6ZkiH//zOTRafOtC2dFpsWW1KpGYIRHCFIb9dK1QFx9aUpRtkJw12tkABUk+MS8IjnrwbqKNwry
nyPvPbOI0VQTAdDK1VM5cifVLN1wMsJHAsZieG1676Ikz3K1MatPVUHNi9nBl74ti2viLlywGQr7
SM+hYrQf2oMGbtGXTptBCl8CGhP0ARnpN15nK3et2MAKzmlArsoIbRols7Psd9LoDkXNuY4OerN2
by9n7fiW3z9ZjAHAlmbWV3BzqtRtTEBGgSmmKt9uj75yF4jte3VLZrWLgbtNODXOXRjrbqO3+f72
6GuaJXx7Uuloc5BUcDzGDBypRqZUjxKl0Y7M0ujOZvMT1WhAoQpV9k1tp2gjLbxyLvKy2E9bBrxI
WUvzlvqG1siBoSTdgdRD89gVFj1QNiKwhMaRr4mbiOujDONY1QBT8eEz+bUaH7O+tuUaVSD0eHsX
185IuJRSBiC0TE8n1BnOJVBEEpAsdHO8kYhbUZcFhebzZuWAkcsMwFEGWXGQjekwhr+BpOjoofJF
2y2YORWIbRUd9DkoGrbvQ1CdhfTpKzvzD09Ki9h7U+aFHLSj/KCq4X2axlsF0tf3BVbiv/uC4DU3
AX+Pzx5fEth8GQRDQAm1ol+3v/26XgNL/7/jKwBz4lVulAFQ5x09fwsNyRmkjcGviwwRm/hMkvWN
2UiG36BSKDTHCzX7DZ1eG1rQaWzwmKmFqvp86emxaqu2gY6xoUzXK1QVYi2zflJdIDhaGW8ljI5e
33MGTCSAxasfEYO/ZKuZ2QYR0H9PfSxl6MqIskMDMLKNpMXaiZP/zp1V6DRVZ6r4fKIckHTWuwWs
RjrzvSl3W/gNa5MIyqw3cdj1XQUOOL34ocblt1atXUtrjmip+nZbstZOSNBoqqhNMgMs1lfmrF8g
hw96ugXAvja2oMwW4N6HkbI6gHltDnwGFq6ZG6F7+8tXdEJs7qNmx3Vkh2W/z4w7GSgaCtxJeTAO
XxteUGlO+kYvrC4BZoPmmEQ+TCQ7penwJTu9QGb9R3ZHneSVDHJ7MMAsraELumL85/aXX79IidjO
l+kULA6xPiJ3HlPHoNEf9N2jKReoDQDt5k5vAZy3GCVXiqUNbVg25d/iACK2+IXlzE1Ybe53CnUW
BOWuvY+8Geis83ww8253e2VXUVYNAI0JGj8x2dCmdpLxbDAaugsrwIoPoZU5LJzHC6LqIOuskFRv
B9I9WEAbwNMF75eIs+I4K9w85WPPn+ccgNfGQIpgoDN4cIiZH4ew5N/ZLM+7uZQUr+0HoMVXMs92
QLCKfCvJEvR/F030Ghk6oK2jQj5y4DEfIHWWSzUq7TqiULcHfq8H2OfumISJfmBGsuv08ucUW3yv
52Z0T7pc/qkM+WPNUyY5ijZbeyKN7K2P++SYth341WoLVHIzaDsmF61RgC1SSrDQahrZV2M+H5gp
k2DolelEtBoJTaa2blpIzZ7FRf8Q8W6+L/tGo45sAW2ddGN3lmRGziFSJhsnsaJ8f/G3P5leNW5M
oIIko1+3v5v8zZAvVrpl9dbGFsxGGPZmRLURVIdaiWIuIAXB4QPmL3AEhzrZkNirtkm1xGTSNGUE
kIroaqmNvnpKJVTiwxHsN2zT2uji7TDNpFR7A2SFgNzh+HI2f7HlXszycNMEbGJIeTBpD/DybQ3g
/eGGUbp632BThMugzXQAZagKSI3nc5H9ysid1ryzdKO+ajFt/xgJjC6c6zzKFQDIciuI9V8TYXYz
gvkjzOyh6PDUfL1tIlYmEZM60dANsWVNYMIcEENWQZVpnnSr2E9aA2jy37cnWdknMbOTt6USsQT9
cEav2Jb1M+u7k6r9TAx5YxVrEwi3w9DK+pTOkB8FBed8xnO3Zu2pydgvWTa/pGfAc1wm/6TD01i3
GmDKeBCCG2noT3Bi3bnL9rf36KoWY/Tl90+jjwN0WO10HuRIi0j54MZo4oy3XL9Fka7IkgjfOMRD
ySIGNlAQof2xBns8V+eFhdP60z4DTPGp2jATVzFOUc4tJniyPo1Nhn0KQFms2uNuPi08y6CScUGa
ewCN20X3i1+gotyXh2Jj0hXrIWZ8anUiNZqVsLh8yPctBXuFXOovt89lrauZCEqex7SQpQgrqhuQ
UROQ4lJPBv8f5MuegoVN+vZEa6sQ1L2IQ52EIwQgUVSXaW8WCDpuj7zWyy9mcwawW5i8HXnQWiS9
y1pm3SslGtJA44McZa/TzOEJyfaxOmjnvKa5izIIxVPiSX5ist4fzKazThluk6Nl1do3K2OjV8hh
earSATzDo9I6yhSTO5aiuAoBcKuzWWJ0W7Aaf6PnV8RXzBgBbzQq5xl7o4OU3Hzgb+FDcUd987AQ
3YORGOhOF+NuAHErqITfuxYktZLfPjNni6jjr0m/9gWChZll0DSgoZ8HGeiloZwglnwDeahd2Zfn
3aOX2D/yfXnh9uH0/h1eiAPhkO3v90sb89LTBfKLXQJudnO3FVhdsRf/5KKKfjTHpuWBrO3jQbWt
4UVRxy2JWYT72nIFa1RkvWS2FMuVjmB+B9WhfgS6pi05vzvbgOUApzOaxDIXbvJC2b1x463u8qIb
n4ygXPaTJGnQNdQW7MEFYUsnMKjuCf4WEvLRmfCXep1bLfTgdguGyt4G5YTd2gu9fYJ2Nnbs/P6n
9ZHe0Z8hwM8nWwdpbrihpNdRNFVLTJPEWtRwtcIXLmzuyikKSjAoG2DIHrEn4HQ+sN1C8QvmKJC3
owH0tgavHbbwsO24VBsJ73Ec0KwqYi7apelWXmzF8Ihpk6HXzClclKvX9sDIzIcftz96rXv87x5+
Os007MHSlGHg4Wf0auDEFkEibn+3sJF/gB8DBNsA4gD5Mv9D/OWk/PEESuRzu+Gf/bUPV8RYDM+b
jVFmoYkv0DE3QN132TEGvEC0647hKQSxeA2iV+ss79FICpJikDKBRZR43b53im9bmvr3prj2Fcsr
8NM+jEZdAkodLuj4MO3GA7uE/nCawSgcOzmkZwgAsvqogp2cHUv7OyioQeTanasL89uLeiwd/V53
N45kxQ8Q8SfreuCgU8KGGLXLYcCiRyRl3KURtDuCGxtq9SF9hL0d34F9xbbcNpCe6+PW9H9v5Gs7
IbhQzVDi9VAuEuFqzhtoJsFoG4IXN/6V3kdHNCtMdyTADfgS7s1Lexq+a/vCrfaA9cPpKLthB25c
d+tcridXVEtEsOTpnJtJvPgqiY38/TND/P8bvTdeQFs+ntpL+bv9odzf3vk1N+Kf3Lw1W2EL5LJg
vhhP5b30AzTkDttNe91XTzjljRKANQfs7/yfhA03OOrMlEXYfHYq7+u78VAdjEds6JNxmAEIojsy
6IBBguhNh9trWzEgYtreSs3BGhuc6hgrDlg8HSXaSoCtGD4xZz/NdRVnMnaN9RaCJAdzip1G2QpD
r/kVYvZWNppSpssl2uyRQsHY6oPu1cforjiSoH5BlOlnru+1S7u3dt2P7KzZJa7y8hz/Ju+39+56
lSZIZJeo1KfzoiUeke1y5Q37CUzkzDMP0bE/5G7moxPykDkt6IAXfmWk/mCk2GHc8JrXxF/M+8pL
UwizVDi2uS29sXuEhF9Ub7pknuFn77mfPA1b/sSa9Itp4D4cQr2pCA/oITkOzzIYySl8aPPNPFaX
srbjr4mimHIzVaTFSYg1RYgFpSlxSRtu+ERXaV/wtJEFn2gEjedkxhg7PvE9Pehv4Ak6opfulHjy
vvZ6D1XgF2vDUq8Ivphma5u+VADHygMrvBjmuyR7Yf3ttsitLmS5HD6JHDdR3RvzGa7jQ/GIfu3w
T/6uvajvdWWH6OCy48hGGswEC4a31b69thzBgUHTv4nuOUxZN7MzJSjNKly92MiyrdgfMcsG2Mxx
lDTEMCSKcqryMG8C/6+NLLzJWgUoG1GMAE/Tajsp/lF0fKOY52oEGOwRgtrXfByjBZEhGFCC1JcJ
jM9POX1h/KeGHiSz2VLyq8FtzCP4Hgj+xixW5cWj1nx1lwNtInWlRxY0O5DeeelCWH82vBp+T7i7
LV/XN80Uk28zD7G0GhatncGb9gK8sQ3n+3qUxxQTb0o8txKJcBoI7qCld3AiDQ0GIUGvW7Wl5Gvn
Iii5TCOpo4sBadz5Lfke3al+ciz3SiDdGTvpXHnRffzY3JV+uPHmWbmwTTErB3DL0TQaaHr40SS2
ldjKs/6teKhewvcI3MoO39X7iR7CQD1FP/vjVvX7induioCbhgb4JRphpWBUQxHche87d9w1HnEX
BzlzgEDrxnfsT+YVHvtu+eWjChyuxXPYMtbXjYJpCUahmM2ypBXOs+3Gt8bcj7F+btVhw4L+jW39
62yCoOW/Zo7E0WxkDAusd/UOJJV4sreH8dziudi4H88xXO98r/+oDtnZdMugxasdz3S7+Z3v0qDc
4d+ddZ+fv1QWDE0UbIk5DHMzgxUcKIg8sVWdoDa1lB02GBsRxBW9ExN884jkXtXCxjZGYg/8FGe/
byv0SvwIEJ3/3cm80mlppBBRMCfspAsAtgO25561Ty/oBHDBDXdW/AnSUZ6nY3GhxwYm5fbcKzIi
5v1a5HeybsQh8k6xW/Y90UHMZ23s2NrgwnMk6+aJNiMsFaKvu4WAu5yPkq7vbn/6ioMFHqD/blsy
qlFazfh2ctHfmmftVT7nT00Q7rvX5JfxOsW28n57qhUrL+b5IiTF4izDTIaVuEjCOR1KNVj4zRwf
SPLHQNnUrAxbt+0isFf0SgTVNAo1HFUZ0vCmOh+KnbrPH+fMxgP//CPx9z8qe5/Yj7GLSFFuc8c6
UAR7ZftPjIBYav8JXh9y5/X2stckXjAgYP3N2NDjcstl8ken9Y5QZWPov9GPa6sUrAfIKXMAlWLs
alf9IbnDKxsEx9MLezIerY/yrvXqfQpoQv2B+8MOtWlB+iUfFgWk/xWbSTbjsq5xmPrCy9j0djXO
GzZx7bIRYTfCEOTZCjK7QfgyOfKuPyd+egm9EIQ4iFMOO+kgn1QX7TdeDqCox9vHtKJmIhoHqFPn
VC7hn43yWdOei/j7tAWi8PetfuWYDOO/m8UAIQqeaGzWsJcuw0kPkofixTxxv77H+fjJxXDr4+1l
rEjbP/gcIMY0dA171/PeqdAy2Rn3t0dePvbaIgRDUVijzFEai9hA+lIBbF9BpWA36jvdnB2ubXic
f5/j12ZZ1vXJ7c9TNjS1gVn4hVwmn3mWDYxAxN/kS7MLf95eyoolMoS3hVqArNviOGtAc5yG7k6t
EXqTLRs0gicQXe/kST8WSbGxcWtHIhiAFlcDLVLMprNnRr7XZGPctVUIyl8M4HpV1OWFBBJWfbpL
QUU2jbpbtE953DoUUCOauiFWq+ci6DsZkb0cQg7HIAfLbOk1Ve20C7qyhgg3eI51Bd032osR01Nd
3/eZbt8+qhW1FPE7RhnAB0MOC9eH9yG9S6vXyPy4PfRygV4RNRG7ozQlBQiJOJemn19YCIJbw/Cn
sXhopXzjiFaOXkSVm8iUM151hmehy9Xt1LJ91BWyJVgrb2STiq7BnIfFLBWGpxAC8JRC6+PDoPcE
PGMK9SRAYe+NvATjdZWz+0nS+gPqAFonbS3zyI3ftRqi2aysamaDFp2boPM1s40LeMVa/IP1EfZW
1TDN8CoJaBX1uzUPrjU/WBazSRLtbp/gmnAIxoJmoCAfCsv0mmEkl3hW6YWkFOUB6SYAztoUgqmg
lpl1Xa9YHmCxm+9jmgyHQkuiCyGytnGVrk0h2AeFzm3FQGTm5YiI2uEcnSu5+RXNWyxdf6+Za4Iu
GIrQRK3BoKCEiahRjwKc2LLzuUvdmVZAfxgT81cCMJ69qXHzYPVp+KxWHaiAB5McSVTVIL1u2ISI
YtrqngpI/F2rhe1llojidJIW479KtpcBwruPJgWxwJi1r4UqV89KXJVPKqcxbu40PybzbKFIN5vd
VjPYLqdR46mRghaLtpn3Rmt1DkiIkx3gdKVndTbSE6AFUUvCe8AzovYz4d5ArGS257lGhkmO/JYz
2V9w9L0iyeRvSlPxX1TNqh9GVqjUAS4I2mVVoIl7tVa1niYr5JX3HXkuprHZFbKus31H0TjYRqlq
OPmICEpTooouqsGibqjgXEDOaZT3GaqUgGCaZio8DnSzum3RK+e2LHS75p3BDrNWIIUXRb1dxrXl
VtwCE50CQPnTZFTdg2RN3WUuRsS2udy8fUn8RZSE3MrTUkfRlhfJ1MsbgHMO/FwDRuL28CsqLEIk
5DON6jozLc/iZDZt3ozzechoZiPbnu1KimogtxrL2Ls93YqtFCtX2JS0RdbVXQAy24V2ZEidhGsb
AYwVHRMLV4oxN2ipq3WgS89ScadMzzndsHQrQ1PhZiz6MKR9C7ojFC3XUCzt1MUGsXkbfe2YRYib
Vp5YwlXd8LiUFE5eAfWnztXIaepSdm/v/coaRKgbo4uMZM7RVwciemdpMR+TU6qwjZDYiiCJsDbE
Ql1CQirT69P+GWKjOFJIjxYxPiZmSq5Oq+fby1gRIRHXpjR1UMxmluXRMr9nqDfIc75xk6/58Pqy
dZ8c00ECRBlwDC2vJG3hgUh+cPKuizt7rDpcByEaeDMDlaqkta2yCG20JVRHBOIjAloJFkVgKBvB
oTm1qD4eTFiD20tecWJEKJyyUsnQcsnAkpXDlB802oAWVAfC8kaubm1PhQuw7aq0R1u45WUdu69k
FLdWW+3ha0MLF99gqHrSooDXC3XKDhwlr3Yc5ltNM2s7I9x6qjHqcmTk0EvU/zgpKDDt0URRjtxe
ohrZ49v7v7YGQfuzKC/DIbEMD72Pj4CoOcrVuJWQWlmBiB/TVRFqTSQ0fuHeMc9UVsxX3ayHu0Zl
8qMxy1svuxXtF9FkSNUlqIAwDY8BA6pRQlvl/ZF3X3OzRfyYriXSUBiF5NW4eZ2poPXzQAnxVNKl
74MsbUUk1laxnNAnBZVDdQZ8NHYLRPDfSt18RnW3byTDn9sHvXYYgh6QcC4A+iKbnsxREMJPsxK5
Zu1nfOMaWRtfUIYm09IUhbPAStDAETzqueY0UXius+ZuLtjGJGt7JOiEoYVAxAGNjVdN1KsWxA/N
LMHjW/e7r+2SoA5pFs6ZqsPUZ9lTGg1OqfhtgYoFfcMMr1wlYiUwk0clsxrUzzbaZDrmUCPXULbn
ruNAGgNam50bW5h4KwfyTz3wEKIUvuVKwPRXnjB71JH1qAs7HTdiHSuHIaK7VPOs5SpvukAJzV1V
witHI+Yl48O322exFhEX62kTao1dVJdKUFepdAQQR/WaV1Zx7AbTOhrEyJ4yoArtqSlNfyatqC+q
MoF2xpgTRHfGLr4PIfEPVsxo61RhaZ4I2l3BODu0NmPxeF9Ra+qdyFocBjkac2s/pErvdWzUt9q+
zetvdLFSVwL0Xod21ynIwlR3+qJ1QTB2bAgbbKWoH8Dd9zZGm3xIixpceSiJNbqyZJV5qLVKMFS9
ARKisHzG+y8b3V5jnWvGA6hppx58I26YSqgSy9ORA3HO6J1xJFt27G8U6tpXCEra5U2kmVo5B4A6
mEC4pNEadEDooEC7dJjAtZjQ3ffDqtC4aY+1XH3o4zQcQU7W2m3NyEFt0LU+AXHPlitFs2deNs+l
MQ82JVLmZF1v3o2cJt/brMg/cqXLL0XNuu/AzpjsMYrDS1hP/IkbmryjOiONU7dKpeIVRuDszHUT
6BMv71FMw+5BPmA1dgoAsgNIMxWQtJfT62CiV0W2AF9B9ardAVFhaIE00hO3maT+IR3R960yph4i
OdK+TSjYtQ255Me+afUDQnP1seFSC00eVVdGV7hb1qR7mYoi7200wU4nCzSXPpJX836UZBSkRWV2
UNBC4ajaVKIxINce8HTpdhOhJAZ6j4yGEyQ+YtUZuZxUblG1iF8Cfbn156Ecg7hhRWXTUtUVu+RD
8/O2/q24Bn9ZDj5dSH2WtEMyDF1A+Ty5taXqLmgOza9ZD7FcOkLOPEyqoQmaIvoJvho/pVZpZxCD
Dc9mxf6J5czWoJoswtM7qJX3BpZVKc5V+D0qt3peVky5yDVPuNbOjNI6KHM8AlCctad4STtyYvip
Qd7HoXj+0jmIRcjtHGmtJpemh8bSIIzlD/TSb5jYtTUspv3TERc66eKyq5SgjBDV6PLKjQrmJdpw
mTo8Ynsr3X9tDYJzkwBiYZCWsHjE1ZeUVC9F/CV4AdUUi4X5WI6ojUNkF2YFMSElV7xSBplo3uhb
Sd8VURKLuDg6XvXc6pUg14sHtRklO+nl16FmD5Jhfv/KDv3TCa72JpMLgI4FRXsySt2O6y2oyOt3
0L994B3w1BXUAfh5uZDR0pF4uaoHSmwdpXmKEJiKX9Ar+Xh7Hdf36p+u8Mas+Kg0FNZ/cEEC9jD0
/FTwNOBF+3B7hutC+09r+MQUArebz0Gv6DurrWwCzLEym504jw8Vnkm3p7lu/ogl6Iae630MTus5
aKZ8Z6DSjUdfihT90yKecSVmBeBSgwoI8UbXJXYxWe9f+2rBzVdGkk+S1deBibupSIxvZVf+uj30
dX+PiJUkCzShWXaaEuiZNjsd6vb9sg71HR2bDe94bQbBc0C3calbkgEdSOM0mDsrOwM+kuwkPujH
24tYO1XBwddNibRViD5OuUnfuzi/y9iX0A5VIpaGIK7F6TgZks/0yonrP2UYf00UxdKQVE3RuEhK
C1yWbFfqQVttQc2s7LhY+dHpPW/mNrN8rWA9AuqkQZkSKbNfESvijS1fm2OxFJ8uGTnpDV1RKYqb
gCuiy5nL+YdGOvf2ga7YG7H+A3gZRZOpceibGvA5EpvOb5X6qqB98/b4a1+/CNKnr2/BgqXrs2z5
6nTuI+oo2Z+qK53bg69Io1jl0dbGOHSNOgdpPNT7LlQkN7YY3ahLXPl0MW0/x12hDGVZB3GG9AdN
2gfTKu7gaG64cNcTuETM1ccIEzYI8YQgr6+ILRXAVAhVN+cj6ojkX0PBGlsbaz/Wsg1JWiF8Jcay
0k+HAe5qpEhMMgTDWz87zbv1TUcBbWHTE5lQVsvu5Gf+8cQeQGo9P90+opUSPiIyboxtPc/gtG4C
XumKG0bM1Bw2muUPdZzD33qlF3udxv1bmkoFCraaTn+asizbsykcdwPL68iugQ6gOlJS139qUOBc
OiNPfucVoXavKKhzyMZmPGTgLEOyp8mabyRJTXUPUGAN6BcFOtDsecqTX1KkFOXX1EZMvebVIhlR
gbc1K9GnOtXYzlzNXasi+l0mzdGG+qyop5hHTbjZdWHbKEHXjfaQ/JCaIJotd2o3ZHxFg0Rerw4P
7BH02UpgmaGtwKqAXW5DOVfUR+RImEKkXKgiK0FcxsMeaXy6a9OwPlga32JVW3FlRGIEmueo2NF6
LehrmhyUPtypHFidbdyfayU5jE3ypfwRKrT+qzisGKRhjs0xYKC2fJVMU3WGDr6yLVv9vBGcWzkK
sSpFGRuZq0OTBaBA9odROykl2XinrA2t/vfzM0nNGwBt18FCrgwn5LkqlV+39XtFQEWCxCrOO60s
VSUw5D+W9SPKfibonyfZF4cX/A3zf5xdWW/bOhP9RQIocZNeJdtxrGxN0qTpi9DbeyuJ2kXtv/47
7lPLL7IAPxVIAcpcZjicOXNO6Sa200cslHH+6DTj01Ra/wKnBZmSOv121RRMjAnYkYD7J4gna3gK
1y78ki3oL/gC4vMrrdj9e/31ojlPl4mF5cT2TboEw/jdjQv4uK1AZKU+RU2oSdLFA29jyUIbuuy3
dtukh8Rt4++tbXv/8iZOHmuwr9/N7diBAa919zk564cQ0A+Goy4EjkUMyG80JuxAxmm6qnxEzeqo
aFpWFsuwhJZ9R7vJd+SWZ1xxL2ZZtEbpn+PHDmEjQsZHvwEhFL2urEbNguisSEtThrxj7v7oIXkF
OUWXYnHcb3TJpv3lc7c2g7NX+/M25kBwLRROpU3zYd8PyH5kIJHxRTJtXL4rdm8WRLWoeN1zOYao
Tds+S4hfpstWWXft55///sfPb/PqTN1iWdCGmoH/rDoIkIpGqOcs6ectPrC1GZz//sdH0CvSklww
FaY63XE9Pw1d/3x5+deiIVMPPYVwiEASTeEtUy1HCg4F9LnWBYGSQGPfWPlIdoy5/MsiBaq7jWst
30lDl8j3RKWDMi9jMA3E1Q/V1t4XOnjqmTH8rYPQyXWeiRvej0VtYnXnp/ro4XS7BRQ37QZ88G0T
NUfWR1s9hr97Cf8/50xNrfaRN2j1Gc7POhCF7qjTJ76s9WmeIwCzrW86sZ4ixKeSIzHs9lspwM9p
0B3KjWsVst2EeGJ0T0kH4qcUfSV6OCtnCRUg0xzvlrzhR9L2KigWnhxVr10/bvuNC3cl/jbxMykl
AkT13oxEe/8+ePW/0O2SfpdbD0sEcbs61741tQ+ggdrKqa6YjAmpQZ+3Y6meuKd0wDtxEgAFfGs3
eRbXdtEsGGMHsY4Jl3jLxUEOwZfY0vuWOL4TvdG52etqfplU5zvFxoNi5fI3K8fIjaQtnncSOiQN
OLU+KvA8qOiuzzZuj7XxDRdj91kdKTIuIakfQPB1W/d4mECbXWfzRjJsbUcM/2LbOeooVJWhV99n
c76zhx8eoxsR8NrPp387r1LZ4GzzCvdko47jLQ1glih9sH+qZd4ILFYCYJM4SnEbgrAKqk26K/yk
fXRYekuzlwpo03FLtm1tiQwjnWOmWDLATGT5KMBWEbF/3U38xNoEDA/ntiXjqZRzmIyg1pTQG5ke
enDjRHSBXNHbZU+/8hGzaqwTqkkdu3bILHos2hyCFC2Y4Ao38fFUy31mX6cST82iMU88gqZJq0QG
7t1Frw40BHZ1jKYg6NNcnsvKbphVY6RVy4xJ3oSVPf5ijZyCRY1HUA/Ou+s+cD7Mf9y4qP3FIIOY
BaQpyilIhqk6wkknT+AJ3hL6tlcYSqiJxysXIjRRiTwVcyJOdIjUzmk6suujuQNxWGO3IK8RURW6
MxSgR3TQgIw9LtVOAvJ7shbmQWql4nvI8KiAkqE81oVcIK69xJXfo9b30EhShxSM4Xd21YMqgc/t
Cc1tqIfKKborUnjIVvfs6xgV/SN3veqGDHX32vcgqZ4dXe+yRrvPNK7RKAZw7q7JnNovNXN26Ldd
dq2V/iOGFkBQ4caPadc0e0A+x73qxvTR6QDz8qeKzI9T6aK9aFKFn7ttekinYX6bpR53zGvVbT6k
y1G443SquJWdRCTR106Hn7xS0QEdeOkJ8U/8MGdz8d7nXvwPiuHK89Mmdn+lUTbfCNVVN81CQKId
LXnQJH1zU9oWpIfrSD/oqGL7dB77wzTQJhhrb3nPvKU6KGq14DTPk3u3y7O96Bwr96OsIQ+2qCwk
XGrX8WPHaY/52JbvEHL7JYDIDGplCVRZUy9c7G68GVybBvPQuuGQeTpwQdj5jxhFdShJVbxLZ4nf
Oxonu8SNu8CbyWMCbws0eEn3yzLq216r/xo3to95MhZH3thVyIb4TUNH+2sej2ju5FBVnlFlCWgq
fwwFSV6LBTTVLsvzu0bq8jmVPffF2LsHz1FoJ1uW/64yA5N3Y+5KqSO8i05U65vKzmO/1+2Xfso2
kn8rd4MJzhgkWbLu7FUZTSK/SoENzDr1fWqdeZe209a7cM1dGFfQ0CGnMwyqDa3G+pJk0VM8tG95
ehVfq0NNxISwY1oQ1s0h5wrIkadSx/4wkw1ftxL8m6xmXt9DZA7wk1Or5FNlZ69wFP9c3t61oY17
RwxuAnJyyU9NQX1uPTjkuoHNujyvm2RUlleHycTfRDo/9DbbqHut7KVZkU+hUgB1q3HGa872u+ZG
C3snoo2nxtrgxmPUSnKGdo1hDulQBm6Z4T1N/drb6llfG964Vbols/ulWqpwYaXeJQl3AxA5ot1B
Kmvj4lqxqN/8KX9cXMXMLausS3EaIoBkcpG8M6vb2clU7QRAJVedG1PfpBFROnFByzCvP5zqa9+9
XzeuYad146ZNUcABDjTRj2iR7tF+vRTJxqlciYBMYh+V0sniDLs75rDTfArs7jlPX6pW+NTZyJGu
fOM3ecwf6x+LKkGvA6/DSThgAWVurnYl192hO0el0p3nB5vUmwJNayfKCEstQLXAG8zZqXSw5a04
2HHrN8u4EbuvzcZwEHZbO1GbWgxP07Q95T1vDo2NSxSP0xoKXbm3d5RWL5d3f2UuJgUYKQnLk47O
4eQB8Ql2MfLFq5cNL7rSu0dNfY40qfsuWjD6kufs1IxyurUiR54GVFiCSLHoMM0azLxW+tVRcX8z
AxkWDNVEb4HcqPaXp7jy2P6dhPnjdHRcdV2RJ+gs15F6mc6do1E1RoeKe75XCXnbTl5/oOWgjhX0
sTae+Ctu/nfn3B9fJcQaBzr1c9gLF/frowbh8+X5fD6ya552ELinJULJLkQxQEKoskye8xyiD9eN
bhzuurAE+Dy7KSw4+UZlsbcjtRF4fH7WXJPwrkLbI/Kdix3OhfdIh/QplvOTGOINB7kyvHmUCw9o
73Ju27DWdpBl50q1j9fD5WX53MW75knuEINmbdnSMCoflP6okXEk8qdKf143/NkX/HFaAFNfdLno
LpSss/x5bs+x9ISkpoUOMU/8uPyVlZNjnknwGI90XoCGGiGFkefuIWVbrX5r63PelD8mQEWGjrsF
hzKijbPr3MHZNx4EbrmXucecQX7j8hQ+d46ueZ20FLm6cfGAwKmSmxh6J/uR1bnvanTGLVmNZpdm
q71qbUrGxQipx8xmGVAzOS3of1kyonmxRnui1+fkhg1Kb0QPa7vi/L10VekxGacdikCsuxdRfVxc
5+3yaq2ZhGHMFUXquJWwOEX76pjZC7+t0U9w70XjVRo0jvs7I/jHxldtFkFOcsaZcsnBYsvkx9P0
U2v1iprZdYgu12SBm3SCs1V40CxsZ/LAc8KOcePW122Ayb4GKrN56KGtFdYIsk6aZXqf0niLE3Vl
e03OtbEbgTsY+z70uHdqGIeAyBYL2ooxmJRrVd6ofGyAi54cAONle4xLFHJ65zAysMLaG4X6FTsw
udYUpIvcoc3b0LXVfyS30lurmr5MkUd9wEesjVtt5aiaWkbALEcl6EhxjlA/tGNR+oO9TBDxYlss
3y7s6f8rDS4x7IzmFJ24EXJxuk79Pntqohcnp7fqrOBay2Asratyx65JuIZUULqUOSUh7b4hnEbn
8sPCP3jsbbzG1iZiBIgJ8LHoneEEzAQOkvnKanZ9Zx957N4hIwKOX28YA3e5jj9cmlxsqrOqXIxe
i7yfumO28GUZf7nGP0mTfq1f2Dg3gO+H3QQC0/6BTQlQSB/XDW7cqbwcNXAMcH7xeGexdOeRwpey
2YjSPz+v0mRbK5E6o2nJ7XCRy7GrkPl2zjq27nXkS9IEseK5XcBRAN3AOidw5ualy5KbHv3/lxfn
c68kTVq1KqFqJlXfhV3UfPTceR4qUA9eHvtztyRN6rS47M5wRACiazfFQ/4DXSVHmbxAfjewmusw
PtLEtEIiJSkgOdCFsyVfy0zYvl2rlw4HdcMhra2QcXdypkmPTOwcpn3xSL3ipq75VXGYNLnOCuXO
eXGGPg1d8TZF6s5J8qvCd2lCWYmakWDluI5zZfkELfOi3ZTL+dR/ShPLWg9JVEsNid40rUYbjdp4
prElH48NyEb2Lsu8jQtnxbRMaKsrHe0pHM+wEGUZ9Aky2soWyAkNZCu/t/aJ8133R9QiIC7kLkPU
hBmI01MbXY+BltVGPLHy7JUmshVddQC4ULS/FS261Kxy5+p8RHG5f48mepwV+0WtGvjxYW93CyTc
1R3v4ufLxrf68fN5/mNq2lKu1q6F26fuk6CMwFPiNxHEX30JanZfzYzsoAmR7z2CKqEvhOftJrRb
ocxRDk8ej/RG8LliQCZENppiL1UzugyjqvNLyu7Qd7+R8Fkb2rjKB1qT3kWAHo6CDmACqskTGtS2
0klroxuWX5UVGrv6uguZ/MaHN2f+7/LWrB06496u2Yxu9hrjCtSGEEkfIdkU4nfvLw//eVggTfKy
OGNCRzPCvll8c5AJb9DeVsbqQKDyZkPUqtc3lz+0Mg+TsKxWYqyLZiLh7LhPfUGZj/BL+XSqtrRk
Pg85pYl/tjPHyxNadCCuEm5gtaQ+QDRY7TgEt4ICGpHXeRoTB+3aQxKLEcwfyqXfJ1RKCS3e0Fpw
eZ3WZnFevz8sEdSluFx73LE6YiSIeGS9VIKCuF6m6saz43jjvl3bD8PiK5Fz6I7A0KhaWoKgvLd2
C8ScTnzJyEaktnKnmxBRArVLPCpwdnM7CWI3P3X9V6rRttn8rLzrHmJSGmYtl06fKXw6RJrz7CuS
fXidt5U2W5uBYdVeVrC87TUN2Zz9ILU6CQ+iAtl0iGN5gF70RmC1thmGkQ8orrEk8pwQJL+/xFK1
EKSY761yzjbikhWycGmCRoucT9Oic2i2qab/D8CvdudB2WwfRXZ00zRUQwmbyZ0XW9FrBAJI9E3n
5Aeot+QbroYi9DyPHi6f8BVPaRKZiYxVKYPPQRdi+7UDJQhq3FuUKisLacJKvQRa7nwYaAgMMfdT
3n4sFai3RVtt5AvXfvzZbP8wT0DpcqrjET9+QckjWYb3mXS/Li/MymEzwfM8k3lBSc3D3vmoa7Gv
Y76j5Lbgyykv3i5/Y22BDLPngyBlUQxOaMXPmXQDB6X+nm4sznkR/v+xLE0IPUFFfLZ5h2MMhWxZ
ZM9x6f0QHnldhNpYo7Xfb1i7VXUuqXhEwyoCTQpzivQRvOutHyXjsuG11mZh2HwiUBUqZsGQ+p/9
Fo3zcz0EXT0F6RaD+NokDHMHX3XSs8hmIasbe+c4tXPf51G851Y6XXdJmXDjJJ65jsEOEDZxBCOP
fTnKQHRXjn6OJv60AqhiunlaFGFSE0B7coUGEpUvwyuvRDZs+KyVVTJ5mNIGzc+Jhz4vp3yY9Cvp
PoT3/bIVrFixCTReWuhTznaigRDNymC2XevkQERlI9WyYscm91LKU6thPbw5HPldGg//VUS/dSr5
Vmv+b2Uv+8uTWDmnJpcSSnBotKF4EI6iPDLEnj7KfqBN6GkQN2xLQ2/tK0ZC280smTpeO4dxpV7i
ST3P8/BAdfdlztXGaVr7hGHTCMQHrgWak+bumSAGradHIt7S4b/L67S2HYY9uwx8Z6pq7BAXT7uf
ZdFEPjkXrDtafFgitd817dXXyx9bO7SGaQPfgx4iCqPQAjQjc13URz1Fr02R642C2MrZNWHAMaEZ
BHaQ/spHfkwmCTqqbuPgep/77//D+45ctXGGHmgbZJy+xVFHihrnvizLO2S5v3Mso++BBwmQNQgq
XF6wld0xQcDl0pFIDKAPwVQSdCyK6QbiMXZy27uy+15GEJXdQRe6/HX5cyvvHRMCzAEmcDo2L6AF
HtIf3Km9Q6wKcrAnaOwGAskzABR5hMh70mLrZbJyKExOKXCeWbYbO0OYsH1UZvu8uOX9loGuDW7c
6NYCvUyLRnj2xMQGr/U0+laSvNbdvJGZXvuA4QEs7Xqp1w7RqR/0/UTIP42bH3rLajdOwNqBNszf
ZnYMInw0UuuRfKliMEWo2O5vLu/32o83jF+iuguRxtE72daPqXtYWsD1NtzW2tCGqUMFJ23nYbHQ
TP0wgpdAzKlfiY0gZGVwEwMMvpmzTsocnWbvqZrrINHPus023n4rK27CfntQQCCHlFonReqXokD7
ApiTtlpgnN+Ygk/CQBPzi6d+GaFoAsGHGOpkkPkeql8iLbznTMQkC5bWVbkvVdEdgQ+lQV+pdzqo
5adGqA6kD+VgPgXkNOpFd9siwDiB8p/vVTpXP7RXOCjXLsoJpWMvaGvpWncXaWuMgiJHp9oiag+c
+EmvHwrdZDsUt5wf5+sliDo1hnkT6WDO+v6RWUuETEEpvKDoJ+97X9YgFvaY8kBcaVlAlLhROfhT
2gP7Bcbbb4038dYvZTe9ai3BpprpQgep7tDpM3mJ9Z+wMq53DagXH9vIAo6gcrhO955g3atjC3D4
DG7GfyqlIgIPmoi3RcklGDVwy3wiEkLNc/POYqv/PiohlT9kpdjRdPAh85TcAkpM/URFzgk9RVBS
EQQ8Tp3uXwFS+pWzuLpPEvgt106S+UueZmW0I15c/5OAtcvPFWn8rigYPpW54xHapd0XkcbtwYnq
8jmapwX/3f2jxaTBgzSCBbL3ulNGEvgVNZAn14VdurbNfzIu+E0Jr/CQCsEPTgp97xjcbLuEZ85t
B+6poKZTHQxiagI5O/KwaMoegcsffhELBYn7vIVnLQegpP2iBFCpiEjts6Hsv1ueU763FgUw2Wao
YPR0CiomwCFAkmI3jSkN3KhJ753ZScDxNY07C0Qj4z6LEmC23Lof2BHaPHURWOiebnfK0dl3ks3D
cwUAzMfIUjLtmeYyP9iO5RVBX0b5Hd6iy+0yENHsZrsS703qLdqXwlHHZUgomH9hHK6bUlDU84wD
gB/b7m5i1fitHKHquYu5rPbAqQx5kGtq3wjt0vtUKPe5nVJpg4sKvTk96obHdvCK1i8GkQPPLYC7
BBuxVfuE59VyS4cxZ3tp8yRsIIt6kEoF4JdiR0C6tL/ADeCZQIavubXQcScTpzzkvIq+eP083Xo9
CEwQ6bdAgYi83YMKtzxEWTWcWbfcigRt3YE1IcvFL+T6rQ8P7L9vlcpgOElZ0W6vaVvf0ojRmyrl
4mmoKtWgh6us7hUA7nKftGr55mqIiculHd9Q02UZpOFT1gZj25bdvqJs2XejxQ94c4yAAHHrttQk
f4uyyf3qDh7aKe2BgfdA1L7bVPOXuLL0sa2FQgagH8JeynJf1CR9KyqUJ12QuH2Lem0d+7K09q4q
XpG8sG/n2tPaB3nq8L2JJ/wc4pW7uWbEx26TE1kK9ZS69pLf2J7kYsNnrjlk45oVZ0wiXEETekAr
YC+ynYsaTRAv+f6qm8rkjhMuq1ORdl0YS/kRu8MZkjhznzVbVZ7fsKPP/LJx0TosBo22I93T8kha
P3ka3+YfIGVr7tOv0xfru/PN/Ta+dl+6++iBPV+e1Epob0Kik0ZULEldtBQ1S+GjxBABn5QtlvJb
4TYgn162mjQ+3x9h8jZkTapnHtM+rFIbuqQSqJ7Cyf8tra1E/EqgahI+R3TOQD7ggO/Fg0yF6MAh
KHZx8lz3oBOsl8PlBft8GtLsNMlJVoM6YezCAq1xh6GM9KuahglKvNYW0dvnn6CmmmU3ndn6dFuF
oqVQps5+osPvSOLoSuz07xrTH8kBAIYEi4qqCaNY3pVaH8pCgb+uJBsh/OfRCzX1KzNRRZRbMV6k
LntKOHtH7HJVqEv/D5dkt1A7524RtnbrSwqImAN+YvF0eW9XfrgJSBoGNlSscNClbc23IN2+8WR8
VdWAmpRlBS8YQFvpEsb91078AizQd6sP0W91gq799LNR/LGntQ3umqZn8pSgznpfCfBmlv20JVr2
uWmhj/Xv0WePLwINLEXo1ArRQ0HDnnsPo6rudUJAbl+Tq5w4NbFPXedGQHxif+20DqbS9gdAMntE
FZc3+HNvB0mFv+cxeQ5otEGiH9Yk2Vk6uY16G3SUNTKs14m3UhPx1DBPi6yfhpCnZLydZY9Yb+kR
d3iy+XF5Fp8/kakJeULobnPOkzkcRHMo01rtVCl+IPhCtL3kz3ihH3owCl/+2NrBMt5nRZwhH53Z
ZWhlpR/1t2QLtrq2F8brbK4icPgxuw7twvkJZc7Y7+zlrO3h3GXQYbjq7eqYMCcdlVM5Dh47kTF/
bd35a1POG95iRdjZMXFOS1/xOSoKsCF4Nn0pKuYdReElCCc9C/3FyAGB4DRu+gnaOUmfBt4ouue2
ruObuJnJzciIPFOcEiu96b1x+FeDiQ60P16e5v4IwYsAIWJ66Lmw75xKpyfLtsYv6Gq03+zBQtOd
13q/kihGK5l0UijEFQ0yPwtPqwfSIX4gmk//pCgeo2s0bV8vH4fP7ybo2fxtQRlPEavmGdrMlvrk
xOW0c9vopancr9eNb3gar3OGqVVpFWqnDvTIf0Ct4Car9VXhjmPir5IO75K6Be8li/LbpI6PcV0d
EqIP9ZJuGMzn1gnRir9XyI1jp+ujqQ7BZpwc2UJfqENvkgjdu1bnvjge5EdBxb5xvj+3IsdEZSUE
ujhgKqnCrMkDZDP9JP+vEW9Vv3HI1/bb+Xs2YwQK3DRCxYjaYN1tXJq/xzTnp6HhzsaCfX65QK7h
70/knhOD3W7CnVJDJpeAm2F4L6eviRgCvVXQWVsmw9mgVrqkcQrsziTcBzCsgsu45selbe5i8D9s
3C6/m7b+P34HY/DfM4mzOQNoqmhBQRtMhxQyqizQQb4jlm8FzG/BJLWz7oc9OUT+6SXeRQ/Fu9hv
ff5zT+2YSC6WzMA65KUTTkNTvFVjQg99E9vNdSfNxG9JD4jnM3YuzKp/aw7eBPo4QeSKbdECrP18
w/JtGznFzgGnUdK4gefKOzlvSTesDX0+3H8ER+OUOgpZcQf6bO0LcsdfRCFvLvurlYNlilCqJrXz
JcfQjuhvCxtQLI5ucb+IKoLU/LiFS12xERN1VTczt2t3QqtmDB5ut8umj7Rg8fukiAhqJ81iKKZl
W0w8a5MyjD5zor7NChTpxYJ3QfOom+/UHfw620jMro1vWDyLVYl8BCj8EuuwLLgvs28AcQdOt+G0
fjfHfmaIhrnXTmuXyPCxkAQscN/Ge9ASFl87/2k5tVD5bY/OB/gt2As5FDvofX/079V78Q95npQv
d/IW0dqGS1hxnyZ6yx2qbInjBCXS1ruBHtay83T5EvGm3V8+fytH20RtLboHcGQWFKza3vKg41qh
bd6eNzZqbXTjts9n5lV9H2MdbXo7NPmPSnZfrvvhhrm7ka5tsFyzsB1rhYTUUL6AkQDdpJeHX1t4
w+RxhNHtxTgNi8m6cQmSNXxKGygybpF5ri3N+e9/+BTEDtQaJXZWgIe4bae7LPI2fMrab6d/D11w
q3GHpQfMxK5uuvJ+caMAna4bR3LthxvGjTZAa/QiCoBG3v/bQulrsqLDdYtu2HVDR84Hp+Lh3Es/
1+8F9ELjWV+5pYZRp2CrmlihnVCk9X0n5L4nvdyDFX/ZWPeVlTEhWKJNktRJJQ0nmtw2TY2ArfC2
ln3Fg5ugKqVthxNiy3A6c1fnU4Jet+jByYrEh1BRG8hJXlV/dkyIFUoT7ghxQR7yRhZB2o16F+ds
I1hbOZsmT6k3of0CpBVDmDmvfG78oUGT9Hzd+9wxAVboJXViRhh6tobxp0uWbyJh31TkPUR2fh13
omMylMaebD27GmFdFGokAO0m+1FnyJSLRQSQzWn2l43h83eAbXLjqsiu4DUBA0ic5qcEa+FpmecS
bGSsLSFPUJCvpBN68FGjjP69/MnP71WbGY4jBlG0sDPlnlo27EvobO1cPqud8CCYqNiVUEXHRJHl
bUGiBCis0GonBD0szw46BleNbhJ5mJjFUEBp6uE0T3V94HkzHiRV+mjVsj/WJHM+3BTv3MtTXrNZ
w5uJKVuK0vVoqMvZQ+HR7u0PAM8gBn95/LXzbri0qk3KqDlfUxIUlpT+YIrfdstWw8KaUzBc2pLL
ufWkGqBRmN1481si4j3C34Nyf0n18/IMPj8Ujgk0GyKrFEyfQ5BG+rwGGqU4ognWB+BhY41W9sAk
t8wHCfIhL4EMdRl7QawikFvX5Ubi9HcP8CexnIkym5JGznEHnwBcTRf0kUyek65sn9phsB7OSmPa
L4AtvFs8Ut6mtGwPID+AgOZg1a+jM9LW7+IsCuJ8aT4ur+jafI3QRWboioYDYWE85PfDaD27y3Ll
0Odj+EdUMTOOvHzWOqiDy/i+bIYECb4kve5mMAFpVqRqpSkeK3kyzMceVcRDH1V8I6JbMZX/o79k
uWR9jcM8dj8W6xFE1ijOf7u85GtjG2bupHPEcp4O4JNsD+Wc+Hbk7cv4/fLoayZiGHlelsgL5TCR
tmv8hNypsbjBIfKt/Lo+WNz0f+/rJEVXTCjIooHLvR2h+OtPin3Ylb2V5/z8tnFM0FmRVIonnYdw
FIp+Pin0h8XyHRjMcZVC/CijCSTJ1VZTysp2mDg0vKcdp4zwNeVxKOnGfN8mMvE9K96o86zsiAk6
k6ANU7LGeo1jBpK2sdo7tNa+nU9fvCnbgratTcMw5CjLFcQ2ASRm52CvUu4XVg6grr8OmOWYsLLa
GfQIuUIAlaFmnuadL4DPS+Yt/O2KH2Lnv//hLKZmsuKx6Mqw1OU7Wvhey45u1ZNWGs4cM5boRjTl
8BpObuLDfm4g7SdV9CYSK4H2FQOdC8jnMjCOVm7zY5zVA0mn77mKrgz2TSJKO0ccDhY9mCSSKt/I
kGQnC+S5e7tkW1yXa2fMsHouaQM6VrxWJk+8yPx8Jer6mAKBH6A893bZtaztkWH4ZZ9XFV1wN7pj
emzzDoWz9Ony0Cu/30Sg2amMi6VFJ3QZM78cHyYXalf0V4Q28csfWPEpJgqtlDNX5RjzcHG6l3JR
QUPFzYC+2SqDjhADL2t9XcuWYyLSyFI6cwR21jCz4b6QjEd5DlXFA83q6+4+Ex0w9SBi99QgQoEY
vJBfabIx8No2nJ3LH1YIUc1yBOqIgAorl37rleVrDD7TYHFbdXCzYospbMVZmQR/tuyolzeYQI42
XZrdx/hnoRtR1tpWGy+HWXNC3XwUoFND8DbcRV7uzwuAbVHj29ULaYrd5TO1winsmAx/idJ5lMYo
JfeTkjeRpi6ENrPqdRwJOVKQDCd7UkQFoNmS90Ha6DzfuVmTbKWxV34AUGp/75cQLM1c3qJSPoCE
JyAzNKrAl+iDOh9klNQC68xVcTFgsn9/SaNonirRjOhDBM94PD9ltbwuMWfCdoRGaYx70AJstfNj
mvIfbbXFQ7F2ng2PVTCobRIbR6Ei6mZuH0j8LJtnpq5jTnFMQkNryKchGjG+BNS0KGsQA24EzysW
YvIZ9tCAImmWO6FdQtgcZB35ARoxTlB1EIK5fHxX7MQUGURWuZ/iOUK3vFvuKH2KnOqV2E+tpjdW
C/DelZGJqTFoN5VdDmhBD8FIEeR27JfDv3KM95dn8XtFPnlTmdSGU1NPCHdxK9U7+uKcRFCc9Ff5
jxfWt3rPn+aA7QGCf0m/uB/kxbu3T/2dOuZf8u/ld+HstwgWV+5Gk/uwKOO+SFsQ/HFSvhayu+9n
5yrTc0wRQhAqRrIFU3lIHP2FNv2b29gbt+Lvvf5s8QwH0hc9KbvmzDgDCRSgdWUdREncvQyZmgPB
yMQDqZo5KKtxeSwlRGSUHum3xBHt4ywQjIMoNN5BN4GdwMGCNGbqFt+tBYlNL8vTyc9Y1Pmz6OiP
pBvGg24JeSwKMN4OXZPfWE0sAz7G7s5O8/6qB5DNDJu3S692yJkVYy7+tUR/WLx8p61/pmZL1vxz
p2KbsUre2m41QKYeok33nfL2LZ9ucwh4Wd8un+jPx3ccw9VCh7UZBrTKhku7cywfT1HQKX4k07Cx
6WtH1VigukM/mhhRBrcT9miXIIccipfLP31laJPgbgQqZEBCDGXbhcp92czujbOUW3DFlYX5P4a7
pB/HpBRt2GXkrY3kMZkTNFap6Utd8O+XZ/D5W8EWpleM3AJCY5xARLcd/8fZlS3HqWvRL1IVYhDi
FXpuz3YcJy+q5DhhFoNAAr7+rj5PPlzTVPnN1UkhkLS3tqQ17AioIVLxgyfkUZcuBArkS2P6TeBU
kTM1BxwKbrSdHq+3/ekJGpq+fPeH6qsivtXbbdudBvKY2uauTsrb5oKIctjd1JmVqmWplVmNp5u4
7xUuLE8p6etNVqo+Arr71Aj5M89Ztu374YstXWbJh+/xajvRFlgZp6psfwJF/+JkcNHs4gFQfDX+
dfWQ7K733KerJXpuVvL5tT81gwJ5o83yIEpyi0baGf1Q6zVgx1ILs0RJrSYtrR69hpXY3MMj2TzE
DB5XIFrJleuIT4MHHzGL+9EeOmB6guaEU/3fXkl2fo8N6vUO+jR08OxZzEMtk+iM4PXHvN0H5MWe
rC1p/mZW+bURmKsedqZx4ElddCczgXYTFl6cb6HG5YVj1doriXFh5s6xxNQivu/acXkqTZG/pbWg
UQ0tvCOkOABzxf4+9PtCr6SyhQGfA4t1TUepJ6s4AXVmNmmTQ7aic9mxycs1ZtRSE7MBzxMd1xNs
MI4BvQFpaOvbB6HVFwdkNuJVoQILV/YN7Efqcg/TU+fouKoIoRojH69Pqk8LSMrmEGMTZMDZF35+
amgG144B+JxfWc79Jy0daNmXtGiiQfmgCU8ULkDXG12Ikrl0XWtsEQeNKE7gqtyONXmO0crXHj3r
siBlVZfptjx5sN2+7y3vbw8Y1Mrk/fy9IXfy32QoyZQIh2f6RDMFaW8lftY6XdNX+TwyvDl6U2kf
KKYMxHIUD8WvIh5TETbGzW+hytzc6Am0pohAXmPlRHNh4s4B4G7BcuEjvx7hff67GPkLY+PPGiqP
18dh6fGXr/ywbhgNDjiZTHkavFIDMT3Io+W3NEwCFKXXm/h8NNgcBE485feGVx7svGm3jQUzexxv
rskIL2TbOfJ7qJo+6Z0M4BvJ4YV1H1RDWOYc/rFP119/qYHLZ33ooQKMvaEtnfrkJoH52asUuNl+
CoYdsIcJjD4FT/fXW1rqqNnKOro91Y6mCLecdnulguCm7NNi87Wnz1ZVA8s/G3ch1QmyN/3WERA5
E3ZbrZxmfZ6fvDm+t5mky/sel7fdxaNWWsTdZyKFej8vL4I0gEPgWPafzpGvX/kaby642JbwX7F9
uzlNk3yq0vxFlWua10sBfgmVDwNOxxI6y5bfnNjYJBETOGootXfrdiX4aqkblVm7og70+dTy5pDf
cnBjUPjq9pST6jXTch+k7nbMyaHS6vv1fvo8vr05zhfb2A5oIN2espE8i1F94/74U40QnPva82ez
Sid1ann95QwDJUGbguaXQeC8nQ7XH/95SHhzjC8ZcUfcBnj90TF3VV1B3o2Xa0bfS90/W4MyyMtn
ftC28D0WTghZGwIcALuBRc09cfnKGC98wRzb25eizzoXYzwk/nDTkcTsC1V+rVT25thd2epKTa57
MWcGXTo2yT/VQP1oLL5WN3lz9C4zIqewWm9PpqU6atv8n8AvwYtWa/2zMEH5ZXA+RBvEzXFXkAlM
UPO9Yd+78b4QK0X+57xICgDtf5+dExytE6/SJ4aLTXdDs4FtGgw2srZFhh++w9qfUMXuX+vB+FvB
++ycTe548A0ddjSLnW0Tw2Wh6+wE1GAIaLmF9btnOPeNTeE8XJ/inwMVqOfPQgjAlylRaSWOZV44
HFovnXpsg8zzofYCXLBTZ8khF6XCUbMOPEBSJ7ltaY4biQlGVTkPvmcwTXwlorC2119pIZnPwclC
TjKmOBU5ZZU44zDnpkk4fG/aJwB8o67xHslkrblCLGTbOUI547rOK8e3T4ZtiB3sYD8e2rW1teo3
FnwJu4WJMOti7Sa4VXFHccQ4v6suG8Npmu6kkO+BtzaOSxN5tsMYKMy1pnrkR7DQoFWwVzaJEiNX
Vu+lp89yVZ+5llU3IF6no292sAqs7u2pTn6KqfK/1sQcc9z0uA6mAyNHD3NbNWyKKIv3jaXWNHQX
8u0cc+wA2BZPvi2OLa2aDenKWyOReIeiOJgAVsfXJ+9Cwp2rRQYdl0NSS3EUwXe//2u3KxXOwgjM
1SEJXBShC5mRY0dvBlZFRj8nqKGuv/S/pgv/dziMJHBp9UMaZNIj1thP4miJtjkT4zg3deLTEM6r
MdJNQhu4oRb1O7y62JbHQxBRuNPDTauZ9maCFoAbuzysBJhhYxIH2xEoyC9tEbw5ATsVJANXFx9e
KSgCwLJLTQ+eLLfXv3ypW2dFb8dpCmI3nq6quxyKfjI72tY/15/9ua8renUWk41KHWH3PV5dQw5P
pZOOfKcOMyT6UtW7xDAVKo697QD1A4iPW1t/yleuRhcSmz+LWJdoVMmKiqNd9/ciTsLB68M8LXdj
dlL12oXPQitz7LGqcyt1myY5la0D3JEVPNgJlDliz72fhIbuyWitnNYuDNT/AZEDKATLoIpPKGfS
gwBrcOeP9Z/MseuVqbAQuXMAMoMbVzvyITm5wffawA7ZL1bKyKV3nxUZLY2DiRZcHJ3K/sW6ttjF
qLCZgNzE9Zm21MDl9w/hC0g8hw2CJY7GuGOUktS7r2nbPwlRJF/snUuvfWjCx2H/FFTIEHV76Gkc
WXLtanup32ch2EPydgigNXUscpy3t8GQburS9CvvfTl0+SSzsdnaKxzamt7gvUdrFCG0St4sx/vV
m+T3VNkP8chpOBIvDBq+vz4WC8sMmwX90LuyEoTwo58N6qgpfWNZ8ayCtodnb/10vZGlAZ9F9yS9
zot9RxyTAh6a8il3u6gyX0LQgJQ9O8DK0tTzZO2KY9dmd4nT/pMX3T3X6qW3qoimzmvBvnY6481B
uIxkNY508SG2w24HT8DJ70tWEfiKS876MGNHwBic2lZY06riUcrkJY/XNFUWpuxc5xHEZFVWaZOe
nAT1OVQrowmyRiuL8cKMncs8ErCwqwQCOCc7D8pnHBpnXoQDSzBHKqh2nwPs4QCVHEz7Nkx+cFSB
HL9Yg82RtqkZBpu0Y3KyIXblsfTONedxdF+uT9qFyJgjbYty9BvS4cO6qYuyfOdZReSzMpJ8TfJt
ISzm/u2pUHrE2KQnN+/ysBwOzQg9RhjIfi3Pzo3as7opg9hK4Tyfesccl7aQlX+Eit3xax00i2pk
WLtqL1Fd+3ZYg5HfWj958Ui6rw3AHG0LQSOKrSbiOs+B6GwTS4QZ0nnB65c04XQl4y4Exxxl21ba
HY2DfE4NOViZt+tr9/VLHTTH18ap3wSxgvUxrZvN1B24au+wMQzbytp9rYXL3P2QNFigeJO2KDPy
8q+X3xPqPRBx13v04frzFwqmObbWqShsqSjKMq+QAPzEf2Ahhmhu+gOVzfeqc9agJAub6DnKtqio
9pxcILH2MF1GfQkxm8BpN2OByDZPMvuSCCX15ojbeHTp6A+cH93hXhRtJOGQwau1TdtCRM9hb7AR
ChjoBVhNqX7NfLCITU5fPLU23kuTdbZaG79qAjG24ihz58BzewPpsOfrQ7306rNobrSnKahU4kgz
N9RODtjeCFry2kZz4fFzbEpSgKxtw1LtCPPPX16PoxGIwULnsETmu/4BC/l6DqTtJ4cxYmEBxZLc
plUYB69DV0DH1F9pYKHz5/BZnCK4EKLAjpzXzUvZ4ZBS+ytJaOndZ3Gc0zLBsoiKGL7cGyd7CXI3
GmAp6hRfq8Dmglou/EPBoi9ilACJ3rVISkfXtP62NkSsbBuWvuHSbR9ykab5AIwDchHnzxSWbYRB
gu/ZEV+sYubKcDlNpzR3fTA77O4msIbIEmbltGIhzc3hsoNfV2yUSHOsZO6blxCoY47J3zrundCq
qHouG5msdNPSLJqFcJbl1OhR4w7RVGZbkjLfuoPnrczRpUGYRfGQQZnf7friJK1YFqGjIOprXRw3
66HKbgtYQqx02UJDc4BpygJIbQGaDq/7W9o98vRBiV+wPb0ey/+u8Z/sg+Yo0ylrOfN4G5/e3u6P
ZHt/mz65e3d/NiEUTsMxsiIgTsOziN69sAqBRYvUHtdPkbNBARUCc7xRG3ryTtNrdfT3zc1YhfCZ
j57Jpg/78H3lLT/drFnzutpvoEINi8juLHNzz93qBqZpK937+Syx5lX14MtgsMA1OjcBO6TK27GO
rtyRLz368vuHOE2qNAuIBeMWZr+I6ikPVs6PPs/w1rxediGRZNIGxjMmG+NwdILQiekDS1buJz6v
EKx5sWx7VYWDoKY6QUoxeepK4qPW9/XGTDn8G4TDIgtinSfmTNXKmdTnAF5qzevnhGF441bGZ1Uo
XF6X9Ti9FKXmuwkHL5vJrco+1JI2Z6pcB1cgIrnDAuQB+afSfpu4RXr2E+HuncZ1ZDQpY34QmsY2
ltfJPdh8nNLIq+IUvvC8ZvAOGI11LFrU7CFTmbr1nKDHCl+RqHB8/Y0ErlU9sSFZo80sjNi89A2y
wJWehznrx4o/Nq1NtzwRZGd5vFqZbJ+r9VwKiP/ONqsH0bICl/NcQSS6jrwLcIIJ8t1UVV4dWezV
QeQmBTkbAtljyAxD8bRozamzIXccJdTqYvw7LTeMJMErbUo35EHdv8XooDHSvmp+wxcqnqLczouH
qqPkhzPGutuCxGHueApD1evB/nnCs+bkwrzzGYwG7OBoTRM8bFmVvsDMMcjCxgJJeyjNFwsZa77v
yayYekrT4FhxKd4hpFyhGNO8JmHQN1kWxhJaZdc/aiEXzHcomugKGpg8OwVJF9chViZsdf2a/7j+
+KUJdunLD6mm01mb6FLFJ0u5v30OQYkLN7/IUr6y3C29/6XhDw3EPm2k5CnqbUHvWmHfe139cv3d
F8Z7viMRRtNBQ30fZ2IkApPl3GfTXQYAU2gk/XW9jaXXnwcHhLCdwCY+Xr97bhu+AaViZWSXXt/+
b88AxsrqjCe4YIunk5U+2022dZogGoF8vP7ynx/8WHPiDSSfRemXxj+CDX+rdLzzMueU1Q8pK8Km
BjJR2u9VyrbXW1v6nllhUyHyWkks/5h7w5NN6++jK/eF66RhEazRexfamO9RXOI1LuG+e8waMR0Y
be+asQOExXemTaLUysgsBMV8n6IbC2DqBke8muXPvGM3Hh2eUO6szNulx8/OEWmL9xbAEB05S4M3
3L2pp6YQUG2A9Ld5vz4YS21cOvBD2A3MIT3gAfwYU2lObTBmfahUT0I7s5GmvtbIpfEPjQCwD9EG
VfAjbcg9hcVUQqpj2piV2Fv6hktMfnh8bCV0mABlOZaD96hS65toUChKvf3a289CO2+7dvBU4Bxj
boVDqbepwJ9887Wnz6JbM60603Hn2PK9hT16DNU7poeVd/98O2TNeW9NO2haIzUdM7IT5mJ5/oPx
fj+kJLL57voXLMXaLJ4BM1WkRWQdRSHea0nK0PiUhswvssiTeqWEuwzm/28jrPkuhfNYQgjfdY6e
Mt8ofA5Cws3T9S9Y6KX5FkXBUi1IPds50irYaFX/dLupiGQGZheDsmqdNs9fa2gW0ZC954kDyaRj
29r121SM3VHUVb8pgjb+p5qAfizhPbVyf730VbPQJmNnUlhU8mNHpmjIDswNbvL2UE7TLnW+Xf+g
hZtma86My1KYhKDcZkd78HM7zAbD/pkqBkZW18bxluWOiKza0F079d3G6enwDCARkEipT9w1Yv/C
+kUvieFjAlD2AJRLl5zruj9kJtiNJdsYmpwtNu2zMsDqchZOvTITl1qbpRvw+4UMvDE52xM7WoTD
vUNA2r66QdjeWkLtlMEGgKuX61280Nyc9WdzBcsDNUB3zGP8QIyL3AZLkGPsBl3oILohk3oRyCg8
mx27tO5XquTPib/UmhNemg4eug0hzhEyBST06Niac6JsXWxoL+P7oFRe6OeCZ2FtiXEDaRnv1U7F
GkBiAR9m/evG8mFUU4erzOO5C3+EYXqxE8BozqIfHRdHyXbuw6UmN4d47B2Ab2H2LmDBkIMrZTXU
DmmWFdvUHXuQTtn4NioZrGTUy5z6LA/NDn2gK8wU3D+9oxOMj2KopqjLoEpOsuHh+ngvJbpZOjXa
kTzOiHs0XLZl2JHe3dlQiVtTs/+X6/PJF8wJdNKDOgzscvwj/xfTkm7rxDzVwLgMuLJysHUrOQdO
rLrgNTdGJCHK5q0jIVPzLYPirGW9eDBXcb37DBcgpVMeuCVWOndhKZmz7xprgH1KDNB/DsJdS9Ko
YQdZjPeSf/9S59JZAh6TVurReD62fvG3CntZcIVXxu3fffBn/TrLt6y3rNRuY34EUUWi1nT9NCID
JMCNgaMOfGPK0zi5AXTUB29b+kBZ1qT09qkBuldObbdxOXPer3/npx1p+85sErVAxDRqEvxkuD4R
nr0k2fBzzMQpSyr3K1UdMOeXhPUhPruaOgl1bH5Ks2NWvcniz0RkdP39P40yPPtydPTh2dYYc/h0
w1BS6+los2Q7MLFr+RqTeqF75gTMocEhsM/0CMBZ/Lu2YAtXd5YDg/DsDTyX4/Vv+HxC4CNmE8Jx
prTz/Bq+DhSuzcgVO79qv9Gq+u708pwXwz3LzIvjjG1ILM+EgAo8ZHDLCNN4zYf30xoAr3Dp3w/9
GCSDapzWLc7wCU/3CclRaxS+vO+8mmySwKd72vFiZUJ8mrnQ2OX3D431ftqMrYTvWUa4voWw+hRd
Pu7lencuPX1WhpcskbJHsofK5w+tnmXz52vPnRXg/RSXRHWFOIF5Z981zIq3Q5Ca3fWnL03k2XKh
A5E1ZGz7Mw86NYUCXM4Q2ytxO7nluFJVLvXMLNgJKx3B3Xg4y7Gtjp2u9Z5MrH2//gULT58vF0S0
VYNd+nhmvdc9BEr3Rz3E3RefPgv0jkDj0Za2OLlal2Fa6ru6M2tEh4XOn2d7XsBaiwd+DlFbnmwm
KdgRzFGzmSDzuFJkLzUxi/EiNcJkpBYnO0kAlvE3PB038ZoIz0L4zgtbz22YtHqWg+tu4xBewj2s
TBI/nGr5O55gGeasWh0vfchl+D8Er8lxzD8mA1YIvp8Chow0bctAr+TCpafPgnfA8U5ByyI/44Q3
MuO+BmpT+vXh+hRdSOdzHq2V89FiNOvPQ/YT+N/Qzn/jXCbqv8QHtbF5/W/fTDVA7roNzDkd8mYD
UlbxTRAfl3Jfe/1Z/Dpj57tjBWvErJFR1kF9rrm3B+wp1oJsoffnJNrGTgNm1b0AqTn7YeNAyW/9
FzeJ/1x//4UMMadq1uibWJFAnJzWxDd9Y8HqtglWdltL7z6r2Go4bttQXXbPsrFOPiO/0sI9yVJ9
CWtg+3OWpmEEkuMDTC/TC2z+jMXyiLKw1vH+eucshPCcp8kSuJ/lcRKc6qKoQjNkd5S6YdDh2rNJ
t7gRerneztIgzOK3lwNsjX2oQ00jkG1QqbQfrc5OVyJsaRRm8dsQCcFxaXoo0OebQutNVv9h5dv1
V18I37k/D2xHcxvng+6ZAIRkde9DUMFI7S1nzkqAXRaT/6vMMcaz+O1ij+GiFLkNHOUUUnwqeJIs
1RE45ILA1zHuHuCtqVCBl9PaNmtpPGZBrSvfrfMGJrONN+4Dt36wavF4vb8+fzSb07x7blcyYQqP
dkFWwaUPbHN6ulKwLD380ocf1oEqybOuFqjqSc5vx75+s/s15belR89CGYRl6U4wXzkD+mTfYHsX
RG1crbHePp+ibM6MLWooounY8FMMb0rLg8O9TEKj1xCen8cxmzvhwKOxyaGdwU92Xf1Tsz9DeZtS
WItS3IIWvlrJFksfcem6D71PGJwu8x6tNC3FMpw9y9rsp4atJNPPI43NWbGZ3VuDFVwCgTzbcbrp
Lw6x9RDpNfjNUgOzYjouPVyiW544pe1vYvV8V7vknBlyp3DsuL0+/Zf6aBbNcRMrEJAw0JYut2ay
DsoCbaKMvvb0WdzCjnRw25jg6R6wKO2WN0HI2pWHL0TAnBRbUgWvUI3gwilvE46F+q2d7s/1F//0
nNBmc0qsEG5WwLqLn+CDChHCgEW86XF43WdH7Yht7Ysb4cgyhGLSCiJgYSDmHFloGwjL5xKSp3G/
4QBChcpzNozLFQrxv3X6/+dtNufI+qbOpwzWbOesItO+nTh2N2nafJPZRDewCs4jEki163Dgiqu3
qfiG7W4ZNkFS7gubBpvWM4yG7qjoIXMKs+0LGAfg0EKsFQ9L43npmQ/hanN4QVBshCGSWb37YNvm
ocgof78+okv9O0sGRaMAo62q4JQYHtHhZ6rfyLSy5i49e7agp4NwApD9h/NIcFw6yOA3g9hihT78
2rvPEkGhHXAgLmKVPsvDbnzN65e8W5l3C6mYzxKA1kOZVyPqTXvqQ+F1u6E/Q08gVGO9bdbcUZeG
dpYHvMKYLI0Fitqg/5Zb1tmq8hVE2ML7zwmnkGVvy3hwgxNR5LsOxr+2XfpWOLa0v6G9yLd5sipd
uJCQ59xTGEjTujA1tNez5MHu5KGN2Zn45X3mr2m9LTVx+cwPQUCRB4Y4s7Ay9mIC2TARuMgvvZDG
GiBzb3N9Qi2Mx5yGCnNrLzEtPoQyd1cM5R6urCur4tKjZ1Hc0slPHBwRQCGkZuHQTulWUvX7+nsv
BJo/C7SAU18FGqtVo+MNDghOfsmehmlNx2ap82dxRpxYtJSN01mMxQNJSCRabI8aWBqutbA0W2fR
VuFiqJXOSM8QfDlnonc2mXE3U1tcDv9lvRm0664sj5T/y3n8JOXP2aNyAnmgnurpLJPW3uI6yXtx
cJh9NKKp93ZVtH+BT2nfED/Jt35UfF86KbRuOath7QlL8+8ShKxtAft3GXKrJT8Hmaf7YBiSp0Zl
ziso8enZlqY7QCI/eVCMxzdgfkGfri34uXVkfNu4kOBy4N62sSp4ROWlNz7ggjHdY3mVG8vSFJK/
QEfvqm4st7yg9E8DwtTWtkd4zgMjt4kBa/vRwyoasDaSYsta9vmLzXTVhRrbs/OYMQF/Jad/ECRJ
/5FW6nc7/Hd3AzkLAObaxN35pZ3+NZCLf8VFnLOTMm2/BziQecCF63BSTQcekJNMj4T6Jog6a5iO
EDUiKdQyY+toFcLc59lUnZtcifeAqHgXgGa8qbskeYNLtfrdQgrwJmVcp1GdG7CiCkdpGEvR4jwU
zNlYNZAmgOEPj4Um4vsEgY3fBHt9eNN36ZMPP2oQiuMEwrGOB1OeJu1R0aTBOOI6MHcib2AGvsCq
vquHpNxie2pPISJ47E/48ElE3kStapPBjwj4SmPCTkhyrr3Rei49AFtDxoV346uOnrQPdeXc9/hL
71aZswXGO4bmeNq0uzTl/g4RVsidldX+I3D9o7OFFXEnN66t+B0VyuYR7Orz0Msn/Y1Z1fRsWEM2
ficopkPc7Fq37HdZo+SurqYMol+VPlZeGp/A39JbY0u5dcuq24xD1254YnenXHf6YNdTc7Jk1R5t
3tvbcui8R8Gb7g0btL5DL5T2YfRBMZtKZQ6oR1jYVY6SISZs8DhYangKHBfCm7ZNvsONRezlwO0d
920Ji2Dp7sch8SIClGqYjtPw7vGkvSnrpn6FAGZxa7Vls8Ey0twPnT++iUrLSLe4PaDG0bvECX4x
zaQDkwHM6aqRfKu5V0V115R/fJxbPjR88DZYbvqbFs3t3AHXgY1QF51egW1B5ep77nf9zs4rXMQp
XT1TBq10P25GeMHhdP82VhX/Hg+02nltnj7AOqy9rxKbbrjCtb/MB5D3R1JEZcCDbefQ7tXVY7WT
wjRbafFiG/cpOt3q9dbH9e4O7pkGfiiNup0AZblhippd7wYcQzeynZuwYutYso2y2hN3De6fwsSF
PmLrJPYhKHPgNlrFIWZay5s0lS6CUZU3Xuvyx8mI9JbWYoiUm/hv1khNZFFiPRobOk1FadlxWGvm
PA51YR9Y5dODNWBm5lRPd6XGgcQQMzB32eTvg8IVe8Ltbts6bvdKnfFHzVMAU6Atv1ejsg5DN7qQ
WpmGW8ItD9h9yuUOZuvFwReD+8a7ftpWVpvRsCKtDONucO9qFNBRNjZpDO66xzZWnv+1mF2eC9UG
73aQsTCO4yJyAy8OdiXIW69F0r2Kiaeh7wKy53X5wRsrS4aaGO81i038PuVxFaWyGMZTwZg69b0H
Y01Cq4i0+fTM/R4yL0FgxM6UTvFgu1n9lPc5NG1tvbMSv3pqqr4EbdJ3vpucWWlUaBAp6qSotmAk
One+V+hvhQMBgZi28Q8Hf51QcfjIdpn2w1FyXMhPlIRFEzibuKp+GMgNHZWVAc5vkfIlrnQFL68i
+ZGPWjsRbhaSX8FgA1WtMp3fxXBa2MsxLouwbovqeaRZcQw4tNxLCodi1+AYdmuYJ/bF4Bm4So7q
l9Nf2EJpR6o71sNCAEEW/PHahIRwlaXbXkp8r2VYqMpygJ5F7kWDT9gu7SU9ADPjbBwGKWTutDgC
z0qAH9Ius3bD5GXuzhN+vE/Lom5D1eV+GxV+kkYuHIP2hWDZvfDhZzqoFh1JBd3aNat3paD0NMZD
GnXGaTB9g+Q+BrfseZpI/Wz6cvwGBWvgv+BtdcP5MOAqWPrY93fj3uMDxAcDIuB85aj0+5TBQZzJ
wN1PUEAKjVL63I2V/Dbpmoe8xdsXgtoRQ9KB3n3gfXNip3kqx6rbpo3V/Y4lwdGCyYv4ULTJYyfr
YNfaVb9va4KVNJkscOEn0wHx0ePen2fqjRkneaB15+6h/2M2ynd1lBOSR7HVl7e4rO12JmmTm7HU
+r2pK3nHkfh3acWLn8UUq7MPHZcswt2Lc0tcSo46c6oDpgVmCPfKYxnbxc5UcbItAcEGRNeAsl4g
bzcYpg7qzSXfUYiVf6vgHp2Gdc29xz5nfIyyoCbvCucat2DT5feeaeieKXe6S00Zvxa2zd9Sq8hO
dVDntwkzbM+BtduYQTSnnuIBZmpK5O+2f4AqozolNDVBWGHtffEh/xT2TLiPZasaqMnaxfMIIZcs
inVvqW3QJOK75AM9VTij3gxunu+dssy+wxagQGL2QG8ZmXooep/BytpxIuH1GsJwU71XTVp/k03f
7wJe56/umP2jJIw0Ntr3xxu3wlj5EGh+QTGBkBc0TY8QAjNHd6S4vm+oggItjXsJwwGk1unJwU7r
B8ATrN0WRcqixK6fJr++K9IglAhxXSAt5k4dDqMr+NETiUPvvRJWXVtbtwOssWP5GvhWe7JLgtBq
ZXlwfNG0oQ/+XR+VQ8riW2XnSRv1xNF6p5AeDxZ8F+0oaLH6Tj3EB0Ko4pbPVknpJh9gjKCzgj5X
uQ27jcHB1qDEeYTTSLB6pFeQLRkFe5wqam2RtqwNLNHMX4uregtT4KG5HzUEp6RhU8ikwCW1F7Tv
fPIuGMkSfq6U06EKGU0cFytbFlibFvXPG4je9TcaeGUQNrld7vpe95HGbCnDgdkig36MG/9gAguA
U9O/TWFNz6OWAWAMoud92OaWY0cGGJGI+xBbD5us4juITA1Rzz1z67ik3yMVOreY3vqoK5ggFOnk
1mGlg66PaE3iHx4J8rO0XWtbWo3REUMqDT0UamRTMgcpcfT9Y+L7/d6Np+leg7b6zfVH64yjagdu
yL2JaoTCOwzN83AcG72B1A2otForus0Vy/fTkFpNBATPlGzqFNuAULtBacMdjwwPXpzq3dAULegu
oKsAPC63OZvy3Zin1akvWf4El5U4v2c8qc4pcAovru6H4H+cXUlz2zi3/UWsAsB5y0GSJVm2YzuJ
s2FlaHMAwREghl//jnvVn14cV2XT1eVKSRRJAPeee4asMYt38b0aXpJ87rDd+9Jjz2IU8avywu47
SRWO39gF67F1qJc7gZk2fIv7wyZjhuIyGe5NrPt9FTL1tGzR8iA6HCC94X7B5sDFSLqLEL7bp3Cm
yuRM3JMehFkL5Nv2PThs2xYdBQJgyxnr7XmdRVfUS8dYOVRW3CURqfxiiAS7i0UQYSuKeu2XlRPe
Fza4CiLgdvRfYVDhTr5Z5gtYHZiltZErddyrJRtoJ0Aq6hNEDg9z9RrMds2npQq/KZDost4YXQ5B
7D/KhJkLlxUc0GqwdrwCmdvVr5XEXnjg+KgO5SWsyB/AgJFDnqy93HnRfOimOUD8S1wDOAzadZ9U
NcyKoiFCpr3hZOfaNEV+L2PmfoW5Ipzr0M1GyeIKvarqhIgK6/JOOzrngy9QzBjTDo8whW5LNbv5
zsHIS2XSNWyAiCkwD8gzcrsIgkfQAFPXvZX2Hv53AZULFvnImuSEl3QFu6sbF9T4ywygpNeG5WKe
ObysNy5yPivscK2RQ5QHEZRkfUW2IVs0rnhEnXYzBHBVwpimvqnjuTq1rUKTs8nqZvapt2Vp75HS
UCZuVtOZcg6H4dZHY3bE7aW5kSndbaGYQIGh3WUxY7VXazRnK3SgNYoXMp8XSnkOMxZxaNLFvw1R
kX7TEfwbbxLrLTBHa8eHOUlZudYqOnchzgtwHux93KzyfvAXFWXLpJDPQDro94hyYLOtnT3AKiMi
mGVX+E/UzM/ETX4eU68uYbEunr1eRreBP8HadB7Hed+lPNz5rdI421GCZAOYGvnCwm5fDQ05Bv3W
7zXC+z6R2hu/ORTZh9HV4wks7l5kqMD6AmTJPoT+i89jwUfX5OFE9EsN2cnXeZp5AV3UCOFPAJf5
TGPh7kafklNa9/FPrgeE83U9X/OmD6MctV1zTtqlLj2h9Bs9CRbHeesk/sDX+hnsVnF2nqj/GStD
EC9VzfveCYrg5J4VPFZBETo8JECfzb3ppOtKPdXhrmXedOND9rQPVhqeUytAdm57trNS1Wg8e3qs
STi3OfO38blZ+fzDIA/zRSRt+B3Xb7oczg3ss6mQSOJRzyvRq4svC6/JljEABrsZ7rQFI0N6CHgo
v0YTDW6QT+SeFmKK1DmrM7XAoTNGW0dNdbM2Am6mPuqkYhVdOwBFIluaM6+aiibq7G5ufFehJqZv
FzW6sUCLt2W6SSdxaHESgCEI3RtZ5hSaRU8nuzqpx/MS67WUtop1vsCNHuNXr2tf3kyL+H7eRnQx
IEij64I7QQNr4bJt/TAjUQdHyTTd8jRuCQpXJT737Tp/TwQq0pJZHsZ37STE8shasJJeGkyymrJD
09zmRMzuM6gC7CTGjh1il85ZumCfH5YaMed1ALHh8hiNSVUaxcJyCsTUFmM60JuKUcmyHjcBwVqz
nn5gWjBkbFDyaxh3QQGVTnCDSmyFpawe5qdu62BKEHp2Bg0XM5dnN9OwKWoV+sBDxhSaWe1HHQo6
Fx3WDY662MniZCfT6idzfLhHrbJkNVLjWfEWjBbnUJWboKirg0J/MNwPMdNT7oIkHvIJHs+6TMe2
SYtq4iA2AtX6p9KT3mk1pihsrYCNa+f6TIJzniW+REBKBcvSMYXQzofV8g9oJrZ9Zxeeb7iJnxgs
up7mPqoKeJ772IQQQnIaAP9kSoxkzWbYVN1sUg4X+xYZsPCB70DU8r4qsZljihrtCNuv+hzrGNGD
A4ETh9ZJVygh24NOPLGP55DfjhsF2AIo3SFuJoDy2Ifuy6bu6FBtZ8CAMCisR3fp0RsVvkYBmPU1
oYfAswJvI/oiSPbUIG5FKqIyqvtl73nwwWlk1O6qqDW3Rll9wAsc55C2jGWKwNDbqQdDuopj2CEG
y5bBD02/zD3tUMtZvmOCTveVjiWer+tEiT37cazRKrGU68eY2wk9iwoOAejOecVlshvEmNwtacVu
FKtAyaUuqOAuIE05IQjmmGAJS1TLMv1uQyxTqLZUcp68Kj0Mi1JIxAYJapZb+wSja/cd5WP/tfO2
DXlCOMIL5eCVm4Vbby609waHChwwRqui6E5w1Z09tS7nEYNDnNDAj3YOjekDbBPVP6n2aJLFMYl/
toP2IKJFZ114Y0okHIRD7MozWqQ1hscLNuKXtOlvKwqqdjh0pvB6AZxrnlkOMzxRVqRH7HgEJgNm
O0iQhc+4X2x1ukGOlkTAGf32eUY+DOZ9nUajYsb6K0lE+4DVVGdc0/Yc86AuRgdL3lVYVbK3tiwD
v6w3GYgLVYFmkx1X6mMpTgp+MbnPWf2CGoqUoM3Fx9UaRCN0CF1ZvAEmPsMyXaIk0A8xgpb3c8jY
aYmb6cx9Ln6kNTonZUmyp34UQPXSmWoPKDG+MWZgmU96/UKtb/dxVGmeYd/qLip15NRRun6KmjV8
bjinRV8Lv8kVJ8ERhSC5mbwN1x9v834TQFoXz0ZnQOuIHeptmCfogHDgEwUrulibrOuaOB9qTPdw
UkxwxJ+86FdqOpyc1QBfDmzIC3sicqbJQYsqOYjJJOWCeJm0rOTkTAbKcgcMJOZj8tbVyS1Hh5yW
jTLmjOUq9wg6s7cpksUyG2r3ui5Bs3dNQy9JHeCJxYxt50W54NOgkuU0NVBI4IMq1KSVp82pR480
5OuMZhDIX/APHcC6BZg2bRje+OGdxzC09PQaI243jEEKgPdx/c3vt/YRCQkyRAzYtLEipPUS5VOk
1Wuc9N0TcLH41tRroIuEtcMdZL1m1/auuxtcQws8pvB+oyzGgcmn11ql/FMyN7KQCt0N5qPBVCZb
spQ86OeSIDcztyQlZ9j6JQcDg5Pd2Au2m9oRrRA1E7BQWLV9qdZ2OaDKGe8rbKRlAsLIQa1T/avv
gvg4Qtx7cZUx+yry5xt/mIcnpuYE9QRmLl9ZA8xUoG9HgvbgH2SEoAw49JOzSog5BCB1WBjQY9qc
4Dh+9WBQEma9XaKpAIWb3VcmEQeiWlRsdkAHn5Gg8XAJgs1Z3Xn02CygEq8+7fcBbuqtAXVEZc3Q
dH02Tkl9Wby0Kaq4XXeoCNnLPEzVVtSQtqGHm8EzAL3/k/NF3wHe8zHO9fDG733StdU+Wjb+M0EN
dUx6EQcZqRN7nhxAsXzVUbTTIXiznRHu+2gWTkFji5b9toXsc6XNVDrFlC4mtSZ5hFX/aTMS7aEe
yHcyNLZ4u5zcc9hqqjkgWYq81AMiv/ltBe1g4dEuhQGo90rIsu02BJg8TzLsd146Tl/B52cvyxxO
d/5k7DdY4gOZTdK1XOHR/TyiyCgHUfOCNGOBQ+xNHpLqQ2K1tzdBGAWHTY/sczRH0DQgYGuyDzUn
wGOlEchPjQxAeWhJg+f4rTarvRphHXB0L0dYLBfaS9VOwgYcjrFo7ayBpWeGXts9qUamGfdC8oNs
Lr1hcGF8GNSynAFdDG+z8mSHViw9qAr12dQCUOc4x/awIXiL7BTi2KDL0zn4N8E+bMS43xz94eIq
/jR6fYLTD7+G10DrDPzff4Xb2Jwl8DTEQdL1iSyQ96laRDj2KnUZzbAUKwaBWQrnKuC4U6EjtEFu
SLa8iQC5UgjFXzCy7W49H9u1b2qT+7ONT2zUtJwlb78PPQW2gJnG7cQF9nkOShWeYDvazGKksubA
i4dyq1oUKmnvf8LGUO1c6I2oXf3hNrFViKoXdeAj82qQ1FA47Uc+uJtekzBHK4bOw3QrSmzg4L6t
2L5VMnysQQAoUHXgWFW2LWFpYGpIYuI0xwBkvoSqEd+QaA1j6ybEAk57kbPAoSCqNS9909KcTW/w
/Wy+pDR+CzAkHJ9sxRczNuudFRN9oi78si1eVVZQrH1BaNWrIZ7NunkTYdEmcKCNeBAWGMK/+nbQ
v+BnAEDO6BBIc6pKrnljyyDGzpMBcId/nQsIkF6YoO6SPk2+ulG4p8k2os47FXI0cn6XZl2UmrLx
ozYLVBqXosF2GceAoQPEoN1s3DPnGpTHT0Ftsfyl5J/41sw7VpHkRqFKKXGMDbdEJtVduyzjS2W0
29fcH/aIcZvz4C1AYXvLq5m3yWUCVcmQORTvu5jG0a6xgP5QcPKLQRmYFhGyUfOqir0yWPx0N3HG
8m006QEu4aRAJZqUcaRAxBBBIrLF+l9DePaVvRuhKQycKCNXqYdFL8Np60YOkMWrD9Ms0wtYEWup
fJTYXA5jgXJV7Ss54wDf6lhmVZW4z6gJw0sEO51XZXgKtDUymXahlZlXpwMUR0iHq0P9o6nRv2Wj
7MNn2pDHwCT9Wi4DV6+p56ucETvv2phOF8mA2HdRN30JbBNDdqNsGSKSoUAQ5Nvrhe7EtBNC5ZCY
kSMvTmfUwxkVDG37rY/w7xBvHex4QyBK14tUN6mtxr1fYfjkAU96aduAHGoP/kuYSqNRqpepOSNZ
AqsQOGjWJFCrxIl8wR4EoKCCqlSIST71PA13G8CKQx1E4QMUOj5+SIy5C/dgF4qoYyCke4MpwNu2
PRlkuHSE/QQhj3711oreVeik9qPH4I+sNiRyOgxqWkhvTwx2ehmmR8icQLp0YSwmnV2jv/bR5ApU
OvjUbeS7wePkuHI93TAWx7kAtr3v1lQX6dbK3HijKCqRqEND8dabARBBZlGHf0q8ie+JauCKDquj
wqRuOI4crWTY6fSmChwqadnxpzHqf2AEM5Ra9G2ZygA+IGg7c0+3ZG/chscKZ6klC1BZXfCG0qJD
IXJj+4lD6RPZY6Uac+wwoyusRH8qqk7hLQ62+6Uetj3qiyTG2g7mYq6rHkHXUWUzPS3NoVpaeYT/
HziddwPY5XFWz4n8sQL6z+dBW5qpcIiPNPHXvam3NsTYcg3vQSRum7xdxxAcTb3+mgD034V+t8Dk
GgBrnbUJY3fGbliYpJmmXcDp8J0GNjglXNI7pFG1xzUGdSnXimNS1XYyhmVO4iHbFnOdRAAEnns4
GdENs7NJAc1s6kHkoaDCz+CFEJd8CunXJN2gzhYukNmCw2g3aMeKuNcADBvsiMjqm6KdN0zrdzZ7
/Q5U+q5oDbSYE8rDL3p1IYhOc9p9b/1h3EqPTMIvDXrsnxC0jK7sG7Kd0o61sNWJom+T5MOxjgfz
U2LEtWYRnEhu4wUuP2mDohJIJb1l6xjgfYZdDhr92xbxybcpwp5uIZCGQUqCwVlYDNgjlyLAwPvU
tEm9HyTtRenXw3rw1xXVDmZU3c3i8a5sV97cIMzOfVsbq0zeD8tc6pHq71sf6y+micxFz3Ww8/qI
7TGZirKATt3t3G/LRfga7vItCx5pH3ikGBR8emOBJgLLXe7nYU3PfSfsg3EyLcPa2j0dG+R0NrMA
YLk2fOdWif4cuxMg2gkul6oXFyB4TRn3NkA/S/w6b5Tcvisvhl6aMU4AjBmsC3jrVN+CdfLLDnFK
+9jv2l0XJfJBUGR9j8BL8lhZ+GfFZHggiKjKVTWzXU3S9DGua/MUt0O4JzTpbqefCfXUEzj4iAKH
mHaBSmHyp/GiVqNU1uH1ywMNqDXTwCK/hrbCq6Nifo4Zj3G5ttpRyuyZdxzdG1FLeCHRNv3A2JsZ
tBgsekGhIxFJknT+VkgWyybvag6oAyL9/gxIPOzORDYj+EZOYYAc6O2hmWdgBlHoRyVMDjmUs9Wm
DpH0+zLxlbaHJDD112oOYSIwhTzZbVp4Z8OwbjI60OFbkzL1OvSkdaCShdUX9D68ACuI3oTx3EDS
s4jSghaAfsgFFkPnQJp8SpK3ybxqyjBAQ4QyFD6OKa4enu7tnIW2c7cJQoF/tY3n5SPfvHKDSUyT
D6Qzd9wy94kS03xLksHtXeIMywJtevi9YYSJXaJVlxkCvJP1m5fEDXxv0rD/R6mVHwExqWem/BAe
uh5gGzki4FqG+uvUDng/7Li+aqy75wkzfh9RAFwe0gYVgtQ8vkt169+KYAH1Ra7rKzGEQ+zWTzuv
xfWBioI8FeD0b+o3jYy6bIVjH7SewvYUXapwl6Vv0PC1OAUL1YKvs+89v1mhpY5RlFWEkBLeSsrD
HF5MT6lCOZ2pmGFM0qbzEJZhQ+SuWTFASV0sS4mu76gsBGAZ77z0V9xE4rGXkHrAvErOn9w4bCta
cDshJypQyHppGnuQlCT5iFjbe8GRFJILQAA/YySK06O0ioBHN6+lRQeBQa8HSTLk/AjpBoAVw6MF
FEdRTJ3AwAsMnTQHklU/uACdb4tIxLPEKOKFJ0n4FM9Bf4uiSX7qY9vDFJeLQg4YUySrgx2PXNhe
JuinNZ7P/TBQUeJc7/Mk9OuH2Vb6Ptb6NprGfxpENFzmEJZSC98wCUf6/H5Bp5IRG4jSjHhLM+Ta
8CL0W/qqMeS/matmuXM4GIuQS7EHHDzu6lqnJ9s6NNkwpSs9Q+DP5YcrcJ1ofMVq6+6pSPVurkJ9
z7RrbwDpxPcMw498UV1TzPMI7IAtEhi5MlWJiZE92BZKBY2m9DMUvP1dSJLgkvqIS8CYB052eECl
r3Db5s3pYrGgQaz+sJ6XlQUPvl8Hr+itx8MkFrmClaJhSaUqYFM+q9iDpqzbvc2gN/A6ODSwDD0I
JqIxcNsKAxpq2r4kHt7NTgKBGiM+3dIRcDjSwehYQBdYHfBOd6cxWurd7IcR9mRkPsPOVC0o6YcY
XkslXPrXC1APyKNtmCn0xccYAz3Ml3DqbjMw86DxzQXjD5XpWnYvBNWrzrewFz8GPrzavpr2vG2i
cuzwBv2ZOfcOte3a4p/HfO7jRFCE7II6IwYS7kAyOHeeSdA6Vn9HVL229w9E5YsGzI1TBNhQQMCE
HgGgfc+f/vwr3uH//Ut0+w87clkp+s10tqcWpg1N5olkBIOKJa8Ntx95ErxDYIze7uB/vsM6sL/G
jW2njaMbesCO++drf0fBHEVXzEi0FJwmBpl/cyeRf8DRhnZN/jYgbXvkurbz0XRIkGLb3gdZjDbR
zQJOnTd9wJ1873e9/f0/vwuOyw6bWwgCtHhe4scJZO4//7D3HsoVKVPUSB7n0Oecgh4TkzlT3q8I
PP8/f/h77+0VJRMYGZfYSCEotlCs0SX3Qo51+6j/KhqRRddG/5OHg0HXbX3aLEdLeWi3CfDlR0Zs
713+FfFZIWGJSAyPTw6TvqBmVYGudAfvEZURMnwU/PLOt1w7/duUuonUTX0C1xG1zoX406GCoUgb
ug+2j3denmuD/zpdAoWHqk+cTXkd/BrqpfjzA37vk68Iz8BdYZ+xyfRIOrEffV4Ss3ywG/1eqRZd
+5CODDGCWx2+dUPzBezDf9Y6CLPFCLTCbIHnW7J98Vz90Tp47ylcrW86rZjjVbA9jehLWN8zmuRr
92lcvA8Ive/dqbe//2cBS3QlMA9eghMmHPK2nsf0ROek/bvtIbxaxWrRI4iAM9Q0W3fkKrnrAWj9
3SO+WsMGVLQW06z0GLrkzau+9Ib4r6LlWHTtRWrR4iK6HHz5MQHJhPr6sGLaUxIu7v988e/sbtf+
lj2ikgKNmfhJDdPFb9EoQBj6T0uClz9//jtKo2tXyyUdQlOtRoBzbhs4xIz+XU3eSoooof4+7if1
oDBHeBjdlNy6UQ/y73bWa5fTqKbr5iKIShKroBRl3kWj8Mi5fuuDg4V+8PB/73zEomsvzbVGJRak
0EuD4LpvQEZh/XwHQh1qSvPDiOlEg/CxGtVhpq79YFP5V5HxG+Z78LZG/7NWap8OzPNhzp/Gxr94
NO3vLHh9rgD0D1gmqacSwfRi13sqhCVP2hYhi5sdUt2qTLPAy1fPBIduMRo0mqrbbVOr7kBmDPeY
dAdwrYOHVF41QJAyD2FQrwDvuyzs+qU7NHI1sPkJrLtlcuq++P0oD1MK18TWJeaWOsPvVxjs7QNJ
1/OaSPOIrAt0FYvsAwAngypli5e4xOWKp1YpxPcBLoUzlJkGFAYjBtNnEnf2IVj6NA9TU+8qE0X7
tEpipKai1U1BXWzbz5U/P4N+7e0Fp/5PAXTtgHlnv5+WRd2oIH5jGifsRCHSOG1V5IrZ1za3vGMX
m6q+7LzV34sa3jrcBR3oQQ7j9dQLMVXV0tzaCnzrZn2rIvs+uu+iYNuNc4hWySQyRu9m+bjnJu52
cWj9Mwin5KND451FeW3bvgGrYxjFJEcQ89/gQQpjoEh+4ELxzj7rX+2zwt9AEYDA+BijSIees24+
kjG/s9avrdpDG3qu64LkSKflfqpWVYSV9+S2es0JKtlZjqUMuhsKMvefN5f3fsrVzhvyriWrj9IM
Oex2BzNedYLig31QFLzzFK5TMJLG7zAS8tKjjwF1kjRlFH7CLvzB/vTOtV8bzW6k3pJZO+xPAJtv
UgHq1rwF0eHPd+a9a7867hZl+2QJcSYlm8osRr0jYPEUOOPfffzVjfe8aYrhkO9O4P3eO2dAZyYy
syz6QLX+3uVf6Yg2WvsY+uPyEXqfD1VV9OOl7f4qQAhb9lXVSlbg8p3CCqgwCKeHtY0xnLIf3Br6
7+v+m8352k+24o50PRuro0MYJaIufHUH6/9dinn+KR7ElrsliMD58fxCpsHPVkzihxb4957q0bRr
6z8HS+MXpnnD9hBn1pfg+9W7oa17cBWm9rlXGNsSr1/OGKKB9TnUNnpIfZBq56iN7zANXPdBI+m+
onIqfNLYGxifgp7YLS1YaDgDn0hdJTs0YrBOI/I7nLZbBfrSpu/7IOl3yaj6lzRq9RHYMJJl2jF4
NCn2tzFJ/R0GW+jnQbO/i7FR1fkqTX8K4McM8hyJccSqIeP+1mRVwN1eeVKdKkfBuvdqW8qOesdo
AzEBsGkKONgE3wHhbd9D0Q/HgZnxNWrlCCKEjL42LY2eV0/qO0Oku0Sidm8DgJADL+/dLmW0f6bL
JC8aac2Q1gsFkRA1X1Qf+1+3lI4XzyqMJ8CX7c4IXQqPql0DwDEt/V4N/fqSBIEbimohNA8cG/aw
4Ao/xRh5HkEjXj4xtwW3wkVg49uEeQelx/YQrZv5PEdeciZpSDEp46CVMgpuCxZYCwgvAEt8CruS
d7aHvMWCyDcRk7XgZz1B3hadpJop6OsYBmbGM2HWtAzSi8gAYlHIW4VUwHv0OzqdVtYG37xQzj9o
U5kdLJu2c1tx8Jshpz4H3QqSEGRPN5CsAOajoDAtDX1GGmUI1kISNOc+Vth8m3HOfFiyP3lT1OWy
X33y4duOiuN3L/vVSoXaSix0pSh+QxOe4LAon8FQa54cHKzATVuG4EAwxr5rHVrnYJhlAdkRoDhI
TG55FZgS+O1fhXAy1Hb/WxVVGzKkJdHpcfXOm1UXknpnJAwVf97z3ul/rnNgts3iG1OSHiP1HZKE
3NbgAEcXoT/cOd52z9/dy6uqro/AVwfQkyAjxBwj9BWZEBhkLf4rZEpb5phZM1DSkA+zyke43n4x
aSfzNv7IuOVfq6j/fwH02kXTxRYDzGE1pxpBrsdxMMtldpv9kbB6yVGV/CJ8CQpWo1H2g6guq2EF
FyxyEHAxruy5VhXokN2Mo7Kegg+Ost8flPRfa8r/1LpiiGbf+YmBplSXPnNHsS4f1A+/P2YouzoI
KpTooAKiYAndl6jejlp+1UPwN4bfWP5vVdJ/rltFYD8bNnUnO2CECpR2J0EyqSLm7/7mhcT+8r9f
MNX+GoCDZU9g/RTG/BO5tdDxz1k3Hyzud27PtSUauCpqRBHknzwW3dulR3SIBxaixz+4/W8X+pvX
7d+c3//cobUP9YJK3p4amB0/jMyvIRAIwFankCGVk99jNoHRDFycNDK//3zTfq9QptcuabbGRBid
YXsiNRg/qePFItR+XeXXeKwrAPzTz7/7orfX+T8/rg9GtF0I7Th56a2BMAmKpcyrAB86SDur5oNN
6b1beFXnaSR1USHT7lT3mNlnGBVWX1YQxDFW7ld6BqlDnyvi+y+YzAV/VZxhhPi/v6yOCemWqrIn
4XfHnhvMlx5r85GF8Xsv3dWBAlawv/F0dacIjBJQv278CvRw6n/gE/Lex18tea/DBH1bk/g41H3B
J9CQZUE/Cjx9Z6u69k7beJ9uyGKK4Y2vHiBpvURze/Pn1+lf/7jfLJZr4zQoqqG/AHcRd93c1by5
gDIKwMbbUxuWiUwf5bgACZhRdc1esF+U/OCO/f7co+QKwUTVubA15u406hFYA4TpN07F4Jq2PoPu
0nbtB0vz3xfodz/x6vzDTNDRzlr0j5vw95Xz1ptl8wbEx4rPFefislaTRgS1ZQdQtods9BPvIsHL
Q1Ov7Ue9zbt3+u3V+c/KZYkcIdRO7MkQex5nODEME9ZXteOCVF9hCxagJYEJnHQcrG7WVTcyNOsH
eNI7C5pcbRuWL5Aqb9jUJwhcO/PZJymkcfq4rT9Udyfbj3wE31kH5GrjgCRFbmroHTK+9QBisHT5
YioKab74u23i2qkNfNYtcCucMgLzbSO/BgAnsfdRIu97l3+1S6gFfK21mRKo65/jCOoPGmai+igK
+711fLVJENrxta9Vctwqe+/L9CYc1F89X7A6/vflgv0Q0GEV65ODjx0io2RjAUdPNE+5HX4kS0W+
scHbjhFz80eF5e/PPJJeFQqBSBEWUcNJyvldtpJvnf2crq/e8jNu//nz7vT7x0HSqz0i3tgA6hBY
Zgp0qcvgQUHmAQMP0IZ9UOz8/pGQa8e2JISaJIIa6EQW/zMKcYhItm9/vvh/Ter//76Dpu1/nwnB
tsPEjDeVwLOigLjRgPA1LzkLtn94DIqW164kTwxBI0mifq/MQh8SNObHEHyHW2gHvxjQEG9WkF5e
FEbtmV01hKTEqRLCu+3Lotu0xJyPHDQsfLIUht4fhde8d+ev9gtG0dW6Da+qCN0jbAtPQZeCkld/
FPfz3udf7RN+DMPDSW/utKjawo1iLQlJERUGWc+f7/6/46rf3f2rcmKdVAzXS2ERFTZ534Rsftmg
2z6B5BjDnmtWr6O1Yh/x5JYFiS2MmLuzSeYNwhOSvgwIFwU7OSbwNuz5fQXd3zfob8He9avtVkfV
8n2EKgM2ABbSfLo1+bL4PqRS/U9wLbvS9UOfS64gk7GWfmaq53ksrX1VqDv2HFS7B7gBTOUCjs5N
tGE6O0NWmU+pXA4Ds8OJ0OhHPYNiEg7VeKjSDngMOIDyBB5gs8CIAB/NmA/GeJqM91EwHhtIQUM9
knuxwATG+n33fdwmy0HpRFZWCPucfGIqNR8cq+89wautMu2ZHpNoHk+avBgCetC4FrN5/fPTe29Z
Xu2UG7dzJbxxOfkTQsrwa0Ftg2PL3/l4k2sPPJ0ObQqfxuio8TAjhLqlnvd3V35tgRcnHOygpmYn
DzYsu8pB2RYt7Ue5H//6mP/mrb72u4sqRygB6n2CNKEASpI1My3k9Mg1gSdCkkGVdKMDd0wptgve
b4dOfVqtLTsoqsZl21sLkSbUJU04lzYNLrXH99wBB8NBN2MAE37E23jnCV775rXhBEjK6vjoDeGY
2chBfNn/VQkAnOd/N9YZXhwGhDB70sOaSQpzN/UczuajnQOf8rtb/H+cnUmTnDi7hX8RESAhAVty
zqx5sMveKFxlGxBiEiAEv/6e7JU/bpEZUZvuiOoOSBCaXp3znNnQ1wFiKGsQro9YKmW3vZ+U8AiR
/Ch0Ya5B+xY6Tzgb/lJIpwEU0MExz/fD9Ai3a0HfL3edhVk5nI17WdQzKc+Xbtp+JQaYPyTYCy1Q
Gj/L6BqJdOn3zzr/AAy7IdblR0+Wd0Gnvmnj7QYV7C4/w9LHM+v+AQlA0fBLbAUrFMRqDY/p1H3/
0rXn5DuD0mGFdd548gCLSt1ftbqiVFp48XPMnfJdYNDqsT9VvrtWWbFHyFDsRk9uK3FEmFw5Zlt4
88H57v/sIgKc2/cDQASns9I79L4b+RfBy5dfjfffMPLJtz8n3GHQHZkXanMiDmyftcv1Hu7KAQZ6
WJacNZOQnKDqPVmz8nqPrGmmur0ywB5F/pSeaHYAx5rsmqSuDrqDXyyCTZ6venouJ0HM68aDcBJU
EeAbggmc1p2NOcBYYD2VfgYn4RDJ3QD72w/h6rchha4PHo9xk7iV3rrgBa2j0Bm2mD7De84bD5UV
HEigsqNV/RYxUawCn6h2DU8tsTelkcAPQJhWb0AMYc85LA9rAodxDHmpummZzE4qC+SeQpe/aRp/
+JsngfxlUtA7A6blBn4AiXk7JziR1fYZrn0GZocQyNRuAI56HL0EmoOgKqA67llSnIyT80PlpmwH
Kl7yPIDFdJCDJ8A+MgEQHqldi7woD6oHsKTOGAAmCEpd9abr954ERZlmOfyAkDAiuN5v+11X9P6u
gt2oBHsful5sR0jUAQ4iWtitCtieBwZ/WEWd6pRQ0r7ALQknJ7RYOGQRku8dNgbfnSgKN2LoRqCV
yLiJSngEg5J3z6A4F1s/CcJNQw1sb5DsS9CbbO0/yM7joL9IduubLEA+dl7s89DQV0EmmLKDsYXk
1PGUfVeFnUCMn4CMcQt5m8LnuNFDW9x7pSy3XQmzes/qdl8Y4cc1RidwMltS4vRGW7DNaui4/ZDQ
TdL08g4Gs/wW1LPqD4hpOBap9JQDKIZE82YTBLzaKxtERwK8wEMTNuBXqahFFdtP22TjBSNNNsUI
vT0CgdqVg+3892bQDn6n7/Zx2cKjfeuQCCpzVRUyhbUE5uvUIJquHJ10C23zf1sA6Kp72EYpPHo7
r27MxuOsflYlYR+sHt2NEmIAxZuH1dlcEWWvOoU7J26GkD7WUYv9KCoMsKipaRqep2hs4TIY4XAA
6KvHV7qug2fHx1xLI8f/ME3fPKnOy7auqupvUmQvOMIYd6QZS3bgqYHRJUxxoj5N3apNinafV8P3
ifCJAwXXwuTtuEMB7yJEc6tGC8puEhcEnrynQ7b286T/GpjYDWZzi48aGqLWoHaS1OlX1RTuFCWv
7Bwcc3kEWhrdZvMKqEk4kQRv70TAnO4ttgaJ1htBICy/fINzzeezAW42s8AHQ3o/c9ixhq4G6Daj
j2CTAZYRBHBkilRcqastzGBz4XBhR94k0yDBMeyTd1jZEEnYpAG5skZZuvxs653ByAFbiAe0op8T
ZMXI8gBkN1l/6SXN9cIOC8cRmnN2BMcDiI5VgiUQ8e6sca/8/IVmnouF05EiKTpn/hEICIJCXxPd
ymvb7qVrn//+zwSJw3E1kDAHNBdK8YcRItg/1hHu2kQpu7LG/7yY5gazW5DEWllLyH/aEZgpacM3
uK8xpnnpPvecewi4d4q3X1xWnD+Bf54nknAbdT7U8Bl7g0VgpXFQ52dY0zWwa5Tt5nKTL3xQc0Qs
rJ8sncYGdbsSXIrqTADuKtv9unz1hRfGZ88AoimKT3AhnwibhlPvpfCephDMldClb3x0jrieujEO
okJf4TMv9HM+W2DToAoCVnBUU5v+pvRgY4y89mMI20OrvhQiTMCb+N+WgSWqEw4gD6cUdONvjAzj
c1tXDvxGkm1omjpXlnwLWkB3LrbGPItSNZLgTywIYR2FjXOjg4CudOYBribVkL1GMohOlYALCYqP
ZGO0vhZMuvBl8NmIWXoA1Q0hhIgEzKB6OBtCI5w3Xf4wzuXJT4bjuQSbJMovtFWYz0VYxUJP3Xpw
9W83EisT4pZYbcqB3ML9/+fyDc9d9LMbzgbOKoUSwlLINykCxPceH/ZOhPUo4nubKz3p8y+Pz2Pv
irAOdVhjiTLYVw/Etwq5mFH91HdfGnz4PPKOc5nmoi+hFwD0AiWAnm4UOGlw0UkSwzqj3h1N9WEi
oZmutNLnL43Pk/CUhMpZ6hCxFuGdT279rl1Bj39lLlh4X/McvGpsre9YjG+eq7+Huj4kKWJNG/la
+MOVDrT0+8+3/mcIZci+CwcFTVwuzGrw/ZNk9be2SL+oCSbn+/5z/ZEUjGD1FRyjFnVdUHf5+J2l
mX6BR350Vx2IwV98WbOBFA7pOoIvC6wSlNwrbHeKQMfML9fB8HK5g3y+i4Vq4H+fRTppbVmBDmJ9
1AyKIS5cA7bcW906Mf7jlS9q6S6zoZMx0PiK0gOv3aveoQy7baOi2Ubu8NbnPdy9tN9efpylpp8t
KCEeqvsxTegpxJYq1k4BMlxTrELHvTK1Ld1gNjz6Yw5Bp4NjTBRZX3JQBxtYDtmVuX+hb8y1Hv44
8KB20dwUDhVlSDyEvxJ2Y5xry+GFXz/XevRe1FmpWljtEnZwE9AOxhoxkZn4fvn1Lz3ArFoxOWmO
9BW8/qnI/FXUmOYWCH2Qq6qq3RVu+6XQVsLnkg9EAMNGjSHvGNI3ANZWbYV02DbbUefP5QdZelHn
v//TxYemHdI2k9NpSKF8BS3xI0rYm5TXSi9LL2rWsQW2gCZJSHTEP+IKOX6O+VvodFNNVx7gv/nh
/898/D9/3T9PAEsum9x8lCcORfkT6tLNA8w9AE6khO5RuKqPfACJaYIAC57NJsvhSGPZJsOBxRpc
S2ennZDtdKPYLg1yfqMEThUcr81WIfVA4zbQJ8aTTGA8LhNvjyIBxCkNcgwm7bTrzG/s3WjHfl/0
SfQdMxQB9KxNv6a/4POIs1GOLeSjE9IB0nyCqFL/yDOqN0B/by5/AAsNND9Arylgb/q8hO1T9V0Y
e6+wRJ66BIzL0r9WFl4YFuen546T5PmUlhCpRHeSDKB8jnHu3nn9/Zh9rbYKiPT/fsmFDCPe9pyc
6hxU6U4DeWoT8u3yW/o82JnwecwZjAxwSTDkxVDo1Paatvk693us7dqOjftizM2TGDP9qsCvAqsZ
etKpbeoHWGjqP2NTJ1s4/kAJxB4dYGUPtch48OoA6KoUyACvT/ZD4gX1tvGRgJV2AYi4l3/4Uv+e
vRU/yTt4nQfkb9DobxWYdI0tBBJ/2ZV6wNL1Z/MQbaskmoyABNKnza5AnWrjAna0p9QRV+bUpVvM
ZiIQOybLPAZ1Qehs0+4Mdc+SNySc9evL72jp65xpDPIxG/KS4wYgHff7EQeTd4n2X42SfdwkGBxK
QHq/Nq3OZUmo3CqTTJiYhuk29d+xbgfj6ZpIZelBZrMStqPAXYlOnmoNLBoZ0ziiIJtFJyV+psm1
znweuj8ZcOepjgZvKjQtJm80ebgSYX7qJLtm1VpobHfW2MIdZGhAPj4ZuK48gyg4AFTUlTXg59t1
NheTTAyhzMAoyVMXdv5Pt1LmZxkOzis1mjVb0EFVCYpx2Xy4dIRo/PLX9fkAy8JZDykGjUHAxyK6
HpqVmmiyxjCyg/3pLsuzp8v3+LxJWDh7axMjGLBdKEM1CTxYKk0F4sW1YLXPm4TND5YwLOlWwGt5
RJYEWaVhvQEhINtID0Xvyz9/6Q6zzavHe4/WuubHLjLrfqwPPB/XgOJcUeQtXX7WLRjOlZ2y9ctT
0lHEJoD6PZUb1n/t6nO1kKq7kRBsjWGcnEDN/a08cBz085fezFwolFOsY00HPysN7DERwZvK+4Ob
XpPDLnybc5WQSytbBIoFRxI89+V3pDtuDJhNBcoVl3//woc5lwrBNlnkpfHGEx16HMKAF00NfACX
L77QrtH5pv+s/IYwSgOGYKJjykE/YuG3IXAzdGB1xdC29HZmW0ZTiwlyF7wdRxpUUh6DXoDN91dV
V3rt0vXJ//5+LkFpQgjBdAJdVYBiTtXzxO9Lp7zy8j+fDlg0G3mylhelA7fcMSgNeKE2uHHaEIIe
V92B+/UsiuJKUXKpIWbDjx5T+LecCqIqWbgrlgc76g0lUoiuqTwXPqO5rgU8lEZSwFpPfZHERf4A
D8fXvqG5rIUQeHRbim1uQhhZtdF0qD2MEIj7/dq7mQtbgCXNJE5MwNnAQPFSWC9d1TUf91Z19fZL
/WAuSWESwAQ5nl8/a++QnfOrluoXGOxXLr/wGc1VKeWQThpF3/HUdWG0nwZarXtHkThNW3uE8gr0
OqbfLz/KQpcIZ10amRoFRUrNdIrKey9xoTu7CYF50upaSWvhU50LVJBa1CLo6zzi+VVcpNWqC0PE
3VxbGy1dftalRVo2XHqQRpIuWLXwkXYMSsjpWnlp4fJzGYPojAlEa2DbRW0ORF9WYocBeV0agGx0
uQUWutr8DChr+iiZfK88IagVJ/VbCdPd1648a9sRWeMTxB3QhptGxGFHkVrjXBurl372bKxWMEgG
4IOWJ3ARgSd8dfqPy796Yc04PxrOM6aQw5BhbeJ2Z3z4nUVOHKIRDEBZ45qKgqxwhr+/fLOl9p2N
2Mg3SrI6V80pyayHYhJUEIjZctZu61+pvC2Id9k8BNBDncdjFWRCAzDBW14EaZxlrYhLeCqfddSx
PaCH8lQmOPFPbEqP1cD1tq8RQ5vwBLJcUZrtELocIUZJHR44CsJrxQjcsiJNa1DP0/INIwNBFhS4
p1gZJevWqOjl8htaaOf5CWsvEDZOfdOcY2uRhVDTdIOjlm71tauf2+WfFQXoiBm+S9acYANfhXXz
Uzr+2+VLLzTt/KhwiEKTupKyIwL9tj5BJuE0/PbBpf/a5WffP8S4NYDsONqmlekwoEELhDi/9dRe
m4IXRub5wT9TeoQ2ES6PFPpsMGSxTI+RIBD7fXrl5S+9odkuoIMGpkMwDQyALv1wamiLWsKctcYx
8ebyS1o4cGRzAQAy3hp4xH1MZah7rmQpwb/HOc0WkkIFinoEIKQzqE00FNkx8UYPgGWkil6++dIL
nE8NnVOaxvbjCSZeJYD29r+3Vb0axY+vXX82dsAHA75R3TUnY1Ho9MAtXjNdl8CENOE2qPMrq4Gl
x5it9bjbGJ12EJrkwP4GKhZ5snbzm6yqr0xAC5/B/Oi0m0yGXMIOe1nRxrq8w4pbZtem/4XhYw6u
YpHTtSqHiCJDMX2EC0mK9koPXJgo2Hn59M/YEQ7MIlssr9C+hAORCQ987/Faxo7Dpz0cDuB4R8I+
mS6frlhml57m3Eb/3LKB/CMLdRQdpReIB5eLdOPlQ3TlgRbWfezcQP9cnfaid0grxTGy0OUTuhbs
GcQmsEWRdTZdc8QvPcP57//cRYCP6k4UkpmpQdoXZIhAHbXkyt586eKzUZFqJN4g9svHSPLoO9Gf
yQl/X+5tSy9n1psjD0AMhfy2U8GoA98i32Nf666AngJEWbSPBf+auYrNkVZRVmSYr6catXNzK2l/
GJzwSl9eej2zvqzcgfqRrCvoW4GLbTURyMbI15ff0EI/npOs+qZB5GEJuTky6jgkPREbb3lVtmNc
OOrv5XssDEZzaFUbYWsFoIc4ethW0bxZI2QkRihCnFxDTC7dYdareV6WVVc73inl8M1Iuuoycgwh
EA3k++Vn+FwqwuZsqhTFlolZC+K4NtBCtn6BQWlwV+UIWAFTHtKU3A+kC7yL7ms2ETYn9ThjxxG0
LIqTM4k0WtlMt4AoDoX9StN7gT+biqrQmKR0E33sq7P6BavLADA8hPhdo4h92iq4wezDHVXX6o75
zXEop40fffN0taLJ/RR9u9wmn367XjBH0qRT1VuK6LOjyW4KFxtF+QFx+JV1zqe9DhefrXMKG3gN
pO76iGCe8q5zkMEmUZ2/8u4/nYZw9dkHC4TXlKthMEeLrKuEvGWes0pCL+6CrS+22Npd2UgsPcW5
af4Zt6MQsOfCFuZYIT1iBdhXe5JYk28vN8DS1WdzT8rhOutlhCDRwrT3yNvwj+CDX1ssL3w+c6SX
axBKRyziqEMXfnBHIwGhaZDjPDXADoTXbKRLH9Fs8oE7yaRqGuujTOi+YpNaIWREQdJvPy6/pE9H
DjT1bA7igc85xS7uWBEA7MasAcagpIHalC3N3uH14auwqd/1AJQdrVNzzSSz9InNujctObjLRQL1
doUURan6j6irEXE2VfBZcRSngdLGcOaEX9qW4UFn3X0QoYd8OKSyRy6cEUkVdpt6INWVCt3CtzYX
nvmAJCllRnk0tEDeYtpUh7pOw/3lRlq6+qy3GwOqTgs297EKsmTTgDhwzyK/uKIA+3xH48FA9L/d
0A87EyRGBgeq7W8kl9k4LNkDku6ePECikJvVHEQ33CIo5zf2stfk7J+ufnDXWedHRUA5EdIzj4Kd
FAJteAsKL70nk90jQTC+/OYW+s//U5/xtEPyGpMACNH03krQQZBehODpNGyvIXyW7nFutX9GsaRu
vMHltkXCwqsVWyD34qgpvvgAswEAJlVE81CnPlmSTLuaAJ2RZH55q3lOrtxi6euaDQF5WfWGtUiI
APr1tk34IQrolc0F+e9Y9P8d9KKV5/1c+wUsKkV0LCF+cKBiLeg9FTArxaZQ/QMAMHpVy4mvYNmo
dokP7AzKAZ0GXiLp1j5X6RBrBDzviqwjP0K3of3tONUoHPSu1s0e0uPiacBy1l2NRBa/AY+sdMwR
FnpHCZQ4SC9GwLsotD55EPecD186RMuHYXZqGZLZpgY08VG4ycoKxEFw5EpZmBGIf98WfNyWk2wf
XNHLkync7FaxJjhSL6+hv6A71Wj2WOQiWxU9sd+py6LtOFDMxxn1XjqNo393gqdU+Axsf38Y0heZ
Zv5ta7UPrgZBgoBX8OcBMaQrLyp/RVki3lmL3MvWRVCBS113N3HH+428UOe7NTX9xcE422ZO7g9b
hznpBuES4ZNHNKvuSpZbpBbUtj8Hsnl3rlNV2xKeZm/VdQ7W5nkmRwIOTqhuWOIG4SqpWI8QPjHw
1yxxPGDNHKQrTlFCbhtMCWuMzC28XVAexjlXOT3hDLc+1zToptJVdcdSqRFjHflHBv7nvRiJuRXI
JduIEcahoR7ZrbFh9Ig8BH5AKHlx6nJkWIk+YS8NqHUbAEbyE2B0dDeC6vYT8LiiwAkWwEN1jrqf
ZI06ZKpqt0KK8qMwg7vpI+QUBEATHDyo8XYGgIBdMJF0T6HXew99B1FrKUs2ygN5dIM4baCBDZTG
FDCD70x01Rt2VVBBudrA7W3B/T+13QB/r9PBRUZwAoj/VXiot2cPIYf8CzG9iAaX/BwSw+qSZ0hE
GBHbWJX4+OA33PqqdXbA/QxwysE2U3EhdqSdsKZEYOPB6xAynzfDeKPhqz/VPEnvkGYt92CaIMjc
r/21W1GYOLHRGb6FiCFFlhGxj4mewu0gOGySltBgqzPWwNEEl9Ua9Nf0lBd+vqoQRx5nSQmfAHf5
xmDnuEV5MFkFrEFkkjYIskMmNkG2Ry/WcGkFK6fPvXunSZJN5WgExrip/dEiVgkhJKm+sQjhOtZU
eAeZVYNeaQ/m9XSi3CDoOOi2nBu7Zahg/2iRTbSuG9qe6jbQAO9W0Z8oz+s71IyGFCVb8JYwyw4t
8hMtQt5WtkbEXVwiUwxW+ClRdcysr7YEAfNwPPLp+0SRIi2ABns2gGrfIacAUVx8LE45tjfDMYKm
xsEkUXSbMkvdQ1uRAnk90HXXMJjsSJ1Wz3xUyCRCEsEKi8p8OzhGPoPhpcCx5YjGTJOnBJ0Qftkw
QGZY7iEJmjlIz0n+cs4DbLyNE6wR5zauFXIjkF4mAiD7J8THWCQ+FZ0s11Z70OYVA/Kh+RgmB4/2
4Z+M+ol7qmvLQ+QbhXSXukBzRtGYrJF3E/rImyGeQC63dWGmYs2HB5nXOkQcCIJDsnKT5YhBga6q
3567FpJtdQSVOrhYfo1Mtup9lJDlWmMz5Dn7GoZP3qAuV6V/BOIofkg3ml7SSVb7wq+HP5a37i0P
FXkvAN2E37IqkekHymnaF9O9gm5oNdKmBkvIi24zmcpdEoXtdhJTgx1pinRaxNPb7hZaTi8eWEv2
goWAHedKBFuvqV0VU4sYDwSh1c07QRQiPzj4F0JlI4vD+UQaZA5kA8lvO5j7ECk2DVCtIdas8080
wOHQlVXRwrz7/zRE/ehVTtA3Jz50Q+yWoV0jcBZJOoVKd19aPsyVk1oHvky7qjnlVbKFSuNUB+MJ
gK+v7VDmusmAJkFkIBUFnFJQSEPZzjdw/lz+7QsblLlektGcYRAX9Sl0XzJ8V0j4W3c2Q5RZ+bWF
w1wtSYE704FKmlOAsO0uim4jFl4pui207ZwSmEQFgGdyFEfWIgcGDogOWk+OZrhq6lp4PXP5OCr2
orNlKVAysTu/Ee8GJt8Vsuo+hNLXyEMLS6u5hBzxBsiiEn17QlLzQ+gj4Ge0V97QwvJ5Dgr0QY91
Kr9oTtqsxluNxA+5xtI5MJvLn8/ST58tz7tCOs5UI9vD1sUHIX/9nD9fvvJC285xgL5xS7c1fnMq
WRZXvVylLkzqzrWN3lLDnh/o3+W4W5AQMwu+SkUf83bas6zYinb8RevkyrJ26d3MFuU6RZLy4Ivm
5HRvLHsJyvfLb2bpurOVeDVGRQuCbHOqm+nRRvab1yVPly+99FZm63AzoI7qgapx0rB3k/BGpcUh
Unf1MF75XpZadba/7qoc+Cwk3J+wTJbhSxHsLHu4/NsXXssc8af7OmVIoW9OEflbNs/kmg954Z3M
dbQV5qg2caQ+DcEzCgJbMMjWVSd2DPLgr/3y2c4aE7zj5IPXnHps2mNw/kncy/zKV8j/k2Z+srma
C1113wxJjxyuQyeMs4VhMPlmVRXu4W2X28FL8k1bE4u0srTyVhOT6aOsEBsMgWeOjCrw7pGkFZX2
FDaie3DgddmCleTdG54EP4CdVb8oQhVuczi1XqY6LZCMiMJybWx6W6DUe5fZvtrA8j/taKunoyGa
3mZBOyUxhT6MxFNZ1qAI9Mb7M1YOOBPS+Vtkw/hewwi47nLk2a9dGw4VfI2+jxw8HiIcl/eAWks4
kc7rrLAPsN9V5WHKyuHQNZSoVT159i5NiQxXNtI1mo27YgVE47Qpp0DvIkvTbTj5SDEmXQNxPah7
uHYJXa5PDXAHUOaukcVgNwmMHK1yHQSiY4fZcwf0SDkF7xNV9mYUFjEDHAx3z0ymib3EQneLhGVA
pvmQ3+LQY/qhA+zscN5f87g2RbFPDShkOxxt0p8AhoPGjLq/3aqswRYkyqQbi1q1wDgk4i4ds2gn
R08+TUA4r72wy504CmR626KvnmPpCkQ+4sz8J4itiPrqVLCXKdIcE9YgazhMzQdDbvEWAaUe6mZW
vYxYca69KYkQ5DzSI7bV9MOjjjxF0QAyBbKS141OONzLsvS3Km0U9rHdAEC4F0xggzsiWamgHlfp
WP3JsAf+NYKddoQkxn8quFvvWRr5K9ch2Q/JISsh2gm+wa8+IOm1zbq1whOtWZFhXR0YCHDx17gE
khOptD3b5UESPDOkcmChk9X7sLRwzg+eEyJ8tfHTXz0gZ+f5N3xrSJuGcVpzkBcdU5o7X8hyh3BW
nOXqAcRz4NvvRFaJPSLUgkM9gom8toKhMKqEpif8TIm8MCTSuhsE9RbVqq6CodwESQ48hQ7z8oSJ
Ux85Y/bR2qTfTF4+bXOpG0RMkE53cRX57Q/i+cDT5p2OvgfoUiYm6LzfIlvy+yDSmG49pn7KyY3+
dqCJfIyoWN6jDCiLmASkfuVNaV+8wkU6Gzy7k9oyGnJg6QMfG55e1zG0oO0dqiPtsWfnL2BiJdgO
NHroK+4CYo48EAMv/VblgbdhGjHCcaDpiMT4wdm25VjvXSOadelLdaSFD8lhxa2D/SvNjzqEtMX3
dLYttYaeErs05IEJhtpEo/dB0HU35pxSzD3bYFfF7I6JSW6KqAFpQ/PzJgOslXLssCEHFuWmJICu
0MAddtpqtddN7q9HppGijfDFN6TxItEiqUpvbcYKPFS3teZRgmQDVPbUPZ63FQ8YqSac+Hvjuukk
0pQBRgGDsYkQlx6qrgSOQMgnHgzMgJfGx13oZW61SpOwARGGDFsrpva29Fp1wI4wfEmx99/CxW5/
Jz6GHOxk+rgduIPr2g7Zym1dv6ZhwH6q0vhrU0lzW7g82JCggBrQ6RKoN2wj0OSFpc1jEY6gBecU
sajALYM053gc5LseJimcdI2wG/lhjKDx4ojYu2kFdYHz2PShQqafo8Md0u2nX8Qd1B7Rm2QrqPLf
dDEU70ghlhuFAW+XR+70nKdCfHOnQB6MB1RdmUasRrHBVzcZsmYfCSJE7zIENj+kVWbWOaCMe2ty
exQumreRPLkv3NTsIXMBzZ6Mzt6FZA1J2gl/Dx3bxZOZul8qT6dYZNRN4qlp+CoRyM4Lqlpuxtat
XnFih5zDnmq5KqswORYYrbe1T93bnJT4yt0Bu1ffGYtNbUuxlZKmr8UoJviPmIX3x1IVj24zYGn4
X1ohiGk9KrYNyD6gadXJHkh4vQIi+SX0epi8ESiOAd0FzsdvxaEK/OghrJCXEMNop1lchqrZanA1
ENsj7YOG9SfG5nq8ixTPb2Xk2mLt28DfDj7VqLTwFN4pF80yJP6Ni6D3FyFc9dIraOk8JKCteUSy
V9/t1I7xBEElUO7fep2bPBZDlm2LUkftriVV8d1pkRO2Yuh8ILH5qEv4Su8EzjA/EDrao27nt8hZ
12QPyQ/S0it0AVKU+UoVgu/LFqI1N3PMDq3bxJmTQZjuIXpPGaxlVaYEiWmIrPC+RbRrHBQNRK5D
0aPSOQTfpMF4kslzOb/0waeUvtfcwAdlvg81t1hBCVCHKqgZRsuTVQUD7ffad4eN1yN/IEwcvht4
m7wVYsxvvKBPd52ozFOdFXSdIL1qP1jerV2g+WOkeINSUpL2CGKVOjk+gRQjIOG44X7ub0URTav8
jHY6V1S9LfJ4u5XJBnUcUktXSJkXuyEiMDxUGFucaHr3Wp78hFPLbirisA3+o0AMMxQkED9pfFc6
XLOgR+441lL3AEyhVtu6jv6dqnLYd4lm3zD/kJMoawr2uMEossUJx4vn2GaTCLcm69JKpCQFeaoe
8m6w2woO+xtU2WHlFoYoFOua7hf6h//WhqjPToOn1wCH1k/N0JKDyArEVLgEKkRPj+tI0PEJxyd7
pPuoHVZLBl9O49+g7/oP4BPxjw51vnWFDecmyKt6j4KjuY8UbfZSCLoqaVrv7NiGyEMl41YXzLlL
a4esRN45d1iYenvAoSZEl9v2vglr8ZBJ6Twjybd57TKEZfS2K+FKqR9SpVBJRb7NGlNDtnP9sj1P
6/2NRJTu1uKT3Pst+GjUE2btCUzr2s/aGxU14Q+gpnS25qktbpRXRred4T02TrLf2tHpfgOvjRi6
hGcPuUfY/YQs4S1B7fxbU1XFL+TtejHyovLNCFTZtkhz+gibqPcYyBx8zIHIPyMIzIhEV+Gpa/kT
yxu5qRM/21Whrm6SkXjP1Kud34JW6tnYAnHJSOCwW42R5i7KquC+Ux44Ir7X/0LWLfkb9CE54oHt
xtWiPqRS+E8oFkS7aBrHV7+FZ5Zb4v82rBx/QHPubcJOiy2OokqwYmpyi9Q7/lGKLr9lppxeExRj
ExysleZZGvDpa1N2fzHNA4AJrbH6JbO2fjQZh3UJrUueeO5ClToUCIqL2zxB6TBCSpaLbNVa0Y2P
YPkhTowoUTiqaoRYBaRF3cvzy7sUe/W7TufRXVk4/c2Y+2QD66bz2ljwawYIXpp4guQVpcCBF+uC
Bv0RtKcenFqVBhAe8XBY98gYeYUFs8K3XtWHvCnaddoy84BDizQukQcpd5njouipyDfPRUBNaUG5
DWkV7hCxXKzGVnmPpbHqFiQyumsVxcwlK3oDxwXS1cswucvIiBMS6Bh2QReyh5yI/DWxyodcj2uz
SfyBbSLtmDUmZ/rL+DTADBKAjGdRKN5rW0UPQ+fSdU4cH+V6W40bvL/ot0hl8Iy6tT0fx3Qbxol3
I3tY+WPwNeDxNZH7FmYdHEoK8LsoIuQQttw7GNWlBI0HoiYpk+Q+z9xCx0qHFmcrwlvXmS3Xjsf8
JzaAcbAhKKffZ33A7yLtuueo+mGTdW2/qYSf3Fcpy+4c7mTbSfbBbyejVYxSNmK5MTj496521j4A
azHElfIhwILzzmBb/qd1RxVBRYwEcWRidwc2olaMkA/4GEX9f5xdSXOjPLf+RVSBAAFbsB0HMneS
7vSG6pFBSIxi+vX3cd9NPr2WqfLWC2EN50g6eoZuvs9w1HuuYI+3E63BnnsjIM4ux6kKOX6AD/C4
3NieTW9IKvwb21naZ5QrnFdSwnOxYu66L51G3iwdHpXmlhOw9V0Dx3Yrb/7IZnaeChi5R62U9GWB
/h/MrjO7cHdOHZQbENDz92yq8g8JrEncLCXwc6941C/f8DYYYjFdvq/qGlcemu3JMvscVp8JTSEI
Ucei+z2WG8/M52/bVKWh9SgAL8aMtgesQ6T+yPZCP9vJYcu38XyZgKpEtLomJrSggjaBJ1rs5/mj
N2+xe3VNn8brU02p7RrTSTsDdeDgAds+biAbtTBdw6ffPzW8rr0TzAbAZ9Q0Yrm6bw0vNopJ5wuE
NFCKVEXb4mkB2oExM5wYWtlfWVrd4a2gCoPFfm3TcqMLujWjFK18CEeDu5V3CYo0OyAJIps+wMr7
8oLULRqlbIX6bIC7IQSDCpw0JwKUk/FR1360mtn+8hd0f1+pWy31CJWd/CQuIXB/tMEFGFj3OJnj
FjvsvMWCRVXimTRgON+NeKcY0pDvcYFiUb7jb/TDiyBpiePqslUQwqL5bzmIqjy01OxhTdmLNql6
mEE3IcMFyTWQjqqruJ7oilLPKowKrpFe1iW+izTdSah7k9Aia8i24KSaVeufFsKngBh6fxJ+i4pZ
6kHOvbazWBTdsaxNuTMnbw69AsWcq2Ze5aRxzmyvmYB7KOHPvIyPFQzVGd8QuNcsK5WExuVglouJ
8nybfhEOXondHnKNV+HbMQ9KbJu9byyWQU8l9GFnFF+pA3EaY8tTUpOUVJXkOu9Ko4KVTtz7cm/g
kN4Do395zP+9fJxbo0q4CTPFGR31xtuy61FCQbF73eUzG6cwt0b3u99V9H0NUmioVlXHH9ZBFLgx
VsstFORpsU8doCMqQnqcaSfj98zxiJ8DvwbxH6At8n7aEozQJB6VsE6s0pxZJW04jkBihEUFksMC
fAUlV71eUlURuSWkwUO/b8Up1J7uMgZTr8aAbUdbGPPGYOv6oEQrz4jDmazdeK3NqJ5uBTTQe8/G
FWTjLKL7gBKsqekSuJnaBC7qWeiz31XwlC1tWBkbY6RZiCqPsCo9H0LCsxN3HkoZpV0di5ZvbI+a
APWUndcrwIxbYVMcl/lLX8toCh6XXmykFt0fV+Jz7HvbMya6InmNzyBQPzuodF2OIF3TynbLOdzF
M4lKWjb5X0EthxsU313XtLLZ2tL2prkZSIx7M0ShYcJRdNaPy23rhluJ+76F3odnEtwJ5RRC+QMi
x1g1V0m/WVQllo32kOGWj4WCCj4MIXcNShXF+EWkWxOq+ftUORhDC7foZ4h6xygVhJxijVsfPd0Y
G82epzLK4AgKRE0qnRjHergtOxCMWvn4GlAnrl3xt2ObFj6axaMyHzNUJxbHt2CBkP4AxiNK+dbh
W5MK6GngPu3bq1egXghB8xjo2uGAJyN+DHA9erRG3EJ5kfJyI6npZuLUtc8fWhcWGEtuxcT3gwhc
rDGyrfybZwSHq1YqVWK3mFzBG9KSGO+l0ey/0vVhrrf2P90wKdErs8aTDe1I3DdRR0+29d/KloZt
Ta9LyaocKtiJno+S3QKosAh28APdi9Q94Gz71uEN5Mo5UIK5FpyjToVgznweDcEKma/fwZpuZDhN
OKjkPdRy17KFdnZsivelRUHrKMqDC8tyvCBtdEAzDSqFb6iMGRroAYn5aOONNNvVXX7o5C9cUK/s
hLL3OihXtH4Ank864PyUvQZl9phXf2H6FbXepk2nJhj++ft8CobeFnLsQNm9bQyGs7Ez2nEQFG2c
2177xgQnzzmHBHO4eLBNAxZo2htljvc2IVDNQR0e0DDGoAS9luZ0BwKMdVszqCkaQEdH3ekpK0Qw
OIC+jdUKbJjXoiw5tDsTyKVINrK5qyCFUIVyavo7aI7UD+VoscivXfcFZWy696ZxiSoy5O844EjU
M8EwnsKW5cOtMzO2gxvx4IbWRGQMjOyIEapFLL3cl0c8P6IeK7lzdOt8eKewmd+4JunWl5KqrNyH
eLxVEjzkMAAn2UGKAWTE6VsNUGI3dhv1Dt3cKInKsqEPBV+hJum6Y4vqbAlmA2CkGytYk8ldJUuh
1kdGSFI3idvgT9viMNd0dzkB6ppWcpS9zrOPEjbo8Rm8191w3ZJB0I2Icr4YioKlFJSCJGffoQyx
c/BSOjhfL/9rXeNKTmr5lGcSusVJCqcGUhT7xnul7paGpqZ1lYg4rmuAN/VqjYcxMeZgZ8j3HPKN
l/+6pRlxlYIIecalKPzVvy1sBmusEuTlA4VbxJ57EKF02dAkAQ9QOGY+TjaRn3btnsOwMSIwUX2Q
wRAcmnwBc9E1Ni3CztcSHCV/tTYw9205mfGard8rVoIT0po3Bt6INxawbkRPqflT6iJAeNu1gxQM
o9t9X3wB82fX9H8uj6huQE8f/dS45ZppVp+Oa9wTx9a2f7h98/e6pk+f/NQ0dDw6jxQ9iSHYGqX5
kyW3RkT3p5WQ9jMxOMaIEUnNeQmhswiLkDnY2I80O56jBLUc/R5ONKdjk1e/A+z/BiPjm9KHKFUJ
UvnlodFNqRLfsjOpcAAHiiVxwr68BwsinNkWFU6TtlW+ZlpRoHFhHxQv7c9qdfYN+ZV2J/csujeK
jcnVjJLK2SyBDM99IIli3/vS+d9ZH0ChtYvcQt5eHiJNJ1TeZmpzG4wYAuWDlrU/XJM6x0KYZrqD
rRZqLSWTFt56vPnn5c9pZkQlcg5r0/vDUJoxrMMTk7kwz5mPlG2oRWgWrH0axU+hYBlA7Pu8wqXI
GUPhfrecjYZ1f1sJXwdgcuhE9Va8zK53wItL4vbzU94ZWwJFug+oQWzApqLgtRkX/nhcC3kyXfIf
C8s6XB533TQroeyWK5y16xVye2N9P+I0FbaW/aXucZmzy58eJdcdZWwlqsVAWZDniIkBOhT7vKnu
vdK7WZfODvPAiCmEUC53SDdgSmgvshwFc401hhUFTIRMNz0ERuDt3Yo7N9d9QtnA87ImbE2HLKmr
KTY852s1pt8Leh0T8D/WADyYLO7m2QT32iZG4W0H5tkbgMgbue/fkJ8pbKo+AHhFrs2yTZH8HBBn
st4YDwXwivtyGMDwmAAOrMO1mssfXj9bCW7FzZuF0zFkXLrsBvy7goeoGMldA32rJsrHGnUGgOuP
cy2CADrBkICLYAVq3Rs8W4C/NHK8VnBjeGS2Y34VPsnf19Vd/2SFrA+2HKdnMIdJ7FrAKZWkGWFT
TwC4W8dl+n15wjSLXEXQd1MFXGlqt7HfLfBa5MM9K/0nNxgO5TT+9ex84zunGsuZkVVB9AOxvRwg
kzaea+Mj5YD2jN1tPldPnAcRbeZvk+NtzKImo6mgeoAhAbxp0g4kN7IDISoLrWpLZFzXtpotp7lF
UnC7OFglnCd9E+6M8KW/PBea+FQx9Qt3ONQYIDYAet/eTvvvczUdzAL6dFe0T1zn1KlPqT4HCZ0A
vykSBlSYaGNPZvvce7rc+NmRQeNKtjSssch6WnXJSNhdSUp4Wlm/rmtaSZAygHoOBOnhPmHDEtZ7
X8Q1hG/8ZyUhFtDg5SVsGMEqpaE/P7TZ2+V/fPYIgoaVNDhPo8mgvUhjMtJ33mVV6ErQxASAeebU
bcmeaoZcPeiAEuEVNThuiZFWES1A2JpO8JDLXdA1rhRL8aItPGPAi3APm78wN6y/shT7y22f1Ssg
rnqiqYGhraQBvVOIcEUrcx8cZtyA8XcnpP0ACa6dJP2hyeg1mxI+pwTt2DCnNFqgXprm3odVe2b/
ZUC6Xu7L2aBF46ffPwVVkAKZaFpQEoOXHR5NvMgDxsWYrlRFUhUqjMbtJrP2eeLaGBIBWAzISOPG
f9csU1uJWQek9AUSEW5sAcHIgXOx/ro9+CpbC1TXvhK4pWkKws2uhnXIQ+214QweqP9iyutSjq2E
77I4oBnAQjEBwaEIzcX77YL9dXladX9diWDuuvZqOiUUkcoGr1YuEE3AlJWhD2LDoYAxxOXPWKf/
+p99EcqypxD5tHx4UcylMPF+jSd/KLZx7PmgXRbZjVP44mYaBDT6g2VKjJoQEDss9uhavEQdzzDL
3eX/oIl09dAjZV3bA0IyHgz+Up7QkfXwel3Tp1PHp95VOegkjEKH3jJnAcDNFBnAl2+s3rNHCgyd
EtaOHOegmAArWYoM+GQwqZ31qZg/6PLFLaC0Cr+OjS9pYlwVoKiKYR5c34F6mNPNqJWDm2y2ICPD
zPyqZ1505jQ5n0dqBSbRXIgTBy5Eh00ezkDc0f7VFi+Xp0LXByXWAb3Je1FjSwKLGBelryuQqNa0
lQV1c6FEOhXmarXOABW0ktSHbLH6Q46X6mNVOS20FGFOuwMIubitcC/+fV2HlOifZG5WYkCHGmc/
geKxAlxUzdPucuu6Dinx73YsXeYUj3dGJe4X00kYeFnLzIBJhmmuARir7KW18THN3KiH8KLNjCo1
IazvVHOA8M8eSq+4s8rsqkIgganI/64uKF3KKvDQmzStbnBKuzP7DhIBV2YQ9cQ9D5M1N+TkSFnD
OTbwD4CaHy/Pg25olCDH8/tkTT7gUO0ATRFvieTyJXCvegPDuJy++inqfCC4cYhfEXVrtScwSyjF
uFvZhjKWZg/5Vyn+1Lo3rEPDK4gOtvymIi8y+IMnkr7c+vO65pWIXvy09dwAf56Ut3jKe6aQi1hO
3sz89bqxV4J6toaOOsBrJZ0pbyil7wtqyWFt9reX23cwymf2vn974qfxqfMFSom1aWFzg/DA5EEo
wc+3zpi6haMEMNgGabqYjZd4efXIVzsN4V0c8RM//PK/P1/wJ67KaF0Mv++DKhcJnaF/48Fb6gHP
RStcg7FJ9I4dhL1PgwTqXDPEMkj2xvPOf6wqOd95HuePdOjLfWfByGFjmzq/IBzVY2HBLWYGYNxJ
6qV2Q3hq/pob86kcvQeToTp2udu6j5wm89OkdbzCw6PVu0nL4U2ePc7LS8F96LN/u9y+Zt5UPm9G
c0hfYwNMTONUmv89sX7nwaHvcuvn/71rKgcS71R+xIXGga42DTn0dHwAKAD5Dg3ibgyQZlWrihY+
KsM0ywInGdw1Kqzd1GxtE7o/r2Qrd6U561r8eUp33PloGRTdftZbL/a61pWJhWbtyBlkbBJBfzrd
W01A7WpfmLuBadANi5KtYEzuZ22a0gRSWHgt5mMTAgW1sUvo/ruSqVyBJ7ScnEZm4qFM7wwoXkv/
R+uOG6lKtyqVwwaCGRwUu8QxgPKIOXZk1Q8Z31oyZ4twyCRqriK9H9jtQhKrBvvIaX5C7gys4wA0
H5NCHT+Vw8aWdNrw/5tyHZV4YILtYnTg6yUBiD5QzwDJ+9UFL2yEDo9T/OjNrXew8wPmqGY4bVe0
5oSElLigsrcTNI1gR7Vz5Mr3lyP5/HpyVCaCz6pybnP0xBQ5TN6+5MVGAjo/GY7KQGiWKstR3KfJ
COv526BuQQ9a+LJfqxaoe6g3gpTpso1e6OZDiQrWp6iWuzWw2HicPqSUQQlIAP+6NHiYrLySFOGY
+eyYr3nwdHngNP1TH4VNy5uspeJW0ldHS4ob4WTHpvvJufzCmo141EyOKmWbuWthDQ0A4N1QmCDp
pPfdKrZeQXVLSwl2SSQ1cZ/0ksYYwr6mxxRy7Y67dVY+r6RIHNUtx2d2xya8XSQeAmOo6rAzbxqg
lqYMwp3ECDPnMSg7ELi30KCak4QTKPFf2tRJHZj9JaQAE877Waw/G3ihzu29Wb7b/S/TfxLFV7N9
nHH+6t2XAZfdy4vhn3/omYSg8hoqMYNyJuDp0pAhyjv+Ti0rZCCwwGk5O+KlM6TGcDt3+Q0ANn9m
f512+UhfzTy7LSz3ILtub7XeVUKJxFHJD84gDfDGWitJC5hKL454ZkV96wGTdLm7mnWpUh9Gc4bc
BRNukltmkg72EUjnt+uaPm1Nn85FPDAHN089vNA2XVTOZeg1W+ST87ubo3IcJmiS5S0frKSCpUnp
F5HR3bkjC6Hvu3Fm+VcKPbcMTgP26d8PoBw3LlJdUjr2fJ93PbuBGDXUMIcU4gAg9UdL0xnHDu8H
ddh2Vn00YKP6CCU552hNdN5lHTSvwLLs8qgqwdMFmNcHRHiZ/gYrPAFXLyjgz5GbX4Rvme8rHpp+
UsuAqsJUD9m3rg3WhMxF/mHDfum5AON8DoeWTHeQb6MHoKSNh8zyDAgopMV9w2n5mpYUEt+z8KH4
d90MKnt8wIu1hs3qkBhBCym2Igky58/lps/Th7CwlQgfHA/lAsmbpKrb8XcqHOOQQfziOJte/wvM
fvdhXipXREtR50/Q25vHEPWm9Ang9ulm6iXoapf/iSZ5qqQTa3T6EugRrP6+BhzIZu98oF98y94q
WOs+oGTnypS+IzrfTUA/ibJmjoRYo8F4ufz3NZuXyugY3D4A8HaBzKkw7PueNQ7EeCC59FSP7vhW
OV2Fd20JSdDrPnfatj+FhcGXqrQAb0zSapAH1EdvewGxwpnOTwBfPjhTu3E6Pv8i4nin/n76EHyp
gymAzk/CpA2dvQyqQA9uxciuE00PRfveBWDTAanfq0coipjumG9tAZrsoqLi0q6k9eqmZuLAyyjq
GnIkNdzzrKX+NfdbOErdR5SBrMq6NSbWWQlLv0qgXMvq2cFbek9+XZ4ozapT/bBW5kF9A8ImCfbt
98IgC/avYDUbSJK53nWhoxJZIMwhqr5kTbLky3uRQVl9HfMysvPM2viCZntS6SzA69ktmx2SGLb7
ULnNb3g+bml1a2bAU06aqRu0Jiv4lLR9/YtDdzKs4ccIUQrybTKb58vToOuAEvws7/DW5uUjRL6y
x2KpDyuopJeb1kWIkp0tuRpTasOuCm5SB1mAf0+9u3yZI1mgijIVEV7OQ5tuDZduQSkJe63HtM7t
EnK5or6zxfI0COdnllZbJx3NdKhkF6B8TDFkjZ2k2RIAU2KCnjbzOtj7p322Wjtn2F0eOM0VQ/V4
EJXIIZy80kRwmJOPJL0fIF8bBOO+cDMoXs35dzo1Py9/TNMt9anV852CmB3c1zx6a/evkPLdm/B/
ruarBDGJoz63TnPfAJiOm34DyDTp+Y0Y34Lxlnvtxk1f0wOVJMQprXqXQ3lwXR9Efe8s9Usu6dFK
7Y350MSIShQyocEF+VUAqGn6lXpP9bRVD9ZMtMoLWswaEmNOTZKlng7VYvyEqAEUhCb/boAgpr02
36nBNuZZ14lT2Hzar6p1cnoqcyeRxXrvwN0ltOb+eHkN/Xt4PHMYVR3SoKMCiXRobCfZStovLZn9
J9tm/lM5+PMbTCjdXSDX7m/WNO6uoIEIh5Oy78Aqo8DjCYVkiGk41s4bvGw/wWX7UNu8ORBGAvgY
ctT8PCmOxmSDj9o4/jNxpyWGZNW0m4fWv4G0L4S5sl7e89qDJNlItzTaNYcX9zSYnwZNAOlvssqd
Er9AORjhx9on+PrKD5+K6WFuUrwuDYLfXB5GTQZTyQWW4XTcgiB10gTZsZqGHQF6Bte261pXMv3C
IcdiF1AAMib+7Lbw0cqCe8a7j+uaV7J9w1q/otaAZx8U9JqG77LxGx+2DCh1Q6Mkd/h+8gkehkuS
tT0LIWf3aM/OL7g18Y3N6mwSwdn59PunmTa8lHl0Muy4aH9SyULheZAzqXYZ2QJSn+0CvqAE4DqO
eKHELgGn3RUUMafp4I9WmAdReVu18rPLFZ9QluvYm6MJ+KYdi4Elhffg01sCyDbsPMIu3Yh13TfU
U0lGsX5M146hm12DwMPYtPNExV4WCsW/egRtaRyNLaStbtCURTusXe0OvlUnXVPHUsp9MNJ7Y9pK
XLpZVxZtRSD/w0yoUPgdaaO0CrK7FY47e8zVcrPUdbUR2brvKMuXUeDh4GBOYtmiaAh7ttfFN576
3CjuTKAGLkfg+Zn5fy+IT0uYcpRAIfpux1PmLpBnz29hG/LbHLwbObVfvbI7XP7O+TkhaqGYVnIZ
5QrOW9bIP8QkEWflj2nsf1zX/Kl7n7qxGI0DKhruuw3Ezv18QWX1vrB+X2787C6Ie6AS5iJvGfgS
s0jMeYxZnR+NLN1dblo3LEp8t1PAatfE8Jv58GFk5hJ5bP1I+2nrMUn3ASW6YULapj3rzcQeUeFp
XoZ+CEtvo86ma1wJa+jY1LR07TmxsgcCmVXI4x2qzaKlbmkqYQxfirxc1rpOIGcrj6gGmC9Qoazv
LNY7O7sIqoNfF84WEPJ8tBG1HFwCZ8Jm4vrxGky/e0LuSMkKIMLsDy9dm/DydOs+ooS0TWTRt97c
ofApDs1iBmFOqwTuFr9clIUvf0OzWtVSL0gk7dCPgMtBNOHBYuOrKKwNHXPNfKt128rvXbeGXGBc
5DSEPmvIuBmu7pfLf/x8Rd4iatkWwnW4LVmjmRhw52kpYbHjyJvMN39D1jbqKiv2VrlPg+XnUm3h
BzQzomrYBAUrM1gHrEnp/pwI2UGFNOzK6kjct41enYLhP8dc9Oo0mJ9SE8EbX+UsSOPGCgX7wBiz
I1xk2lcIzssHkLq6L2I1rBjSs/ZNG1DzdRYrAY2dmO+mIaonOZtbQOizVwf8FSUZQK+061cUH5Ih
nyMX7hQFncKpm0KIE99b6R8ZbKQ13agqicGripKIerJie1wFOMR0T+3hLV2mr6nXbHm76j6i5Afg
ld18dsA8GmSxuLgM0OCxnDr3BqwNvhvwoNFudEe37pUdH+LLxC8AskislEygAoy7xc4+iDtcc8rG
vChpoe+9nrSmZcXgpUDvE0/nv4WAlGgmOv7r8jLUZIX/VFThprNIKey4q9vfHRyVGjN4udx0cH6B
q+o4RgdWet5w2Dc3cxU60+n5zIzwAvPoDemzVfvwZRn/2CN7uvw9zb6gFlEpt5e6T5f15EztUSgA
yzny/cfebqCN/fW6b5zW3KegdUVlgAPPgnjyll0qXXhIFSGhf4spCKGbebj8Fc26UkuNk+fWpoDz
e1w6662RiSrE6e4r9Kf96PIHyCkWziQftdQ4w9t85pMLQ615Nq1d3qCCVvZEvOVpvsKMWhhOONhS
NjuBmiQu1yJ/lLllP80wTWShV3fQIXVbN66hG5cEqXC/BJS6HTj4THz3PMkesyCtyogukPoVeP5J
YBQOIsTl/69ZtWr5bCLC4O44mDA8Lu+rfNjZrNuIaV3Tpxz5aYZB37Jcao7gBi9UPhbMKg99XhYb
gG9d68p51C8Ha4JhHqzgIMN+O0hveoCSQboRAZrMpxZ5Hd40XW/OQ1JDYtZf+ASpqOw+y61XG6Y/
G2tH0wVPSa/pGPCpH0DSB4ljeFhyhwKoXG7tELqlr6RUtsxW789QmJQkuM389BUPLnG2yrfLC+cf
JvXcwldSagf7QINAdRxY7to8thXPdwV0SQ6W8P5aXVYcDNZYB9ZJuICVlX2bi8Y5OnNqwJKg/c2c
It1lASshjDN2z27Q2K811Ig3MqZmH1bfYkxWM9DxujmumxHAwayAFn77ymfnGbyVXQlx+52YcPq8
PBaaoVYLhsHJeKn3ljqpe/tuKOnviTfH2ms2LgGaxUhPn/0USO1SjKCvEDPGpfgugwxM8A54Fsz+
tp5LdP//tEA/fcDK6hZSwasd+5A2+QE1dRH30MiM7en0UH55jHSdUA4ssKCvQMmY+oQbd7Ssn03r
DooqNxAA2ogmzaZFlWjK+qIqSEXBMl6Wo6RfPN+LCtPHsxLfeeN4c103lKiS/SoY+NIkLsDiwnXP
itErSDFXY+x1y8beqJsPJbTcApSZKYWH5tqPT73d35iBOAjONjZFTd5RJYWILycUTuUSj6OLYzhL
+rrbXx4ezSSoUkLCX/M8sHo4N8B+uWfuL9rDrxqyy3/4QqtIOv7b5Q/p9l339A8+rdkFYsgcTMk6
Id+Hb/OBxof5Vt4A8ILj40/66nyhj9mTeZcm5Pilus/ftoRkNXPzH5GhVRrjIvBdg7+2QRsxH951
W+apupk5ffRTpwrizcyre5lksvxgk/thGVuabbqmlRiXgZeJzEaJpYOUxkqLF59eqUIG7t7//m1A
i8zSygEm6EvJ97ll/a3WBvrpntxYVprk4SqxXXZm7pcGn2IXPJWHMrXXF5OxZSeW1f6aLXTZyCG6
7yjRPY6LVxtF18L8lSVBBaVvmE1DK/wgcmOjeKBbP0psm9zmxFxKzEPXRw7n753dvJYlNEIuB4Zu
X1blc4I5gNWXFDhVOOO31CmhHvDXhQNSka4PLQzpDQI7WSrjCcY6EQV9c/bdyDPGcDAbcC5hMFuw
CJpW1yUbFSWZAYE+w7yrSTI2xR21b9J13lgVmqFUwZFW1Q92HeCEA4umR+HyJzMz9qSwf1weSV3z
p98/BWPmZHibk6tMxCDKyLPst4WvNaj9W0tBkyxVGjkTAdwnUo5oXwAAu0NR9RjYKSyMcviNZLvr
eqHEJuBksLitAZhahPwNgmTS2uvjMlRb1FdNXlGldEaY0VrEMXAOL9uDXXWhW14HIEUrSjjWqJqv
7drJBNCaX8iLCQ+Mt8y2u2iQbN8Oy7OdDa+dsA4133Qp0027EqCQkx+dhoM34a/1HlKud0vPj9TZ
OsxpxkvlmpdlBq9YXOiSBgaXQ+DJyAjkdSLORBXUGWfbXqdlkMlSfhWA7lDvFxk3AllThFC55hlj
sCOg2PhYM+EFbqma4ie2ejOiwWr96p0hfzQnOr3Z7QhFMJimbnz3POTPIioUYrQgIJOvXZO0rIeB
wmMxPMBUAtVj6FGY1sF21oeiqeIaRYOhfrTSK2t5KkJiMawBHi0NfA3nvgzzNGzaaK3GPQxDwmaF
s+u0UZzS5AGVml54vl3lq6iTfvbMtwwu4LvRNexfgvdQKy4zI7JEuyXNolneKlV9TVEHs6XXJOuU
OKKIaDaEfr9uTJaudWWjbgmqasup9WH+Wjp1lKHaFmwe8Sky75krp8pTl3i/hpcGtjZsz+4PAxK6
JztL+hcOR+WOrDzfmBBdL5QUUMFGncwceWciARRDBUQnCoj7pBv3OU0KUKnqxdjAC6UtRLIa/a05
zAdmk433A13TSs3FziCjWlc2TwKUmUZRf4xecQ2y0iJEOXCzwpppXiEvSkBDDtPq70xCQ1xVrLts
hfvX6Bk38xq4e9/zryK/4JunhfBpC3ZTPM5PEAlIrMqwYR8v//ZFCYXN0d6CkmiWlMpIT/kyCALU
S1IPwEe09aHy7ofZj1NqbxzINItJJaTbZU5tf7EmEANe2iAL0+BI3S0dJ02dgyi7u7tC0YLZPU8M
8X3uIXrqyshxjKjs3jzi3vhkIyJ060qJa1lBMa+rAnzHtaKlq259am8U8v4t+zNRTZRdHl42sznA
vy8JHDnspGWWUZDbNnwaLbDDa2iFhWnZz/de69lHCCqlh7nKnK+w1xqg2TfREN7nsAzrMx4Ki5O/
VZn2EGEFi30qnOVLWmT2R0As+3kR1XAHWy8JvTku9lBSghtEweDdAC+1wzTO5cl/r3pDEbZ/unz6
0s2Pkkn62vVKFKNkkrJqAWgoP7RuH6XO9OH1oHQxC47183Wq4kRlv4+rXfB5WaENAopQl0Jpejjy
st5d7opml1Kp736LfM7TXCbmSTaxS0AqCGGossuq+6YmGxcwzTpTCfAL7EGkIfCRof8Y8kNTbMF8
dP9eySTe0MkSKmMSJsWRbf5xAwkoRhUS1Om2dlbdfz8lgE/JCkxVqBtPxZSUAbxAWt98H/p1f93g
n775qe1i5VYzWwtOwhKWl9NclqEFAylYPK5jCGe+eyaK18ufsk654z/xSBxV8nuqzSmfmsxN5FSy
m6ITAD8GsL78CgrFctfgOPy6Cl7ssqEwdrYn0t1i2Hk0j8Q4NE2VR1Mj2fvlP/PP4vzMn1HvSFzO
EnrKzZxIwx+fxoUXx9zI7BR1lzy7KYMgf2s8b1xebIsW3aHLnMHdoZxOOlSd6mBHCq86ZJVfmlFe
Dpm9XzN7vDWgRfN7CPplDRv40n4ETh4MIGjBXWVjws4uBsBrlQkLyCztFKSexBUS1mk0IaW5scef
3VDQtJLz0yDoXQquUDKJBeDtArLsEJy8yukcs69k+nGEXvXUAXkOe9cgLNdJRDLPNv66jqCnCrIX
xTCMdj4iuQNmAnLLGg75GvlL9YOlrLmtZf9z7atXIRksm9Nu39P1KGs4Bc8rx3E/aL9cXldn0wF6
qeTltip83IdzO+FN/cstBthw8R0ZJhq1dfuzdelVoBfiqLXWAEB6q++GLjF8dw65KBJP5K/GApY8
ZF6eL/dGs9jUqiuBUhbQTfD6SmHIGZHUeLTK6vt1bSvHvmwuWVbZzEoGbjPcgqanAVYwG2cj3R9X
sjIhxTicLiRJ6o+HjibQgb25/Lc1E+wqyRhvAQ6r/MGG/dk6PPd1Nj8bVdveQqXV3nUNHx8ayuhG
ltJEpCrZ52cTHjYYh1IBJCickyzQ+DBPGz05e+8mjlpgqUezH60TQpwWaSjliwcfbcGc0IeaXNMt
IdDboSmCjRnRdUU5jJlFHeQIeidBmofEng14txVbZCPsTvN6LpsrYVeVcHwIjOo0UDVMipojhNNC
CeKhkN7+qolX6yuDGI2pNFLwTcCJ9OVwDKQfGwYMVOEIZcktiKpmfamVFng0eR3U0tpkhsR/s0zR
YotbKRN76QCz/nG5L5rhUksuwkulPxk5RAYGwIXBnMZF5eCuuKjUxsZ8W/9QyGfmRFXNPfG2Pc/A
dg+HdB7Nq/g/zq5sSU5dCX4REYhVvAK9TDOr7Rl7/ELY18cIsYhFYvv6m+2nsdw0Ef12Yo5DakpS
qVSVlUlfpODVsWihBx2VKk2fCw4KntBRpvhRN5R8zoLMe+Bmj/UbXBFN1mJFcsQ/DYPWCA6LMw4s
WqRVHR1JCLgRlFXGgEegT34egxNIesd7KHKzHfLf/rFJXXXf+LUf157VH/NioWDucjn9QkyQxRpC
+SGvJOSuuPyG0MR6GKUCu9Ds+Ic6X7y4cdA8XQcp3uoUWADFpPcCmVgRAa9aP4lp9B8lB5nFCKUD
rBWa9kOvc8iRG0EG1oPUOXSePHcEj8ECrdIG/EjNMn+B+E928C08BG13HO8Qedl3KbqXAClE1vMR
dNg08uwgiNSSW9DANm3nfykInJJuhla9t0zzW22TF0fmP9NBJhDjpQdzKvvY7jL1XHjQQM3UPjNQ
CB+GPD/NJs+hFdziTAc0De7syW2gNJ7xPlbg0AL512JDfRuZIMe303iZGv5pRiHvZOKscsBLDHwy
M335kxloqSdZTb9UFrAucTVk5Gi2pbfDkloOzE6hmsp8Hg/SMUMHouPPMkMz5s7oxVBAARTh5MYG
W3Eoes6mEBCVNjlVCODc+WgNRpq4U9rtPcvlN11/tq7QRkg1t2ZaAzTJx6gQYH0g9eYBWfv9mssy
eg5F+cYXyWSjy2+EUDpwfXkfgdXzpsq15ej5IHuoQbPXpEDTO8XBnToVSdP4AQHoFHShwz2EXLdO
+8rH6AyFjU9bcALZKnFUO90xKAe99DOzQZ5El683+Sw9TYQ3vD8GAino1jJmgIi9CniPvH9fKj4/
WKZfbPjGFcJHR88NyUH1ZdOj8c/z7eael213EF3DfgXVJJydTcG8QCBlNu7QBuG8QNC6+M17h3/l
JPCtjctmJX7Rs0e8rgMXZL0obo2QjxftvK9wS0e3WVJ7QlDPCGZk3ZCp5R1atqpfvUKgjwdB7E9s
qzfl8o6wqXbfQ88mBze1R08T/TVYYGGu3sCduXH218yjvVQ8YMs9Y0GBzp3yk/L4kTK+YfmVq/EP
LODDg7ieJr/vl7JJaqVePJ5OoTeMc9ie9T4hBnnjEmjW8SeoLKoZjPtTU0e86L9ZvdgLP320hbu/
vsqXF8D58/D98CH5SCSxXeDYPEuByaHMQ0jrmg91X04b6eY/R+/CDa/nhToLzc9BtVjJZPIOFEUF
FIjKiZR4UDG/uZNjVj+jpF7sJpUOx6Eb/SOmzz5DRW6MmLCbR0qodwiKYPnsWjMUIIKOPGW91cfB
oOgBcn7ZFwottTa0ewPyCmiuCI1lru8ySXkaUlBe1CGa1sFa6tty6/GwEoL9YWL5YDmIIEIqHO2G
CbN+DdQLh5GFIDwLc+NHr7aewyv7TCc2tHD/ZmD5HxPiSr6b6gnCVQHhv0xzcn+T2g1uSbCi0qkl
7iEy1GFZVJ+4fHid2+Elq5fj9R32J3Fzaf3PBvxgqFoFg1GZS49CVvtIbMnImUaPQdvdMqDCVCzz
sTMLe4hZlcuvkK5X3xuE0PelbVQHwMzJfdOr7tW2evdukqx6gECbsaMCjRVu1bZmBM3b7thQRqKi
k84Pd2nZnjYZ+V+rpEygYNYdUl63YOT0pNqhzwd0Q2lAjv1gLHv0J9JDLqb56LQFR0MCa56pyfib
WUrrq9E6+T5lkh6XIGt2deENb+ayiLuMTX6oKuLGfsfG4zQX9Z0j2/GhyKblmNHWiXq7zE/8zJwL
pim7iSZjpNmRUjbsXL9DzhhIm7mMoHfcPFYldZa4EJXid4HH6l+MBqAglGjxQKbNfCMTXr/X1+Ni
Thg1Wi2i6Jp6hpIXo6duthPWQ8nNi51ujEkWHJo2C/t6Y09ddi32P4j0fJpSp2h8yFQs3QmASxJT
Ty2xoNYWCndtCm3bWvNyzs6Mc8LReNHc1ctDbm6oeaxcHn9SSB92rUxTp1ugj5tkGQefpavI6+DP
1UaYcnkRnD/Jzw+je/M4203hm0kHpM88mi9WUUI8dPw0+vlBlvT3bM4by7DmQqy/j19btZxJ+FsE
CRVEedH/h8RtSb+WbD5c31FrM2jXVMcWOk0cRFvGqB7RQgchsWrYZaMrQhf4tI19e3mtnT9NRR9M
BoWtMvcza4ByN0dLwHuR7zKW3XbT6hygpmgAUKua9LR0XxroN0PrGsRZD0bw+7qJVnaTzoYpDcMa
a9YFJ9byKhbDEpGeNbvrg//J5l3wsDob5mQLblVdfs5SL0jNCxP0yYOVucht5H4MXYPseRplHtVN
EdyPTCyhagRroG1mu7uG5MUe8GTQ3advLrL5iPGgJW7ROrSK1o7SwguilhlQQ5nbGsVomrOdBWqg
yKVpfiqHzt1Zht+8sIGPD45Lm92U7oZ0Gh5LNrr7Rnh5jRf0VIGwfx5iD2R1n4klULydWygwzmOe
vgZi8N97wybPFunUfTGW010AuZSvE0+ze24IKBUKXvwGlNOILSr6cJpUn8Mh9+1DM7oTaA8dtiD4
Mqa72jZnN5ZNU+y8YrYOklPjaRFpY24Y/DImxHL0vnB0fFmstjzjhLzAvmqKGOXbXZrPhzI/mIb7
6qdfDS+/d9SXHikEvBA2zsBKzKF3iyNWBpZcdOlpNNvf/tLGHI0dnlN/4hAucPwtTsaVA/0nV/Ph
qM19wb3JwlGDHPauK+24IGCY8V59UcfXt+zaDFpo3tcLFNlL0A04pgoXuoQm/dEHecT8Dfe9ZinN
6xkZwUOzM40TTU2QB0HKgdTHnJ5I/cXIt3qr175Cc3yAnUl7FPiKNvg8IoWYshks//dSmhtuac1t
aHe1Ym7lBtmM5CsVYK6U7nPKgi201kUTEVSg/74Ylrz0SvQkqgTttuj8qMMB5eCiCoDERBW/G2/5
BkyjrcRYe01QFU2NpGv3bvjV3jXlRj3nonkwtGb/VJVFbbQ18GYdAsc+3XMi9tc36MXbBkNrlkff
VNm5ASrBbr1AGdjKzINnk7EOhRLpBvRgZQ790hk8z/RT40yR7LgRQ+aS1t1zVm3RUa5YR79zGsuf
WW6nMuln+7AEVqy8re6btaHPW+qDg4DSVBsEVQYGlA5q7UwO9SsNWr7xYrx4rAjQTn+P3rgtin99
MSZul0WOEDsVzGFe4lIatiSa1j7gvCQfPqCHTJfrVgyAkrHe+RJZ86HY5MxdG/z89w+DZ8i/KoMV
VSLnz3YgwkDclNGAZbQjq/IqkC3Lgefw1X9gH0RND3pc05Z4xdqG1I7qPPqk700qExsckg8jHjVf
wC2QJgOKVRuvwbUptCPbK+kPtjoz8cnsq4lk74ijFipZbDUTrRlfO7iBmxZ8JgC4Aoh6z1L5hYrh
13WfcHloopMuoxIwpgbkz5LRg6RmUUXdlrdZG1l7xxSZnAzeYuSsskIjm0Lh3eRjkFv8ey92k+FD
vBFCuQXqOGByS8wuePUBRLhuksvLSXTmjLwDAAOKJ9gxElAWM30tzy32c7HVAn75jiI6FT5x6t4T
A0ckMlS70vuvmMzDIjJI0PCwhBLRbV9xXpYPB9YTIAgAdRPQOYN6lIZzlMJ+L7otVvM1I2mn1jSr
yppbZ0g4yLplbh0LeQL/400nigTaoVX5VCysBLQobcQQlwRyk6og9wbqYRs3+Nrv186sGPq+trsl
A1ln/oNxMNCZ/OfciM/XrX/Z3ROdNbmTc+pLgQ/o0/zJ6KBzDnLzB9uhJ5/LL9fnWDlgOmdGVqQV
hFwbmTD73jHqgzV5G4HCyg7VKTNyRfrcsjAy+l0/Q91139LhU58thxSX+VBPy8YiXKzDE6JzZ/i2
06Qj1Pmgy2f/ZnN+106dDC07f+p6HwJTFdBYgTeFHd1kFF1Zd506Y2rc3g5SdCE3uHiiMcd8qZQk
HFm3hbD9gxT95+mKzzrP/eHoFZDZLMal6/F6GcULR8fhKZN4K8aB7NJPdt7jclAvk5njkUUBZqzD
xjhHSa2EvpKJVzuJUpRppzD1XGjWgI8NoX6rcg/8BGX9NLtd+zMzTTVH3F5QyKKSnJW8GYSEaeXe
6L/1DlwBHjvoBk9nvszxC6mCp3LOPl3fuSuLoHffgpcioC0dh4QZ1rOT0rtW+i9gxoivD38xEUWI
ztG3+Dzoy8VEH6Mp35iN/pw0faw6X6HqfMYqOvyXNaCt5vpsKx+j85P0sxd4M3KoCbGHOaSCvIIm
nIfmtAVUXDvnmqtdTDJbQYcJcufFr0Gq9n7bD9ecLCiQcqOCDEWyWPc5/6X4fT//uj70ivvTS2DE
Nztay65LoBIgQHTbF0YT9iZ4EUBE4dYPaSXNjcVes44WG2W2abuzPw/o+KJhOz0uxla3/8rIeq6X
oksmawlGburvbvc/e+vqXBtXC4y81mDm2GD3L1azY0P+YA/eTa8MgEz+9jxGcMZE03xIymVigMUX
b+BoPrg5SCjyVm547ZUNr/MZM3fwm4FDUasD8xdemU9Blu2tbKtTZM08mvckNTr9nTzjiEhVfvTH
Wdy3aBnc+PGX0a+E6OQiuR3U3tApHNdK+UcD4hXQ2jGdqOsKRBpz1Yf5kiojNKjB9t1UEAh+DlVU
eoUfQvKwAKX3Mr6PaP+MWwp+FZraaPwzTABHfTBVx46yxVPglNVGKLRmDu30s7xpnWDphsTshXjj
RcAfILjefbvpoOp8GTXLu6LNM3kKQOkMSvQsuzPGRcbMh8aBWzT97rZ5tHCLzDyvOobLZJyBtXN8
tI/nwdtcNHZsoJX1xll0X9CCyxcx6ZAgcyv9/yqkg/P2znI23h0rS/EPsUttKNka2Dp981/OfwbV
Vtl1bWDNI6AuMAYZJLUTUNMjCIig/bux3VfOqk7oOy34xUuzwCHQ6pWbpI+4l33iqft2fV3Xfrm2
OxcA2f88lxLHfCJDFnr11pt37ZdrtxOD1jhve4ken37X4mXEAZ/qqptQOwgRtP2IsG9SjSlGCOnQ
XTfloW1aMdJKt1lF24eU+BkAB/jtRQndY+NhGrZag1cu1n+wz4IYxryMoEqAhIVpzNEytjvFP03V
1n26Yncd+CwFQYjc92Pi9XY4sHtyZlSaN0KOle2iM0y04IpMOxD9oeFFhWx+MuXX6xZfebHoFBKd
PbeNV+Il0RrDqWciIp0VDvVnq2TxAtDX9VnWfv7ZZh8C+6BD6sH2kHjwuf+5531kddXL9aH/gPcu
PBp0AmZqy7HhM0CNkIfnDgQBiQlR7tyJp6734lkRdLDW0o9Hr0augNYgGTSB4IqLrOUxyu3kGGRo
57agAhUbQ5DuGrylEqNr+s/ohO1ChW6zCCzrbgTxXvrourMoQgjGk3DIm2qflozCU5Lx0edNcLDs
Nt/5VebEZRUgksjJz+vfubaBtaNhcvSfMw/Xmev6VVQztpeSfnFReYpsPO9vWyidq8gXTluenepJ
pJ/RaAprbnHu/KkkXFgnnQvCL2wjWMBLehq7kP0qMujVRsV//XtuheVj8W6LKK3CLWaUlQ2nMz0g
ky4g8oTJOghSVORzumyUklaWQed54ABd9UqU2G38hNpn2LlVmBplWE1DfH2hV972OrU/FdzgyrLL
xO+zX/0A2hiVfQLPD4/y3txlWXHXt8aDKNONA7RmqvPfP5zNrhydQeQ4m8787rR3Z5Wa6x+y4hD1
TgQx250aXfishjbBDoidIWzsfrqroFG7McXaalh///Z2LLvWYbRIqnI5DW61JLKd+t8uSMwekNFv
NpZkzUTapZcObDGpNwn0nQB3NQR33Ok/XTfSyhfodDV1cBbp5r1MXFrbYRn0n/um/yIXEExPzd31
OVZ+vs5Y05UUqGyaAnPl8me3T3+AK23jOPzpYblwql3NNHOPa3Xw2iGZaDBHAA07O7TkGpHrj4MT
gkauBHCYpyICslDt5CL8/Zxziga3tJh2FRvZgfe9evWcvr73eU4gINnSULDchADIkL1UIDV8NV3L
BVs8Og5glXav5pnGKFaChkFY2T4P8u41K1V/sgHaB9yvo5xFbCL1b0fV1uel7YY9GMr8IRxQy36q
01nsBjVZuwCXR+TikWdVX03fSKvDUHp+DGoV83FQpLtroDu0d2q7eCF9Zv6uskx+HQs5PFkY49A3
4ApWgUWPiFvQcMBt94n1LcoX0DPYxBaeg9kLJnY0z9+g04xbQK4nuevJA7Bm8hUiiXPsOHiZgmKi
DLtReiK0gh5a9te3zMq21DtXlJF5VhrgqT11Y3FWxUNduLu3lulHprbkN1e2pd62MvRD0Q0CIdlM
+M+csP+hHXLrtlkJa/RuFdzOsyeapUzaeVJRZYgv9VIkrPa/jEo+2P1w44WpE4KYLDAqv0czrDNl
8YickKDmbTGfzvkhGwYqvxzAi3JsY0nezfTn9cVduWH0ftAzV+8CzUOZVN5M/yvtPt8PuQtm6qX0
nxtl51HHZwOidB6LFbTb9tenXbkP9F7RwcktryjxpDIaa4c2kX3mW2E29htbdi3A0JuHBlBvebmJ
8lMqB5FFDcjRdn3l0YfJCfhRprWIG5Pk+4yq+hHa0f5T7ZEUIt559TKzJnsEOXv6ev1bLzeXEjDF
/H0z8bID9ZXro95uq3Y3VKR4ACFAEznolj3OtePFBrzxrgE/ya4p7XI35gY5uiOwSzZR3fdMAMBT
jWmxcc+sOBG9/l92kizoC5RJV6g+dCSyFJ5nHW2IA0eE9UWkaPt1EP2vje//s6oXvJbea1O1VkZA
rHmuRHUsQROce79QW5Uhbdvlm4lGwrsW8JWvZjPkr5Plez9o6aP9yJ7Bjx2P6AWA5nYFWky7tP2d
ncsmMVPV3qGTK31SQWHGpmn7+3Is2x8W84cH2jB/ly+OO4ae6bCnlIBozLCC6qccJPR24bjy+8IF
+ieTC3/icjbunZaRvWH407OphP8819DpnMBZdADV6tyjimPQ2AWX8jugt92zbHJ317difEu9PH9l
/pj/IlPFHupuoFHWt+Yhn5esDUtS8nvQiC6fnaYG7ky1zasnUSfOsCv+o8JClyHrSPEJZY4pGqtl
AokPlEtI6dtPcsntkCNXFuL1zR9dlXkRUxkUaxuFVFpdoxEe2ec8UqJ5bAdvesvrkexG0/PfB6dG
3cMRci/AiB0rOXiHoWJt7LdEflty1w3LkpLIbU03mgdfnLiJLl28AmXU5yAEJ2hYCA3weD+MzDf+
81PXOjDPS2NDePJ+NN00rEbYvqpb98gYNSOwU/kHQ2bGT7N3WRS4bhZb3Ckl4ntmvVHVG/ux4s2r
D9rQcHZNFmUegD/Y+NYxM0kWyQJEISC8YK+qWMqdN1bzMzKCDrBBpH4ubIi782AQB1vYIu5GM911
TYasOJjlWGgbqRuV87AktR387pphPKRp0cae13T3tQjGgz/4YFrtRPltyVT2q6ysNqz4CGYPpoot
6paVu0wHCI+2bXdtEyBNx8z83nJb+8FNb9LBI0THZhF0ZVidwtMvsMQTXrVB2NT53q5vQ9NiAutv
ZwWJvb4dqgndkDWk7J+Y+I/OGwHiSiCho7LM2rOFnGuZ8EXEbuAD535m+avjcYsab830WnjUzp4D
amd4NshqAhmU8+AOJ8rd8Jsrl9Y/sKwce6tB9JUo14yp40IoGK0qk7uRZrx4FVvWPxwj5QwOFsil
JCiGeqE9BQOKAnzZLejgjPPGObBGdTtwvAax7Ka36875osUw6XmtPrz4WhtqCyNFJxFU7L/3VfaL
IFtyfeiL5sLQ579/GBrDispZTAuMDeKnaaHTHeQK1bOnEC1fn2Htx5///mEGtCH7TZkzK2FBPYbK
8J9me/lyfeyLUSN+vXZp12QhKM1QkozGEHkOj8eiz9B5DqG70eue8H+er0+0ZibtwGWktbMKk+GG
ITl8VVCEpVeN6JPtb3qz4lu0h5kEIJgSCDEl0s1f/Tndd+l0o5m0ExfMuUxdskzgbPu1TG1YTO/U
EJHqHzJ0YN9kIf3cNRK0G9ABIYlvuxIw8aaPhr7C9Z9DsP36FBddk2XpIZFvgJEpQESIYrrnHylK
cyK201IciajnUyD68jZpMjSW/r1ne7MVpkHByVBNqf82+io7pE6fntBsm329/jGX5VTwNdqhdq2q
keWMh1o+mtmdSQCmr5gzfC2yYobSSBNE5tRZd0XnZHdTwaoIhG/VxktlzZLaqYfmca4A7IWsCnok
CjyClt4tEQWxT7kgGxXalbOpw9ChyGDNVpeTJPBd79CJdN6By4TF6LRErgQYjq8Ehcf/Nqx5Poj/
RK+wpuYJMhM5YTAqgxyCju5nvLub00IA40Dhsj+BA3J+JZ33PgcdBKWHGUCUUvlQxymLwH8pmUCH
/PUfsuIoTM1R0LLIDL7QNnGNITYDI0bCN0Jn+fXR12yq+YhCyqpryQANcvu3YSAIQ4nRkm2ovB92
utUdu3LFmZq3KLk0oX+cQjaq5s9BWxh3UICMLDDCuWj/r7ry4OTD+1Sl9QY54GWb/YPM5F4/t9Ba
JgmFV9rxmqbhkLYVYmqlbpxCqztWY0WrwEXQSecjr18GaHpnn29Zk38wmkutXH9pjCkZlLfzi3GP
gA9sQOJH79U7gE62QM+Xz+w/YE3iTtQpVW4mfX3KRRXO/XQw5zru5m/XP2RtGc5//3BRe6Y1Y+9m
JuSHjM9myuLKKN/70tvYu5ef+yCY0wKBrJCOQZcFmhJIXsTQioI+feV7USfTOazMsonMrCqghGbZ
90ikoJBRei7eU1Da60PIcosDeuGcGzeE5i/GeXRQnSFF4heyC3uv3dlcQFNcNDfduf8CO2er8gyE
uQkvhwiEXjvh9Pve8t5UVT+ORr+VRTlb71/HR3RhNGnXZVa7KRzOUKOf3S5jyScWX98Sa3tOcwXj
oAR1jXSBzm8W9YB6O01/BJ8IWBNvojS2iI7tDIoMKEBhLklfFrGiuB/4Vkhy2VsSHdzZglnap3lh
JiNEJl1OQjm84tbdTT0Nc76xrVdOjY7sdFoDZUrkQEDc0kajvU/BN2Zv7dKVVjU0yv99JnMbtMVO
CwF4smTdSVEQLEWs7Yws8oY8SAw153vkxP2dgXzgoUYyJQ4oJDxH6RuglnFveyb8A/RESszNhpqZ
iWjeAruMOnIwvJsAENgCmmMwHYMzLhCN9Hjec1KGxPnibnUZrW0C7aCDbmwBkUCNXz4Wy85tPFAO
qYqGZe12kQLf/Yl505ac48p50TPk4zwI0H+zOaG+U4Zjj8RQfdawkQxM13yuN4KMlTOvJ8uDPC9a
IVMPYoiDGabKYShqOBtx29qG1iKYjvNS5qOLq5IUiNPepYccVHdbZE10vGRP0ZPvUAQXKJnuoBp9
UMq6q6YtmXX/7JkuuEO9P15mRTO70gOvg+8a/42dSkt0wyEWjcD7OO9aZ5y/uxOYJvf9gtQyoxV1
YsvJGPK+EzSCbdV5NHQlc/cjSdWpkR7fEcPO7chPwR/uVMscTtyoVUTHxgGma1BZxAEkeQAvIIsl
K8UdkqPqOOeFt698h9yzVs0/lLWk36Acunz26wZI5gBqqEOJKCczxuDIOKUhodYUS78Hzy9xxPy1
BvdMOMNgxwXMWNFSNW0eFbmvvgxL0CLvpqyfoqYcFcimOc2GaD6BMmGJ2mlhd6i2TTQc7KG7y5DX
3g31Qh8Gny+x5QXGkfiG64deVQI50Ph+pMx8DEvgEvbj5PJ+57LCBkEWwPa9YHAoXcqaU1NM9o+l
UH4Wl+VYKFBoDluFyZWj8w8GdaqzRsxySRYFAlQ01wMDXoA2YSk4j4a2f7l+o60cHV0Nr5tJR9zG
nZLey1nUDtCiLathg+5w7RvOPuhDBFUx1QouMXgxwC1X32f2y89AIgds+22/XrsO8EDjoDRGpIxa
6CvNpuYZOfQtqpc102humNmuT8YFjUayGJCUbq0magyQatz20zU/zAWg0Q6SD4mbdm4IwP03dL7d
XR/7ch8CknKaz/JMO2vKHtIrae4jNZN3ankGs9fyRpwUrsttFiOq24q+oDTh7jyzn44m5fWxA+AU
mJnOB6HmIBH+5dx+6K3JDsXY1U/SgNTfQEp6BFOd9UDRIn8HDkIrzgPXAXw2rY0Np7tyS/naw24G
qbfXlZ5Kyh7liEF4XzMi75cSgFvfb059hlLJdVutuPc/jvPDHvVd1zUnKN0mZoAP5oF8LAI6R8iZ
xTdNoGNHmQpGo53mOSmzAaQoBDRAXZd67xxZ8a1M0MpH6EVcioJkhic+CB9Ui1jnrTSDQ9DOG1t1
bfTz3z+YSDQ05xO856nDxYo697E1ISHu3Wgf7SlqBG4/GiM4co3mi2P3cTf9KBXdiAxWPJCOgs2E
JUQ3jOmJWTKa3CzM3McB6WnL2Io9VoyjN8sEVlrbC4UWvXKGEIy88Zh+Gs0tDPja6JrpfUiXlcM8
0pODm9Ht0Af3aI7/u21jav5NjDapBEUW1G2GfenaM7gXhIwsxz9en2DN+JqLK4hn16CXJgmoT0Mw
rZ6yMo3MiqNKfLg+w5p5ND+XVV3aL/kM/z9+J803wznhFGxsnbWxNRdEZM58OFLklnxxbMCEGPql
3LWjufVSXTOP9piUMzAwtCRO4vtUHXJJ+j3exjVotxtAcUB2ssErsPIhOnJ4nCeOiGckyVC/++b/
XPM0o/Xh+gKs+GkdM9wiqkI2E1FKlbPvrm8lwrHu2hY5RCRmmNii8Fj7BC2Q8PAkbvNmWRJigfKn
DUj2VaHH9VBVtdxCDJ39zYVIWQcSLyMRXtPjYYS75Qj4fIIklhUu6ky/BiZV2hrfDTVtrMlKtpvo
lMq9RXjuUdImpkH87zOu4QCU6YqzHQn69omBNzAiA5MRiId2ThkUO1dNW7frys77Bz9jQiahQIh9
Mh0z/eTRbDm1fgq1TSAAjpSP6YZrP3uSCybV1TqG0m9a81zaNpAGDlub/CxmfyPGWdkSOj4FGxoU
9SZIchxBDrLO83BmxTne2dJ+WzGSDstu57rKUJyfErE8FPKXMfShOT8WabdhnLXxNe9og1o1tblD
knYYvntDVT02VWnsXLDX/S9vgq0bcMVOOnaSmKQd8wn5sLIri11Zz/1paFo3cQDI3V13AmtTaJ5S
9C20DAx8iRC/AI2MgZwJWZ5vjL5mJ81N1rmsM1NUiD7a/JQO/lcxZvustvMd5GbMDT+28gk6bBxv
t7p2OuqfOj8NR/KkgPUV/lZ4tnIOdOT4UrrMw/s7OHHgOInDXoK5/nnd9peLE0THiau8dxgks+lJ
MKdF7wOzjqKCYknmBy+ApvnfS8aqOwL8yr4QoGy/Puuauc5r9SEiNIyJSDHK4FSO/NHi7TfoIT6Z
fft6ffiVJdcR5Crrsxq3+pIoL6YlezGq5n3kvAi3+oTXfv95oT78/rrry1p4xEqQUZ/jSYIs0IKu
QOTKxbjteOtgwRqaVEGZtRQy88OdZ4jfqqXR7AcHswa15nU7rXyGDhi0TAO9xuCvTurKJYcqhX5c
Xk59nFXZ1tleWQodBRf408JNi6UnAb31dK5AqwT5NmQO5Sw2vmIlhrC1Ay7aBj0uQC2cauLsjAW4
OO8+XT6Xg0BR8stNltJZoeeyb3JlYY5gkbuqNu/qrHyuR7pxna98gk4FTcHIIARt58TkjfnJLKHp
BSn6/FNfqSIKnKU9AmRbfL3+LSuBik4KXZh06NoaLS4MnOUWtaPcA+w4bZZv3qCCiCv3txRbahhr
X6ad9GXiJdo0jTIJ8jpNQHm9hL0y5p3JJt6FGWRqXkvwqd34WNY5oCvJy8IVHPFkbVdRTqxHKOG8
Orb96brtLsddxNWN11DDNocGTH8NK8Bxjgw71MynzN+xBoVxI8d/WRy80zGH8NUvz/URWPgL9zYc
58XjhOk1czaschuDddkJNzBahVE/ApaBhMoto+sfeNElYILz3z94Ngog3KgCLzuh2+Mwdj2Pm9x/
deZhq/JxcUNgAs11BmMBgKpl8BNKu+6+nVz1Jhc3v3MH1vQhn22QuzslXzacw3nYf0JITKdFSSAJ
yVPaDtkJieUn8CUfOc1uyTFhaOtvU6UeGVzOIelXOvn4lIGoO019c39G7YDxfIoA+LsNOe7qqmyQ
WLOtAWLIJ4nG5KZ/t0r3bkm3roHLVTF8ieZBlQxGiy3Y1At6WuWyvMraoKfS9x4ak/82Ubf4P2dn
tiQnznXtKyJCCIHgFEhyqHlwDT4hXGVbgBgEAglx9f+q96i//F2uCB91tNudmQya9l7rWXWDqVtW
9ju8ixN6MJgwuvIrK/n/Xq4/PKRzJnZZVSWrJsgvNQNXUz0EqK5MbDl47KcHg4n0+5QNP2KLdKJw
rk+G9PsWx6qt969JB3FAENwuocHZ2l0i4rgI+HDVTOq62roHfzmYZHvhNf0nK3d4zoZupdcjSt2v
T5GcfsOKjlj78e3vY++TwX2uhfQrZBvEgI6fyhgxL3Vy2RGdd3P0DIfq7u9f8cnoO1c+wlsHIfSI
J829tpDyScXLEUJmUt4S/o9D7lwCqT34DgX09Sd/Q+A7wjpq9VWQ1581D354LjNWBtJKf4pxiyaa
xRFUtDGmqY7myn8tA/m9mx/h60j7VWWzW3YeWy6iVn4xN372fM7mEkfaOJ5dI0+ywoo89RsS/SDW
LpRYh1NZ9+MXD+mTOetcjTy6EmY7qsUJiLVb0HROpgLS5+8vwJ/nd3ZOQEu8amZTEsgT3yqdQtkO
FBC+MNV8/reQa3ZOQRNor1d92LQn3VEFdvD6JgwgKLHe//0SfPq/7tKfJoyzEyP3p0HqcAtOvfOr
giza3cyxUAdEaustHXUDmwUJZfeuYj1OB8z75riUG3kCDsdMp8QLRp7OSCx/CrnXH9Bk9kBUn6qH
dvZ4utKY3oSeXyOBvSmfAH9vcauCJrzUgsrj1EflxdKT6ikMWzRClmmIL5EqilBiUPXl81qNW5B5
Vcv3E6qX8LGSXu1YoiqklUjKM8UWleS6rxNYfitKslYSPwdNHXpLhN22d73iuhgnGmSzF6KrEpZt
CpmaOJQEnfYEO6cCIuMaiGJgq+G2cKEoTB/Mhz7yyNHzl/aAxZHlIux1ahGhjenUTUE2aNeeesXC
B4oMhb32nC56V8YnZxGXs0aUX6hu8Z6pI3Laz/6s3mfHvANQiON7gr54jnwrDRvuqHcCMoM1m0Oc
dylrgEc2ofRyFJ9KpD5H3GZjP/Apa5u6+tlbeOnSCGkqddrVhD0Mozci6HgV6SLmKXcC+ccJg5tY
0xAxR7hfSL1n8fLTstr/sYhl7rIQXedHxIYphAu7X6BkJXjGoODfL1ZbSCGVYqmKgqqAZ6zZyRaJ
CmGSuDc91SisKwsPB1Vkfi9XYZ6TZnXfYZL0H3o4k+5ZOPRF6Qv+ssIe1+acNKAYuy3eK7CX36Pa
UeRV9TPihwZnx5tkHJ3MREvsDsL7NUcYpARxbLHJzSbHJGvR6c3IQmFu2VbiXSNXzQ8yg5cGAK8P
g2U7wExZizb6FgYapo7AtUffrfZH66v4Mmmpe0IU4rjzXWJ+eXWV7IYoMjmDkjBvOba0QTlxGN9D
G6eA4NqnmSfRBZ4Lu4crJFFpuSYOWMYp3DIkZvccWtgmOPmTFEfc+3Dv9zS5H/Ua/YbdB1Yb1lYf
AsGof9/WwLvVCfHeWrIkt14yd7jU0RPfEYfW7XXJ4J+Kvc73gcfVU94vtv6hdIUupFAxe4N9frZF
Mmv/yqFJLtOubRKeAwjWwyMUwyK6rwECyjwZuCWdaG2ONuzj+7m0If7nMM6WfkYrh3vqw8laqjkF
TUDtGXN15ndgcVVcjqkgEYRNc+yDvja2JT605OUOzWJ4nDo6PXRJzC+FbJHWAsyWxqCLpL9LcOJt
U6M9/dzJefkdTmjUI8xJNTlw9jFoeBT8bn9s27RHskFRNcydOMeoq4U1kDr6r43u0ck0nTnQsLcv
ggoNTRpbbpFYNRayUd2tZliVSI9FYvVHoNPjrSzGJFxPoNZEV9QkwYmPDC4kE0QFyN3LNYgi6xEc
CvigPtKVj+1s/J1PW/U2YMeVtnQw94b3KLF6XZf6sjFX+KXxKzZtQ1E7pq8rMYId3cdDxpYKvDiT
xwFmuoUNJ3+YPYPEsGTeS1XLPZuDZc4qvSIbPjA2uVJTW+b4yeGzIf7DqAS0y2UDDnoSJIU3wXm1
BFtzlchK9Jm2wXI9zcrbkcYuOzMQh4G4TuXBb2BYBtLRgCLbN4vckbGOjrGU9LCoavgN8iN71kJt
B8RatjbVBg5kRFrM4C03HFCERoXfdBx1hwi0jDCFG27ZUzlux8Ut3SVNDN3zcGx22K+Oedjy6ojD
kM2jcGbPK0yimW8rntVV6bGUJ5BmWISNFuPs9aeY2+UyYI48urDxDrBwRa+tsv2YcmwjUky9ch83
0M/Anyh5oaQmcNHFdWqVh4i3Sa1FsHj0afMUvzVJxX6wiXdNAZutRGEjMfp1bfzorg/95tYbdb9H
EGj5DA+rey49x7PJNgAGRhrTZ0Day80mQMiwVh7ixYliFkTtSl/DfsoHGK6Jq18ijPsrRDLyXEdc
XW5JT9ABAziqjxi9qXjXYvX4sG6PyKifu4hcTqPHr6kyAPgmifTvZsLEYQby9Dqu+QrC/DYdPSRo
5ZvlLzOscz+g7tY2NVMMUZKvgvkB6WS2QSbyOuWR8foox6WxXGo7HBvD3B386wxPM1iKiTP42fuy
zpGmaZ6EYd39KLr6ztMrYueSAGgs5ftIC50lnofpeno96rq8V7Kb3pE1Nxqkbtb60HI3vvVg6l8Z
O4kj7XBkjgJrodAHWP/QokIVIRuYCGDs+HDNhyH8zmgTXvi4fW+dkPXJMxZvUrB6mKhC/xivYbcj
gnRFBBsq3n8ODuLclIhEgWQe5r9mKLAJLn+um5nYAbur5U6XcXJZYqf9A03f7tDKheIQr2v/F52m
7tG0obiGR3+8gag3+O6AGH32IIZ81OUQQgK5wIWV+dHi78L5A7MCZip54jUf04ihxDJ6W/LcIkF9
y2tSWZvXI28gQwiQMtJKeVWGFYTOVoRHSF3ojsAbe1wQ5AuJ+Dh/X1uPFZgk1x0FliYNBXJ9m6Hv
snGcVN4TVOuwdo9vC9bIXM9uRvY4IuTSCVqj/UoljFXlWF6NbAMOsvHHn3GyecW8BvV+mxNQWDnG
kxmH6pX7pMo1bJbfqh6cstWUCtl+pL52qOTAA8nIhWvss4jW5W0OkDZjeGt++mYb56LSoUR0UUde
7DTqK7ZgHvKJ2by0DZDRl/WybkRWwsnyfaB9cFgr2kGPNPjb5eoEcCgJnJgdgoIv540mN5CYEwyE
aRxSJC3QrFwSHydPlOLSDoDJOxYjbRdVnnknK9n8DqIlvOhMa64nXo/XiD4IkHr4EXjoEbCEj1LJ
UObJGsfuuqv1tu/CmiHXLZpu4zCQBalZuEMNlx9BmG8fGfSZB8lK1x8469c7FHKCgoJtsMM+S2Lr
hEIPUHM0Jz5gxakvYLFONXZeSaoDjrsWghF7ImUCK21dNnd1tME1aoamHTI78uRqhPjrwUbwtQUB
Uiv5NHsHHFVwCpNb1+WaQViVgdtPt3wOrXoxTPYklZoPmADMmNz0M8UkCKLnkoWqqpJUDjX5vnTJ
8q30Vz8zyTTcoMzG4PrWoSfSpK6k2sWljxyhWQMLs3QNwTmebsuHG1VGxzDuvINiVeYtdYZFleab
D+OwBZEqG5Qd98B6Jm2GgMSwz+e+HdYCW6PwzZvW8fuwgTKpkGonU9gdZZxqEBxv6xiNHEOi8E6M
UfJjHZP211pWfV5hAawQNuxvBUBg7mXRiUOG6lyr54QThjkXGVUL4L1dgAQVtoQ3fUwTkoUQ1r30
jY0fFkLYKfbD4F5ojSBZEWm6M8JUOUZbdNPGPL6anLB97hptbrBi+dhGWU6uGbS+886OjcHtmJIC
pgxzG7eb+sUW0qPQ4Sv/F2Ito2tXmgH2WpQsLwMasY/nEsgGUkUrngwLyF5tvjoF2yyfE1L1F5Do
NLmsYugOO1md4lHNXZpAe/SxSUa7APvn8KAZXO4pR3zlkA/C92+8AA2LNGnRtBu8WCQ75uFIi3BC
XQF0hHoNFpPA2w8TgLoWcNs5leg77OopZt9mvCaA/p+gBSAHLHXJSzzj9cCKLFmxNN3yvR2jNQP8
I9hPpu0REDpO78iKIf1ujiUAB6rcMmRibm/1ppUA0t8OWP+VlzwmRnKXMmn719rzojJ1ztCrSYbt
1Ry65lvbR25XhT69B7miPUm0RZZ8a0yEpNLAhyqtqdZf0NI31wGSrHdqWg9BWO1hkbawIWztDVYp
jYiQwTWZSyK5a2ZIIQfn+XctXVaQCeBwSBekmOzQX15O1HB9kTg+7xYUFvd8w/6jHhMC+Z4uc7Y6
eMvM4m7bWJLbmjFzbBMr8mmBP6LvpvjmYw69WpxGjdFTdb4iP+RyaEPkuLS+6C78WeJx9TyI9g47
KInhtvALAjwQ9JvQfG5sXX6DeUUvXNd3ey6Uewf9UZw43ocDNHO0qNukhwFK2QMcJ+3FrOOk4LqB
ZcHzXd5sW/SjFoTfaZzzkOkrESkpklJliNhZdus6Y0Ai9nOkEK+G85I1jiBTPpDwaaxiGG45G7pf
02BwvOilcLBmmrFoo2DMyql2Ivf6Sr8xC3f4xpWtc9YGfQ7Kpv7WNy0w2ComYybkhEHKxLY+Mddt
hezq5L1f4o8TI1PyvglJfx0OXTle1puJDzTZ1N0Kcc9hmud5P24Mm6M2XrtxX1rSQp7jAVsDIPyy
U6PeDowY4XKyihkiQaTdTCDfvGFGmPcx9BdPwps8XJisfnkqdFm0kA80RI19/FL2lbdbQ+J+DUqw
O9b1bbO3LvKxiV6xuchGOXWXpROxSLe66y5xkT6id6IQQ7NtG46hj5CzySBKLUbC0HHG8M98RvTB
NG2Y0WUGIca2jTs5zIbHANChOYVVUFzXJZ3yDo9+QHhhM2I31Iwyb5J2fCQNQRbs6Op7yX3+gyPd
DFmzBOF2+MH3UVjTn1MSuvu5JeIwLEF1YaaKF2tM/esEDDasvt5cIJ2jXnJNaxRFFP74CYwdbJF5
u9x6m/BekcIgforBbx6555kSOkVW4i8O1mSTQ6jtDpNzEOSa18OY10EXqQzKYe9tpmTCdtf1JYLc
OPAHA6Jj8MImweZnXtB95Bsl6/ZdQj4Psl2j6p0fhcEFYD0Gp5yZBFhQ6jmaUzNGc+FTtRxR1ySp
qsHsKJMBQbV+2R0NTlx1ChuRoymZsCXbLIngjujE1cjb4C1YEceTKtv1F50LoHSqcZQXEInlKIv7
FwGGelGBFPOiB8b2veUWMZFLxS/mJd5ygcJngCJH0I2ZBBDpBjHO+hb/Wd4GA9cKMOtGVqlkkfpR
bwEiWtoIQ2Vi3SmkUuyiWeP8H64taDHOuUMP7tmuokv4jkJBcFID8ueKJpimfIIe67Kjc7krgXvJ
yxV1mrJLItQd1sgU2KrEPLM+Zb98eECy1tC+CFbX3/Z8ocVmO/nSWV9c2hibNxKJ9inqcfhXyyLe
BrD+d6BtQB5urTspHDbXlCGiNtex771stgqzEvWhvBSIHVtq1o7pSJj9xainCqRFmTD1kuEZrFNy
MvDnrmlIG3ExLgD+swmcYtNx9xxrlOuyCt7512aY5hcAH1ae4oQTXqlo7nMSkB4rOio3wEaEJwLt
5aVn2wjVJVZmyL0nxZIkw1vfeXZAiaZbt5TTuXmKgtntqO2mlFXRnEFPv+Y4Vw85JB/YVApt0VSN
hLfsN8iJrvtVYlYX2HitdutxF4fhtPh8eAB0SL4ucCsMqdkWgdkbbVnkOsP4FKjwoueSZg1dm1ey
8rVYBz09sy12F2JF7xZnfHUb4WO+e8L6z1vIo8OcSHrpexVqPnCvBUnqWR4UWsT1DpYNiFY3wpvb
j0LHBXJ0P94kJM5jc2pUna3Irtk7ROs+hJC5PrCYkFzYaTv2o+sOAqfA/Th3XYaRIvNgpfVNaVWZ
WZBFbuDCxoqjLCmmZGyv4dtBOtMaJcPBbo3+Hjjb3nxs8nI/KhEZtsGw/VOHKr5CHipJQ8dwbIQW
Z0eDVeXVjI2WDz4iTnUtxY3D0u/rZtp7zUDyTeINUTBFFDxALS3tRzLsaD1UD7zCEqMUWj8RrjDD
cabfgf7u587rky3r+zK82JLSFCYqo12MFaiY7AKQ2AJj1jwpexW0NKx2MurIt3KOsONaBfD10wev
EZSvYOfKNTp6G54KXxbvnmC/M+TaztU1Xo2BZKPq+gd4GQEDSGzo3dPV6htEkLoMmO7l21JLby/l
3F9OpFsKRWsFQgvOWylJWHgSbhEkHWS1fu+xDc4AcewbdJOwFd5MKa4d1vkXX/vm5wCI2kO/dirv
8GgzpC/3xyrCyE+bEvhPDH+NwLgKa6kE+Z7NdxL5X9cYwdsFT0Zd+FE9XkHHFRyZFLboTVgedGO9
48fZ8BpGaZSIzBqHmGIG7LiAZtk05OpuyGgUbXumKrEjWnuoqbXJ7RxMnKdhPdp8jnz2zqII6MaN
RMmjrZtoBwkI9nl67m8RRxpdtcQDZimZOJjWevZQlsaOCUNvuhJVObQ5Cf0pr+JGHU0blHehkTUY
Drg3RRArXFVMe3Jw3sYo6D+Y8RYD3nnUGL4D1KXaq6FR6HmExuWSfOwYYqW+B0kb7BhL9AJinNKX
UWn8oxvbcddg7/bSRJ66AhAUp4EyKO+nVtePvl2WK8UpOZjNVLi94bbh7KVRKi5d1O7B4IiPUSjU
MVGOFDAYhWmHSfBSJ7NFcLyc3lC6nrNY8ypVKxlOIIxFW7Z2/YCaSb8yBcYOd2rvlI+g0kmN+zmh
zWkpIzN+8J+GV8zz4023GXYEBmm5QLcUyP26Zddk3LobFIzKZ0lmdRXFTORikjT3wTbNgRozWPoQ
/IVA0GUvyz58jmyFg3nvNwuSuti2j1ng/aaOk531Avx7x438hUWthrCdtC36vx80021c7+awnZ+o
DeeUWbzurrXDlZNC7GuU6YoRfzkvFQsKx1C2DkP4Qspk+pHgMPBQc81zzFMcyLuyLuJYeFcx2AOX
AYxF+chE/exVkXpEVYddqgmBVhhWHZCo69CshU1gKOVS9kEeYk6/Yk2CUmFENrJH/aGNEcrq0XfI
yRbMkoliN6GB1v8WwoxlyQhEDfdjHJSP5SjMzYrgi0fEwbTi2AJlGxUBDDMvzYxlOwsQxIDTpi3H
90XO+hb5hhPJAoTNyXRF+fyRCEsfF9SpSZpM4HlSHG09hMVWwVOS1GbF8Zo8lRsiLKVCQCFSVx8i
UgJ0rjQqc2zzIhRra1/vvZWWO0Wwzck7NtmTt9GxgjlsJWAMdbFNQe1FSvsIHRbCG/TD2rarSrtR
9j+aVWjoGKIouIsRfnGYBRKd7eStpxKT4a+1GuT3sFUrtsm9/rb2m+Y7TMjLa4126SFphIHINtq+
al591iA9a4XPihpEOPaQJzj10MEZg3aLfEU/hqRVr7BjD/2Xv7ex/qi888NzwAeSUsi89p537KpE
X4GoUGF7vra3iVcv97S07d3gIUYXiDp5GYVd8oWonn9yhefUD2fCCa0z0Z0asBzyZZNBFgRyzTe1
fjCBlxbs+qFFfN9qJrBf6FAXkws9MH8o3S89EJRQ+Ld7Csb7EbXGqkkdOCJ7gaPh49L747Xze/06
RJDDrfXk7amWvxeaUGzOEDczRDG/GPv5CLq4LjMsOagt9KBd349Jg9qcWJr2Z8tnFCNkXa7p2NQb
Xgo9rLtSVKjDy2BEgRIbP/8K9StYQGucrmuUOGrvtyc78Vtiz3MrGh0X3lhODLE5wqJgY8YNCw9K
SMaSahd16CgNGgc7bFLiS1MH7Kpd6C86BOY+NDbGOANg1igt02miwxPEo6BlVmX0Qhu/+zYMK7pN
DIcbLzHdPlhQtjCt2q6JD8Uv1Z7dV8MEwyCIAkhtg7UxW3sURJk0rzj/lekY0xBZ3PSrVKLPnurH
n/9Ht7NUArmmdYX2Hhu8o4n9Kq8HrJUrIWZHk97P0Xjpi7+/uv9j6Pyh/3rOWnGeBlyuRos3CDRl
GU4P+ue0IjhxLivg3uz4086o9aYb0lYvymTEZsSgCPOwIN7j4Yvf8DEi//QbzpRKzSZLzJW0PS0S
j5pFSM0cpuMgpwNaXTjUcTirF7trQYsLdPSFDvCT1vw5hEXHbSfKcG1O0F5Pz2RDq0YOAfvivn4i
MDiHrtjQR0eEkerUgnh6sZk5LGKS2BuGDjIaaKDIfqEC+J/e4/+/eew8SWyLmCgVikAn5FLg8CKm
D0FDEoMKDiqGuR8k3h8Pq0G2YVEH1nMNrxCZ9o5HOZF0E358GMChe25ks9xWlWGoRfF/vcdnuqpK
ww0M3dZworp8QQW6e4YFwP7jAzxTDgCMErqwjnBO2RCX7Nsxuie0W76QhH32epytHpA3DsCxD+LU
gIhNaZyN4qs8hk8f2cc68p8RPvkcFmczD6fYm6OXeDXxPcEgeEP6gwVRzouegmAdsZGt/YNFEHjK
DfpMCQ6Jed1Qh81wO98O1Kv30drER+5V6ovQgj/PPSz5EJr+55ct2EsCQLkMJ4VGQFZN9XM9NwlC
QIBQXxnJhDHN/u+j/s83mJ0zT2YgZwSMp7jBSZnWI7bw/8YYZMmZuMeA/dpOFlVMHUvAYBAm82OL
kY+7tf1XjpDPfvzZix2jBeai1URHrEC3PcxmQm5fCIg/++iz15o2bRKBfzWc1jmEiBIOwue/3/DP
nu3ZG73g7FmJFogcvRn7TqOKwZ7VMmST+ShDVwGIQhJ6lNe/f9sn6qRzeAmYPLykNZRPGw4dnrlm
+MeWfEFi/ETmyM75JTOWcOyZJ3WyvQfOE7jVF1ZWJi5cT6I9ei91cESpTyCbCDv65oDtRXlRoxtD
jwE6Q0vaBI39Ygb+owjbRwvw/44Z9AE63UPgfyKo7GccBep5he+2W/aGR8chrooVk/4XX/bJQ4w/
/vw/A5RHtVFh1PQnQcbD4vn3ZazAX2i3n2EMZSz649nfn9+fFzB04P7vF2mnqA/qvDi50p3IIPak
6ZE+8EarL97zz77gbNH3FHIp26kUp65rIITo57V8VnSN9/UGfIsPpIrd/f1SPnsVP0baf+7ZNlR8
RNtfnGh/K0D+NjprO/7Fffrjh1NynmZCZ5sQC7nByVKWw5MEHZvYlWXzxZv+x7uEjz97DHwaXWIV
UBQr0S+zFxW87i8XLR6C+CsA2B9PL/iKswcRNeEgYoi/TgZ5OHsTyP1I62OkOmCNWJ/7Hp8gnlnR
D/4qf+uze3b2QKpJtU1gg/IEavaV36xoh1W7ZiL/snTjgs4HpCfrOpoQszmhvaQ37xWHhX+Z1fDR
Z/M+k9Nm9OInpzh+dhOOIbEB8nr/D+8pPvxs5oe6DClcnMSnrm4LtEpeg1EUsam/4rv/WXKLLzhb
AWIECoRw48YnHLcoxEW8udFIFstZ6RsECA3kpkQXZcfKYYEOQ0EQpjtvHw0EG/GPSJktWkn+T9d6
7rID1L7hqKjAhTNWed8rKM4qd913nfvHLzjbyXQaKmjIYPjJjK5BSd+VGQu7R03UF2/ZJ8Pm3G5n
IU0Enq+G3Y5VCISDYCSbLb0ehrKA8/nOAXqeud499H3y8+/37M+OFUrOA1sWsJh9mNw/np9fFvWs
d2oIimqM3huG6ucWNE8L8quGun5ch3+LQMS3ns0PpU+Q2+ZX0QmSCA86Y7seTT21u79f1B8XNHz6
+VwAClAsOrRx5xIVPa96giLqxW/IHuoHSLZW91WEyycz6XmEiw78ASF9Laa5sPxdkvJ74roboJYu
4AP6ChTw2cWcTQ9ytjwe+kRdBJEEi77h7p3Gfpd5zPnfwUQxV3Lopue/3zn/fwiU/+/oh3t3NmE0
I+EIMLTiooJS/41bMdUHhfJbmFkhq+XYQPqXWRYo74QEE/YtiDr97CkIkgDIqS/D2u/uIWxtGmDk
bfvAkg5xX3Y19QGtRfuWNHHzjB5HrFCZAd01Nsg18auOQdTgjzSf0e696+NEZx7Ssa/Yh58pXdA9
szuAymWbrvKpbt9DOlxqssGIKv3tBcVfPNeQT9/jEfqfoF7Vu7+BRpeWwEBNqLI005MYZHJosFTt
0Osxl8uo9YDViOj32qH3bFAjyaaI+AUfCYKpVkhUogBlIuKE/0yZhm4kgW03onX1sS/096u32hXN
19F7Dm1tC7qADsb5Oh8rL7wvu9B+BGu0BxSpe3sMKw8RdqQzMwQt7c++2UAsE553VUMhkW0iRmgV
mr85Em+WXbOur9qWAeQdFkkIBuKCBv3iolyMety6qDM7YLeDe9zS7ZfoG/YaVHy6s+5gYo2GLdRo
ECAHirOf09D8qiKKdsaGqn4eqg7Nli0KfcyO8BAiTzYKn3qjhyLst+nEXG8LyN4Ifiugsd8IgFgq
pZ2Hp45ESgGFs4axrJSGpzWb16y14QINSxuyXQhF2g0kvRCeS6L5JWjzSJRxs0h59WEQmtAq4cDs
Ik9DxbanuH6xwrezRVNRy7g8SMDyTxEx9MBsSRpMPiX4h0nTfWNbx5/DxYyHsY1KMISoiI9wBrJD
4GIkGlQSdnrY3XATQOdPAMzatHsXSDU+qTip9m0I9Ro6tJDXVM4lZUatWAGkKj2bhkvoQZog0T4d
fNJBWlwpkiK3Z7iauGzgIYrFTsq6zYhuTT4nY/jmEoakoxh6nhRCx/jYoGJ6kNiXt9lg6+02Tjq3
nwaqr5kNh5uBNvQexwMPEgn0oBDOilYrRNWiMnnXDrMPvYtoZ8QuE/rw95H8Mdf9aRyfrctJFyjH
ukRfcBdcuPEeXr5/2WQD/fuxeP1n6ztCsLNVFTLgEuo9E9X9ojE7xtV26Dr/iw3w/+xSf/j152S/
Eog6N6COfCEa3LQRZOu3fkBg0kJpdaLL0t+2TTXkdvLnMuMgzCQFerb2jYaDq9D3TyDbDryR/q6Y
EI/AnjQIImo0HSCPR+84jbtBjF8cnz650+d4wC2ZHLV9rC8ialw2yMFkCYIo/v4Y/3gQxM0+26tX
sU0walbk7xHwo/qxvLB1d1Nty2MbQkZbGpsZUI3+/mWfLGfniTq9dQt8zJu+2IAygk4XWSSHurqe
xVeI0E826edkENIho4Igq+EUE3MYS4E+5KR3jUDd/d+u4GybDqNJHTnUli/cxOMTuOVqhPytib4B
5zL8xuQs/21ffe6NXz0uPF6jRrZSCE0g4v1R8uZ6SL5im3z2KM6W4cFH5zzpxvnCJLpYtzZz0c9J
IJnmq4PBZ2/t2fwwU4TAdGaA1I3KMC23+QW63i8OmJ885nM7PJ823lcLGy8qNz+wsjwlgmXEmLt/
esjndvjJJYnnSOKftHRLJrEoZaHrsdVQVwbtpH97lc6t3HWsuxZBrgMALdGRE3onanHbGf1LUvfF
TPrJMzi3a0Ot4YKIKTCBuJ0uXSzqm20V4xej+ZPDxLlXe60iJNug5gyL40fVKDX8ZUnaHVtYOvRQ
MrVVIci/3q2PS/zPoiA3RIN+4L4QEA4ur3/DwxMSA7K+/aKI/GcTMCrGZyO726BrXWHQumD7cl8f
1ofhNN/YK/8A3XnGM5NtGS3cZVS0h+k03pADWKeHaPeVM/azR0X/7/UF2//j7Dp6JOW16C9CApvk
LZWpzmF6ZjZoItFgE41//Ts1q/78mkLqZVdLgNO1fe8JdcASjSk9enmEWqLLPiViaZvc7RFHlB7l
cig15cMLWOL51lHJk4QkpB/ADub6iln6emOxQ6B0qDtZAQkbTkCxJ4/SXRNKWtigTHK2GnIgd0KX
xZzamwTA7wFl2Qzsgt79piDLVLbtSiMWoopJrbYHIBxFOIaQ4WXxQENgveruJdHpj+udtBByTX61
nCxRTiGwQk22EbMPc8b7uRNRC5P26y9YaoCxl5e0EzCD8qAbDvs1liQdBFHlaxMkn+Gew6/x8t53
a9CSTjllnALsJIZbkpY7ikP49U9fuISaxGq34H1K86mGIcsXIm9E7p8TW26YftHeGnH335T/4ND3
L8X07vtn4CtRmS7DOAE2BjX3BJMn825B/E3+OKzOXiBsWT06ScI28wBF3qGw7F1X1MFuLvzyXrpF
C6CblDdNDaka1ODDOaJZnR70AGgR/LJLpNGt+g0aHd7KnPy41E3s/zOgIACeJinEhavaqcHYy0cc
P2v4EUWtNeUQ2qPgMsLzq9y1djg/uxktc1jv5URFncjalZn14fAAOX75/V3PXZJ8fl1rMAj5G5c3
HAhIePEIHSsrW3nFh6sDrzAmr2v5+TD3njgH8muPu5mdd7uRxgBj7q9PsaXVYURYC1CSxgJ0NnZc
pAm02lmXqqT9yaT3vwF810VzQfNE2jhQNTo9+aP/F9I2W9alr8SSKwFkqQVGlC0L17eBrtZnmUz5
xhfVqdZ0x9OWr+zoC7HWxAQhJ5HPtgKCXXfk2ZJDv4Vi7leMvrcdrfRprvQ2A+tlZc0vve3y+7se
C73KdRLpB3FTeD+6dIq1zc7BJAB3pBw5m+SvcOyVwV/YoGxjAieswNW86fpzVdVf/LC/lWr8/al5
ZYJRSgcs8CQvhnPdAoAoVf2bgOknFFQNrr/gw8WHEGCEXTt0kegKWhKXyZvkD7C5OIExBBZWuQeC
fOUlSx10+f3dYID33va5W8LRN8/vHE3iuZArHbT0/cbJ6kJJlhTSGefiIuxjuYwdUZtL3pCIbvZK
BcNm6O3s1/XOWgrytnGx6eFcmHlDR2I18see29NNRkoAv1ywrUBShOwXDUlxbKmlY6CWxn0u2z/u
5Mpd6NqwbIRzDQNRoxiOorYJ+JMDlJzgOEyPBTyAbj0k6b6zjrS3xMEl9vpHfxj7MMLGwh4hu5Km
NdadHMUWRqnwvHc3TfqFqKfrL/gwcsCRx0ipWMUskLP0cfRQUJ9PCYDe/U/Q0ueV4P3hUsbzjaXs
qaSyAtnZcY6yzLbyQKFVIL/vCkeAy5olANYlYbnhE2Don2uRsaCdvs5SzidQkn3vtgcgsLeSlzBd
u+f/O3j831kBLTK2ozq02x7YYCeu+fjUN/UL6dVOQ6wBlL/Jj3sf2b2w8AqYqPr9MSWiemt8IAPx
7AEGnlO7g79KvjI/lobPiABW2TeeO6ROjLTlb1Ll9wNw6xtI26105ocrFI01Fn8HDJmFPFYQCz5v
6vbFl1ZE2bgZqpsEh/nPjZgRBpqi4EBqZ/Y5yMDJmh5GMUekPXzu4eS/4atM4UQE61ds7mFLdtAL
SyB7QJDuZ9CJuP6KDxcpOskMLFWraFti7EvONm71eyQnXZfbVqys0UtnfzTjjCBAIcUyjlmnY947
Y9xD3CKq+p6tdNDCEJvQlrDvwXrUzI9piPoyYxALIxHqJFEI1tpUfG6MTYhLBbEIh5YWjZPCsr6E
Xgu+JzASpyHz6PH6MCysBRNMkhIPLhWpp4BDuwl5BvDwoSVrRf4FlBszESQJmap6kM58znSe5xtg
zuunwoKwaulnut53dSh/NgDQg/roVi6EScLRJ1HTJjBKbtqp+dKUAfmTdKCmaTtr/wZ1ibOsqNx5
JU/xcT0V52QjFgh/GCobZL0YhXbwXMMsAuV5iLCP7ltbQ3QGPlxcVmoLVu7NGHinT3W7b4SIqegC
ty0gpMnBJ9raRLAYEwp2J4UqVybPYtOMCDEmZSbLoXeBriPjs/Jades2QXjwZ08Aop+qTekPCYxY
20ACDo8UPPLZP663b2H1hUa3onYlQSDhAMXVQRERiYfroV85fS7NWaPz6ryqy0leTC3H+ol2bY3b
TX1LA+fL9Y9fCE0mmkvpfLAAtC7OtbivC3KY4eos4VsbJunuc28w4mvdul0Y5D7cFqvyqw7CZJM3
bK9AIojmRLcr/fQvFfJBDDTthHQ/JImAmWpc9G08Vta2hlYQjqaoRh6htXCfDCcyfKe+vQEbcTfD
o7cvv89+9lZMYDLS77jkrVxOlobMiMYFyJAEUAwVA4tcfgN+gO7GMWk3Zehmn/GlgNGgcSjTxAZ0
AAIEMRMVBPEaZCOaPQtXGrAQ8E1nHMmLmfTUpfAD6iPL/5OUNMrD+873gfuYV/bEhV76R/J4d2uo
cLIX1cSqM9RlVL3pSxQTXNhAye3UyDV9yIWXmNAoMqvWcpULByvrIiIWJs1uFCLZJnbLPznxTIyU
5wMgxWtfnmtSdVk0Znz+2RS++9qkjfs4KIWIb0HSSm8c6rDfUNuAdkil4eC+LfoGachQp6gMWAnq
NmA9Dz50bC+3CRuE4FIGcuU7FxZ6cPn9XX8rrwFTxJtVrOr5kUKOgmdjVATwdpx/Xl/oC50dXH5/
9wZip1AlGt0pTjQ4wBAM6A6htpydbEpvZd4vXBYCIxqCW0x8qtMJfT3/dRrIokyZVLGNIwqPmtED
y49UYFtanZ53n2uVsbP0KZi8gjTd2U0Cazdm+lvutBOudfXKalsaGCM+ynIuw8xHK3womj9ojwf3
YsyDbZHRC9gOnNvrDVnYpkxjoSSHqxbUWMFOy4IjqLA7m9mfHBYj4tVVNWSOEvkZpajQe7aEhGof
ditwWcKHtB9XhmKhBaaf0OjQQEL/OT9DKvvcCe8FuJyVo+HSo41bqPaLKc89oqAn2N8AARhnebNy
Nvmw1oVTlzG+fV/hZBIGNO48RaBXkotxZ0FvBOZTUElioqM7q4daOtiR9V9ntJqVBb/0Xue/yxHS
GA5MIgWJU1geT30topqIHYM+HnzOprOl+m92wQCawYFlZYAWNg7fmAeFzDHmc2efvRqGT800AdkD
vE1UkAkvhbHLvr2o4H1qPpvmLlRlwO6iZ+O+yu6nlO/qlK2dlBcaYpq7DKqGqiBBQ/IKAKFdNeyG
13SXbd0tH6P0N8TVxF3zoO6qXXqvH663ZyEOmMhqrRKuITXYnu2ZnvI5cG4h/q3A3JvENiWgI15/
zcJMNxHWILi7XYuE5hnnFPsEkmr9Cj3DNTLfUiOMPQBK6ZBUgXVQXBXw+ZqRCgNn8DSKYt6PzryW
cbw87YOz3v8ZlChLVwMgr2cnODTpvcwepPXyue4xVg0FeqqDaTfq3qx8q2j+7GdrvghLX22sjiCd
KuC9Aiee/TSHYTc7uqSvcOuqVmr2C7PWBBmPXCS9N8MryPKgSDP/GHMRhcl3gOUiumrRujB/TEeP
0g6SxHLgDZ3q8hGKkgDH4gD9qc43McZ00sFQKFQpSDtHLf9jq08eBE0ocUkUVCZHWBz1OVc3gGI0
G9zVgxNLibOyvy7EWxM3XDg96/oGon1tX9GtGAeSRUgsQYKwltWuA1yv3sjiR9oWey1p9Xa9y5bG
/DJM7w5dQ522WWlXTjwSHypBc/lSMJtEvWjuypG/NDX1PhfcTUBx5rOhGB24wbbhK8RXIZC6lZhn
nvyRd58yQYAvuLFXai9Mch0A8V0VwwitjwugIUWqv3XTNSqb96+68kH0MGHEoBmXAWQWkU200nLP
oI0b904j/wTMg1iaBpz8jrQtPO048sTlwc/t8tg5cw1RZRgEwxSBQ+ohoijnYm/oZAzkq9pAzc3F
s4J216h0/mZXpIpyqA9vqwEykBsq4ZEBlVovOaHU58c5RmrTMLvfjjqhf1xusxMM0Twkh5w8vKMe
CLMOBIq2dg+VDdL75CbP4Ck9V+BXQR8cohlcBW+sK8IXx5nh0ORPufeM60KxV4wJH3xtOd9aE09v
SNBTiEr5NRTqiyY5AHmWxmmfNT+RdYL/XYUg1Lkl30D8DaoZeVjtCS7mUJQGP1wBdHfwS0vu0hAP
j0g2B0eIYwavUKlNkT4f7Eeolky3PZwk49Yp523FKr4ZLzxSu2dtVMk+OUJ0sD6GpQM9hSy0oNng
6b84m/gHD2iJqGUp5BSt3nsZSz6fLdu3DzhIjLCiIOMWCkZ2NPEADXen+sYCS3WnSKqeB/jsRS3E
ep6IBTAmRFF0AGVKj+yVtPkJMvc47+RAVTc+hFAaxy3hTQKJmdKDYoqqZPsGQTB6KNRUvLY+uBOt
xLXQLQFzhgBjDt1ncGJ/9p4/bZGVF8/Sg4XUnDXDuem9c+eNEO2D0NxJwZdp14wa2mu93W6FBCWq
ykl7x4rAeYQ/aPCTpj1S770McEtpppNfc0h02OlwDopZ3TLlpPtZBBqPgm5DELq/WrvrUQ2Byi5E
VyMYRQIGDJ7fBqrSOnJZ9mBxi5wUUNr7gPHfad96J+RM7WfH7V7KquyhylGQXwAkQHeHNXL8RiAl
vpmgrVRFuFZyGZWpRzcQYOJ/ISMjNvWs5lMp224biirfAnAZPBTANT/zPlSQzeVsFwqlv0EntnmV
sunu0slPIUAw/4VYUAtgtSruoS6SoANUdtsF3asvRQ66MhkxIA0/K9XA2sDx5R6ILBFR1XwJvDa7
YxI97JSCnxI88QTpEkhPVtzjGzF25VaEvnpLimmKZ5rbB9yiKYS0wXW0Gz/f+zPzokZAPL3ym/Yg
iKY/CZ/5TZuD/233M/9lQUHrxGY14oiYtQeK0/4ud+wE5C8AViXWj79pYNdw03pQGQwpRSO5TDaY
0WLLJFK40Oz/J22T7YshGB6gUAugupuyLZSep73j8uzoZRCJrhFSoFYJ5GKoyUYxiPmXk6q3tPUh
Up0g//nVh07KYyWh4jLAW3oryiHdesqHiopy7GEnPTZBsbKHQXmFCwG0sKDj11lWvmmVDSZBCrHH
xzak9kPZFlDEChsRq7afD5x2LiqwxZ+E1hCX9Ipkm1KU9xPq50ffYSSMoNaRYF8NRHPypB7vWF0X
HKpeDvvK7dyLMhIgL+3wBLyGZmThUYmy/u6AdZHDjL0UD0pziPJ1A4GFRQ16wz3Ub8K7ymXpd9+x
vijO2wCxo8VdI0MI2UFli+25nLsbLYH0q128xOKzvEUOZoAAJ0pGfo0URA3/C0h+k0Y/6AyzMKt8
vbVlGp4hTD3sGMvaLROejmhfB3cOZMruFFI4+xK3pdsM8mvn3gnkF8zq4ktCbfqKuTM9IeE7IZ5a
XedB+2luWWRX2otmzeZD2RLrCaVH8RXIaBuEjmzc8GQQN0RV1NomE9KUoqdTAAOxGfbwIqQBEtbC
RyCFStfRmSyGxPmAtclJRl7aKodceQYBTKvS6ns3tWQL47N2Z+UsgQFgmbNsl0MXEUsBcrCbnufk
WAkG/easmjZ9305HRim9163st5CF4nc5UBpHaJ5omAExpN1C4vKjmgGRtGlh3091RR94BvmfVuth
jxWMadpgLYighp2mPfWH6SJvCD3sDm67I/x9T9TOxCvU57ottUt9W4m83zp54ewLVod3xJ7Yk+Jw
m8k0tFLYgJsb6AbOPXjUwBG3JP3VQR5v3wwyu0sRcTbC1XRb+F6zKUH/ilJmJ/FEbV1EuZ3M+/wC
PioZwxkIx68KSo/wLnxgQIk81WVbPds9UE9NXdQ7yBqXtyA585e6VEnEdSpeyqL0y2jC7DnJxoY7
zUTsvaAQvYVK4DZ3bX2is2t/Ry7cPyZQ4Yb8pmB3gPfWUYiaZwQ/wfk2zCDOG/n5BCcY7doHZFXk
Y42aeawq3bx50EDZVbQMDkCJhodxDhX+vPhLOLN7aua8e2loia1LNMnTCH2+nxlghQeApoJH2rfz
oVKywDqx2QboC+hLW9I/QQ8LSmxD090MSHOeXQTvb9SxppeqF79VRRyIekF2pBsnWW0U0uO3Q6fU
ncus7sfoCogatikseYZ03MNBa74ZZ11m6GJF5wiHbWzmJSwiEMAxi3Ylh91CNIyu3LqOb31FnbF4
hvt49mOG7eFWIyzck7QvvvUdhBITktUbYmuCnrS7V8jKgaRg+cCGB47AxpIU7U1PJvpj0BqqjPPs
oGDZZNapmi+HsX5oh+fe9oCe5V6xpci4HxSkoCOREn2XiEb8sYcCgr5eGIA/dVGUVSOcGuws/5p2
RX6TecXwhLitbxB6KZRBtPfEq7m+kQhxx8qy2F86AzuxbWRP4mDEoasuQnfrdDD5KGobnLmxLL6O
teXt7bqpTg13xuMAE/Sz44hsq6h2HRSxKNSq4TYVFxm46lESTil099uUI5w34cmbK4grQ0H/V06G
izZsUT+Ad+yuZHwWLnomQ6Rze3fuWIfKXw5KyFTQZkukNWwoxHRW8lUL92yT2NHC7dr32oDFWIcx
SK7DJsG+1DbNLrQ863PQDJPg4YVQBpcjoBn20EK/sSc3gls3aTHsPZ6dIGLnITFBV+5+Sy26dOa7
iwxy5yGCKG5oTU9veshHBWkJY/VSnhKLrwCaF+6uJscjbRsW5IOw496aBUiAYFyJNX7s0rONPDFc
Oesgnws7lo18g488QogI19i9Sw837kVhA6WXcJAwvvMhQD1DfDYG8ZB/LiXkGokJ1+GVC3nv4ey2
1vdyJr9GEq6kJJaWglGo8ifgfkXlgw8BccsImqcnIco7GwKU16+/Sx1jpGssoBoDf4K9gPRIv5mV
mmCpMX27/vCljzf6RY5zU1Ycxz8cheu9Wzj1cSYzrCbaYFxhVS9c3006Cm9BX0W2BkvMgkOLNwAQ
PLnwOtffmrB+0kL/ud6UhdVl8lIC7pC5hgh1jMvURrZqk8J1eRzgNwWB0M+94tLEdwuYCjtw/Wp0
ICktN8r51XEVt2wnwOu4/oKFsTYpKX5q46M7Cm16gSNSN9x0ZfC5aWryUfg05rrh0jmn1ZuF3ahr
Hzu9VuBZGuNLe951jMyTFkosKZxTPNj7JBrbVGG1JSQaywM86aBJ2CNjc72Plt5lRKGZVxC76pGE
SqekPksvPAzQl/Zb6IQPrk1BNAzXgN0LtTjTRJDZHbI1bAbMTbls6/McavPEh3x3j1P+BLEjyPFO
QGnCWXB7vXFLk9hY7Dg91fDs8gps9Sh5+4qOkVbybQbQDCLA5UoefiGPZ1oKlomdg/idJrFOn4YG
TODO3nL9lac8go7Erh2+OeNKynBhtEyCCrT3JgnXHCBnxV+qvvT9A9w/JoxVbn293mULIcwkpsB+
qw2mzuJnbctT7cqf8MLaNoP/KX9nXEOMRT8HSVrYs+fE2oNetC3J2zD1euX8sdQ9l3nwbuF4dSNz
RpCog9ImjUjQHAIKlr+T73pXvVpszQ5zqZMuv797T23B6h63ASeWg/4DnbHnvFdHUTZr7VgIXCZD
hSjIh/oToCl+S5sTR872rh+RiLg+xAurwqSmtGXtgOOJkuXF6Qsi5lun+EqnfNdYa8anS/1jnD5E
zSyP1dBRmVl4YDz8nRQ8i3ztr5yXl/rHWNeMysLzQtAZce2EcoM8ZIM4Xe+cpSlkbOGdUxJn0A7O
Bym0FiSMy/5C6n6rM9R1Vk4JC3HQZD7gMoU0AtFQKakgj5Azp3+Axm15rsf5Hj4Le0pTvbOSNPhc
FDRVUDsFCd0BF9W49qDhPP0dPLm18x890hjX+2xhuE3Cg/Bra3IbFFZneBGOSFEI8cdrflx/+MJs
NSkPlFgupCRIiDuFPMLn8BXplmpjjfIeGRV3d/0lCxPKpD2UrQsRh9F14ovKgaX0awV9kJUddql3
Lu98FyyQherDzkvDWEgbhhD202TBSDFYQVIszFdTR5N5YQce4YUNWbjw4mth/E76EHdV+9S0Lrwd
CrDFrnfS0kgYqzosXHj/dYk+M3lk8ERz+c+8GiOk/1Ym6lJPGcs6LaHZloP5dpYoXLDgO1F3RdCs
DPHS1xsLuy7dHKkpIFhAEfjS1CALO0hGc6CgI5aJtcj9cRPC/yM/2BLy0Kmaz4UAJpKQ/LGZPYIU
olppxsczNTTZDxxslo4z4cRT0kBcsfttFeEKiOHjHgpNv1Sk5oYabD7EJc+9gSjO1zmHewRc8lBW
+3t9Cn08W0N2efW7tdDkMLVtFGnPbq03nY/KphDeMy+D5y6FqIqqizW04FI/XQbo3ZuQZy4Ag+T9
eZgFKget95WQeuUOuYDcDk0OQ1uQClpJDR4Oz0R4acBrzG7cfjdn7Bg046md7ANAll8yPX8nTn0f
ZPTbxMqHXruPfl4/9oXzzBz7+Xqn/qMt/n99MjT1PO3WhuAM6lZxOYbgiQfJxXmjmA6eb013YS3T
+7kS6SFxG3G2XDikVoSSk53S4UeQ9uyJjgq8KE35swvVl6i2qu4VJCVU6Yd6wN9QL3l2JZAt/TAD
F21P4t4lI7mhjvhNXXsCYL0hQ8Q8xu8hV+XfTDX0ZyAoiJxZWlePGnaf8FoSGOVWk0MFv/g9enCK
rGFIbhPcZs7Igzi3FTw+TwVuOdDoEc7e0QPNNzaD0qtFUfDRYc9jpP2qbxVEyrc10c4xU06xQ+CG
q0qB3UBUTnguLJ6AMgoUmU7wD6Boww3rEBk1E+ldqVj2lkxOcITpRbOfUhje1C7CcjH1493AAn8l
mi3NQCNcCqGYoNCxhZQKv6dUnFw3WTmkLEUZM1BWDJrUPuAsDHr07k0RPLpq5TLz79by0WQy4uQk
4c1RuZ48D7F7EDdg+Mou8m6CI9+ku/pI7stTcu/mUXuHq9otvx9Wos9Cm0zSCMNNDUgHUp9FCGPY
HZ84tPiH1nF3pAynNd79wqCYpJGMX2y14cl2tvX8023mrxW8Rlb2x4/PdaHJFkFhymelF5C41VZ3
AztVeGtM7rzrGzbtkLyGH0EXhNu0mvuX6yt/qc+McErhFceyENAaR5X6+yTbrEHNTvcQ8h/XLoQL
IdskK8y29OswpAQICxK8QopG35d5wGOHpNkmaVr/ALH66ulzDboM27uonQUJhcyHrc+K/inFsMk8
pJHDT0kCOfjo/z69bcOgg0orjX3EOgj1de6hysOLv+78dQJbbHu9EQv7aGgsfGiWobZ4ofP5Ez2x
S5bUs5voYhIrLmWa6y9ZmshGCMA1162bukeCt1dxn+cPjI8rR8ql7zciQNAUQ5LDnOXc5fVzas1H
5kyxp8VLloV85fMXZq7JR/C0nwdY7uLcww587mAinkzZT5LQL9e7Z+n5lzX6fiK5VVvAcprF9dDA
uj5XM/zTwhqmccO0EikXRsDkI0DtBr4nEH+Mi9QroWQ5/ZJuuJLlXfp8Y2GP8HeGOzQjsc+A+4XM
WvXaSJSOJ+j+r3z+0isuv7/rIZnCNRy6gShtqCaLx0FSpHjLfdLPayTGhchhYu+nxLJKxm07ZjT9
llx86kDO/V1nAN42+i1X7qeunwBG/7clHZZZV9O2O0vmPrQKDnEVFTHASGsIsI+FMZwwMFa0XZYN
CdLZj/0SECMFeBNkYXwLlp5sV4Pk0kLTqk3GWE/VLbHX8PcLHLXQBOBrv8y9WZYkxqDcSzo5r0rl
VgyYAX9NqRdEvWWzP0GpprcOFRNpO8VKly7NbSMEoE7o5CWhEkCSYZsF3xRMPK8vzIUnm5B8AuBE
YqH2fB6Q5ojyvHiBg/HKsxc2YN9Y9DYU+EmY9+251S18dovdVJ59McSdXe3s+Zk2r9fbsDCxTYWS
2SsteC/nAMp3PAfAZ3zJeK6jNGj/ioLfczB3rr9oIRKbOiW6SbTq/BySrHBWgRzKUPWRYAX4dmtn
loUoYDI8IRzPYDjuQIWjBCYRkMXqNMBEaQtD+O5TpZLQZHPiwaBS6cSHUUTR3zncgR+amt1tLfJf
17tpqRFGAMjSOQcUZACICfZKOXyLUffZOPBR/tzjjdVPM4QtwaQ4iwK2dGURC+iFQpXx+LnHGzt5
AGksrirPhzz+sKMhEhPAg36hRZOvfP/SsjAWsxwn7U45KFUwDX0USX1yAkttoFm6qzLYaQBkdaOI
vTLaC1PWJFlUXRnWQa1wo5s6F9zdJMNtE35EUGUFIJTur/fZQhQx6Rba8gjnod9cQPevo0huSpau
sKsWJpPJqhAWSH8h0u5nH+4em8aFxdHFJzkrvbWE4NLHG5s7T5FoFxMEMmZrOHl0OsBhaKVflj7+
8vu7TT3RmezcGXEbvlcRs7YeCDWu/n290xfCnkmiGG1wRm1hyzOM94ZtXSVfIQD1REuYQTYjsOtl
yFfut0s9ZCxoG95xOTZyUAYqfnLh9lgG/fP1Riz1kLGYARcGYrXE1RnKvBsgePsc4mj24frDl3rI
WMpN16SA3OLKP8G53Em/h5fSRPgcQlUT3tUrx/OllxjLOQhAWp56j8Zh5j7AjOtu6iAlPQQ+0NrY
6NIKUNPrzVlYyyY9pAX9xNGVTOIiGHcTJK023AvtjRZ+EbmFWsmmLb3F2LUHLe3W0Vhw7nxEzi6a
PDjtQe6GF8Xuc+249OS7VeHiFll7ZKCx5Y3BXWrB/djrwuSQFUV3YHNWfC6Sm5yRgcFBFToULO5Z
+N3jkMODJHaQOyuhdWFVmHwR+Im1QqB4c86g/SQEXI+8levG0pMvv7/roLqlgS96qz3D2BjG7u7o
wFw6bVeevqBvA1fK/z7eGrt2hPkt1EeFeBBekO/dsAo32cjVqZIcHGhs4fKhpEA7gMWcwPkzZZDv
h/9Y1NddATOabj4UYi2HvjTjjBgA8BKjoQtJfV7OKNK3A3xLp5D3sZMP9MxJsaamtfQiIx7AWYyA
zQbEA6AoKLPO3virCZx+h8t7BrtTt16JOws7vInHchquuQf7sjOSTFvu9FEBgjwZyiiwzqyu7hrc
Ua4vpYWZYupluxpiNWOBCvswfbdKcpyqNbDOQl+ZGEjWV6C7STx5hmfxBJALA/FzTJ7zfA0TtxD6
TQgkjkAVstWZxCwvizZq7RSOzsyhR0hXqJUQsDASZm03rOt0dMeUn4X3u6sruMMCyw0oaU+TfWnf
tKG3vT4Q/6r1H+RpzaquW0CThULF8FwnOj9YaV4d0knNf0DH2aW5oOcRIlxR7QvxSKmbPSSwYjlw
EqpjAiHCY6nJsPIpS3PiMqLvoocenHzKqqQ9i6A4A1pzxutXIvdCd5oi3g7RkzWoy5HD9r6minwb
7EBFqpFfUafa0oFXEZ/tz538TLAnqg9+EWKOxKU7x5NVNxurT25TSzxeH7KlxhhhUGUdTUBhcOIe
RYeoK6TYBKL/1XlZf6jG8KEGyyB/uf6updVkhDgXrhVAi1ck7uBU5PJdnvwOCliMtv7m+guWFpMR
2nL4YNtQvLNjAWA7G9sv2TidnWbwPvl845QTIo0dhEMzx0FTH9oaXLPxizUlnxtqE0XpKK9rpzKB
xIwgJ8u50MXGBs4PaTXur/fPwqIw8ZN5mhRFm7c69kN95xblsYbhyfVHL4ytKeYte2cYvDJ0Yl56
53IqoSAiTiL7mtCV3ll6weX3dws6C3ukGb2+Oyu3PTZJ6UckbU/plH0bOPSErrdi4RhrIigzRlLU
sqHPnwTAATpvjjVGxALhIPupwzWTtqVRuPz+riVeCRxlJTFLi8L+MpPhGVf3lVMNwyM+iL+mhndA
e57hDm1DGly85Y315Nqou2JPucMq2GTCObc9mHO2rtZqVwumfpCU+29rEsj9MZumJLZmeZpL6Kbk
sDYY5NZ3n3OAYprSRqWX7G05IoeQb3X6+/pYLXWjsdgnDn1Wu6Loxp486B5KHQndXn/0v/76qB+N
hZ5AykaEoMZCLkXkh5CMfdx0lSp2vVT8poIDMo80Z/C8AO+lajcVLdpnR+n55CjAqqNANwwXE9dx
9tRzdbqZwwYlbqnkr0mOPfy8wwws2QKO9A9QEOqhnVyOaXEQsIPe1H01f65+aUIz8x6WtiCb2bHT
1CCK9Xk0V0M0VMUacnIh4prIzNoGpE5N2D7splbnXsMnCYSL5iazrOzh+mAsLHwTnAnLS4t3AcY5
Q9+E7R25ALPdR12srJl/nfHBYP8DVLxbj6NCNFFToOKpgaiSJXK6z4uwf0D2Pj+2tdNs7ToZvoDW
A2E0XYpiA6JUu/fAQjqqwmPbIZj5kwNH7K1t96j800rjwsgm3ImK+uiLVcvypa64jMK7LyXME3Is
4VUy5uwOU+oJ4jfndGaxJmt6KwurykR52kA2cN8vAIVNu2PtBdmmRthd2SSWHk7/+/2hhRxcqIQb
S1gIIqd1Z9F85Yy79GgjDDGmag7bb33mmZLfyeiLuyCQ/hpyZ6nnjWBT5KhqlLPi5wqQ6rJqDtRx
zhBFO2o2rpzEFvaefwWX94OrCh46pJsgSXHLgz0l/FD3cPpikZtNK/vbwnI1QZGddnSJEmd/Vqnb
wvDS7R4gwkZ2fPTWHNsWBsKERnaulPClyPozIclwBH2CRGMn2UoSbqkBxgqgmQ3/essfz6w/NFAa
o0O6o+CNXQ81S0+/tOndEKisyjQlXnkewzkFwXxOum0+lOQuhyrJSmZpYZhNbGRbUrcCEb7HuTQo
9/DAmr94wCwNcKRn4FWA9J5FMhhGsdKmj98XmPiCRvyPs+tokpTHtr+ICGRwWyB9VZZ3vSHagvBW
Av36d7Lfpj6mSCI6ZjExFT2QyFxd3XtMnFdmBsxZ1cPSyKHfqtRrgkx73yLS3dux/Hl97NjlbPzf
MOrMEQa6pyyZbIMeS+U+gi3V+Gla54HFIuXbVjSGgGnGIUubc4zKl2871i4j0w4HVOPngxVSYzR3
k0j0FidoF8DQfFuDUTK0sLeruQSzmZbDNm8zY++hPQzpmXgIgWKA2ddAUVW2mjHospS9GSDabqxh
1fLo6xF05w4EllO5hprS6MitNABwkoTgI9yak/MbPR4aFKX7cn0Il3KpuXR3heKLx3QnT+2oR2BY
YVFpVPpVVM1jPNh0Y3P9USvvoSgY9LDobYSUw4dT3vfr719a/vOsBySn0k5caL/UadhD4CLn3UaN
a43DryODM4ehlrQcWypYf4ri/JGJ9pvoVyUSl559ud5+2rmW7XFGCaJO6/Idm+pbOMuv5Thfx354
wvz32cpuTccoc0jn49ZXdk+Dh4bnBBKz3YfXB/7rtN2ZI1A7OnqmNSEsd+DMb3SqXwuT3bVJvU2g
7iO8+BRXxX1hlCtF26UvmkVRK2lcAT34/jS5QLpIop1nF9oKsK81PggkOzbXP+vr9eTMEakSSr2a
GEZ3GvJQ0TRIoRtNqzULu6UpnyUTVSsNMdgxNOPddwGWt17r3C49eJZKNFRBgNoROMEa9lEn02tT
17vrI/J1KAFg4b9LqZ7KCIr77eX4SrcwDDwPtXdHEkV9SOekYTSolXRoaYZnWxkiicKZaI0V1V4O
yDK041/CetRN/m8vmCMjjc5w66FOhhOdNMpGuAJF9zGkxof26fpQ0YVpmKMiaZbHI7s44xp7uZ2C
aGdukqDYMOgUhOpWnyAwHdyom/rcn/N9+UDfsrt4m6+cmgswF2eOm5Rx0lfMu7wdIkW5D2WfTG2M
cVNtbde3at/5df0zF/bIXG/bmFzbcm28h3vnZsA0AbsTXn/00gDOdnkfO7bmnXFJ9vKw4sYm7bN/
fPTllZ/CrWE5rJEpfrU2zNcolX7ltCuxaaEx48wlkCFfNRTUzqPDROA+qlKQ2/0cPu2VD1XK4lSA
N3RbidE+QG2lDcBB1VuKYPCuIhnJDfAK8k2Yg34BTIWufO7CtnVnu0mVNXGNuJbHSmaT31MvhLvs
uWHZa1ehA58WVrQSIBYuo84cg5g1QwSAWhsdUt4BKwS1j0c21hQSeBZEPSK4sD7ErOHvpZX/Qaln
22k7GCZ9z+iY7kkEsVIMgHyTIy2fod9t+ggEZhIAfR75kU2il+tra+HEmiOmSCMk1HtEf3R7rc59
mSb3rUp4AAPh5KZwZHxgPOtgideM6X3E+RqaamEm5mgqNUCDppvM4dgXLmSeKnfjNROESHK0Ehgs
6tzhnxrazlw9GqOpHSfCi3Kow2Uautf87Ajq2w2cgNfIxwtf8z9ozTxxGHR/2qNyKgAYKlg6T3Bd
42O5GZllwuEtWSkELb3pck582rBN5BWJHqvuKAk3N8ItPpKie+y9/rEFkj0U2upXIudC7cyZCygT
6SUVvBziUxRZsGuNddMlG2Wl05+qoeA0TXba/tIcfOcNi+vsvhg4+T6NiXMHBkqD08pWCXiZZioB
E1FQowFZerqr40IetExl7OsYLumu2/Cfg+3ony6M2MowzXCigjPCVkjNC8FzDqera9MeeE3aoyuy
6tzlk7VtU2NNA3jpeJmD6Aa4UcNMzmmO/ZQKKP24egAJpAdmwnAjiHZ1nBn3aSahlVVrz9l2rBdw
PGrK9s/1DbyQIMxxsJ1hlRO478NR55H5VBWChZnTGmcXNKF9MUBT4fp7Fs43Z5alibQmicR19kgt
w3i2Zd0EuJlxH705YyUWLUzVHAjLktgeIKndHoF/TL5bRQZXCgEg0PUPWHr6LGUbYb+OpQBKL1S3
7G1PS+/M4oavhJmlaZidLEU75V4WRQ0kUepk16D68AS9K2h10DHzCzbKj3/6ijmksmiB5UPK1hxZ
bLSgL0GerYvp/b89/DJ0n4KLYwGyl8s+PrlwHy+iLHSM39efTPjC8Nuz9RPXCVWphWefvhn+u+Vb
fuH/ckI3UIHl396G34S/bfzb99MpvN3iP3eHw/awvQ3D29vnu0fQg/zDo/9zt/u9e/x9+C393/3m
5n53OPi7w/PBP/y+cf1gs8v9zfl43Gw2L/s9/uvj+BTsj7vzMcBzwvC0D/BvNsEx2J9uw+32PXy4
/LMgCN/DcB++7xN/jUGxGBhmlw8H+rpsVIg7aPz234Tl8YeoVkC2uaCdDVNp3xFRuxvDySFelxZN
0Jqseb4+2ktjPVvqbIqjRDSmA6qgs7PjLsgmsbJElrK6uaj2pLSVdKntHKbYgxyn4fe5sTflj8wG
y0I3e248KiHvG1wT8XLqiBfTsjfEXnN4WohDcwgoKzWXaoKphjmZ/DAaE3mviQFVxSTKfv7T8M3x
nybuW3BVd5yD2cELh75a2VoQ/Quu/6K2Nsd/GqaIG9ry9ggDxBoybtm3zEO1ElKubIJTZErI72Hk
Sbw3eFaFmazN54FP+XMVCfvP6Dhy55QV7DNFCpQhGqdRGkDAkISjpTcCIi7IFtVejZw91FWa3TSm
0X5vpYanz6QrLS4qYwn1uQNfhIAPFJ/opcJXXqd2Gp5gQeVA1jAXHUQ/klGJO7sH+9TSkBrSMgEv
AQsq2lWF4f32Kh0FecoVjviSZByaaz00VmF3n0FfEh031yu93cS4N8EEbojKQFNuwwlKwWc0cLhC
Qx9YyQ2g1fgXqU2HOxp1aNtMTG/sIrbP6HbKZ7TXWAhHvwg3qqINWGXl761U5Z3d2TLgo5tsuk53
ypeGGb8UUYoKBetZOI5w2Ei7vr2xDWcNsriwr+Z6wLBryklHzBaqrmjG+Z6Z8w2cszJ35YxdeP5c
DF2IMaFJnV504lpxH6VxFoiyWeuPLRxR1mVHfYruNqTTEoUJBCr4cXQftdaBaxx5umadt1D1dOYQ
XguWWakra+swes15UMbOifNDV3nAQHjwlyoDo2rDomL3cQuVXZqBm1VEK2WMpaGbHy8AQkDuCUU2
VGb8qL3r4tfrwWAh4bZmcXwyieIFrdtjVhvdLmXetIedSnPnOD09y8bMj31keZvrL1uaolngLhha
ozBhKY41fENOU5X2t5ni3ombMPjwG9n+G1rNmReok5Yxq0skvLRr83eFhnVPrMwHs2FlJX/9Ifb8
7u+MUNhMUcwFs8/eVAVjoZ3DjbN1znbfrPngfv0Sx5rlXJAPdUZcHJxDDUSp/KE7x++Gc/Xj+lws
8LKcOUB5FJmservJjpY3mNyPAOtRe9IkBfd1ihMoaPsegqajzXriQ2DdYn4qYhht0n7gu1Jkq3Cl
hTU4F7mPeyVZ2dn5MZVutQXrXfwYB8lIwOyx3cRaQlCJ9Gp3/cMXTti57L2l3br3HMQJs3SPdl/f
mAl7MBxr5UK2oG8AFbb/xiE5ZaYu6965qEtPOBBorYCrSMb2DTnTeGPFgh6YTftHUowtbP1GqGnG
BZ8O0K/uM1BLIhUW5WiEvDLY68hBLYrLIl75eQuL6n9w0JeTNil5ffSixtnrKCLHJJH6toZ0KfV1
50UrcIWlSb1Esk/hOB7zOGe2lR9HCM1WAKPiEmmMGYTCbScLSYI0sVaQgr4+qQvxcY6SHk1ZWCK3
22M5ZQBpkqrbDU7lrETfr6tI7H96k1BDnxqXjJDRYVvkIsKPvPGNjqbllyL6nltoQRXwQLKlXqNN
fj1PcLr97/AJnRAGORSInxuR9BWFj7RLQIyo8tIC1WxNDOGvIdX/ZmxsHskg25p7VPTJqUAd49QQ
7lkojml6Y6s43lpa2fDNAlFvGLiboeKTQXs97uh2YlQGPSTKX6Y8sY9EgzDTeFrdK2nYbwRrtwpU
4ybfWOQO97obIYcHz1n6PaK1eJqwBM0wtow6nAT8zqrS7cM6SUjY5mV5X1Y92WQVpHI48zrii6aP
35oEJFGvZ922A2vQBy3BPpi2R8JMN1WIPMvYiqzmr5ltZ78kq8qNa6uDHniITnyIW2Rxhk2ne5+U
GorMUDjf5CRVe1k1eptmvA5zYA5RuyUQ0dY5DXMHLsKpTPiWQ71+W47jR1dnFI6i1LtFIW48ujB1
3IESzw/g25RhocoCAPJqvBsAFYVbgWoDOHGn0BNh8glgANggguQaYmJ/qjiqtoMnxpUD6eugxubX
hqrKdWa75XgECDNM4xuvGwIvXavQLyzG+Y2hL9vRI27anKhTZOcmYS74iBlcBWFC5SalXIFOfr2J
wcGdrXmWjXnN4+pEvJ8exN+hLnA9Oiz9/svfP8WivEolTQsQ5scB7awK+2l0IYgPyLBaKycuTcDl
759e0TWR29cKChxmMvp51x+TtvCVWuu8Ljx+XtnPXaxf3NoQgTzr3RPTg7TYm4zbNcDNwgjNy/kN
zAkyiAslJ7tsQ+Q2UNsYfQ3ZF0eRzfVJWAii80q1Ww0szmNnONWJgly0mm49xv/wzH1tpvK2aqGr
nZKkCQnMHFZeubCg5nXr7qIyEMGG+USt7qzd7GHKq/D61yw9erakxjGLoMnfq5NtK4j3PAzJmuLc
0pNnK2my4BFhu4WAGr96sEcP6G1bdSs7Yenhl79/WqaJkcI5rgN4y5pOFWLRVKyxDRZW6LyA2psJ
BfCQJifcHh4yIfZWG98Y3Zqv29LjZ+ehaXJ4zsLpAmZn0zfF8nBowA5xKr5m7e5iBL44COd6Ab2R
UEjxefKELidEnQoIkLiDPxnejcAlfBSgmY7wHFqZh6XPmeX25tTTrkvRNqFW/abjGMc83TcJXUlY
FqZ53vaihtmZsWyTk6HIsC2Gtg7tuulWUruFYDFvbhnQfidxYWEuig8ujIBNqAFrL0yy1+uba2F0
5k0NAZuOsoUswKlqf5KEbwzz1hrV5vrDYff59VTPmxpJBkMZUH2jo8mNAhkAkt59Zg0QZRoTuz2P
Lmv+5ODOmAelhzH2wUOzjtHYtC1QdqbxwNQ0vluVWTiHPub1E4hE4n0aXPVNVdw8uWBjvZQ8td/T
Bhr4ZY/aUgCMRjn5RJdiZ7OW3sS6H+/LtLLvx8arjwkMkl9rHIDbLmPxPTPTattFiRVI2dk/YtK5
H24MXtdQCi8Pakc4j6NpAvZRDPAuSoEFFD4vquo8Jn0aUpKme9EWVeglibHlFs1OAtYTH7lFUayE
LcvGZhDQ9NOpkzeox+X7qKqiU1ZE014RHJZ+oZrkBl493iNwNukR0l71buoU3XgdN/7A7ArocYXu
0890os1d4uawYmlRAN+NjtXtJrsoD602u02uGufHqL3oLq9da1tbA+z8EhBITxKIbzR0FIiTlULV
zhEFGosAZRYPjms02yiL4heIfBbKj2OrvdORYHBxbKw/hVdB5UyV/GEcPXy+XSae7+QTsPxt1m9x
1a+Ok6yAukT792dlD90TkbAn2SQgmH7jE2WbplP2dJPDzai8MaMGNhe1OFs8akOugPxxR7u6oTmH
BS+6TdtW8jQs+oZtHdsobvG3MoQkHQ9saCds3J4YQRrHedA0kEUHaLC8GQRBwRNm1WVgO60TjG2n
N9lAuld4IlsvfTpYe90mU1hK8IFFC7Min0ELeacgJRfYxqCC1iKYySR24RPB7MNkMAukVRWhBmlH
YC+k+qZq6uiZqyna13Wjjy42477txgmXSFvsUEFkoZvWKE7JmvxoWda+xRMWUesZ3pNuJm8Ljsd4
VyWM/oCXrPvT00K9OhWWhwFlt5+wyDWh8m71U4CLgBvUmk6/0JMJIqPrA49apd40gns3EkJ+1tgf
aKKBRlXeUzGVEKV2v8H7SgRgDJSbNrNI0NrWycqbRxrzcltXrNp0di3BwoBkJeSZuw0sZch3WHhi
qopcviincW+lGWNQoc65H2HseUwbiNY1hXQ2jmgqn1qV2ifO0IJUDZNC3wX0YZdnOr8FMZFto8RQ
2ziKaxi14TeLPC1VgKuuGbQGJTfTWLGzMNBF9Bqe3ZWknm6YXbM75gKjEY+98gvbM+QWlTAz5IXh
/BpsYoNP1QE3Cj8Y6Td8UkdaT/o1lpgmk5vdvQWG7J5IEZ1SJ4dTDcxsz5o4ziPXuJh2rDL3rZ1F
jS9FcjEZ6bwwIt6wt4QHbxkNsbOyxQjWZp2HupZ5aDtdh2Vg2lv4NsHx3LO5WQd1J/LAdat2owsA
Fo8CRUK2q0FyCb2MZuBp4/+adOjZGy4WtcjKKEDdJt+agtGdM/aAW9nTRceLye/CgStMWDKdf+vi
tDjZWVk9QrOq2zVmlbzB+Kn+gW1dBV4bNwF8G9EcnWKnabc1Sof2FgQEiAHAXTcKTINXd3mTCxJ6
ZIQhT6WIhqgnxiboBmHqwCalUwRFk5UPUtgE7qxWBvkRj9oEDjf2+JpbsriVIOxYfsvM6dHtOnuX
pqXxhDI7ha0QhQFMkNoETG7L4t1HnrTRN2PMYbhbo5UfZKzRd6qFyZrfkMm7x9YALZ4DTIhIw/P0
UOMOsLc0RMH9sZ5a8IFAlsYl25LWWcGQ6FQJrZ09vIHEcFebevDLqMvIpjNK8T3Jexi3a5ch14eV
DYFCgazhDZTWRYlrEaE1DA+d6WEqpQkNyNGBR1siRfnn+hG2dD5e/v4pi2MD51BqqUagJNhdFAvk
KaX4GO28Dq+/4OviDZvLzhRuHYnOy5uTHtobr0WHzRu+GVHxRJB5Yd9mK2nQUp4yK2ujOzh0PUdh
ZZTigffONoaL3MqzFxI6e5YxovZgNqmrx2NqC3fbpOxGGmh4wQMiQfmmOxjauuORWmmQL0zJvDlA
etRqqhE6N032FEXJhhp3ubUmBraQcM2N1ZNqYhd4WXUyASX64yK9O/acNlAc7eGbOBhryOelj5gN
Gbxm0A8oclzAY5TjAb4Zsm9DIZ+vL6qlp8+q/6iiF3Ec6xIiAdamUR2s3NrW8TUFjOb6Gxa6t4Ae
/Xdj9I6UdZ9BLEGMMjomtC0Cmyf1q/K0CZcsbt6orjxNPWoy6FTewNQr3tda9psiU/FdhkbiuRzE
2h1xYdrmFXZMEwAlsSpOSWPcNRBj7gjMukDZeoFr0ErDmv7tb31xcZlXz2Fu3aCSTyDchQPwaRqU
c6v6JmqDXqFYpwupJLTYUVBL8qGdgpJS76MZI/oEHy4YmMFeavje25Vd+pk9lee2xB0udrvikSe4
dcEpcGLfC891C2z8SCtI08JYxm8npwrcOtWQNemggxRRXFgZd2F4Ng1RwL3SOsQm795qaOr0oUtR
2fEHD6a5/qh6E8kE3EU2qMkMQEqwqLwfDDI+WMQTQdIw9N1pTuBBBaeud8hHuSZMvAv3DZCDaVNL
O9qYbDTg2dka34F3cb8RTdCUMJq8fXWZW00Bcfrpqa6sPpwAkUNZEfyLUqbOvqsFv5UyL09ZGdd3
Qw7WmDEWDexcKexww3To0e/SCQR8y5Z6+OmVedFxG1rjLTG1kfp1afS7zqryQPAYbezKzkGAqOMy
ejANK8KQ2/0LjOzIs9G4sOCkNa4QbnrfOzXfUxN+dHnl0l8MbeZ4C4N1tXUMUj+N3AR8LDXbPQgk
yJyEPiq0Pm4LmJD6pB/6Iwqk3gGAStQyhGh9FxcxmH7WcisaFzAc+HHSUA9pcd+CARJWbur4kSGM
XQEGoO9mlnHbW20TtqaqPjKpk62eRHs3sSKB8SGBU2dnfM+apNomNotgUCgh9QB5vgbNcod2gVfn
EuBWL07hBlKye0NjLw8CWtcZad00KIlw7gkEdUQIzxv3bmgpOLx1YsTnCdBxJ6hIjYFDEgfidd+c
KbJ6SKWMMIBJmhLwAI4AHciuyhO0UyHYp42CHqwoRnzLJs+Jf1Wis44dzYYkQBEV1fDUGXjQeGX0
PqnU8CFDwgPucmgeT2YOiqRHcEvxYvNswjUF71fTHsSc/pl2ntpncGDcUOBXYZxTkRPVE9/2Rdad
4EYPuzzg/7YAmYkDVhUPDK/q9nCzy4Mk4nDeVGMc2KME/qWcBngENjWYPbVzyzmlu7oyYI8kDH43
2m5Ubif861NPYx1QiG/dqpohj4GRy95WZhtI7+KxJiUJkDzVm34s4SA9xAzGeQT3MErvGoVl6sPr
vVR+btY2VGYERHLHKNu0dst/QpiX3xbmYKJZhlpa1rX2B7OsdD+1VXrp9FwMDduxP9MuMc7eBIDB
1okK8SNNTGeXIfd8NRz1h1cq29UQggzsVjoB5Ypsy2isb0U/jK+T6+V3FcEVJIiVrp4MEDqzDYFq
D+CPKNvvrciVZwGB3tivWeVam851630FMeltDifD0JwaROI8j16GNJLoNedU+Z00CAKJBzVs4gE0
G9Qez/ZAUjYsHHBTg6dyhTYLRMPbBk6safWMzFO3kPWUZuorCFXf5JAjfocbIv63xzkJiOuJs1FY
+N85YCjQIaMp0kQJf0pgQTqvRGiMc7QvIIdBflw/eRZC/VwexbUySwIhqY7G5WeiY8MiKGkq0Mqr
lQRj6Q2Xv3/K+YTGeozA8z82urdwyWzMgEK1VnrjixuPa32EhYRs3hxFF6ft2gaJXw5LT6vXYP/1
j9eHaIEoweaN0SSXHiw5Ud63H9obsYeJcrDt/APoJB8wMmpC9qCPztHYlZun5Li/wJnfxhWw/tJn
zRLmsrHNtpJ2ebJ7iI2aLwVfy2AXkpq/eMBP0zKlbVfoBI0XmBE/JX30IBN2mxf2n+uDtpDEzvua
2Nf0UpSpT9D+3NlDHkSEPKZ1v2lz5het+vDMNUjf0hjNkj8cQR5SWIwR3FG7cGp1HELL3N1e/5CF
G8XcBnyKqOl4kVmfyiQ/EngKmx576Om009WPplhjci0N1yz/y4HpItAKUSeH8EPNi9JHne2tpVCA
TdVjxsr7OIcZ/fVPWpj6uZxThssejnadnFwcmh/QwqNv8DzMw6bD0Xr9FQvfM9d1KpWdeCbaIyfE
rkfXM297w3srab8r2uzIWPNkx2uUr0sc+SKNnKsFASxT1ALy6kcPN7DJQYJWw/gbnp3tGoZp6Q2X
hfdpq5DO0iZX0XjsWthkxAX8B/J9Z6SPJC/D6+O1sMrY7D5JzNxjEhj+Uw2D9ZjmIVXHBB1tzWqg
UF+vv4QsTfxsp6SkMFhTCPPUvrP35qyfM9iOol/tD+/j9+7u6H0gQTa/XX/bQrGazW5NrcdS2oLs
eOr0BYzotVVp+BCZc7dTFpdHksXNRqWqAjk5hUHz1jZEu0LGWIgIfxnUnyashh88ztrGQQZRHoXN
4CCU/rz+VQtD+D8aQjGDipun7KNI3hlMj2L9hvzL/7eHX3bTp9+NgjRTMBezj7ScnsVU/p4Gkvlx
E/3baTLXEGqlhEO5zJxjx51+R1xm7+ETXK10wRfWML1sn0+/XjGooBlJL04ZdAV3bptm94lloChV
6foi/Cx+F8JZK/QsrK65kFCJxGhARxDi3LD9qOTPqepwTZpAUk0CJjp/NJpAQorl+sQsLKi/mcGn
T4vtMXErhcaRyGBhj0p18kEBcPt+/ekL8WUuKlR5RZ/COGI8JvzXRDQIKf2l8uh71bgS8Zd+/2zj
Z8JVXl2OuPW42Z+Cs+98XFPVWJqI2TZ3pxG1SrNB+7RJA67pCfXwh8HTaN5kz0C0hI6MfOXmv/9t
rGYHZe+4DW5e5ngcgFhyYBY+oF3igUCaIee//oqFwZpr+qgJdBQk79PRNm1k+ELAqgB3nOsPX+rh
zQV9Jrdg0DmF4KbkfIDN52QFnWy7sElGfoYmTAfvaa/a1oTar8Bvm1no4pYC09fOSM4lkLv7opRW
jvtT3L71Y8QPUVSVpy7t0vcByr+/jHzVr2FpJGanEoyEXNOBLfxJe6YA4GiEbb3XrwzzQrj4i1b+
tKdM1DkTSY3y5EGHMUYnA/B1v02SYKzIoarzldcsZCJ/UaSfXiOTKErBxBqgW0O2tlXuUFoNxiE+
u0l65KZ8NS3oaV2f3KXxmi1Oq8x6E1Wd9NRZ7w07TWW18uCFU2cuMFlLALMn51KklekBfpcvI/X2
0k1+/dPvnqtKapPYYzrCSioSHBA495ma3Z/rj17g27C5Io5rOZ1bTLZ7pJe+VQy6KhwnsH5LQ3R7
1HbEvo5AAR8L1Dd5OUWbOhut/fWX21+nhnNlK5MVrmxHPLhQl25GAnqpzob7lEwmhIb1SqKztMIu
b/+0wlpSyVZYRX2qUHsox2ryqTwUpQGh9X5fusVRjCv4hYVl8Dev+/QmdDYiIjQuolpaEHp5bLje
5snT9cFaevhlUX96uDswXbDUxX7MMvjEN7aAF3D7OMHl4l9eQOZZWapznsm0kacE9qDoBUrs9Th7
vv7wr7cemedl3oBOfmb18iSgHMzKc1asPPjrNUTmko7gYNdF0lT55f6Hc7nt4/i+ayPzT6VJ8iAu
Cqz/9gWXOPlp/AUknXjdQ0eoNu+zKg6LhK0M/NLYzBYoWmzd2Mu+P7nmvmS9D4DqSlz6OoaTeRYG
NszElQflljh74rV5MOqnWAL2kEGkDe3T6wPz9cIk8+TLAtDAGiNIUvXoaht/ZaNaX67qnX+9fclc
X7G3tFNVJlRzksHzKb0l6bMBV023GJBMpn6VroE5lwZrlikpwnhcAJRyGno31NGhiXkI/nGgJwBh
+EpbZelrZkdQX8c0Qp+tO5luTA5FPYm9ktDVNg1ZHZuc9W/oirtBkXjJ5vr0LLxxni6lUoIFVkDN
RbXpTUvcZ/j33cSWqYIsRvHXJvGxsNc6UwtLeZ49VXySXi0QQ4ymBrjc9jO+cjdamJ35WQHsyMQi
A9vPKs3h1iRDG0R9JYM0QkdKJma2RR5m/NORQeaKiCBTCzk4TX9y7CgONNhxPpyExNF1UHklJXy3
UXFM38lYri2+hTA2PzoyBwIVPIXlC7hm5ZnmU3Ef153ewmOG+g2ES/5tNcyPe6NpG/iMJPJkuyGc
JNVG6w0okHdZs/KChRUwl78DN1HVEjy/E9a2P5CL1+2v6wt5YQXM7YBB/QWmS2Jtuao4wN7rIESz
F7QBVL4mTdhEw8qLFgKaefm0T5E+5m5q0KiEJA0E6qz+HvCXkFq761+x0Eom5ixpb80C01lZwwno
oRF4FzLuGSmGm8yZ6kOqjdK3ekw3fDug/TZ69n2ToXNmMBSdmo6oTSXR53VYla6cPgt8LTKXd3Pg
glxyABdOcFiZfOgv74Zm3OQx5m8004/aaJ6NotgSNF5QM4QVBIUayPXBWBrpWcillE5cMGxqKF4E
JrsH68MtD9efvbQQZ5EWBkGjkVdY6V31wxXfmfinJA+otP+uDsADVcpZNJwYZHDs6iU3nYCoaGVE
vv7V5txJGNBMBUQJwOyyTTemMe5b9F6vD8gCgcyc67hRu546Cv3uk66sER3D3AJeKq1OrIEMHdr1
9VaLutt4FZ2+95nBcTjAz3ADqEF6mHiqAioKzze9ethkfUF3Aoy6H9d/29fhz5zrghGofZSAEEIX
rKj9zDH3Vp4FJN9zk/zTcoAu7H+nrQOuS7ejgU2dH1sV2tnKhP3NQ/63vm3OhcA4rPm8tMeDh6Db
1IfsMT7JZxKWYb5NttK3Q7WtDt6xe+Y37qndlcFaiW1BaMacC4QVtM0jAFWRGd2wO3fXHwCD3arb
PPGNs7itT922OMT36iY9lRt6So7RxnuuVkq4/5+5f/XdlzD9KUpmrq3zRCb5KU4akwVjhK55Yw0v
o5PGYFgSZBoJmEP3dGyiDhKo0EkGNcYqbyfZkQ8jNuAoY0s6nF1Z8pvS9ASwGEgkQXgXxYWEbvPs
LA1aHFVeF8K3QW73VcNd6D5EpedLR4sAzqE17qaaPYx5IcOcJzo0zCECoFWiaR0BEMkIJwege8e7
uKDytUI36o9Hovi2BqX23btwvCy3t7a2Em0INqvjW14szwZcg7YpoJewOiXOs9nHEgY4TPjF5cKa
92gBjdaYb6G2P/4fZ2fWZLeNbem/cqPeWRcECZDouFUPJA/PkKNyll8YqZQEAiTBGST463sdl7vL
yrKc3Y5wqSyndA4HDBt77/WtndqW9gBY0vrYWhscNfp6dwoNTm9sprFMHAT8V9p1PI+Gyl11bUN3
cTjItwGNB5AwLh1urVuAS6j6zlx3qI3e46znkaRigfdaeEN0SXt0A0rWyMxNMR1B2J7Lr5EgIkHz
gPcYtBIAHY7ODG9hMp274gtrIv85KCm8Lopyu40qP4bqHo02WxD1yepbbQDydAu6bv0GfV+Tzba2
my69cEO3gM9rbx8TO9458uupP5xuGr4szxKeJuXelTZ4QZAH0TihGNNe1VwMfYl0YosM6WqdeR7M
UORtq6brOKz5RYTm2RRrsjjWqwzQnGDQvjLC4HXnqjlC0RGeIilFW2SROB7MmTO04Uk3SPyxKert
Dry14DL2Av++60CNSmhXilMw9s9ywfKBdQlm5RcMrXlAgy7ozv3zlelnC/K7w1lJgLUuo06cVv24
1sNOl/KDSOmPNz/oq36cQIBQyIh5vYDxLboIQiTI2yqCGpsf/tqVn+/odxN0nIhaDfoYLpxaDErH
7KWaRvVB18CvcfcfTP/39ua6kqOjE44V4I6FGcSk8nVTU7Ereii/i6ZZ0R1tgIv1lzJriYlynMkB
w6o3l7ZN6N2uuhsybbARkRFY6YlN9Aa1O/fBzf9sQ6E/3nw/274dhbYXULgWiEX13ug4BtR16rOy
+MjD6ieD4z28MPSQD94GYABjAUCdui6axz9/dz8ZG+/9nZlcW4Co2uDUa0wCaDC/jApDXo3RB9vh
T8JQEr8bHS2YmMUyDsEJHXX1RRy024HjPJNtHszEjIE+2NclVKcGOTI0fcUL8k3o4byZ6nkFYDZo
4G7z18JA8l4GjcaeuvBdi715OyrzVHcqkfyDc+NPBsJ7vXODINBB8qMv1u4mEN2FiNfjUvv7Yo53
H7yrcwjxB1PhvdS59KJVtedRsGB+PaAZSF12ReMfu6LzDrHoN5kUUxS+iWncHrF7NDg4+jqvWU2S
Fa3u+GUYP7VIAmVYI1XWOAapcFv1h9r3faDQFnWAHMXuFetbtKH36AQqZYtzSbwdYNM851EU0k89
cUuC0H3Ovagj2WwH+SyY50794Pp9hc7Eq1gU+rqmqLiqjpZpFGuz64LS23XMW7J2i8WF9m2cRUPp
o43O93fCFjX60fBv1tP0gATY8KlEW9gOyuswFejU+iCL9MdpCvKrjvx3q9UQI6L0ZoRRNqvMDg3n
0RVO3VASfHjQ+clkfc/lm6AzbqWHNJvyR7Dm+Kkbow+GwK/5jT8YAu9pcn05o+dQYJShfmunZJl9
Zo6KS3MfgzoxJNHYQZkiZei/NAGs6IZ+SLZJPTezPgSQw3xRpPIRJXnjdlIsHnLfqWhf+12ArrPp
oyas8xHlD67yvQ562ehip3CdLoLBdVlXj7AgWhu9Qz9leKjQaP5MWiH2JCof6VSPH5x4f7aWvYu8
dQtTiLWtBbbl4hUekg+hJY9OsA+ODj97re/OY/WA/vVpRdpOSei7ngv98OfT+mefex6ovxuQdUUR
3eoKxaLR5I10Oyb1B5vnT9ak9/LhyDkKRgcWDM7hGQhJFunbHXiPe95/1LD0k4f+XjVbNiOfZg+U
feOuLZrSQrCdzEzyv/Zs3u2uokWwVZlzqhQ9qjo4TP3XP//gnz2ZdwkBV5RNFBHMUfQln4KOvU3z
vAPgMsNK85faIEj0bjjOfTmhvIidAF0Iwlx5XZWS5sYb1nRoPvLT/sltvJfJFqrqxVIHCoYw/J47
9a0L12NVzNeB/ovR3XutLFRGvFzGQF/ge9yuqrdgFyrLPljQfnYD7w53K9rlW28w/UmJUO6acfJT
ES/hYxtH7GmL/P6DmfCTYfpeMau9cRUw3MXO32y7WB5q2u6o+mCU/uwmzl/6uxnMl9BY6SNE9QsT
JEG8PAjunislMrpisf3zEfuzOzgvH7/7Els0WNw4Riwd8snECe9kWohPf/7hP1mD3sMf0Wk/6dAn
08UUTUUSdoNIsAMHH8TIP7v0d7OY9vFWdjGo+4JvGbw8gSjM5vCDAPNnD//dTKYe3/wmRgq9c3m0
5SBwLSVkGR+82p89mHeTGOuElDh+49VyoFH4AvP1v/Y+3wNPJOLFqaRIxI/6mZTfCqD3JvvBAz/P
nj/af99tKW6G0cG2Vlj3ZzIj1vPVbi47eYLxusrE1KqDXOxvqLL/flv/l/zW3v7rc8d//g9+/9ZC
UKhAZn/3238+tA3++Z/z3/m/f+bHv/HP/bf2+rX5Nr7/Qz/8HXzub9+bvU6vP/xmZ3DYc5/mb4O7
+zbC8/7Xz8cVnv/k/+sP/+vbr5/y4Lpv//jbWzub6fxpUrXmb7/96Pj1H3+j58a4//795//2w/MN
/ONvD6+qfjVf1et//J1vr+P0j7/5hP2dB1CFkYDQKAjPza/Lt/NPRPT3IGSc8jjAHwr5OaMGd6ep
xHeSv4ccSn9CgMIPWHDm2Y3tfP4RPs0n8IXiEaEsYhxHqf9zbT+8nX+/rf8yc3PbKjONuJrzrPv3
4IhiDjFqIEJ6vr4gou8PZgSuAmJDovJQaeVuGbXzlceqGOh/eG4GGXIfntxPaFGaoSklK4P21LJm
jzw6oGpycnGQLcMUD9nvnuFv1/n76/oxZjxfVoDmEHCcQj8CcPJ9zMKqrrTm3DFRgQxQXFD41PgZ
n0tvzahrystuMt0VqCgQWw8Aw9/ChG/5qKb040KFB88IurlDBi0IJZA6v1troxZFOQs15F56TcD3
MpBA1zFeg0nvOoLb//NbftcTc/4+FtAY51GGN0zRWPPj2l4J4ajpy2gfrsU472wUvFTYOsoMCmTy
y6Ka5aYuBAjVBkaVqWCVpQkULcNHHhPv7GR/vZAQXMgYAzPmFA/hxwvpkLpjUCazfS2nds50tNJb
qLrkVxi7+teijsMmDYC97KFF3NZfiNeZ+zoAJ3w3Twg1ITKyEiRQ3Ufqg2Hx4wKMK+M0gC8zJT4T
xI/eAxEBgma0jSu7D2OxFHkIhkB4GPQAmuSfv4z34w9fBD8QDD4B/CHn79+9LwzUxF0/733ECDDT
7Uno51MX0+etX9h3Wq2AEGvIQJCLCpFDLCZTDLs/v4Yf97LzzQY+JxFs5nwRiP84o9JewGdlNXaP
k7KLE1QJNcgCq6PZ0g+BvCSL+qhY8+NW8a+vBBoM1YlQIJn7PreAntaBIkc679VYd5/1UjfID0Qr
bEthqMgu8L+6zOIyGP7/jN/PX4yVjOON0hjWQfH7+e5Us3Wbm4c9LDUJUAodwYJTebzDSKvR0phI
VWwfeab9593i5VIoyEhIsRKTd+PctBF60QMy7KFvLA+jGPwm0bZavhqIB75S3vZpXyGT8UHt5jyP
f7/k4l5hNMEp7hL/L94D1CVgb/486WkvHc5JaQGuzXcAyVakuTVE8Huc3iOROkDrTS7AL+X7Px9X
1P+1pvzvS4hD9Kqetw4wBjC+uXgPsULVr8CKhxwPuoHOBY7pxQeF6xTYllyVE3volh5hVNtlgRJw
gAEA5hQjj6ky6dh6MQCdkPg8MBnVa/ApHPrxKCdfHHqx1g9VWfk3g6Pdflyqtwb1mV1gYDxYbmbZ
UT41aVGoImFDPWUeis030rliAHOhYSevLeCFBZOL/lA6rzSJJZDNglChvNdNgEFhwdSQ/dZ/p31L
oZvbLswaRMfRl3AJFnZEs5FUhwZYq4sx9uKsnZD/Kru1PNI1+N5vrX8ZBVAvlxVm1KR1fF8RvuUc
KPubesWNE1neyoDdwGSaH1UsxUmNFuBH4vXmF78SL9PahMDwcXpZdZDgQdti+oyO0C/BEeOi7ecJ
2bMZoXnUeDKNFxI7kAjRYpEEQt/bVaMaQhWxGVRKy8u6qWFHsIxmNZtVvkbYAXJvs0bdG3Tv9GkM
QAWagiLLugYFGc7EACzK1EdlDh2orlwqTIsFCKhoX1zYKd5E7mIkpE1Sw8h6EYkPrgW2ao2ZBY2a
NgqOmsqs1RbuYPYWitvYG5xD/4yOS7Qi1WyKUamN+g2Xw+jAkrXou88VPhGM0XChMMyLJx17VyAL
Iv1+roSY7bZFhmHYQalsq2cAdrAsg7TfIBkfuvV2bKzPISct8esSdRqQBDbh36mhcn2sfRGfFRRh
W+WKr9jo6RxbDXlugB5KlIUJclfnL3V43n1sdJD9a0de/bkxewZ1a/h9kj4+1udtaO9QYcKHbGLt
PksXcB8y1CicSeI3DEAM5EGxiNVyxDqjC038rJ4FrlpCCFVmIzX4dSAa8uDy7H4CHPJkqqxoYlye
MAvBhUGq2691MkqYUl9vOPZ1aWxRs4b0HFamacHXyJxWv7fhZ/gZANlb0GB0mbJtCyEpto3L0A19
n3WDx+LrsJ3x0YsHcl3eD2QYLkaJst/JEIuxTJohBuJnGLvP/QzHZ6BZgn5JA8w3PCiECwCQl+bS
oE8p50bLJY3OCd7M993gjoDv1HfI/oB3IQR8hC4bj89FvrAaBRAf/bfevRRFrT6pcA6n3A1VY96U
539Ds5uT6SS28CsIMKu4WivW3XSc0TldwnPZjG/FBGOQVq48ccyRNy+YyKUNOpn14Vh+n0Y8KxxQ
nZIZa8MOxsjzsLG7Wm+mPUB2G3dpU8U2SsBxKV4aWJVNCdfmYgDJ2SILXHu73m0A/XQ9O69HJSfj
6wxjeQI55xBBA41i6EMEbRkF3hep43wgDJiaforhskZbHd1WtWIZQylX3qytVU1SC39Th0jPWMtG
BrdhuKQhIzbruptzVp8ZIXAiXoc26Sv4je51ITBYJtGWS8qZMpAvdwxy4KKxIfBWBpTkKpihmqaC
uF82mFmbw1z1nsyqasEW1gUzti2tGE27cCEgjrDSYUVnExELVLxK7E3TIJSZKxYVFzLaAgY0TQHr
RsxNuhsieFfvkQcZWeavIKSYDQfdpBmrKzNF5mBhCmQu4WbGcx9WJneVIF4uWGtufN/jJ7vWi04n
5jffTT2W0JiL6oYixX+JHn4onjFzy682Jtx/hBkvLNHw0ADXkcqDrNiCi5mqaRoPLdIMALTUZZAB
LiOKFMRQsUMJu8arr1GNSLyoEDxtRxCQ+jJkX9xiznOpR2FObI2DvrqAihwa9gsQkMIElNtj1NHh
mugA/gSg9ioYf0vvgMwVsAvVWkS7JiyDxzmgAEsxun3CPooO8XBBac1OfW5dX9RHUpUMbY0oehuy
aVjXGO9U4yiUioi3ua2X5ThWvfsCPlGQw+1RXaClWV6haPxM/KqH2/s8zKkKoKSApGKDjLPplnvb
VDQpUBYWaWkKMu1jO83JhLJ77vkakd+IwGjF0tz7gMd61hyx9qGMUC28W7FOkfDbjANL4o08eq0C
+kzAsLoOu60/luA2Z2yT4rj2KAltyAf22TiEEwAQXoElagSLcQR9tdzFTsgwryVs0a5V6MX3xuvZ
bSU3LOlh1e1iW8BUdlIRR3OQ9LGD1lV966Csk2mjtXgBOG0sT1tbS5OOkF2b1AB6cLmg0DddrfEo
3hwcab51CLt2oEwhQdlAULMDQN3Pi95URzQdom9v1B2gXqJ2x6b1R54Gnl1UomI4cRWt131aZt0f
sEcAQxV0p0IQYNegAdLXgJdMN0LXqOS16OFarGa3eIY6kw181+axxkYNN5578DOb3UZmfnK8I18C
tgjwGUrcfYKQwcsEzDduAzO135aOup2zKPwnNBjCelcp2BCntVj0sdJVc6/gjJIvqiuvwEUByCvU
FXgYFdo3yFRDR9+Ol6IiwHBgmYq/8SoMjiPa3LBkjxOaLtd6vKmGeUHD5QwYWsd7IC9s68JUIXPy
WNWBd5CTwNzQvLoFVmNTu2IMyyeyEH5gMNzcoSNA7tmIOCHcgqwsx6/L1i0ZjBnjGzLp9cbG9BPj
LeT8hVn2a7Oiz60Ap5c0xZYh2tnMjuvKXCvne8coNKBmLQ15QzA4Xq4IerKZYMVLizkqQS+xwQ3o
IacyGqGhPBNoCtpvyRTPKBDLKAbYecLrTvvOVk+hY6NJDPyiriNaVTdLC+/6pB0kSkgS1PTcuBIo
BBfWPQWDAjmisvCPQGR4yeYai5VP4VRqZptPowftT1Mm1laAD1X+c+gzf+f16wMAKY91vTxMMUgs
jW0hitSbZslYFuB9OLqdyNoHJ0aKJxzfv2srdoMvv0aLbIEaplfzHFUHKLcVXLPc1WrhMCS39kxU
a5B6kI9q8VhiN3RpsHh75P18E+uiyUhPMCGH7lqbkF6NKwd/ZVgPlon6ivL5IexUmUuklFKwhrLW
xSbxV2lzCiTF97maXILIbAcmAbKGXjmmRaTLJBqo2YVelLuST0dRdgT/3fA01MN2rUa+5PD2JSBi
bfopbOLvE6CAx6GuP3uMeafJwEaGNwi2IiRSrS2fa2JeAWijiQIRLAWbZcy4aJYnlKu+YAm+wqp+
2wQ9yXQ8V6DMzF6qhDsLSAzLt6D+VjqY7dUW8F+zOGjbx6tNl/0OkLQoKTn0jg1ii7xkYW7goYb0
jNwPA3TQWIfUYVPrW4cm5pQjzZDMWP9Q5oB/ehxpwGx6HETgEZYFwK9kEwgte44gCPS7UV6vOKIc
WuK7DNr3+2bueOopcQBhEB1TZEtMhxA19LrmUMwjEB29rr4J5fUJwso4QR4DYB0Sbi8wQ2FJbMfo
akXe4gDg2afVFd0FFs8gKWDTnADzQx6wJj5qFxa7UqNVPa5cnRFh4wpOZKBEsH4CKnGsJzQS8QId
rTXMVXjhZc5vSApDmNdeDCzbtHdcqw6GfAuFIUobvdGK3jKQ15gDQa2NgVCGtT0KDbp4Ki3x4XRR
DcnaMn4LKsoh6EhOughYTbiSJcqMwX7zhi6HwlEmq+y8Y8CDk0NQcvB5Vx095ofJOPFH2OUdrMSm
T9HneHAljJoTEANE1qJ6lVU+jDbQ8HQdLQRK1dEhot0IvAo8hc61BF3MNjGmdIdgi9BBNt5b9KFf
081up64HFWZGMHqpYcwGTXvQ5SARPoEd5wAKX4ajN5DgDo1P9d2ChspTpaFxQzYFttfxKh8ApzH3
MFLcdqCGBC8WDiZvirQtergIDxMm7fbMaED2YxMhwgjNF7dWQ4+tg8nXxvCnBjvLzUqgtPTRK4Uy
VmwvGnRXXemRxynZKM0hv6wyObd9ky9FPyX9IF8ci5A0j1C/74YFaQznteD1NVFaLiU5VL71dpIO
LxSVpWvT+N0dWonqDKa5+9D0I5xIGv0cWQIw5wg8IPqBw+YaKSADzOGcT70XXFc9vGoodBRxRuBY
flwhJHdpPcdtqgfE/cRXBEPL/1TMbRbWYr4RsR6yiVTfBxxiwYreLSWM2pMgiuobHJuFTiJK+hHE
dh85ABnwHY7nkBL1gSxBXanKIoF9kxmR91HgvszjTB9KNV6FS9PnYwe16ATEaToNYB7B6ne4mOCa
dr0SEYLHp8d7uYzYjoDsGmXicdecAHOVX0LVh9k0i7hJkTtb59QzZoQodIjQgI40aNqyzflJ7Fqe
orkDCzTEHPwcUcKyEywlmYaVBuZobQVoiBZnMLuuzS9132xjWmM/KaAm9aMiGyDcnJG3Bf/yxJCX
BBa+J/SK1FNx8qphwUBUgQKce4kQ9oYAWVfl3D5Y0mizL1xg+6QoY4RxsBHEETgeF7an3cpuPVAb
sygoqwOix6FMy7ZdQtTCYnNTzGt3WwFgZOAiwQTODxjVOxykwjVbCq9HLQixS+4sB1ynQoypOzme
yMD7F2fDHipNK/tcIFYL9jUSFSwtgg6eQVPT0iMMf+Jlf7Yg7WAr0y34ttjlA+ttnUSiii5dSeRr
7NvhVczrfFqbWOwAgEeiifYuwfq1wRCSx5fF6FVHhHV4BFWFfgWE6d/hGRhmhRNjAiaHOuIgiDOb
Q6sZ3FLY5h0HNfgarFWpNe6ELHnn2fgbCyt1oqtqzsTbr2j+GF9xW/ERIdVq01jCnNkfoLjHUMUg
j0dyALqZpRiI5GbyfQb/6Sm6VEjav8S1Rsv0eeu5QfBSHnE0D6+WilFcqQf/HuTRPw0M95mAGYd1
sjIw5swbV09dAmosNsyh8YB98vyz5VJd1E9K6jVv4br5eSPFusO+vOa93OAbioQPvdU03q442MtJ
21kJCFgAnfvsavbS6tG/bApAIi2YZ3feGi9fKzd3rzhF3oTIa33qR2MPhk80A50MSmUAWSyGYPhQ
ta2+h54LgNc5YI8VHJMfyBqb3TLDh3GZgFhFsnVFcyfIqCOhzT0U7wQmSzhwz6bZEk0A7k2DmAHd
1CN7VO0YRQd7srXDtu8sVXAoFewEdU6clQPhQwa015DyosQBBWd+OL9EsDSBJcIqywzG7hF21oaB
D8/eFhvfKdrFSNX4NKk91+HcIm47KGPQwNoi8xkK9AcNXCH/aQs4h6rofl3WAksc6b90xYBDbq80
B/TfLp+YB4lrgzUkWaR+VdOwJUFj4xTeF0MCvaBr9iu6l3Mu4Om8M27jN+WGKCEytkQz2mTCRFFK
HnoG8luz9TYVcwRcmwjG4mtUjuNN0UXhCc0LX6YBRNaMgkmQBzCq3wlNXI52SXWwmjcrqq2uzH2w
mvEgnN35cfzUjd1hmplNa9/sfcHg5zxRmgTlJJ6ZX+2khv8FFtzrdQ32JJxBnAT1bK1vBwQ/i5zD
wzRNv7h2m9NgNfQCmdsFrLKzb9jK8LY0en3SdollBlKKcWms0ahdxv5B96T4MsYOy/Gi/QeYUux0
o9YUfWfdkrYxkfW+V6taEIa4aLweJAF5LiRIeh18Y2uc3/k4TTiKjgC7hXXlkXQZOAdybMNIQEsZ
Mua3akTIndB2EuLkZN8UYPGTCZRgGVTlviUgQx/DFSHETdmSscpGEARhzVN2c3VU0Lx+l1Npl1M7
rwUcbhlSnZC/JqIas20YcA400cXM1jFZVPUMerPKwGQ9NALWJms4XoRd8KXyt3JKVpj72TSbg+ay
RM7KrfS0wg+nU2uuWPTk6epYbcvLuFmOVsQwTGFFNF5mIOmNUL3LBpVgkJsVuiDhKv6CggcodMpF
l3qCSiwgU5lBRnOIYy12MHb55iZxFdDiAkP/CerUvV3Ky6EFUNvzTJEXY9umJWsQQK93BSjeaVST
vKDDfdCMQ4LKxmvV6B4HFX7btHhp4Rrej5s4+iW69oJOeAiCalg3TQWHRI0znADR7gp073XZ8C9t
F+/1Clu3UoR6D2LpHcAMDxObsWJVV0vcXFK4jiAzJjY4oLhjVEm4rvrqBKH3V8eHFpmWcr5sY5Hj
gIQym/YpQnXwZiHWN8k0Ykfrm/ZixIKzI0PQJP0Mq3X0JBr4YRXwXHDuxYvPlOmed7mMkZ/LjeHj
chLd8qZ8CATR3aBhxgtOCDbluLiM6oGfNEP+L5zAIlZI9BQED5RO8IuIEEd3/vOoxT1awumeFpI+
yRFcPiSGrywMfO/m1tMXNiCI8BusLYbx6rU704eSrYw9njEdQjpds0B4Owu21oYiv9LPSG637jtY
Dr14dIUu3tAcO8kMwepYXi8jzhpJNfuhvRiQpQWTrxV44g6bocv9qJFftQemYh6FbTvfhkZF02sd
zGiuB8a69i5cFyJbkdihXae9N2g8AMn80ksnQCh50jekQPMXIm5oR+z6OIzLnSm9Wz+en5DGT9tB
+4cQcMEMndRlhl0O186gregs3KWLKMrJrLsXBD9xLsnyhBCxyscBmUbbRneR5yFnF5LhqvYA9rOS
3fLF1cEe+CpLoGLsvaRosM0lk5ybT4NEEL6uoS92M13IM1K4mHFULGHqFyXXB9kUw6VmYX3sgwiI
QRVIfScjc76/kv4i8Si7pK0EyqG8jqY7BupigRUqFCcwC7wAMb2cj6TUEKnA2Zwcxho5CRBbIOUL
G/48UcfdxVwVJYUlTxM+ElV8Q9LZXhfRGqH3NWBhWltC+9yXckb3Kg70OCdFErlcsrzEpKuSFYvh
XRTMcy6DqTt268DwjmqZIz2jr7c6sneRGeY7vfQsHxnFPKfDm2v0fIToofxcYL1HVdHzIEWaq2FK
xo4gNU0qFu9JIySI8xO0uoNDerdHWl9PY8XTum6ba+jNgwScKIaJYJvDPI/VZ5SWt300+1NWbovJ
/BFeIQBefsb6uJ4gvYDdMHasxHNSasz2SV7SwlIOhQQKDDOqZDdGSpEOyvdPovSRUqiHBq5A1qnT
JuYut03AjgXDW05KCSVa4yL+CNhO+NTPRucdDJV3Q4nA168bBB3xaNLeRxJzwg2hjFibVNNWZVbR
rcqAM4eAgpXLKcAOl9HAhDkw6MhbdBGKQl4DH6VEUhg57rRaIUkJOqi+leWXrLDN51Vt8z38NF77
tZ1Aey/gYALvP0RATj6AogakwKzvarPWlwFIlXe6Bpk9ER3QgwO6LPbQAgRfl3WtTwHYoBhVGLrg
6CJVrZDZXVZhTzVRJp+VlN9HDkhaZ9ru1cPel5StXeEMMr9ZJEA/FY13BZ7+hRcSRGBiqhAMtuAQ
3J21jjmAXlVWTyjVxw3OShWfSJC4lkZd4iNGhjOor5+k328LkqY62OmJuT2s0DXaorfoaUJzB7zd
K7QpuxJCdBPD2SBGJh53rV5Wg9yHQ9iD1IXwd35dfWvKxt8pxstjOC4PblvJoeMD/6Q84fZ02sTX
pWj7Zyo67wLW1DALrZlIG8HhACiQNO26CIRYD2HhRTQE/IvH5fopqhaSSqBYH1FZYHkJWm8i2xZU
+xLuuJOC/npT83AnCjgeYQMMvw9o+trFZe/g8cnCLKDeckR4FGcNQpUnttnueoa+J4m7ek1L0Yb7
0lqVTR0/Fxmm6rHntkp8M9gXCIC2PSiRbRY0cEWNu7K5ivrSXlb+UN25ur+nlpf7eeI6ZZHmOx5o
l3gI8H4xQaNv8LaXu5j3wcMyos0WP4nto0UhJ0xJS73oeoiZ2vWDQgIMlaikay0O6A24oTW29Q0n
j4C2bxzaoQRpgPps88jUlHFVDzj/4aCchbrEYaOFTjNpXDgAwRvY8Y2gcERSbyj49dL1K/I0ndd9
WQOvBgAPgE9sUQZ5+bJ5cz2lA0qagt51FoYwGcSJPnw39FohXcM6fZwtUqYo58kdc8sEZ4keuDRi
4UmB/PCuoIiVmD96R1Hxdka7vVKfLe1EAHm8XDy0iUvVZAu4G3m99vwT0CoOEyrqkYWM6JXCfTfH
pZf8gktv3ldbGwGmbOJ5b5wvH7FNeRm0PTVAx6i9Otb3T6houDt/DE1GPIG9qoFYWAO/Ckez2bti
QahzzWcGTbma4zygASwkmhGGw4X74qjDCTmaNOa62C479JgmsCQJ9qwetjyIR9CPO2gM6BJuCQ5o
MEmAu8exqhFHxRvDcaNAxdR0s38/4qGnFWwNbpBLDneRtmC1LkIdQrEESchKFK5J4cGmAcmteWie
11irN4JRrlLXIkFWLl2IVRKOfgvbtmNT1PKWtgAvcQujkV7bA4p0SDCaIkCIKGcIwVeerQiIUpyq
kRW1QuUKrKVU+9q+dIOZr7gKCVzMm3WPhIKXUhyfMuFV1UEJnOFgSIsznIyQ4LJF/AmdUFsaRlbB
cqMsrxiEgVldWPc8lqTd/2/qzmRHUmVb00/EEa0ZTMHxJjz68GgyJyiaTPreAIO3qWepF6vPz7ml
q3sGt1RSTWq4Q7lD4TgYa/2t9sV4hVD99kPOIuDaT9/MVZg1ctF+FN5IuVzlqwe/26x71kvvb5Gt
ipIE4e18JKlHdBfchGLyPyeLVOl6nd6KRcq48TPRhgt3wqFKHMVD518q3wSKJTXdwdG3X1ddH/JV
/EBk0RbCmhfiEu/wYrQkw641sjAju7ge5ivaaPzDQEHWxzSm7JMQw2eycWGvFS8c2L3ikjk6gFGl
au9YV079lyZaTRcgS+yYe7TQFiZDBx05LasJSc7oPxzShFubJuJ2mE5624rXCphk2/WksLNmiv5o
qWR9XCfENOGaqbnnQxRj7HYA1LGVeZAfW4d1NZrLpjlNSd391mqsgXEQpeSxVObdnA9bwfhaLxTc
ALXd1tOGKkIvC0+alX3U7jSe1DhKpsQpTR7yumcPHab1yQP4OZndqN7o+uFD2tuitpiFLFchBIAI
6z61TUqRWfL/FkWK5jiYfC89LH5H2+7QJrN7RbTcSM3EfRKLl50VObg/FQG/AE996Zx87iNKCMVW
E849rbyVtP/XNNP1tc28PCI/zLqxEuvKVyvXPeUGX0rYG4X5oRDFJbGiYeqTtlpA9Da1HxpXmk+Z
UyfxoIKyPa+iTHcq7bbnQCxE2qAM00todRlhtiyadlgHleSAHWHinXzhYXGwUR41t+iHGJLsu3SX
LrZhx0PI/89MZt+rtMCi1zQrHqVXmOHoYOmhBnsyOBOnNMwLQ98sg69Y0jAZHex1oTu0LINr3VDS
RpKOmF+UmPiPmaop+eqyzr2Z2809J5XBRoRq/8uhW/To1Kl31Eaxss7Pk7pbOGHKsMrc6Wz3g300
U6hWaowgKZw+I4x9a8W77KlNYZigznSuxuTF6qW6OE5pPJoU9x0Gmz40iihq1UCyy+00ZqnakQqT
ZmFpNJMVZVcoSI8YEayWThXDv7r8Nsm/bzkET8ScUKCopio4D76VRUO1WANZeJZ6z4vE7yBTZP3Q
jBS+i3XNykiU65AetdU29H97AY3bXbPtEunvGptysBHk8uDnICcH13VqmxJbXTnxVhqOG/b2WL5R
ecJUlV7ZPvYaeRyu0US9sOcjczpZ5KZv87WJVWDCSuepTRDvUCMX0TZaHtypeDCzfI2rxp93SepX
sZvgIQMj6V58nIZlaPgNLtuxr/2nLUivYWmtb5xHaQ0zgKvnvExLmh/suh4Y73NziqZ6qi9jUgCT
StfFl6613rUjGxtnTdrJkDdyQK8J9VBRlSuxhuj5NlAK2ff7Lje9htlD6dc5l87MYuOtKzRFn99I
26nWgwOJCDPekBuqEljGsK5XOxrHKniZZ5i1rLcBqQc8fpRmbrzUOg6bcWeOrQPP3kOKpHZ7ahtX
DHsna3zreZ7s6ctohvyp0EKuOzZDeR0ClaSjZXHyhzZnHhrLdosNWAPUS8YMUT4kjb1Ea6+2jHmg
y+JiQ9BF3Khz0Hrcno161EeKd7QKvSrl6mNUXhDfmPahL1Zxslmclj39sktYtE6/QyvEU1YVhiqB
DehmoVgkvx9npAJmnyeHsVR8rtKs7ugFeC+XxftVBzgzCLpdWMMMGukZVbZzFtRUHrlVtlF7Omly
i/KgUTwJoCaps9kfm7UW8WY7d74BsMZt30Tl4uX3NBR0bKK8SwA9ZtnHUCkTCBvjfTQK51nU9bgj
uj99k4mo9iXUwB7ZAJqT1lqfavMaxr84P3UuFNivyuCV2nHX6ZFofu5OJ/NfCt9KjnqdwW8c1Fik
W+57NXxLTbYhCpwXDwPLa8ew+1Q4UHKm5UzPtuvD1WelkEyDdW/khy2tlvWGhReqwmgnoW/qFBYp
Zg8A4QvniixEaKLZRYMxUG3qHgPtIVCiXwfpSuXPlPrkvUyW58XK+Ynn99I9TU1rLK96Gdby/V8/
qbMVuMsaS7N5JZu9nx+pcnUJmNSMm+CHfYV+yDZLfrUxj8hQDVqIUC6WOrjWGc3ij+UmHWdGQqAP
F7IGNifRGU2UlfcF/V4ez2OoywA1lLlyKofT6Pb6N8+2038ZmUYZJKTR/fLt0hjizKgz/WrwsIz3
BvSQjigC6bxzN4+cdMQDi+T8Lz1JRQ2zexwnJoKd1D1qjNmsyN6LLK9oqHCF0BK8LMgCnZ+tosQg
SGOzryLnn2IkU4u5OdRplyFeu8rz4sbyUZHV0qBM0wr0Op0MiOX+oeadZD8khszg0qbC7n5NhuCl
1SsuA/Ikih3gkjW3LXZAkPG0QWk+CjOkrSy9XZTnfbcM5GAelg6OKcEcUZsGSvLf8t4hqgCapFNT
PGwj8B+qRfs+mQbz+VomGaAQy5YTS0JDtbfs02+rUsuFbZKAaY67k55K+nGHQdjI5PAxHJyxMT+6
3A6ex0Xl9zm+8l3C2HJp87Y8uR4T7oxN5d4adR4ZGeM1hWrVn067ZckMi709XFrG8Tq1zFM+YzZB
DeB+LpNXfrVMtq9TnbOik3tyXT0b6BF4sc39Wgq7eEwwtz640k0Z+dbiXBb2ci/meoWuV5pYAbrE
Et+awtbl8QghP5tjPxnPWVs+boaA7pdW0Z/YdzaQ21R1b7ZlfagacDh3dX87KxBhvB3Og0oMzsfV
Ahkqhg+8B8lBzrV/WZzZ3RlyLi/rsog3yG47Zul0UaTI7pgzVf6ecEPElWByUZ3ltTtOzvHWVj4a
JlvkN3lutHe1ZnHP2+C5zKQJd4ACzddq+AVC+1lNU013UFXeVjzZv7I6e/KZ7G6RqH6MSbqlscuM
F40b+UJuaSKB0sjjRN7K3bYxpFH+AHqNXU5UBbVbSLT33lzZt4VdD1FmBqO5M1pD/8uc9//atHKX
E5Extn/Vv7tW/ovR5f8rawva5P/O2kJrdT6q//k//s0Qw//1L3OL9P5hgV8K4lUsutoQzf9vc4vA
3OI4tqSmhGxH3wuQ8v+HucW1/mGCI/kotiyBEPrqe/kPc4sj/iEkaD8/DMii4jf+35hb/pnG+J8y
ZxH4Ln9BwJqJmQZe6N+7s2iEsdYUDTQaO3ehZrVc1cmFE7ztG1B61bfMz9TytXFBEwiEHzIQv19k
7C4JYUuZsF85DXWcyrGIA113p9GsU4H5pASWIDdAf6yTXbzzb5YHaaTbcRO9+aswA/srXQoRWs5a
I7KwVER/0hA7lCv+HzwCtvXPSIH/8iElZhnLFbaN0Nt0/12zj+DHlFuhrYO9IJ2x8rF75eKS6aRl
QttrYqIoSnASrTuRCDXvqy5h6G+aWG9r9U2IPab3yXSeJn9bDr4O5FuQbekL7oBxAgBZHHA+L/P3
Lv2hT1kb2MfFduYnvwwIpZk8b7B2LB70izebngGStfhKElReCL+6OUp1couiEmgxabggRMkAAA9f
Al/4UddUGzLX+p+6usqWDLVYFh2FBr1M4sp8Taxk1+IXKiiJDrciYdXNH+36+V/VogA5qbS2hsO6
0FcAbgai7Cr4tUEG1W23kLljGQg5G0VjRoikj0QGpjsVVlPXfwdwRC9le00TITYu++ZUDz7QbjUx
DZy0JY1WAJ2uUq9DG+VOdAgk5WztOteTr8Yyjx9utdjFHidsN6J9KUbU2WTTRJuWaM6WAnxrhRiO
EMIHmvfmUsZyrf07v9XNSTIbx7MweeFN+Hscn9W7G1bjWLZl8bj6ZUtgRJpf036Kv363GHEzZcm9
nxQQqm5qT7feBGJjK8fYYZLRd1aQdJdK5sZ+2WheKpOyfFzaKt+V49zs+3Z2kPIs+pfyclIgVj3X
P5qp72NLUusMw3KtkkINtRZO/+ZOtbV3PHhflRRXumojE3A1fYIjrMLc5653pZiHrv9hYfQeQLmv
UDN5RbzcidLYMtJKK2MCQyvM4cbAdHbfTWN7WImP2vmTrfZ5l4+fyg923TTcB+YQW667RU1NqlHj
6PEkSBB/Up3tIPHo9Q71buRVXfrDSYS8U7Ylmhkr3WcNVtXGqEGMcamdiqay3nzfH0MPgeOhzRFn
FpVZ/y5p5HsaGWP+XlUNFSKJNX/paDvZwE9WhrXcVbvOWudb2D5/uqGpZ/0lS7XRc4+ILszZk9GQ
UyMTO05S72sKt06IRU+ba38rZ05uSQ0i1skbvkiGXUNRrxSPI06I3JkWdcvAVycM/4/jq7usoLXH
CtrYm0FIPDApb0z7h3Qu427jkiX9VDwuPtosuqm8c6/Bc1MxHLIsuUHi/tyNbgfdtP0gdD9BUKK4
76ZbUPR639QgHakBUWkzva/9/L7YFnpM+3uoCnvnmOkfw3rpO+N+Q+VZV10TAhqTZJW/tWq90MBE
4LNzMdLspczrZzvrjwVAfODUO79YaG3J7xyBlD2B+mQ4yVCL8jCVjeRcGy5NM3waxfI2MGyGkoc9
vHKEZWoBLF3jF3bY1b4yx71kpf17BZ26E4ZoMcKj9Mg95TyCe/+sWQp7prS+75RxW64ImGFFrBFK
amF4Hv7UIIph5Ro3RDIxosxIzbcRir8aL2bQxJxIESVs3IT47jEw+7cqr5jJi+HirtUtspjQIT8L
4R1NDd7R7KmBw//CRc3yaMiUg9jG+a4EGLJBXtfdRKzfCaKlJLi5ubhl4t0M2oM8z4r+myCTZlfU
abnXlofce32wVPthFJn/xwgQiorBuymW5cJe5camp9oXy5tju6nSd6RebJNzEDnQ7n2V3cxsYW7x
vrRKHYQ1xa0glrzkwKxKE/jqtzdjKV+dlITk4k9j989F7XSo8znelbhfF5KithzGGH5XXtk6/z7L
s0vhuIzsZfOTlPx+3dt92NnJnZJT6Kpr2e+0PEsEEKgUD9e1/ToK4vLMb6oZmWlmomc3H7Q272Q3
hKs/M65Xxt0sljle8+6JL3enB/8INN/tTS0z6LHxWW0g32R6hCMRU7bIYkrE4MqT7WS4+V0/eLFH
iauX+30kA42Lrt8IIM13S9E+2ehWWOdQYtkI+oDnPtJcfNhdd+cGfFf54LwXyo9ZZimqr5HqWk/W
hGrd9IubgU4kXDrBLS5/3KsJHW99BxOUavTHRf5QOMYDD/WLMXZhLvltqRAj+sqThUsmbBtsOb5G
KL3ZdaxmD50uTa551z0s83zbGdOvjqTUBGsM7PuncvKI9mwdJVkgD6uZnzd/NPCFjAd8k3fWKhW3
q3hOp+lcofZDkMNyZLx5TnNrAcUXGZh2Vs9PqJZ5q9G2Y8o1HjNlwqg4pwVjdghLE5qoVSxZhVWi
4kbro/JebcWKxN4LG6qnIPaGXofoJJOjsoZbXXt31GAUB7f7w/OV7TQMIbUxWp4TFGkRoSJlnHHA
31opbQnFet1eGw29u7i70hxXcvdts3lsWqUvmy+Mm0a4z6ic0jCoXcRW+F7CrXBWyInqnx4H7h6j
Dri/TV6Dkps1Vf6x2CAwxxZ5pmayuMnNZj3MOrPCcVpj5Xx2iyh2q0sVhBcYIsL4KiPwDdq9sRXJ
dDW4cYATx7xo9jOAzYsB6H61Zujtc5bTc9LWb5YSD5tTO2+00mr/dk38V7+l4dWv9vOCgEBIiqS5
UhUFbkGxr8WVlyn0ne/cqv7N7xBGzPSehKORP9bm9ZkmALVd79202i2N9SYN+equfbTNpY/KtPhl
19nC6ZcR0krAVyh1c42namGWnfG3FMPjphEjNWsXregKUoRhxWYdpaXe/D4JuBGLT/wvnFq2j4C6
++kt/G1SljPNyQT7Dh6qOtm5P3MjX9u1csPO6+bd2FVfeECiQBlql6PQiEalT0hRSd0rWP0YKV+m
1D51hjg2ff44lt1LVmSv1ZifE8ONUKgCDDePWnrVfTO8TCgcKl3sNNmaaULvb9Zc1n5C5ALdwZ0S
HJBl3pTIL3mP9TeF7yART6j6xn8UTFyzpAW2MvflojKujfmhM70rc5CMUv0tku4uUP0NDp5DMAS/
dJE/d4bBx/Jjq/C8Q5KqZ6etOrSfvRtlXf6boPaRjRcYXBjyJpXr2UK7PtLbTvYEd/5KUjGaHfPY
Z8gghs2KOjPbbeCJ6VWh3tZehNnqdsSBscOPtkUdNypNfqdco4zui/628KclnDnBRI+ESzDqg44P
j2SNfg2gE9GKiOKQdsO0Mwp0Pt2qHcoLX/B22RFpbvRT01eNoP58VRvlk0AG4sEVF1P+DM8072hT
6Y4m3dzc8Ta9j2hcCT7CmYMPAhrZ3VNoz6C8mWwBrkgPJJ29aq9Hd1oN+2my4sWbYms0q4PfJig/
bcJCULI4oTla9jFHERvZDNtxvWYfyuoOWVXdGFXz5GaMZAsnSjgp+TsYQEoGne3E6lRh2lFASokn
cIbI+z2+cy5ynn6VSeeFouKkpNw5DnrU69I33whYeEq27c5yPXK5ZB9EaE649n3yR3fezqjXpxbo
n3hEaRwqo8ApYHOBNWdisfM4m7K1+ajHPL9ZHAZw7q2z5a3jW83odkxT/5TkuRnNw4CkGtkojHc0
bdlfkkyvKMnwVhrTYyftN9f1j+T4RQlZb3qyy0hdb0pB2GOfLXhzA/mg4djaNispklfwLZ5JXIGA
WoTWsTWzrWmbQWQC4EErNWlYVKKmSsSdgMdxCbXJ8ISZ8K1Q2ZHm7TuyICJP9LicYD5T+Y4ttudo
m51DZmsYewI9R12+ys2EaOl0XGL7YrZSb6Ja71x6H3ux0a09vwtKMevae7Sn4Jj3+pVWbl7oxqFV
HvKmc5qOxX4eV5f0zY2+Bn3OHfNPP4K4p5CTzGZnO1G/nJExB7/UmczMJRo9RAN9D4o/euNnNyWx
HPgb5h61xjSsvzGfgZ8U2yd/66e/pB/uaN73eYaLqKW5y3YMkM5m/vLr6slZEYONnt4ZHJl0k3tX
4YpHI701gNOl0s5vDJDCxE9PyrVuc9OkaKxHCq5vm9FsIrdPLw1KwkPn5Zp2nTLMhqEPF3e9I7W0
C6kojVPwXIbpKRI1hytx9qPzjPb1ZpBiZwk0S1MxofijMV6H6Ho56IuLU6opgo/fbZ7z1yJe1Krn
WyxWMZDdBV36GsPOHJw2fxuc4bkq8cLlHLnTFSAf+zl0DbVfSj0fpqLNLvQgm81uRHIFMy+C9kjP
EYo9xMssjLX/Ech6RNA2lQcQboJyZ/taRDuLp56xOx60HGgmbC19IoO0QTck672NrPqA2Nr5g2jE
fvfbDEraWuR2bNr0KDOUpYpdIiw0FJelzeShGF2SEYy2h3PRo2nQ4xQk314lnA/TmyEGGTMg0Tu6
yR/ZqKyUlpCeLXZELxVVzSqxRfqecwEaZJ2DosKlpi3nT8mmwZlxDWZkahj+LgLGi6Mehpv9nJIc
16BCressvff6wXjQw1z9tOg8znAixtGwfDemcWM5QVFOR6wuxr2chItcvCnhsxA6PIOiOHukT4yN
bd+IjxyRROSVAu19bS3I9pHW7ptgxBFD89KPx1l/25rEaoZGYCevYujnb3tL1htfld2HsAVxxNWG
LtmsVo0/yZzLKJM0LsvFao42mZAvhJP7+zwwnOOE9fqHxBo8OjhmSiN0jKX2j7lZ5xxoQe9HCAD1
X1VmxgMEvR3aMkFQuZJRHjT1YXX7deC4G8RPMrn6kXGCiuKhzdx7mndzFhc9eje6zDmtUPFeVCnw
RVlCHZUduG9Lb1ifrcPFR7L9Z2sCSbXtpmL4NSRZvU7vleOcaEh+83OTmk+Vmwc9jp2BI7m1Y6fN
2jsjwDE64Otjw8JbX4zjFVwwcMp4UN5MF8J4UWmBuT/py4WoPV53WDDRLCfdZGeHRDrD61Ud8IfG
5Pl3IbRzGrx63g+0MEee2xt324TOyEwmXoXJoigFtNp9ig0tDFjyD9ilss+KEx19vliZ17a5ksfZ
l+VjOcriZLXeeIbC1lT5YpwcFg9ZkdXp4+InSchz0773ab18IrJ9HzX3PZx0yi51aAbHI18/FfmX
6RScq90YZCXb0oSn1jUT4grKARpPzxVICZTit5u1xdlt3WWhRZeh0ZSWuytsKQlwK5JHYU7bVdrZ
3czj3N/1LtVgPgs/f7a+FKIRh8HC5SlTf4B48u57h12uHdEN17a+x1oleKyNhR5s3GvnViztfhvH
7ctwjWpnkaH70c6WRtxcVE89aSS/CttzTqiY4EmRLD+PiVXf4ZJf2ZcLAghp5M2Ow5rj/FCiL8xo
FRms5DpKdi/p3etyAainDbfeE+zQ7DJvwMFnG3PYytymys4rfrFC+D8TQfb7NVmS27Zz+7BPMzLA
Vju9JIuEAy09+eCqxY9xSOZx5yiUCjMm/o10bYqf8Ywz16RE2jZ1/mDKklNbe+N+GHTx7gaqeSxt
4uNkSuhyDpL+4LZyeSrHZb7N5Lb9Li3edCKbvKfM8lF6ldZ6duer4aVdt9+8H1wmY78Ru7Klbgyv
gWp4h1b5XYfI08bS3TY/09gxQjKz3hK90Dx6QedGsEX269VsEGa26s5Xa/mFLrBrP+RVjU4GQWpE
82Z0kfBcm2D3BCmpOc5ntpX8FMhOPAQiwyVdGduu9tws8mm9uHTolI9Z0haIRbwxFjoojtPqT5gL
+qmNlGmhtZvXEm2VYcbjVeieSn61alWCLhNHjC/N+n31k+2MZ9aJLc9IztJWD91SvwjyZw5BMmtm
HIYKOwfFGabafdnkOEc2thnEbp7HZnx1LbloVD+ybZvCADHPmX5K9dpp00VbgVG3mJvsZZt8nAm2
YID0Ue5JWDgABEFDemKYxFQEdPcxrK2efDRMo38amhbd4ZCWH6VCn7BvilbeTTyX+zbrkZDWZCbe
t+iusqONZw7Hksp4umVbXyn79FyXw2ii9xgMdbe2SIlC1a9wd/RXYowyh0Zd8GSVr3lSjW64BhRb
995K8HmSX3dBhwfSlg0A9sQGyAbvspH6gy8udbdhopSu3FE0OJ8l3oiHiunEoz6jldHgWCNphQGb
sz+0NK1Df+aR0Gsfy6StbvDMdN/W1lknhxakK8TZPhC0wkvBGCJrtsv7hvKlZ4Sh1ruv1PTYlANH
FLW59h3Nst5+EsWvvKqt7FyS/v1CiXtzIO9r/LCpJP02clMcWsqEThZe/i9Nc/D3Ynf215Sb9kvn
58aNgGBGixhsSO58gyrsUIDPdvu+yvWbDCDhUDJwIoN5DNzhi+XfTe7ETpn3C2z4Cif/26/S9nNE
tPeVWMCZcZFUw3EOUhq7VqKl2fWuCrKsrIJLVRvbXmk55o9oLQOgJUkAyG6QSGvieZ3Y3Cro05Mb
1BxRZjp2DPV5OsXswM6Lb+vlsBir95hhrLnAQjAE9AiGb5spt/eLZHCE3A4qbFfWUBwHGnreRF/K
WFWOtd8AyLEfTL3mwOi6+WbzoHjZmTLCN0bUHHY8A9icl80fjnpCSVmhMjggQnB/J6q0f7nGPB24
2s2NixOXIAL8KyCNYq1/UnrPcfhaycPSFe6bwYDy4BGmYoU5vz+q29w/jW3BIW91nfM69uDH+wD/
0aWrYKyXLO/bqN4K9MgFNiM4u6hHPHiwGoqLsXZx3K+dN7z0VTXHUEg4SjE3rg/D1hl3eSP0d0pk
PLgVRey57lriR3Rq309EXD2Sr27vmkWOZZTWJBB1VYWJRQcGafwOKSSX3giMk2lW06u9KuO0ak6k
0AdO/fCL6SedV2zkUxuAHiN2wIMtbg3DjtDn4eBpHpM07UihMDcaKDbWCasbD/10TLWrYbhbowSC
T0xC7jt5drWJ4pNwnuG2Hyz7jM3V5Bu10GtyT7QEqmp3ZxYgQJxgP+nUAUm3lnPneHq4jF3fvbY4
WbwoM5btZlPAcWicciO2StAsf0JnR5CXiyBGJhKQjSLEfUNPKloknPaBy3zVDB6D7VZC4wMOv7LU
JedZzO2ZBXPY22TFvCyBYd1ovNsWwIbjPQGftYSaOivKN5fQngCrS0WpGPtchr/DGmvuCgdsMut6
+ZK2ScrMb+TTpWsd8T60hjhMfKY3b/Gao1p0VFfr5FA0l2afyZYZxh0dqLK+85BjbWTSFB9o1Js4
C/phl1VQUPi18+A6YCAHptOy9OIhn+yDA+Kt36apFw+sGBYNDbZnOzu6L7cy3rpE7yneafsHNx/a
B/QoKG6dsikJVjDa4dfYesV33/sVq3yTUcF6Fd/ZheE/TRUSuGrsmu+t6Jq/NYaTPaPI9LrUHc9E
Fbi/5nHKZ2jAtnoZET4eNRJHircskFg0EMYdcTTVwwiHfZ+4rXEavQL/Ru5mD63XO7c9EpZwMEld
KyuzewBl4s5Sgf2Z+4XdHCq1MuTZrqfiMp3nV2CxsUQWnY5x2pROhG3TjdkP6z3q2uyUcyqdS2ae
V+6Pn7ERDAagS4ekCNSzoQJ12cYZ8EVjrH6qOWqynbU53Ar47psnn7iTWxPkckdkOt9wO+ClHOvm
BxahPyzNSj6FV1lrTMg1z87YT4EZusNS31Z48/ASTk/DBPpleUt1UTjbY9Ix7BtoQQzcyneqmESB
9jUrJ7nnsBsObuD3u9xdcUF5lN59eYtvV4Sn8nqw5j6eBKhRexXy8L06rGSd+iMXSH6lDPNRBHq7
V6a091Zm24jYxXRHkg7LkytHBMBm5TGr9S3D1DI8JglavMLcLkEeXIYi0c+17OoYTx3R1Pyp2Lc1
D9U+xQ5LH44lBEvFskwhtYsDszUi1gFnn2+ctg1GlDgLHGCt3z0PvPxwuMhhV5GT/bvO/fE3h8xy
64p1uzMpfDhn7DW3eeNur6ntdDRBiO53mQ32BxGBeN/gAL+qorUuTTL+4M0ApW2zZN8BqdzaLhwa
Oi2nmiO+iS2a5no+I/+pH2Zisj4J9Dpujq9v7IG/tSrbCYf+PPYnEGn9KBrfVREqy+u01ec4IrOh
qG8TNqyNKJzHwjM5gVx6JWtTYpZDzKpiXmPdt9GI+ZVTCLCDFfXAasV0ZW/n1fLbnemkDfCf81NW
a4UXv7Yz2JHSGepo0GuOQDBXe0HYTxkyrLRvBv0TfwRSO+TPMHU6qdY96+1yN2y4dYtrUBeSTMKN
BvtcyWLgNhHvjjvIo+HMzn4treQxX/qOyTd3k0PvGIaKpGfW9xNpMOg9jfsq78V3KsxPUiazN8p6
D/6ALs2rCVrxMPzsWLng2MuAWWnM3ttyIrXCJysNeSWqulDwZYN9Y8wsNoYuv3NMpFz+G+EARIuU
GxJzVURynk6O2Q7o2po7EvhRnhrG80wFwXkuweNYf5cwS677+2Q94Ihc35sCPkUzeKF+5mNLSNMd
1nIu9TQc5LCIF22np85Bdgkjv7GJblGbFTtb1q9pMrz21Ya9113NE0PGzeqg4prV9W+vlPGUFv5D
VXT3C246MNtbpzV/J01z9ntS+e3qpK3gudDNU7HgQCm2mkvh4BYJkqd0GuSb5VC8mTVzEqW+obEg
CGpfkDiF5qLNd8ZO/LkGguxGPS8CU9TsGeZ+MPSFZYO1vmoPYmGirqSov7EF9TdbsSKVtcUwoz1k
FPxCEHv1WqaBjAwKBg6j69UVfYfEfu3BwtYbbTgD+v+xe184+g5b5nV05/jOe5CXKkqzDfUO5Q5A
Td3yjIXfq6+GRlhQLMyA2WPpoGVdi8u4YmUEik+KWy2WBnCDgjUqyqCBfb/+DcnNTl2Nw753PEig
ScDAU4ZssluiYFy7Y8DeNoWNY/8tOs2HMNtEhu2GZWFxDE7JMaueEGi496ykgL1DsOJyFcl2P3MW
HrSsceZu83sxYeLBlp3sNvqlHhSb+el/MXce240zTZq+IvSBN1sYgp6UL2mDo3KEJby9+nmg7unW
x18Up//VbGqhc4oJJDIjIyNeIw9h8CyWOt7AGFkGYLhVLg1IxCFiIyNuYFum2S+k+swhBd6vuDvl
4LaXokzLqiqrhEnKaa71IHZjM568QbEg2utzf9aRTn1DeVlsqifTVCYQ31OyGZV63HJbVL1ipCp6
5qqc2kLYtz8s+oe/kzykPjaWp+ZNHLX8HpD+QM9IgniLqtKGUvBZdDUtRwRpQuqKbRGed6IgoFrQ
wCXlqO6foOJV2xoAzrsutDU1PrIMy9Gkpv5dFs2wHmI9fEETt94MQLlo+I6RtrJoNvuIdmBIVIPF
ACodAcUvUvEEdBBQTOZA4+G8naI0bR2RrIMCy9hLD9Teuqf23MUTF+tMV7wax4/tOEhC7p2aQQ7W
yCngxi5MapUt6OOf4QvTjH0AkxnD6zDUnWH2CU3/RFgJePXQVRqke3qHJeWE8+STk8Jx1VF8pvp4
ytYBlqypMyoStOAE65AILHDkJYlqPmuhMZ5tmpI5O+Yc5s/ppCeLLicQd2V5vpMwmtBgniOHIk+W
tCNhVFcUroXQVk45LEUrF0nQQnGscMhIe92jepuDDlIBEaSWXLk6JIK1WBiPaWpSoNLCU7yvuJdu
gLVHC3To6ENxu43GRuWAhXCmB4nxV66S6DilWk+PtyqUg9KyAZ1OEVrWo55ujLMU0S9qykMMJ/SF
pls3k0sEV08i2eHE5v1oLNL+5/WiXu3uOoDIMnS8UgAn3Y+PZ63Nn3RUxJYjqArbtMxmMelasBel
APGy8C6U8zflHL1opU5VwgxNyJli95BJU74UyV1/qFMuH1M5afDHSLq3OhRkGHyxsC3ONYqYaNXp
TlFY6REUYfQwAjS9Azn5U46o2nmU+wqKT4kmqohvQACFshfT7RL0c34vkWren8+JfizVxHAN2BSG
Aw3J+tXPHJB4zDv638itnkdimFCKwl/YCKDYtTh8zriFLggHyupUqSKeopkCQVGZQtqjkr6z6jwE
ggBtr2gzri5FJf0shABFm07TtiI9gzXszvN+zEpzRavwtIBN+jMMioc0EHMIFtwXqa4yRjmvJcgy
vD9qBYQvJJHVysy8SrL+1sk0PcZyKCOEFv1RirLeCEaaetzAxx3KSfGBqrH5SOscoKrZtncjXZ1d
lCaUP4OpobdBZ8zGRdR6wI6jVO3WiK13Lvhcn0puv/AHM/1ukM/UnJAwqNCwirlYGuZ4XoZ9YsL/
MrU/LP+Z29Koz/XpfFpyyQ8pNQnWgvvo0oqjadlqGao0Zq4bi04Am61YZ5praSEhWxDSDtKaCoi+
iaDy/mw1AUKCrX4ndnMPk4sdNNIsMpwoUeLeTpErODlSK1P8SyXsMCliScfsbObHNg7bPTTffBf3
odLDJKXJj7C1tOKOT4ehTyhWpWX9NxOj8KUVtDGymUEElqxeML08zZ4mKl8vVOMonZW5uj1xpUTp
rii9vAcelJ4oq9DsNJDDSJtD3MO6KGAwO2YDESoo1cKtwDHbk5yct92UB6vUSulIyhVR1jJgakMy
3Csjmn9l0wD5y85SZydoogEHyWhUyCRy/VQirVJad0qoItVopcp9XmCfhrix4fSFWT4bvVeCTXCC
ojnqAWy1FrQCJDLRKcA2eXlrqGiR6Z1FSQ1M/JyegMaeqLK0ozggHKAY0SZVu3Sjd80IwD+KgTLM
V2aEmlAzUYd1hXrGC7VFIDKwc3OgThv0uqqDZBSRz802eZompTmMGqp+wyhmrxK3PP+UT+WPAHrY
ix4J+m81q+Z8An4WCDVIawMU93MopU9VkT/1deYO3CMO5liXazHrjH0rTriTn0p1J6vNsGijttyM
dS74tOSh/0AePlLz510lBcVNl7KRuKKuHMA7EQc/ScQCTQwQWJzOZXFoJ6JjBfJRsLX+3B7q0rDe
w1NoLCWlbNDYQX8SIY4kfkCTAig1rS59Rz+jX1qNlLUs8qrfyid5ODlwCrAMjqxI+S2CwXMp9u+s
LlOpvKgnAzAEVZtCnjvoAkyEdduRZjb1TFHqtQI9Vhpej5IEbEAVzhgKVcHPJBvm0IpV2e8c+M4R
xjRiIchDoMYDw7JEikO0QUT+QStVcMJpfOzEEZCL1K0ZR9kkVNq8IIQ3jtRnXr7VwFj8AOQnJVBV
Du+TunEsrs8eFp3FbkCLzHSR4dN+a1FIR18js9tTXYv3HfgvD/3t0lPKalWmxkSPg/SHXrmqDtAu
Typ9e8GU0KYUNOGWfcSF1jjIWIN6u6jolooqvSnLs/b0Jx8JRJaHiMAULVu8DZwe8418FcXwUUhL
ZGsBRqXyVJAGXs6tbWuabXiy2wpg3g1Dx38KevMcpqaifo/Wu0h3zxAvJJijSMJ7TOwRxAwHqH5h
2HiRUsf/qXj8v8J3/7+Btw/Fn/NDU/350+zei0uY9/+P5gQKotbfIbij/v2f4O35P/yXM4Es/wcG
A6JmSP+JtsY04z+dCUh7/sOSdSDYMyVXoSvw3+BtWf8P4KgWqwa0N59vxlz/F3hbFv9DA+iti+g5
SaYyQ77/N84Es2XH/+CaBVlSDVU3JfHCygMPFVMQBxFq0FY6DFvzmC1l2h62vmmehBuGHrzHl2Nc
LDv1VIlDCH5tq9+1+/DZRtjz9dM8f2FgcLHD/u/j/4thLypMkSBM/LSyNe6DbfeSb/OF+PP0V73h
CMwu+fLp/8W1t6fs1kxyLW6rsEuOjYFhJr10zCLbCkFQA6ihm1nVsE57YTnKdb1qxyhY9rU4LFLk
3cGulKqPvwNUdmR4nCSdr+tabWBqnURcvxUTDESmLcey0slpS4mCaZEuEH02vV6V0cGR48Jre2iN
J+SGfAsXcdfQVcPTYbAQJ2rUvMIw9CUixospUfGHQgI7R2zyvz3sdMcoNBW4Upu5QkSgJ3DPOHnq
82OMAwI35qLydWqLZzC+XJzuuUYvYdoU3kxGANULAfVsJqaddEK50kXN8k5Dlh7FVPyFenWuALBr
4wc5QnHDRE8NMI+i+h0tADooffNbzFvCONUUH6HUE9dWOQf7bSqbGrVEH+Wgs4cHRrIPapLu3Mi4
DSfo4ww9Z1xjol3R1NKuC3WgU9WoojsR9Ru0g4ttQqvdxpxScU5jbTEEFasmy8xfRoL0nKamopMh
YY7Kl3BaJaJx9iNFKzdyGGB3HPQjaFu0fTIsbe1c4XTDqBB/V6V8zaSo28Uy6dIZApz//Vply36x
C/7FoRmIttG2I0tV3UVL3YWNo/gyMMAbXgoffhH/upPRIGbcT4eMgU4KAs78Phq7lGs45ltvOMIY
s4V2bXVufB+eNyhd2aCFwXKcXAmqQbQ+ozfa3X//ihc+J/+zHWeTj0/PEAttF1RDiey7hNXsLjI2
1bScOydDbcKF2uj6XR+tTGt1Atz2/ZjXpnU+8z4NaQVnLcyFVNlmSt9TGOlkpxmT2Kla3lyXS5nO
wtB5QijVt9gg1yLC/PfPQ+pmCZISFQWzjDzrVD/2BpK6teWGZbyjDO+dM2t/zhWaU3HiJobxqqmo
rIXVlK+rSXWoN0UaaDLpJZzvBoALQXmB7zPy114oNkSUG3PzT3+N//kc8j8f1GgaPVXP9bTlPoCm
zB1tMlt1DaRko3qj/W7l5fffQP76FPkXi28dAJ0eIp6yxeeuqh6pcgV4+NLd/WH0dq0vFAC4XKTy
cGPg+OxECDQAGH4yhGPTLqvsoUiO3z/JtdVwcdTUDZn0NArjVkXG221796xs9eInwA3P6lffj6Fe
edtLV3BJmj0lMKbZKjYX1s0BVvoW0RVX2ye7DqNulCydbNW66Ah4GFXbXMsXg7MH6+Zbd+XiIbPP
q9F7qBxzv6aqb7ebWyetNG+0L4LApW24iXxXG9c8moSckcgV2eaenoFFRv02/4s07KRjorCmdYPU
mV3+/H5GpGszMp/8n3bEMOZnRLriaXuKoKPbaHnWg+XlmYLO9z5/gvswbXQzvmH7ei3MmBehrm6F
rJnJtlvTPy1DR7IByTkW0VRZnxa35vJaQDUvghl6WmkII3/a6n7gt8/nFYU9h87oMnhAO2HZrc1F
4aCbuws80Mc3bEuk+R2++oKX8UwjgRf1ZtoinA0R653yBhJFlblAa7tBsoy7qKE9okmtYD3aQuOG
NcJtXJVvrG7r2hK6iG6IF+dn8PzT9mwg29GmzwjW7ynDL0wttlEad2Jj1aG2kL/VJ3R2yxShTpTT
NcMvQyBoMay7iO+i9SsxhhNbKVh/aAjMJ5vk/GpR1TatEQIDGjRI+JuRQ+qLnr+xCKtuoXSNV9Yr
E75zvK3ze3ggstFB2tiUk+K0+Voonmvxvo3ZQspdpL3EeFSepmfqFrZo3sk8IT4dCJWLCPSc7qXx
oPRc7IA7jdEvY0ydOlgF04/W9LEA3Uhpfozz0xpd5k0o4NNgNFwQ/WYyXZNCl4I3idqshrp3Izyu
pWh1qnfNWUeNo7OH/p50px92AAOdIhBXWj6zHtQRhOsDAhwvjdW+DR3HHPqIntJo0KvDX6HU7spi
cr/fdtfCrnGx7SwzSpt2IuyafrTRZFvcpRtpmWzayDkfpWXjTe/mL3E7POkvyHU8yNv6RsC/Fmcu
HX2jduzaLGTkk3CUqfv0NtKMdrUKUk9/zuWTU58g5K/nmRrLnai8DfLd9y+tXQnxl1a/aDFQX82q
aTuk7Q4IvYPspWfN+uht2PuV2R3BXawsCrFq93wGiWAJVMdNSrkm8huPp7r8UVv307A5V/VbiL0Y
tTtvMB4p7NttHCxEqVzAVLcncQTw4Zeil2ZA8CoWJJDQQe38okyABMPPgJpjnrCG6eMdMXcdl4ld
gcqSKBkbyX46baVgfaoqO0heq2Er6gjlgkJ7QDbfzvIlGEoP9Ni2lUlYERqB9P79FF37Oh8k1k/h
WKRpZXYNMaStc1CXQBVhjcJy68/Iw2Q7KXttkH0nalj62qSAY2hwckC6CtkNH9ZrMWQ+Jz49QNBn
UYX637QFTehkA8CSrSIJN17vo2zyVYi8OOQTzl8QkaW8japSfBvicFpW4O0hEiEJEVdWRzcx0HDs
AUdVxQhYGaEirVP8hHhbALzAoDAqQLzANqckWkiBDrIxaDuUifH7KU40jCHuZU7doQcxWTrYvUaq
72XaySwh1C5+Jch99jde50rAN+bk7dNcTXjEmM2JuSJhGTsk60AYTygyDL9urIZrA8wb6dMAg5m2
Z7Viw4zrfm8twOB7giM4FfFB8v4Kv6NFuD7fOr7+WWr675TTuDi+YKpJKnLb4zY8+a0UvJmq7onZ
HXevgGoX8pcWWLjGpWyrVps8PkCx/f41r73lxbGFF4VUpCOZT3n2z5Tdae/kwqEabuXSivz1wWzM
f/80jah/z94euANlXvkmeubrr3rVuyvJ1p8X2drYYPpug0H3zOXZPlLXdGT3l+Q0PgXpn8lPTu3f
37+ofCWrNy42l94VjSUGxogY307tf435QsqXsJmit+y5vuuihe4DogKYZNqVL6xBNEeP8U4Q/Yo6
BIoOcDz/Zq/daVnTxFq3N2qM8rUvf7Eru1N1Ejo1HreA7OlGviXmcwMTbOr86S9i/wiFDo4FkXNf
9r5WrKfWjULEqEYbupYQrOrB1eo1raXR2EUUwrVbyeI8/hfRQr/YX+UJDHUb892mBfFAeG8XnZe5
8otO1nbji1x59Uu/ZhmP3Vl9hkW/rb1m29/XO2BBNFU2sXteWjv9R3mMlwiaOq0t+2gxuop9WkjH
G8N/XV8T9Ys0gAKieAbyzwZPX6zQb7BgyHFXQE0V9ogu+9NZ4ExyFbRukbkKi1/pEhsGmKN0v9WV
CRa9vFOjV8vQ3Eq3659miVbWtr2RKyjXZmfesZ82joaQZzbgcbkNAhFc0a45NFqDO8kGjmHXPQGU
AUusVFgU4HXSrU++jrHLCPbIF6M9eghobeOqMJyfMbLSlHWtuwL8XHrxq7TbwTLoswRK0bE+70PM
jvA1uxHLru14/eICcDbOMCXmB68WcOk9pC5t9LFsuqj25BLDXOAxDiJcbmNnzmkFRm6luz6y1g7E
uDV3AxuMkf9vfuR5dj/NYifV2oiCOGlPFG4qffAN8zWD5mvcReJy7EWnVfZVbtln1LoKIK4j6Mk6
Qr8WgXUEA+yhWZzit6nldKGvqcGJoRFLw5wbRedOyl2P6rhI2+ZGOJauLcqLeJwIxgwvm7cduQcC
hguJazIa5T/LPa1eLP4Ul5LieS8aTyAbSgvDrRu+47PX75c7/iJSZ0VaQngQpG2eue2SHjMa2ms5
cwEiWTTP0CLzAXo6wXP9kuzVZYzSqQ3EJaNec8A+cVxm0yL+IW1OjTc8jJ7+kN1lf4O9LhyL+EWp
Jc+8scKuJWr6RSjPFOCagcmTmr7iTi4UpwUNM0dZ88yHxD2vQ09zbyygeeK/ioMX8VmlMhufW8aK
9uiyrDU3fSy26OaTCghO9gi2wVdtSKHHZHV6LBxhY7nGjbGvnFiXvtvICqSImjG0vta2VALcwYuX
0864kW1eKz98XBU+7Q3guSjZQinaWkB7H4cHWDgvwh+d4scuEaiyfD+D176WdhFnI/oxBogLaa5y
QHTMDEw9nqGP7gbgAJ68gjDRbMhFdSBr3vdjKle+mnYRPPVOhmaUneSthoEhrdYfIxYY2WL0279y
4SiSx1XUGzS7fIA8Zr2+c9swD9UTmx6jHqTZnkEN7Qu4+iS2kT1sVcOpTYQNHr9/vgvxn//O97SL
GJlNbWhoEnMytH64GBH4yLyuXsQGKlekROArS8HWHybzKfGZF214oVpTOP2fE4Jly36Vg/St73L9
IECl2Z9vVTGkOSx+sdq1+e+flgT8uaGOZJ4r7HzsgNThTibqPWjQdVuNeuQhwt9rg6JWjZFL8vP7
2ZCuRB7tIujhni2iJRdI2349IjqRy4saUcDT6UffejSiOeh+td0x0s6rXN9gmQMx4diukALvs0V+
IxGbW41fvvpF+AvBbwuDzqvnyCHCJivXyLRL1oLWUeEWaA5w2/VG4a98FBda4giQqk9ua5uar0pe
tYu7hdX9FeUjuDBdBTNxh2psma2LAt4v10RMNmwIvSeolbh1vN6YuStZmnYRCRshQOFnjk6w0p4K
t32XluMrwsfnfXxjK10LQhfxT+5F2OSg9rfmneQ+DrZ6gLB7M5Rfqxaq87CfFpwB/PNUzTEuXqkI
Fm7zTeoPi26FieMuAiu6aGyKdsTX1XiUPHgj2Y1Fp8xb7YulfulkHlRAv62EkUdQDfvoGVPI+8LF
0dQfl2B1VtMie0+P0gYxhGdhpx9zP3oanO7ZWgd2uGf1u/3itKN8t8ofbp5sV/bf3NP+PB3N2Rot
BCMJyQ8CAseUVva6Q5GWg+2H6OYrjpnDrQzzWhdYvQiSGGznYj7Hf0REBHCCjnVfPKOkI3nxLnK/
X6HXIp16EelMSRVweGGQzk28bG0tZC/300WxOLumP7m6q9vh/bhqNqpbbhHk3DW+uNGOo/+WesXT
9w9x9U0vwpp8qvSugguzVRa4Pnl/DB8mgi+sbmUJ19I29SKC9bLYpvUczxEKtef3qn3dNR8jp7BF
F2VNsl9h8Tu8sSevBUz1IladUoRIrfnLhcHPwoRVuqOEEzm1KzcOub6CdfC6ER5CHzwPqOBwJ0y+
deOLXiu1f/R3Pm3ZUEjOfTHniafn/L2/n1b932FrLPUH8Vf+iEj2YnpuH9I/33+6a1Ur9SL+nAKg
2JXKaLJj+vr68R4RLhoX9yr/TK60OKBNc8DD2pbdzK29Z7QyHfPGPF85EpSL4BRbsjlZFWMntupl
DpHAu5UVKVcKLx9Z+KdZbMY6NvV5STYL9N9Uf1qYlD5Eu/SqVeZl96lbO6cFfFNHWyJAZ4OcYMsc
dbt6l918EZB0I6OzoUXGtdUVb3zcj1f7Iip+nI6fHktVoqmJ/3O7it55MWzb587u1pJN42GFF6od
e6rfwu736mc4XPbwN98GB4y8toPX+EsqECu4Mz48S06JfhmuTgtjdWMpzKv7q2e7iFdTmlSJOm+y
agE4ett6rT8tCy/xRfqF2Mbtqn10VH9UTroLfd03nWjx/cgfaeNXI2v/DMtFGoWY8ZFOitZ+dr2M
ncB0yxh5JXsQ7DOcx2xX5PDjFjKn/8GqdkJ+7HGyoUzzLPfYV3vABsDfn58xJ5HvBsmhggN01CgX
vSC4Nabi2UKNX6EXnWDNxii5HaG/mtZyqJfDLOFhw3wT4z9tgM58Aq4FmSY3a4+nBlDI4XSfl56p
ID1jf//G0pVj/6Mq8WkdIPKL5oTGXLeOtoCy60sLGkRe+3TyXqjS+YOvLsSFtK43t3b6tbrBRy7/
acgZamAkIkPCJFzldug/S3xnfAtc2Qk5BMMFcAH7j0Q3GLlmz7QLv/Qa92nwCh+XgVVoP9x4+Sv5
6McTfnqSAo+0fJxvLNJh2vae7mMLeSgdlMRseVW7YBFXxl15LHbx7saI16LBRR6XCAMSQvOIxQlF
P+MQC+vJPiqBH9ZAcNxT/S6x8iA0OIlnqqB0buz3awm/chFeRaWAez5/ZxwWvGyfrHNnpd15+M95
D7c27rVS1kdJ9tN8hm006VLBILIv0EDaTcgf/kpbDCe9iS+MMWF/FPbdaogRlnEr3O6W3X3nqJmD
CZv8LOGn8aqg7JG44hH/6RrTLNLpvdkfW/Ly5taav/LZP1KYT49pdCeESwZT2k6/hB/TI40tqkDV
b65j75Dm1EORoSFpjyvloV+pP8uXG9/+2rAXOZ9kiUVTzd++crP78e/kFgS1cA71oK7dlmMtpgCK
1/qtxTZHrS+i2SWuNs4aKn5gb7cTp/afQHloy7uEPmBq32mty96i3WA3mMWErvV44yWvjXkRQWUk
YuIUA5HteGcduJRn9SL83cEysFvoo42tvFVExAQTB30XRTeK2NcGVf8ZtnvIYLOgCtix4U3Snq0I
CjyGOzdead6bX03jRc7X4I1nVB3TqEl2ptvy7nRfLJKd+iD+wJFWev5+mGurYz4MPy3KYYBnrKc6
G3RMDS7kAhrfIfrgDVp2lolSVxFwkgzxjeGu5VsfTfNP4wUGxH2cw6UtXALYqntoxs/lLj4gFwQy
6LFa1ttpjYO0Hf2tl/KyWMsLWlZu8xSSt3//ytcyzI/L4qdngHMwwZRjsfR/NTfYcTFUfsTHGBy+
j0RE8VdZF/fVPrzT7/+9AT9OwU8DIruf6mjakNLurV9W8Nj2NgPp+JZZtvZHfpEfohYZCkf/fQoK
V3r9flh5XilfrKCP9P7TsOHZwBHXZAUduof8vpnnuH5KD72braa/1vr0cPZxtJM3uZdMts7NtDzA
0l9+P/qVzfFxlfk0eBMgwxKk6GgZaJ333X1YPre1dmNzXLvXf3zaT79e9lbZDDnLSPfldbOKPPjd
9lz4nyj6h+/v7+Jy8iZvzhGLG2fZx5Xgq+m8iDGQxk9jh1PflrnEzXKrAqLEHou7Pcplx+ytVG2K
tE5/EF+CF2PdmM65eI5W2n3fLxHEB3Ez0cyOeMhoN/xVnhH9K9bmT8QI+hf46PImvMtuLPFrk38R
mfJ4OkFk5FEBoHjJY3TjLLmStUkXIUloW6icNT+raz+CYpEa2Ajdn17FwMVJRRr971fOtVbqB8Ds
08eFjpYhLz1Hvl/RvbxHYmUha3a8gi8WeOdHBAH0R21nHlT79KS7qc2RQhlnD3yWS8IuXwj0V+Mb
bYtrV++P6vanh5ksIVTLmpU2egCEWV+hIzrpAh1HW3f/KE59CL1oUd7YNdfAQx8lhk/DCWNUm6iX
sm3syIu4eEyLcAHNc6G7R2yHHAjoNrrsa8RdvPPudGNtX0uhxPmLfxo2HWtVMEa+bLueLxqyLYvL
KHKSfYg058a67zatL23kV/kRzZKj4Kp31a96E74hy7DCkDzUF5q2wG1pne2qw+AFG/V0Y6vPacoX
u06cD65PT6bWHVbAUcNiaH6kiMA0wH5k4HaxKNIZC2+M8tGV/WqYiyypha93ikVJ2qY6ELkw6bC9
FXYIo3qJ8StA7siIzZ04rDSQ6w0iczF4bbOhNpK/Vt1DIyPXCsQStQHs8ZZixGIFQNwkP40MCykc
uCHAO1Kzxy6viZ8Kul8IL9wJgJkUpFWn8CeCSBkU4zPXv2A4t26JuyDCFMvYXMyiHYnXn5GQFOX3
lCYsQjKasoxPz5Zh64B4gR4O41sVP1aIXetY3/aSj1OMPbVdYSNpgSKBH6cvSXlIYDohCbAIZmdo
taPMjPz/99v2Iwp8NYXz5ePTlypQxpPaHm9s6ZcK2b1whZ/IMVcPzVpu/QwXQGdCp+5GKLq2L8WL
aJy1KX4a6DVuK+HngJqFMHjAXNBKxTyo9obzUR+W9S7VMd+GxLFqhdSmC5OCs4jlxfdvPL/YVy98
EWXFpjK0POAR2lmUJ+FMWBgynLzyfGOAa9dk8SLgYgKH98jIlFaLzh29ZIna/q5Zdj8FT139iu/n
W2nqyxtshm8Bn67100T5n59RxQGuOqPJD1gbOeb9sJE28cNpjajAWl80PlyRcXO+FeqvJLnixcU0
DVM8CAyoCb08PmpjsFJOA16d0aIfcQqM5wJEvC9D1ZdMlBZGxRuCCA7m79HETbxRlkXfOhEXt6Z6
UwGHRjrlcugr33/fr3s2mGhcPJ0uN2jun4mKsbnCBlqT/8pnrKs8NfFyrLHQTkgRo+nRREAjwy7V
tTwtxWSFt3KOKBoStZTTMjepthEVdi2ZjeDXOQZ7ymQHsYEHrlsCiGrLEVOjLViPuHlVlfeMaadN
VRY/vn+N2Yjky3V6cQnPzmqptqgDbNG4rHfKq7FUHrpDTA/QVbI3Pd8aNAeR8d7y1IHmtQ8giyXE
HZzpKQA1DyARrYob+3beG/+yZwzLujhoynMTJ23A6jLH98p8bNHo/f4tv8xN+OGLcyIy8zwesJna
4rQaSOuKzqV0fu60VW09aVHuZZX3/UDzD371BsY/90cWUydsBt6gjqDqoDSL4oYXGxukj/w03NXD
3+/H+Tqe8kZz2PkUT1Fn0XECZG/QrDnk7+W6fzrd4Uz0bv6Ynru35MYXkeeN/dULXURSgOTY2mnM
nOpjN79NV6GTuqY7ORbZhg6chptRZyOzsime0iVFkpdbacfXsYZXvIigHR1RFPAYujoqqD+AlaYo
fHoz7s9LNIJ+Ke+YsAXqbRj/tW93EU+lKhpibX7V3hEO3HS9yR2W4SKl8obGjx+5r8gwOIN3qz11
bbyLWIpY+NgHI+Nhjb6y7Ec077a3qGVfd52YvIvopJpCqyHCRYkfkMq4R5PAjpeDJ5Mffr8C5xX9
1cK4iBsh8qHQtViAafqm9L+1u3LVi27Y3SiffJ3rGtYlYydS86bHUpze3SJfD8vqkK1RW3fjBcW6
TbdpvNztDyjpe+Ealc1+E5c3sr2P8uMXb3ZJyNFQKG9ihYjIV/mBWL5oa7I9BX6C+qO2nBDFk9AW
tdMlap8a9arUq1HgeT3hmNB64wZFlxIZBTq54+xa4BhudFCO30/619UJZuUivhh9XBZBz6yXYNYX
ukPa9xvpXuEe9trGupPdbtf5mYvjzI0Br3zmS94OGs2VWcJB3ubP0zZ5U9wmojFu7CY/eACjYq1o
8en7xo9es1t5zbyCvpr/i5Azct9IpHnI0gvukuX8tREXX8Pb+DeDmnkRWcoEvaZAZoR0ReGxv2tW
2Vp5ARLkJlsIwstiObqVo63T9zM1AtE3Hm+Vo6/tS/MiyBgRQmzlnBZqCrqKj7k/6wUhn7IZ4nW4
CW9cTOcX+WoKL0KLmIyBYJVckpNBdkaEidJ++f2C+LrQwQq8CCzxJMhNHJH24MkRv6LqntwrklMd
AuU1G33ExOPcbTuUjx0Ni9/q4aTeW9IdNxXjqesf5SWKH+m+PcCybHECvZMaf1I9vOP/IPOOU0kU
LMAarfE9rZfaLIP+8P1zX534i3ilnoLTOM7RFtMDikEnP17IK/C+vnn/741wyQrIYqUo8Eufi1q/
gsxVlcKeXRrOudshGVi3gEmeb1KTv77iGJYxnyqfEoC07FOMn3u+AzxWr/thHLjK3Ter8yJZTXfh
c/DQ7AGTFu/5jX155bi6ZC5hxInfkBjPtY5yLZ1tfGoAzfy5WQedF9AXa/aSn4QIK6arnCpIDrCk
XkLazMVOdAlq9u8bX+hKMLvkIcVBpJ5Vgcg+G5Wx1REr7jI71X0MdHHTWEXWVn5AjFPu15zOC/WI
TQJt0mV1Y1teG/8i7qDurool4rFbKlb93/ShWwep091qrcyp31cTeBFapJM4olQqiNvpMByC9241
u4Qf9af+/rTu0eT30W2FwxtPjv7z+wm9klZf8isC5MJFE9ePbdei6oL5Dd36fIWAEJpH/06xkmV+
GW4QRwiFginj2v4z3YTqjVP+2mRdhANz1PC5rfjdAAW8pqvtTtiHKFQn7vdTc+2kvuQwFKJVWMVg
okGBxdT+/GjenajebK27zgm20lrwz152EB6DW0jXKyH/ktBQ43ETjYklbhGpd+vhrlRKF0E23K9w
WpXR8KOdL8H53OePofZ4bu++f88rS/qjZPYpDEny1EXaPI+gm57YMLvy5v3/a4wwPpjzt/v024Kp
ydkQMIWn/fgcH/NnhfYkcr3Te3K4dY2/FkcvGQNpZWG8gzPeNlypHvz2jfFjWCVrGT/wkvIxdmrh
pjxwfponTHJurL4rsVS/CASIkUwtDvVk5yv6LvkTJnDL9ieS6f/eR7mIBGOAnqrYk98YFiU2UXPg
66g/W+PGz1+7fOryPz9MjbLjoCfj3FAdKxuxxa5H6dIGf44a232Ayviildy2uREDvgYKsBAuggAy
tiV+EBw9hrCTfmq7HgJ+bJ9W4V2Q0ZGnCroFmnhjtC8LIgx2ERnG5mx0KPPToeb6B6TsRuJ0ZaNc
AupNcagrSQiIznptN+OzgEWW9qxpmHvdwNQrV07QS0x9nnWV1ScGx8u6AK+iwXGL1s3j+WhswNCs
tbuzWxwQ2tRzu3BE2C76InJDAGYg+5/NTe0hLra6hV/7uplLfWyeiE+7ly6T2Vvx3DUAR3ZeiGvZ
TyhMBo/Fpt3SknEobC1w6Njry37ZLgWX/M9VQU5pr9/vgish/hKHHwWa2Ug9N8hqxE7DgWHdd+g9
sye+//0rm/gSR4+1Ux2VAhbtyK1vhT0iKbZwDO6///GvBROYvosQ0eZdwwHCr0/pW7QNm83/4ezM
lhtVtm79RETQQ97SCvWW5faGcLlsIIFMEpL26f+hinNRW9sqndi3K2pZEmQzmzHHNwFS/T6I51QP
QN6oINUBeP5eW+1WseVaBj8rNkiTyoSUCHM+S+g+UNp4rZYsuY8eZIHwsnQDFTNUfvWc3+vU3jpI
rKuDRJG2WnaXrqkYf30YbTTq0WBHIqEgYcAgYdW3L+k70vt/P9Of5x3xTK+2tlSc1OBwS93S7QLt
40Q8fnIi2BAF7WaMJq85oymKypZ9nL6zt+mjOHRwpXnujv/+/J8r9g65FpxPGdi3GWyhtlOkPvfP
/T5bG3u0KgMr5Fu6RsX104agjJ3UoPofo8JrqbndoXboXOooF0GbteFrJyofmk2BFqX0lTd1Ix9k
nN4pf/6sKsAvvNr0OtBobjPg8NSi5yFCLL+TZxHTU7Gzfk3bNOHbfMUTyA3R+4kzn+7/PyazLm/x
h/j3WlJOutFYzAI3OSa0VhockPtkAUq48hbu53NYwz5JzP9bJH+tLNdgJ0u0CtFWboCHFA6PafU2
kWf95d8r5cZlYV5t/kb0qdN1WCjpCNwNyCVw9Thh5m6+1zi9dTpfi8bhMQWHtNbCiwrMpyXRn9TS
q+P0aLxcolNUkKBQn6Eex6wd9sWaXl5W/M6QOvR3duONgPVaRw4qnRgAtzLhC08HD7apO94Nd67C
W1WKa514nVrUtCz8PPDIYPuesLOqR8iJzMQggSTR4D6l4miL55EFC6bpmlCc3BnG8i8c7EuAZFgN
SEYyOes+BeJyhHP0AMPV9YB6B7IpaztYXmEmUzyCEqmsdPQQnXrTtGAugzQ13FllN26YP7/uryuU
26xA/oM4aznI7MmQp4sxbBGBVa3QO2/hVpB9rTO3G2U0NNhMbtXn/GysJIpgE9Jir9ohLvD/vZxv
BdnXgnPe2b3T9RJBdu889Ib5qeVPOtr11qom8Gn9NkkJH3qgcIX21oGtDD9a0KuAPMZYs8UPDbl3
rf6JPn44JK415j1zLbiTIjRWy401Y5RKhd/1WfQnMR9suLkqOWhIL+ZBx4RXQWG1FrfzEvG93cQG
BAw5bLCWLmDVxahGYmdCQqqu6KE2vxpaRbDqo0AjA1ILK0ECiDRXvRyiNeWlJ4ATxIUGqaMMCH5W
5WdA/elfKmZYNSB3zGpHHdTNxsIzzDUrdi3I3n0WYNoh1DHk6sqtar7/+33cyNv/zAX8ta6qbiFW
06BzrPrto73+GtZsDRxb/O+/fmNjG9f1WxP0IC1tcQ5bn6p8S7M7m/pGPPdHnvLXt4aTYCbqDK9u
qQ8oxINHBmiXl921qLpxf1xrwBcbCDRmIt0caWKlQf00rI21FiJihzv6vRDgkoL9tP6uIp5+AgfI
GVAkHCJ4nnil1yTaqk5olEao1pFjdWfL3chi/uQIfz0sG/gyrYU3/3YxMKRSvTlt7oH48O83fKsr
eK3cJjzrVKwiLCCkfwcNrpFwqUMYVa/aBKqkDcrnIVZ8u2LP0C2v5XMbl+e7qqsbx+K1pFt3W5mb
PEfpE6wXH1Gc+QxOxLbAHP+lMUH8Il7CPISsmLw5d5KJW/Wca4E2L+HP7lpY1VUyRGncxcBwnotN
HbqBFbsRrHjcz3nr/I/rRL8KpOZZRVWFYYuO6+ngrssdJEXmUTkBTOuDZ3GcT/9+lTc265/44K91
krd8oLWLRW9WsJ6GZIpa53//5VuH/h/FwV9/epKdNNwMh77W97vS6FBJzaF/SQ+OATcxawqNzvF5
+jSpdigWtJBTI7AUTJbUHVJUuW1MA+y/7zvf5sbG+5MT/PVtUniuwl0a+ZQMxrA79bt69wW8D+ae
3NWwy++E27eW5uXT//qUMhcN73S8tlYrt6oO0M3Ew0GAvgdaLqjPCeumO5vwVob4Z3P+9VmjCeNq
tOcvTgTmGkMqa+h+vC2QuhjRsu58yM/yEIdcS7IBudGIc1HYsUQPu/jyIVlY7gBNC6A4jDEt1G4w
Rh9nj1VMn8D1S3LizUgpyJ1vcKtxcy3IhgIIQofLz4RmA3NpYBFDcIBpVP/emUx+PpL/ZGt/PcfZ
pYPagjO7LYFUqXF1rwAC6yINYz5y3ed3bsVbRaxrwXW7wDHXmfAklVXnpX9eGWZq1hhng/fIHJSH
e7qpW7/n6uhYlKUiho7DWXYhdBsN3ASKpDi2D/dkOpc/9MMd9ueI/OuBWWkK+IiDD7DXnYfo+GHa
3ROG3/rTV7GDHEDEoRx/2nCeDPN5SCOjxET5ocnv1KtvbNA/b+ev7y4Mp3eUCR8wa3F/SuGpQqDI
Ephg8+30zt17K8//U+7460OmhVEF+RUefh3CWK/nH3nlu6iRrg041897DQlGB7uhDHBb+E6Ib50E
cEMu4Ct/r1t3q9ZxrZMGzdVYRg3fARAm2AoB4ONUW8geHfjdld6oPrsBV55BLQ/oFPfy1Z1XNhwF
6p0bDWi3I/dpdsoW5lO/7xzAlwjnp1VzVcSd0wKUihFfaHkcAmXD93pYPMRabFke5inuFCBuPvpL
cPfXo29zG3TMESmTnF8snrTzRgXcRsJPcLHfhTt7Zr8qco78LqDoX+b6mrurWdk401n9YKNXlPe0
kj+PITjkWjatMMfJdIIagTXqxz5ro+KtAFeQOPZqsKLCGHfU2BUG2CcgzicDfYa7X60lqkQqsatV
TGBuUpbfWZM3Nta1UrpveE5SgS+jzMzvJcaddNicO5jrhBVnfke0cyNCV69OHmSrwGXkOOIaZ7Us
aHdZJ5Gj1nPnKrgR06qXj/3r3fZLCbvvBr+B9ZhG0sAQhztubt3roN2IEK5Fw4AIgSp4uWgw+Bw3
28UbNsZ+8DHlHELmgvLHvzfCjeNZvURif/0KhUA5Wrv4mCHqP+As7V3GE9TtvYbWrdj8WhYM7ehg
gtWJLgAMuY7Z4+xXh3JtB85r/TG86K8O7GZg75TtNL8C1hE4nyCDw8q95tCtNXCV4BRaU7F+uPw8
yELKKYEtO8nroKF32jM3DvD/EgUDUweq6uXnYSJf7BEO+C5az3e2ya2gVb06P7olA0VRQZjvljgc
vPGZRe4jrN9Dd/T6YFkD1neeUcK0HqrVv9fDz4YKDkgT/7kg+iVfOL/ky/oYuDgYVtqKK16F6VPq
TejR6KuWBjb4aXF5BEO23c93PvmGxg6Qq//8ZFBR1YLr+OTpE/N2VRuA/WKjWxxmsXmoIsWnz3DF
wC8lu/JcwuYKoVd4L0z5eZIHv/vqtCBFRuYSzhVoV2Xv4O+tl8j0UxyQj9kqDea3Mp53/Q7i0gDD
O+ykPCytBxfsHd3YEV/1AB55+dedd/Bz68y9ltNmOTFz3cDJNfosYNGwWR66CDy3uFvfM325+Z6v
YptWMwF0tKDdq/fklYGvVPjDFlvxOQ2ED7vkbRpZoRlhyNiC+unOdvn5zHSvRbQ6WzqVgme0dQv9
W5EQ7bkzrIYBgf33k/t5u7vkcpj+dZrNqPjn3MaDI4ccw5jd9p7U8UYA45Krg6Qc4QNLTSRsbKt/
oAiOnfEiP40I9bJmOxzFrnjCEg2LmB/5Vm9XVeFXa+tN3853Ht2NBMu91tA6Ai7BfwTBLTwOPuAW
DGwFpg9AMf4oRn/6cgGUu1eQv1FfcMnVwTN3i8hbC52TASJaECf9Bqr73+oRyGYgkVHn+oRTdvcy
rse1fbcu+3P2716LbCdHUdP5siTla/0sMMaBcPTTDgAbTmSobsro7ljt5Wf8d/TnXotqh8bQFjFB
8dCfFJikeE484WZlO4Fj7k7ufevHXJ0nvTsP2lJI9GLdul+5OuiBXSnaO9f2jTzUvVbCugKwJqph
PWYf8IhSwsGHh1vmP2n3VBu3jmP36oAA7WXO+16oW9CmT2i/0vP4bT5DygNMQVFg9BqzhNpxXoPX
GgDvPAdsd5eZ83N07l5LYkuT/j891IIkYN1Gi3OoYxIyGBGUkUPDNhB3ttWNE+NaAdtpE60Ws4dQ
CcXwRe0Am9+7vQYA5T0zhZ8jLCCY/vNMcqjTZrN+aZ2nEUy7WyWYc/jb1pDyKMxvYQtJ72STNxfF
dVIDmNAiHRx/zvg4FUHafgBy5zswwO+zN+VVmV6Le96mPwc+KMn9568yU2JVZgYBKysCA5OmTSLr
3z2JJieauir4n47zaw2rWWuupaZgeadarn3YtKn9aqLwAmrHvPeamgzevz/o1nl3rV8dcj3NtKZf
trlPR+hxSwrCyWuVBj20hHUA6+/AgJEnFx5nibkEw/DG2jww7u22W9fxtZ7Vcd2ucuiwbId0PfIN
EIQeg68LC1UMCsL0FyTnBV7y62JK6jSZP3Hs99lXXW2bWr2zfP60I384Fa81r6l0agJfftjVtmfM
CXpaQ4NxeVOdMDe2dAqXFA5s7rLvm30p32eRImgwfY2/1oCnCu4PlXgaJ+abKiY3QWJuZudEq5UB
Z2YyZWHbi7A2hF+nK1Q6YN5aISWLbZgNa/VGb5qwph8jOlFMh0WgClj5uXN+z330P77iq/OsUI1C
TCWesLJJ1/o3O0NdsXb8Oar27Up74GdWeo/06c6n3dj11zbmBRmZxgawP3o/W6kwQx1D9H2j7GKe
Bfe6/AO1Xlh8w9Xau7NZfnYNclznKvjhWupqAFDBJhnT3/q561BJYuygZ7AprJ46GzMa2dG0YKy1
nBm1YlB5PZuVYVWwre0sByHOsCUBqABbAIbEth1mBtQKOeDPkw+DzX4OGpN7g8ZARJg8Jw/Nfj9L
+84e/KM9+2n5XR2UrlPKxTFGMIBSCbsJtFMWM1qsVUkdVCLOLkZfug77EiWaXp9jPf9dKvuGt79h
Du5l1edSfvRci+fsy61emIaCVjKaiteaK0lfFHro4Q4Oz2jymJZxiap+AScLi46bGrvchrd3B+VU
WgVCe7HRyFEtdjB53DSKp6igjH7B5cQH2DbQc8Wr2evUVrtBiSsSdgBlzPhzcMQhBtthSsF32tDG
CO/I77RIb0iTYITxn8etUjiilBbMkFXUArRAOWkrFqBg+yySHII15U5T88ap7lyd6hSI8l5Y5rx1
oUQ3YUTtZcBgZByj2fOZDG//3hw3hlXdazVygQVVjRZ8sYdg3IGbQqLyu40h3rRWeoy7t/PQH1w0
1+9junVeBy0E0cpyPN3nY+Pp2xLFy+ikXNBH3WrI/b5DMRM+GsNewjHEvbMgb10K1yLmXtNMsCGw
oXAgl+wXrNg35mEJ1YsVUfnq+FJiEB5DJr5Gg3uJxo15L/dawmyltlSziaooCTcQyncP5oLmAmb9
7EPx0rhB1hwW7Tw2n30XqQ8i9WfXm9xXU5u8TvIXHbOJGP367NMlMNC1UotoGHfz7OdVUKPoZ+1o
bt/J2G+lJNeSaKpjHloxECJqHTjhS0QongncCWGzoIVd9kYwtQ+ldPuminslkRsr9FogDX5yM5Uq
PhJ+fKcqyhJ71R3vpae3srxrJTSdWVeyi75/wGRCjOxb31sNnnAy/DLPKJPDBB8Okpt5Y53JA/se
Tm3lL0cN1uMx39zrct2oGrv21UE+2wbhVXfZ7A/2mr6BNRTTnZZoQbkeNtWh3qHyocD7rf5t4qv8
e09a+h9l2g/n73/pqF0Tsg6wcrd5Tc+mSh7U+bVRyl9s6B8AyZUOVCG55mklVEULPAq0/tXQToWV
rduiC9qO7bjIAh2nIHuY06NbRLx9GPgjtcDRY6Uv0HYAOhGwdhJk03RM4e0M/PvvPO3XMpv3rVWv
XI7uPG1A/6EwXtZhwF12CIBaJJsk9WsBDGXRbpZUogozhlmVhSMcPqs8NFLMyKrypGhk9lpiw36E
R2ggBmIyA/ADPFdPWL2terEbyaPAlKShJtC0hZK5OWbeDloaysn1Ff0DV14g0zHqXf7RF4lqDb6G
n2u5b5SakOSAOaF6af+r5qDAVNXbTBqfOd9ZR1bu1PnloosA100po2Z6UetIkaipc7elfpXBFqEc
Ck+fj7lZ1Z6hNfusBkXXnUfonIqxiRZZhrKf1giW3DYBLmttWvZ7mlUbcDtfBloFpGRP4O/GjWm+
5aTyp67+lU/jQU55opG4b+B7Kpm6kpJ4mBTQO7ptihZGSiZ24axTBgcls2Cg13NA0w3gj9kCngMs
rvS3soxrfU2z37zrAxMOQKprejl1cfoyzxkw42oOGOXoG1U+iNF+71xjT1pC49bp7Tp0apt+DrUu
fvVc1LBlESBEMDLhCcJNC1AnZWJBBrpiomQgetSiczw8xdkbWgf/ctDtcDYHzzJweGFCPmQEFtdK
+5rbbfZqcfZC63dZyWFrlVasTVbAh9JdVeb8rnVzteKG1b3mOTypicm+Fy7iZezgLxlS+Zjmh7F/
au1DDjg9ANNwo54l7CSHFVgCiOgdlh/z1i9TEhpZXGo+Tdczq4GIqIFYdEmPDk3S5gC2PpRixozW
79T09OJoYA4339AsqelKNuupPXQIhfMy9Y2+CVLYPU0ePPPy0VNlAG9aLN0c57Ad1Eo8wadaFluz
B+ve780HGItX5gqJKAzgXOU0TNu8g6QFuOXWRwHbCUHyNfy0fFaXHRgb9QiVZKsGrealyrypVLFL
YRpSo48CK7Sju+QnAmDjjEkO3uzH8rHBunVeZxWIMQGK56Pl9lveftXia8KeM1tARfSPZsIiMYZT
J/PYLc0XtOswWuUgJVGmoDAp5H5qDpvP3keW7ufY41pzZuZxSc981HniMPUAs5FD1Wq7Vm9DAcpX
MsvspdfcKLNRT1xOpbavMRE2je9LyTf4GfOI3qQC457uORWLPxC5mdUMXhNkPRopSSTTH43ZPIFp
a5zddOxWNVC4Sh4oxlRtLIqiBDZvUzMAmxiMrLA0TDSwWng9Ua/hqm9WL4bIg2mmZ5iUjjPeeQ40
rXAiLvbDsgjfBSfdMcJ6qMMJsPq+jeppeRkEJruBehuIgljUm7J9/1aBRD879WEYwdBV4CeVDyiV
F7DSABpGydDIkqGCpWJVRYT0DNOWAOmM50mjUessAbcMnzsdXpIqEk0ETA/Vy5AUXF/4liksg3/p
TnGCAVUVFZbRIahRweXvmKBCTltmgRKgk5gWFomE2vGVkcO9g9jNm2jMY6PP6bbOHsfx0IsvSVsP
5GE5x6U4u3jrdoFqkQwg2MfuqG3uO73qd8bGVlaFy9KA9fsFFq5uIbZKXiU1iv2ZWtZ+W5BzCrhw
MOA2NBT7UZcdeAFKucYDHmNR7VB5IlnYS6/dOjjZDipK185xkPAwxchPXj2oAL9X7xgvdskjiCvq
8MsmqeUpkGu8VyRW5xXII5b0qO3Lytd+4f8US0Kl3wBI4npgq2uQMqIhYHgDHPntYj+CX8S36uJl
9YlrxwKeVyyUSGAyEbnaRqYPyvKd15htY59aDd8LMEMcmNWWffY0tPlKoVVi59WTpAKGtCXX465e
52h0iK6O3SF3IgPjaxYBAXiy4w73VW/oMLsv/a5vJ7+EAy8sSi1caRZOwYuV4yYzzjjJixk4pRmW
Re8WWgmZtSHIr0w2wrvBaXzLWuXqIn3GG3xCJuVOMKf4pT22RTRZYVphSM729Ut7FnrLOjYcJ8YU
FQy0J8fX7MLD4gmzzvQVDgVKgQGe7DhaerA4Egx6oBSdXQdAkZvhEF2S+rtaYIqCeYlTA5ZFCXpC
Iu3SlxyMOsrGN7PrD5MEGgJECpQ+5pBVW6DkSh12ZSDZDWGvrRsjVPJQGOgZw9VG4nNd4udjIWEn
g6f2UZT7Dna0JdKiEcOLO7YkRolc0vwyVIzom8HM91R9qhfF46gEyLVjh1qHFkv7BOuo2Oq2mRlk
OQbqRP9g8X0zhB0su0wUAgBGrYHFko/LwwCBD5UnzDCytAU5j4WAsrhO2BegC5hP84zziE2RjZnt
Tu99OU8AVge9+u7S3w7IHhJpTFR89S4OCYygcpxTELxANAsahpZwYvi6HmlaSNpzmz1ZfG1cjgrP
HnacbdCNyuq9PYctzLZRoTY97vhNg3PuTZke6+XMkbSYfTCkiY5hsD5mckVA/kSN73XJNug/mtgc
S/4B+lbk6mRLbLFDlAdu74hKvqPJsBc1ziE6n5rZSjK80SZTDyay0Kop5JYCd8TaFu0otOd8Uywh
WaY1hWtHmKkdrpi5PNgu6kZaHlLb/nDf8zYs2IJFS33D1ldZV21gRbUeLg8fFV13LKMehFCxAKXB
owEHfYN3gcqNnKY1DC98TfQBm/cVuvSDcI6t9IlcV7kM9EnEcz8wX7Ria6EOYIOkbRriIORWVx5T
o9p0+gcA0mxOMdYuh6NRKEeMnPgCBqFwmTz3DmpKytpWgD8VsJicRs0zJ5+6dDdOwsDxxGwwOnm7
6XWH+2SZEVlpKz177R2UjHrTQVCldgj2EJTluhPN9VT/WgZc+NQxAlpHEC/DDJnw2MzsaDZ7uDB1
Qb8YXo/qP4qW6s5psH/LBJeAY2L6mi9rc3YjnSGt1O04F+NhGl/RL/aE2fkqvAPbegx0MBhnbvq5
tSWVBV02mzdkEcATw4sDF1thPzZjF2EiEfxI0GRRCyBKDXyymr+y1ImV9ENFyQDVNm8ha+I8gHIa
k0wH+PSymDEIlDLTcx/aNrbqdN0Q93s2MiMYqHKsWZI26odGwa8q8KqtQcR6M+KJoTL/JNF2WmL3
EUJyy3I94mwg+BaIQpb2fZ6nmLTwRxqea/Kuq89yeTZnhHVhUz0s4K1oMpoB7oC/e5rk8KxEKODr
Nj2NuvE1YDDKVwFCge9bD1VafRBFs+MD0T2DKYndYMUq7coZIp3Hak0/TUeEOZGw0L20FfkCeDzg
rC2zw7GyqYex8wmcqWwjWD1uR7sDTJDJPMnnaT3AcNvDFOxp4NrOlnO+MtThjeMOX2FokcS8/dAW
GjJKvqYJjFVO/cF+pjbCd0j2UWcvjkC7A8qp1b9KisRkqAENHGGVMoigqyDfmvs1otlEpMqGaXSV
N2kMzOgz7Ps2pqnE84gQZ2DFt0FgqZyB0WcBau+47+rsIEjDsrNBYcdpCZUEZ3tczhsD6uKu3S70
vSBvqoWjYu+UJPdKbHg2AOoJREEZNigydVYXKgJHyTDBnwbt7k23TMA7YxTLK0ifbyfprtrUODRO
u7XQdMuaerNMBHZdSAbaNKoyGnCN4fE16sqUHI3yZd5OWR0VS+Fb84tq2u/NhDRNY5taw4ZCxZVa
X7R7yxEhyboBTh2TAKGwrHDpu4NeSF81olz/1aHX6xrsUdFODVxH2vEJTNRtbVbHSWaYNHDxlwBK
2vf4BL2b4fZezQjajJeu5W+zQVa8K59ZPj7rqM9M+lH024nlX+BegBkKYhzYYsOc4l5E/6ZW4Evj
pc05A1FUwwp8lGCJYC+UYdnsccJyHurdpkQTWotmEtfVI0E6gFjjsnfNZi2JvtIYmG+4/cWIVQKC
+NnpRSIKHLvCCmYFylDtY1TP9hz0FJNDpvalV/2rNf7GIgyQj+H88NO6DtucBmk5Ban4tB3gxo0v
PoSLI7YzArluLLaaoXqK/LJdxdNApWZPhvtQF0HtwJEcpW4O/4YJtVSDvRkWPZJUA9NJKZMZ4yTC
nnHGoYU68kC3X5e8Ws8ufxIF1ANdvdJVv1ZhaI0hmsoKHLJ2ECcanzQLcLbK8t108JD8AmMYFE+u
XzVFaBbnFGOp7DU3AhfOF6qyddVV/QsNxtbyM1iGs7fReLXcBFHCMsVlh0qGti5GwJO6fO2QyBK4
qZGmbKypPy6ju8vgNIF5I7VjgYJ2r5QIaWGYOtj+ABsoWcIzFTGR/D0tYGKBbma8pnNMAWtoMWdd
1Fmo070pPmyML7kDBVASqd0QqfauROUWJpjgtMkyEs7a5nucni1umIFuDfjSqQ86jCUn7J9GBq4K
0hMYj6YbEPc9gxdNCzK2nljoQaYf81MOYYK4+A/XeuQszxNG+rrKlyg6gTKiJQ02lNinRmSlO5cA
UOQj02kQ8Ukl6J29NGqcRZtKwu12IXsXUbBZilCDkRIKwn1bBlrZg1yEIxtRdldnSYaMyyBlmCFb
0EtsaxU9tdPMUPSVQTNnOzjExZ1ERjHJtSLziGjwzCwuhYQCkCgRZvIrBY21qOZIDBxnHPeKNh6y
uLUqOEE+tSbMaeJaC50qxY9oN7TKAk4NxMZFYKvTYeROYmXot5vGbzWDi1PdrnC1H5XRjJQqSuGw
OL2mmN9oWZXMamjYa15/Ozh6Joa0I9RQLk1pokNZ6bmYd0YnJ+nFu2MmA8T1fP7omqOJqQ/mob8k
QfrBCVB5iL7LIaxmj32B9OAJbj/XXaLne6m8gu4dKyN4by6m6+HChqfvygD8W5fstAqRUbohuGoH
jiE12nDUybhV/L5YQyJbdpz+Iefj+GYJdXozU9GhVOn25lpReGSMU0yZDFGfEH6el5ENOnQqkfnq
mJWm/NvFXstYC0P20VxX7bQesyLWCdAR9nJcNB0TU2Uk5yFhWvt7se1ihxD4TNSMrSA18WF1dJZG
cxL1+J1lSNzQw/TSNHdimbNT42J+KnXJSZ2J7U12juxlTkH/VR64PvsdcNT4XYE697/casjjLNW+
FVcLeZ/+nsdTKfZL5zfvhvhEj7DH6Adynj4wKr/6tOHMRYc2nPtLAOfIDX9RdHBwYOMGbzc3vjRb
XGRk5q4pMOAXOgpoWYE2ejMLtSmS/IMX+PaeqZ3NzqsaPzcv4wkJdqzJw6Jau1pkdZmfthGgcigx
zPUr/CkRCDJIfgOpbjRU7BoBGHwC3gAhx5rDGvLb/qUdzGfjTZkjwL21WOsDzQ6aLqqKx57ueqvz
0Tm2jhKXtZUFKFZgkhW+2Hkel3zf4r9W+HkTqm1eV+16mjBYbw4+o7GA4yU5GDS2Ac+GqJg5oQDH
DVlwtlYQ6PAnG25M6WkQetjX3lB+FnaUQnWuJebOgBKRL7Ap/OXQ0qtStDyfBabWuhU1NnXdJNSO
AYHHqOsof+V9oBdJSr+U/CNdzpn8HMolabSohY1TEyD1YygTZi1Mgj2QfDsRkubAnQXHKeRsGWpg
5RqB3NLwiLofZKD7yoKnsI1/hu1hAXTQgDNsMn+iWBplUj4aTYYM9CRoiLtkpoHO4B1F8x3UxLHo
8q3pbu2D1WzhmOnCgQaymSYgn8ogkGWHmfNcozLBDt2QaAuI8CVa9fDbEjby8E1L1wgTFMy7q+Ac
YKiSPNUkaazXXMMAYjWebPPTgUEvRYEJkPoRhxl7NVswMRU7NMW2ZkGu/u502P2yXwT6ufq7GY4W
uv8GZst5CIdMzUKBY6fXb6gzyfyQNomwHlm5a60th1MoJOA1nEIhblKVEJfe3CaaniAgWPhvloYV
uOVVHTgo2skQdqiejloVneRlDBGO8PlgB/k3rqQUiMbJfGKdiWM26hUUWsBu7ncIRxpMmX0ixgtE
s9LgZfZSc8/9hUule+Zflogyca7sxIT/KDj3wOpITHbA0lgaZDikNX8A+dUzGjxMgOrVE0ljgD9z
9wm/xeEP7NHMn7PpAK9hZXlqDUQ2eeHTgu0biTweSbWd15Ay9bGt4sctu/SFKQtGpkFMshITJmtl
g8rNpiJV7DCKHQ9vPRJo+VFZm/CQZnAO39aCP9u4JSsEYXqOZLZ6tvgxmz1eP6QSS35nI51hJt4A
JIGqCftn8EpnP3OPc/lIlgVh3w6d9aE9QK7mOc525kdmPIl0byGg5eiCVZGRBoO+qqtNgTnr3kDx
sIxQt6Is6U4c5yDMmTsdSxZ5zWPDIsd+75d1raDGG4v3rlyNGPx1PgwgclRcmhgbnN7xu5w8HlUw
HbVPZq5Q3PQqvraKCO4lQJAQJ+q/sMsUEkpzhQ7oiAhkORbOU8O++urDFt0D6u1QIRjdtpG+WeLd
veK7Mvo2Ga0nWrQMnRPEogSvryPqKkctouEPU/02F/sF1hrZa8cyrzYeaBoz5OOZ55AncwpQdiN7
2qIOZsQGS6DO8h2cVAMSMRSBKvBPnBdNbGzIjsp8MyCUxTli+22H9b6luPd7G+m8hjNlUQKUhhBS
tCxBBIRkucB+BHwIayGdMFHtwZkdVS+CQTYSpbjrsg+Tf47Va9f6JmaK4N5CDowzHxa9Nmol2v+R
dB7LjSNZFP0iRMAjsSUMnWgkypS0QcgmvPdfP4c9q56YruoqkUDme9ceuwocxb4gYhhLSo22Tnpl
dyp1rk073zjGq2CsiLxq9VQUsd1jQwhjweXxl1lXo7oWuWfLrTR+LDf3Lfs5k16e7uN2O5g7SA6u
4dHxJuoc6hdyg9OcvC/ltJS3jg7y+jyk17h7s0oA3GOnTMGIZyDNP2Z3b6h/THSNIj2bKUVnjomP
2YqFLfOVGQ2O1zS0YmxKnnmmF5V5ZBO3Yj9F5q2vJPwJPx8JJ9TZWpvuZ6p2vCl17KftVqS7tmV4
ee5o3uzkb2Qf7eiwIoKNfSffjj9NyqhG9BE2fSuIX2f6i2df7y74hpkFOxY8/dkFcX8wqI8WrCiA
SyrvcsIVuLVBSZR038jcz9vXzKZFvoDwOKYDQ6OzV7rPVTienRwKggK7ylOdXYnEmaYNnet065yz
OTD11/XXSN50qugVlt+3CJs857JdemrBt09/lC9L3+HEKk5ISRTrpwNufV5MAba9Ke5lNpyjOYXC
fahgmKTFCUZg/pnNoD+SRr5oSICAF5+5gZyI6Dd9p9vf2fyvvVZcLPEuIfCEMS36tfO3CSUwUFbO
UWt6Rh/5aHRGm/Ec2BH8YzN1+wW1pOW8S+PUmUTNZOEU8yHNL/p05EnIGzBCz8CO1/hud1Z7pJ2A
vb5uviWAD851nH1ikwz2SO1Vge82QZKVxvbHGUgMMYazcZrfKjpPxEq7e/PdBs+JGZt3i7hU9GoN
G1uQO/A6KZWP7nGzLj93PPAd2a+jPqjz44ykiNW/rrZLF9RpqE5epfhRF3T9nthqNfkQ4z5LS3+e
YMLU4dEYo83qiK2U5Mx3j+XMG8b6adFsgErvktZPcgzaetdMh/aloQSUhPk/ds8IKaT5JlEriiC6
DQjK352/IfNjzatUEup3urvB5SOm3Xjo4Q+GQOeO/jXSg/ZbmCT3k8InIzMY5Ifo/83ao/lsEEOg
j4/dP2PZVvyNjGBdVqDKp1JqO2YQGss8tvgo+VgN1TOQbBGeYJXOnisZXIZtgc9hm90hO47ei7Q+
tYSTMuiLI2C9q//G0s+7ryTfgrTSLC7mF005dq2fzbtI3bLw2X9m5njte2r+1MMnIC9V25v0Q2ek
vmWl4CGr75oGo9oWIO/5OZqbfWuf4LE3+fJgcusqAyhsWBvggzMVs58DCQDiUf2rqidWidzembLa
NPPRqrimZ/bWvZN9N9qPYT3d8X8SlDjZ9OL6H7B0f+TMTfqQxDuiY1zPqnbwA6i4VICheP2y071K
g7X6kvOVT/zmFYN0dgNv3sC1OtFNvcGbdHRa2/O2mV+s/JbyTMU1KdxkvE5P5r6vz7WxdRY/mkPQ
EgRhlAGQXl2gbmSX4e0iGGjbqvtGC3nenPlj4FqQD70VOJE3yG1Ulz6VsNV0W2MiD45ucwMqnr4H
2XjVP9O88bWrnZ8T8W1vxzYEqp6wPHyt9jGNqDWgmpmUv4ahRmn41pZXC3omee2U37X1dB4cZ4H3
ON6LCMy7js1zZeEZdeBqlT8UP6Q9ODJIr2v7ZpjgKxo3IdH7/whZU7IdU3S9BCN6KYXrf9uaSADo
vG6/qK91rWNubdNsl2uey+xKRY4glqvfCsEZHeasvpxC1M0rxS4btryadhGCcCv08wEn5aHqvsaf
S8+mXsBN6d4Y7yznrCHz0099s3P174n/c92Pzr7ONqXyFtUv9WepR4cofYE5uS897oBIvyUfq/vX
nUwg/XY2PCN/bO2jNnKZa9iWX9zobY4RhVQeXwKzmsagvVp+CiXGSdwxOdsw5ONGHe9h74mfVWi7
+ae7MlHVz+ZcHGebpc0MJ56tDBvqRnm2MTsUv6ahvVca3tscLG+GyMBd1eoGN8dxKf3erk/O/693
GhsqGqCWafJiWpqq6tOk/wDniv3oNPo/BQBio1jDncOuCq9rYe25hgTIs1VkoES01cjuuTWaQ7fE
e72sPHuod20d/alp/eGO4kvRk20DtbzJ7MQzu52dZWExmYEjAt0euVg2pQxNttkrQiYEpBuh+VX8
o8dfOmoE/RiJLSs4ZYOtsdfq4x2Gi33V/oOyL35cxdglBmnVePaqS3MbGhkMy98wGj4KlI6LC8x5
Z/JfVo1AW41hO/dN7JF7Fo5W0GrhKsISqsUakr/ZPuhQJ7MY3kszYBlvOs8U0ylrCC/ux+PS8xIX
YGI69hpAaj05V09u9y4tNUwn8tCaLJRO9ggEEGbDvb5LfxrH+2IPUDtTkVu39zlZJRefK2hu50A2
HK/1egJTi9bxXRO3xEgfq2if8qstS3kylRuhnG3GNUFC/DWOT9yb0xKuLjPWg/Unp98JpbUEAdgw
4BNB4fiaeZyQLho0A0jaAzyO2vvQCzPc39GHBeC7v05yV46HBSQWsgoqwZCPbgl/Ac+zt7TjagO5
60GdcQquh2oBJtqvK2zciVs4GTxhh+Z8KwmqbjeRHVQYNCNaTLaj2u2r5Vz9OGiuMme8Ai6DUozj
VRkOytPaP1BngYdydN4tIfl0/VzfFs7OrSXahl+bqJTqot9mY19khN7tKbnbZNQ2cuqNQ8jCbbbP
pvuE2oUcZuQEin7TefSZk/mOJtOf5TFlylAZEMhrEWSQQRhJgqTo4Bv5hYDX3VfuvA/TztH3C0lF
1HXNPyOawAIC7zJylpsD01oRZNDE0UxQtxHvuvFSpK+ufVqmcwbLCtBrHcwevR3gbnMvAZybMB8S
0P5/ROPAntwY8hhRNIINX8bl0mi3/s/9yRN7MySBHX3XMwBWktxme3jXuBkWfvMQv1X1Z44SzJ2O
43/F6lMSQooava9g7+pHTzw0o8Yo8Z4xPTJG5iH4nTFv3J1LU1V0ybNtXt7c8aEdAyW/qHDLQ3ak
uV4Y4m3514B6/qrs2uCe2/qnin4t4WUuSz9a5Uz1+NxV67zOvsXnPXtEztreYjK4euVrMtGWpBVB
nLzXzUn9EvyaIQvm4ieqXgeiUM3sygoICQl7ZJqntUr93uT+xDHYaQdZdUezhQMkkQiKsVD368gm
AXIM1BfyLvfMTic7f81W6HTkLAPigLwLTT7e/I3om9lcjg1znG77bv+wape88eaJtOQtQRuheYyc
e8WpGSzN+6zC83um8bvc5RQoatyA7cNAttIwbNz3m0xnsEBFknsViB8jA0ofF6Nv+t49a6wmtdcb
u3kNjCf3OravzVvqejwPgKCAFZqE3FL+8vKDVLK6CN33kkFT+9cCs8h0p5auv5QbiUK28A1nU8eq
r1+TEjrcv89u78sSRtEOJ5Aqvhr6Vi+g51isYYouLtdBpfGhT1uzP9QDG41LaYZ+bIYvLLkPDmHZ
5hoq0JjrVzSiliifp3flngTTPyioNNqaFts+TDg01P3MqlStJOSdpIEq9n7PwCrodRANp1Wes+W9
Sf7JOHDVDxWKLjHf7MzdWg+zGsw23OMxB4F3oX9ovFAT+8XV1K+hUI6y4aaJSEh8FWD7Sv3PTjlm
/ZhGd9LDx0+y5uPMZ9coURmKh8Ui4srmy0Gob/7O0aFIla0Kfx1He3XiA0pvw9iEbpFtGwcOB+Ju
vdRo6SQEKELs8aGOOCekb/Nq19V3Gp8TkGkpvRYRiWx3oi28hXY2Foa4/bKUZ6OYEAdNaPKxe/KG
SIfhHeljGYfpWjJDgGvb3FKNHTjZFCwWepxcAjwY2aXPp02tOacBRp9gZMUz9MdB3qiYhOuWLgKp
DfP26LSs99lTXJMIMOZWiwYKxESvd5lNuY1gCy/yMGZXhHkGMenfRP0ptC3PJcs4kKIyndrqM3d5
JhIAF6ZTEVdnTeheKR6Vzr9/1OOj2V8K/kCZf/Jfc1JkjOIxN3+impjpt1RFnq+xgOvPCjW7sRXO
a0/MEcsuc3KEKpyjothpfzqgvRuHICPNsiKHjHTTL+03peZDOdYchetn5X51Ut5/y5HnP0UVY0vW
hJPpMHcnnm4+TXOM8qt458oWGnCiY29GJNqFk310NhBqPpNp8wYOgk0HARnEwD+1eyjjvw4efmHb
Hf9Ws/P/E6pcVus8QK1LdrSGM1EV4l/FSJS0/8Y8OxgCTVacHnT+4lI4R2oxj8Ws3QYyCaZDaT5H
2dVEyyijV7WbOn91tcvQj1HQ6vdps3qP83RbHJX53dXArxG6eQM/yvCauE+6PoZzfuhWeKrosZQg
SsZjLw+VDnP4pCk7SwSrG/n2+NtWQQy7Yjt7yl2Zdq1ynygviT4yaX/b1ZcJxJT0e8uEbtmkLY2T
Jch7RpRq8dRP/Tkt9KfcBKumviwuDhYxisW32SKX6BcV1rmA6Vw/p46LNHZv5D/zzs3tlz0nL4oL
116vVlhqI/wTykejrfbNwBveDxbnmvM99CAl3MDapIjdkInPKF4O9PQ9y+Ew6y8OsuIKC0HSvFmK
fOwAtVsWjMRRxlMCuw+cJlSvTCB2M4aW0DLUOKx168mxZXIzTARCjWSmL9dqb7ryVjm03pgIR6tv
XWaBbhl7pUHNWKxvq3qHgDhypOqi+z/nMUwuQigzuisD2RtNt30rXKr0FDEezGnEC0Cu2sYs9d3g
xpHXpE7mDWozbuPe/JKtI0OYUFQLS3wSEQIS0xjpDtWY7stLpIR9vjM1F3+bj+9gMqZXhfs9sq7L
+Mz62aZHV+CdaBK/RJFUflm26Ts0CKwbq2WdykihFzhhvFb+JcqTQbsPSyhWGdeYHuk2goTTEDZk
Gh6zuTeoCWyqp1wox0ZTJk8oRmCRy6Hzorq+6G+DlfhauVuMT0vAf+nbvOdp0D/bmRW/QE1Rl3Al
cJbiTtAR31sZnkOQ0Vo35zau32xbo3J7hInSA8Ts5iHVrMtI8CYwwcIUK4CwKD1mDN4lNlyB8W7G
ZFTG8bhvu+JhnAYTViuC7SKZNxbbplH5MjHMeY4oIi9SOnPTNqYWxJLP23GhSQY9XXwInlNXttdC
dz3BKaLM9dnoPtxUHAqCRppxqKg+svzZRYdqGfWPpTw4VbFP5IA3bkjA94utGl2sMUypD3GxZRn0
wC/KxRAkwZIUUJ5Tg8HZY4p0tB3tDQa3xSxP+JQSps6leFnsg9KGunuorK2cb6M4mrSZYg/gbevr
/pHHWoY9TRfQWeYKVp8q4JEGGjANaZYWpLMB7q85LzQEc82XhDQl60c3twfwFbbRqveK9rmmbkKy
3VygtxXnaMZPthV0RE10vpuAM0H0JtwsA5tFvu7YAFwMUlhahQgGHA1GgPwhrCjrGhbHNyQ/br2X
jdgPSxwOKBAGncWyeY2noBmGXZMb+8bsTbg3RqYUzSGiZ87f1+apAk4dxLfDuc3w24+fee8SWGO8
1+0PwFnUludeJmet2uX69LC6v6YA7C7YUFr9sFhduNh8DrWyF/GXYdJ2ovjYz0iLOuRaV3tuqX6q
7pbKR7+tkb+4bfTZlg3NM2mEiAQ13qyZvlLZn4mjrUw+FAN2w1uvqTs9jW9LlHlRI2i7Mz0rSlBC
VAo63LFbtl3rEPc5V4P7M7a1GgzqInxFk0mgWdGvVqFH5aU2ho5CybpHNpyqFBUUllHxL6AP4pqb
fC1UJJ0dVVqOdI9IsA0fBpC3oxuKMEvT3dC4x3ieYfJojUHFNEHIV7MEG6ut2Yu7KgRqqyoTydkI
fCPGMj2mcwMuFV8bTG0N8MiQlScFMs4Ytd2KEnEeqvdJc8NEZBfkuecsSR+ju0HRAHcaGO9XfCsF
qhvbttVAHcohtOu7Quw8W0fVTMXTirSzmmw3LO+iXXTu3hSTLx/Fe3vcrKLYuUj9LQYqk+0kxZtU
oVIwbj2vfAO9FBUtI1uvBvb4Oa4fZrPT2TsN5GQtSpuY8QSPnuJL+6nTz7PjMuvUPs3WkW5t9J6/
4l9XE/0X2Q8ZCoSWQbl0mNLtz0xp2GAU25+Lt7LOXjSx2JcFmhssIWc1v6u3tczw8/Hi1Fc7flVa
UOqDWlb3F65MyJ0s7K/a5kEz/qFpCYcMO5qKgjg2mr8aKX/mjeJfIuXWSCArGlC4TDVdb+nFnr4d
Kov+OjJhupkZx70h4WjHy1j+ZNFXPAJ38gqL5ReRwcSEXaT48XtQikXVgtYO1yHscEeo19HcOtFj
pJ2NqI+vGc5NAxXizZrXn6Qep0PavYp82+f2r1Uk9JOMWwu5GF1+IUr5yrjYE4H7Yw6x4ve1l/XP
ia17NvmwzuTlqHEzo9/1d+UdQdFoQ2YXza8Ikj4HYrhWzWmJETyhXhV6Actf+Hbc7uwYJXZAvJ2z
UIHA07WZCJe6D7Ul/IQKs6fs3FzBPPmPyxfZCRKuFhWIytZdfyQk+xUax6sZtOV0Xqd9Eh11cems
1JMcMdn4OrZPkE5Qy1MBkRq6JcgbolMXW66naFY4qlxrMDTxmH2MSnzJmMbN9jgrH8Pkhhzaj4nZ
hMr0Yhom0asT3gTDLzPFerSY9YocOcPYcdLmj9IW1q5vVzJAGP+DKhrgTbVH/vujHnuImBiQeWmr
rH9I2MSKYj1JjVZCcAoDEKgfU2jV5SJy+65i0raFusurz3Uh8WM2vXbVPU1776Pq4M45Pwcu2OzT
cdBO8Ru7OxwID6n9FQMCWL3bOGDyPV6NysgTHzB8XWwspyAd+Xpw6a/WV7+oYwgSSgsLISd0Bay9
qfJbCBsFKepGhPZJuo1lWJMPUwFgZ8lurBfBfrdvxHid1QV3y9glNaGqENplDnFt9qyfDYEodreA
ORjhOP7FjSOeUAY0mzEuh+sQg+hz7M/wWjLWFl9V8Xm4AFXpgzqkjTfW5quDDAWDR2Vb17o0tgk+
l0OLKxnjilLuREEPosLgPSyCF3ZFRDnrUezfE53+1TW5v8v6lq2jgnhjp/VqyQUIOtIm/VaXp5kK
pNoxxabR00upBDkCkaEiYM4wWBcdBWZBFbge83anjwqS1hkMkEHscVDkTY65v8yGeOjn5XNWwA0N
S219oaMerhz3qdHoHHPnJxDXrH1r75typ8u/yiWePdGuBoOoWU+ZV7nOVe9glfOLHj2jUs+DLP1o
aOqY34aWS7NubpF4NAiwRk84qETwi9c5+45YvtrmLZ7eNQ63WDz39ttsgepqLyqgYXpXBL2lJmSx
wZ/j89ic3QnvQBQ3zYOzQDJFVq7tnCTWPyPcqgXEqVzh5Koo8l2GK3UMjftyN0CcR2vjgqQ6+6nN
zM9+bYJJbzA0R89zMu6MyPGLbNaeVfETDYrHtWA1SfKKRIpCAxtBRmvUDorgSflqVYkDJf3suuJX
rjEo2Vu9dvsmjV4V4AV1eE5mINnYRnDTWXm2i51Z5/VB1VupfsHjt+EcEpajYQSQD6a9y9XvJaad
Txjoio3vIhEnwIthFSp0MrMJthykb5zjVsWB6WzL8s8obQjGnkiiWRuO6hxrhAV/V9ObPeATApM3
TZf7Ltt2S7GzQfHk8FmRkj7EzzixkLujQhz5uDkeppdhQhpqqiXbSupbICr6CjvkmMmuZ4wGQQeb
mu4/TdqGZfMILZuzybvivXPUJ1m6H0VdMECDX9pLoaAtuIc7IHrcFkX72tuMdwBuqT2eCCROlRDd
uOznrYMhCgWzCSEi/LZl22nTu0ydbolNrEBvQGgXBqoXy0b+XadW9A/glwOs+bX1+mvkm0XHocVI
Rwnby64EGQOTKE/KcBb0uXgd+4W/NG/kOqJmMaRXTKCcpCUP2Lq0gXOSZa6orMeCf2rZGvRjvx9U
RCCrOFIPusFWPGuIWlrh5X2yTaKFHmPgGeVtkXxjjXaqnQcgyFM7AnwL+6rJaod8upBT+2+mR7Yc
KvxDqNVIeHZ6/ncJ+8GyvKxb00HF1/JiWUQb1n9TBJBXze6/IWuhnmO2bgWHc2Gb4DJmHWJOmMk4
PSNrb/Zd7ord6jbAr7H5UKagfcxCqi8rtzkZA0ozobWIjdVDpDMMp52fphZbneQp7NSRuRQnSmeh
TY9d2EIzerQnGwDJsc6KI25O1nhadK6W9sFmojdEHHYCsFh4HGPHzGVegQCT3VuTIU6Z5l1lGhfa
9KDuXuAhFzwW22n61RvnWKRuYAq+Yfgv/rxn0N22mHZybPYJfy2tQ8M/vlTaFFrpBwf/bqmKY+I6
u6jbshzHw8l6idDs1DXd3qhWukrzIrDd1Rk9ZNiHOHqPWk5HHhTENXGyPtTSCnvYbXOegWLFS01E
XDVR52JfbaTe2K2hnlWvWX9NlFp9NOyb8sOlxIj4h/vkNKGNK3/c4U0xb4Pzgw4sTj6lCpGCjm3w
E+VzIqfbtF1+VBCNlprcbPGnesRElqIeh3MD4s/Mq5G+R9OV8bTqwbBq3mJEF4oTqr1y06t258ZG
2BIf7y13LsaY5Z4tfWsIFPBLtRuVt6nJtjZJtm5y1OfXGjOSPlKIZqqeSLo7zWFreevlowIYeX/p
Jw72lMCW4du1pnhn6tE+s5yPmGLYscm3s2NSK47hrcR4UyDI0zMblRnCBFs7JsxBJubNqJOnbrxN
U7KtF6x/dn0wsBBgCgwIVLz74AeTT0oZITuRXTnmhh15xD5fgZaxJklrPmSoPSxQuiK+tfaXktxU
28dfhHztfdG/9PrbgZfXGlJdh/eqXPGAptP3Mld46+vyXavSa50QYtsZ/VWbnZd4VckvKFavdpej
kh9rl4i5jlo4sddAxVK2yvvnIGP+mg4WxJbvCUOLKuMfREncx0ewY94tTs/KybayQn6eQWWehvoa
RzeWmbiCFD4W8m6bDJshDXor/bYATqfborww7ydNdB0tqKuZAABVToito559A0ie/f/QZ+jArWl6
VJGkriht3WXc9SwnQiT5RhflWW8Wf7WKwxJb+hNFU2hijR7PZNLPgRhQ4Gqa5OzOtW1tLd+6cL5K
/dPJr6sYvLxVELjoHZKswpVnYc2fKNirzA3GCBF5NKugytV9Oqqi4kVrQfNZgX2Z9gPPRXlnwu/p
Dkw2c72w6xK7YZRQWQs7cS2dnSpCraWdMEFdWp4pmgl7vfUc3may8U1hHLMCcrkX0WHOjJuZxmFm
Gb50Z4wY2zrdagrKUqTtg+nr7bZMz4qInjBD9Mn3NDmPcvlnyR+svlD5bKG2pfh6/KRZj6liXDtw
9tapz8qserYpwspW7SdnzlBCxY4RssQR4FRMIVbEj2TCdTWR0FaI1Px0ooy02bGhRTOf/j+uKzmi
Ui1jPRGNAnHWYAUeBr4naw7XGM0Rhsm5fBPiE+XfanzXkAUGkofRnxVmGA6U+lXY6zM7097m1ik1
uBFXqucRE5TSf81rdnby49LAdMjKT8oca4WDaGjZZfOyjYU8K2gNmjk9WWl90KWFR2a2wqHWdR//
T5BbDaiTemgiUIOkjl/bTA1MFG04bKmNRzFcdWFfTGfZRZ6EXqnWBV3+mvqGcPy8mtDQdY32Wa+u
HQOtEPGqvHVO6w0uJ+qOBgeA672OuG2iDcDGrebnEpD2YkzvHLyD9iaWvRnxpXnYLBn2n9aY+BZU
608M2LW88XyY7iN6btHtXVbmSDzXpQ0bc1vtcK4eeiYJrQE0MPvtJKIb71epEqen/FaI5I0581pz
4C3Ja4SJbo1UKq0VXzNE7yWy4wPWyuKQdxNZdIC8aeq3bO4y8Rv4mmaaDk5tP9FaVfudVT123W2J
t4bhm4lxrEGINeOlbypGaMkiEFR5ZGyaBktaFaqwroaYvfyevsS2YpSXdB4wjr9hadu7armVWqZv
V239nu2nidmsXq+u8lPMb9DhrOh3RyilOATzWmL1oioNoWvzxUK3KQ4NygfR7dRY+xq7GpFxcZgB
YvTyIMYfaazIz5NvR8/BwhXuPpdcsNe+Sk4zIeA0uYmveGVZi4z1aMLgr8wSw3zB7wKKsgQLF/ly
UXixR9XCiqBtkmH+h2Wod38S40+zd2vXXQvrApMJTbzgN1aac9yWvoEjP7XaU75eWzPfUpYatHBH
RvHYlu9O+rq03IN4zcUxn9Cyt8jFjXNLNlXWCkDKO18RVg7WqcTP7ypE+FmLoRUVWrc6p1b5M4jM
zfEN2y02mLtIaUhqvPkiwEEUk0vX9Tt6hrwiiQMo3oWqQR3HbYj4WbeFJ8fRr9azaZf8Yhi5CEIk
4W5VGqBFhKhYEst8t9QPhf6gM9+o2349kBkLsL9ZyUFyZgyt6+ud+JJBVe9x6CagktYewMg0t/14
aQavAOaSN1MGTcmQjTrb/G3upVIAIyJ7UVB3oJNAqRQ/ICbfZMaXYH+GTUBfpYwQry0OXeU8xEhR
6I3NEOO5LOW6wXcEO5BcYDQVi+sVZUUTFV7SleG0TA91B7lxSoZjt7wvpp/alqdnxz597OaTjWBU
Ty61qvBoxtl7XZh7Rwg+vW+3vrZKebAdWN7WRZWJNVL5YuzYs5YD92HUBkcKujz2114cKtelTw/j
Fitu1cNrz9arav5ZRYmuyz4kcn1Jm09XGwp8K1gdmknzcaf6i94jf8i2SopAVhzl/ScavljT+ebR
S4FOY/0bzCgo+/pFHYeHBDpmcAiObo/KKLGJKUHcymeZ3p+K5NFyk0PDJ61HWgjr4hntsO+Nk1AX
i0RURthUdtTkZTu1786YjRnunoWs/mHUQAAAIRDSXxak+j7KCEoeLUQly1r6y/hlWQZw0QA8IOst
uVjgqS2b/zSQVO54urvsNXVZ/GYyieQsH6o0J5klZgorxx50xR7lHEaip6SsYe1t5mG7VgAQWYu7
E+RpmLuXpK142zupUg1nkbFi9rp+lYpmv9xz+1TfZr/35WgNe1cDOJAuWILpotsUMzJRLFBYUpTl
rVkvSDsz7V/WVt7akVSAHr6Be353uNpneWsggSyME24bRmn7afbX1sYsseAHm+bit+wwOy9dxIw6
oOzXmleHrt62GBi/pv47NvSHttEO4p4FURfXmuwiuxLJrhofW4BjOLVVyzYSEExAHDsa1yKWmdmy
wsb+odyInKN03kfTr8Si7MYscHH06I6MSaVY6kvZIlLDXz+yeVLcauHtm7RLdN8ea6gQQ33PNesf
0UdKNeyLPH03JH7cslieHLoEbqCmO0bP3gTzGq9TjvBJw9UQdLxr7fAkiOtBtp/E30u/1xMlUPVA
OMMedmVbE/RU58UtJi+LuWlFqka2ICM6zQyo+xbzQ2aXovAl8mxUocmCumG5JqSab5izyQ9A+hsr
zrVYV8+YIi/tgrjrvvW+3vIu+WMXHwc2JyNTPAv20cmhrptoq4MMxfPNXBjM7JsAdfW7aFk9p8gZ
sUnHUorxr7g/cElIbdnWsB8Q7DTRbTJpMxTNtr6PF6BuTf2B5XeYQpHgZqOfygYj52fFetDoISIi
UcFSk2dUORcVDV/KfqFlhDnb+I+jdp4ZJbC84V+Mk9xfy5J7fO3OzqTcPZGPoDtV+tw0IcZbvPjX
BDJ0YXt7QS9KfoDKTz1LHd8YIEMoi2cxBNHypJHJoux5LbG01m7YKh9Tj7AmDQfLm9sPdN+SYlz1
qYsO8fS8aPsx2mVS8efkGqUPOdpT15/1W96Ey/RTFoFbfiaw8vZHYkFOvfawqMl7zFkxvap54FBC
NZ10AE6lJJ6mZJ9dO/b74joXIOZCu4s8kwfpMNhcMg4Nd3y0Lb+cz/r4Wpo3MdoXRVof/6PuTLYj
R640/So62kNlMMx9SrXwgU466RyCEYxhg8NgMDDPM3b9bP1i/YHKKpEg3dGZu5a0SUWGG2Awu3bt
3n/IOTtj+5oceCPaa1qTlWi+FP6+cb5qJMs5dfC4dbNt5Zjujd10a1nx0QI4Ho2EBMZlpcCapGus
G6dA7LACZZ/Fln6pTaTaorCR/KQtvi7ROE/Uiky0usbtcNOPISFqTKgxJtpNXYLG0rLhvFFsOlFZ
tXetjLDQDHLXAsBaF9Cu1ORrIZ7icNgVcEmGHHvbchwRwGkD/iXjctDcCzUsL8q8OI8V2FKxslMh
AdgowiRX/uQH02/98Zdvr203vBFZ7VBiNve5Krh5qKCnqWpeODT9K8p6effdj3CATyUJjElvQ91p
jnXfZmTxwIEvS4OEaICOVyQ/0J278gWX6AxOcOjftVZK+B12Nho5fbKrzRtN3kjtwqYkRAdSWFcx
V/VqONiGujKKotzrlu9uQt/4Rm8CwRHa3KWPhBSNRZ8v3qr6kyft8xCOVzTS0Y5A4NPl8FuNLa6t
TAknC4EsEf5MbFCvPq2ZQeo7yre5TlJrj/tSiw6JVt0HOpBfJf6ieMGlCzbDULxrowq0lZ1DQqvD
c8f2z+UIIQKFtT4bNkhttDQA0zu0f1Za+ZCH8Bm6baZcuQ2S0UNirPOJfhTRJb5rWKotwVWbmMpm
RKArChN0t6lpvGf9ieo2rfls5XJb9GUPWSCoklVTiG9K4X5XQtrCdKZME7UD3/hlcliX8VYFmO9U
F31wZgakK/7w2wvDy9QBwQ5RgQzKyCjSDROyM901TrO1gLH5arp1zTvfCw412BxDUKWY8vMYBm5q
Onu1RNTps7SQkbPAAkUUdums1cUmhBOP+bcBu7BSHjxZbhw6A3XsA9i483giYN2hUWzGkd5uOvwq
HGAgCi0ZRF/aAUKUnVxZVA1LAKZNAKQIVOBKox+YxOm20otPbpbemLF/i2/yRZ/Yt3lzCDtElZrm
GSBNqJzbyo0XGRskN76prn/pJqZYRz7kBLJ82pDOihrWIXLBOIU9gOLTclTqpHX1kRjVTPAu8tIx
sZwOus1KrH+OXyE8rybJxLtuBWdwQTLxiBz13Fw3j8LWENIAwaef+crnvP5Uuw8LLzA96AcvYMx0
1AvdF0OsSfVSiC6fAKKyPAzSD4EiGnSH1CEvvjdRBzXWKA0yep+e63Pj2bSV9NEHfbDwHEcEbuc2
vFEt07J1QOeM/fUknxvDZ6cFeDZuwHfBU5LbIl5jNE7P01UOIfUGsTC0dWwKZhLIZa2Zo2lxMvQ6
wrpod5meKyDk9VtqeaCl7yPsOendQK9Nmviy1S469cJsHvsaoYOKBaYUu9qBqwgbJKi/FbHchorz
i1Os8s/ZvxTmUmbTXBXUHvTqThrDWg5kag4vVXzyh68pYbh61Ar1PAD/IRxI5qFnPvrdF85QyE9Q
Mtc2DDM377GeaM5DQ9nHegW8HuX3sSGjhTjPwtbg4icr0/uMI4lVonBWsLMfRQutMj0vmvJcjep9
6itgkXRMWskKf8XcD2Sxl/x/fQzzTqOLe/qTHnHLtOcmqp2fVK3nF9ql31UKSPC4djUULVPle5AJ
GOUBlYdfnQQtorcW10xTCmqtBjI8eh1DMLT0/qmM4ql4H+cXJqqPaPSkVXpZd8Byi0iWd71FxiIz
t/rcOWZIB75TqeE5ALOgIgU0BOMRfmljV+7ChtemRfHRfpnW7yvp9jaP4ixJxYi7pH91s0n27m22
C1Y/Nw/VeVSvxA68jFh9VdbwBQEAr/bd6r7Z2Csq7mtv99tbP0GsOggA3tulaT62dWaKsb6tyEqx
PO3Kk+05wlsC4IpSfEM3/1tpyVXuaNRcvS31yKmzB1QXKGwQdtCuNC4baFLSkolrUs59Qw+uJZ8+
L1Dx/xlWXwMuHAkyrcZt4d86anxuAV9vPKTkB1pnHaqswpDXYHdvuyeRf4mNy/63MUwDWKiQjedJ
+inUHhSkH/MtEB3vRvhIcU2Yh2vZ2bC2vraADlNzD4lXb7ZgOO/wn95a95TaR//LYJwJND8iNFAP
Cllas7HIa2mrs0/23vdaBeYOxgnG5XbUIZKfpR11/B2qi58mjijF59+dBYAHPuUauxpx0J7Q1ctv
u+ZR47DhQGbFJ9FlTBdrzG9oJPc54gXKHpRpaferDmW2duUicJVS1KFU1j1YX+lJG9qVxtlMEty0
5/RjYPFV3YWJGFITXU/SY4n2uUchGGyc/FXl7Gwu9i4YCczURkAg3U9DB2TtN2dBMl7Du+TY9H25
EsJk93q3celBdNIfYqnfBuHBywD6ODcJmEpUFkLqXtW2Hi4qqQNOvbfldeM+49BT9zdaX2yN4ueY
XsKTov3+UEIsM3EryYk6qENB9VEpz8n7iDihFvelHjTIidv3Mm9vyyb9KSNr43CRU8ljkpSLK+J7
CF4Ml5HhrLkeBeW2R/6AGzRp6coOf0oXf/Q+P/NpHON8nXvniftYieuU2wG1iFy3EeRFz0si0QJW
6zyKCaXaNQfzSMtBA0+c8lRRtwMyC9ZwDBFnycl8NZzftK8DDAdoaGH1pRz2TXopgU2UALgBBhYh
XPYg5FAwmt82SnSugMOpd2tD/jZHShy4/0HMsPrbRj8kyR3SNqp34Zjo/gRb8t8Of/cKcl0E3c/7
Xsngm+37D1F6noq1k3+J6rs8lRu19T4pJLNJ28Ljxt8stdd+A12m0vxdn0UrEN05uM4mye5P72ft
iOi/PjuOGlWGoUBf7WA2JppDFnlldpYhHQUYfI3FMUVGSlEi/6GA4DHs7DAEKBUMN54WTDUnelNV
8Jw2yX0eDzsd2FVCg9/HUcvGF8kDO1OWzXlXUpKCbdOVOQUIBKqsAK9nc8GC92NVacueZUW1Uqae
FQTEud/6Vrk2IWnkBwDhC64C+ocx2LJn8r86yDdPpWTNm0sQGT/jaikb+jids+ZK7q5TZWZcZfHB
kKvsmksHdz9UCBpS+d/DZ53LhrFxv3oLzk9Hpmmu5q5kKAsGA+8Rca15KD8rn+gOTZqp2V8cYLaU
ervsUh3NjQPooxGs3rX5XX4GEz8+GgsayUcSYGsuxh4VimprIUN4j/1T+hT91n9Xd8onbjS1urOf
6oO6NNKkr/3+5CUfe3vyJmpoSQ2k+aH7jTsb5xytRPDLn6SONPi63PvPzYJg8JF825jW3aszvkHV
NcYRSl65EUXuQOEQJW6DDMoQCzy9y+2P17BtzMRzUzElKbHSX9Emgq2EEGCJQBzQWORqDS9c2SBW
Ey8+A+1ySMFw5NGVEjy5qKMr7gicrN8k7fUIUll5jgrq4EF04VU0n0rlzE73fkSUValO52DgK6qO
SbsxEmejAd4NJrZBke5cWpDcA9H5iyr7kx8/qeq9H7Yb6nZrztRSPVTIlWkVxdoo+N6k1xkQcvQ8
nJgjQ/1R4tPZ9GeO8pD7T2ok7sqR1mOYbFofjKCKGrQT0jJQGrz0Hgr9rsXxu06uAXz0OUYM/Y88
QDodT4aG9s3g7BUHrBEZ91WXPvXjF1nSNvKT67KHRMNNlE5tSNMsiHNrffoTvCyc9wvKNqaF9uoz
cxa3tjPkEALQ8oLkiO6v0j4GFVUSsO4tNAgTvIjPdX+M1TtFv2EJ7gp0h0FRdX65AiLZa/DWIyrm
sXvoCuu3osOOSeqJyveYs3YERUmqQC1mHf4dtBXkdS596DAw86IG+LtZrmEBFBZ3YfKQ6EKtKpr9
h07Z1/FBsfdtsndMFXDe5xi8Rgy0Mq7u8uF8CKvblnZC7NDozZt6F9P2Wxm+f2cEzlPmGuvM/lW5
ly5gUQE5LKnv6Shu87q/i/rup+a253o/rDXUV/oYsXnpXevjjz690OqDNY4LybJ67GY1OwdETcnF
MCuaSPXOV5AwhHX9TdG9L7oHVWnvJigKI3fQLtw4Po6neG68/aCkHN0AeEZc1l5u3ltlVN3QiYQw
kmSZg85+miISE1sb4HURAnm2ZdyeXkrHJNj16YleLSWhjILQNGiXSlXSxR3d9CwazHulITFMQQWm
Vu9BlbwxRE0N9DkpxLZVKvC8HWWThip3RvHUEYG9FF6OJRGza0qvO66QkZOhMNXRCwO4sxaP7iOy
1iG9BrRWbA2KoX1uaFSnNmAvcwDhz8Z9fhe0j90XhbsATcOf3TVfD1Wg3XipgIlixwNgJ6PA2wQ1
np9mibbHuRU+UhRFxVaunK/17yi+AsXO6z7HOMBTveFE+1riFUIq8ETuqADrGFbmM7glpdpG+wql
AijUmN7tgKrXKUpsq+IHzOlSrJJbxDBtfRtVd6ihjL4HEPGSmn26YFjwIuX/QQzQZ4eKHNQiG1GP
ukIV/kw7j/b0Qa6Abq587KqV1WcbrzF9be4xbV37Zw6oy5WC2Vl+ZuL7ZHKvizbuiszynELe9Lc2
yRqW5QY9lrVOKehR28Ki28Vr6Iw38Cau4x3J7hXyyqBxd3QfL+Jdc95c+lv7DO7Wwr47mkLODjDT
9tzSzHgrbJvXcPx3cifu4L4iMI29eLdBp2lrXjDNq36lbxBHXT9//+JtojPykEto5cXCQaoeuS3r
s1MuGJuoJ3xLHOJoc26gq6ynKTJXwHPXKAmsgjP/y8Ie/Dg/sPVZOC+pAETRNJZ7UO7TC3wQbocn
FL3X6fYvFuL0WTxzapAnpRysK9cBlV5E17YE/pf2kVz4ckeu8vosgtWiLew+6qwrVZm4lg3WOkWY
IciunDlxsegxcyQ6aLNwlWpOib77SBGD9mreNRt9+MLxA87BOutMbBKqS5u02lnKdo4EZm1ySXgV
Hpusaws3BmXfNmjWI4WpFPuESi8qdqi1dJtcYnGSLiyEI9nbS+Xm1WAarVw9jmnRURvajeJRg1hu
Lk3dkbRNm8VVTzfzIdI13Hk8664t4ACixnh6AR8rLWmzWGRZiZ2ZfkMJtMyQSIpKWviR75j1GsIG
utq9ORpbYcHPzYHz3Kg9reXAQNUKtwB/mxg+ySMGsqhqa4gUNEVN5SJzvFU/igZAskSFZAB9iTkO
WuxCCS7NSoqL2PbFZYNExaav4cu0UMdRt0rt77pEFBJrXxdUWzA61pWdqAiKui6aW7FwfjWo2q7j
vIcrEOsZQglo352eiWN5g5iFjdTsXKPR1eQw3IWgITECeE7yM0kXYYL1r4Fe0bk+PdaR1SJmUcNy
/bxJFYbKQl+9sNPyDOyutuknKOvpEY7saW0WjGkelyPwTGwyKhSEkCYnIq4RYVhJY+EUO3IJs7XZ
fAWlYcJLYghfi4JdCcAQMXPf2LYWeD1DtcS2663qINvcvQn8stnHCcQ8dGlDGGH5uAkJ0wtX/yPz
+eL69Gr3+UNCt94ye1ZhQZoa7G1wYENQLHyuY5M5i8CKqZmh6L3hSikOmEDI/sx2ELxZchchHn2Q
Dbycp68evmpdPes1/AyCuKTQjoRtdWil2P6lhSBnUVfUQRIXQHmvTBvhG104PypUXWXV/YzbcGnr
HAntchZqYcj6oxwFgwzk/U0I0D3J2n2Y6BSI/EvbGW9GbbBWCLVvpA6G5vS7HYmLclZpKBDEKQpX
9hD2vjTJ9yxcqGBMj/3BF3npLbz6IrZFw7gs+F1P3UfppPwHkFyFGOpvzXHz1559FnfNoG6KNJue
XaGdbp8FUbqw9Y/Nymzrl8hnWGXCL0/SbnV034kFA6wj20DONnyD5WniKio/HG9QRR7UDWBohP5O
T8iRPSxnMbGsOs9TJL9uWP4Khw5XomW/ULs79kFnGxgcUe+F05M70FIF5KaJSJ9+svU1OM/Tj39s
cmZJlJ+43tjGoG90CTddo9Ntog7xxEX79O8fyWZe/JBerckg7UYPld7sYIJm98TorlTLkhd6iwIg
9n02C5XY68QAADKJVOnpUY+k0i+OjK9G9WOwYaOeZocmaH5mkWZQp9eSXRSjAJFFDbQMZH9PD3XM
oPMlnX81ltk0GeSgMTxAFYquxZcxgT29Vu76L9pqqYh75Cu9XKVfjZEHgZ1jlBoeai3jypEWATK3
hf0ztICr5hD8l0yCj6w4dba94z5wVM2tUIoFdw8VKA4erP5SGeDNVd9aP18oPhzZ6+psrxeJEus6
kNRDK+zgS8GHv3SdzD0//UmObMmXk//VbPle6DleXoYH3Ttrg89heyPyhR157Kdnu51md624ehwe
FGREE6tH0ndblAsn6rG9MtvunUV+qrbMSvKAkHsK6QsxNhXVw/WIluxSnD02ymzHG1rYgiCd5p6m
W7srf9GRCTGUcFc9OiDPpz/BsV0hZuf3YKt1O8SMEiLDVW7CFtcGBB5WkPUaZe/CbigWItiR9xHT
Un71taOgjnBOZiSwx4D3qaNC8LWrLbL0JS4SCy905MOL2ZntYIzrRhnSk4PztY2/x3GFQsfT6ck6
9tvTrn/1BnViOG4fJAnqCrcthFyku/06WJieIztaTIO++nE4YpUmQb4f9AM68g0cOArgt6LY6tlC
BDyymcVsM+t107ZtyghN/YBUGhTChUc/Ni+z/TCkuZ37nQKrYuwR/32qIJXWCxHo2KqZ7YJUKbsQ
SE50COUGkQyBbAV6cxOXYVMgwrfkAfzx3FjObBvocT6ktjVGhwxRN0XeaPHF6TXz8YmA/+jbzwr2
TC/NoIkgIiYsFwqPlk5TAISpkcqH02McuSpZzmzRayoVHDsMokPnhWiNm2k73KhK2gAOJhypPtXJ
0Zt0np0s3ALV67bOmGrnZCw/o9pWzlWv7RZi47GJnO0Rx3D9JjXz+FD1N4p+hQnSwiI7cn+2nNkG
qfwhtos4iQ85OhMOfQOoA7DrV82T+62CZItz2RL85NhLzHZKPqqNbydFfAhBpRfWQ10tRJBjq2Ge
4qrpOPqmEx3sUdnpaMiU1MoDXACspTP144zKcuTb9dbEeqnkKSM0CpYCNeIst67yuy6RY9XCzen1
duwt5vvdC4AkGXTCQ/jZjX4fuQAYwF5k45Jv+7EPMNv1kZkNptr7tItk8hBXNRBj5fvphz8yQfZs
p/uhpjjlGMWH8an9rP7Mf7vf4Mue/u0jj23PNnut1W0MCTw+1INpIBInv5a6slCDOPbcsz1eoyHz
L/hBA/wAz8gH88y/O/3Yx356tmd7AU6xCD12Fp4XtC1BREodKZsxNPGEQx7ZjZ2/OEOzTWzlidl4
NTMEPQdHrwZFidPv8PHxab20pF8fnwVmbcjksWJq4D2X6Zm4ddLL/HHpHDr2+7Od6zSVkdoeax7T
T/UzPfrJhbuEkryi3Xn6FV6y6vd1Acue7d02zwJfTAiTxlgl19Vjfqt84sDQfmhr77t9vna3YIhP
j3VkpVrT//9qukJFmMJ2RXRQUkBq1tbRlIVfPvYW1mym/M6VQzwdpb6CAk7m4dRWGdzqUJYDBVkJ
uNsB3hRpQuG3gzu3UWor39pm1VzXVabvsrjO9gRKd3v6VY98OWs2q7pZZbWWq9GhwEcWfNo374sx
gcdW8AxOj3AkibZeQLivZrMSHcx1zAwP6RNcb9CGsb2Kv8on6879xpXg9CjHPtksJjpFZgksFeKD
5VNmpYqdleXCCxz56bknuJ+LDsw7zy8osicWlqahu/DUH+eG1tzHWyTaUML/Yd+MLLNUgdmvtXmP
UmRXbE5PzLEhZpExExbyEGMbHVrUvODJI+lhUtFfuocd+/lZdEyadMBPl7wjSWiPXQ7BrvMXii5H
Au/cUDsRWo2lJD/d3SHZjaFOuekfk/vT03IsYTJne7wvAkOxO6A2eDb2n9tbMC+TG/RN/aO6aX9U
PxeGmdbfB1HLnO33uAiQv4h4Cfzd8I4ZJu+IFTJm6i6gGYZps7awSo9sZFO+jVl94DpuAG71APYA
DS6jRmxw17mr4ClfOsCP7WRzltpM5tU6andkBz72thiuwPgh1G+t8gy4NRr/9lL78Niem23nokkq
bJeZtgIzQlc5bwj6p7/IkQU7Zz+EQu1Ht6Dg3ypIuWGrrHzPEMo6/eNHHntOadA6pRkdGNBXdY6x
BCegq356+eX/eOr/l/ec3f5ryVT/9Z/881OGrFrg+fXsH//rc5bwv/+c/s7//Dtv/8Z/HYKnMquy
3/X833rzl/jhPwbePNaPb/4B9mxQD3fNczl8eq6auH4ZgEec/s3/1z/82/PLr3we8ud//v0pa1Lo
aZ+evSBL//7HH138+uff5dR0+Y/Xv//HH14/Jvy9z1n0HD827/7G82NV//Pvimqp/1BtEIe2YzvS
eEGeds9//JH8hyGBG9m2bpmGKVkDaVbWPn/N/oehSc0ESqWZuqWbU2mnypqXP3P+oRm2ZeKhgymp
I8g0/vvh3nyff3+vv4Gtvc2CtK7++fcZ3M+gDmzqQgCK14RjGEiTvd2Y0oIIPJq5uKcbiw1p6m3c
sxAfenmJx2LnYZfyKfeuBnwzwUUl5nWebKvwDMNP4DBfHajE/lXsgISG8rX3zGrr9iuA+Dj6ro3P
5RlagSgBtuGt1aO7sG7ijQdqDQFATIbN27Y5ON0O49xeuyqINlK/MEcVEPcaD1Dg9aH7xS+/C0RL
sVDYoWdYt/Znxcw3NURpNdwb6W0Q/FDU72Z60wtOqfOquInlTYoehSBJsM2DGj14eox4ygiG7nzw
rmLvvu1XPv8tcPLbG+rSzlWnUPbvWPrHjEpV5ZOjJ2POyxEYBdWZ7SfivgqMb0aLAkPv6ciFj9YP
C9n+qHY2GTog3Velr42DpQ2I23QAel+twj8+9OsPO0vhpsewdN0wVUfVbWHKOToVXoqda5U+3ke+
fEA11f5keCK4zLRLIwi/dXb2aGL9mwi0lCU+LlLkEtHdeLjPQmUztuqX08/zNvDzOJqqsbxs6cC7
EaY+O4mzDN2zQbO7+1KWAtWOAMm8Uf9Wa8MuCZH411TlQrPxEP7zAekmf05Rgn5+rg+P+f8PEUey
CY9HnG0SlI84Rf/t//zv8vHnc/W3L2nwK6veRKDpF/4VgQzzH5otNMsGi6yyIDROxX8FIEMlyBgS
KSwhLU3XphXyR/yR5j+E6RgSlTTHUqcl9D/hR8p/mJpqqrbuOJZh2JxQfyL8TNHl33vFYkwLKp9q
EgUtFDjmgHPTSajUSMqDPEt7FukOYs4uMr+v5ueDvTCVBeajENkcHWbvtIZmiYGtdTTdSnjOROMS
8+9O+6HQUTr3a4FHqWXhG9iaJbIQvvaAnEd2e3p45nE+PMYe/IdYamtyfsOIxyDJXBMpC+Rp8FRC
cHWdq5iQamVuL7zp2132Mp8MpSPtQODWhJy9KcmPjzx3r2/QbDjT8dbuzNhYJ2EG49QC99hSWIQ4
GCzUYz74jMyvgZ6vmI6QOdyjbEuEPBKFN/SxW01cRznLXbfdnZ7HtyWrf70cKg+8oITgbzqzl4s4
MEfbNSC4KzDihx6pf4VxV2qQ6Fco1zdPp8ebJd8vA7JfBLrUJke0Pi8JOXmRqU2HKbZT47ugGnVy
oYSG6k1a7Vm5qWOFHosZJRjASWn+7sbkR4BD0BloqHwhfM7Kw//9LLpOm86wddQLWWSvr6nBwNXV
x+wd4g+WN6aFtmQAz8zceC4uatqIzze0w4PBM1/YmgppOTN/oDLibRTRLKFdPljSzMy/n2Y6A189
jZ1UInB0RdsYFPkQ36oeheuJvcgq4S8s6Q/WlqHpqiOwp3AQh5m9eK1HGKr35bR7KueiL6L7OK/k
QsX7w/dhVnSObUOa5uwaGluD2iARwJdmp+41gRIwztL+eTS6f66r+ceHfDXUtIVfTZ2OLkhvhihZ
C3QI0Z71nZXV5LDbq2h7ev1+OHOOxrQRXh1zjgHXhIcYDxEJOlxVbqlAFJed1tjr06O8nzrb5hDR
iWu2UI35PRgqeK3nlo1NpKuJCypDw0UbxcmF2zTVXxgKPUNDOBqNFnWeq/p8JtQoLOxJu6R+SNB+
PEfqWT6g6FUutKzez53N0aaTeRvIfxnzWFM3WViUjsg3Q2flOxTS0KLGOnfhC72tHUxrgU+jOVK+
HA2cDW/XwmA6vcAFO8e+XqrPINvDq2o0keY0K7HrpKn+DCXqIn/2g70dVHs7aNNbRWK5XQ5CR7Uf
bKVAOiwUVo3Qn2MuhOz30zh9KtXQWYaGlFNa8nqxZ0XR60ZpVnwxWKl17xR7VNjdPwU6eplGzcEY
gdXncCy8FARebSlNtePEbY0KZwGFXkmFKKXgHFlpXcI0qsoSzuaDz2ao0jFtCekLpeBZSDLiHmWI
EtvfsSpQwcCMoVu7Vp9foso/7IvQbLaOi/Hcn/5uJhGXSeQWqck5kM7KfE9zEmSEIwefFTMtUXvj
OrmxQ7VcqGm9P2kdk4sLC9Mm8Mo5n9H3qUB4/SS7Kpr2JjPK5l6McEGyHEcl3XdgIp9+tw+OWk5Z
g0yTvEXyIWdRsfKiqpeYu28iEeLhVdUQBKVZGHA+OuhJboACM/6jpfGIHvPkVlI39Z2jdsVd4BTQ
UE8/zvs0iuSWOSakWdMFfNZnCuo0QssIcxkk2rDL6OsYGRIVe/dh5ade8akKh4RmS28i2B+GKi49
p8f/YIERl1nMpjMlcnMiWJtWUu18xsfIACuCVMk3cVfhgVipj03o+JPnSL3wzu/iuMk1wFLlFPeE
NOeVp87u1LGuK3yhVRx8qxbZ/iizUdfN0ufTb/f+YzMURQ+T7F8SGuZ4tbzWPFoGSbPpcByPN4kl
3Z0tXAdbs1oTmw5Jst2QuSGGlJWOVBle4xcgVJu9FXf4h5x+mg/eWxN8ZocqDW//co9+FTy6NB7r
RuLtUyc4hlmKVXxC9tr/XExQsNNDvdtWpsDNQJNcnKZlPgdJjqiFuYqBl2UugIuWQWitc8Xrv7g+
dpDe0NjfTo/3LvoynuRU0W3TIWO2ZmVKU2lDq6Snvyl9x3mC+KKeOTXaVqdHmVUaCL8MQ0nK1oXK
1UPOP2fYuvhSGB2vlUfupVo56Fhl4Hg2tRJIdT/oMNCiHrV5jEH8s6HwQlSO+mDf5TaCJah6wvpp
PP1qtNHGOv1sH82AAXCZtSa5ytqzs86UCPiaKYQyQyAN2moaYqVZ7C9kj+/ul6YgME8pEEOY6hz+
EzSu4sXGWG2GCOHRtd/CeQjGyMP+pWjkTlNEeKgIqRuEQbAyChxHWVjE768H0yNoVFm4IBG259AB
r1AjNXPbauP5EZ7Glom8iYvtY5dJ47KJoV4EVY4OhEhc/xtr1LmtOqQN7ahCMmkEYZALI1w4lj+c
FkMlfFpT7j6PKJ7MpBWlDTvLzYJ8q+eCu8LQidpac5ihaBgId921It4P6Jecd70B3eP0938XSJkW
k6OaeykKt/o8/yhj21B6a1qaoVrc0CKf5KyG6KKhsvp7VPBkqZVRXdjmM3LZtCE0wxAGlQZNU6er
+Nusx2woqnlZ3G1cS/uql9dpVuOYpMBqRNFZU9aqbl5otOZ7f7gMcYJLowvN+tVWzqaiS2F4AJG9
cQGv/n4mNNMm8SPU2ZZFHejtM/kOkAxR4gdilBoM6A5fkypXi9tRJ4VQwrG8sQYr/3l6+t8HPJbk
VKgmR9KENU9ZhiLtGtuE3ZNWFhanv6Nqq/dUkDnalprhH7wfR6ZB1VUzqS4asznHuhRVnTEaNwgV
lndaEqJQC//2PopLA0UU3MxHTZcLeI73K5xjQ6NKRsmD82NOvlJ1302xghpwXGAWfZmGe4+u+Hk8
5FClkhSNSVfoyJvHTjNc1zIfF2Lv+8OLcXUSJg4WbeokvP2qsIqNsI6CcSPKxl373JShMWfV966M
5cJQ70OpRkZompJPyQzPi2h5mE/5GJbHfWy4vxK0fx/SRvt+esG8H4RmBNUdtp+hUUCffcXcHexw
qMWwGUZVfVYyX3sKUrQ5T4/yflkyChcAIXQqbiR4b2etG/yyV33cttSmjC/MavLAwMmXcF3FqPYj
5vrnwGhTRJgORyFUCvE6PO75iPY4ZI2ogRrb+DppZaEcZNcaC9Huo9kj5kw3Ld0S5NOz98JDtNEQ
WaEqE4GaRt5uPYZJdHZ69j4chdSY5hTVKDnH/Y9NG3R9gIZDrJK2JFVoXjYhduanR/ngG6kcHILw
MdVj3sl4NKKlsIbAUid7eYHSg3mRKG7xSdd9VIcEahunx3u/k3RsHJk9VepTVXyWK/VREyaBwXiJ
HSh7LVRQnkT5ObVWSd8vnYwfvZytq9b0lci07dkyrxAoBO+gNPjz1tjl+WIX4noiBH0yHTOV02/2
wffiSsUlYgpS07H0dlUgnVnC9rFrnK8Lh+sS9iSQ/v6cNMnLCp/2kkqrSafNIGbzlzUt1UkctxBe
RE7ADXTyHA0TIivbnX6dDz4UA3E/42pKbXa+yPHyKTU1Rzm4hST1qegQLMe1BnH6sVkIRh+NpEpN
M6cj3KRk93biFDtpA3BWzUY4an6rZYaGBJyS3/d5vwSLeCnMv2lRmFNZ+99jybdjjTp6SLbFjbvI
Le+qLXNMFzRrDECYpqp7p9VVa6Kirqo4dgKBTMmg8r7eFalFzofGZ+asLVfD36U2snZEdk7W9VoA
0bus+3r81Kfl5EmrpPlzabRSrgZ8B/DkGXGW2Jz+PjP4xb9WAk1ltpAkC7LEfNpKP/RbBfNpAx+X
re9r1aHp6/obSlDl1nASByt7V0GSTB+VK1kF7vlg6fn56af46NtNE0rH0aZ4NgeyNQP32UGWqKTr
arHzJGluLvDxoHpkLAz1wWae0jwSHaSNyaxmK3+o84zmfteiJwjUPdU03V0PnpJflTLBtNbXcNk9
/XIfjkhHweDGKlg0s8VipBw3bVS3G52qyUWgmc156Uxtbq9x1YMW5f7t6QE/CCE6eQrtHXIk2nXz
EDJWNh986Da+Ay0bjZoM83Tzz0GSXxaOzqnFJ3vJAZzptV/dxOtYd4e207sNWu2CnniMjmQUluej
CMobpRqbv7BSCfqI81JdBYExT2mSUIamzGrcm4auXXkDegajJ9OzNgyzz0MRK4+J1tENR9u7uwtK
x/lpN+RAC/FZTgtktvdJ4ahdchpQdZqrO3keEl+aN/QbYSIgWEb47SGuP5kj636DBmjs32ipjdO9
9CWmI5m5qkMsPToFiUE1bvLbWEJcdK0Bd0s7S8BXVagLtrhoIBqF4l9a0KYabdksHNEf7LGpHQV4
hGxKBcry9nsNXF9ElMFPyG24fqvUVHoMzzv1Ftmb7unPr0BWPFva0ch25/Bap/MUIRLsrIVfuls/
gylR9IZ39hdGYTMDUZgwCvOjslMce4QZ1FNIzt3zuAqzfe7g5316lA/uh5QLdNMhEaSFbjnziUv9
TpCGoMqCwt2vDslLzBZG39lK0PjOhUg8B5da6rpfBjdJ8Q0ju8QnRcQXjmb+Fh320QZZydlgRd6t
obdZuwKgU2KLKNqH0886ZSLv1ibZPnmKLjVjfsPpA+P/kndeO5Ij17p+lf0AhwN6c8tkmvLe3hBV
bcigjaAnn35/7Jmt6U6VuiABBzgHWxeC0KoqZpLBiLX+9Rt7wl90isA4lpNZihIGDWmbyRLH+7Eg
PrA3pP3++4t+uLA85q46UKRrHFNXFESqoQ5qHMW6/KnpSd/WdYV7cUAI/e+v9NHGZv50paMtpwXg
zPSaK2E5iOvQDLk9XYrxEyDk4+9j0wc7Lv73xydiDw0f97ZmimrfJ4Yt6XFbFR1GnpUZZJ81Nx9+
Jd/nvWT9MjE9WlxZHvdKG9nU8Eg2dnONq0nT6vKTr/TRVVbYFKhjReuPK1jlYU1sO+0U2ePYb40Z
WnMuMfD6/eP56Mb9fJWjcyc39FYZlmQh0MvdrTlMUYeZ+aMtY5LEfn+tD1BpELQVoWXRBdy7oxs3
GvasZ0kHu33uR3hqPnZpMOzH0yEp/aexCYzTyfKJnpN68WDmBC/HXS/O7HL2P5NUf/xZPJv1T2aK
Tcrtr1vrgNF6oNntSNyIUbDTk+1YEnI5GV6zT93q+0CuTNWLBHvnFjOSSSS72Ref3P0PnzFYUUBt
40ODOepSsj5O9WmZiIYMlDyg8O8IVG7LT06RI77cn8c+Yy0Ddi70sB90y5+PfQ9HVmLMueVtk3hn
S0l8Zk79eslZSzCeGbvdqWgTb5vNefWu+V2Jf67nP5sgem/zACL0yUL4aNH9/HmO6lf40N5oT+MY
+bGPGWDDDWCcIbe16f4n7yoRVJ4DQm/CcTi6w3lOWcIkhINgtojkiO2ZqNU8+WSTW9+S4z0cptcK
SdJxOoH162Jq+tEfyKwbo4yavcc6p8wJa15HTzc2sRjkfASFPNfnFqDKirM6/w/WEWMeVAj0u3SI
R28xI9vEWxJnJNw3KE/VkBE3mZfN7Sfv70fPzYVlRS3Ff+zjQY6p0rzvfICPxprTt8J0YF56S6/d
z0PgnBGH3ZbE5g7tJQTg9IuTB0gQkwFuDFI7g0BAE1f/0HEaqe1bObl36Ofd7JNb8dFxyo1dWQUe
wPix75TKlT7lgz6CaujWoUz0OdTHziOKjshqt8Zn3rZL5/73d2bdLI6f/1pc2is0ZPyTrSQJH8LM
Sza2uS7EVqTtda9hedW7zovRaZ8UDB9tGmhZoIJRRjESOtq5zLp3ifvlnWFobJ5ayseCPHP6/+D4
gbPoWwD7MF2PnakGg+zFUnAfrcndJl1VXi/d0Nz9/r599N54rrnOzxi5B8d28cKeC+psZgSq05ca
0XupbRNkauD4Tfcaa3awzWKrxSZxND75fh89MijeYGxewLD0GKFkSjdkNUQhgu21BESySU+V1AxM
tdzcIOJUL/OH33/ZD58bkzwXcBK6lXO066na7Ac+0RSNYxBEjpWTST+IbPf7q3z0jvKNoNM5AF8A
or9uRVg9mf4ojCmK45J08XYKTpnHdCd6l0+fvGofPT0f8hPsVsAiWKa/XqpobFdzDNJD/cQaL/PA
tB9ir6sOU5No25LnfpJoYnyuzNj6D24l4Ku+AqQcnsdUZ6l7LRAtke0lmcyPoiZ5qSwr+5OBzkcP
DGQDZIp+iIwz69fvtxSZK4YCKX3TpvDtg5FE19GsoeT//pF9fB0owKi2eWzB+v//1JVLjmI04XSn
SzAZhB8G894lgyP6/VU+2hiZXFJOQuPhph1tGyphRTZYUUWOHY84ysRFuh17Y/XcDBpSoWYSBGO9
GD8hunwEVkGPswwu7TGwO14lsupIcDOoMMfe1tElVcq7jru5fWB3dA/xMA0nLTxQos9wOBmDtLou
FvWZS9q6FI836IBCBXQFPAeY5ddbbC8GybsTb0WB/nJXGMGwH1xdvmUENO1Jc7O/6uZivdAtkOWD
opqA56xzrpMC7/7fP4aPHvbPn+ToqM4q15V5SjAftoL9mVGl5i4LGvXJvPyDq0Ac53AAOQDkPy4I
HNnZCWEuFNko/9JwIOaxwPZXGp883Q+uQ+VKDQ2yTxV9PP2VpWHKsu2MyEnb8pzESJxYmPN8cs8+
WLpMek2mYxyvzMfWPe+nF6TSK9U4Fgnhtq81bJru/KUs8wrXu35kEpgQzmtCetj//kkF/7xmWK42
oJzJJRnq/nrVzExVlaSFEY0qNW/63MMMFoesTW4SDtDHc3O6ZNNqj50SyJJL+ZmX1Qc7OVwZsEeY
7Stv6OhbN2lDEleSGCTB9zryREfbelUz35G99v333/TDKwGNUTgyC2LB/PpNfaLdk8InTXBs/flM
2b0iOEtpdwgwPzszPlgw0GV8jiYOQeQ7R5cSYybHWPhGNMMxCyfPJSatJtHr91/og8MdR8QAlgU8
AdifR4/Ob5y4aRwb0yHlQWcK3DZ90tumWPZ6P6za+qrKq0928Q9IOlRLP110XU8/rVJCvFK3CwRZ
uUXe06yT7rEfbLPbLiKIiTcu7Wpv9WO5tTWvRS3gT8Y+iF37kcjBMz/uCK3z1Saxk8/sND685+C+
3A1Tp9s1f/1gvdXD9AJ2xXN+RqFbzkVEw939+1uObwX6SuqjsqbV+vUqbTF6jDpMghWnlVOISdlW
QBz55C7/ybP5dSunqIfqQqfDTJ5m69fr6F4/BlqbEKKpLd548OZFPS+WGdrG8mLN1SYv/CbfO4PP
FK6aVHpfe5LA7NZIA2jGfVxdJlplDBtCJy3t0CxG59z3otGSK3a66mLql2SkJx1sNxzIjCfuuAzS
Lpz9yXdPEsvM5E40jZdEpLYIuatzFbzGkxRNWDYxySmdNjtneZxO82FZ+hnYoGvN5LxMUwJL+Awz
GTPVrAl+XJvzfRlD2Yo8NrFmIxpidSM9o2GPDDNpIdGQGxhOjd8GW2MsSDnGMKfAQ3qOUQw6cnkY
6yUDt6sWrj/5KsAzarDHZOuPTdyd5uMsyS5Gw0EcVJprMX+l7ohZ5lkB9BLylYRzH5dmpIK8fmma
pTcPlWOJatcaAHebVGaOt20G2Dxha7bS3xfGnKfMfOpV5pKOlrsfxszbZ54WFKd+07ekScPoJK22
ZiB21lptkUQQhJJkM9jSvYsn9DORPXWjFtZ+QA5vDdZOfjVavvzBSsTkPOR+uxBeM84N6Pu0xtEr
XSNjsidDO6TkJFtXCFM8mcAZqI2sQV2g95PPjtNamJB7zSmOvXj0jTj/4KQ8ptZdBThCOk48K+1U
G6jFCMrrl4O0Y8dYEwgDrPaN2Pc2ToKz2Flh9okXiqFtb1tH2F1k+DmAeNIxtt4XvbumdMexd565
XhOEdryY074Vk/5kJiVxjZ2TW5cimdMsDFLOkROgpczaeMQmmhsX5xZ1rtAsmbsS3UAZxRbK+cCK
IfDlabGGWvceTgBGPHjqMPi67K9Mr9IeYzkMz82cYwLsjcwlznzMhN5nVuyb61cj+Q2VPPPLpWTI
rY8mYcWN7u4ItBjvdbsMaLDshpTq2kdCAonH6DZGUnddAM+2JJto9hP/khDcQDuMIkiml973O6zE
Z9MiNabrBo3/xgwtKgbd+j5Vtob4WydffiCC4nstAHVCtDvZuBtVxYrVq2K+ZSMuCHYiM++J5N9C
I38TOGYD5Ji+Zpn0Tywhym9124jr0ZiG7CpOPPspFwrf8gLik4msPE31yLetGEMRv4QKXAadpTZj
0hbtSenNbRMWziyeqkFvkMtmY1xfT+ai5ZFPDlGxQZHdfMXXsl4z5ioyEmNPDq+dSEd5UKQQ5lsv
S5ynVCvGYW+YbmxuGFRZV3k6BQ6j1ImkJgg72rYrggXDNHvmpRyqsuy3dh5IHfm7hyWjqS3BVZ4U
RF9pMR9EOB6GAgUPrQi1YDa+NrRRl1VgDe8JXsyIQkdHkA/l5wSaIhdIQt+Ty8gSwKsqmmC6NFvI
WIZ/Emh5p0eCwElzVwUY4m7adhHXJu9yslEJxJfNEKNlIK1zwtffyIrqJLCFbYdCVhYDr6aXoOKu
2RHrOKmAiCriTtqbXsPYPJpS0duR0vNKRqPvDFjQmRr5mWJB7x/6GubBfP6hIWKMBKQmoi2qns1R
b4OwH8o6289Bw9tp6phCwSsf4vzQjG7fhMoUyJGB/ZGpiCruYI4FVnUzTb5zp6Uj+bOqWJqSUbo7
GuGS5mKMyr4lJTWG5EuO90pxJqvA0G4MpyYvanIb3KgZtrnLaUk4sJFFpRoDSMW903oYOGiTFhvt
Ozy8atJuiLBe3CXsSBIlx7Oect8VfP/YZHj3fyqFkM+HhhUNrcAxGTHmncNWdO+YP4J5VdBuXeEW
p5kqsjAxRsHGQvh3ozzzYU4NgnzdoG0evLhC6o/rtlZ9Un/+E+PUh1HC7AqqESMAaDpH/WcCe3Ko
pmAN6E7uuF0lFCoiQfJGL6J6iCl6q0ZFVpx/5VTKN32meZsaxi+2Emw2sm8fflRV/5b1wL/0FfjF
i+D/Nz0wPKHVmONfK4JP2uLtv8766q0FCfpZB/zXb/6pBIZV+gejDR/4hdnmz0pgWNt/0L5AFncC
anlAk38ogW37D04sa6VxUj0xgaWY/cuIwLb+gBljwEGA/Q3QYf5bRgSA/ZRGP5VO4MMWWBdN1DpW
MqFw/Vo6qRqMXCP494GX/DbvNPtCGWxrMBzf666X29QWRDX0Sr53WRfs8sqroz63XTYEKd9yzN+3
naqWnfAL53LWkmVDZpkKKyDCCyY/5Gqr5dG2JpMRe9XveiQkB7YPPypLMn6HyRKHxbK0raPHNml1
Y31uILHcF1Ue7BeztqOktW9m9Fm70cjfLK+aT8pWcJWFv1ZiU489gqT46GwVeVpWHEpPz3dLO7YR
oWZDmA8FASMylxsJz3Gz1OlZjVNABAi4o04swiCpXlXLMDdYhLj0c6ch2754ZzZw41fluWiyr+Ui
3oXXEPPLP5Co8mgj1Qm1ttz59fLSFnjEt7m664PiXNN9wjOzRexd/PZR/tavqT8n26HuyBZ0pNyN
gacRU+iSmiw7cxP7+XfTj0/taopPPXjRB2qe93Tugw0I013iDReTpDXwRKcoPgKSZTH52PRt9u7Z
6OPSBHsdP+Xzy0bP7pU0ihNRivTK75auCrt6mc9ip1vho4GJrl1fV1aWRomZ2VE+ef6+DHhIjR0b
55N0L/tczfvZna6letU7roYF1WsxVHJjj74PbM5dWP8J8sQrtdhdNcN9XTq5NSt+2HGqkrTEzMGx
SPtiCAPaCtPxTWV0F+lM2E5Tph4Bc5Bm/NS975HYay62abRhr2oaJVnn83TaFthMUz3pDoZTRh7V
EJm2iJ3nDSkLqBaE3lzoPB4zSJgL6qnLVx+IJcyz7zHmcfm8fsa+eA0CqtIgMbA+1+trtfA8REbY
YlG18lVmgXOojRpHisUyzq2qrA+cdPblvC6dyWovgsDRwqAeIIOgqjz33IRJhbZURhJysJi3RVLI
d+iniKGW/lmOzp6zzQewsw61Eu8SQk/oTPUdHeB0KafqFb3kXWxn5YagtLuWT5up9rnSy2uj7ZJw
Gakp2kbLt5lZvnt9/nXO+jqyIaJEwsZszAO4Pa3qwt7ZlbQoIhOcp1LtNG3kXTCzFEywgQgR1Vez
du6xSLmhtK32Tlnn5AYSZ5XnAbcQtcRlrRODiEaBDAUwhMdeZNV5Fnv9FMa5VhMtWVybELg7CPVg
4dVdM/OezUFKqKdxMxRrJGZfsOxE9d2RrhYW1Ekb2yxZhK5e7YVmz7u41Mh2oYyPYKdcZCJ9XQ1P
Ii2p6kNBci1ZoN5QbVLmJ4egw7Ik1jAKIdui2w2x4267ZLkYHdbMBHc+1IVn7QovTrgXnXEuJzFd
CbOt9hC/2ygg0HkjnTbZ1kFjbrIEqd7ITGaDPp2ZiKVgN/lw/pFrExqUquduYkPoZzeBnxa3e1Un
6deuDr5YwlansSa+x769d2Rah4YHOdUWLkMr5Vx7bIsWre6JW5XI/dul2gcJN6D3izaCS+hsVFDZ
SOWXR+6kuwUFvSgy3T7UPqnjg722ew4usnqbfoXQezGV+Xd/KobHIpNZaNoYuNgK7ZsQfLQ2SMvN
mHXkcifmdOIVZDaRy/yc+8l7Y+pvvj4UWC4psa/caiKpvs93Bi93CEGNjc+uzY0/k6FJ/cZOW+Gx
DpqghZmPNEDOjjrt9aynM6vkFUD3cvCnWD33dVpsfTy5z0uqtHdZu304CIURDb4xP9YN4d5yfdnS
sAIfCuFFmhstb+aDbrDICGUQB82f9dAWItg79l85wv8XKo5/WZf8P+h3hFaDEgDc4pN64y4Ved29
/eKV9I/f/bvigICy6urwojF+DAP/9B75UYswI1k5hfjTALb9XXFYf/grNx9MFVLlccXhgY8Hq3YQ
kjZ+E/+O94j5gzT2c8Wxli0giox+GI/D/DiC+1yTwjipxPKgKePJns3TJq1ussb4grVXSbKmdWb4
yY7S9wxilrdti/ob781d7NePveVcMA8Um6w18eq6EEt6Gy/DLunkZqzGvYOpe17jH6jklO3cOIM/
kU0cvutpWicnfTDfzU1+E4zVIwqSE0/Nr37tnFV+fD+zCYalq80UAlbEsIQRY11/AxqsQppSnBC7
4N7KDCbUChRLOwwJR32tGoND1v1ujCTcdtb5ZKKaNDwQJu2eqhCviJ73RBxUXxx6jIObqXwpy+yd
JN+K5O06JpM1xmspr781plaHsueF65BdhnbV4JMuPBXqsXk6DmQzD/X8WleC35nyFw3fkbDJSgmR
UrwnxnTHeFiFjeEMG0CPaByg0iRW/eiP9Pay969s/rV1mGTmZnertdohM9rdWHqPrTEx7wwU0Wy0
k7YdHwLJn2obvDShht4liF04+sxTQKbvtJi3hcFd0YYiDoOAezsNc7ktTQwv2FuIYgHs05tuPXFa
tVGdxmQlK29MD+RAKfgAs3rkd4ke9r3D7Hr82Zrd3Wf7cDr+mcHwJRVNuY3FFGz8TKlN6atvGQLR
MNDo3oe0LELPTgnZTkz6V8CwcGnVY5YsT6MVb2ddu3IL/azI4lUorm61Uf/i1Gyx/sQhzkCKCPG2
uTV6914P+kvNubfH+RtY1rVIxAvaF4N2uvqWKBwwA59pjEOwsF9+W8omiXTfrkOXgiwsCtzfzUJy
+LRZcJiy+SkgfX3OplenT3AH8y4LQDCCorXvfdrui3q5S2z4Bu3cIi5uiSB25uBga7i7S1X4gFFU
wpm6VQYW04OOH7t6zA3nxPHqx0LvbqDbX8xmdWvU8I7GunyMl/nODIDTNG25E4ULRZhc7UV0xaaY
cYVZrCYg9noYosF0nge/AeiL44Oec53UPg/MdCEZlC5fZc233OAJN+aZluY3QxBvfTIvPSs9AGWR
A9h8G/z8kPvG1s/KC+xfeASxT9Yy5oX+0Gy9Nt7SnQIONd0elGrvKuMccRRpgX18ZWWM0XjHXrSs
2/PxwsmZv5tGux9M7aBTt69OWFQpL7HUXzHmAq00z/uxuKEdgIs1FhbeZME9IuUvgTS+dIFzIrvy
x0cbHf++0rXveWqjVfZOpMbNsWEH2EH6PuvUQpZxNg9lEi2jfVro+SGw5G2bT3e6QhialYfZX0s7
O31PNXmrm9NrPfrfh0q7GpV1qpvmWTYvr1ntnuTO/DpW5bdJYtPmELj604Z+/ecm+It92Aq7/9Pe
6GC7hKoV26TjqQtdmnCSkdzTaq0XYiWfM4P+xa9ANWTyZZyo0zx3R7DkedK1zxl5rvXo7j75FMc9
4bpDO5S3zCQ9+Nne0XCgDNSoVNPofAoSvq0kJhcydw5qgIlhFudBUd9lsnwlfvlMzvFp3VCLJ+I7
hJDtj0/yv/ysZ6oG646W/l+f9Rdvxdu8oguNKNr8Tbz9174Rb1/ffoYZ/vFn/j72Ob+xFHR4cCvl
638sx1agASLxSmtZYYafLcd+oAnYEMIyYAiOkweP+m+gAcYUfxFXZTgICB7/nWN/ncD8vLDx7aDi
WKkGePMBMxxRUIihRxtZ6c2DG6u9o/Sz0nYR/rlRjdKHX97lpdxn9fwJXcM4BszANzDjC1AA+oAl
MB2Pxn6wfUzVYTP+INN52xBk1Nn2gwjyrQbRPNSNcquNtNfzMlyohK5eDLTDdTsyuqGJoAzYjxWT
Irs9tSd3Z6bla7bM21TIQ2UOt1mjb4usjxJdnoxKXo/1u1E6+7msNm7i3JRFfl/L99Rvd64qz23M
XtvSvc/m4SJw2T0CZ0GjX9NNuFG3THsrc1+8rgSJt4N7vdO90FI6hqFj9p7acq+3xWWwpHgqijcr
cfqTofHvk7LYJo18oSt5gAp4YikcK4T4mnKmMCu+cZvpdnD7PKwGGWyyxr8cC+9eYMq5/sm2a04G
Ovaw1caTvPFhWwxESGH+sEMhiFLOJg+Qm5W3O7gZ0UTCCXzGqIM8RfJWfl7p8ZdZDs1JNVaHSsu+
pmmf7ei67L03yucgjrfSIlJ45uhvUy3dIdLemcuwRXXwsKIRkw1a5FmNtuls4Ac1jAAceWTE4CMM
VkOh3Mgr2lMp3aiyy3NGUFu3Lje2mLeF+5k45UckwtE6hQqCbQNECdbqMb6qWlX2k6E1D+A4kT45
Z6nT7gI1b7EGvpljEkYsd7wyM3E/uMlZGhRbgtWZL3qXgjOWzuhOdt5OzRNHr2ifk2J6LDruV82c
UXMOZtxFGT7dqYFQC7UeOMIN6Mkeo96TmfxpQtqKy8pV13U8PZb456Ypjz1zzy2neTbiPrJw7+2T
6UwhUNBGerD16Sys4rrOIlAQvLSN/haGM8/Mt7Yi8YG302FTFM4+T90Iy+pXz6cCLJxz1XI2D1r5
Og4gCb1DPUaz28/ypXAgMgz5JUYixCEkN4FbXpcmo61iIj5uupJK3QUYLRSFdqZy+yEV9YGR+wMD
gZ1B6YGA4trjNZlS+zI3m51HmPWQfMHPikSS8jqRfNa02hRBjlEpK8TodhbmVX7Vn7JAz9Ml/kQy
zhT4nzcg07AgFyArhHB+rMQf8qYpq9FtH6A23Us3uM90+tzC381989zoAFyMmq6YNJKOTRjVKAGV
6lvc9Gq72sTOdJXNCnJJdi58plh1spPE/5jSvJB44Y2VvHZj7d6e+0gU3rlc1ElvuZFeLAwgjOms
UerEmZy9DZxXkq89U6N33rhtZfcUsxO2cblJLXtf8b5l3nwm8mEj3XofF81pPGWYFmbvcVqcj4Nr
h8wNIzT+jwSYRLK3+EQTnX25dbGRybtuRzW9txI2K4r6WTd3Qz9QhJcbbVpvvbwehuowO/0FIpsN
mB/vMNMudqG6qzadbC8Sa7gqkXpmoAgEQZ2ZzUJf0O4yY7woA3NfyXTZdEa5UY0Z8kpExGpfpurR
docrHK4Odf4V8S1oJy3C5BF+/qUx+Qom0FzTnPatPLROfZ2tmCWd04m02Plj7fqn8/KDUuqHRub4
TcYGAh9NvFFw2DmiylAmla4jZPvAvSa/hy0lcXC9xU/frg5KzVfB6Bz8OLkBVbqWXrDVMrnvVnXw
xG1kcciqfgGt2zI1k2Fa1AcJCE09vWts+wBHY9OOJP/ip0Pm5lPrVydoBh9ULL6sb4nJe0t/uGvc
YRPPwYlb+5dI2T6pF484LevhBnOfQ31lcOA0sbI8fqKX2IWpPDdfuoc089TG4pojEbpzM+bhFH8m
FDSOKEF/Xm11ueQlwgvx2G+Sia6lyZGj1K67U2DFnRd6kUXr7SVnnXIgeo6U2c55QyrrVCWh3gMI
GutQioHYn5UhE6OPHZR/eKT//HipUdcvvMqRHQwFjkNJLCdPPGscxoeRnmfJ1IkWmGGxHqqqcs8H
3wXvp8oo7H3j2YdBysPYOWCEDvP1LNLzPnJr9zLrrMsOv3L269O0985rsMGJfPisSs4UO6o5VCd1
0BOZWl/jSXYtnObJXpIzsMBNJcyHUhtu3Y6viXrlqeyzS0ubHpvCOm+UuyOs7StOq/shcSJ/7i/0
wokIZv3Wcmqb7nTVZlyEEqj0McxYAVzGtk04e6plaDs/MnWeQhXLl6S0bmx+INQK9nlTu2919xyG
yJksyvETltQRLwgPMwh7PpxIACSAIGNdcT+tKGnEzHtSbqurWYxs7b1V/JUq8b+9qGdQz237aZNa
TdF/NS3Hcbb5r6tG4ID+VvxSyv/PL/9VypveH7Cl6Lzga8KLWxuwvxA80/4DRQG2OtAcQPbWXe1v
93Lo1pj+4EMBPx9yMg3A3+7lEDEdRGMWRklQsv69Yt774cz599uHBR+2szDHsJ1iM8Co9WhqiM6S
d9uS8qwH+nnyK7tPQwEI/b2ACAPEzogqQq5QzZvEnIPdDLkhmjSmX5kELhLSbUOZ+fk2ZoZ1stQN
VLx4wXFu6dtgV0FGeZ7GOP062l17H+Rm/H2AF2WHnptmW0NWxUpdKlDcUyun113WxKcEpDAb0vG5
5oWtlouqJwkZVkibXteetxxs5Ntf3CwmQUfrTfL67HxLE17szL7ZjB1KujW38QYv7mmjTzjpjz3j
EKdPtXvoGfWbM/Ip4jqV/LQMGJIoqy5NvnTCv8yYcTXbcraWqxFf96+CDv/bj8/Sxh6RLo3lpP5W
H2nli1RfbmaH/zVNg7ipPaXdq3bST6jdcv6q31v2Nk56JvtNiZjYAXq78DqvPl88j5wUvRnSr3pP
3FZYDyD8Ze0kz5ZknKhzxkRtrul1qFHHkv28qItsyFptY2f5vFuJqdDjTNgShTBvCRZ3z5O2K++7
0pQvMIPjl5UOXW/8XpunDTSJyrk2Y7lc+PYYnwYZxL3FToggLJ2qJ18qYYyQ8BDRIQehK+vpNBN9
2UCDqdSTgevWRmvN+L6bPMzXRnynDjPkLOC3gRYh1lV+6wxjju9gOdiP8VCm12NuFmW4NBbG7NSM
7ZMsfecVXbp3aCVPOp2G9t4wYu0JRkly8Ba8afMhqbYxhkEnelAyQsXRcGOC68nOXV4dd7S/ijlz
oO8Iq72aXGenm3bwgjHZdDmN6UL9Z49XXsVw0+kXKHjKL69tnOK++vnsnBhwpl5wmcmvp6mPX8Y+
t/rQnRncJnQlEU31fJbE/R4YZdgtqZNeTiLzL5ZqqJ8nSO7PCo7fg0hK91of0jRsfH7Ezu38cViA
I/s1Rd33VowMwHRbY5tJqVWaDNF9f28Xc3OismXYzJqbb4OpGR44na5EJnE9o4zbCnKq39LBryjy
MTUJh5Y5TtvyPlSBy/RK5TqErriUL24AmqwX2nzhSCOBOtwnr4uvjfuxmcEwO95NKF35tlsaktCs
JL+wGMPeFAa1+CxqK8SnUOxxoUyiDp1KpNzeOUvwbNy3ZetfFEGqITmq4AsX/L1h9Ko7N67lbjYh
KnO0NtepCVu5FAW+VHbzHKyTKfLk5wvLnMvvRVBNl243pxcx9c7X2BVMrPOJbM0s0w8iF/lFgRIR
aqJlPxazIAVr0dxiNxZdgi66aLBnTjHiUVGpN3iMJ+10CYhar4S5Kd3kY0/QgZdMftgKlF9gbJlk
lJjbXwNlsoRNydKp4cNWyLkjx4U+pcr5wl06fRuP2Dk3wJ1tdTIkt6RzbLO22mHnemCOuskIdU4Y
vBblPpiqsC/gN0n+bOhVZ7771TMggO2dFM7l0B+E64a5wH/sTQMLN+gmkdRnt5m1J9+jzUiEix8c
sXEhr8Y5HdqhooKGTrAJYlq166p5q6YHZVXbqTwx66tsep+L9JCN20ycDRLhZGBEw3gzmGeBuOwo
A9mWZIjQsMrE1temN0CMJsFRM2h2Ka9QJ656udM6jBAHAT9ouKxlHaX5VsSbzBEnOcYGSK/MM89r
b5N3PF6N/tDVtxaCXfxXc9pWJhX6dV45ofQiUe7i4ItvHjI2555Mp7TZIBs+EXyzpA9r4y1WYtd4
M9MGbwfU7KdPcfNuFa+GNe1jxtpyOEkMmue4IHinNqI47/e93X+dsva+ixl7OzAkyZLIRud0UNZZ
XrhvbkX8Wn4rnO/TVIeCGt40RLtRt35+aqd1/9rgd3Ti2loHJTg3tagbR/0g/bR7stxYbptZbQpU
zjKwTiHXnWtDKaCgN5vKRkVk5dp9qg+rYMIOJ8YtjHjDCqVWABQB7BHGVXNvCWfbKvfGMRVOc6Qf
QgwDVLIvFzE/wZO8KBr3scTzlZ+engNnOO+LJWo58sw11skX9oVXyAmjOuo8YVrfl3F81ivzi5V2
Ue7cVq7/kjtBDbP1XlpzZAn/UYk3nZ9u1QU7yIbOUKFO7q/muCXP8mK9i97YMVFpNmqcDuaoztSS
mmHX0peV/83deSw3jqZr+lYqZo8KeLOYsyBIgqRIiXKZkjYIKVMJD/zw5rbmEubG5oE6T7dEqaWp
UzGLM9ERHVWlVML97vte12BIP1OHu12SXnTQerMwWdh+tqknxS3pNxsSazC7VthbgC5bJWewbdLy
WVQSYPIT/NT1EGp73Id2ok9dEuXh0Sns6KR7bBkkU+slXXYeERgYRcu08X/4UrIXOdFKTfEzNMbV
mJqrqX+KAG+G6GCpqMSy6ylYT/mZrj9NrbIyjSvYLcXou8K+H43IUwh/bBWGQTg59MWGatwbU5/v
+kjlySx1rFYThlLMIvoeRlltLBvBIuFcGvE1enleOtll1TZgORjDgTlFKjG+k/OkmrlbtveZHBHP
OMJ1hUnrxhCmVkFuXaftxIn8Kc5IXDkmxTKqc3e0nzTrRq6WKo1LW9sXPQYmP6pK7KPsotNuclKz
EQ7md1l9wKV9NcL7rLPgomx3tr9nFG4ca5s9YZvnVrZnU3rmv0JLWRSSWELINasrJANu66xTLd5S
CAHl2T+NxljntPKsYKvE3zLjLpAXvbHN7YKTTnZm+deRtidpeSG0tWItZz6EWi302pWMQn5wYnm8
z0z/otUKNFd74YNgNStj+h5VC7VYNkrphuOxgnhlr1AlLkEFPSswcA+8CGQ2qzFZNJS7GI3myh3E
8eFZ8n+1xXbyf5XNd1NsVfmpbM/a8ibSv8Gi6aZN2FVuGBZwmRYJlJMGoOZOux2VIySGRVtvqYdY
MW9ssRyynVxvAOZicZbJV2N608j9QyLh5nle6ludzc1svH56dpIzMg+yAh/oVWo8+/GuaolsHZSN
Gl8N/CP7kys3Z6pU7mONbNeSY1p4j3fAYkYyMu47XnXGkt0Nd52FIbeuRidmgH/h3GuoB6wVh00M
6s6bYdexVE20UKadGcIogzxm+KtGxWEoPS+yw8SSS8NKbn/17beOGSTVXlbsqu4+KzdKuul7gEkg
wwImb19BcbY1V0phWmTLvJq5apYnSecJfPEobhd2uZPN53DIl3JpeXhXLgqywcLgxqiOSWC7dtkA
c4+uDqM9i/PzpG9WabWPegw1MbGKSqhOol9Z3c1EyqIsVkoaXk4gWVa8sNpV1G6ymbDOQ0DUibet
EkMdpnOzZpgha4LEdpFyHusnCNZ9/l2myQd63UQArhwLw8AtDIQz3Yo4C1fwYkZGKN6PQ3uRQrT1
pUszecgnDKJZC6M1zJ6F3v9KxW2pb9TJXKTBRjYPavhYxg9TEq1a84umgKK9LV9f6hLKMAc/NAS1
DmTZt+Ur2LYINKVIz4bCZ8TGVZ8iELPVFKZ0ydhChD4K2ttNflHpYyazZ8ndAw7YjmvIg7k3c44s
+EBADUMPcieIFvGssWnvoMb38Jqajk0qVb8nrCWil+HBSKZ6zd8cQJWHmwvqrBQXGFRUmyav9R2W
M6ilW95/XcWjh76Yb+qk3ZmAMLOElvlgN9dVoe4E8TOLaT6shZFb9c26ccxzS8l+RvVwbUc+azFL
9piXyzD20mFVafVtwbsvrNxatpYgBkoZ9nmYyG6Ad73PwWQx1N1Gy8a1IweuVJZeqv6y6qnxMjMP
YIu1U38eCqlYy9PWQusQzLP8IGXtwSxW5vgwyreq+Kkm2gBOf2iyq2DMzsZKrxepypdM6H8aol2x
HhpITNTwJoWM34mLNM0PqDAwAu1Y8bwAZn/b0Ndw8njrsIeYDuBCl982fAkLlteqGVkSaYPXP6fo
XNOl46g/ZmGzZapdpqSn1JsWb6Zw/K70/brOEm8eTG2HyiTJN0JmIJXN2WRb1wp0hXTSFl3IDhjf
FGWy6Cb/Ad+iM224Uspf5vRNCe2lVdz69lq2OIDiBPJFT06hOH8FdWH6DL2D8hs6OpIR9EgnUNck
GxXup2V3Flv9d6ebZNcQKU2x9oHz5nRIlARha463SF8HgrMTTXHOGvI6EHryj27O/4NWy/9n8XEO
XmzAoJ91Y66KH4/1Hz+f/9hHj/mPAuLx647MP/+C3x0ZTfkTrRxIIn0UDH1nnPR3R2b+CeCqKtM2
mxsrLEm/OzKa9SdQA2o0BUR/Bl7BHn83ZOYfzfakyK5l+jL8hX8FXD0Zchhs046ZezK2bAH/oud7
u+xBtpoKMnmKyyD7Feu3A5hhxXYLHIxyOV8VFUs3pD0rrdhN4O0xUV+9ug+67acw67s7OGkIUXwm
mlNxB6XwmYPwhsm0KwAo+sO4NQD0bGiy7UNmNm5jKhwof77cwF8a6X9nDL+RKnynnhTPP6PH/w6x
ZTL8uX9PJLh+zP9wq6hu/vf/enpM/xj/OI+eu+f69VAH7+RfH1/SEU3CEXFJQNhCR3327mY0/2Oc
s4+9jHMFWyQbmeULK+T3QFesP3ViaLA75TcQ1Nt0jX8PdH6EWyg/pAECvIfS4K8MdPUt4AEoy9UV
2Ih0p+GmIIF5O9BjEY1KZNN4iiVQOrPQkyst13AuzqxAPUI2Tr3QLsKdUUQKOxCunPjf134bLXpr
zOtFLzVDBp6usCCEEWA0SYXROBJ7AQ1wPFcbpcoXvTqVILFGJp2lg3iwg254oq1KAiLUYWR2sl49
0539Cns+mcUvDzcTNmnT6jB/1FPzXccsAieH/LMMDDN6pNBVfg2KKe1j1EARUwYz6oWTK1sJmua1
Y2eg4442RXdT2W055Bi/syn+0pz6VLXzZtJcdM9oN6rnP4j7q/9Yt/nPx4bj1H+DKTRbP/77GYTK
lD7+VfTj8fWkmX/n95yxmTPmbMlIbChVEZDjP+eMPY/+2TFUMy24jP9q1ivKn/yCRUMehy9MdQ32
k98zxviTgyuzz2LV5o/gf/MXkv7ejSmwA1i2QHazJyyxmidkWymbWjmFfUMmKMLrBZTxZtUXoMpS
k3Gmd7KRrNAwVc8rUmlWkmSGy7TQpQVW7sVTUtXi/tW7+2ijmDeCfyEH+C7OExd2GdofZrFun5zQ
p4BlJ+lsazUOtnIT1vRtKxOFc6iI/pjjco0JR+TsX8QJ5Sj733PQjss8qqabz+8E/tHJrcCbBrqY
QzReIgJZmt5gXWZRpnVYNuoKMmGL9p4cbGPoii2aFuUMqOVnWAEGDFUFjo7dvOLRXarpWHXWqu18
eQ/ArRwNv6QZgITpTiVlxCvh966nSEFCnafrNmwaSo8scw4Nzcd1bcKLryb5qjSaH2gOqc9T9CV6
QsvYRxtzXtSjvIPd1bi1pmX2oqii6li3g3SFVDU/VzPLOHNaQQNDEWOMGNZUf2mDbnr0c/2z1Ejy
g07oo1u06VnRN7XX46GE2Dsj9lnTf2QNOomuSB64EW0jGeH4s2uwNR5qaYLCqmt0tYMrPaV+wtkW
5opZriMtGx4TTPdp95ynqd24paz9sKTknvyq8z4Ut303U14QrLlqHh0SBAR3dgwqgrVIeBnMbWlr
4AU7tQI2LAeIORQINT3s4sOEt/3MaRnWCUSbW7ppCZ2kvN7WCbL5OlW0LUG5SLsHfdSo20SyUBIN
6L7Qf9hNB30Wz7B2McY/stIeCKi3JfnCb6X+sldiRLeF5kNwVeXxOZ8CSnA017C7ukR1m8jA/9MK
zUp/nPNt0h1Dd4/ZE87ImA7SMZ72plls6k6SXan7Jgz5zrT4fCIonUUW1uZCMrMnCcsPrQ5/QXt7
KMqwWSWpBkk5buRN0KQIwERRncVybW7GliDswUx/ODbQPGfGEn55v0X7P0KfNZpDrmuN10JZWHQj
7R7D6M9kUodu1cimzNYbCeZQ2tBUUdyw0J5ix1/XNKu39NWzZdRI5aLX1PTGchCrJGG5D9NQbCQx
/ozxO12JvqN72UtkzkKGdiszfFZiuBpjfpfQ8qMN6TcbomR6ugBxs/ET4zqA2LDQ03JjSUixJlpp
6OatC20qVNTLtl1iIEW0ZjKIK7+t6IkAqrgapcwRN/xxWLe276wDggCOgR+Mm3FqnVsMbfmkpUQw
hJBntAWznZ0fycpFQbv/GGmQSFGtWOJMqWrzCNLX7fOmr+aRDBy9ElZiGG6rCildthIMNNchveOs
YDVZRrhcLdFyB3Cc2/ExkuXkUipNTzLmMTgleGwcaujRyqq3EtM/M51OhBdFZ/axG8H8Rwlci5yu
KDaXiNkGIiRoYItyUC7lwhimTVVUI6wHY+B29F6gAW7t5KL313jiJncEkm0hE9/IkTDoxwSR2/jE
Q4wNLPlk6mt3MiaZPxqKnab3dDbjqcHRleRKtVQlhLxlhcquUB9TCstHFrzkWBnwThY+ksZtR51I
cCGY1EOm+9KzHFrtpWO38o0EAHbQ/KxpF9gPlD+lwp/cQk3KtQTFeJGC7ywqWYSHRoHVWA6DurF6
uNqxLRdbQoRwmkibydP6NGtdA+X3xnbi6fuYMbH6Qa5vx8h0PNvpNtC1e/rIkfULmhHutLLS1/dF
3pXXYY4/klt1mXnWVyKKF5NQ+nMn7kKvA7JOcBkQ3TIy8nGRk9XpDaWGSGFkoAHY9vLCNofkKmeE
saYxXI/ZYDTfwqSW0sXUhVhPtIYUb3Gl85Nvk9Ob9k2sKZntDQoRIBNiQgwEnye7hHaHnazinyN0
j9eOg9ptETexuQK6l1PWJ2EcRC47szVYY37DUUG58a18r46+fpEQgnu0jb6iegpiG6hAV+5GdVpF
ZaH3boVo/UefKq2ro93dxlqOoSAsMlxGaAsVwgErKMcYw8fBAI9pa7T3cqRvNWFFHtpXIBCA3mJd
Ov6wa31t4qRZtAptkyLzycJFE7CQaLdiTlgNwzEwggdt8FGJVKM9sU7k/r5MrPTWtjsEI23Uqpqb
F3H8Y7SMazpYJvB5bw/H3KiGI0NmOFpN6OzpaIUCUkwoVau6FsoNQh/lRsJX5Oig2d32fg1A0LFg
yPhbLfQgaa9Du+o3WK1l1/R80mvVlI7M934b8v4PoDFjDkCDCjMwLBxdaklZBay5aNXSdBNlbcZH
zINHo2gjD8ySAd5N2ZVpwpDUSk1HT5Na9h6lxBY6kRwttKQTN9VUavcjhANcmQdHaa4jqSQzQcEt
JSg6DHvp8pgJS59dyRgA6OJghbr5XbAOAZuQHHkAVobkFqRBvMgto76B8xbgD4+t2RX/VIJ0oqeL
EBbv+0Ikl1reIKrMZbV1nb4yL3MzVGABNBKKnqHM7VVQiukCMqa1CDtd8ziKa+nKTLT0SsqDFeak
ya1RZEawMcaCZaAbmhvs/bEO77Q1g1DejhGN+WRCyOLMqR1LueuLDtpm296MVZwcg7iaLkGKOdZP
mkxfLp32mSKkb7XIUldSZQ/+LT36yjd2Sj/1q0BPynus0Ozl6BfavdoAwclE021IuMImKAnzG/qM
5X1Q0mglDF0cRzvtzmOpctbIV1uPZdnhnTLvAngn65FtY/Yw0JAG69z7YlTaQw5awqpFXHllOslV
G3ImLBD+roKp8s+mhI6lrCZp7JK4NAuLUknbArJp46qN2951QqsG47d1ce/Ug733+/JGzmPxGOmg
+uVgOQsmg/2YjCpbnRQX4bFLOKQufb0u14McpZuxD4NbE2xq4o+q5qU2m3otpnTMvscTGTKumWbG
zggladn5mu9OHbkMi9Fs7Gpp1hOzye7Camdg4tAsNexmfjZDEMCNNFelVSVrXYr9YzXp9rpHNOpC
Ks8vHTkVB7L61J9h4kjy8mUOqlPKYAlzLGhrHTrj2ITTJma7Ootn3qMdjPJGTREkaSU+cmPYpbsh
csT9ywIRRFG7jx3Hv8fb2gYBc/xzoZSZxglOZqb5SR5tR0UKdZeRVax8eZDNRdzpcrCbeq3VD3KR
qjdVk0Hr6CL1Jm1rNJWoo8TgLJ3Y1pprv0ybnzCPWQpMs2eZsZvhOA1tHd2GYoRl48ThTH/DHwSe
ZZAh5bcrBvzQ+JjTZD6nOjNXh+PLtlyqNeyLri6dX3kYOHunsOufeY1Aqlhoga7cJDFBZgvsgkBD
napC3Y3fKnRxp2z83J1qjDvXWRAAIdWNjT+90t9hKm67chf4xzAzM9xB5sO9AWnwXium+uA7Stcg
edWH48t/5KTBgEQDyP+DzBIILPW9uA8dYw6VaA2EPWRB8wCFPrK+OSWnhRAO64/QQEmLnY++peHF
r+lmpm/tLBiCVQ+p5ShLpriH0SHu6l5ifDpWPClLpUHpLpuduIf/Lx87Tv4eYZtcPErx3Wrakhq7
jtmHrrMu688qUj4I05JZmAgO5L/aOjIvJ67qf7z+wOmcC90o/1Gq/KVC/O80t+YL/SjEWEFNaOr/
eCnJoVnOBLU3/wIGGjXjZfsM+f8ZhXzzn5Xn/Cf/b3/4m/J2M4rn//k/aKOQL8LfFtAKeF0/z66A
/77mXjyn0Y/n0z//n/U23SZcM2i0/27FUkL+7lHZzp8q9ijkLupQY98U3Da/NPvJYhlIQQyD7p8F
t2IgfYXNit5pps85f6ngnsvX1+UtnTMgA1w55goe744TuUmrRgGuUnINkzjc2mANUV7tgnJav3od
H5TRc9n+7jIK3bTZHBQHzZnt/oqmib8ZeYTkdHqtJOFnIa/TEUT+pzaEx1RPvnBxe7Fpe3c1WLaY
WcMdREbz9moJj6T46lR7dmWdBwrc2qjs7yIJoy2L2tZlM14NiVwucEFaVnZ4jDvpAdbRdW5FBzGF
26G60s0wWftB/UTI0E1Tf2WA/JJ/9e4eZz4w/H7cEU+zvhRkn+rgDLXnO7NtlYIFheD4LrBMWsap
dB0q5U2pqBsjkK5EouK1J4GFSvFw1GNnj+Zvm8BxX8DmV5dhSeEDW/6Lj6bO3cnTe2SMzfCQCUJ5
2owJUX5OiVnWHunNHNbhDRGFBm0AS7A2VneSXtxhgrawRUnYfTwcgpDdXwMKHrRsU4UtfgZSex9W
JRrEHKZEvikKimMLffDq8/H1Vq5lzM5GM47KCGamIYc5aedLsL9RUvI2AzwJPJGN9SqK/GChtQEm
bo61If8RY7IKiG/q5eXnFz/ty7xcfJae0f2if2We9GXk1obO6AvksviA5KbPPJK+aEOdTlODUDiA
l7nnCiNWOw1pJ9Iv0kMtBqyX7bN2rGfTFU8pzC8MpU+Mbmfzd64zC05kZo6NMPjtzDFRSYxxjvK3
cqrnILfFoU6iaFVoab40Mitlw46xtBgR8E5RkEAFq64+f5nmact8vgV6jzLLHwZE/O/tLWCwZqVp
Qt2f6E6yTyK4YlUmuieSmsZ1A2NZ2gVNP36PRCQtOryy7oPE0Om9tPAaDFKNXDNLARVEmoiVg1Gc
a+CwvJ1Gs4etwV+1Ng2pfhgq/+CXzrkorexAVpLjKUm3neJJLGciAGFCyME7oXhorqGcSS0SFfr4
fWBddEmxHlBF3RZFg5g+DvYO+UsbbmMvQXddjYlkrH3IKDd6I+vuYMehi0CewssvLmyhWis9iuWF
kcSx21cWZzU53PeJlFLnF9tmlBVa+vKCvDtE7k0ifZd6KVnLGP9woB6edJS1C8WMSB6AjGmCmau9
utK6hoOKE34xseZm8Js1YP4chs7CTY9fMZlobz9HkWEV0mV15aWlH67UOJxNuvrQZWm4onfq5n10
RdkWeeVgQwQRImw9LF71bVhq8nMbGd/aVusv+lZzoNNpuqtPmcVRrqBsDObg6C441IiwgypgQeaR
pe9DxQ9FFeANUCrBQxBThUM32bCJGMtAgykcyPavz4fdRxMMLzsNL26eGJHK28ckg2wgmjet5hAw
6TaFKHoIJkqyNn3+/ELzhvp6TX15n2zdGobjACenbhK9YjtVAb/AIx8k2eTlJLUujirYOLRkK6zS
Fo5MV6f3MePgC9Dzo2dEfzNDX1jiM73fPqNMq0sRjahweSyS5xIWbGgOyr0/5X/N7PhlGcExQ57h
ZVard1fyp9qgmegLeAPW0WjLuerSrwOOGfqkH2GH/PzLL9VEL0rHE3NYBFTzk786XihS5+d9Ilee
3ET6CpbiThmmRWSYzdIXykHHHgG6619/nVyUFAOgEqDE01OGVNQIp6K+8rIAfrFjxnu9D0dMcSDV
fv54Hy3LJqDZvCwamD280IhePZ/RS7ZDKgS9UEs8B+PsK9ZPHijAHPMXLI1+2PZt86uUIfpBOPnx
+eU/GDfzsGFBBuQBsD/BZMzS7nAIZdxA4gFmNA5m2KxruhifX+b0jMjMQMsDxQDCAuqwGcp9/RGd
NjUbH26qV0xqh+Y2/xYR+16MWJnAUroRSu64n1/xHaLycsk5X940AVUQ0b69pKKU1TRg/OipQCrf
zYCOm6i3YeSw+o7pFd2HEMMiiIJmH6iQrqv43q7Fqm/MYg1Vf9qGIx5kX9zU6anr5aYQryHqRef+
7vRqtpKwYbfxsX153VitA8V/fBTOD7xosbCYBomKrj1i0gc+3KDZ+/z6H34GB8G/Otuu46b39p2Q
DxkbVe+geu/jq8bpPT8b9/BNz0c1eIpxKl9+fr35s54siCaaHBB3ihqKpJPD+mhKATuQAd1rcnZq
WXwv8Sj5/BIfPRJyXjYvSi1wzJM9LDDjNvWnnoTHKsSNrMHGS5Wqcd0rI4zU4KyVvrjguwpk/oav
rmidLLUBEQBDlaPADQpB59qXugtRoSLO8u6xNoQKIc7KY08vbGNJc3tjcJTDkfe+I3A7NcXGiQ3o
5Vb92GXqISiljD+vDZvYip4/fzUfzW0oEOzswKkUgScH57FWcKbv2tJLpPiblQ6HXivPjTi8/HuX
ORlUSUtXzmw7PFbqEk+1JkECgdOaL5Nk/vmVPjg+wm761wOdDCegYieioVR60TT9iLRulXXSBSKv
bwAAX33lj2bqyz5HPh+eDS/L9qtluYf4EeppXXqxViAi0/dJi9tslSjntW0cZDvdSglGMZFeeJYR
XH3+oB/NG3jUpjyLWyFUnTwo4coRhE6GWIZPxQq+ffdUZ4O4+3tXOVmUiyYa1JCTmTfanUuvYDUG
6RdFxwcnIhv3D9rzLPwUbydjY3D80q9LRNVVi+q+6O+dYbrCmu1ohT6ON1kKXxO66ufP9eGWSvAd
b46rkjFzsibkZqsOk7CE59Oh9aScxts0XuUca7cDXkCGH8WubNbKJs5Tbesr+s0XN/DBwfqFmMQq
i6MqA/btOhsPoz+oA3LbTChAsel3XIwC10x6DK2z26FM7nWBR40KH65JlNlpIVt+fgsn5hEvxzRq
ZQdlpMnrx/D17S3groetp8iFVxiV701V+hxNylU3S3gqQ7LgpY6ja1jpZdlX2o64it5rcOULI91a
DdSpeKI6yWU9+qGnlPkuqEnCKuouXQ+OvdSESSbSkCTbVB8Bo2YTvmI6d4wuWDeddF1XYX2mBP23
UUJKnGNdMQxO4jVNDcNDiRPP0oCNFK2Tkb9I2xTT1rs2iqjpArQ+uYQqJOOLmRJh86ak5KhQ/Ghh
iWRAc5Vc9yG6JghXR1FZW7T74Y6mLN6Klg4c3WeHPBDNnmAzsNcJRm4T3AxdiolBou2GatjjQ6Fh
QIGTlxbYiE0mE28BCY8jYIdaR6pYr+IwStedVF6j/VLXWMmaWzShF+GgwQQoonwVJn1+r0zovOXC
PyuzqvfqCeC0tu19VxjpGtsv0zVF6y9UBZdOvW4ULAdsaW5U/MoM6ymqk3MNB9kIo1iMZZ1+oRSV
cdYqirQtAv2v7/zo8hXowBjesCGfzHU/zjUnk0ekHX0eu1M/BTP78lKuo2PgxFf81heT8IN9mXQQ
bHagI5G/clrqW7Y1SHFYCi/H6M4VqR24bYh+TUl29oS8q2/yLx7xXUuLjRlPHZwNiFYjvvGl+/Bq
ydarEFlejVNFMZUkBhhjsqLxFV8XudUgBI0e25Ifml3irISDIU6WPYui2XNrKJRUoS98hLxbxYlV
/FCG8cJo8vxJl1Rt3SrAF7GdRv0Xb0n5YKUgb4RlglVqZm2dLJAj7u6j4wSY34hsj7/6Dn5Ns5sy
PHM1USPHQbpFOAYkjVL91Un2tY4Y+Iu14oNzgm3AY8TiWWbFOjX60jEWsxoc/dltMtcgmZ6jp+GG
kCy+eNp5kJ0cB+05+I5T2izpP12TtFqIti+GwiOM7sGMsT8wjC9O2PPS/u4SdNRf2J8QXU7eJ92K
so2rrvCSXv1Ww9Vwwzz/lhbhhr4MMixOP2agXVo1loqfr7gfbXVYuXBmgOKGa8HpppPEqaMNcuHF
dbRLbOM5Ff6NUWfHkcgoA0anm8fd4fNrfnAgIqmGQTyXE/SM5kn4asQndoXraaPwtFhF43QzXZdG
trKixFnPIVqfX+yjVwuQQD94RjvedTfaEXLAYBNSkhrmUYoJeUB47yaaeSasAhmUda2V5nUcyl+E
Y330YkEvENRAt+VAdLKTGT3iYUlXhNcpCzq9K6H6MDOKqEWNpeBZCAGIxOzvnz/sS0V6MpBoUs5e
Y5DZ6TyflI9Jh5TYYGPzuslJtrpU7xWFck2vjSctGYIF6RmEDwzZU2Q2G9pLyzxJzpQRixVyynkt
4IErmqrZOkCF7wao7u1FY2nGSipY7qv4h64LeoFSvQow/XJzdD6uUlfXcIqenKS5J2pBW4pJudWS
lvwAxTmfrIRcSskJ4QeHj0JDlU/XOKDXaJ/Rp+kWrY7ncozR9KqqS3thWRXyVADkJZ6515+/HnWe
R+9eD600ikhSQi39ZJ4ZqW4KZ/ALj0xNDlOWhKR5LsBEPZMKC2OH/ZC1Fr68G+fTQSip5UM65uuk
TqdrOcSFCg/KlVVkW4NgtZViFQSSziSLONLvTUwdl3EQOevCDL/qlH2wMTlUvrgI04bQgKzezpkm
MKIwqQS7hAmXcuB+Fm0O/trXQ7C3Aaohd9j2F3Png6IRUjY9d/ZDc07iPKnFUkKHsC4yCg/iWLNu
h8HCq5MOBPkX+BWkQl4Typq52Hz7a5FGCrweKosYEfvCIZ6QMLWnoW++wfXsF/AoL2Nh6ruhTEv8
nxzpi530g11pPiRoMIUBV2bl0Nt3JPAAL62WPCgZ6TjmqTca8RgI1pAhl3IwzP+Z24TIhiFkBxBT
Zpte7ZUv9qX3Cw48fc4qDi8NqOp0RR1iDOR9u889JJBn6SifQ/Fwk9nkn6i1fIQNEXGEtZFzfj64
39cPxFkgX4FTR4uGPWRekV4tq3CWIsPvooIkHRHhmeV4uEwlMC6gD2B37YfXjNIFPNIDHMjPr/1u
Lz659MkuUtaRAlcmZYtsCCryh+1YgB+I7osv/MVlTlvidqemoVUmTAKnO+RpS3O19tTiq37Tuw1/
fhrieC3W0Tn0dv75qxcZyPD2tJgX2Q94q/hmWZyliv5VhPvH3wu9+gyZQw1/UWq8uow6ERRtK3EB
TpGs1UbH5l4/N6PwqXOcYwvTZAGodVZW5UZt7dXnH+zji7PhE5sB5x7TorfPKNKuoRgIuLiQdnmr
XbZ+/HNMGpjA4rFsym0Qh0jSq5t8LLZfXPvd6XF+v6+uPZ8PXj14LEkYJAVcO4jatYEBYGXOSC1F
34hDYdfdlHp8N9jSzVCLPTTfLybKu6V0vjz8IXBLOqygHm8vjxx9mPrEyb3OJiVCXWASc9aXF2oa
b1DEfnGxd2edk4ud9EQmKcB3BCsPL8srt7PVhYnMuDdUutbp37zUybD1ZcBDSkPsROR8UfSZC3Ec
p5grlab851/w44cy0PJx9ifl/WSl0aChlabCBGkbC0KxaeLZQXYypeyEAsg0uv/Kk83NAWakitbj
ZBvKQCTRmPNko1O1OA4kxC51qVhD+CcXcNDSL0boh8/36nonI8Tqkw73ID5aFIijpfSHuiq3JEK7
stps/guvknVmtoVntp/iKPFIdxiP7dxTIpgAwtbPnbpwK2zJOB5+Baa/O5POgxFcgea1TJF7+t1q
Sc19DGZ5rhENsmlmq6jCMdRpMN6YtmRXLRJJu/38Ad/vyiD39APNFwgdRc7JDNAJ5ZIbf/54beQW
I94htR8+NWW2UgKxlTAkLcOSZNh0hD+FU0RXfVFcfbBrvLmBk3nR6kLv5YH5XkbQblJzo4NQpHZ/
9fmDfrBrMGRm6zfaFRy/T04faWlOZjTwcmtFCXeczfEJSNqvhiaEK5anN2dYMFpIS5zLOAkqLzSs
16tn3Uws2wlnWFKHHqJI9q+wWDTXnAjctM5XNVb1l6MY+tWojRjLxoC3oBnLRI00ml/ydSKVv+xC
EIVjq51n2XG1bVr6a2kprhNZJdNnqjajWuPepx3iQb0cc0HGXWQO204Ju3UfkTwSdiVxjt0g4yXi
SK6vilv6U/V+RIDnNbS710GV62c+HPGZ8tJCgWiSIifglXEOWI71iMC4wqu7zP5VdHKwqdLQ2Bdd
tME0/Ni1WnaWcKVlYU4O5GJ5p7QayTCddub3CfkmtdMep1xa9Z2TbLpKwVPT4umTbPopmkQ/L339
LqC/tRzAfEuDmDXU/51n69KtBsd6z0d6MFJzuG6ojt3CCdC4aGLaDAG5Z9PoWxvsuPIFAS/ltu9m
T0upKVy1jM/aadgUguAAJ0MeY6VteRnGuu21ueVf6HqmeLDk0kViwrHQDaomU2mWQWjAiPTle1G3
N72EL4WWqxeWr2wTZEgCbE811mjFTPgGqnWPICUl6U6t95mlNTT8MJ0aE4wQQgIYL0Mf79M8iqsd
YLmNh6g8R9jIJkYcNA/7MEmepUkrd6Y6inO54ujZNj5yqqBaIasxVibRRXvbCApXhuJZySH+JGYj
b/s82CuSBvaTpf020pVuRc7dtTYGj37W4wXRX0eK1u8ixYLkirmr29jJD6IzxXk3VU//h7vzWG7k
ytb1qyh6nor0ZnBuxEkHQwK0RbI4ySDLpEN6n09/vyypWySIJq76TE7ciUoqitjYfq+1fkOYDdoY
0ROF/DluaegkKMoh8QYRXyCwBZ4KIIw7EOmkBeiztiQlhTQjIS1pOpasoLJvTYoXJonmUjaGXaXn
V2TembshgAYRj+0ib1doT1OpUtUYw6S7AJwz1rapBP4hWXhYiVwMXlZH2wFK7xcJkAuqEohSW+gE
ryRoPK4xq8VW7ZpxnZFLDBGfqr0kLJ6A6h7g2mD5NpjDcAM3KiA6VLqN0AS7EtrZ4yCE2jaUQ1gl
AGsFr+gSw27guQiTGlzqJpoqgaoOzxq2EyuUupvGE0EBKEg16CKWk6gi73S1SmvSxzVY6MV2DvuA
RVULOQdlbm66vJNXBrrBHM4g9Q+9Njrkc3Nbm1EKzChVbARx9LSmSZD6LnR+vXgwxHYtZQMCe50O
HSXRbomj0wdqm6KM4otobSp0X14ipcwwRiKHDcGjGX5oUSSrSPYNfbW15Ap8tTAhYpQm3T0U4bVB
wgJduQgKzuiVUBMyxWr9Q9Tq21HWvhrRKF1UogTurjwYcION+QpQINJ+oYBFGXMyKx0RctV0tSt1
RGwosUCdy2dMwg9ShU9HAjD5Ug7DF1RqdC9ouV8RDE8UF+mL+aotgZchAAtIGYV1cW8sWs6lUqPd
U0pTEzpKhqoM3DzSnmZYQ76TGyBKYVjJKwE328Qp69HARTIpyitByPudkVn9tpHYM76UdLkHX6m5
iydB2qgQNlOobWr8DdWTKzSboBr1je4VvRo7vRiIN0JPeXVhm0QOtJ78MkgGVL+bvRKFgwOB8bvW
CSPqqFEcemVlzRioxho5yeAQ6Bup0cJmVaT1sNdy7TZVMqdpiaDhmbUXaRoNdlYiW1wJCCemsGi6
BL03DQKe6kdB+VhioFZPJVQLS7jQDoc99O21EQ9bdS4nbM30Ap2CKHK6WnoU5pm0jAgEozMTMsmH
w3YCZrOamwIptcPNLE5kYuI692aoQS7xx5MuG42Lfnrrp6L0iD9Ti1R3iFtVqFybDWHI2HcwN6P2
mpzd98xkXYzNNCCShoZSBK2HK+dBPvDXVmv8pKHOgW+xa9HvCMr4S44N5qA8wpIEiVl3j42ePUYi
MXlvYu4oiOXtYLV3qakgnJKndtoWl2ZseIOgAnqqbvtWfVUN8ECDPnh4dVCUjtchIyNN1o3QBmyx
B6urIf7oCMlDBTNNCBh6uDVMBNUka5DgO3aaO1UkUvU6ugxyzQna7EfSM4DWQ1RYeN1YX/I89sl1
bwo1+hkk4SpBdSo8RKiXd95odj/EQ/6lH1Q3GqRhO6fykizlFa8DGkuUO0MSLrj9HUSvVlOsrUie
75UQNUhsOqQgeuxLfaekBg7nQ4LHappfIxW4tnTOgjE85LeCxE5P5+xB6Sd7mMwV1pxX1IodvW8x
WhmFb1Ef4Eilh3tVylw1lr4KaoOmLaLTnDN2Z5rP7KnntJ8cw0CDcJTyV4uEXxhlF2KNPlZo3eqB
7iOlbb7gZ4Yajb6rW+ngJD3LcaiF9XRQty3GvWt4s/jqYPeaYNTuVqo2uoZYO6nWezEPEje32sRV
IYs4qjmv1Kq5TfPxxzA1/baidt9uD80Q6uMq0nsE3CckJ+MbDZ/uurgJCmOMPDCSaPvG6bwlg/nz
82fYqch2AbbjC4nvAg+/o2AhGHFhEyYyZYlcXxp9BB4QnJ/5VR6uJlm8Ao37EKoDTkLxuZj6RGC5
+CSgroBdpU7V6n1gWeVjL7CMihXykZB4zDVMKCcV7ooDRL5Av1ZKYROgJATigHWu/5BibTvVxk0r
GRdz84K0pHvWGf7j4xeULlqHS1JoCS+OQrVBLYQwNLt8FWKWPsiQtDFWwLna/3zUPz5KJTqNpi5Y
PniAx0ipFIFZ3NgPWLHLrRPEsi0InBLzbT8cbFQ73aI6lxD92DER9AzaPjhtEVLqy8/fJBFUMarA
BpM9GTQdu6ge7la3mwXN/bxjJ0LBBYJs4bdFx5TjDCimwWJO6bRY9U23DfGywC8QNGTti5V8Jso9
tXKXwIzHD9wuhAuOsmhqAY22NWjLyHBH0gNfn17k/EFtytlR8oaikKJCkYJAbZ6rey4ffRRUvG36
GIhZYLKexy2jOR1QY42pH1iH5erHk8NM7XnmQuwiY9ur5t8Ptd81fLRnGryF62yIkNsPrHsIy76W
l35XQdQf2zMOBqdWDCkEkx1K+AQo//2KGWcNnnVO2knICTUV6YYQxSnM7oxhyolTQEOq5ZeyM/N4
XIIJ5ULSZ8r7q25A59Z6lA8DJSdlHTWplwrGGajKqUWDMAm0HKDpKF0vCklv94God4ZcHlr2wdRs
dbHfZkWPR5qZvs51SQqR4bWDSfkSVtFWN87hQE+MKY1SuTZV2D/43LxvHV/1tC+ygumboaahPpv6
2AbAY+4k9cxO/HjEYPa2MH8W0Qvqzke7Yyph8I11VayiftYuSi2b/SyTe4oPQ7xONUBcczOPnjm3
+pmy0YnI/k3LH+TISiHnbDDopNGYm6V6uFhb/u1jZskBMY3oY4E9OprFcNYx7Y7Zf9rUXuT62lTQ
wVddtDfONHRidQIuAlkjgWhVjWOST4aIcRQMnDFmWj/J1S2+998LwfSqJrwwGv3M7j61PBZvZBTd
uJBhRb9fHsj5jXXK63pFycypW4RzCxmVvHOjd2KClvhQBkOOPw+F5ffN4AA1TzIamTiJls/1Ak3U
1JvPJ+hkE5QESNbDziKj9b4JKJGzWIo0McZoGuNJYMutef8/a2O5i95caaE8QqC2OKCSTMN7DhnO
9FzR4cSE4BrJAagBZuBOO9qvoF4GZCx4d7eW+GAW8fe+VNeROP0HtzOfv/ABCVQXb6z3XelHMxtF
nXZyY37oMWvslRxPpkHwPh+y0/35q52jITPUsK+0ktweUB0BgYreHUzzviKj/3k7p6f/r3aWbfVm
aoRhUsDg0R8ofjcoF94IWXSuVHCyDXSQfvGp0KY6GjO8dGuEHZf7yQi8LpDXiznMf9ANcE0405kG
h81RLrY0J3MElkACuMWFqs0v+15df97EiQcTqUZAHdAINfpylAYVewt0okW6t5gPP9Wg201Z9Fo1
2eVsnSvnnxwwg/ocz1qUu47rdFIdHHSmHy0M3ifoGdOl/m9jVYDEgI5RMLJi3IyFdPt24iWrSK0+
1fMVOKQ9pgWV3Zu9r1axIybmmUT1qf4sjz8odUhXIY38vi19aA/oU+P+LLfizdzchsG5E+bUdlGh
hyAftaBbPzzzpLrAVK1ncqbscokqCyTSMyM+g3051QwQFAv8iywxO0dr4ACAxAwDLhkF2Va1GElR
EvUo9ZkylHzi1cp1afA6p3oigaV/P2AzuXAzOLAASEJfFQiVyJEvS4ZdljjZl5ovJCDQLMNta22j
kc6RQnmF3kqKTE2uL8Zo+I59yzAHwEXOVlGsm2VrlRaly3t4mw/qXY7dnGCk61rpbEnZ95p25oI8
cR2/68HRvd9EDUgAS8lXhxbtp+q1VeVVIhY7Wa3x1qhXn+/Nk61pQNkgVDI/xzFTiGpCbJQs5riO
XXG+EjDTFiL84IufsXWuSHhqEfDS+FdjR0dzNkLfM3E0WS328twHdtThdqQ//iddUihE8jAERXn0
wkCut23MkQHEDBVxatPBzX4Vgnsveduj5/J5a6f79FdrRzu078k5lwWtzYXhG8q00oSHSD7z3Dzd
CDgOeUHHQXN+v6oDjF8PWQmMxRQmhKJvRKtw07o605VT5zQv9n+1sqyVNzca1i9iY+gyZTk8bkXr
Ym5HxOtHT1L/h905WuIl4Oh+UmioVwrXzL4d5K9aJZ85Ck6ubJBK2FMSQfPefN8b7jqzzzppeQc0
K2H4qejVqhAMl3QXws3WmaDr5Nj91doxlwbsQtw1A62FauONoeXO8EEnivtR97fBp9w/i+uoBEyE
uuLxYtArsVREfWIxiDK6c4OfmcaZsTu53t40cbQSmi5E01AYWQmG7JJVNovOjZT/aL1B2OXxyeUG
xv/9DFHPQRuqYxkM006LRJgbhVeKRMXnSJAnJ4cLzuTqQdvhOMwP1cnIdYNbtKXkNhq6N0ko5sq5
rWb3n58GH1sityYR/S64PPlDCgotPUtMYp46uab7ilJtmoYKSdVdJQTenzf18aajKehiQMWVX0zd
96PXyyXKSlDeVoFg+GY1Yf6NHaYU7YU0WmXKJeXaHEGczxv9uDBolBybLi7+tmBl3jeaztZBz/KZ
10I6e6LxaOGsmaFF/nkrH7cureDmRJzIu5Gg5H0rFj5Ms5ExX0Mye1BKKABmXio+xr1MVkE/M2cn
+7RIVrIGRdbi0QleQSrTwor91Ar4GUI0OQjUC4fR+7xTJ5qRyOSxYckdAko86hRVyEMaJVPGQ0tG
cEtACFG2qy4/cxAtH/M+bUe+ndoZaqALe+A4ZBBnEL5xai4S8WKqu2YptvdmoifnUOKnugOfDJ1V
wPY6aPv3cxTm/SFuLXQsskK9U7XSlYbF2Cr+2w/gBV6vwIUgjgefcnRGSDPSjwdDyUCQprVjamAk
Y0E7cx+dWG+oKSNgA6wVPPgxTLI1k74c2zlbydbkaXJxmYnWZT9VnowGS67mr5+vhHPNHfWJ0HoI
qNtmq2rAQEyur0wZYyKqAFYVu5i8ff0PmkNxBP0ektWARN7PVB4VotzrPc0hH4rCzirQ5lWUo+of
m7ggNWc274lzCcgLJ6AOM4J4/2hhTJjDDbWYZbiKZPYooVg3Vx7wPsfQ9qhCr7vJWAvhuYf/iYP3
XatHm7jTy3SeijxbgUZwyhgTnn70pgbxruxPQ4y/JRy1+lHsX7IfzbEQ81tNqP+zw9CuaIqf7af/
12kNqv+F6lK8NxCPWSKqf68xhTJ6+FZh6q/f+UNnyrB+J/3NpQVEEElzFIv/KTNlmL8bGludCBQR
Af7kJ/+U/Jd+Z+dzbFJBE9/LTOETIHILUdizoB6hB/23lNAxMH93egq8D9CGJm2wbNk3T98hCFVU
9ONgJcnjUx93+H2FbbVq60BapSHxUIKxiYeCeL6NZ0x2ShH9hCLHWqQLYxQdLBXzlhAQEbp9g4tg
ZeUKXFx2ruTPGFhKNgJ087Yyy+ylpuwGVy7IfEmbW29Et9yuTbRsR2TPnJmqr4KblAoYItW+6EX8
rToYtX8I5XJ/SLseGJHVvsQWbyZFJIWKyWrsl9UivmTU+vA6Da2Io1IiOiquhdu8wt6q7pAiHGTZ
2pZ6r3omB4HPTMt4U2WqSTmuSHJ3OePtYTT1GysFCjgahY4ZFqpwmCGWjhKLOKUMc4Eb1hDBfgtq
p7QA+uv5PG5ipO7svi8fhYTCfRGpeGzLPEliCx3eOY6mH6DzO9+qEYuZzHwAjnDQHblZvLnTRPas
ggo85IGfgii1ttBXpS2i10qBv1vcm4x+1asYS08iui6aVPgRzjH3wAMBWwVAph3JiDsHjMjtQdUi
L1Ly3YAuLp2opGzdhcNhLcj16FjtHH4/tGX2fEhC49bMA/zwimHeafLUQ/iGUpnHzeCnRiEAGuib
LX5661yXn8wRMorURMD0wQk5ZSuW0BlU2JEq0KF81ksZPmRqQIiYqdQP431UJStznHC8L9J8Zan1
7pfzHrCzyDkE1GMO4XjJK8MkIwLUDtme+xnLaep9wWYywhoVK00hgmjxeAOajZQpBLrcHMN1hb15
ppN+yND1uOzaPMWOHp6b0CCsYbUH67lRSB0UZadswxHnCHUuUCsMxPKhN4byru+z3o3CzsBlnBy9
fVCAgkkzgouHYVyEVuMaOZwGhRz0dUFo6dnayuTD469z4W+dov+fHZBI0mNdxKsVkgeFN4WE6mdn
5aY5vPy2L+qfPPzenpknP+aP45MK8O/EfujwwfhZXv1Ezn86piw/QSABCaSF6vXLFuXP41OQTX4J
8iplOU5QDdWSf8n0CbL1O+cmRifkf6ljgP/9pzzh9R+vSpQNudT+jX/0u9NzqTf++iSybkui94NO
H/xTE1PTKnrsADHYWDs+zWcKtke1zY9NHL2dWklpa9Zq9OiaX8KX/gmbPXCqNhLVs/1mMv7s3G95
l13Dcm6b//rH+wfuh5aOE6MHwyDPa9JS4dXr68OZV9LpjiCgwjRCmMXM4P2NE+YdbofRED2igYxb
235+DHzxvtzH/ufdOMqI/tmPNw0tAcObq00F3ZOU8hg95ipm5l4223hEYnLxGvkbKE9bbdtuy4vg
Gmt6u9tMbr1XPABhhA4+fm1u4WeWLxlngqEj2/OP32oZ/TffClHTUJ8PU/RYm2sUu9O1X/ywvM7H
SMGtX8aH/nlUIUmeG/Uls/RXdPSx2aP4NaoDWa0MmgU97Nb3KK5dJoktPDZf+gtpG9jNddNj0Wnn
261x//lEnOwyRXHwQDI8V+Rk3ndZqIREV5M2epS+ges3a7t4LpzuqxnZ6j2AVkB+8Bg8bbDTvxVv
/NHptw0fpdssuZZrUVqW2uQZqLIBxHz4VqzPdO/90+ljK0c7s1F6RHH5x6NeA0C0y6+g3VGEwIqQ
BnnOLGbWgtMrZ7apcrpdk0Is9HxdPg7fYbclZi5Z0SN0rBrFdB+t3Nkb4PeiOylDdEUN28Fj5CbT
kgPPpY0i9ihE1eAsgegd0PzGPTnsMawWo7HYQevaW22auulo3KHx/Czk5kOamYmXBej0xtK4ymXh
ZzEZ0doo0F2WeiH2R0V207x5nCc0F6S5PKc/dCQC9c/R/auXR8dFLkXGNKLk8giU9aq9DnfjLboT
+9DuH6ZX6atiF2fKm78OoOOtQo70X+N6dG7kCea1vTxHj8qdajoS/te26pGKsc0rIXLMJ3Kbn6+g
X8SWz1o8OhOCCcPhupKiRwjHL9U68CbTAWnpHy5Fx2gc0fL6a/xQ3czDPG9ylMPixWmZTp+u48he
zCDX0eqwadaHFf+dXgmufBGcObhOHSC8PHkXLfIMxAvvN/Fs9mKUt3zH+nK+sPawe88Uyn6JOxyP
AnQc7gQ0DBDsXNb7m5NxaotKUes4fszsydFXdW/v0tvitv7elvZs4zbufQN4X30xv84XkTtdtY+o
cghe/NxeTN2uNX19M13Ld7g52QB2H0N3sea0kRk1NoIv3Y3X1Vo07OBH4lhfB1v7XqtuKnk3oltd
d9/T68BO7OECaUMbI/bw+mWwkzOH8C8i4Wc9PFrLh6iSxDYSokfo4F606d38ikK9XznoE82u6A23
omqn2+gOaI1dTf7sADt3M199RbfIiZ6xnuVP/BE8/E/cc0WqI4bzH1vt7QQcTfE0TXOuLgjdaZVc
Tluous1Duu5WPRbNLkKYZrsat9JWvIy2yrV1WWpnxmdxPfpwSb39Akf7IO8xwcSNIH4E136J3eXX
gzuvieIuhuvUuTfWiTtemG7qPNbbxrWcZVFUW4S1t80u8uuL8SZ/vX75Nt4cvNgHzOs8ocDnKl+p
t+EIhMnzrniUb5sLHCLK3XDRndnGvwAjH6YXpeiFwsa7Zgnk3y7gSE5jAT2m+LF1Wzff1LKrr6xv
mg/V2U98w+NMLj39bva6q/g7efgvofvz85Pk5NlFGE+hke9A7edoBBGDEiZTT+LH+EF+kH8It+p3
PbLbbU4aeUYdxya0Gs5VGY5obX8unDetHj0u5iZMNSXP4sfEL6+0tWBfN5ftCt7JxbktdLapo7dE
XRqlFQg0le7z1s52nAiBH29yL9hzcBZnDr1fkIYPU/qmZ0cviEoB82AUefyoroLt6KKJtg+c1h0v
EU9yhP34KnjTV3HTuDwf7WHT3KUutuV/RIz/Nro4vTHffIujF4aBawZlATrNplwNq3I9rw6v0VX0
au3DreYpXrnroSTtgr3I2bn6fE3Jy6n0YQwQ70Q9mcgOcNn7ZY1pzihlQGIfO292D25yhQfVxcFF
e9HB4/3n8LVyOxc+yla+wNi+dXcLx/7M3sLM8tS3AGxmYtBFEVA7SuZOHXi2QmUMnjavmR3bT3e7
1wc/3ld27rLiGqe/KOzXze7VsC8wKrCRv3I82fa2q9KO7OuN6mTOleyITrbN7Cd99YwckJ+t7jlD
Iv/WS531ZeT6qU3qyt1ce5Ab3N5+fQj9u8y+Cjbcwo5/4WCf4ja2Yu9Cmmjs55ud4V8Uq+eb1L6a
+V3N9g1bc9WVaN+M7uFy9HdX4LC8xglc52A7q8m9/uFff7395k1XJj633uzH9u4KV1dbdgr7onf1
7dVO9Z7vI0exf6b0dPfw7Fb2/QMsRftb7U7O1Q6Exiaz14V9f7Bp35Z8xX7yg43gZb8GQPJ1J3L5
1IZPne0fV88GX+6mcDP7bj/Z33fPM11wLwTXu72ya/vy4PC1N65/s30o7MHe0Z/vOMf7X9bfQx+N
ZvvglPb6S+cEzvenwHt4DjaxXTjX8AM5ae9S/r1wrhjLZXWMF6/MR2gjAUafMZm3N5p9s7tze3e3
ae371Wg/T6vnC+f76Cr81TNmFwzvzKnJXW7xzZvV1TORGm8uy/EzZ0VW24emYd/qzOp0rfMpmaO6
7Dufz29tT7VbO13+5Zuned7KtJ1xqzjOnbfdY1+12lz7o/11/YWvqjir3tk09nVsq6zby8f93cXB
2dvXlzPL+XK9tRzBqVxve7n1bi9Ne2u5T5V9se7su9rbaN4ljTi8tGwnYHn9fMFNw+FFCufKXn1V
bZUVdx167da0Od53nb3PbW+NDTmTC+PF2d/J9tqL7O+zrzGgyvZb5K4GX9gqW1v2X+z9l8lN70P7
OXKylc7Aebf8UdrbcJm7xH6wbMPN7dxBtNe+/GE43haRvAtvKznLN/tROL4rsthgy1ztL2mI7+mU
zu4qdr2fnrtd/VgeOt7++65ztp1n2V840LB9v/Zyb/VjdpJ15e267c3k7Hq393tX8lt3ndrrncL3
l7cP7O6JZbW7uu9dH9Nur3a/POyuNPtpDQHQ7l1zJa68desa9sPu4oZvnrq8yLzSwfDEvui8q4fU
tQv3p2LfPX1nJS/byLB/Zq63/vLgeNdbSD/2fvWV4cvsnw/rp8FmdCc32b9cwm60919D5+vkj97W
a28m17RnDw/xVeFGdnIBfINxYSqgq9qhv2awy21khy6funwe5jyu5uJ9ZntfvC98u9bbBs7dzdPr
YF+MbsOA4M/jKH5j15v7Byi9vERNhvDGcA9fRPuwLvfAoZxtcyaKVE+esm/Ot6PqkSyYegzsKn40
OF6ehIun2X3dNayaB2aKDbuJnJ3qyAx94bzer1ov23wjbVBtHk37cnm79l7lK87df/YqxEOSQJoC
v3FcISiTQNIEoY7JHOQb0cOILFiVG9TlD3eJ35KAGq7AaBd27mEgxYL7/Pb5JV324fZ50/zRDWxF
FlIgebO8CeWb52I/bgzOwVXsKftgrV/pfrlNr6ozs7F86HGj0K3AzyhYcIKjfn/liVEa96YyxI9N
jaRhpAXXlpwQbEjVS26IJgKDZeGEY22cy/KdWgWUrjGmJZ5HBOEoBsoysxgkgYYHb96IP82f6tfh
SX4iIsGg6lq4N51fw/u3ktH/3TVt/XLAt/o3G8fVl+634udvdy1+q7isffu80vfvyoH/K6t4b1be
YkHzp7XMUs78r3/cQfR7+e2/sx811qz5y9u09JLB/CMLLZAm/h0QJ0I1KIovnjAsnD/NYiRjqcgB
i1XlRXPJXNIx/8xD489KMQsZJGp56Mr9yg9D/Wyj//qHIKl4JAM/RIMLOwWABX/Lu3t5af+1cDXD
wBccfhtKCLRCpH60cOvWqnpV6407eZZkN5wkiPDDtPhI5iJ06LbZvBmk6z8++W2uWHm/YOkn1W5w
MeiOUzxcFILe7xQZU8Aqm4seo8hJCdy4bw+xXUuRuZ2tpnPNQZUvtSoNfbFSlXVhqeGqmYQ+dyU1
jLZJ0Lf2iA1BAg2+x9wuVvDWLLuvGZT8wV4gVLe1Oh2eQ0FJoe1JwpWQGL3gKU2G21XSJy+jmoYi
WZpcdCO9HShTqTmGzZEvBQ9GZ1JhEqtZ9vBhyr5+3vcllno71kvXocMtzDtoWwgMv++6JJMWm7K+
vU9RV3NQkIjcblKe5hpa6OctLbP2viWEiSA2AeICRPPhOLJa8VArrZ7d44DT7uNDKG2MCgWtwGgX
UDEP44sOCXT/81aXdf6hWU0FoYYmIjScYw6eAotkzKMxu68rRfLluOMObK3aVRXS5Mh/pG4RDilq
FtElOkLfJr0Z7z//Ckch9bK8KM0oSGuq+pJ5so7OQ1EMp1qVs+xeqXJ5H1Y1FoBmayGAm+0Lgy4j
7j9AyTdDP0JTTYyabmNh3uOKaQrFrNGw402FYaUf6vRrqha1PalGvOkLtd7K/U91MRyZ5rre4Wsp
n7lEjteHBU6MtQGDCdVaYChH6yOcOyQfrFi4S8RHXQ6dQtjK6bmlcbzhl0bAr9MA+D5is6MN34cN
/mIhxFo94r0Y/2gzlJpbazUmD7+m4m/dFP9vZctPTb7/F14MizrNvwd2LMXK5jf7R51131+at/fC
8nt/3gu6+jvQCd4KqBFiVKAv4LN/Gt2rix8YfGN9yQop3Or/uhcU+Xek+YCWANMFNPnryvjzWuBH
MNK4M7C0hk+3kJOOypGfliePDhDSQegVAqAG66VTK/21zd6kVqsuw7BubGsfh/pNhDlRaeLGGgSO
ChNJRhhGuwV/7fbptA/NdM2htuJL2e1CB4ikXWKkIIiXlORDj0eu1FROjvMj1oZO1jbroDFdUxC2
4EBcS/muts+WcQCC0K3NKHws0/pL1+V+UMFzj5K1VIvQ0B20KPyxJOaDIblowIQJGSNqRMCI8TWu
3Rl6SZTA14xxB4b6l4zKZYpNqrUG7JFh8Yo3ZDyhnZmhPi7nyT3SS0+B1d/OUbQaYsEDLXKhoz6Q
girJUrfjc6ShPnMyH22/DwN7dP1Rdu71DMtTv62KbQnrYtCvVbQ+oOKcOY3f5z8QpD2awuXnb6aw
rMoUa0Km0JKvBflrL50pe/ySc35zySwpwyWTJ6EeDApJPYZpVoaQN3Iy1L4Z7mIRUW3zbk79VAoc
naS0eA+Z17HKwTardF9GF0qR+amMG1pyhcsFhMbMU/DTRrpo28A81/vHTmnw9H0YWThRQYURsEXI
7ydoBy2f1VbTpaWFEGXJ0EMig3eH7aoDEwuObuGhWuA1gDc7NfRqBYdYAT+eIkUriGSDtq2Ks64Q
H0eYAViADMs+Xqj070cYazcjgBBY+7WOtHbBTfMt4WlhdY9d0a9TKXfazFaNkT4iG8OgIPPhB3y9
N8fLiSfVxyX1/mscnegZ2ir6FDIPWHLbAMDQSyebZfTLjXtmTR3dUH9M+ZseL2HQmzVVlGpvRYQx
VPFmF16vHfAQQ4DqTI+Wg/HtQ+LPdjB+ACFiLE/T9+1YUQ0rO2VkG/k+KrVNIgb2gcytwGVFNaS2
LnVpdlp1W4vd7Szsi6L3mvlRtsirgKjKS9EuAi8IXgMKmJ+P9pI6/bDqpb++2tElrTbd2DcJvnno
7eH9abgptn1pJ9p5FXpcrqteFzw8sW8/b/b0JP/V7NG7xhLwFyh7JrnSMVAoCruQE6dBJPQQnIOl
nl7WfzV1dETlGqr8YUdTE8i9pkZxLDtTuTvXwtHRFHW1mFo1LQzTc23cN92Zo+n0YFkImNALqPXL
z98sU1DSZpkYHLKddNVO3zqD1RFqwNC+fT4pJ7fDgi4CQI5Z4DEaOjZaa8zQK/GrQ2QjzVR2D+J8
93kbFGFOrbhFpgBhBFRIjrXakT8C75mx4rI65YQbfFxC7Cg2N/KMlwIeBrmJ4/CMpnE2+LF+0Wii
PYcI9hjKwxguoDjjp6zFVzGSCiauNTZiS1/6tkPEMK4bW1pE0s14cNKgXwsH7TIbvySpuFYPuR9J
qZNH0ZVwaNysS71Dqa3E8juGfb6IAV5nzfvW+CZi+o6SUYqUvVACF4n2PVBJFKttjfhKBXMEEVD5
3qhfpMKZUcxDiD1RU7earU1PGIb2GwJ67BrBcoAg+eEc+EOWcISXm2AcnUg03CBu3Xp+qARpq/TJ
+iB265bCRil6RXPYy/kPEWW14jWujZ+a2j/o2nwHIeu2NVatvB/i8aY7GD+TjrIealy9VHtBIt4h
C2Tj5nfRMnBNhI5MQawSgb5YVL8z0TNLw9WH6/pAJmd4rlPNFjDi1gZtVZSzXWapk4Z7ubI8lsh1
1qb7tJEv0+p7xxNiXqNNU31L51XA3bh0YcgXG8EZVYnbrnjJ9W/h/Nypj3VqcTm9aHF2HYx4Y02d
q2KwnA6zO5e1WwyJ11qWN426PzTJbh5xjByhYkZfhqryEfTd6tZKzkxb7CpHnJNdMg0+1tyXy3IR
4u9VnPmjmKwMNbplelyTO7Pjpsgm3PcK7XKK5O9mN/qqGdwN6Ck5sWg0diillzid7gpV1W0hHPZK
P9yVFdI/RrMaq7sgQsNvusjkxi0rDDfkwZFF/QLqqq0KVH71tZhp9rBcDzGzjaSZUeCJKlPIDpBt
EgXWxquQJUiycI5TGKq+j/xPcZbbGC255mtrYYYYDl5sSZuqVTdGeFGwyzQj2iTJi6IkPM7w06Kq
hyxd3+5UZMaWFwFo2UTo1kaYOHVaOhjiog+mLNwYt+2t+6y/avAN4R1iTY3b8Oxru1cZ+fSkRg9u
X3T+IF6LamTPleAkTXRbZD30JNUdywzvsP4pwadjVFS7GNllaYYrNHqqIR7zSW8HncV5LO+sCN/3
g+xrcH5qQ31JxeQ5Vhcz92JfzMNtM5iXGU9ZUf0mBYhtaZqNBNmq7b51qmUjdvugIC8WGF96tI4K
tNTD4rWdfgxq5Ihl76hjssZviofQ5Ah1Q+qGNKo4OwdC7ei6i2s8o79LCPApLfehJHkxX99oibvD
lTrojEO5QmbFba14PwqCI6WUGkBQ4LySSIJ3iOZL3DbXtdxeZFXhRHK5G8P8ueTTOhnftOKqkFFJ
MewEBTszbK+KtGEcBs9MFumd3o8F4BbJw0EjdkAnvPu/1J1Zb9xGu61/EQOSxeJw2+xJs2TZLds3
hB3HnOfi+Ov3Q+Ub1N2C+uQAGzgHQXLjwNUsFqveWu8atJwFKbdp9T2YqsegExsg2m050APFKk2p
5M51nwdzySCHnKs7u37EcpGreKs1q6WYNAm4DrOnJpdXw9D58SSu0nDEgLXYZrbmS2zMYILs7QQu
Hqt/9qZVAYFvijdWPd56k/OQYamEvGMlqxy4f2ZZ5u2V58zYD+b7ubRxjaUjwxMu+fLgErve/I5H
2yYpnvEaRiemquG+LYvHGBwpKvLvbqM9xaq5Htvg1pwMPwmH3ajdarbp10m0aufvCXiH4C1Itms1
NZteDj7fmKrKrcFARlVtrXy4soIM80prL4LuivR2PmEk8h0MHnz+ybrduPojheZ6yckcbFIQNRMT
vWQfaus5HG6FW29ci2Zz6txETfiC2nunpeo2N39j20oU6WPkdTcTTl6aXa+m8FbG4ZNj9vei/i7N
8FPT4Uza31VuuxaTtyHgajWZxbbBolMvrlDpreDk7jD3XA3JeI8m/IDZkZ8Y0U1j9w94Wd7NKZQP
afqBjDemll3F7XMT9hegkbN8ZRAd1FOOszQ8kEq4J0e6Blssiruy2cq4vE5MbgEQl6RZ4UHkrXQz
2+YFV0ITwsdkrbQuXaOb2FhudJP2+t1IrdS4/aMWHbCTvvDTzo7nk192Un47qVtkFGToBHJSkprg
QceZ0kzmlWwPGe/Sa/OtUtn647LgrPQ4GfWkEsceUjVTizpBG1Pfsw6qI36OWIyPR3lFY4+q3WUY
GvlszCaSsleiwZtKKnJa0kfNdBFB4LPa2Xs6O2yS6rHTm82iES5Hb2MMw8NSACTEO0zYYnpzd9PX
7teQV5HBNTBrv59S3+luTFX5Ukavd/RokCuLdWV11herFlwaFSjdtBb8rbX+S0aSr8a+Goh6+6Ti
z/CZV6MXEgZgrISxWWJyS7938Y9sfBmlK71MkV9/JZ5PWFQnYbvpiPep3GE7RXLX2tM9iOij5cxb
V/wVp+FjpLWPyzdnG/1BhvlXrU3Xcg4fs9bbZF5+F/TF1iPPKrKNjesNT21lfh9yHAKjZzucEWw1
4zaf5udWA0juu30xBYdpsL9mKvw0czXRcSDQTNPH0GNVOclvkhtWXeeuwxwCUpmuF3PImINEJHzQ
kfA/fnMnxB6u/8dv7vWK9ebNsQUGzQQMzLK819kTo+bZ0rYLjOPO5FUxx/Ohu+5azIzc58C7UBmf
4UeGCb61gFFw9PGvXpbvm9HxUB1lYzE6xk8tRvXVVXQf5/JWFf8iUf0vwIzvy8f+z3Ro/w+ikJIr
4CUU8u5HQ5cOOPLXX9kioFB/vcUjl7/hX2oJy/4DCzSwRZQPIOj/bVOR5wUcCRBo/Buq/A8aaep/
sMwwwkXttlhULdeff6GR9KgwccNVii4wnjwLNvQP0MjjxUTrbEEgMagw0F+gOj3NrDa0tCjHQI6P
xIiLta4Z3510iY0pYGfWRTH7UdPmF76f4yvqMuaSIgt91QQsX6Qgxwu4al0HRZoxPM59R0GjF/Oa
Uia/evNO3oFuTjomr8Ms/juSLh8KUP49HsaokmzITaN/pANW3AJf7ucogQc0W+Y60cZ+FbVmeJcO
6dVYuM/ovsLdhV9wNrk0j2k20CvCBQht9wnUUrp9N83z1Dy6per3VkWO1FBJudW9fsBsU6YEBerm
Oojo4+d1b5KBSbkoSi8D4cLuW9rNdNNFIr0zlBHehH0V/hR2H12Yqde79H9PImYKIywLRQ72O7wQ
jH6OZ0qfIyshT6F4TDDD2toFYgRZhNpuKHK5n80ZoMebW8v3CDyFVRlh0VJ9M6IIXNKaf6k4jP4s
TCXuE72pr/OAaNQoSLx9ZjpIKQYhdhXBgEjZvGpvEcc72NPw1RCtu0KaOfEaMMlMlV6QYTZeuOGf
LwKWNtOP+z26eprEJ6+gyCdt6oWVPUr0hLjAYrvhzDK+1Yew9b0mg1RCBNy9hY/4JiomfVt42Xih
nljqhePpffV9xTnTRN2IocDx9JatPRA4lKSPQ6HMmyyTL0lowtBAV7ilfPbm0PAFDsCXlt8x0sdr
hSDI7kG3i5eHMOHktSrda3u7yMPHAa2JP7vGSxZ1XPkTqa2DpPX2sYqenQVmzENuGWRLahdqnJOW
4fITFvtH9piFRYEg7OQbRBFRFoldeA90GNodifWYSdez8yksYq40gZPtjOnZCpOH1pyG1YR8qo2b
YIulxLwuY/JtUlFHW7fPpifSHvdRjDq+0Apan8ZXlZlcb1eNM3v/SO7/+quJiyVeFR8G2kf68l2/
OWFTZVXDiGjtoYk953mSQ79RU32JxH9Kn12ExDYMhGULX/pKrwzsN8OYY1mGpePOD3GSX41hp+3o
CFnXbg7QnsqEm0wz/hCV9fO12Tvb0yrvLpqsvK6Co9WJ7wmkBxpSnCicBCfVrpY2UdGTI/5QiEC/
D7rgzhFZ8LVXnvuIz6rVrGqRGrdmnoBWJHr/U8raprtekdCwysFIvhFzHhG4ueBPmKyvTYyC7uWQ
f9fNIjL3kaqXo8Rqvs9dIzhE/3PwvrfJn22xtNFozRFGgqs1NIuTu0tYWrYE5dEfIiqghu7rt1aw
tBJ8HEhSNaYebUrnAdzUbXnnkMaK++/YB1dOD91oa0WpubKmiMiFwW7vXN0hmaYnV+CuCPT50vd4
DJ2yrIiGlzhvIEukC40W8nhZmd6Y5m3RqweR5PUnU0q1G2qSq3EINrYagTwNsZrOTUFIxpe8rNpV
kBvltIL9xE5L1Hfrp1YBxljliXrQHFFvCWP0/pVp879Q9P3/1lteEkv+s7jOSEfbeIrfVnDL//1v
phG2AITzQXtwKLb/7iXTmPvD5liHXEQW+9/94v9QjMw/2DnYeTGx4ma90Ij+Xb0h7v+D3jQeTQhr
4OroMLj/Qfn2qiv779cLJwMyCIyQhdXw9+FyvKZqQlQVcRzWYRL1dB2Sffi1jyztZ9E28gEJ+vyQ
2vkE3uV291rcg+2M0egPtZk9TmqILmZFL2fKye+RFHdwRMgnw+rjZOvUcGYP9UFzDpaZiCtllWrV
Zkl5Y82I1HrPRVev4YU/J6a7ySDPkAdXgW9gKHrB7fi4yHydmMX7CBIWuxqa4pOTJ5hNERReZxyC
osk2BGq06xSgY/9mibyz/5jH+88yDP7iuLtROdMLtM6Y8EBkgTL74KAFWUisikixEgMvnCMHrjPZ
EbsRiR9S6hmjgXn4a6yaaB0E0rmykzTxRdoArxh1txvzEPeDYg6vXLgA+6L3zJ1qY6DKvB9v7Ewb
wfhq0gWg1XzJcQ+gf5Qn4DBFU29CYV4qXhcqxMmb5MZCcY75ERcD2F3HKwu/XzPvoT8dsI6/qTqN
EN/mvjTi25r4AiDSPQUjiLpcV2Xp11HsC9wLrI79aqz3CPs3lh5sTYEfbeFQ55bbJHH2Y9k/KyDZ
Sgu4wIOLaheSIc9f+/KruTHB4lu8PU5+tRmEpRiUcnG/s+u95qa0bKu6vbCVvzsKhRyHCw5ucLKO
5yYnqdN2YySZk+wk7AmTzkPrjNuPF9eJVvd1ceEpLWDzceNzISQeDxOKuozIryClIZvip87I7HDX
VGNPuRxm7RPIZq1vhZvEh6mpunLtmUNzF7l64xCObhX1RjUm/SFiLcMOYNbOy03uTXNy4Xe+MxtL
putCvaPMxCPl+GemWZO1wsmDQ1JV2sbTlALybi+l4733qbEOsYYmbvsV+jgeZqgaPYyUFhwwPSCb
p4yrm9rUK18vpAI1lYZfwVHYJEnV7uZihBqvavPZq9PimzTjaa0VUveHJoq3WPT8iilZ9sNYzI+J
som1iXrlT50tbr2qJShm7ud1UtnGduryYl1yPXkCkBqvTRy0LnhlvW5Fx3umwf2E+gXrayzHTucP
rZZpdjPzpwfZcN1MPAkXv5+cQOnOtQvCqcqsx9OjEquEkJ67woGOU5aZ9UlLDPu600Ng+hiJ88fL
byn8jn4WTrnQnkmAXGyp8KU/nm85hpYLFBq+hKYV3owkafqZposbN6AunxpR+mxrzR3Bvt3645GP
CyXW/TIybApcbV9tIU5GVmImSyVKwpfcxQ0WIsOzoyV/NUWgXanEvtSTP9vCGQ0+GO77Jh6sKLtO
nnMoUyF6vjIvw9zLK5153Q0i9IMyXxpw1bgy41pcODiWO9/J5C6V63LlXmoHsUzBm9p/qVtdr/Tc
Q8Dl6T6KK8cvhFX4plWUX53IczaTVbyIbp53sh/+YV7pMsFQOCFH871iTy5PTukEQzPo5hX7V9jT
ObSz7wTfFFh7p5dM9F7Z+acPSoooVBMSEhfZ2vGD1gBjMpOxd9D6pptXUd3auxDw52dfd9G+FsOt
M7jO3hjqn643T09BZ+znZpRrL3R+93per6HglI8iNr93YzDvCTX+tnCgt7NmEqFl4qw9ZYW2zaz0
d2rRdROWV/tGkUo/AfriFhk0N7ITLwQM6ZuKnLHVBJC+MTrNuYlJ0EDf3VQ3s6EjIZrtjeV0jzXd
vqsy1xC/lHH+Yyql5ytdqquSC86W8E9t7TVJ6xsWodKOQWv04/X/zorEu4QsUEERibX7yfpvHdyX
+mp0DoVsvK3ZE0uc5wGJubC7r2cbfUef5+mFQd9Zkc7iCMiHzpmDn+Pxi8J9EEfPyvYOQpT27djb
Ym04hbbP2UuvymmSfjjXGOxBpngI6qG78EGclRsgo2w1lFAwNAFsTr5CJfVJqCxlnUSCVnNuqsdK
hE8GGQ4XKsMTTOh1e8GtkgJhSXMDQ182vjffXhOnCYFukXew47l4dDu9W8N119et3dKsjeRivdQM
/uBOwidFAi6HGqZL4pKzQpnnpbftUirTeIN/cvwj4LYMgyZL7ZCVubVulAOpoDLqXdrk4ypwBJTo
OcM/c4qnfTgqb9tFZbRv9Tq6AHa8s9ny0gFoOMCByk5Z3XHaW6MsK+cwtka2syhNVx4RbvfJJD+p
WTc2/3htY+dAgDqVJYTbU0MbCBRWXxTCPTTxiJaOJOxt4pb6rSYme5clE4wSz/718ZhnBQqPhePJ
wgVeCL6nddSQDc1sGYN7aLF83kxx8aMZU/fCoXXaFWJTNZcgEJMzEx7xmZeOcnovTxVyoVKr+lU5
16BGqZjoqtv2p8Bp2j18qvGaHhXnWYMpYGSY8HRjT93ndWcRPjVUl5b6+SrjCJWckDSMjAXePV5l
mV4AOZYtpUVXFBsbPOQ26WG/GGmQ7ZWc9F0kxLQJYjwf69gdrnEPHna1iqYLr/0E7Fo+OtB+DgGI
8dQTZ+kzZWlkeViWSOoKAYOBvL69V1b9A9fW4LsjTSK8lozSEoXHXkZ5ek3esgFuFKndx4vhvKwh
dorfA7NsscE5RWOhLuvmGNTxi9SSulxPKjU+10bIVbjNsF4hjpJs0CV7OXpRbldeah6a5/ssBpj4
AVDwWUzDqYLbGss67L2+fwnSesYfzRSbASDQdy2Y3FSnw54Yzv6ljjOkjikmt3VAQIFrFO5LEljj
7cKR/E6KRvWQWmb43E06Nj4qw4VhSZnoizZ/jFsoB0R2aKvODpxVP43NHs7M7Ke5NHaJ16FZTXVv
nWB1sgZztC8cJedbCgke7CjU6misiMs8XnUGZKKpNPT8pS6DcV01mblzE2hBZQ2Rrx3N0f/4lZ5/
34vTJz0xA2I8QV8nq1zCL2krB68HmfcInoq53QktuhQgcX4dg4sNpADn0Vhuls7JMCThFNnsifJl
svH8C2t5beaeSY1Auo9IJlJs57HbgHpqD7kcQmJ9219DbOp/JmkWX+Ghl20Lt8UMQorgH5+e3NAd
6NJIXDhDT6usMs80lZtF+gInS6zJkkIO1JTiSa+06sJkn38/iCuok6kTGA3k9fjlkjhQjWZpFi/z
VBSPQ1NWPzucJjFxrIZd1Lrxk2EqwrC92bm0w57vZtai5iO4waIv6pw+5eCSSTCbbfYSk1PxTF4E
dAVn1Da6IqZ2NQ7lT/SxwqdyLH+pICBS1dUaPyRS9x8v8OWyhv8djUwcbfVlQb6pIOpBRhbSvuJF
o4HqG32Qw83ClqXA7qnVcfj/eH2fYzFsgPBtqcyw1FsEj8fjSTPPksLMi5dYzOOLknOya3Nd3SjR
0qpznf6pNgY+9LzRN5GZgK2MBAHpSW3eOmM27/VALsF/3I6LKNeu42qkskkGsZJZHN61rgnvC1e9
ncxdeGp5oMM/7MYbYVfNE8TE+MLznNe37OJM3ZJfh7nTKTYXlpkeGHkbvbTjkH1uEwfGtxW6675u
PMhhLYITmbiXKq7jdthyAoEaLJZnzCP/9U4mMS9dN46CLHnhsMRhKDOc6zLo9V0iv7v2z0Yvmk2u
JdNNMuf9fVLgx/XxWzzfpWgEAxKiS33Ffk9uQq0y9cFL8uyF81ERUwnAP0RQDj8e5byOZhTJZwka
Q7/iVdr+ZmlOue6Q2eWkL5beZuByY3+TJpWzo9fVXDjT3x2KypUgGrqLSE+PV2UT2c44dFn2kpWY
zLZOUK9FIr4k0r5o1Cf4q45vkTZ3c4s+GfsvVfvy52+eCuGerckpzV+GMHS2BtjAVuvqdu8MAhFM
qtm7ru2+ak7lbic1QaFKsXw1Fo/YxrbijVd4w/bjeT5/m3RzAAwIPxAUV6eR9XFKPqCV5PyioPVw
uhe2P3vapYv6+ZeC8TzBYQbKdx7/VCvmGIExVcaQv/RuFcMs6m2/csdi25YRfqgW8bHaaA0XFurZ
e4VZQt8CYxcUdACcp++VRZXNkTu90GP6q5MNGdBtapIn0apPH0/i+VWMoWBoUDQvxufEFRy/VySl
rtLTcn7p8izejLbXk4tsAn+HdXEd0hhfaTNZpZEYu9uimwkPHqxLRJGzN0k4Bzs5HyUtUDI7T36D
udSlbmCZL4MDx7Fw+nGV0rS+8F2evUk6NdgIABoTEkhQ4FIWvlnBwEBE0GqieunNJia625C3+khY
sYAtvA0TN9irukoufKHHhRgVJo0m5nXhGYIf09w9HjQ1rKHpXK/9Ekr71uiSp3ZIyHSOjENc5L8/
fpfm8Tz+PRjcEcP10DdSiy0/5s0TTtakcgN1y5d8piJbOUpWiAWbdLcovKDledMuc5W9rmFJbbzG
sB5C2qGb1NHkFYdMfzPbbbjWk8BedQX0ayPqW4zTVYP6LU43TTf1nwwn83zuTrgaF4QR17KVft22
44Wzwjo+K3gWd4ml5WQHESGX6pW7+eZZYj45bQ7m7kC6NR5FWqptQtbIXZARxuRiSL3xpqH3hVbn
mzIEJUH+3+77mJaIJTPnoBwz3iAex7gfW/+Na3OGpqRIH3SHLNquHvA3HTv3Ohulu1HtkD5rFLB4
YtfOGpVVs0qcWLuhh/F7TLxxVxeBeDETp/bBxpM/XQ/CzkqNEMiNwkmvLUsFN2SNh6s5klDSM73a
jvWAwMIAV/z4NZ+9ZWYGhf2ytJYq+LSJnanBmGrX6Q4IJqJNYiuxqgaG+niUk1p7eQFUeSxa7tM6
jZxT6pQZRLmnrEA/TL1r8vwTXjBjgUlQX/Zf5yntV/kcy23daHIfxIskRk0xZQ+GByb3j9s2b/Jt
09lqPQmnuvDrzufAWgzA6HnQd+XSf/JZuYHWkLU+8OM8BJB42xo+DS/vwsf7+sH899D7ew5oOWMs
T/uH+uVkHy7g/BpxJ8lDHMJuPbGHra2+a9BhWNkD1Q7PikGguxEC6i/zUsO40LDg0SaCzqVermaJ
K3lQuQbsWJne02YYLszE8WV2+YnAZwvEAJMPGNs+OZetKO712NWMQ5pInLbYHIiXH+BUGLL3ZVeM
+6CW0a7Twl9uy2fy8So5Pqj+Hp1iisYYrKql93S841RBGWnkxpmHzB2T684Z1SoOwSjzCEv7j4c6
20nBq6hZCb0CG8Wf/2T7DlQ1o5ssxIHLBB6QnREg8MkKX1RwCHPK8gsTe9LYf302rtAUcYL/AuCc
DCjo+o6c9AKIPrC+TbklrvRGVA+eQTCRBEVYk+IyL419caVpM25ETR5s5y5NH9O0GS+UBO89PpiC
A5GMopKD8nimIz3VYiZHHOKhmtYA4HI1cgFaCbhSePEjmPl4ut95s6x44G8SZPjn1L3RLFQTpjUi
Ozb44Ia6kDVUjsY9pK380kwvX+vxZwb/fjmT2XAE1dzJZyaDzs37jjUMYdt5mAGG1/2gPdlExW9m
a3DuI73SX3QncbYiy4x97TWmzy11AqhpPpslbyH5KXYtdM+NJo0c5apx6UB69zfyjUHThe4B7eR4
/u0sj6o5sIzD0JvWJ0sU493QlhnC7A5LOHq92zwpUQz0c/L48Zs43+teI5CMJQFY0sdZ/vzNSahx
YwqtwjPY60xzO6TmsG1chIb/eBQADMw5BDJMgIVlPbwZRTqzlc6xZh1cFRmrxAVAbYlwvvCq33mW
xQEEsgZ9ZJsG2/EozhglSKwzeWjBKjdWWXxurP4SDvzO0n01mACHAf0CBTsexNCa0nCHSR4MO7Kv
Ql0L91ZXFjc2nOqnfz5rcCrhgRNZQrV+8m6mFEqQmBlKFVGwqQpalYXIL5mOvbP2wGx5L6w+mpWn
nQquXpHdNaN1iCl0dnPoOKQtJfJpmIb0Ziqr8bbU6VSLxtMvvC8yeZmsk2/Thh9JVQ6gCLPjZN0n
pa2SHrOjg9GNXrTRA20KNkmuwh9ZxqqHO1xowtfget/EcZ98aZTmfgK5qq/tPHb/pCSu76qMsHMj
WkLV594IfmCtoD2FQlYPinDedqUVzlZZOj31pHbiwC+yZP6ZT9BkfSyH0h+zmgpjY09x7vpmaoML
0K2tbr3ZDLei7hMOgcFIq1VSuc0PwmeBILVYujdF78oNRj7Fit2e6+jUBVW0VnOFFtMjKuPPIA6c
n3hENQJJm4iSVSjVJG6jKDZ9HFz7eJ3JDucFw2nt+qbJgNBxNmr0HxicO8iCVSU34zwOe/ijGu71
Rlln6zBK2+fJUvGzsFDp0MMrg8dAtHdRmZaZr8SE+VSjLOdPHLVowMRVO2woGId4l8whkHFitGm1
ToMyufFkOnirwIv7mYQVQ6G/DapiVQOWN+RZFs43RDmOwMjMdOEixgbkn0lQKwdZ386bNhtxnahL
kd3XVGK7qhkoYerWmtWqc2TzolIXDKqmAx5th3rgOJVjUPyYc9hBivZYeFUMJvMXiEn86kcF2EVZ
x+bbFvZ9TQsPZ+GqKxofdfaImtNLEgGQVTackHOkx3tT74LnnulH+5sW/SHsNfu312XaPhZJ+bBc
Ua7YVY38qg+L5pcIFo2tyKsy9UetN/VVawfdF5OcgGLNvUR9qep5SHfKUB1hLK7cJ+YoDXx8G+cX
kfPzrRjbmi5z5ShqsxJLrNVMMgplezxF97UBEweFuCTkpLKC+crq54p2tFVMj02udnirW+Z+Srhs
o9wKlliasZm+9rVmOr6eh8Z1FopyJBVVkomJBx4aBmwv6m8m65E7soEX05wbsvYdrWniVQ4T5vdQ
juBpRpyZaqXrs3hxqyb9FETzjHFTElu3Cgl8uu4nfGXWlj26DwjJcKE0nOirkecCSzC3xyxGFUnn
A1+38qqc5/L3xzvZ8e34tdpZsuKgfUC3XhoHx5umNvdaD4wJjY6z5ctICnCx8uoRYenI4kekGoSb
rrAuxVK8U2Ij/efQB+yAAk2Fdzxu5rTVGAUyONjuIO/qOKhfvEIjkqiXze+6kQEsEBxkQhp562ro
6nWfWcE+zE3ryZVxsTHdChJCzd2PT9K9TksRXzgZT2eGXiK7uEPn0rI5fU/vGh1ZEaIsUnVIZR/f
p2FLAlGfOL6F0bOPpsH4RDlyCXB+b1DMxtiP0UxYoHvH00LkJySsLu+pdh1cYHAB9svQJGsx2kze
1umLXx+//tNtfnlIUEF6lMtLgHl9PF5fmd00anV/COZ61xAGjmXWFMJ7Mpo9VCD/49Fe9XlvTxWG
Wy5uSy8S2BNg8Xi42irsSfSyPwxzP2wte1brDDbrAz4z/T7hZPBb2WKh48XNWuVJsI+44yGGFKaf
VIRqKVrXaBUzD/1lV28KWo2+VubJJoqT9s4LnGk9d9N04TR856VAWliql9em2iltwcra1otkPBxS
c7K3PZlZj0ZkGnzshbE36y7YRIO4xO17582IpZIBdaWNDAf6eKpAXoZM1cVw8Oqm3k+upu17GH4r
WKeENKn+kn35O+MtHELiixb2C/adx+P1aaZaEbXjIQztT3GCvDVIQ+mnlXcdWsT5fLwSll9/shBc
vNoAoJZbPFe849FyNUcDCNV4aBuNEIAoIg3cay7dMN55Jp4HMInqHfDvFWx6U9z2Alp2OtbjoVA1
Bhlyyq/VYH/iOFA3XNEvfbzvDufwrlCeGdDaTlY35ZruhLE5HuakyX14JuNGQoK+mrTqF8BTeeFr
emcOAcng01ClAfydshfLsR+GgJzhw+BaERlwVrnFDND48vGbeuehOB3I/WMiMf3UTzbqwtbcADXa
dNCV/CGzDg/Y/q9wGv9yxr7YfDzWCSETSSYtDXTZbEd0lb0zem8Yuc5YwRk55A6OIWaK8xm5Z1gb
J61FGHEV7QcqrpXm9rgX9nGwCgoxrp2oCP02i4Vf6TJaF9QIH/+u05sFgNsSLbM4iVKGwww+Xq1e
nGn4dxjdQQv7HrlxItZK0929XnLkfzzUGfywjOWwS8LFQrdCvO/xWLTksCoi1e7QUYKvoGprn2tE
fbdDZVcYfpZQFcQIA9TrQx87zul6tFq8r+cqu1JU4rv/m5/DvgBSTxuIHujxz8mMEoKiFfXgAVp9
NZscvRA0hvs8ssbVNIM9tX0poN7D1DOD0cJRZ8YJ3yjafdwVwwXK1BnU/To7CHSXFb8UDyezU/Vl
HjpKAx6GX32j9ygs5Egp60FDWNvmjJ15lBMwP2Uuap24vx/jwNvVLr47wTToflM1G2dW+c6jg+u7
Wmo+tHPmbmQltfuuLbLrOTPzbYbqyYf4N667CBm+ysrhAkFo+aHHGyA6YnAFwduWtHpODt7Oy/te
gwR6MLMZV/TSE/epxRUripS+ciMv8DNaCDdWYh0+fqOn8St8YwKCL3OHFSBEnFcA+M2mqPcCL1G3
7A9sHdWae938GVIq5fHo6M/YEHnrtrHkdpD1tGvNMd1NufctTgLzqZur6qWUibPRKAl9K9TjHViw
tvJSQ26agVa3KzQNLYLHypVYGHZNZG3tug/80pb5avai8oubEYme87HRdcLVxYia7saAcbgSTjRv
KhvPBVwgMuz9zHZXt9N0oa473zYtCFmEjALoQPE/JZOkkYIuO8TTQbpTsp1FSRxlFssL7/d8y8An
nPsxnW+4OFyhj7+bqSn1IY/t+RDKssPQpifjsfcKXH+GS5Z97zwQRhYwImjjLSX8ye6k2/ALpNL1
QwePc9fOfb3N3DxYf7xu3nsgSTW8kLXZnuVyTrxZNiFNWW7iqXGA8OKuJKonnKy8Rzc3ugunwPmJ
Az8a9i0ie+oQatPjkVLhNPQ/atD33tjrqVH7tpE/VZO8tgH/Luy3598hrW0DQhg0TAC+s60dZNdo
glYcUjt18ISaiMaY7OZON8D3ApXo+6nUy5dMx5bs4wl95zGh48GhXqJylrbO8WPOWtNxh4/EwRtC
53MbWj+MSNd/abHXrUndHi7s5O+8P4oSiMZ0WgHul2zKt++vtQpXVeEkDnquG2u9iZ1d7OIwYGp2
9+XjJ2NF8Jcd724WZRcaO4tVAUp28goNewybKQmcQ+SGN21dFS62Riq8VSVgFXoQy/k8JqpNl5Ba
97lUsEbWg9Gnrj8PdnHtmQGccoLSa7/DR0utuAMR2SNyF9m4N5YFAWSYc34Drg2/NA4CjX1rGY2x
FsT0YuTjVRXYeJ6Tk4VDDvEGxYgXSRiXgw1KUWA+ZmmUFRyilpiwj+usa2dInU/QHzm7zAqLITqN
B6ViaIpTuNhwUqpCSdf2VeuUn5wgVx3ihEgiVan7T9WQYbYUDkz8ygSXatf2HJlf7dIQGPWPk/E1
supPgxzTZiVNlWQQhrTsG3ZxSbdzkRqoVchRmq3LdoJDX8X8tnBstSsTiXmzijIVrx3sVjZhp6sn
mUDFB3OZenNvcYR97ijUf9GO1h6HMZ8733Wq4Ms0pbhmpqaOS1INYetar0vKqQh7OEphPSfppGng
5OOVFGBiC6ZlcORk6Lrr0qvoMsSyA0pJgVz91B7Gp6nWAebkHFcLhhOmNx1acOiMZfrN6CbtJ7sD
ABwyMDIusszeG+nMvm9W9tCuZIltK1ZkSf4dfhBYzIJ7Sr+cZu1bAQUUb20rRdRmx2aBu47nwghq
5vYL8O0A8x3q1LOuj+GN0sJs10yhem51d/5uONrQ7NqoMEi3ySyizOi7z0RVQPVM/Aw+Com6LbLM
L8Uc18GDHLyZkIhwjDB96u3kwqXmnb1kiaLGFw+2E/2Ck1rJAHuuUNDMB1KEfeXY1b5IU3erIqFt
J76zFY0rY+1gW/fx93Z+AGCMQ5cARJqakZv88addx1iyjZHmHWrc5vakJGP8JS5qI873q0XuCvC6
dEShtp1805U1B1pfKu1AeaauccFvd+aA/6wra1zJpHWpEj7fsBiP+heZ53KBe3XqfXPgDGUQObHb
a4fKhbcclPG46ltx3yIy3H48f+/U3AxFu0tatNg5Ck62YiNAHDo2jnaIWye6iTxj3hggmmvdUbR2
aqGtw8QLPyUqVg/KUsXvsArztScHsU7sSrskSztmWy63oOXnON7iH0F/9bTzQ6evo0wwtUOD9cBa
RXX82DbBdI0mAEG/COotnz5mflYorxu7AuRkdftqji9hAu8tLIifnMLcMunbnBQxRqGlcWiG4cug
aXhHWzNAJT4FFz6b/2HvvJYcV45u/Sp/nHso4M0t6JptyJ6ZNjNzgxgL7z2e/nzoLWk3ixRx5tft
UUhbilBEJ6tQlZVm5VoXPjRvMEkPCCAmIcQxMKrUVdhbjfmiBgHzPVoSbOpRVXdm0Qw317/0hQXB
vavD/zBPXpwN/HmGOUo5hIYvUdLqe9XP4nWBnuPCggRw1dsHNOcyCsQOMt3NeXb9/VubOn1sdzET
PboaoMXThvXdkKb1Fhc8on9H48KEoGED1Z3i1vkET3QwSgvtQwH3//YjZsQIHBdEu+DYBG8UlVUc
a34VvHpBB5a/tjIPsUKYAbdpqOc+4IX5mUS+AfYDpy2eJwZpi1tugf2swsy7BE2fndBpSDAPujB2
woC+Os9Wne5JGZey7wU5Q41WNakr5qv8cqtOhYFkkeSFMKolLdL1dek7i7JpZ6Zp0vGWQ2k9D6SL
o/G+ag9Dht98QdmkXYf0rFZA1Z1VHadf4lr7NeS6tLl+0OaqyOlqIRpwZnoAAMQ8BUJ6B1mnbE7z
dHo5jNqvBCjwPNlQly+BDmnj2vfKDuV11YEF3DRCNV7lGSixhdj2/LQzvgx2EeQrAEYAk6dbbuat
E4aNyngw3J9rvYnqW11i+uD6Ui8UbU7NCBWiyQR4EqWYKZ2CTtVMqmfhOu6sUlUeLSlNjvFgV89p
Ag5W7RoYQsE7uEkcBoeiMhn8a8fyOJaRvZCCCXNB8w3Ak/I00nRWea/Ej9DWENO2oSy9SKoJPaWu
JxCq0n1Jg6C4T8zJ2cSMJK3DMK1Wmd+i/iZNw1dJndk1iyhaK37vLySflzaLsvfs50B5yvTET79J
VTre5HfDPOKi9buYkZSNN8e5UjJCfT12tFwypds1dv8LBLFzLHS4TYkT8fmDrq10u07cxrH7P3aM
5G9vXSDeXAfndfqzcs9XTTpMtIE6rXcpl6brglG8hVvxVt8XrgWZ4xyskBgAMhGcQJAy3TiEBXME
sOQ+SeUk/VZDtRg3YakkMhh5BVZhWslrv9WmzI28rN1pcgQbbRFokeOqeu08OrR7ocVlVHddF6Hh
KtEgh5vGG6yFatOlnwvRABvDfAvVakPw40rgWWYW29GrNsb2YZpoz0kj7Mh4d5gUJgAymiXVH+vA
C2+NkYAhGLv0Vpet2I1Nvd7mpVzsZJMZZqOtENydwq51B4AKCxf90qmi5gzrB900+ZxHbLQodQXq
YL8UyLi4UpKa1EPV8qAzUv/dH7zuZzBU+pfcT5p1rTTE7kY9AABl2nHmymBY18ip41Av+jOo+nwH
cbgAqWhbUe5CIOn0YOlT1Ep6NDgvTcwopZH12drXJcT4cidYOMPCsMZftgji3iq1JhTOwucKJSir
nHbyXgrZTvexWvl0e+t+xRyFuSnbJl1FORreVTBOO6jT012beP4R3AAsn1yJnWahyDEoleTKHVOC
NSThtynViI9lq45uQgQDd7Hd7Aynl0FEyPxl6NU2jtVKK99Pk5frjvXcfdMqQ3DIlAG6050V/GrR
Qe0LfUr8GgOeuOkt1KSUPP923ci8J6c3cgZ6EWta4M6Blgp7puueMki9HL8GA8K8gZ8aa+qe7bpS
7HEpzD5/FAH/0BbhGOAEAOGengU1CrNR8r34tVAC0y1bGPikKKvuqzRvNjJ34wYmcvM+L6oKVupB
vrW8oaOk2CpugPvaQFBqHhm1hLo0Nes1bNj+ptYcb2fQHvvky9PiDP0c+Au7Q70feJoD8BZQvuCv
KN0mfpFN0SthowngGRmWz+kwlKrr9F0fz3CT8gi2ong1Wp5iV3biZN9VNRoDgT62DPfoxbYY8uC+
90bvyegtL3AzI0o/4kcGKqDGFL90ged86NMifpAG/JALbyGANliKoTa3CpnR/Rh1I1dtNe8eNYwy
ReergfPGr+vwG/XNmXLVDzkmDUV3hT2GBjwNodvjT9zacZY2pNtd+qnSbdhalWZUKlizB6junVpl
borLq0ggHuDHypSk/SKXfgbUJoFRe8FPXdpOQjD8P6DRORA/PQC1YUgJz2L0aiBov3WMtFoXVKW+
93EebLD9pyh8nA8NTSgWmQo2Z1j5qT3JU+mH6VLE4I9prrWyCNc2zEgrXa+cjToOw0IifiHwp6U5
NwCZrMADiej1fJCsqVCiBuaOWqVwM9rOa9Ba41PXd0G5QavOemCgn8HfNEkkID9yCHdPlyVI/1y/
16JaMo7XobgNqQltfToMjnCx+YuG05RS90phpdpnuqw/5XbvbIu+uDUZHrol/jAeGRtAVcT2f5QB
2O3QAb8ut1W1nxTD38gjV80ZlJ6YGRJByqLRJuqnr2Q96QJ70JkbAuDI8wAaYdbeMWbervcZkw2w
fEiiBg4EmMxhi3PzGHLu9J8R8f+nWPs/8zj/f6ZY29TNt595/T/bXz9/VW//6+ev/3nTMct+4STe
s6/Nf+if/Lmm9g+qhkxkEBHOiHs+2j8p2DTrHzxNM2XLrBDEi/tv/lxF/sec8tJioqrN/5hrLf/i
z+X/mdXrHII/rgcIlz8hYBPySf4AYSqnFpAOw8GQRZ6emBlGljpFFj/INbTzdrNB/s3tZMqHyIT6
ztO77Xr8y+W/V3gU3uK/rEGBNJPL8SDIwvmcwlGREFqMH3Kpu6ng+tflharPmQX6N7OyoYlyGk1w
kZR86MoSRF2qP0AGqa6CtE9R9kq8BQ98tms8vfQ5ZkAzbhEyiNNdS21L6gw7aR4KIylQ+DH0TYnm
265vi2BTTtRu7VLRl+Lo+Zl894y+0Q7zD4LA2fIZqqkJs7CA0r5+qAmV7hUv+11YY7JGCMDeV9ms
mIAO5p7RXpQzpgKwSRHYwyrrzH/yav9HDfkzwl1CD8jxOJeU1uiUOcKLgHRgL9H6rR6aLLS3+ZQr
YBwr5bMUW/6N1zf+xklUfauHiCcyVUjTLrUQUrO7fF3KnbIfBgQVx0SL7yxjHvAPCUuysSxgCuk+
55mer9u8hwKgbO2dkgIcc0NT7+5MekwfPSlAQ0EP8oZAwjbvZbjMPlw/pqLX/2unCejmYVsuhgjn
S+yICIsx/Aci4WqrGf1rDrLJ5QZTyPQbfxtBZvWhzRmjTz0rODB3DMKxozbuAb9aK9B1bSx1fAKa
n3+mKD8+elBrrM3BpIuQd83++u8VAgJ+LikLaSfHfmYkMYTPkWYjpA94mAcILMxdb7UW2nyORvm6
dzZGRY/xur3zS8Y8Hnknrol3ms7s6fE3EsaGplgPH+QQEZEsdCF4WV83IYg6MIc3z/y9syFcMa0x
+7EwtPCh3qSHCcGybb0CHbyRVpwLF8LhjXpf3eZruHYWVne+mzOLDH6V7gn/FsOrQpZMf4Bj+SFs
ttYU3IcZTR57vBuhkr2+yLdWxumNxhStPdw5sRUp5+lGqk0QV/Gohg/N1tyFH6Mn55jdm7ecd+Vz
dJ+68i67H47qztoWW4YgfzkPzodDccj3KtpVYGxXxu8eaRn02K//sPnAXPtdwoGKQRiGJQMND1p/
Nyox0HxzI1XNzuunbRQiag6UPAoWgpezUwUzAFNp6GXhVwxm9E43Q5+kUvXacHgAr/dbj8edwXzU
wo6ffds3G6QgoNm4M6KMqtLWhZxpEHybJSJBNvIQLe5HfxziX9d3UKwbUwedV/O3JfV0NVEUALiu
sITc0zq/BWq9/mGsqlV9XEoHzj4WlohQGTPkJWeQXagN+IzMJ+ZMWh7RPNK8Hig6w6fjt256Detu
k0RA1K2FouB8ME8OyJtNBpvmqihoMyFs0JNJQwOjGB6chPoSeGPmuDZW8GA7n+pEWRnlwrO+ZE8M
HKRGczoFe4FHJyDJH7oJLTDlt9l4e98pHtR4weClw0hgBvU3odH8X6efT1Y7ayjNfHhQ+mDY93zt
lZXY08JxPPt0Dn1ajuKMdKTS4giO1E/yNumNujxYHbJtAcMGob12mAhhPN71W0h18mAPX85C+HK2
m29mifze0MOyOCA/MQeITlRZHiQn/CBL8bbx8ONWvSnV/Cssgq7fqH++UmC/MGbN/RwQecJ1KC20
y715pSWzKJSP9vTutrUBDZ5crTw1/dAa2W3t7K/fwrPrThoM2IbZr5m/CeOnXzENK6cB8TceQt1b
M+C98aqdFSHIVGQ/rlsSkfjcv3nAB0oFJE/JFMU30c6TSg+0SXvQH6Sjftsf4ltKHeqTx2MVrJQd
k9Qb3XJbeaUZC59TjEb/Mj0bRSeCkUvBWw+5NqpObWjov5krns21QY13JPurU+jlsXh9qRfNzaUc
SJJpB4ngerQfQm1AQ/3Bt+VV1D9CObRL+vGO5lOslmRJ/06w/h8yhre1vTMmfEEzhG0vLN6M3dnS
V8X7+Kd/fx6mm//FJQfOI9xA1SoaLZSh8S17r920+WRCr8gQ8nUrszt87y4ZfmAQVmVUYya5Phvc
m0E1oZrm/iGDQWqblfVXlLOSm2gMte11S6LfwhJWCMBJHvErlvCIIsknp1MwhQeGjcKHALjSugu0
pYqeeK/w+gCLNYhD1DkBfav4vwMV+Mo4AxbH7BhIGqx3ga09TV2hfA+DAZionCxogor+CnPMcjC+
SWjLoKsYkelVFwUTnJZHKuDAWIJjn2ouZZX1WKuf+kJx227hOl9YIGnq2+ciLydCO3UcRRlMZVR2
9RHV9dxtlH5v+JOMzoR1V3bWwhk8Ox0sjziTdq4G7xMFtlNjdZ5nNBeq+tjgjnWtH1HAhHLaMRak
T8/OBo8NWC7IYmdgIE/3qR0vLkBoanV9bJP8LmzvUtnZ/eHpEywItwkuuigePCyUFhg0+Whn8YLz
ubBX87ADx1ilvsVuna6hyDtL7fymPloEb5J8q9Z7KVziRxBbnnOB5b0Vkb0hVerJc2Ks6M/F0ULM
8TXOVxIqMh9CyNDc5FfvrZHKvL55Z35VMDqn/+8uFURXY04Jvz4C52X8TlI2Hq0woG5L78WF68Td
hVsJACr/EF/F2pHK2p7PWz4U5KT5o+5JSGnHgdvDISU1Sun23c/rixMjnXlH6YM5uGuiDvWt9fZu
cYGvIEbsTNXRHldq6VoHLbqpod7w3TZY1e2CFzxL4GdzYCRg35iJmKFWON1Lc/LA7RlGxQc0bopH
f3KdrXY33cUP/m7axXvt1rmdvko/e/Dtv/LX62u9dM/eGxech16lzF50GJeZ9dTyR9hY19ctXPqC
AORAYsycxKhvnS4v9fK+61Is8J6sAwMSGjhYNd8I8RzTwRuzr3kWLjjhC5eCSXo6aXDnQetwljtR
0LPVTpP646AoqFB1j6Cu7mulXiu5vurUntKhvq3ir4Mcb8zccXtE/LxsIaI7v/8G5XiqMnAdQSsl
znMxQNKNVhVORwUJdavy1s2wN5yFw3ppqbw4zA6CGoPp8ixarewhZOvHo6K6Hg0eZaVrrvrD/jwc
erf83r1Uz0hKXv+m508OK3tnUzg1tRLDktP7rIwxHMRL05T52WxWan+8bkjE6eHdGBkFOsS7TQYH
UuH09JRTSEWzUKZjiqPpXLN0UadUf1pfu8TN0nV9rz1PSwxo53fi1Ob8Xd/dfw8GFD+WxwlND2DT
w2vRLPE/v+W5J0GWsCzhedMUmvcJyJSjRqlIuysfBlfadCvyxTtpL63D/eCGO1SawtwN99Uu/R3s
nCc7W7iaSwsVnsC6LnyShGE6OkF4qw434FcXUtO3APtsoXOJZEakMRYhPBSTasUtg9rTcbyVGQzf
5S/Bz67aBzkYbLffJZ/sTwdlI32Qf3itK32QPkSH6iV+KtfOxnS9uyVF9bNSx9t5YhIVKCCY1jPq
64kqrFUaqXyMX6g6UJorNjNjzydNcq0vSyndxbtpv7MmfOa4gFobFhWs/e5+GtreKHdODf7P1X3e
MBf8xXiTh1tvIRERGZ3+ujXv7AofVgtsvdV67Ka/w4/GNtjq63hvPiKt+ym8D+6m0pVfh4Wreu7n
uTWOwxAHoS+D5UK0A7w8GH0Jm/Jv3bqPu5t0n2ifeKy1BUMiRudtdYDFAXVyquYhjtP72ZZGzqtl
jsfhc7MNv1lP0w/nLv8Y+254Jz+PFZKkyCC7JrD4z0vU6ZeuzDzFRcuGMgjsr6e2DclznHD0xuOk
mu4grdRpKWq8EA+QFL0zIXw8S08KC8zaeJRvjTWcwdvxd3Gf3au7+jbbR3t9F9+U+kY7ZNE+LNwl
BpKlBQrP9dgHqZpWwXRMpkRyi0HalrMW+XW3ftEIBLpzcEzVQ9REsBOISjMkCpDb5Tr08aouF+Ka
S2/vTDj9LwvCMqQUJociwe/U1csUxnfJaN2UqXxzfR0X3kEqRZDxEN1QZRQpv8OwhbBkduOtc3DG
bdu/VtmGyYTrVuYPLvjQGcHMM0g6BGBdOO+TXUZ5NHrTwff1w+hv2+gZqu4P43TvSPrmuq3z2HeO
loBu0SuclQyF821P0ahETmYc1MiBbDd4Hpy9HN45nkeDcnCrJltP3VLJ4YKfBCQEmmsmVdZoZQlf
qxzjporKtoW7RLkppmk/Ijrh2dLvVtqPVrNJG3OTZNm2q753qr2GxIZMZ4n/8/xj0kIDu4sMBHDU
sylJM9BAGcbycGAWd7xTR2tL7b9chWX9VNvSUtviPLKZRQlopMzSBHM7THgZC7hjpH5Q/aNHKuoO
jb7JIWFpkmxvJ94uoF41ehEsc8He9j92VYuexhJK+uyS0NEBmAneceZGPyO987qIdqivO4ewtLmD
ekHnxCj9rR774UJD+KIpYDI28HjQeiJTk5aVQx8SrB88YzI2SQI1plx7totUZfynR5hM+23KEzU4
0kaxx5AMjRy2vjwe+2lyZTpBQ/ArHJ6hOb6X0w6hwmPQLLQYzm7NbHLO82cQEB0ywWXrpaZWAAnG
Y11Ct2NkN4OjrENde6SCshrVZj/W027ql7R75mtx4hjmqv88zDhXtpjWFzJHVJmsZHD66tipJeLb
UtfdOYk3bYYgUN0okg9wZyj7zhzz7XUvceHwYpmyAzMGsxKVCI6g4wUOMilrLMe7PLRuDITKJIW0
3DeC7zR2Nn4kbzsoRg1113m24prgnK//iAurZ095PhzODUwPgltM6moYA6usjvEkybDzpHq8QfS8
AM/p1D9N2fBxV4Xy2CnVUlXiTMgTKR9qA1zfWdtnzjKFMKAL5DZO2upYGVIYuI4pJbvcip2jYeXZ
gwJ49M5yggnppjFdFSCB3b6ZGFZ0FIoWloMq4BiAMAQ/PFUonyBCoK/e2GnDPPJXExN6+7gyB9cq
0nJ3fdvO3t75p88uDoJzdS6Ln/506COmoEq86hj2TrsBcBWuB8l0Fm6EiIuT5x2icEfaS5MBK8IO
6WUxDZlDhSiKHMKkRik2ptF+juNIuevsPlzr0/TBz5Jq1UeavYnsqvzDHu3bLwAhDfyFLs7ZUzaF
GcSmnlwfza5o91OVZNuht5OF7Ty/+hRE50vAbPlcqBTX6QBZsOH8Ota1qW8YUUy/9V7mrMxx7D/F
SdxCXtOGN8jq9oe81JOP17/mpUvAPQTziNuZmwKnX7PS+7JpgcYe+0jXd2ZWMp+Wd6hA04xTij7a
mh1AUkmXxtV1w/MfFnwP7nweM8E0X1s4RrbkQeYU9+YhbujgtI5W7tS6b1ce534lRbJ2g1Tsjz+0
yfAE1CeAU3kwTe7f6WJTulpKYPkat+67JD2EvbdiOnKtJC+9/2fE3LxSgi1hfQN63FJbeOrRCdNV
bOt3qHLf5dZSk/9sG9/MzJ1GeJIgLhfirXzybaVFXOSoG675y6faOLrKQ/t6fePOXl/BinBKoPpu
GjkiaurK4SbPrVXY3Qb+tFCzPzuLWHHwiOBD4E2hhHr6eciNYpR84dfoq6053Yza7VBx8zdK/tgs
yZCcBWsULQHJz3xihKm8fqe2pGZM5MQaWNFnJh+MZAOLkba/vmtnV3u2AVk5DVkQjEAiT20oEPLV
DRt3DHSk0706fo6bybXBlEx6vfKUHM66Ud1nlb++bvj8eT21LMJLKA61yuSUMvkRgzBtHt4QJ62k
6UeVhh9z2YLyoV6rprRpgOa28ppBlAVW7nn/Tq73/AvASIP4mdlaxYiG192O/aFQjo6VbC3J3wTO
68gUfZt+aHxt4SU/j/9na7OXntlRmMoVvmZFcIqkTKkck0FZ95a5K6JkUwfqum+iF3347CXq5yD/
ZDAZ3kuxO7UwLOXJQlBz6UgRwMGoQdtJeRMSfl/2y1IljyNIvo7GJK3r+quWhq5V/5TrJfaOS+cK
nAYRFA6LaU0hbJtix46qqlKO2qcIrcnqaxne5T8T72OpH4H4XD9Ll1YFVFYhn+EVpjV5eohDWRnr
OFa0IxSZH61JvoO98aGp0s9VbC3clwteBoa3v00JX3GIwiF0BlWjV6N+hD1k2zbD3TAs8WBfOppz
0gJImUiGPTxdUZlC3oCqIp4ZNoUVY9qfvQ7egkZvX7S4vylRmlvYw/OSDLkpUZ7M9s0z42J+igBw
Cw9K2RxliEk/J6OCcnmFPqCmBuPKT9Nqjzv8lcixtbFiPd/0Wbvpgu4ejqHc9WSeKi9M11Melg8j
cg8PRVz/gGE03IVG3b1e/+DnxT/Y1QB3yDwqb7BE4YvDI6oqXpM0vJLdPD6YfSmdptjkDfKTPkPv
K51Q9K5j4tcN5EbeJFbRbcZyaqGrgWajhdnOTVs4t/LEUbfXf9z5t5uJAHkm4KkiajCFln/F89AX
aUK01NnMYzTRfQRf0LozhmmjmRJ6p1GxkA6+AWBPXRnVtFnoEKAmkHZx0MAJVITiZrwrAznWV99u
g5993CSfxh6qdJdKfP91SDUnX01Tmn7J21Az3SaSYsrC9G8+DaUdHmxJz2o3B01auSPcXM9xEklf
i1JWUtIeC1ywNDrhVy1UpsLtOSSO63uq+iEKGhloZKBOt33UGB/0QpXqVYWisA03RoLWPPND3pMN
KQp/eFAnaFlNoz5kUkE5U1HC+AvV8zFyY1uyvuqR2n+IlTGGn6po++9jbdLZ7dIofZIpa4PXTczu
BfBI+r3v26pzszL1j0NPO2PhRohehZYsgAoe4FmRm3kBITqSC78GOWKWR1z32h82owqZU9CsELS7
fmBEnyIaEi57L8l9rZUYam0ZBjZmw5Kj4w0Ly5l/7vsjIloRrkxGnSfvMqwYMhhayC3yOl9408Ud
o0BA7Y43jgklOEbFUiGsLUqTKVF3TNLo4Aew4IZOBDcx4idpTHXt+raJC6LVCtKRW4Y0ASxuIh1B
lAFhK5KuO4YBlZ1RLupVbYP3v27l7CGjvEqBhfyKQULYW4Rt60xz6BQpBKQRdJuq7gO3a6yPTdnD
Sqi5YzfRjrSzFRxSf3gqyLMwDAc+ZK3z/KuQCNi9OTR5mZJc6qabV5lrlaHb2QvLE8/emxW685Q3
2E6ez9OHhnwOEJuWUeSQurXaHm0ldHMQPNc38fxTsZZ3VoQTHoUe43lmTpoaJTDtOd4rvYclBSVx
XJj2MFbmFBFLpFBiDbk1pl4O7Ig8sfHWSWQdy3xym+YXfdxVPBWIi+g3hdPju6aAF2t0NW0Y+H/6
m0Jaugrnx4bYh+4x7Td+F+2i030d0wR9Ad0LHgcpWWWOCZVvsZ5iIFJqs/IMfVs2HxhTXLgSZ08P
wy/o5cKRDVIfQkf11KqOpsdI6yh8RIHccLbhcGtAuaTv09c//Z48bRQ/ZlT4XOAVvqeeVrWiZlL4
mCiNtJVRgndTQ10q/Z3VV8iwSH9mwSpquDPA8XQ5vplYYcLM4ZFx2MHVY1UB5dOP226eSe0hEebd
0inv1N/qkYwlzIslYJ14cPkFb40PIj6ZCpio9Jr1YYnQqdIcO6DXEDulPQTcab4QVC5ZEXwMmn/g
m3O5OQ4Og9spAH+LiZyFs3HJiIEixbyn1IxF6a+hZzZzoIZ71HyTZzOWs+JZQqZ6e/1oiG/AvGM8
lnAQwirMzL5wBC2CHjuHtphLaGVbZtQr5FOkas0Yf7gt67JccGBnyyLEgiWNkAdGjLmrc3pGtEKP
jExTyqNvdrjm36XxfH1B81kW3k0MgFbmIMx8M8JNJjY3c7ljIDqxfNcJiWNoEQUv/50R4aQPVcYJ
gGn9GDKrH5Wv/fSptJb4FC5v1d8rET4NEuYV3JZEAEr+FWo3N5zGBT8vej1ijJO9Et6stAxM+M+1
8gif67BPa1fnokZ0qV2v2fyh6jyFGMHavN53GBa0YO0EkFV5TLWnWTAh7+8oYCxcG9GlikYEV6cU
CBxE8+cvfrCeaV/qUMiToS+YWfo2gguYFWMaRpJgjOm+awAOw6UUYekYz+t8t1layPwq2n7lEdFK
V0ofLeNJsX//d6dYuIvMfqdhlGDDH8ED29+09MVoFyreS+uYj+C7dYS5OVlTxxGLUkbNFKBZ6EUu
tqMXPocIOO2nOqoLh5V0dshcfeCW+hJr/JmjPD294uhTUrOIolTLo6VEN6XVM5Zw7FXIkIvv17/K
xRPM6znrvDIfKkI95QamLKPi2pNabGx6NUb/1Rq1jeV89P6QH/avK/nOlnBb7JDxyyyfU5nKWbXW
vdI9m2mwvr6gi0fgnRHhrlSSHCa9OvsxSDAT7Ua2pZXyv0n/mA34e9uEC9P0sVPVb1bUYFXAiF1L
qovpVZv9+ZEGQEl7g0IkzXJNWI8pqZVTSzLO3yxWOgIQ5MsuikzXd+2Cb6aYBJqIhHamChbesbKt
I6+o6vKoOXSMSa5hkkbbzu01uqoreyndvPCRMEdEDiaOosRZCw5CP/rxPce7/AJdlRtrMSIt2+tr
OiuqviW176yI520wkoRiUHlEN3HOXA7FY/whGl0Z3eTOLX9MD8EHdSnxvLg0SIPmSIqOhjiNHDeh
KqlBy/dykrXn9b/MtlvrSbZQnr5o5l39QXiuLZsKOZ0IAo/o2wDWK5EOcfvz+gZecEInNQ7hwVZ1
JW4MCRuRl6CZ/KFSnusG+us0WYgMLn+pd6sRrhPC0n3X1Li7HmIDlXaeO9nDQ9Wrn/PEX2u5TRev
3dGQ/mggPpM40W1nabtO9Rce2qUVC2+UlceUVfvZQ0UN0qHqWmuYXpfVnb0os32WkL6dzndrFt4q
xY5zhRGV8lgHMAOuM89tnuqP1k387CUrLV3TB8vTVb71/pDhcnbD7z+rKE0dK1ISQ7+Mh4ySdZN4
bjd+uH5wznMzwYQYsbaolFC3KI+QHTif28lVvselGzfMnK0df5saCwdo4buJMvG+ouSjAxTiqA3G
Oh4f1DAGXpptG+l/5bn+/moi9DI0YrxniKVQLTd6eFvG3VaJX67v38LlduYA5F0Yk6atX9VvXwhN
S6O9Q6NkLy+JrVx4+U+OgeAdPalW9VzjG8lpv1O6yp1Mf6O2vSvFh0rxd9eXdPGBebdv8xd8tySl
qELJmPetg9t8iD0wwLtiyteO/ox8FTIKHrChpZxm6VgIbqWb/mUUHDtu5Rj0z/bwOtULwxZi2/ev
C0XPbKYemvuxp2tDHzfL2obwvMnybWzILqVo1wTkbDlI4zb5oZ1er+/mZYso/pFH8x/xvOf06co0
mXg/C2ftRdF9kY2rLINm0rA/woG9KpslsNEZcPyvVf5tU3gNGj90ejMgl850adVrnyEPXttaB3t5
uM1ziBfUveKg1nGrLQ6xnn1Hpj1BJsKVS+eJ0pLw2AW5ZSa1KhmHpviiJUgiMZULe98abP3mDzdW
sCQs0nEiW+9T3zxU8qNXynutZoERqWoTPjfIbdBe2F63KPLG44tPFydcdm00e1PxMKnv1upt/aJO
K3pmAywqtQuQxLVu/E26oiPzYtyO5kebsaG7cL3Uzzjr8L39DAA8jNCgHAR92OkhLqVsSrqJnxG+
1N/639W62tcfq0/+B+tjsUm+tfv2U/6IcVpo68X298UP/M648F6MQz95popx86GnZA5/iOJq0Qq5
ku6uXqePwy55zjN3+LVEH3J+qufdn7G3sw6oCoLpdNmxlmo2SlfmYajWXec6wXps1pW0CZuN17jG
Wn0wF47Ymd8VLArvvpyMqBbmWCxH54OaPSkTWvR+t668lwndleun6+wlOTUmthtlJwvKoJ7PM1Ng
EF3aVrkeHHnBuS9ZET5fIk2ZV8UsKa9Rl4eMk9Zdrvy4vpQznycsRXACPchkLTXnAxqkOxUS4TZz
brRq2KBmuDbLykXMbwHDd/FYgjjnYED6Qu/09HDY5VTRF/OMQ2J7bpoMKyNeS8ltsDTkdXn//rYj
uIAwSdRummzjEPqMPWmHQt6p5ULCsLSW+Te8e4D7PJmUOnfwoflTkrZrWFxdmwGrzFhwaOeB7duH
+ns18y95Z2nyZC2v6ZcdUH6QPzg/mk+Z7Ib36j753v7oUZh07dRtl6LapT0U3nqEJga5og9+yOpN
UPUuSgzofDxfP4NLRgRvoZWKH8Enbhx0ydnYYbiN0l91pG6uW/kPTunvHRRchCQDw0EPxDjU2abT
j1Kxcr7ZP8l8zFdJXrfh1iwWbvD106HKgvfPaxDcpALGocx3mnOXIM7CwAF8hNdXtmRGcBTTWOhB
4vORDL9YQVQJCvhzNqxVZ4mC9yzcPDmDZ70umTGsSBv5UNBfhr6LP5oHw3dwlsjSKshX/92yBD/R
yJKcxza71+g/PFO/LcrvZP+rvtLW1w2dJ8qgmGziPWhrmRs6m8xO9czK6nowDgPze1G3Sj8OcJS5
4U+nW5vup2S3NEk3u56TBsdscJ7fZx6ERrc47qWPwMgresMHR0MRBpZg7u71NV24U1iY+4S8wFAu
CofdASuOgBYW5KD0qNgl9XbMIeWzYmPp6V0wJcY4Ump2esCQ0SE1o1VWbiK1Wmnh7/9qPSLOwUav
JyzBsBxkNXdj5HDNulil1tIJX1qL8ByqEbgmrWMtltWvdBoPcvgt75YGZC4fOIAutHTnQUOxnGU6
UwozumwclE/pYab2hymCbF5fG8gvF25Vukj9QpXzv9nDv60KfjafRjmHDNk45DM06akxPptLNHyX
4m7O3d82hHM3D0BNFkIUB5Bq9wYiyJvsk3UI1tWnZGuv63X3O/pm7LRVulW/y43rfMm/5zf/1TJF
lKvuAa9QytE4jEpLfuqsSU2T/Pm6kcs3+N/rFFXZcqX04sxjnb30MgYIjH/5s79vcHVtclAgzzO/
v8imjcaF14R+2T7W0ZSsGRb8JQ3y0pzh2deancOMO4QLDhjiGRTFBjCoJLXSPcZSJg9re/Ckr9qQ
mU81jb6jrmZlhKB0W71GSUo5NNXbmhxx8PuXoG3L1QSWOXXDXgFgPiZq/1UxC2NYAcTwE7dgpvVV
K0L0kwZK1qObQrOVualUNxIz92WzEMmKGcC8FvC+qsWlAv4hUno4rVY0PrJTjwFCiE9dVnZuVJUp
9UwrWGXog89kngs3Soye32xCH8KrMcvriA+8lrRpXjpa84hH734pfdSvwMGGbtZDPWkg4fQllrvn
QTP210+H6KawO/NRzzIL6N1Az3kaDGLSUEpZ7h9zR4nv8nwqVkWToNzjhcFCDHNhW+cd5QzCzUg+
JwQXYwKisp+M/tGz4RwNvO6XxJVC3ump0aYHr026P3z257W9Nyi44MiAhrfUrP6R7kmw6RPpyUnN
3lVHhrHq2vvDZARrLAqG01kqSYbu6HQnFbswI18e+kfHC9RVPFbRR9PrX/LE8n7WVbfEWvJ/OTuv
3siRNU3/lcHc84DeADNzwWQamVRmqkxX1Q2hrlaRDHpvfv0+VJ+dqWRqxD0LNNAtVJeCjAhGfOY1
y1BtHg6FI/DZjAeGYnEEc72oZhJk/dmw0AXSxrbxAmTgNmke+56Ul/bK6t0EvZDoANKBUwXTRnNo
CTYLDKMuQsnWzon1K9KCZwMFz7jQD7FM5Oar3mDYD2qfHkVZPOrYCX28T2++DzB0tL3QEAGhgvLz
vI9/S1qcyjYkAc/urI3ix6DXwd0oB82mz5qvTqHhFFqEliuKNQ2mG6IDb3017rwMv43b+2afjIPG
Wwvlj2HUd6GhPfSSCiO1cKe8cWvAuFXt34leAQQ7aFBxspWzYXlDYP+F6AMoFryTUFBdomSqxJal
aLLMsxHLtpdrRub29bjWGHt3FDYNBUud4PVtJn57U4XVrWaS2hkzoHKfpRreMzEMjo/X8Ubab5bV
pecHFxTVbQMrzesJtexca/NWii7DgMmjmtq22Pi9L5+wwctyt0wz8yUTNdSGJMox6EuSBre/wsqK
zwEamRdcIoe9GJu7oM7j3RTI5f0kJPH3FfAvibKfitfsU1O9vjbHl+I/5r/6M0foOQrC5r+uf6z/
/jl4zb2X5uXqh22GAdt4aV+r8fm1xn7wv/7jb2Xo+f/8f/3Df3t9+y2fx+L1P//9Z95mzfzb8IbM
rlTSOd/+Ww1w/vX//GtPLyl/7Zwn0Zuw+r/tqpfs52v9svy7fyusSxh7/AODrlnoaXZ8ezun/5ZY
J8jX/zH3CEhwZGz93vC0WV414X/+u2T9A+0rJAwhI1kU7PCX+m+RdUm1/jEbnsNSIn/g31Tx/u80
8FiYVWbM4P8umH19kcw4XhIdAK9vexUgxiIybMSgNBFQwmMftf6uJPR4aHoB/LXj04urvju2Q9Nv
FQVTWGS0pvs2y7OtKseJ11d26QqjGDzyGMRs9FDeSaYeue2UpPelKZfuEEbt5yg1JU9k09dqaL+U
Y/TSi6H9jAmJvpcNEjpJgojw23L88zV/l3NfNOV4Lb5x7mAokubszrVkSva4jOXs8+GYFJN9h7ah
/KOgGIP8lbR/e1CZTCKoo/Csm9FIEpuvcdYWEso8Ak+gY77CMUMGixD29cdpRqYjtEKRj1PY7b7Z
5Zid4cWL/NDF0jazq2GnDL4cYpejBt8UX4TFprP95g95UvKL6LMcHJc56r3b5M50SGMA0i5iotm3
Fovmn8jvpCehxe19r9UWPp2yIe4GrQeZEU7iDlqB/lhVZZ67SY4NiNu0Yqjdsk5QF1YTB1elRhIW
B+xa2WNREnt7b05YCHToGM/CaovQpCrDdlTKajimhqM9J0FTTviFOVLr5npd/lKiEDGVLkn6Hcca
gKKh9/X7wYCor5aOq4A4Al02puI7Rppat3L8L3K8+en4nvgc0WzExADrnetVEXEknKRX1KNAl+Ul
S8IkgfcV4zFTjvp3KEXGuI0rLTiJoBjukw5Juo2u0lols8WWXSLl5WDtY38FlHJ9Y8zPZeHkxi6B
g0jgukyP6qh2zLiq+2MViR/N3Nbq7HXk61za+p8Kx9socBKoqMzxB2r9iyiu840ADns5HWUSi01V
9QQ6uDW5shF+isuyuSdkmF6VUJW24SSDI00TqdqlRZN+TpM8iDYmzjQmc9EJd5JHv/NQuENjOdWk
vdZMHdFnVkIOcSzxZKLz6WnK2CC/nNmXFFusbIN04sto5IhbDOEIILJWIv2TPtjpDyutfkQGXZlt
GCFJDwNztrTLKq/HvDt2Ac4L1autnoFjs/yLjRd7XLHJWnD0zv7l2ODohdxGKE936HqHVFOv5iIc
5CN3a/NNjUd9tsPOjIqH1aSNlEf1zqc1pteiMDfW1FqfzLBMkdTApcvx+s/ZRqtE8tfKiTZvzOul
Q8+e3QGbn8QTxtf1Y9V13cR94YzHrEB2WfIn9RiPZur5qtbepb08bSSp7++mvOu/TlOOn5wwrMOY
xOm3lSeZD67Fk8z0D8S1wBoDoFqEjwq+pCIrJBk7o5z+pJ8YAfx+jUUStY63NVHcTgS5wLYjl8cf
ZGiV6uY1ExgPRl5sY5NvyW3HwfQ+frLrMJ6WGlub0A6tKCCcIKEXJ26jJQ0GaH53seLspVCZJtsI
4w365ESSg7qS7S2od2/DIcY5axu/aZwvZTGk1q4CbMe7S6qW37gF5H1VHUNRoXGedbEnSifyQoBK
cqsXB03+Vjp/Usai0aZNSMBUNUaFkr2G6lmeI7OaDbVSylfOzD1axvbSYGAE15vypR608rs+JOEu
FVV2+Himb+5XSgMELghKkMIQdy5BbZKkGnFbBspllBHL7OpE2tZlitiYT1Q9dnSR5VT7UVh+7NZo
aP0QaZ+tJVHX6fY8/yz0LLim2AY84mXWNjlEQ3XWEjAOzrC36qzY9bpcby2VbyO07KfOsY52bYqD
BTsPGkjnHy07fkr5vW7uOwAXZK2bNr7ur4k4LRK8+dlILt5clFkOpKkWGSVtdKNVEz+5OJnSb+LG
tzeRPUA20OvI7cNIoyhAQ78IG+M5xop+g1yo8VgTR63lCMsj/+1J2As2gSTCoksCrR5kw5DKWnJR
UiXZGwHCfJAMFc/2njqD/mVqFOLBSHUafjjTrK3R8tRajr5I+ahVtZoq5OQC66JytaKWt4Os4due
ZuUXv0RROMogWSGEgqis1CPApGU7GzPmtQ17czagD8pGRVmLmBkFncWhNcSKPmSDFF6sooLzRLDu
FUPWHPxWyy+ZyHIvCIHMZ5KfbbL2e24032vahUNlNl/6erLOAqro0ZyGadeHyVoB4vZ7muVL591M
14F7+W0//ZYwthLlKt8S0UUL2tAbfKu69Np0MAYzeFBEz91Tye2TEI3zADoQyAAO1Sun57wlfz/W
VR4B+ht1EIvkgoTg+oKxo0yEWt6ju6/79OsN+VkPxnxLSu/f1Y2iuHnrh092aRXnjw+T95YGxAsF
n1mPi1zoemDkAIwgnXwGLo16p7VsjzCNow32POGOukyyshfU5QX29qbIdROGoMELyOZ6wDERaaNX
QlwMJwF14Yv+rjR9ww3K1LyLmnJ0i7pSt2mbBO5MPtxUkx3tezmb3FYqpftB7n+UQrS7sSqzrdH1
2Uan2OrJIte9vvDHH3WYmp4xNF/NqlB2gakFKwpb784ZUSxlq9n59yaQi+AeV1EbXdS2jbZSrE1e
lIhvAl9eV0l1ffPxEi2zxLcZM1ECp0Y2X7OLGbMH2W+lKRGXMrQ+Qy3p9kVqh/Ddwj9z4TzmjraG
Pby9XZHtlGWEzsnfHBi0i8TUiKMpCWV0x4VRUbnw1W/yXBrqIW2A4EYWIrIaRH3zZ8d+coz8Keqj
5jFv2n1FVXGrurXEzH88C7eTDjmUVEUG+jbTROc//+0jzQKrC6WcM0SpB3uj59ZXVe0uUxMq3uTn
ax48i+oOdwgzYNNmgHhKFkWMcT0cuvVx045NdMmkyUg2FaI/iEcZgSq71TBVf+mZcqYevZukGQGa
qDBjI4qK9Uauw2nfRRKdHNU4dMFofKFhm7ww3caaMtDbU1wfG7PwPSzLWa4QYeVF0EU+kJZRPwnQ
5al26gZl+tJ0fXgXOgm9iIxqe+rqSZ5obku3UJDuRfE2t/jWPMUU2qfe6NonxUmSnzaNFapxCiZD
cW22uqfWmXbMABs+BqY0XrLEUL99vKJvctuLp4dqYLOYlFvo5yyW1LL9nBQkCy5JNk6uX9rlNqFR
ccicSd1EraJ5ZBjqJm0j1QvieO+PvfYw1uP4zfQV5zD2qo5iS3yoyoHuYCtCT1YaWBK0bczQslzV
jvt7db7YBqnZ1LUybSLOU2fwfU+vTMfNO0PfkJG/Un6W7o3q2caR+BOqxIWn6/HglQnOp1nWHMcq
poEbD8WhL1N7V2ZmshkbR71T8VXc2y2J0crcsL2WU0MRGCkF9JjRDJwjzd92OwamcmANk3Qei6B1
1bQuvMyYohWoztu1cjMM25t2OBUDMq7rYZygVnJlSINLbZWjpxuFdadmOeZx3EVeBa/JLeKy2daS
Mn1CaEpDPTRqTxBcP4d+Nh3hKub3iZMAu9aLF9VKv7QxxtHcs5/Ncfju92m4nYJ0K9dlvy/Vxt/7
KjUnvWNJcMYrVy7Rm/AbTCHyY6TwWKBa9Huu38aW27FiR0lnrcaucKrU5OxM4T8rqv9r1e6dcIFz
aK7eozJAe215OPpSQfFLNtNzFPFh+Z1FVBsMJO1adtLrBhJDaO1QJis8O5WPRmWkK/ePcnsj8AS8
IM5OYDMIca9fVG5AVw6jkZ5xnfgcFXua85I/utafQsdosLG2tRU/KNPWgaVcjcOjVjr7fmiPRfgr
UKPNIJyVAsoC1DkflzwRrUZUyma3mWU6NpVYotIzSs9T0GgHjX6zq4yRupuEDjwFm9wH6Ljy564s
Uw6dOttnjTltZB/rP9luxq02xJ3X55P4S6KhdT+mEk5HgYEUJ0AoAq7Y/pf3ynyZkL1AnwHYvDw5
wTLopRLr6bkDq7kde5ysIwcc2cef8U2WxLRQYaYcxzDoN8xh32+fcSIj+4IjbXq2w67ex20fbBJF
qz1/bO2VoW7vR0z35vAavoPGfy72RNhFppz3jjhPURp46gguO/ARi48sVWxiTV5b8Xde7X/GA6y9
uCBVXYiqM6P4LBL7LrI7zgCteahj5xDqyrbQwmNmF/eJVmxAw7iRdCi7bN9ro2t35X0w7D6e6Pnt
rg8y6vvzLUKVH4O1Jd87SJsGjcoqORcxJtCFQbFLF3hL5l14UM2YGDGyG5cw39gIaVjN894bnl45
Hcy5iEg6fL3ORoXLcGkM4hzp+rQ3rar65I+ldbS0/j5Eog9dQFU79rrUAv9QWuCkY/+UZlLwmHU1
4DcJY+n7Ma6UQyBTmsh8JOKlYgyOTiOix0bxP388XbfpBgpLiFOgXAIZj1bG9fPmhelrGrW9cz3B
kWUFwX13wvAy9N82QZJNu9qSTrmdr/GY3zk8qV1QuZnlgSgeaPMZ/tsXYSVZz/5AkYK64rjrEVnr
bH360nXqX7IdTH80CqbZWiVrG+FEPjYLRroSTt9uXJ5g3ik4ItO/W0YdajnAreim8OzU9XNWVOoZ
giVSQlmWrczyTb0b9RkuVrI63namayy+yVGIvizanKGG/CAsdCEkO9aOrZTXD1ZaPxVIcjyFXesV
KEcigegFFWg++ghP7Yh04L+85oqMEgKZhELu9QZ8+W3m1d4yp1Ybo7OG9ypM+Lh+ss3YuKj29C2q
6kNlZuknOU3ECmllXtHFp6lgSDwj3wnxwMBfrziCCWVpqbU4K75h7CUTSoWjdo738dvdHn+s5lxe
oCwGUOgto/nt7cCV+lOsZeFZVEN354ig31B+LLaTqX+qlXHFbOGdPcTJrtO/pwxLhWn+899G00sz
7uHgiLNUOp+TrIp340RZlUJCf/fxe91e9aTJNm1zIIsI4yxbE5Va9kONBNa565W/8gbCtOKr1Vck
gX8mYyP/BZRpzZTjvZdjUPQ8FTSNEOu4frm8jFK1F8iqKEKTHk2t/hqguntITPn143d7Z80o9NNn
Rc+CBGZJZwrzoZtq7uZTGandrkga82BGUC/UvngYQUatfADvZEtzzZy9QYgyAxEWn6NSJD61JlU5
TWFmHQ1VqXZ2GE1PNL0oeBgRREzRHcLYmh5p3tn3JS2sb05beFVUWndV6KuHKjAmWiyVFfxsm2bY
t8XwSwuH+BmwSL1JpzhaAeO8s/4cVfMmI4RwWJXrxVBDJG9N6HOnqrJ0r+gKcZFy/bGxCDazSqoh
WaBX+fG6vDtRoBvonVOzpH66+GRHPyqypi3VkxFne+Ap9039OW5/aZL6SkB1aEI0oEff1dMUe2On
cUWAfmN+r/v7Okvd2Oi+2JPkcMaYG91XDqJvV86U21nhMKEiMoOGLEjri1lJfQSYUN4Kzmoun9vW
ea57WXsqVftRl6v0uc/KcCW8uj3F5jyVz2FOLqjoLvZOUdQY0ZZ+cKaQJtzcyWyk1ZV2//HM35au
kUf4bZhl2SEj4u9z0wrOZrlTq8aLneS+Mxyxob34zUymb5Pd7NNAeqz04U/8Qda6OKsPsJhZY4wC
Leqc4Mzu2Ek9mCAjcmSXpHDXFuquc+KjlDjfUv/eh8WZOtOaK8btoUBYwm5HJoKzixrM9Ybv/TLW
Oy3n9Ck1RLLQnEzH9pcS4P6d1n98PN1vxcbru2ku9LzZA9C0uenrJY0mokiVg7NWimdZIQhLCsTM
xyxVIXVo+U4fRfWLzCV4mIvR3xW5tB8a3cwOes1RHOM6iLig7jzWYyD/Ek1h4pWUSKZwC7t8LWqf
Gns7lV+pL/Q1woXBXrJiJAx1fUgfJCcMY89HFNJD1lBso0BFoW5IxqOwQ2enGmP8pNpJsfO71PxT
k8pk0xSj/w0RM//RZpFWjpr31p4vCm8I+osoli/DFV8rWycuoujcgni6N9PpFaxaee+r0k7r1Pbe
sDoK8FNEZcsK8i39bOVLoRUrFeLb2JQmK2k1KTYWN/iXXm+ARtYp+FZKeDbYhkiWx7+cqYz2XdXH
j2Q5pac07V9p0si/Pt4M74xLAAEkyJotLLn6rsdVEcYMsroLzgHWsK4g0L/kLYYQ/qieZYK4uwHx
70MmGmtFzPmdait9PMqN5G2EFLR2r0fOJYDDJT2Fs6zSuwO4+KvxU+GlmpoUmzKA/VMkvX/vFNJX
eWicy6iO6h60NTiJJgy3Rh0BDyr0k7Cty8dz8k4ES12R85VSKJK2iE9dP1okIblMjcg5CUd9KaiF
bIo/VNABwOSxk46H+JPZxI+tSbbZq+l9a8WvNfKtxzEO1njB75zAc8WFUicOZYDA5/X7LebKIapX
Jh62GCHGw4uT08eVrSle2QW3wQ+NQ64Wgh9q38qyFwT2jKIv3lWnNG9PXRIOj7Vwqn3fVWa0cqW8
c4nhVUm2SgmXg26Js1WzSYtMtfdPKeW2bex0YheUQeaWltl5pZZ3m6RQ1zQQ36kd8YEze7OrHH4S
yxXNSjUyK1hfsPERA3T1Sjc2dY5SX65H3wH7Wm7ameE+aUeOX5Gpvgdl9qJNdnhAiahED7WynE3d
FNK9IlsYPxW2/Ktu9a8rO28+5xdHM8g9ajN8iejuyYsLd+qlspvk1D4FvZkecrU0gSJPYtNUavsH
B8hLpmjF49CM8j1PZd/ZJZbRog1/rjzHPM71c8yOFzrNEGJHWgHzffXbtnNiKENN6RfndsqKP0yU
Xu5IIAWhWNV7Iw1ezyRZO6im/0XSx37bEcd73ThsCmnIvLQYt+ogjMdeQlq2mZJoNxRYsmXjID0k
Sbgm4DU/zdXTUn0gWgSSimazjSDp9dMqBlXznMPkLJdDu5GHisp/I7440+Rshsn5l7cwwyGlzzlN
MEZgvZicmFQByKsWkEK3AhTjlO4GyS49u8qSnRlmtcelm6yclzcHwTwoyGkOAWgG1jJCqNjCFnqQ
wbmnErOhNp3gPpKOK9fQW29+MZXzVzkXCtDZx//leirJW1HckwvnFNdiT5mEsnbmoofgtu2dEyFJ
EGheGuz79jXpHnLpbojlU9d9UfOcPkvxIA2xF6D9M0T9Pi/Fzii+YB7r6lHHv/WVh73BTRG68E0T
9XJ4mUCUFgWdKsPHrExz6dTQONhaaYcAeSX2cx70GRhdfEiiVvLGynm2xtq471I0l7PEp3clD3JG
qV+2DhGY9buVr+fmjMOHiOVitciXURBfPBcZedwP4xicW7rpu6Dyo0NAknQHjQCtZjM+6AXdYFKG
4MmWhdjj2tJ7eh+2+wYYVeA2tt0i3cukNWP0GtCNvIAGm/YfP+bNV6Nzv82CExRq54LNvON++8b1
oKgaJVTU55HW/C7N/gyQRdWmDOR2n3ofj3V7pc4sb4ZhsYjmKRAtBounmGiRPK6QbPNU5frJigb8
Q0VH2BgU1n1o1urDHO/quS0eUMKQ4THLf2pthAI2/cbdxw90m+0hlMlFh1WUooKYXUIA7Kl1CEFU
59zqtbMf2npCm0AOKFICHnpukd04Vp3zHUN3dd/bcPutvFQlD5ola1gO6R6pVx812bL+bAMJ+lmU
EtVgyFpVudXawHdHx/4FaBkp94+f/GbZeHBKiPRgiOKVmzRVj/EvU2RfP09hv52GyNpIan6hQcd1
QQPoXx8M5CYNOYKQecDrZQOPBZOqMvRzGsfjo2lk2cbP6DY2OGYcEHZQV8a7OeV4OYovOn5lfKXs
levxmowNmPYtL4cDnVuoiHxZnbx2yr07CrsQM3N2IrC961HS1CxKuzL1M/Jpw6YrSgA4jlauFBTe
qlRXZyknABVArlEZQ0cqS9fDAJcWyDIO1jlV1O5Rlpr2Sx4HvdfWvfFsa5k8C1GRYQhrQiqfMvtW
Ee1keJaa2yH+6pXxovsggTZ1qMTPORFK4E7h6P+ymtH6Zo+1/6lvK/Tdgkw2G3eOWjdJSA2HVE7u
M7cbKnurWnnwZMVp/AXQN0CfaKjrykWOrt5lfgZLRB7zGONbx0jvBF6/biDx8wYkZ/HihN2hkCnj
bhy/gsw7BWpYuKWJKPdGdInq0SDxuQCBYMZ4u1m5IjXbIh6Una8nYN+LIBoCt7MSKE1cW8HKN3zz
JXBTQfADEUhajtnqIjYma5nCtnDksx5l0bYGB4yyXq3zVEnsaTQaVjbnG1f6akHB1WNJNsMvCZZR
pL1e0CY14q5J8LNVOvnetr4rnfajae3HKEyAKVduIO5L+0cejs99ErsKOO9SJAcNsRnf2VAw3apa
c1AxMZIsyCa/Ev2VpjC9YpW+cOQWZbJr6CpHvuQl6kWjR4FQwUNBIymjaJdKX+xubNDvVy4oPO5y
JdvKieQ1/Up//CYZmN9y1moBqk7hcMnPaAnee7kvMJ0cOzJ9taofh6BM/oqm7vPHp8u7I0GV+Lsx
Qmv3ej77QAs7O9SnUyes8Q+a3A9s6uxuappk+/FIt9kmL0VBeXaxgiJxQ48CEaj4plNOp9wYnqNa
/1knycU2AQLmXX2Iulxz9bH5FVVYIxq1m4jk3HMpx2HvFTYFfLlc2Uy3WJv5ibgUiSMRXiIlun75
WFUjeZQxQg1rq9nErarf5WoXulaj+4ELXK7YVupg7tNEsR9Fl9KrMe/rFNaCNkiZZylUSzqzsJ8s
rVC9vE+qlYb7zSk5a0dChCS05hk5l68fMJdJ/qzcUk7S5Ig7wy6JAOP6vLIw82tef1Og8PiQWRn6
JNAer0fpeqeBhKFiYUzet1PUvo+5OhPjricWdZvQt7+3uXPWckc9mEk0bPxJBiMHQWVvRiFM1KZo
rWMX+n/14YyIiqKQpYyV2O0kPV3ZRm8IlMXT0jmEAcWVCB7ZXoQxsdALRQ+l9mSZ3IKdI6K9pUfG
LkXYsCTzqJN7x5DGY4QDh1votbwng0eIPkO12g+06pwgDbVPtcrklAJLpwwZ4hlVhe2HUrXjJizQ
0JiUNt10NNhdnA+DfddakuVqQcYr5TplMzlBfVfP072jTTsnS+ufsVrj+AwUxL8rDT/wsmZs9pmT
ZPRde+hAoxXtKCOod+zzfhs2ovKGUY3uaT6+pmPU7rtCaz5FY2/vsBu82KPisBELJfrRD7Jzaoo8
39HQH7Z+Zzxxaz/WmnD2rYQk+8fb4Y2wvJhgSCnoN7wln0Ro19uhiKtIjrVmOJm5ys3mGE1wCfAv
7QN/Avhfyh52JV9rRfhPdN+tU6TreKnKZnSuptI+aQVZZ5ta0b4Mh3o/Ybvy0LQhlI46GJ4K8CUP
ox9br1iYaB4Ff9nFxrc+OFRfVzb2TQaNEc0c/PMPyB/KHdcv0plDbIxh2OOS0yvbEC8Yj+3b7atM
kV/ZXT/LJkJ7shm7ZhcPlbKGVJi/m+VEgspH/BUvu1kN9nr8tKTHUeNHelKFsL4qUg3u2Rrs+6En
IiUAGfeKiMovrRHUP2qJLKVFoqtW/N4NWnvNjPattb54GohZQK5QQJ+Bt4vDbgw0tWuLxjrB4hN3
slmCc7Unw3o0h/F5slu54+kadNdEp1FqF/VLCs30p9Im4zMNh/qz1vmmmxIcHkUlO5cyLvOHUcus
J6lO09lALd7BEEtdu5BTSOmm2DWT6LbmEJDaOCN81KIO6aqnemXcqVFj/hgxtPmUFUXhrOzhm7Bk
RmuCQic6p5Z20/rNtYCSZ2W3Jw1ZRiSManECcyP2IICVTVX21Upl4DYNduYeM2VI0NTgbpbeGz0A
+wJLCPukoDq5s4ps+kECERwjp8A6Ja5kT1RKu2P3d3t9mEpku/Xurza08hdQeNWWE1XdqDg0rUzE
zQVCAYEGOH1pcEC3mcrYaULP8M86FeglwkHMzbtC7dc0VOZr6Gpr0TWZk216xaQp+hLTpCmZkNVo
ck6O2hy7XJW+Nmp/D5dR+fPjs+n9gcgUKSCCpFg2UkUaGkkX4mSKXnx2RIQy31h+WO+LWhUrqflt
djq7+VB9odv+ViSfp/a33By/GG201cQ+Sd2Y/pVlQruQg8rfzQpTGkdM4WMyRt80CbXGocznADF1
PgXyaLgoytQ/JEkSIHML8zCmY8rVIolvZi51B4jnQedqlBRhAhnO68czdHOXvxGEaW2rDhufA/D6
qcc2sTEHbewT/hbICcpK7ZoRHmYgcLv+MbZH5ygZ2fhlKuM1q6CbkgtDz5DtmVkFuXipJdflRkii
h0Gu3U5iK/fP1mDJXo+wXNWYoRuP/lr16b2XtfjU5yKPbfK21y9bGUGkxbFkn/g6Y2/qJNPriix4
YlnxVISdFz7a9JYa1wyHtQrTbWrJ61JDh+0PykbmKa4HHyrhhHFe26cmGpVPcoYimxaiITFVdn6M
u1bZRbXv7Ea7Qms8sO3JMxIl32RaHeBMUxI2BGX32BsVrbpylH/AHoImE5kT+i1Tm5JBliFTN8GI
bONGfpwM/MMMEXaYoXJrhf6IrYhBzrqdIHIemia03hgJwZZN0EA3GpNdV1fjScKZM6CYgz+UkJoO
fyMc7LtU0t0CV4TJBSUZHSo5iu7DCfESY4I9rNv+nZ+VxZ0IuuYoMDDb5GWvay4FjmiT2sO4MVtZ
+/zx5lVuFxRO/IwUIuuHj7I0icQoTomSNsZeUNIMjIo6uIx4QB2jdMJtymjUeNMwtQ/E9F/KJlE2
ojEjD52b7o5Y8VPUqGIbwsODx9qCE/DTvj5avh5tZUVdAyvcnkU8KxgFsI8U1pSlbpTSma1URwnd
L1R7Xnw722oTnO5gip4/npXby4wmBJJAs58MIe9STGeYogLcT6OdlOlMsApItbesQ6MWn0dTWQmZ
bu8LBpiBo9yZgNWWB6yVD3moJQZWkn3YPSl1Y2zSbpC8f/mNuJxZJErpQHCWQB9zUHW6CJJ2KkeV
+KtrcShMwz9DHUMDywd58PFw77wUWHZa+xzlIHCWWsKlkrYYJdGnnKSePqfV+rTU/L5dWadbiCFF
Wt4LDTEMEEGHLOLNMa/61iQ/OMlB8MNoQwD0o48sfy03wpXN4iEaB7GbhqTaIs+hX9Qw/vTxm77F
Gdc3MT29GSZCBA+uaemZmwzN1CvlpJ2aKY63Wpr0hymL7HNj+BfgFON3GHlcCUaVJ1+Vwiw3JlX7
wYH53YpRO1Zq+EdkjP0RBkP7UI79sJMa2d5rSLnvnMKvz4GSB2446d2dn/QU7rr6YUx0twkqeNq1
WmzsLn0QMdScBMB2vrXA0bgVDGavCqLwXmRKvhZ7zQft4p3RW6EPwT1NtrxMkqtwLCvHafVTlLbI
6lvW8JjkhFhanKinwLLLPyrJOVOR4sSjUwCsQbG67x9P/E2qQTQAf49QiyQaduqinGmEKAdVqaad
bMhJd61h4JINvfIhT+3WQ1/upTGabAda+WSWo7YSqrxzEmETNvfdyOMBriyuwVxRRdRbhXZKQuNR
7Ro1cfMMh2m9ApL88Xu+8ymReTsmGC36X4A5ry89xYpGLO1z+5T3Y/Rn4GQ/yi6UV3bxex8Sy0gc
OYsVsYnnE/G30EsyC1mS8EQ4IR0NwSbpJRCO3H6ziCItpFo8WlKXI0GVWXsj9V/LGN7Oxy/6zk1E
UQg+BXpUhJrGIneLhaTZrZY6J3wEHlV9fFLHNL2YVK03Y5mnj47gSkxxVf142HfmFxLDXO8hnp4F
Yq7ffGrqSKfa6JzyNFZ2hRMo26DAwvT/YxS8Mzjr2axghK9HSZW0C6vWd04SxNNzEsmPmjIkl48H
eScngh7G9z3T8+d+yWIKjTZw6nYw7VORaGe6hJidQuC518KieCxMvXzWcn086lb3VQSDfDHC1Nj5
tVXvEj3r72IraO5bo1m54G4/VJWS6uwzg02bZS3huqUy0jMCl4Wj3fhD6urmQZTQB30n78RGyA1C
YGYPPVxwBN1Lvm6v3EW3+4rb1WF4Dfo887/Y2pUtB0qskFXoeELe91mfe3WDs6UWX8oaWe4s8yha
rkGbbkNzOAIEVnO/BZGE5c2UhJFsj6Vinawp/5bEHXAz9CzyXjzTun3RpK5bOZIWql/wcqjSkwvT
eEWtjr7AYvHjLlaCupKmE7FZux8rI9oXzoQk1ehXR8UMdpZdKQ+6iHIPrkK6tfF68XpwDBsa92um
WbfYkxmYQKQORWVWYF1mRbJU9CSo/4ez89iNG2nX8BURYA5bdlQrULJkOWwI22OTxZzT1f8PdTZu
UhDhA8xgFp6Zalb8whu4ntsiMw5yxCOFyXuUfo/prNzW2Vh4TWYr/8lOgOUv4JJxivfOMAA1gkCu
veoyEjuqP6WHUpfDx0LTKCVpvOv/fDBVyOr8PgIVLr4lwTcSaSWXKjGlogvz0XSy+6Rtw40j8FbA
u34wVQJJLvD50QL/vFgbQMdtpNAt84I8xb81DPFniUQzHNOxuQ3jNNsbzTQeslZWj47WPtcTpkyF
7jt/Nm6Id7YlzyVW0WzMORzUru8hX0JzTy0kxetHJb4Joim/KXSDBIgSUoRUvVTo3/1wRPg3a+NT
Ulvjo9DKmxb64Lc6KOx7p0DIhpyvIq0ZcUK+CdQ0vTjtVla9vjUILdDPp7ADFH6tEUvDt5YixfQm
VZp+BzX6SXmn4Giju6NmncMh+pwo9fQ9R/pqY0u8FU+uV4uxZ+lgZD1oOC+RNVI7aVHvDKaHdYNL
TeSuKbXCjR0UtaTLNP2q0v/KbviVR7YLQO0mM9uLTUHCzSbiPOgsGNQM0b3V1G5n30YmogI4/tQG
2pHOv0lhzoeevYvYAhBaNLiom1yvZxjmYAODUH8Ibf1P1oniIU2CYu/oXXjz8dZZ50Rz9gADfg53
4F0u4hA5iGopLXqE5BUUBUs8Do59YuWHGsDFYU7cN8KBdfOKsVC2AntDlOnAHLj+NENuaIg0ifZQ
9b5NmT/VT1Ii4PSKxPylZo5xMcssdPs53jfi2UXCDw+URPSXxAwlLMkj61h1pdjlkbkVNKxEx6j1
QBSnFsEGmSFDc4D4d7zE7Z6PWmN6gf8AKKCosIIfw1+h/lVKlb1Ad6mLzdsuy+6wNx926PG4sfqz
MaYnM6hva+ls2kgevUiQjqVicB35oVLvhf1kdiBuw4REXNtXTr+bVaAGULhDfW7yUydZW5v9nciP
LyGKxlxXJWRYiqmS3E+ZyV8U2MLXsJrdCKYKt7aoLZ4C3473NVodX1tTqXcIUxWnupA2GDbrO4lM
ApksGgZvueJiZyECpjpBZKqe2QvlrkikJ4zjD22v3ytdCdpP9J8/3spvucHygLOrAD4D9kNfYBES
BEpjVuEQkA0b6UU3qkNHoyLE/CWu60PcfrJB++sSkHRZHKcx27Uh0Egzv0nL/DWQzV05fRrsYicb
l9C/y3XfjaTCG4dDE4c7u1HPiYYdEb7tWfPp41/+zkPCXMGb4hpRwUoufbZKObeyMNZUj7R6eAgR
Tv0UdEOEZ0+t7HjLeOCtLjgYuiSf6lo3Dr5Qxb6eAKJ//Ev0dy5oCjwcAw4oue/ySRtUkeEXl+rI
yU3gDvTbCFPEIlUfY9EfnPiTEj2lbbS3pfBconzJIQIpMB4kozxQM3p0wqMaSo9d8TpIF5CTRvUa
SafKQLLO/iXkBwNZveIRU5MXMyjPpZOde0t9FdmNKUv8K4FnRfWh9x/8Dmk1tKLdIAQI0cS/fNU4
ler0BKf+Ocmw8DAa+iCTZL1mrXM/KweQumxx+N90gBc7ijz4TdOFCgtk4+v7wMznZLXoZK9CnEmX
uPYn3zXjL9LQ71pCH2E9jtELBb+aZiPWFZrAtOouHP5M2pcBI6mg86imDX14LAJY8zCp80y+aW3t
OxJ9pmtlyRN6Dt6E/VjzOUdbSDbOHy/oO8kD4hIwI0gxudq0pV0jujGIylXt5OmhMd2FkorkAdni
Y1r46VFManKK6ry/b3M/OslS5QNGj9PRhU/d7iVDTm6tLmlvwqCzt8gK6xQNAAORJDctEmDmUmK/
72JtLEAEe0MjLhF2ga4we+Os2IntTniOUNxNm+8EouORIK771WSTOBpTJLuOk7/kfjp87ap64xJ5
7+Kk6Qu3FhQDjYu3A/LXE9APqq9HCZQ2YiHlUuvqN8LbEE3d3Hnq0lCcTBPPH61SwahRab5Yobal
sji/MotdB9cUHSGYyEyNuXj9O8mJjFwD3xFo8VlBJgCMAIyt2ykMtwKNNe1/LrNQ1COnQU15xRgx
fCN3usYfvdoeuwtyW3eTXiYXA9rafRAjkFf20GSwlQ6/BYBpG1BAKRu2C6dbXuF0n0UJr2Khifbe
6VTlhyMF1lmtAvNJHifrXhO+vPGurNvqlBLY0mCXuOZVtPyuD2WrxMIuS2fwWjm9QKsYPNHQ+HZD
WaUeKAw34YZ2zcHSn2p5DG9lQePcdzCxb7o4uKCPKFzVDseHukoHT0kj+6E3rENbWM0d1kTlgQzq
FAQ1+gVZGT+2jfQzMBFm2bhq34u8ULtAtAl8gA1g5Poz0nbSwa+12kNUpXtEEvw9MB6vm7R25xT6
xmDrs0bURZ5MHwvIk7UMbIDu2aFRltrDILXKrpQ0a1/W1e+P75r1voX1Q7uYO4Wshwft+oviaIwK
oKiJ5+th5pV2/WkUjnE/xcU/5/7zQLRIqWsh9S8v6nQw3/1OV+vEswIpOztl91+VOJeoF9GuV+K7
jNjfreL0n2WcgKsbNAMhrwCVZfddf1+X+7ETyWnuCcsJXrXJ+KaO4YtexIBZHLs9x2HuHz+e0vW6
zUPCA9BmG5cVl86HlW2lU5N7UmCbd8j+qHeNsQWOWkdqMwKQ/JVsA76opV5/l9xrXYrKB7EO0I9D
1Iw2Ndc8OlhmqrqDqg6ulHTxxjFeBxqz8j4KOdDVSAaXgEfLzgIfJfHCy0ajP/EES5/qQm8fqsj+
4VT6He1xhRq0Nt7lPiWOjfOw5gawln8PP/+8v655YUXSFMV14U1y5Xbpk5/cS6Cy+g5fwh7LK9l4
8dPurAN3z9ufud1RTEM7qMqeS/xeC+NzSeweN6epvOuwx6Ks/t0uqkcHpexdq3wKnS29xvd2AvkW
am407SFQzX/+1w925Cwr7FGUFIxRkG58Rz3YTr5lAvfeVqDjQv7DE8jlujhZsgxF2gjlAhmcOLhJ
RMjkxNnraKeZO0Zt9WhN+lYc8M6YSBfBHuc6t/m4xVKo5WjWk2mk3tzeN0G/6kb9yZDSvdDGQ1T6
uwpt57b7ibjEQ1Q8p479Ke+kHY/3BZH/R10LT1m/dSbWtzO4hBltxNYEyLes7A5TPrZFrGRelPdf
GtPKqYjI5s2kp6hqlMVmWryeBBB43M6EQ/RguNiul7dQq1Lwza2XdHr2JU6S4FiV9vQqRhXIlSrg
pid61D/EterfNLrzKeNAf85ESTRkoTNY+WDMXMcMtE9pk4mbqLCmH6ljhC8fX0jvpCozgJ6Ll/gI
8SRzcVnkwgAIVhVInBO8nGtL9e+aXjPrnW7GXwenefSz+ljllPhcRTKzz+WE5XlOvrHxBqwXiMSW
l5OIFkwatcjrCYtsJeiTGvSiXKFOqkm9dGxrpzzlhUG3UMm3lNrW9WbGI+iYr0p61MvGFIjDMsqh
ZHmiwyJeTcviYDR2dJ9W+rGxB+Uu79EVaMUQ7TdmfI5nrsNBMCg0RMHgzR0UfXEmVWvSJLuzWi8W
snEQWa2eutGQLn4NwyNteukpDAYoQ0WDRBqU3m+CPwUjIQxvAhq/71NnSy7nnd1KfggQClAUm2Dp
nxLjpSinNG28tFHNM5GsfzGMMtvTpcu/AbZ1Dl0yfPt4HtYXIG8FmJi58GwgmbV4fZsx6MtcDB2F
cFJSW4ktrHrQPPt4lHUMA1LpjSSC3Cn9x/nP/7pmoxJvjyqpSg+xjBr8YFqfbKWQn6bQERv91vc+
aOYPwc4FIMAaXw81e9uMtu0X3iCIG3wwLdSEqmnjnX1rSVxvn5n6C7yCy5V5WypYwQclnclk/yGq
6UKbY5LdEEDdZalh7lRcaQ5FbvwsRn247dCR++00UNo1iww7qeLs0NJFOEhJWu9MY/oxEBkde9UX
LhR6DS2BBJXqwkwPo9Tpv/51JdhXpCUQhsF+UjO8np7KbKwRAIX/gH09dZoY3l5uZvWpryjffjzU
O0kfQcgcUMqsPVf+YinqFElf4DClB9XjR0OW90lUnX/o4wAHcmE7bsLNfdZkiea9Pc1ajE29sfHm
If5eJg3LPEIvk6rdbHS0/NxmaK0qM5rmgXqndOxtERyEM9qvnZ2Icx/n4twZde11oXaXdxgjbk3B
8khrKDnNNwwix5wtfYnCEqOwRGH31kOL5vNtb6vljSiD4+DPUm9ydMgiTnWo6RO5efxNtKZ/I3XQ
/xryjU+F1OEzlJThcQzVr4Of9edcKO3h42Va/USmhsSPcjjbmEd5PlB/nU0nCOCMjLp47Jzyv7Dv
DWoudnUjG3HuaRWAWU1k7dePx1z132arMgqpxKgEnPxjMWiQocUOpzx6TDU9eO4DB36REaEgk9Dy
tAe418iphmdJU5vdUEvZHRLq6S42p8KAB1VsJQTLZ+/t52C6+X/RCdnW9Ry0QAmA5NnisZecn5Ha
fE0144TnLPZcZd5t7Mn526725Pztfw22OILkzIJyvSUe9VbYtz463CAF0Mr9eIrXnwRxcW7lEtwS
lK9eVqUL1HHoxKPaOOmLnfjkIKzyrsKW56yQUW5s9eUVT5lDAbhIGMNJQ5lnccWr1HOEn/FVfWD8
nAw9vjHiptiFo7T1TL470ty/IUXl5Vre8Lkukb+1g3jEPMQ23AztLjcZOm1ySR6j3cfTuLro376L
qBdU7/ykyIvv6mOYnFzxsAeUZldo0VGz5+6VQEKwH4ZpN/ntpyIGdUQ5HCaOdTCC8Syn07FI4/tx
GuFXUBTH6mhHYOMiq3IMtOAONZmLCOKNoH8ZTc2/dSac6zMgj/d88VuR0bP8yHTEY1iMKgSQzP40
NWp2KDp0KHJZ9Pt8NPyDXgxbeed7a0Kjy0DKkWyWPuD1Acpiu6pwshOPIjV0V2kj7VYkvu8Gsp79
I+lo/kg6w/N3gkThib8eSprM0agEMlyhsFL8awdzJzl9v7Hu60M6n1IgeWwzosRlW9MPY6mJuiB6
LOA10iyICcNgEh4/3l3vHVKeBtIzthYCJvOf/3X3mogcQlHsxaPv+A9J4HdeRU32Ukr98CDQUbv5
/ww383RRusDYZfEgA9zB9KTgjELzQIjU/EOIWR4cyf6pJupw+Hiw9bvCDFIfp09mgJZd1j+QW1WL
aJC55obOcIco/F3KJVJdbdSfktR+jNT618cjrjehhtQCE/lWYQb1ej2b3aQWYav3tMF1E1xxMlRH
pD9bt9PKfuN2XVU6CNBw7dEpdnDBzjDr67HizoBQlakGkA3tqNb+caAKuh/sGjpy31ykvpH2dmj/
NPJnNVDPg7hP9Md8+Bymj3UF5FC/KGCY1ZByaDIdhTSou8rKPuO64GM31BztRENJKt/42as8k59N
fY9a5SzTB8Bn3vZ/bbi+EObgkF56MUY5bpRq/R6dcmLXMLL3cWkUXyIUA12zacwHRe66S6eg8hJZ
TrOx899ZK5IcaLmkHgahwGKtjKqpzChGnBt3NeV2bs2fB0nAaQW8vfHR8zddv7fW7CAATIHLiTRk
0W5Cxt8onVQavCwMUGxCNfA4yFX25ePNtz7K16MsPigPisKs/GCkjGmDTddUDBxs5RRrNLX8YMsu
/K1juPyo2YYNajqGgaDSrxdSkRDesat69IJMOUq1/1LYqr+La0iFIZ4Al7L/JkXBXavcZdGj2V+i
8pOIXsfIM/w7dfgV2J4RPaqzyeq4a8tuV5iPwOS8pPhRxz/r6pL2/wVNgNcwAjxHVf3Pnn5OLVL2
eAxgvG7bbut/65EXH52LY6Pn0iD+/bUpHoPhTjg/e0fDpKCCcX3Gum/nKM+a8SRNL7J8ILOV+qfG
QS8sOhnlH6e76ZVXZPM7ypGYb7hW+EdydrmRul10NmedoZ9Z8KWXYjeLftFPj0MoLPUPS/zOsj8p
DHnb1wkzLmN9UdQvhfNgtyCg1H2GlLAEfttKbvA92Yh2VrnN7JEJ0BQVY+rylA+W828bYgjJpUAP
trQoW0d5RYbf+NU4Q3BbqmGAPHyq3ECX0O9yYH0uurvWlqPLW5i82AWkFTNakMgdhe/5lP11nNN4
sCFz+b3XVJhVCvkSFefRaH5gIUGhKEx+0wRM9lNi/FJwYZSVH9FIpS9zW4A4JVZ62qUT011Sf7WH
/yblt6OcExs+h/TQ6j8kkBW4xd7H+e3QHKPc+qLn6pOR/rAGuscoY+wo223cCusABogwuSnNDp7c
FdXXkMPQ6s1E81QB/1oLXyQqpzsBSeeoZ0Z2i2a/qzmlsTHsqp2rvbXpwIPO5nCAHBYhuVJmSJwZ
w+i1OosUWXV5GibELxPDb056BCIP7eFO+So0/9SkWfIct5pxL/KkeIzzTr9v2tbfmUBj//nBpiyD
XSB6o2CaV8DIPI6NMMF01qsRpM0Rrz7qXWbvqJm55QxE+/gKW1+UmLxwl1D205wZAXq9m3CWD+RR
5IyG5O1xLNoMAuywBYZYNUeZbF5prv5ZQhPB48XRsaDnqkqhQmtPpRufG7m5AcqMD+hzl6bswS6k
lWbsAkUKdlEAOnNSfkZ+9svMC83NqvoZrdFTFSe7boBzr02bzu7ryGVm1vGqU7cgcVpmgyLij5sR
eYPaaPonmLDikdjX3HW29cnH1OiZNov25+O5X7+H/E+ZfuRMQSMD7b6ee3Q3SpPyuOypEuzsxgnr
Yxfkw0Ezt+Lnd84YTH0eK4Nm4kxxuR5pSvUplAKgCxaSZ/tAAG2E+tu6fjjdBeGJwpr/qzfazx9/
3wrjOq86cQdIIgDXgMDm9/Ovq0pLc/BFYTJ5PQzx1xSg4i3trxzRfWX0MoraXpiVPcY35Pm6JP3K
Gwn9KjEWu0YLgFOQ6506WKk3Jix4V06qDt+oPv7+8c98Z+l5U7kNqIfM2P5FrCBw+IjG2kS/Q/Nz
yF218pSVtflQ6JPY9cKIDlrXbnVA31l7CiGgkMFek9Es9SUz5Nwqv1dYEbLmaVBsKt54QgAH6DZ2
2QonyCrANgcFCf2GFGop5jhKI1At2wG3okbmXulk3ICr6XNSxBOoS6fRf481Ol1OkTzRBXBNLDO/
FY4xnHS0Fb9VQ/yiBV117BpN++coDW6KST7Hz6NisaSRqbjGh/VQVB7tjQB9JENyi6FIN66497bh
3O17e1/mdV5sw6QsAM8YZeWJegJZlITjrY2In6uUQOgaTdKP0VAeZLURR4IRcy+sHjnwrPLQi9AO
ALOyY97K36CeTbtkdmEZ42HY+pHzc3P9rKOCRf5Ox5CZoDZ3fVbspgWHbba517RfBaJfF9Wvqoue
GP3XLAM2kwUOREh/NO4mDHkeGxxYDnJahF9bub/06T+7T2qzbB74BioLdNHI8K9/j9WoyIUbVeGF
UNM+60ZfPEx29DUdhPNVqiPruRvB7kvCvpOqMPFsMzR/qGiGYkLYf4lERd+klJN/f65mUR9gifRM
yNGXz1XbYIDT1nRVkyAsXkSdh8cui6fDxzfC+lGkNcITDCYd7Qcwn9ff3oLjbkqg9p5lp+FdOwmU
f83R3tj987ZbrjgesIAFqAIgH7K4d5IEpINc5iVkfHIiCJXlobSNaW9KIUD7IfrHJsm8oIxFPZrg
UQPMev1RvWEX01CouYfDWHMrtzJBYG9t9BLX1xr3DI1eYpfZjmV51NRGDsi+zQKhjiCAXF4/5YOS
/HJQYfx4iVbScXwOpae5jcWzPUufXX+OqkyhlUhO7fGQIeTRKv5ZtaKTGdXjKUcX4r+iUs+iacbv
3TCKHVDXdteqWoxatPYSWdmWRtkKMzv/oLlANYc4iEHZixCnaMBhRHjLenXYn1vdcO2oUBwYA60P
oTmN5V2e9tpzyEHe5458kJve2U9y237BfHFmf+pOTsM+710nRLvGQYH3jv/WduO06Q5Rjygub6PR
fbfTqHWRlxxfusaRb+pcVDs5aarJDTUBhC5JtZ8fT/YcHlztVDo6hCczpJu+KYt7PddFO0wofo6y
J9dAWPRwEsgB5s6lVdAKSVNb3HQgMl9ypRA3Qpam3cfDr9eaFimSaTTL9Zn8tizM2UlYOVOUKF4y
pPGLbzvnIpqGs59oR9CWIN672j8h+fU9K6J4Z+SdubewdFAnLPPGqc82GoGrTc7PmVlLtNqxI1g5
2QSK2dBgShWPBn5ySdQgvBuhAP4oU38r51zdRPNQ9Bwh3rG/kMC5nnm/DZvRcHKFCkM+PUqGVe8G
lT75xxO8Cg8ZxcaqlboMbAnYJNejQC9IQiTuZW8mCO8StUnPWq70aI6Ng8fRqp5Lw+gOJaLrG8/e
iidAM4jCLlkstTWoAsvyNYDxsrOdpvZwdcZaLo3rrxJOIfsh7dXbslHGsxUaXzIZMGKUB+Ansfvz
xja0n0cLX1kayh32IYH/nCA4fi46LH/zqvwObv2RTF12ldhpLqMzpJ4U1rzjlGb+6MnMOUEkUT0X
SGcdtQFr1r6QjgUoiX2SGdI3WifqceycLeORVazJ51KJhbDK3zRMFoF4kgunw/ia7mNZIY1KDWtv
TXh+RqOCWYDmtGhbWfFpY3nnq/36/DLq3KYBTogz0MpR05rsOO302kPk7wSyw6pfDaqAUtEBkz60
xNalHu/U/JRWL2jjuH1/aSBkSNnXIAIfnj4Fdb2fr9lC16l3Pvk9ohFqMWugnaUIPyvnR9Grx7iJ
9kn+0IQSLghHJJzDlg6Ikp4LX8POErEd0exsPT4EKtMfon14D+88iI2d1OT7sOuPkRUdYeOdraQ/
wMXdo4iXAlEIK2Q/s/A86NmhjpL9HCgmcb9L+M984xAP50YPAH0CWQFjbB80ozpmNp7Y/DPoZZyg
7aOeiL0v3YDgPiWWsouDnzK/ZtBPraqean88pdRJEJGqujDiYYQe//EirFNgihz0yCxyy7l2vGxL
Z2Yt06+qZM9vJ7eQJjx4MRpEv825k7Qx8EZm6zQQi+1VM6ngvyDxiPNieRlN64+klflNYmTW3qdN
scOzOjhIsA72dWVr96RvW8LCK90LEOVIf1HuYs9w9S/NNpzY9hUpUSkzGU1+zgpR3qHUqlA47KVb
fQqUh1BOhBsC61Z6Wz/IVeMf6kRTbrG//gbMwcss2uSzoEy5m+KoP/qakz1q6bT18q7vSHAGtPkp
9dJ5oBd5fXuZk95o9QheqqBisB/TITiOqlU+fbx+740yExdo2BB40r6+HsUpZKODHNhC97OxE8sR
wzVlVNo+HuWdp45oBtQa8khzWWwZFFZtFvqyVrePWCFZF7ph31T8ENwqVX8PMpw+TU/xfuxO1OZ2
cVUjYmNFEwbeQSxumV9lI0ZdNw9ITkEJ0FYmfYKfvYhq8rQyqkCKi8fKybSdlse9Z2cod2ciMI6i
DH/gU9wdekB+uywn9JKQX96JuHn+eF7Wsz9DOZgPai5Q0JfTYohgiPB+yR4nx/rh6Jg0F4GcbzyD
q0F04PA4YCDlRJ951SjJnDrA8COSvAnhzTs4iVQA6yHfuI1XwdQ8CtKGbH5ISiQA1xspEmxTTRkl
T9Lz6dAkXXFozbw7OwVYCNsOo2MrevNGGm3rBEZQ2ojQ3/QQrh4DfMsAh84S5ZRnqH1ej6+pU6ZF
Rm88GL1AkB2LVlcZcKwp8zDYk3nqsLSoFbqOoIpvjyioifS/0ek0V8QJdpLIldVqPO4QxfkSdR1g
okDqsFisLPVxcCLrbNN6vo3rrndHXN8PH2+E1QNK9gevC3EvfGdmLeDrX58Pado0jRF7cVoqe6pP
GZyqiIJR35wqRdyYopW3zuTq+UR0hrd61pNlyVi56zErfaiYRto8KU5KuwZLk8c+Qj7EGnL9lyU0
cTPk1KeVaTLu8cTA69I3i5t6EvZpROJx9/EMrKJP6pMcAn4MUSE95EU1w0Fn3y/EVMC3QA8Yqybt
S4mo8B9plPSN078+EDTPoM3DhuYtWWWo4WDofiwBWSilLD5a3QxZQkpxY5RV9MmsgdSFiTKvKq2V
6+lt4TiM1Aoiz7fa7BiFeKHGSJgdkToPXsu0F1/i3A+PFa2vjZHXtxuiYJiH4rwF13HOIq+Hjofe
11uzKby2b4z9EMrtPS4MER6E0THXh/gYwO10qyTMbyx8DjoEG3dRpnc/P17S9ZUwCxzx4AKioRC/
RIz5Vq/Tr6lTzzDAiiAr0pwaw9op0dg/FdE4IoVOkyfXe2SW/VrdmIX1kSKpQiYfAOWb0MciJu1V
nCImuU896DWhm0GaOumt0e05gZ+iLrYPmRJt+aqta3IAILh/bJmshhrLsiKNJOqE0JetPvBw6QcC
1OJApFek+ybWg2+BJKfnUJ4g+efInrqUfUI3H1ok2QMzvs+KWN3lzVTQgNTk70bRcujjItZutUR2
/vW8zexqZDFgWNN0BVp+vUeiKevsYhjkB11SP9Mp76g46ej3+N3G87NaBzAaJEFAXCjTwuueT+Nf
1XIpBTNR5Aw0SZ6Vpt8srCezHPmJqopf/dTf6ifP/7+rh2Aej87DXICaFfgXm3+q9Kyi3S8/QD9t
3NAaxM4MkmTjq1bX1TwKstHkOpSfqb5ef1UWJz6Ccb38IEkpWtj4w92o3NguZfZpo8K1Dp4YS4fO
8sZn4yJZXI3FIJQ0nWr5ITTVZ20G12LwEu90UFG/9XboTl0t3/uF+izM2lXB2pduXAXOKUjpmGaD
/d/Hx/pNqXo5w7gIzGhYmguEjtffrrV2JQanlB/soBj3mRn6B+RAoouSa62byL5ziuQwPk++HP0p
TNwxXXjJ4XdHnTSE25vUOWCqVZ+qwGpc7Mezo0+r4mTaSXlGbfK/wUzCMxBK6STHxm8/jot9Wakj
15Sk3Rp9nD6IKQ9/lKY/fq3Qbz8nuWrctkI3vTJrlB33ORaselfe8ZA5L0rWbjrszHf39QzQyASg
Q7wBiw0P+esZsKw8ilq1gGGotObe7KGP953yFEfqzsl7Y8+Y5r7uK7T7NDvYlZVUbgQM6345ZQX8
moi6QAfN5dbrn+CbVqQGGXwQNZMumiHdtVpQH8rKGm5T9PoudZj86Kcuus1kdAQxmSzgHkQafhtx
Ku6ShAnVgkk54U7b/TGbRN/7dYVJcwIFPyqCc0WQc4p4sg8l0c+hVwb5rrbT4lIKrdnJEsr7u2mE
VTmNmnmf+UJ37TyV7hRNKfFczLjrLXSbRPb48e5754pFHIQ6+azpg3D78j4pB6mI2jKGZTNq0lFH
jd43tRqxDaGUXJeiae9Syan2VTydk356bspkn2jY38pdbdykEX1YgsDGf6b/6ewpanit3Wsbt+v6
0uNHwgMhrSLG4CG4Xh07AEtV2bUEXlwvL/UYIpuYwF6KbHAqoooGt+40eePFW998VGppOlHycnj4
lup7USENxczJ8MogmJ7RDavu5TDaavHNe/tq788EJA1c5qwJggja4l1Fw7nkIxBRkNn/6qj3h3zo
40PTRyWg0k0fgvXtR1EBkS7CKOr7wBrmr/7r/bBNblojGRUvigs0vovapCbSDvXXvNelQ+lXuBNo
4mGsFfUm0kJjF+dox6vSUO/VKBmegb5thXar1Z1/EoJexBZcbDRUrn9SVktCtkbUdJCg+8rf6S5J
i/RXmgNVCXRZfB79LTH21dq+DQmqHQEf8pw3Dd2/ZgGT6MEcc1/xRmEEuwbp03005P2/loBRQqJn
OQu90iSiKH79YbKMdHVMQ9TTKyU42lNif22Rbz+nUq49f3yOV8EhkRnD0IliAmGLLU5IVPQR0sNI
6clV3D6I+LZ1KswAHUdKdggMafKOFvtBRfH9AlF4Y/A1SgajrzcBSapBtFuWuIgptgtbmE3q9Ujg
nZBf9M+xYVUUJBQF8iYWV/KhL+UX2Q6LQ1cnCk4FeXdIKYq7RW/4uyAwx40rfR22zz9qhl9AXSa2
WPLW7biTeNjD1BOaXt9Q1Jb3eZ47pxhzFDemaXTTyeqn0Bh2sRyh3CTis68mW2XVNR6Mn0F1ZJa4
IY0gkbjeBBqwSkx++sTLSuV+lEVwj96mdiDKBsyklPk+gdexd1o53g8ZBt9JnG0EV+vzRVRB6kDy
QDVhZZWRTkHM09LBE2/1Z12XgpsmQjlLCotmj57XIdHKrSP9zleD1QIkDU9HxihHnwO+vw5YgmRn
U6d54o1FViHFWjjfq1DCka6JKV32tgy8g8pBRMWMTVqXh3pwKBJ8fCjWp/z6RyziipQaUVxVbeJJ
sZCOpSlFhySPgs//PAoEf3o8NGgh4i8hYmnjKFKcRqGn9iE4O1mR9n0GkenjUd4YqdcPBWUYWoZQ
txECpOZ6PaNilPWyGbPQC5x+z2PupvFrook9fKXjYHx11MfIuDTaq95nOyvSXYC0rpO0+1HCbrh9
sPwRTWaBV6HsNuKHOsUPWnYx9N9toGMa/6yGn/0BZ4kY+GXb7+waqEmZnInMj3bWf4YMdWcH3WtR
fc/xSTtUxU8Uj/99vSAB8gaCbeAhWDKTIf60QSvUwMNX5dZOJRW/iHoz4pkzluVE2gAJkROciQLL
eBud2YEIpQy9GPH6c2GM1s6HpXcenfwYSlZwwKaj2vV25Ows8HTnLFEVF9xFvbGi7+zOmfkFxhn8
LMnc4nWoEfZwWjRGvL6LNJobGA7Kc4X0432zPvzwy9g38w2AZO3yFixapwuElQVeNlUvvTw5z2Vt
NS8SFxVOKMIixWEDf/rnQQmnQakQ1wPeWgb0YQ2IKrSRF5rkOrmZMIu4BVyOB4s/HJNY6vZEoltu
p+sPJSVmIklVsdSG4H59Pmp9COkKNxnKKmAEDTMyXmV7avZ2Nih7tlFwK8o0OX38oW9WHNebiVEB
JwE0ATGHUsX1qE5KH60cq8xrHG/K/Z0S4nFoJKiOpW4Oy2Dqjy087exlAIcr9y+JRDanH/z+pvDP
BbUqM35o2hvEW1zLfurEd710duY4nuPxrGg41EABg5+V5ketD91Ie1bSey18sBzKwIFRP5mTchxl
cOt1gs5j7QqeVUekR79JTzVymZ3S7BskM606/vE/7s4sOW4kW9NbSct35MU8tN0qs4shGMGZouYX
GCUx4Zgnx7ibXktvrD8ws/oqgjRFVz+26aVUTNEBh/vx4+f8Qwn4OVoKcLNup6SBkDgGTd20//WU
bDeln2eEkgQVOhxnnQ15A0jyeEaclb2tTun0ruJw2Lcq3mgthpB7pVYNenPoKEhndKJyMM+FyJes
7Who9G4BI5G0b54OlBKOh3a9UqwcSsU7xDJ1XyJC+zgU1n2ny+SAhwsttIS5jt0yjoyM7W0Pk7nP
JGjy0l6QzBpLHWdeO72sAQ0EVV56u5aQ6WDg+riWWG/N8cdfT9arfh/yEtz83U16kFX0yu5xnpNc
mJ2tPHD13iOk0lzWwKXuGlH0kdJY3V4Z+rCw1CZUJhKYZVbdKDYV7T5zU28/S1yOB0rq9qJjOT5q
xuPijl0o6yS/L/VMP7PcXyV6G2IHUj4GJURQmh8nm6xWvHZwxs54iLWEi4Ju9jvIBPVnUOZflXhA
iQwhg0DV4/omWV3Lb21vCFAgjnctVlUB5xVliHk2z7QrTkMpsD06e9s1dmNxUCk+/vB5vSq1V8/6
Q1wnIspspQ+HRMRnKkdvjgJNBoszePh0aY9HmZtCVNO62WksabPDgo9t17by8Osl8aLE8vMqpsgG
8Ap4t/Fyczg9F8ZSKzRZKNZDpnntzu7MJWhQe4UTrT6hDnA55UYe5W7x3t50OpZ+iKoxa6JlRvjX
c2UX1eWc773K0y4RXPnU4eTjD+JRiFQgl+x+yCx1Dkejqi+ps9tEB25AqKu0gZ5oIqpMp7324tLa
C9FUgbYq+Y7irBWYaumg3ilRfsOrOqha03zv5nYRmLnTRpnqFmdOrlfbmYlgFugoEFzJQ18W4085
ZNpMqyexCnwg14msHZrvwRKMhzSizH81B/WNCKH53TVf5XP6GJ85wrYlc/IVNoQ9wJ2tHMkt8fhj
I7YsddFJ/QHA5x4mp9k5oW1eaFwXfv29XxHGXl4T1AWiVJDRQXofj4Tzoluy+/WH5tq9sC/y23nX
HLQdbGs/iTRf3ZWBcdF8HCPnwbpwLtWwukhC4Su7Xz/H6fl5+hj68WPM9jCko9rqDygF+xZycIX1
1WguOt0GVXpmjZ/uJHJlcC1b7kVmgpzIySubxlZNESiuzVpl3Thu8rGvPO/M7fvtQcBOU9bjYD71
uSCharu4KAFPpzgq1mmWRqBY0zOvsh3wR+sEbRIgEPT6N/k6jp/jabMmgZzr2lR39pDg4AzfGkno
OtnY+XGIYMZXWgPlfQtmLlDy9dzief2OG5bwr2oOZe1T1h7F4QUuKqO3am7DoFzq7YZ1zrzyZBTA
XhvKAA/erb1OCc84fseyoPJTIj5xRwW3HPwVmO++4EL98OsV+CKN8dNc/jUONXB0QKiFseePx3E6
5DHA9pUINII/KqQ7XEx186BX1g91tTSUKe108cWCYBR8ujhcJnu8sZq0iTBUsvfoFfZhq4nJV0ct
JUTKEBlBAJ2TIXamWlxw+duVWRqqeCwHXuK815z8JlNzL/RauVsMSu21p1hnbjUnCdFfb0VviD7W
Bs4+lVFYYI/HsuKtWi95WExKvh3fyoIQ6qPmk/pmglZlo6nuv7ehX8Y16RIRxcmqaNEez+YCGNJB
y5yiTK9ZH4qySC+bgWudNMvEL1rnU9+cs4V+Y6GASgGlTFGN1z1FLeQmh8nUpsWddEyxj5fV5ciH
IvWyTv7j+/w/kuf6/q8V0f/zP/n797pZaOAKefLXf941z9Wj7J6f5c1T85/bP/0//+k/j//Kv/z7
N4dP8unoL1EFh3R5GJ675d1zj7nQy5g8w/Zf/t/+8Lfnl9/yfmme//H793qo5Pbb0B2rfv/7R4cf
//h9M/f4j59//d8/u30q+Wfv0+eue+p/+6+hl91T8dz/tvz2X5X8X/+zk+l3/v9d91R9f+6f+tNf
+fzUy3/87jh/0D8i6SWTZP6BN/3+2/S8/cTw/tiqgVuc3WjdL+3Cqu6k+Mfv3PD+oGrBhubfEYJf
7GX6enj5men9AXoAZhk9fZpyv//ryY8+zn9/rN+qobyv00r2PAzL7L839aYyxvG5cdSgdBGpTrFB
Gd4xsl4TERiW6N/nhpPj8aLZT6NqxrvCGAH5YcEe/TR9fz/Ez4O+4OSORqWFQ8GLw5vhiScnGSHl
6rjgspEFRT6E7XCrWdeF863zrtfsnZlVwdg99Pq7VmZRuZnvekWoZe/b6tFM83CcvgzW5NeOeii7
b/R6dpgW+/m4RwqscOZDSfvBHh6gMezGGAlEMwnS7Fr33rcabfA+90mJfQ++gdnPwTJUF6PQ/EYl
SWoudNx8JZXRX7/uCQ6PST553ZNTyOiIf+hhZIHz6N6kt60/+KW/hsquDrq7JjIeio9d4WuB7ntn
zr/j6PZ65JM71zSvihqD6KFtNAw+wNm7uPucaFnUVumfw2wdzP7PMy+7fbtffdvtSP4pL6wtG3yP
wZDAZ6JdG+1kSIvWL3bWRbyvD3g97h5/PeSrNXw8vafExKWuJxoKjCjIPou7NTB305nLxZtDkL5v
zAtKCac3K20YV03qlERn5/vqkqpY90mLklv9scy+/PptTsBdf3+zn8Y6WS2F1TntuJVfk9uKFtAP
96L90O3nq/oCGtFt8pxc6ncmB9NV9SAuEukb7+fMnz79+ilO6vMvT7FZkMFnokayZWnHn9Es+qHL
siIPevR9tRDpJYEApT8uUWP7IvFTzdfPISffWDpHY56s1lLrbBUzNsbkDjViXltJ3AaSmZ5Tna+7
M2/4ejTSTqpfFuVacrRTj2oKUUqpoI4bOLViBolezA+JB2M5X4QdVrVh7Lm+yV21NuWNieFmCBDD
fcIVatj3rdFi390Pd1zI9TsYVPnzktvmv7fqCI8kJDQBCZYo+6JXe/wNNEvRiH8pgpqW2NraKp0I
L42vDGUB1hcroKHplpwJGcdZAuKOm+chcGHYRfwBzHI8qKqVXqHppY0gvNX7pZt0O7KfdP/r2d+i
wE9RAgQ770RxlXrFdjKe1gSKhbJq6vYLGGlMOsCt2wOFcLuy3ncq1LC5Xpwr+lOg//POdlJqr/a5
O+RJs5Vzb0uX6ViTgYE9xsbl+E21BkCknkGe12mQRZZWeBQFSZ5NhJ582yxrDNybr8LuqiBtve4q
ExQW8lRbAk+R8eU4UB389aychBmKCrThAWqDZAPPRrX0+InW2pNVggXJThr2CoJtba+ypm0PZuc+
G1Aa9+BZszOH8Ymm11bJYDx1uyBBfuLPyTTURp1JpRIMuszlY1MO6i4dvPyDo2f5XhhGV+LWsKyh
iVMCmTGGbrOfAkJYAhcWo+kjQX2O63zSoNqeCaQya5HLIZA27VRwdNRVUU/t2u4EgknI+Cz5VeyM
BrXKLt6psfsjnyin1KgzaQlGLtJr7TPXndfTArSNjr8LpRV7Y+qVx9/CWuMWJliLSCBLRAQ0bjRW
RTGqNTirWryr7EyfdqsFvXDfNCsQC9G1Tw6KyDbW3dNKlJzb+NuvF8gJEZiJeeHlQQVBsos/pxda
M5l6ZWz1ETdvAwFDyrnruwww974Ce/jOsWTa+qo5NhTVk2X+ji2A5YaFYyzIB3dddu+WZan5k+4o
mOi16/oh1Y0kDc885Ulo3Y5JtBzdTdGKKgLCBMdzh26ddCansvfEgPgaZ8LyszblsY+kIqpP46Lt
cgO/QNdJKGZAuDvQlMZlxZVegMTrEJg4ZAWrtNCKanLwgnI4U5I83fsvT0gVDyIHSTQY6pNLc74Y
vTPQO9hX8eIUuBggjSJTgU991+h+LJsmiruiAboYG6j3wVrHpbeMssTVAmHC6AMTMZ05kU4i78sz
8YWhHlIpR8XqZMU1rSElkHh7L7NVBmiB2EEza+cAwVsM+SnybqNsCFWCOxdBCqUn1R1VWkNaSnTp
YSc+qx09mMnoqPhTZjiX926TeDwUzFuqj7ApkVt5Jbap9W07t1Ye75cu+754aYYIhyZoL2F4nxaV
+Z5ibvs0GH3t2zLv8AjvugBlWTeYZlxGHCROz+zqk6rlJqFF6wMG5IbFwLTnlBI9GQQx2GjxPpYy
+zEXhvngDdZBTQolyHDiuCDI11eFkN6uUjr9g0Y5w5/4Hrt5SlGmj5XhqrfHjbMxujLqJlld5mtf
XkhQcu9ajuNIG9fu8OsN9fqb8dTggbjscW9ST9uEBceXizppvB9GZ71OU6Rg5qFV90WsLmf27rbI
Tr4ZhRA0HjfvR6AB2yL9KX238sSz59Ty9nVjDu/dLkuyXQvm8PPSxDJD7MopL/RMy/f1Ql1t11WZ
dU7++cTT4OUjcSmmwr41mze91uNnWOwhz/taj/dVP7Wf6inOH8yZdlojZiMPC8DmmMpbuHwFEkLP
j4qtBDHNbMxodVWM0jGIlx8crJOTyKyzWviGgyjMOCnow2StmJE3NAp85Uc5GtfD2GVPpZVZ9d4p
aeVc1I4FTVdDyejMPeXVqcbi45TdkHJUGjcG0vF7SZQykEvmvWIYgrty2HrbUyz3QPyGyCqLalc2
Thb1dOkiuMBFmOjOcPFvLyUu3AD2oASBVjjdADa0/9Xt2QDe7Iy7tCnWi3gs7KtSz8/hArf09GQp
bWJAlLi2QIsyzfHrZupoo1KuKntRxFY4GKMIKTX06FnObjijKoL2Im4esnaa4Ncv+cYi3oCBWwEF
+CRw4uORCzARS5a3yr5Xuy7UBzDpNbY9ATYiWqTlTRUqZaVGZQttAN/q+kzge2O7bukbghVUSrEs
OVm/adcUubtmyaGpE+s6Hhb1vmLx+QqMkDNvepoxsqSOhtoe5aftOktRqi7CvAc2rUs/F0+UQbWL
3UJaF45WPIS1VuRnYsSb7wfjYiPqvVhaHQ9aGiPnx4AkvkzcMZK98skhDOARNjVnRnrz9cB5boIR
Hvcg/XikUei6dGuN1+NaEkJl8Tnd0i/OOsaXRhmbj5a6fv312nmduxD8wB7hbwQA0ThVdcnNxZ3i
lpdDVgUel6N8dQoPLmqWcxEiEz3zhm8EhW08diIeA/CoT+nhsCbsXGRpcpim/jLt9Y/zmg9PAM70
aDZGski9S9/ncVXtFqtudikn2JlHeD3JKD5u9rsbvNriEY4neV6LzIOJlRwM4VYHxQU5VOjjfNs5
WxqZNnGozmt5LgPb9uBxdGBzoFu15fhs1tPK4zT3TWHj9HJIZnv6KrUEWIQ9Vmgf6DrgqLXDFMpv
16k8aKpiCb+tNWU+oJanXRaLp7RnJuGExb4dOlRgsUkj6QeKB+LneBaI13O15p63b130Gyezh73S
kYvaokXOn3AS9FVnhTq934PXZ8tlLrio2YmCzaujtuATivihzNGIkEKr4aL3w2WbTcvn0slQ1KvU
Pipnw75K46y5L0x3ODhVnh+KaplhXGfygKZ7ea/NsXEjF6O4VI0UaMk0tpfzQvc2daVzJqt4/d2J
jRCCtvsVXQHLPH7jyUzrDkQGQIVBhJ1+u3bAMqzPVXubjucIvm+MtWUuJLdcCugqnpwFM1zXruxo
VaapI27awftM90O9Qi4drYymeN+vZ2mGb+wsYFvgqHGPskmcTssnKSIIawLOBAtQpEQ0I9nbUsyY
iuOXjWhHv0d2FzFzz8tDVxrOdVwv8Zkpfh1MeAROAW5tsILIqI6nuE7xR1l1MJ25i7G0ZntPytAm
ob2semRP+TnV49eBGUULJpfWOLhpID7Hw1UVvNAGq8yDWy3Dpaak7c066+N1sSzyjGbx6yN2ax3Y
dAJJpD3U546HWuQyLJOoxGF27cukjjvk90onNE0o/D2zSTIfx49gjeywNafszFXptDzJbt1qVIQt
cDlc4KyTiYUPZSjjqqQcsXAzqiV1D21iiKj2jC5gva/7fimVb/1YaJGL/8ZdVSuf0Oh1vDNn/euF
DaSF+M29DY41in/H8+AWmVXO2CEcKgQR7KKdQ61U1i9DMRk3nTDUMciWc5Zo28Y8Dp3bmMh82KAT
qU1s3+anQz/usgmPGAemrFGkUaxl4ob8dTqzdl8vJhSANdrKwLVoGJ6i8AekjZSqRRhmqlCYKPRW
3xsdcv8QDeWZQucbi2mbwY1AgkM5EeL4hbzOmMzJKbJDUfdo18bW+0K18yt0YdS9xp0qMMe6uM4a
FTnsCnfvf/fE50VJFHXuhRQ/XwryP01no9VDHrtNdoApXkRz3Na7NrZaf66Nwzo6/Zmd85Lmn34+
UtONTGUy5mlcMqWcEH9AJTpTDRFOtjNHrBsl7KqxSvx4SPtLNemyHSdVHmiuFHsh5ei3Q4czojqg
/zuk6Td16Bb4TbWzX6QVh6S2WDSkXnOoFYwwV9G6F1LNkgvI/fNNvCrYWFGIfbJG+WDYvfzw6zl8
I9huetEarHQiAji0k32Q5Jroh6rPDvQ/MywhsMFwMTPyRVwlCBF3V0DM1MtplkPozvxwBjJ95gh/
KZCcTiyWEZxp3B6RYDuJSeRM5YJXRH6QA4ojM2XusNFnw/XrXvsIMjW7U1poyhTmanMPiEZeA15w
P2vauFyooyv2et1+GaZyjXqBmlNv2xN0Ssvau4oBPNHEdNghz76sNC6gTpcOD/HoItiuKGblm+P0
nM1f5j7tuG8mqKqY3jkM5VvBBm05kn5CDvn3SXxvyybNBLbQSO+a2U42WhWt7SKwJEmMEDVrfEqa
ann69ad9Kw4AnSG0wX+EO7/9/KftYWqZMmLFkR1ae7B8tZ5rCr+TEXqdVZ+5zbw+Lk3q8RtZl7qv
A5TxeKg06Qctkx2LSKk1pIvU5GpIwM/qxjxfoD9yDsT2RiBFFoMdyMmLRN4pbd2ru01ph0Wr9Zod
GmaHGAoig2fW5et7MG+F5AhBe0OrncYXZcWMSEnW7BCDiNlTLxEBoN8p6Atu4FKtvFtFn+qQDRSf
SbLffL+NIMeSsenyn8ynTLKxyXQ3O/SaCy1eU+qPOHd2Z1iKb301ulMvGrRbQDvJ7RZEUCl3KMSz
2dOiOlHjm2UZlb3iKPmDHffn5JPfHg/gAFeW7ZZ/EmpQOCm7aWA+xzSLQOrUOx14V0CrDFqmPNeU
fOvrkWnQAiWv2gz6jtdkDhw08RxGc3qtvEI9IA+h8a77OV+DTltu7Hb+nChJHf161735kvTF2OV0
ql4JVnh0gLq4srKDaHS4qZnT7hKtGPwkXpQbJ1Wth/+H8eCHbcNhZHXakJNtZXrlKLD/aDTA6mtR
XccZn27yKG6O9XSOkv/GkQ9kbUMEbycvSfLxtBpVUbtpywWIyqcSTFhP7Oee3FFCPTkoqllHHr5l
VF09sZ9URZzJON4IaiTlG0t/KwJrp4k5KkM2Z7CdHxrejTPXmm/nrPs6oySx//XEvj0SS2dTICEz
P9kdgl62l7eiOGhjFkdJ6nX7LqV7TiE1P7Pd3zqEXwwCNp0PJHtPzwfQhrPWU4k+CFWKb7mxtodl
aR1w8hkGRvbQcNmu3JupXuOAjKj/bI39OXWXV42zDdhDBoAk3Fa+hbl8/GUbuBhVrC3ZgWt7HKg2
ikIk64D6S2/dCWeE0uaU2p61j050JeogsQ3BMoibPXL/48Wvpx+dE8Y7zgpgX9LpRR0Bfh3Ax+Pn
MRVYwnq7Kvs0azXNl46o/yylqd05tSPWC4BOi7mXTW7+KLoibi9sM56u53ayvvSymak829qjXc3d
jZw7iCDaMOufMsUZL61pND7CCc5Vf8G/7H51Zzy61VwswtfHZDy4+ZdRVu+oZwz4TayDu6PlWT7H
aTXNEYx66wv+7L1LGMlCbo8ovzfrO33QittKwjAAsa+8K02zuVcMkWV+NZVy8XNLXQrE3shOwzam
duSnCT6vCGpXMhxxjMyuTZHgxjAp8Gp2HQ3bwo8xGLgYsrYh+bGgw/l51rsMasnie42O7seyTDlx
y3mYvrnNUty4yAl+MjFtEWjzCNrQ9mTE/jA4NOsROSv1EDtg+1rttOZmbnVU44xsLj/rPdGw6yjp
XNB+5NkQORtyfzFFH2Gc4T21S91/LFdUEEPNKjEYSXupPEoeGx3jPCm1cE1L7UupVsnjMNcpXgDS
zh2/VWX6qFAAg6HgLO7srwO4zELLrOvJbZ4xu/2YOIpjRXNRaZ9bmVbzXl/owt5Scp++tQDgo1yF
PO9TLs60MMkcY7/Nt3OHHG6/+BOyiVcuxZ0qKAdysCCdTaePDKSsP0FWzb85Qh9lZHPSfDFrZ0rw
TrCXL54mbeeSFriJpN2YOrfNuognK09j79ApjnZQus6ocOwYh1uca3s0mcqpKn0MLrv4orJqjOA3
RgCSxjWQH8Ue4htvtrvHOJ80y+8AQmjRrMSr66dD5XDUKegMhkrqrY+lmdJEHeLahXEAbQdlYzFW
H0qjQfAKHKjcm6Ku300AWg8rTNoQzUT1Bg/h5h0eslS946GlBeGM4/jQVGtLd6f3cukX66C9V2Oi
yb4rhux6VTv1Hlnj0vTzeIbTbytKPvuLPanioknVZD/YrbEEcbkMbqj19k292PP3qkX8KZCmE49+
MrWyDWtdLZBItEr1h1jjHAzTuqou9fmk+axPzfgt6fPMA4wHs8/vO7X5Ylhp/eyZhXw0rHV4WtVU
m1nMsxGaKL3zJMmU3WUyWaygXyzrmyWnTg3iuVUb7PxcZWIZCsCAs9U9oqPgpr4bE76CarDsp74X
Swn/WtRPeZZPWaQAVP+s50jQptQdDd9w06YMknT7PUVW4JwAXMg8qFOtfbOomOYX8TS793SeEt2v
8trMgpy7TQgNw/yYosZ2WbVLhsZhquEzoCTViKu7blZfvYkCKxISKQYXTbokaWToGMcIjo8aPEW7
GCyQ3LAik1P5s7OUQvjCa9hJZkrTKhhU0SW7oRqWJSpEOuDasawFTbHMLrBmq/p7iLRL5Ruzk4SE
ge573c/lJ8XIzENZe3rmqwKU52aO0B+8aTY+rnk1/kARC/BxmiZjEmhpHvdBn2tuileWogAxE8Xw
pZtULw/QqO2/JhlCjL4+rW67Q9AA9flskB+npbCXAOJZa/qJUWBuwnOLMhTAT02qyebSHrwhk3AK
RHlbTG1c+m7bzcA8S2m9y9TV4ObdQC3x26qb7wWKSYhENxMfdGDp7oZNR090K6jzmMsPalbJct9l
8JdBFmSyQk5xtFjqaZPeE8CTMVgtA6VGc12Sp4ma2xqw9EYaI6PMr8csn7+NcSW+OYs26WDTQZ34
6Cx4iCflq/du6TFFCfualtLVJgb3vhhQ2fGXKaFMPtm9qkXsvBmu3jLkQWY6xUOptvK71WRXck0/
AY03h12DiAT0vxg67yF3ukYNGwWF1BIc6hTG4N4mvxjnpgtZC7W4b4QJsURrnWpf6+uYXPaKcJyQ
FpbyMKyGnUVptnbv+nQQ7zx3xLiFyXyPPed1aXmfuDpmWWgPHDaI8BM58rEarpG3WHEQZgF/aYax
SZFVZW2pRYLWr52gbRGUVRmvkZsPehoNeZq+zwoj+ZJrrfjIr8f9iJIU32nNl/hyTRBW9VOFzeJT
16n/rM1YH3xNKuWHEoTkh6Ev2p6XKmbb1xZ0TEJPUbbyRkUu4oveWnANXA3rnbugmVmgan1dtLnJ
2p4VPGSqQSpd5E5el2CZEccsJpGjVYnoDYaXXo2LG9aceQS5s5EQYsiv1rIfHX9uhRQBHT+UeHJv
QsJAdWfvIPta+zKOCY6ZyTS6vq01pRbUiTJdsZihcjpG44yYz0xNE9q1xD6jMGoJ+9MDMrxUdv2l
bNv+riFBhDNneDPOh4Kqc6BDL1f9qcGGMNLbUfusCMu9Qajb+9sF6v9rZD1eHD/laxty/wha/y8Y
/Q9qEn8h9Tc4/ss/+gs8/6LB/RdaXnn53//Cx9vqH5RcqYFuuqYbiJBx/oWPd60/6CzRvsNC1PkL
rvtvQORJFb3jwgvlXVpzJiozFLwpE9DEP84hm4V2XJO54C7EsBR9p5eXea55qauVl4nRxbqGhZiJ
WgbwqlH+2YA3kOp9DO5QebCVNoOE56PDyb01oLcILTmqc1I/BbZw0swIMbrExPbSWbLVjG9Vco+Z
VZ3EwkLrZ6mlcdEV42rOjz3XqUyJVqVFC+uywmakFLeJq+IH7KMFtrhYlA2tCLpJkeYd61ibb5o4
00x/9VSh7TPRLd0PtZcjNrWl6S3fpTm6q58kcgHeBHQFKcsy6fSLZi7Wsr6sOqoIaDPGvRLnftxQ
ecOqyCw5hxczRhUiaOxsapsAgrdUw3EptXw3eBbK9MnY5reNHPr0sk+Lxq18xU7b+jvHdyk/rfUc
v+PjoaQ+EVNFmBF/xU3c1970KSc+kDAmSWiKySv8MVm8NhKO0jQPHhJrHxihevK8trmdFeGiZYIa
ThnA5bHrvRU7yyXSZOg/VTTPxUXcyfFH4RmtvOIote/7NbaIIFhmxCTLdBGw+7Ld8bP0Cg4nqm/R
2tvmUy67BPOQxRa6vxgpyLVSRaFkRtkuGFAT+Uji1C1RSvGFNKrLJxwkmSxJEiCNJoCCOokgHzvF
jyeUmy+l6OpPUymWUA6Lkoe4gjsw74HhB9SI1n439WUcYkqJSFjdx2qkJZhFUDDCtOJiVjD+0R87
wfr52K+rkv3ZDy5abIGiKEbhz+gI4J0n5iRsVcVpg25DJ6ClmQ0ZX5oaxlVHQTanboz8rCs1PVQx
w9zjKpxcjbrZBiTt3uM4qMBgM7G4wByr1AlbG/WpAS+dsNfRleoXx/HdRfHIR6b8fl2gqG9XnvKr
245iN9c6GkxaIlR/NfFWQztrEyScc90BPz2jb1/EChBrZzEOczF0n7gw1FWANyQt3xj4wofS7ad7
WtVZ6lvNmr5fu3mE2910cv6z0ppGRhb8xPGhspw8WPV66u9Il/ickaIvbc01s5piiLICbHG/JLob
SmNGs0gzpHatdaUSibXs0puxLGwWTEZb/qrK+RVXaed0dmRjsqOQY6KSUHByKoUrkTVMB56yS8f6
o12X1fgEC9jYqagb7uNpscTloAhtRU97ivVndnAZJdUcX5Z8OuVaxLXZ781lHU3WRA92cNaz7mPp
lLa4n0U+hzAhDVA/Rr/rC7k2UduY4/Nk1cYnj9vQXrek8nkcaFIEeoyMAa3murjB3KN49DC4CWJo
T1oYe4PY1Ug6sDgHvUtCx1v7u1xQ17rqRGVO5E8xdepkaOTsK61jZeE0IYARecM0tKFDoR5b1CSj
UVmlvRENw+ru12lCE2hGgo/bgpG7NyYte/VBVYcJ22urcJLv0L67TxDJiubKrVt33qMl2+e7ZSv/
RYNI6XGIVaz7Sa9qLZhjRQcSaqbFzei66TttmutP3NHqD3LBdWTJFy9E6NxSQ4JEEhidnttBldRC
y4KlNt0yqmqrA8SjkoSMaH+vdp7cjwWQtotk6LeagpvUha80kxIMmeJe182c3eDDZstgzLzuph+9
8ZM7oTZUc2zLXIaOGPPQMUqDTChbnFsHqPPod7E9YxozOje96N02NEu3qi9G3WgHH+hWHIzD2rW+
O3Q0IOMiuXXpPxQh1wCd0rxS6V87cx29yFpapYm0mtgRjL3S3I3jKk3QBM4aIRgJUDjHEIlwz7EY
eumYOTdTi9dS7BK+fb1axx5teby3yG30/qYCRTT68xxTPtC7OrsnAfagXOY2wHQLqw6Lu6Qc42sl
Bs5d20t/nXXx/Fg7IN6KXuHupAIofCdaYd5VShJ/rOKyVf5cS+luIke1Lf2lBahbEW+XNRI6ohSh
FecoU5TrQsWAkyydhySsRupIH/vSSFsAEp7a3re0LFq/zTpqstOky+kBhYXM3uvVNF70aWp9Xam5
NAFjTGheJWis7Owya/cVoDyEBBM+n0F3JXTB9ZlVkFO88bgyjd28+Oz49J0tZ+VqNZoq/xITny6V
uOzqwItrZw4aNa4fbKvhUodaKsUQdVEfapqO8BwHC6CnoxDJKW8kXxwL1Zw2hoCxWUUX63MPC/Oz
IC61fq/PKp+5KC7UbTMlueeWu57tmUeZK3TXtySLxM9kn901VtGoUYxL6k0ymMPICTdOXjTqDhLC
k0U7fu+1Ra3u+9qRk++mnci3fynrb63db0PIktNXz7Nkr+ddo+37UeV6gbikXlAqcNdGQ8MfuRa/
1dGSdf2esh0KXVkyp6X3HsEHbHsFFza/65zNZk+XdhdUvatjXtyoXVxeTIZar5eIJCH7nXKPCeNC
qZrdbFs9TzQQ421yaDGQ5aoltVBhCEEzQho7kDLrbpCECJ1y384pzRadDUfNam1n5tp46fb9rDNX
ig3Igktp7UuMJ9RvXJDVvA2rkgM6iAsRb8pZg3Y/lyruYEufOBDRdG0h/GXFxbSCew6TIiXnySzD
ehrLxnQvRD0suCMC/FJqf64ybc99M4Uc6OXMTc5BCC+jmpXig1eU3hy1CpgORKQh/ZmZjucv1fz8
VpnK4n9zdB7LceNaGH4iVDGHLcmOysmWvGHJY5tgDmACnv5+fWcxVTPlIKlJ4Jw/Riod9Ehvluza
KZ3ysu4utqSfL2F8VNuJK3e7iNHFZ2QLzztwJ/ExxU1BqWs++xG2bUdSrkkKZzxfBt/YDkvJ7v3X
2WYqzkUYT0MPzz+vr/QAbc0DOpj6uYs59hLX6Yb93Flu7yd9RFyCI4eBBJwl5uRmGat+Orzn5HF7
3LQfea3JYRsMX9pSefEH+mye3pDGqlcSIqJf29qIr8qF5n3I19WfniRHVdp487YlJLJWiNiNqVlE
HGd9HjdK41K73twwjcI6JIS5kMVv+r69IM3nhegvXeeFd78IZ+nuIiPsOVmnyeeeGq2A5MhCuH/4
k2JM5XvZvUa9P+4nMAWmEiB977MHbbEoQbDmscoGa+uag+9YZr/pafRlFpbfHSjs0mCGhMAFSRlv
A74WvM+AK9xyv4YlJEZ0Iv5FHEH59/Z1decCPT51stubcabtjylL/antjhOyW6GPjyykpqAeFPVy
Mg1x8LIKwNqTkvawf+hqzoeD8k3M4zuYKqayoEAPWW24S/mIZ9Tcog7OEy/VixGD870Hw5AfUDzZ
VlovuHNTL6pHvj6x1E3mb10kkmnxxpIHP+QILz1vDQ50BDs015AWOlwnHI/doW6juL+brNEV48k1
xtBPssRbznI7OJvKQiDUd7149R8VKiXScG9EppRaRdp0MjIphqmBEXybo7fVmYV97XavLrPasrqe
vOJqQAyASsN91CZnNGmUHEsaVaPpoW+KkEs7XnP1MNte/70A+TGD8O3LVNtO8XslI3d+9jsp8+vs
D9ZJN3P+OvH0+CeEzuHwPWIVMYCaS9QdBH1p4+seLGZ8aUxgOCTNXgvSZp1ojIMkB5r6QJqnitTx
J3mHijeM0jUg9PPEZrxbACgtRhQZRtvvvBO+fd2JNyXmfUSpkyz9Gn/MkvRDrLudc+8zcrkJelns
jgFZMdXB3lapMlGNwZhu81awr3MlEeVdUFBPlopVnvXaxPu1KZftlLv+EHpJmNP2nY77al7nXeGJ
7IRBFYRtZ08Y6gEP0LmU1nH0OPH5OFakuU2F9ViMzlYfx7Uc/pFFIUje0oH/3t9u1CSOh+KxWha3
/AqEsd0E+I7K7cgfpPNcAx97xyLaRnmljSr6TRhtD3oFXnENm5aYt3ECgTpwKwcl7YiV/OV2KIHv
uHbdgWt/CtVzVFru34kVsUsYnpeHEU3vdAnHOVzuLCOK770f5J1Zp+ClrYSgtqG/6d+jaCsfWDvJ
IeVPn5O+Vw6vhe5ZBC6NKWPvniC/zr7TFclS2aJ68QcmcXGvEZR6/dtrkJv8sYqcyIhqmFzg4L7c
mDi3oP0NaKlPclybu3VyyysZxZJBrSh+h7U/EvRA485Pd49mj2QZIX8IBOsrf0rfvgRg4D9uLhbE
UAPnQVIOMSAdXsl1TLy2Dm3iz/v5Y8XomT80/hyHB06lckkLMbXug03Cgz6G5d6MPwh3Vkhf/y8c
D5CV1K+7pVs6jq2g7DO01ex8aUcvTnPZi82yHrad5+Ew7IrU2xYZD7YSLrNPt+pVcUJQpd89Shut
w2DT850EU1Stj84e5L8Whx/yYUVuTGdMu4AUnkzpgJiLPqz2v5s1D/4HbKGjTi1Fj1mF7+BU6rF4
XUxo/SAZ1/lo12C5tBap/j+8UZhsCpz5y+V+il6qqTPUmUc+fT0VKoRsqWrDQG1HYO7RjL3o1G92
EV0K+pBEQte7l2KdbJ/2oKjP4dRFJ0okVqKlZHia5jp/QCaKJzKv7R+krINUo/3whySk85JDZ1lV
Uq2McJkfttQREaTlPwcmQC0ylbdY6ptq3pzGssQFXwe7BZ1UK6s4BFUYPzDrLl+MoXh8l6Dpz9ao
9f1MnwRNGh3wYsHd5YRHpufSTscId2aaE1swplyCvNEdveTNT8mz0D0Mvs1KsStWXqg9w3CBSqJ6
b/NW6WMzeA6LMJKIFLdodcpRX11aEdX/9cz8dOQU7dtudbn1WO2BOoRlHDztmz0+ePbcsUDsbchC
ri03CTDd5d+R3bC5OOCsT32w4dJaopIIRSoAHjeb3Pmvnoaeq19F49VpdCjvokitd0ujzB/jNmF4
mOlvemwKbz3tMWH9aVOtlUoj+siizIS1ee3wOa1rIsuYqOt4n9/qvRrixKnQWCRrZ3oH6a9Uf4wv
p4/cDdfgqqZeeulQW1SkTmUYfwS5A7ElXVKDaraXxBjPAhQV01KciDjX377Q9htpYvaPUlOkW0xG
GHIx5XzqIwf+YN/kxmg7OgxlTmUe1d7xiZpo1rdKD4U4bA485rWmYAoGV14SZ9yr9YTDc3vSCLhO
tFeVcRaWM4HSnVbRBVGse4gR4O73Cxh7npbEyi88JQ4mLJYImwCFCfMlVXFNag1KWYmSuag/iS3n
g7OigYDeumT2f7FHpthnluoo/0vuVfFZbD47Jwmz7TUOvP61cvJlYyUf8WAwBxIIiLofKLgii9s5
OLNlXU3rWtOJWWD4zyYSKPyciWANsmrBN0dGXIMIK++ch5qtdX/lRvN/jW5lXSK9ujBKc9l+dnEf
6etkT3QGYmV6QduBh3epp/otMs4YHGrkd/65UGILU1Nuy52vc8kPe+sD75KHXf9psLWNyTCV+XNh
FtDgslFsPDBaXG6SG/9s4jX62GNeroPaPN3c1TKc10unoSGzyhHrt7/77oMbiPxk96P76JXb+p+B
zqXjCkzpcJMmn8JyLX4WQ35LAXM2jUXFpoq9WG3/PE99D6W3a/+NIrWJStNiV0m8lIN6ZCQOj9z3
sX3qg8KQNhqiny9pGLjB5d4+vVhDCcFgFrIE35rqxjyBzW8EZ+hRbtzNY+AvF+rU5ifo3OYBL7Mr
30qbglKbR8z9JvVluivXEn0b2tIwvNqdjt7QswYH3pbq5PhFffGKMH/xRRQ9Iwostmzvl5aeeKu+
aWRsKub9qhsADhyEHLqvP4SR7bltl4EsgYKl97hsoau5l8PxV5tHjf0DNpXSuEEBA3NYeH0JibRR
NM1R1aZlc4Mj0qGK8Q/1U5yfuCvjN1kZMSVW1aDkqJfGvGCvqgi88zlvb3DDA0FTLP+x1zfzUcAf
8IsDsZ5FTUd3Mm6R+GKk6toLCqruz8BlRoHcggdsdSa2dSGmq/ScXehEg0IyOcR9fh07K6RFtpX2
g6yoRj6MkNNbk3h2000f4dwMy1NtxG7+EU+xP1M/ofRjZTRoWNABz8Evdo8Qa3L9WVXWQIqc3LxM
h4TNH4gAL+sqM22wTQdJRK56DCt3brIRHPVhmP22+3Bl6Y1J4O5LB6nZDYFmJFY6SodSBGC+TjD9
HbrW+iXjKZLHYbLa/Sg9ZSscFnXtxC9G2Tk1KTle42fMfvOctTqfj0XNkgtbJv0fugzCx1uxFHSk
v1pDEpSi6ygUUt190A7o2OwNYtMFpfxTgbKgow/Zf4+Is8hs7itCwxjyh3NAeL8+lqDUT7zK+qPN
8+11zguQgOnWVsRODvdSWlI3R3voPSp3IjqMAlmXLWfjWhyqzvU+9zCo7+sSmj3hRlj21NY8IAcU
QnWEBXtbigRDZ7VfnJJXLSvl1nyOhdPWySqi+dmlh/1DNhuiWlpLqGyOXD3E6ejl5TuhMZNKdr2s
cTYZ+KpsmtpgvS/J9k+G1bJ+NepWcjJ3XbWctdLr9qHR1P1ah6j93HprTlvpEt/kNdhog8nVV2Ht
PnjSuC0fkrRlFjprtPTBHaPoXAZe3WV9rmJ94jjt+hc6emKiLjTNgS9eEwO/CZKEl4Tqiei7ksAt
SV/MJe1OYTM8OfWwndpg6H6ZsSvuRYAtqZJiOcTz4KZ1ICHe1YpkIwED8c+ltPci1WDhNRtTWP9Z
xtahHCeS0NqjOEXuLO5h3PYzRKFPU7ftP630m/6qp2295/uiQdh1xHmVxr+r+s4JT520Mb4EWvh/
u6gnqr5ZZ31eNAHjJHUVf0sVeR/1aDr50O09ZJnadP6zwuP4Qh9PdbPfdizX8aSutnLzmvwNsfWJ
FRuPaFa1EcLTiRJAAQp5VuggZPSf2xjvN2UI6uICzyJHDRm2S03Pj1vr6kc5eoZi53hb8W3Zgel/
OYDxvEZhb79MOREaVyDN3rvS/uajgOkgcg9xV9oRUo5Knedotccspi7LSh0ZG/c4O4NDLhnicwUO
4Cg3a4Qk8DHoe81sb3syvstphPjZBTkRIrtnaFCcnYp+isodw78Aja3iBo3iMhWORdtMWy9AzxOn
WSLR1J22nZnXpcrgsRgb30uAY4vtOOpgBk8QroE68BAYJlqMvHJLULyskOwErwTduh2MGYKSNWIm
XpQenua5p9zuM9dO8U6tG0mp0pMQEf603YIbbJz1z55cqixaGfr21AxeC7qGgKB8Xu0tfPEl98Wj
N7QtyhN6HKx/nHv5p/EpN7sGYRU9rNXoPIOw8xG4rThPRe+NmWO7+KH73HOuPs1owxdsbPS9+GHz
kDd9ePDrevyMh6FWqSFtHQZZrBH5ue1WUVyhrPa4bjfY0lLb1p05aMS9rlXbJXaTI3hSEL1PgYma
l2aXuruKMUKJUgZD9O3yeiMn892cW2YgOBOzWn0k0SbKIJog8gclvDBdyw6hjJnHYE/qGisOD5eH
bYRiHshdxS/f3+awqE+tE/lXPTbq2xjNy+vVLopLJxBRFkvhnv1YoAuIAlHeNXvetxkchvol5yjr
x+2wak1lpnImOyNrrbrQ166dhDNcH4fIFX8XVwOnrB0HqSknQBnW7GVMunZu+4R5X/+OGHLuS0sJ
sF5B44S9Nt5/hbP0ZzOK5ZVzBVmX1xDYmq8iv/cRAzUHqg1GeVLV6DUJRUcdmthhQYnS6KF6pTmX
QpPV3ZRzHCcLmMA0OzFG6Ls+piVXWavc+J9VzdZr0fv9z6Yw8lhVazz8LGcbfRY1J219sPbWf0FP
4/QcILb1b/IC/QB07hJTujrM3UGn553TsPH68xgXdZuy6JghjTXI2wvQCMIBv5LFczjIWt3h4FP7
nVSrlBdmmfnJjYUTvXeI+MZn3x4IVi74X8EzhTzxCbjDpYetJLDide797W72fPQzRZSHxYnc8w7d
RckIsC9+52cTtMvCWjXlxWmOeFk4hKmCJcvZ94/WukTul4z3McTS0tplUhlnHXDJChd5E4IyOwPx
nBcShrn+7qbSak0KwqcamQBk0oDq6cH3HjZm5P+QZY3lYzOtW3/xBqwtGftw1Gdhx4PIkVfLn7E3
KggYsS5v7lCtdtI1giD3eWDrKj3R83xriKGAEr43WcvNzkZR28y8VbRmgTsRLApvSfiSDyZnsqjt
fTBplDy+kxCal3tlRlkGqilfxFu5proB3b2ZFrfTxtv/hsDKohmKv39N9NoRsBAiRudJrp3fMRZD
einlGH7ye5dXWbsDfi6wV7gl1FbO7Py0YqXfo+pGU3k5Qr+kdoubAmJwjceEtO/dtQpG0/xotngT
91HYyfHF9wpYT6dcnACiLujfaZ8MXoKpX0lLqLy2y4xRIY3Lo8fiH+bESHZxJEJaZh0lTnk7rHmy
lUO4fOUqd/pfXqFM+9eo3WgOopD137PLqjuONIY1L268RVtqZGyX3Pr1vP2ZunhA+EOlQnTY9qUK
0h0GDzYT2ZZIdR7n/4FTAZcxsGzfw0x6+Lnnx4k6MNwecr+e5SP5lQiTuWpApRZJ2ECLnhI3ma39
5itQY/DtzJrlLN5vaQgin373Gg4l8aplQDg9E1lVXSZg8uLCHu5el8pZSqLPHUgOzGJVtiPae2iQ
lsoU5Zyv2KbX/gm+wbJP7gAq8s5FE06gPEHYpHyRJSMKqMbygfIgN1dr7duTr9c9eCzmIYamrBCy
t8hq5mF9cKjXiDE28M8xqtUNWwf3+Chrh6cU+c7yD82Nca5q7Xp55UP17iAbbGRX5N0umapn42Vx
Q0f2+x6s/X7d+hF/SSd0/5XDzIOT/h9wv32lBhGAs9wyMrZle+uQhx7QbOjPoa1ZjDRqMXltOC3W
yz6Wm32J0SJcglHoALYOnMKN2q3+DbguDkuMZSeL+8HxTmgO6wfUW+XOcjRsWb3M4e1TYJefAG3v
RBPbrzoguiOqJW91FPrEADajd1gsa7+UTJ19onDnveXDGKp3n5qF6LA0XSkeJmFvaLIDsaf+jiZ5
a2zrDkZ2+KnnOuTt3VdNP6Rd0wtib5P9WmPJWbOe9YE5WGs/yISkdseaEACn1t41H/NuCYt6xZ60
gwZ2qOay8YvPva8JC+OUh6T3ppsaF8t38+FE2nxb1Pbx/qBY+MG9l9MFCUNBZRUGJcvYZ4Yba7tl
UYFFfxZNK8tjSx9I8ETeKsAOpHqvj1U/LeUbm2roJEPI6HfOCzCdNgkQ9JtfSqGy0hl00VDeF8ve
LgfmiIquK5VLtrj7dnEixI/eNKxkZxi7mwJKzfogzr/CcN26zBe1mr3f+9QLlwgfOq8eZtDO9cWS
3BMmKxbVFpe97ksZglbOg7lSqeMpTv/C85c7uRIW22MMwQ7XXdAxrttnTR2s89z3a1h+BnSUN4gA
FCtom/JmUAjaY0wWj47DZp2pYFznk+79QidtWdXWydjWCOANTxN/OWqJ+zlF6MDKm5K0PmwHgWoL
BUupsHtOOcD0cfMWtM99tU/qbYSAqeF3saxV77ZbF3nOAq3A7K+9HJC2pr3voy/N1mHDzZKupikF
sTUT895I93YwomvufXs7+1ow4T12lRv2vzueGqZ8vZv+UDIizAzFoQOWxOPi+ds99QpISG0BWcaK
AIY9Pre7L/fnFf9/Sw7/2ORER2/IcsJbPIa3ktiomgLlN8rAIDwLdtceMZ1FbesJ+aHNkLwDzttp
1Op5OUsg6z1dvJUe4RorG50ndkCebAK1Cx3YznVlD2ndKlrbUn6Myqf2lY4bBxHn1qiB2Kp56+sr
2ZxDL9KynNfwb++FU/iBCtQt7llkx/awUYJXYO/FdJSWQNjmbsyXhuuRXC575v0DX/6BmLmdD5Fy
m+4A2c/h1vlIRy7DWNj1I0Caux/jedo2lMnRnJ/6Jo/jvxOinVZlKJj8vj/HcYDG3dO+jv2UItOb
HIgEedb6A+TVRrXyXre+jbpGgAlCExcxg4TcIzb1XTdV5Z5lWEp1h4BsvrlzWYoZndGPlH+mCm7s
Nqx3ivQhE+Wt46NCJD9je1X1UNjmLbYm1z8hpYGLZ1KaPeskQWNIP9NITG6xpKPrd0lIeqqV9iRg
rOkcefNyt4tRVgeZI98KL7AXdG+HcbFrvC20LBymullravKKGjiqnxsdnaypxO1z4mzYLHWeLF6i
TIkROriptdj+QsE0CH5dHLnFke/Pny7SoCV52bZyt/5VZAGCbfNWDL/HQkCs/PPLcYYB9roOYbrP
sEx/CX1XZV+1SThYFLmkls8Nik0SfEP8nfZR9Vm0Ec10atCXTEchtbUBCQMFQ8qB6yUIbZvl0W18
vmJSKeR+XSMdiMdK6bpPd2PX8XNMgTXXqBxq4Q8pst2qfxvDqo//CUU8NJEKg9XfN2XLhOrns8GO
75TS+a6Cluq+LADNsu+KWgkHKtWfwn+qDTUCzNLq2oMDuKzqrDYOUtOx2evlYe297t3CYR+nU2/H
ze9qt+b+iD098muVgLs3YEkJMpvC7i+Y4bvtfXHnNp8PtRR+9VgD1jvHdYQoOCxhW1on0fdDfEAb
thSffcMQdPGk2MWvG0cQXBQXdvjF8TjMabQ1A7WeItTToxqHULRJq2wUx1EzFOYubne1dUDSDrkd
C90fIbfFUu3rbZmIHCrHinLoD7kTSXOMVWF5GQ4ULbgqjdy/o0AVztcMGOrfA0QxPCexxRXw1niB
aE4dy4PYT7Y9KOOngVEVgUErykNgoVjFMSyqhd4Hy1i9WEMAmN+2zYSYwIrm7hgau2jGw8LYG1/B
cvr5YpiPzefgsddex1tdhIWWahrjbFj1sF/Q6Tjjw7p4fvSPf2sWLcvbkMhGISxUewEaYTnbe7va
qA7TPJGsPjnew61qO3EswcLyI+LEunm1egu73kKFB8sx43AP1Cf2la3CbbaIJSbnR/PYQV8hZu76
UcfpEqxaXbewcNurQrqQnxzcG+J5D/iPc2hR41cllaV0pRJv7G/eoliiIHimEZGOE+NNxQSoo50p
vwRb0bfHZrOb9m3ohs595fxAVHGCZzfta1W3ssn0Sm0iQHfTtvq+ENFqMXuv5L+kdht2yw88CaL/
u7bSKv4Gw7jUr5zIPUzU4Kk8mzhrnPtJzKN3BKis5x+sYFFxNgUI03c4EULmH2sHbOqJh3wbPwyS
9+ZY6M2b9tdFytm7b+xtng+MmPBnOjAlHp/AxgvwqcseFlX3lS7M1SxD6R89YlPtf164D2uXWHP0
4sMEBAMcy1NYrI5CYlL5fJFPFW0fnkqZWce9u7ThuhBwOM/W1B2AA8f1ex3sGYkZM8yS8zwt9oBP
w9daVnfAIHIdUXARlvikTcTnlBiUJqX8D2eFWdenden35j/a7lkKgaHKfg7SZmXud+/tqPZ3phdQ
K9I0x2VKHYrdNuxUYSAO9VoscFGOXdvi0FStN79SdmkG57Td6Pk3p+6j4SwXblK0ODuNnrQcx4SP
fQWryQnri8oNtWaCTgMx/rG24Hn2lB/v6D4Uvr14j2xRbTOilUG48dyj67ORfSDdqs/IT4YmabnD
i8/cwTRUH4a5paKbr0oFDKvrGkb7UXkLf2mMoO6lWhcZJGHpWHAsAco6ikbaD/y/pCxORrl/5Can
r7VU3ksrJNp+V+I1X8Yh8DLfC1SX0tpbYft1Jeb0qfU42FFFzKY95ZEfmcMUtS6rdgsCiOXImqx+
hL5Y5WvuuJN9jHN6Tf/OK7DfE1ouZ/tyls2JuX/GwguLRJF9NiWxyYP2hGRy4aE1VOqVrLSWp+/t
ffIe97Yvj1NO8CKMkUDUWdYI5iw7J/qFykf8HsL2pudO5fE5j0Y49Gke5dlQVPW4owtDom/Pcwp8
2GfzRgJV0lSbIb278J6kgraCihmrr6muglO5usHVd4PSA8+c3AvBtuIrCDx+ey5AeAKTFz/owgqz
MpDWN+Omd1K1b9/ZfBqptQ6+TnduoiMeJFCTzveuk0WNkzDUN6Toi93nbm3XJymFcG72JfrXRJ0H
EIvafyz2qcscvAYP9K5bEMdg0Jc+Wts3um6cNNi7EIueFMmKZL9JgWqdkaVbI/DjhPjRsRkfwsos
nyEy4rQvy+4UtkORDWRjpFtOapOIbZ+a2GIa3liaOsAzQdNUQp9jft/ao4jTwRlCTEdh81lVHbRy
2O3/rLAI9BPUTsGENjXeWda5/KPU1sypzzN+Oy2l81/jGaJWKWYuTmOg5+nIr0fcWciQt8IvH6PF
rX61xYKyxZ6U/4FgFl2GpwOmg3VxL1PQRWmby/yeFgIgRlEgTHEIM+QTnjw75XzFjuL2CxKafC4m
RJMUX8mhag+L3zjn6v/aXGD1GOB/b5yES8F6dHfWzoRMz/BZOiU0Wl9v07s1++h2+YLlg0sxO3nm
JQ9iMTXtQ12Dy1xs1CRp5OadCykamiFxerzvNF5NBn+I1o/BvKKUCH1CBgtLHuxuRorDpeLwaIw7
4SN5V6UIfSiv6raRPhYdFbBtIXLuWIEnwgoDdePVMiEhf3XJpo4jJPXl6qG7BTQ5TYH0voCy6qOr
qv3kRibCUyQACxdy3NN9q8rLjibjSYddd9UxXkrY9MCAT6Jine8dw2vKcte+NQLSHsQgMn4Wjn5z
N+uSbXfsokRKVsZ0g9wFqJQtGq+gXha2GkKiYXTMjpAgEpSD5w64UeoXDlbDAPPhI4ike7c5HixF
rccoE84QiYxlvslQE7qX0q3VebXqScJcEHmP1228LPM0nENTzxc5gko2VCXflfxPzGxB94ZxsPmI
jOdm6wwqzM5A1EXZutvTuNXlfR7J+MEy+YbsiyykR3vFInO0giB8lW2MpIzCZe/cr7245uHu/bZA
eGqOlyAcvIt2+so6uggcPvpcNO9WPfcfTqfjq7NPzqFRNsSorU1xZmqF1chX6ct78jl+hM3GkGkq
GjZm29wPQCf3y1apHvrGtu+3Ug4PJXKWz2gcQ+cwtbV76Foy6dKbwSE6e3M81Yls/PqKfYC3kJL5
9mlqZgRFEZeM9HjccbTa8p68HF0eKYpW2b5Gy3L1ULykDH5ll0TTPj/WMHqfnYuYfw/JgWQxxjir
TQ+BGpN7k+Li/eJ5rgnvUoVOyW3xDpOI64ehyUORQB8EOIUCBtUKnpNb4uZaJ9Wb1y3o5vwdKNrc
L2zon7PlNVdYbXqgEJNigepBB4l5zFOZN+tzPEQG75qLnRGY9ui7VfjoMaLexw1BrZ5pTJWWNoPz
s9pmgipwwFVvfRhtz7R0s4XkvlMcbc4c4shDPRwcw241IpX7Zv6K9blzOnpWq0K8dhg7zjRTsNwm
LREYqRn38mfFPftVNrrEQlWLgbnJgm2Lw3hjqW7IPsnWbV6h8gP/v2Ei4EkOE6F8O4MLSIsaYzKC
YD1otR3Uuh+AQrwuC+G2nlmcSLwY/PZDoRW+cwc3fsehNvsXck3NaQnN1j8ZZC6kE8fe/lHknfVY
YHOBoBjiFxsM6WLt03bpIRIG/HcqolsPM+epAG/+iwDT95/3Xc1vIJBKHIuSkLFsYXbdeEcL4Euj
K6+g+LtZs2lsu7++bdaLDHxx5f6vpvepat04W0tr7C+VQqh7GMIheqetM3aSvtlt1ohSSv7W1XdI
fbHG4LGhY81Ft2Wr3yspdx83RUSEMcbIS5/L9lAWddeerDGW+lQ4uWU+2/kW8bntO7+fYjvVuBn4
mbf8KXbpQKs1JTwgzD5qH2t3cIZUoVX+PxuuPpAo06gNvqP3GAYlKXTd05xX6wZAGVf1S27BPdw2
fJvG9MSnb2jOyFCJ3Tuuu83jNA5bhAa5XjaGI0qtkIyAF1O54w0OMuTWlMXipH2M/J2JcZ/BzFzt
l3SL7hIpAjzhBmHMr/6JkLxlWqmXcbljAovzBGec++zv+dK/iLjBvygwGUeXHojLY4HkLLxyC+7p
7i8oQPJb/Fs2FlHM9CS2Hf3yUoBsi8Kfmh9S2LlEWId8/jhz6JikninASmirUmgR41h9eWXIohj1
Lk1ceD3nPytLYdrE3ThfObvEt8WoMWbaX/juSZMpU4Xwk5dr5BBJ6nGtF0SchQ6PXuWF1OHsm7kC
9pcvRXszjJjKmnFKzuM4/oxkiaLBbCJuUzkJB3BURBCy3FOMwCEgbXlHjzwNuXnl3ZSHu5OP4x2+
fBW+S48fw8l3TDz+a9e1FkgH+Pkzq44c++d4VmP4C6x2OwJmIHptwzCWXCVkiP5QmmCoE27haszm
ovP/x9F5Nbeta2H0F3EGJAGWV3XJlrvj2C8cxzlhBQvA/uvv0n3NOZPYEsvGV9Y+pGR8ux86NW3P
23oJ3JeWgnp+j/ky1KgMsw3dnZ6bsDkvfUapaS+GHlrCVi1GqTMqpHnjUOpllD7K+gJjqMzIpgvX
PmUz1Uo2oSRTQ6Sq4/3/qy906O/ahabCj3INcmUZar6QFQd9QUFLZd9ujMeqQ2YQp2WCAuO37uhH
5yjFrE+S7cYJ0SNr+hUJfbd2X87+lDzijjoH1Zvyx/hpRVxdCP2dUnTFwcrRUDZZqRJDj6p+Ccea
NS19UQXbqaxtfMrcvDkMsJ7mewfxNcG/oBi6p2xmp59YqbnaJkWi79pZFuFzQvzmPwLIU3EOeg2d
ba54Qd/qcZQvmjT90VZafrm1RMabYW9LMFH/FY6dLphrASxudiXfk/79T9gw4kFVhLlff66zoUOH
/KX0BCC+432TyjXkZw5xvXjwdU4mHohYNdk24wNMf7pVKhAMTmj9YTcVOLOkCBdtT/6SJezp6xrl
kD/nSBeL0yA5ym4Dug3UgLVk0wMu5DhzDqZCRTSrjOIqhymL33yEqtHr307fgpkLOhOvcI3nMF++
cjiX7ARkbG+3WnsjbS2v67juwqb/b4W8zXJZXcuZ1t9EIAftfCWwky0Ojx9/QIsBuWw57RlT/7TC
zeY7ctEh/Y447ZXzTtcj9jTDzDTGf1vMx/Xalj1xHzPlZFgWImDlFUBgXu8E1OMCyXKlhQtvAxVm
zz6CJGAWtVWMD03yfj7lRsdxv12sqv90a4+Yd5lmMpkJiDRP24tydJysW1sIdv8QDFhLqdVrlS60
4O+C0DGoKIxdw+rBxUD5JpwyVfX8kFnaWs0Wg1B2IRGeXkoKPOjg9bBVLmlglE5R7YJ8XT4Ca1v7
6rMsrtjDV3G5jJlegrzF9xhNdS7LXv6sfFIV/xQb5Oe96iLHfNaG2MFGrVj00L9wMVnnHEYLwaWM
YrE52Kmt+302OnriltByqR/dRk78s4MHAP/aD+3sPIsmKwL5jlhVBHsRmSw+5hJxnROS7A3paAiw
pttGGYWy+5SUcp/sKhqk+l9fZq7348YZPua+7gj8ilHhq5Bnf+4qnfoXDr6uopePsPPssVts4K3l
i+kO+IV2Xw1i+LyXJF+HTZKU8qxKIlDAvm76VDfNAi4+Ainp+FljWFZtc3boXN3xTEq30Yg3dSGn
T4qQvv1Piau4K8kiwSRjYKLTNBWXMEsmcTBxLQ9+F7r3DbH28du0Pc+gvfWLxBxUNkxufJiltLxE
aaWpm/CxZNO5bTPlbD1+vpJehBP8XYuGOs6qTPEVOn1/HKd1yY/AVdgWMQQIGVykC956ZbLg1lRl
3dY2ZfkqhISJNn7Vmxm1hy9gr+TQX8FciIqHQlM/E4FNLl6rmlcWuswJp0kzPwR0R3/3FmsAhkUj
N+OQ0uTFqG2nR98xpGQXE7jEn0jADmfyFutd6fuUSsjiVhlFMV6TSMQoBONm1HFTHDvA1PxRufZn
U2XFYxlbDmH97OVPqPtBcyebZOTKZ1fvM8zerKXjLpar15FJ4RCNbepjiY5bxD8rHusBI/VmfZJY
LzkFv7TuGFF2rYy/XcnkeZu0ioqaG9uWAsxv40V7TTGmO9QB/vw2TLJ214Ze/uG7RbWd4iFyOcOU
OGkVYXPnIVjhx1QDKba9zJNG7OKZBDwRmPhGpkVr2djotreklm42XFcrOcVRdbMrcYUSK4oi0cyv
y+wWf86Z076FGZtltgPtHJ6DXWLXs/bV6B55mUzfS0PXgA4OKZ22GrN3L15EsxVsKSFVRgfJ3I0k
uCiCrvGuK8d83LWsEzsj9rJKMLFLvfWdDLutwAb/FUw5jJHCHZb/MkVj964L4/FFZ5Oy51Ct45sL
gRGRxRmKo2qTrDmImPPkQYe9PNm88GaOz66WjxYl5aku8+7SyalTD13Ym0tR0RRUGVN1r818FmsV
n6feBmcVVOonjMMJfSJDHpeybJ84HfN1beFAaLMPaHb8hEPKfmPamCdulWzPaWViALOIbpd84Wx3
ZjOpR1GzNGt8bQ0hwVPnkIg5CH9hftOZg0/qkGwlLpNMGOs6zthD2mVmL3LmVF6aY/dfn84cbTnD
Byh/67Tu3C5v7wp0ee5m4HSfcYZt8+pqsk67ZGRpbSiptNHfyLCNeU97HBrq/tj2YT7tppG1SHOf
tkxNY+kVe08RIUAtiIdzM7iq3MWMA6+GLdi/Wr9L0L90ODBetrpjcvdE/NhMNmG8pmi5GXM/eF7c
ghrfPC/1vqpTsWyawRmeEqcoDmvp6MsyJmY/yZHc0cDOQE35ceuYlJRhPZr+YalKei3cdh0nziqc
du5YmJ3qGDzwi0GnLcrTjx3X3NZH4NyxoTwvLwY6yc4l1+uQ83fIbgaI5mCI5t5/H3gwWZTUUB6z
yCHelOdjcLPf0wEF2K9IFSH0NOJsor5wdoHDYvAlGZL2CJhIXByiOczeAwXgA2kYAs5rWHD75mXT
bDWVRKpLhUcoMBM9frI3BGo55QTE6VtPQ8SU4cl45+IgnHox3dallOhkmZs4fymKZ8e4CrIvZcjk
btZE+GdvsARiagvSauOhJqKx+MmXpFf0S5Z6cLaG1NSFhllzyNTQ7YWs4+Kzh4/2qjyVryQEcCl+
dY47n20nXf9Q4xZxMsy9uN9wdYAFUHlW/XWGIXjqwIlWJ00FWGxr3yEM3JbTj+7oDUpKj8/10pY7
TZq53mZ2JtfQOrrddji05w4z96koF/PU936VvOS4okA18F+IMwScpUoCRwj5NUgOb7Sp2tcc/5pN
7hKftYL9TOBotf8TTPWSfNd1k9zjJnCX1TXrcjiEpAFlbCQulqiQWtMsdYnE46CbvqD0ThTCWWYs
Q54GxVvWibo4DYkI9i6eEMPP4O0wk2fkMsLRhQiTV6lcDsA91SyCYJCi/k3G9mLjZGj9EEJSHqqU
V5xdNFAyzDp/EQeP3MDrkiyEaxHUxNFYE7GIAswThxyKFj+Rs1IHAzi67VyQIqJw82CfNjw2tl3h
1KggjBxXGsbwYFAwk4eZ2eXX1Al+waBXGR9QMvXEpVG4PBA8vukrtZ2Ccnzh0JtF17BnpbpujH8f
eWYuLjFdCpalN3j3m2BsaScJqb3uA5uE7Rg3l86cZ9/M9YHikCbGi70KHYzYKmEFGgHimnB9dCeS
B8M3OYLqzoaLuvVBwOhkK4TGnZeMzXgIujxEJyjkA1mPKt1kskNNS+fGnqa+qL8bX5fTBtl8OfOf
/Qe/qcnM8i063iVEgHavLXW1hyl2swvYIn1y+rD9zdm17u+XLp6X89SOCoW75S1KmySEGryZwi5F
JYfvcOlvh1XddHS9GitGuJfz1KM8i/JfbmtOF+2szL+VhKrckJTpKL0Cz+T95FSjd0lcxoq3KewF
gwLw1ibY6zbJ6QWUOFt67MhCEJ0sTlVkyidHNjI9an1rW07uRI3KpVnXvQOVWtkftvQ6IF2mF1e1
fylNdXcQPuyypYZJZNJawYKvishqtSfDzTQioIt1RxpsbQjEsi0ZBvVgT/h3bKKJgYXseGtPjwyv
xvymM0LznICa35wjZqfotEooQevizF/BbTPX0gpNSihOflcLjZ/nm4g8/e7CYKGNhsvbbIfEKz+L
Bf2CVZr5+u6SqOGKxuMlvZhwHnvwMu2KXUmdgZBc4Ocno0MvOsimH+/4FaEvcEIw/9jkkrx7q2vR
kzsSf0WVexKjx4VJQAgTSqYsvT48hngiSQVaoE3paRCdSakhki8CvkRcLZvWTx6OOR4Op3I/xZqg
PYvhjuN5Smca08dYJVO28+uR8F20CmgTtpK+lSwQpQhxXL3c/PGCoX3uySSsm6WSiI5cCjj/FSHT
5zJyg5e6sgmgMtaO9jVkNacd2z3Pl2K3eBFZ3Z4k2fymRuIYiiUyR7J0cfcS1SLN7rKQnetHnxcA
JNe5XNbzpEB47NOFzi/8Ze3dW41L5dCNOTd+Jii8hc2C6Dvh3sTIv77lF4MuMTwmRO0uKcL4jwNC
5rfJABHw0hoTisoRKRtN1+ggRnF7bIL62nHgkA2OT+4cAqtscJoLOe5pS/HUmRzP6N2yrNRJQMDQ
j7ECJBjb5/nsGuoSC38v973il26wF3ZDOkQaJmA0hxqpAsaOQ3eeielIXmP5DhM7nUw3AhVgnIVv
I289qIbQw3/ciHVGez/tHzhWej6cZ1m9xOQi/07urLieEFo3pq7G4wpe60qiBXPXTmClaAS0jysa
zFkt3njs2DpBMHdoEPhSD/Nyz+cCCLBXdKazlbRqEeH4I+30zX7sAz7XipPAXtBO+C3YyRz8W0Rr
xZezEJkE9E/Q211ypnJ6yXo3hmP3SOkognwrEJHKsY85RaVQo8ElxpZ07Dqj2dTTtifL/Wo405xs
l42cZrIa/huKMGF+tRAKbY1xnFMVuswVnaKvf3CowfW7tUMTp14d8M0qGynGp3LlKuOPabdY1mC3
VawfzFjba8IXfk9uiIJZlbiK6w4A4Bb8HOW0LqVqEka9vnDclHsqIdFfOygaqcZKf0sKx0D2tgKX
FOBGTAvQTgQ4aRq8Ka389lcBLgxLKQonsI5+V4G2binilpmteC5EFOUxi+vAFECu8vTQuhKAAMea
qdyEGADVm2t6FWGo8u1hxeMynEY2JkV7N6zdajv0fhafNFJys6/AsxB9CXHV6cKOQdy5xLkn4GQX
D5IKZrOq0mPrdMJ9omc6jNeBPsmjzkrOvdGEyP8kQkuCn5CkJNWAr3Z0nTRH7OObdzYR9dUO/kc/
b4uiWB/TebL8FQFFHgrVHzNm2RtzJmFGKbNA3xFrzqd7MSwlAb1p8IqjbvsoOjSRcux97raxe29W
NvTgVnqE7pO+6U4K8eaDsGrxNcfl2JItjAjH8i5q343DOQr0YZKT4yOXBy6sdjLIB6460pFFfFQ4
pHRf25lgolfclUNSfuZTFf71Ixk8V2msvOvq6im/4zxAkJG3+wz9Di0B4RXt+QEkoP8TAe5/tHyd
z0TYe0reYVVEeGLevIzbYJBucgb94vnPIVlkf+97vYHPgCbeQ5mhxLANJjIvmBcVtpDgRMb+EUZv
L9xgN4wkDFNG09kkDsN6PB8S/sL/Kg2/BtfcidN9mOYDZwHjUmUssj6ODkvOxEfrhYjJr3Amrn6M
EgIv+5CtkedlKKKjLzO2JQ1dzo75ArjIjp+mp1JEOO9sWbhktkAIh4+pXNt/QdTNza5aAqrMdcCE
tgnLYXlMG0IF21ms4BIaElD3YYDs9DCn68Sn4zckTsPG4ChHWYiQnSRE2K9rlFbPTthW4dVZfZIs
ios2PDpTZi/e6ix7EJnBpfKj5EfMhB14Cgc2vFMNkbUrzCu97hYhunBHfLdqLlnVi8cqr80OyzJ5
bpqZvddEiu1GJUS+7hrmiwhi0iqx6AD34k4b+lLbWDtDDfxOo5tBvJbT1wCgtK1uRc6EiLvqhD7h
wk+PrBtJBppALBBd0rI9qaEurs3siRPUpcX7jVkfkasumRyyglwyQ13f9S8OJ3q55dQfReelUOsJ
V2uhBdeN8nWRQxI/Eo7gRNc21HyvMf2LFanf8Xd6pI9g5xgv3GPDlH+ZHCEPheMRqto6CRtZPit3
9os3U9t6xhetARBRx4o95uOG3xe3HHQ5Ra4uc99o8/BgIOLgeXcuSyAeymScdza3A9RStBV+XNkE
r0T84+GZdD4AwNbNeAxEqHg4FfDPuudYKnaX0hctR8kZh3IA34op/wlGO/nu69aJyeMFaoo3/Sii
u2liKfW2yRoSFVTye8uTNko4IuYAGP66crSHMKqEujpdT0qFLpRVdAQGvWJjbdCIRKTYEIS9hevu
CziB4bBcuVG6vVIWRlE1x7vKi4m/52IYjquDorjRnYQiVPtxmRxIa6hLsTCPe+wrv9cUOyhVLH76
TG+3JV/gMiQEnDuvVeIF31NUQMxmXqCn8gQCkAYawCgaA6APKAJD8STWX1Gm1E01Xsswrr19SA/K
7EZ0dpAPLBbM7wdOENlR+z2SdzEif22a0s/Ho9849IGLvgvvS9OI6YuajPLfO/pX353iB82MrotD
O/AQpARtIax1k3t74YTBnrT7EB7QccV6luhFm8Xtq/7C7nfajhNMuvvBT4lXAtqR+Bz1vKivYZ4C
95T2IQdusk44HJkNeG+IAsbo3yUq21eDwQVSFE+DMOG2rkqE+4UNRuG/qq+b4gMDAhIsyYZC/9/4
JivSBbMkqK8Kc4han9NuqVopd7YadIS9HrLYlokCR9prrV4PhkAXt76k2RKJScd3HILXkd81Wr8D
jrL3zZCbjwRXKn8KJwVrFyZeuTOjiYBTFrhf7ZY+hvOfnowBsJ2H5oKJyZMMb9Bhw/zKog2S0RRG
QxLObBo4GVsGO2BCDewPAuwFKdJGeu/OoMl+jVKH3wAKbge3qWAR4qeN3RlTciHbNswzA3XArZEm
DT4OfBkeIZ5Hj/kXmVqSX2C6eDQf4D6REu2Qb8N9LKZ1OM3KgyNVISx/+GWNrIKwWCIQqSkh4qTX
ewCbM1ivjhTVjl++oYebxOgyQ4H5bQw3H5WLlzIu8qMdU90CYJuQJVp3cprzyPrAeaO6dIzh4FBJ
fRzqxeufgdsmhCSDICc1avlfgty9BV96+8ytPD/DYnIvxairJzVN4bppRKJ+UPijK1nxflfNEWTj
jWKyBN1GvPuG8rLBb68bbopIfvNBs5XK2gVdOP/02zhUGyr1/kOr8MuRTmZdqj8Y/ISkEry1TdHI
8tHXTUhpxZPzFxSS+MoekXTcr9RNBC1NsRxn+K/6OGsnkUBa2o5NNEshoMdqWiiNlBD7UnLA/Ykb
LQQO12a5JptEaEJfVjXZ+66oxjcTER+mUZJO1REGzlSyx1hrs4HcVL+snJe3asqqB4PxPW9iN1Lb
hGAIuAiyaSGhwWNPWGfvcNT/j9ufVpRjPaYvlzYowKohSs7tPMzRaSg7XHaKX+t7u47TfAy0dORL
aQq8u5TwarVlpw/MAtJcAXJ8BEbhk3r5yg1r0yB+tgUq1paDefsR8YPPwC4ETzjNSHEJgiyhG5s5
CKBytu64HSO7fhKq7785JJQbuLMLdLhkhiAVwqC+pMTVDisHwFc3K1f0AowFcegpmBV7jY16IxsR
J08OrAQgHAccNhYYKxmZcV6c6tDzgGqf2zTMSZ6JoDjUUd1dZ5fX3zMVptG7xm4lL1JLEKhRiFd2
Jupu/DvHDeAtxX7kfRVQKiKXvnbdUklwlG6BwHdR9lCRky5+x34TnDtF8BOC1WBDCAy5O72Mvavf
o4aZr4rTYY+vU7Z3Zd2sBStY4NgswKWk+JiyZv6T6MY5zSwMzbbrtCwvQLzDHrPZNv/YdduM26ky
xnuiWOBXB4ZSh0xgFUJ4klmeLfs0cdr7ilnmCjkBzyD2pe3QCYlIniM9JPswQbCqDpxBGbn6aNLt
0fQcJgnkr7CkGycWz5W73tq5LG5ryVFNszy5VD0vmpT9Dn4ZuN0gndfzmASBf0hIJBKT0lzrZHTj
oTmn9Ryf/CbOn5QiewSWy63fGiLZP7GfwJgl+3Sft9b8N6vSd8najjA2UiGuvEhH7Msu/hBULedN
1hFH4uqS03UkuH5pUCy3IEcsBc4GxfkJr4aGoDvhyV3iDH3ybZF1TrrJg3uiv5bVEYdkphHJiJ4I
/mkBUmmfeS32BuchAp0M7U17P6cCbmk+0e/p0Di8fRTE60dVDvpvuUzORdQCg6PrpCJhZhhJYycF
a02aPX7NMSfu26Yt3+EwEyDmw4dyprghxiARZqdhMYVvhXUwQdsp8OkrKqKMt/4FwYGeRXg1bnT3
3JGWJycbmuovbATqEpmcEUN9Ed4elAvuGLS69s8am+Z5zZf1TzaG8t0BRBzew2qsnSuySc7Nghvo
I3vU/rRXgozN+5TLiJcT2soNizbOdxj3YUuhh5fiWefheE5RAIPDUnSrs6toZBx5sWYpT/hieORV
3OFkp7E+RJV2Yfa3bnEMB2Dqh6IrxL0aS94PDnMQSEeuKAfEYlz/QSKGOBpTvCAIYW8aWNbb07rG
SIlihB5B37I6c2P25Mb87mxIe8pNFS+Jt09qAkmgqwyvQvhmVGXSqm+CnYW0keHL+MWPEFO2J3If
3vnkAJijZUy213gpeTjTB7sGwrGz5WIIMcuSmFJ3BCj10tasP6Go2641hVtKNQxueGnYRC5NqQNt
kXlbywj1cprz8bWou4wWW0s755k9yozmybIUBzHQcg8GMXiPYBhW7+gabbPzym5Mcp1xkL21qNGg
cVzTZVdmjfQ6ZpRawJEyRPC4X8VGtnFcP2EZr+YRviLJK4h4NrqfTYi/Vy+68y9sUly4dkEvEuFy
0m7Zy35surt1WXROHsep6bb5MYX5BK9ruS2foEndd4Bv6VORLNyRHe59NlOMJCRjkXr1v26N6oeA
19eXX9joZXbkeJLOxHOpzAgyu8Kba8zfBpteEux/KJqqaw+EZaLHXrn1r1WBl9+3Yze9oieGMLvp
soQ5wO1cjJ/p6sYNcLEoxnsI3A5lox+orI8S3eFflKdafkmOGv+maqGWaoo5/AwbL9+mBEhY7u6Y
EHupGvxnv1ZG8VtP8/rGnOzf3lgoNuwRDuwangBar+17MCaN+VuNUZr/4YSRU2+wa1peotVQOscY
4s0b4vetBGWrSB6qiE0PzNM6+tdOKv6l0gyABk43r33SFlwXuKx2fEMM5M7c97QgHpQzuskjkUOC
iBstFkxjNvSpjyCq5PPsuGVzGrtqOfuyJgDhLc0rXHuCVYIdNHSeJuhRXZwA9ha5WS5Fq6KvtgNA
9VPTxPhTGx6jmJlBbX4mpeP2ISFn4Z9hGaqaZBnLiADU8GaibEvGvP3iWNctf6lQNeWOWrL3X8du
Qf0U3igfAi/AJw9ZJ319NKSFqIhHHCg3fphEl4In71VNiw3ggITe9+iNwcmPfUImYVtHez8JuMrt
0NZbEYaTS3LDN3sAAxzAmjmmNAMEYz0XpKLm390gg+4T3oZXMOcs6fhlvW6aeCvnwQdZg8m+cKW4
5hcQwQ52xBz3fbSdUQEpcDflE88IADBmyoh+WCT7LjDp3oZxfNcxh/cA0FyAWNTdBnnS5ayzc1Z4
6T8i7WG940ntPTG4Dpe4WcOb7h33f8pOt7/bYqZ0UaRpd6Lh0b9YQAHHNjLt9wj06aEjN2FfI5Hm
pFccL74GvTd3bAPIBWYzeUhgVUw9xR+0+MlNDkNBUIUirR/V/DX5ova4oyoB20rkj2/N12r6m6y5
D7S4ISY47OICvPYnT27+yZWBKUH7SeQDO3PG68Lk5F2MxFQh/LQKXJdJuLnYKXjTv0oYHyXiWwG6
grJJGG75GN1Phr0QEktWdQUsMSrFXNGzw5JTNnuv06FIyan8psRQEAJ0Rjk+C224+jcezZr2fqAE
2O5qu8CkUX1mj3ERjghmDZmhHfXDPIfWZSliyWis3SeVjxUDeY8i2BjFsWHNq8ihY2uNAtxqW685
C5azKLKv7fy3rxnH74ssQgAe2a5+P9OD+M5ZESTTfYp1R0ZNeHioPjjTGfhEAjjNVmv2zDmdJJQ1
JW6YnefnxAeePW3pNYkTAioOSk0V4LuJTLq+5rXUcF/JdRz9DusJD48HDyS3ROwmr1u6U8ZLl+Ay
V7Tuv+qyDq4FVZQa05C1FP+NXaEFL9Sk5NhGqJRr5gaF7JJnSlhN9a5zKI57w5RWHBavTPeVB5/4
kCbtUuxrU8Q1CIoy0T+C8p774QerS4RBQih8H+gtlB8RGQRsUTKzSXaBWem9YvoVqC05/MZShHHL
qkd4klIm+BJumzXH2udh23Km1/fhNFOxzkm6PmvXhnYbTo56Qv1O8n3pwrD96b1s4AKBJBr0R0Yb
+iYQFzn0jt6ZtZKRt8N2IrEXzWyO2PnxQE2BtBHFS5WHG0HL81hXNdsUaQasp9WLHOet7sF4H6Mh
S/ObZ++m96vvgNjz9Sy7Ozuh7197rp7uWFobMwdK5Nldmub9Pdfv+gvQlq14B7WEkbuexEkTCJZt
1W7e/clmw3qPzmfPNDWOrOC2iKQ/HoUCXrVfBneCgVYslCt8TuqQi+rl3MyimOGUedU+JviNeEap
4+z6CmJ6GA14KdqjQsmanKTZG79J7zFFiletWCSxKXypf8UVEBNOOE32jZuV/oHqKaCQTCPRbDKc
fLewSLakIn0gU45KtSbDtqrKfpXtErDMbua0XwZon/sQ3M4hxbOgA1uF0A1iBd7v1w1zxqpCtPVq
b5h14o3v44VyTTWe2RMLHXd0vqCQ0bOAu4TAdDPjIUYC+Wpq1i2NQVQ/IsRT8M+rGjk6IvlFLkiJ
HBXFo53FXqRYUfyErblhZweLRxw7oqgkwcLS5dVDt+S6Moub7KJinaLPlgcS2NYWLeMVoqCTvwQ5
4sUrRiITQeyCZz8xdSzZ+8pzMN17aUYxikPTWeMnQp9JxqNitc4hKyV7oE0G+A3K6Gmh89uymqnA
1KjcMaQ4c7uThYBWf+RlmCuxSckfdAjvBiYLwZGZfUt8hss9IuwKss11abSRtq/Zjn3XczW8rly2
bLQkj0ALrqctS142iN6jKp++4aP47YdDoYIyQ82PkSLqXOogDO8LFJp/nCwTUorGsgJe97X/q0i8
xD+hbhf3GUdlzqelb9InwikeSYllwpxOp/SKXoRfVqQYu4oeGDujIonAN0r53NcOqEjlzrSNJLr4
nieW+k1ixnlpSo9kqLQS0i7Ykes8QD7JwLnikU9t892A6LqztbEHjl20laTQ3mkk3/CWZaDxrxH9
5h3oCEdAJ5O53JJxqR6zzngrHWz6w9vSnbD+8b78PS7v0uz5BcfXhcPtG0H4QBwDKo98TFPZIouz
f+qYqLC8WNWFzqFpk/AxGPsQU3NJySASL/D6X1msm5/JRYGmY2wa4nkiSO7ycAGngv3gvfsY6fV5
1utkbhQfm58gHiTX1PLyow130882fUyL6Ha3Wfd3E0I2/GYKlfFjT2TUvN52YIV3EbzK9S2KTW5Z
o9MxlLcxUNrYbUq581bmqscVxXcXuWb57Xl0O2/m1z8YhwSTRAeYtg6IWCWDab+kXpgz2nqwapu3
RXkPJTkYnv3ZRzFpGG5AXilBplIoc6JYm3pnYxg1hkjhm3cN/+Omchbz1Trr/NtxKJ6DtOpoI/Xj
EaiICrgauvo8Ol6NnKf4EXHhlqh7CKORvM3aVcXVjaDQvEDC8BKSYIF34p2x6pTAKxmWPYJD8ClA
WjzT1yyBnTQxUtJqPc6LRKx3mnkBbo6TD0dwBZzrwT2X/2WxM2Mpj2X6MPW1nr+7IiJkNwfBEkK6
GexRukM1HsYKJPB2IJTvb5l39WcXeDBW2Qbt76ZKRf4GrU4+8oYIXytOrwRP/IzORx2VfwDUdleA
3rOlvW39JyjGxU7nPKf3TBLrqwzZCL6Y0KmPPm3+fS0TSqWstCvpmEBi4cEkjoJh+z2bqKtv0mCU
n/1C/5uDMF/TzLl+5zqc9zg7OvkvwWaCV5oN7RNtmG8yqdMfaPbZaYY2g3hfViy09+qTD0wQCV62
rM+1kzqHbAhMDvmtwryJRC/MFt76dOfaPPb3PZt3kHp0Kp6ljNhl1fGwJvmTmVOl6xD4xeB9eIgJ
iERD5/F46JPgFHgKY1veMD7EFPgpkYqzf2suyzdaqssfMJMOdAuV+Hh8lFc8QZyazGQeP86TqF8t
P/Yn7FrzxITKKCbBBdFKE/lzNU7quyi8loJAOMbXWIzBcpf6WRAeKdpSW5kdlsJNOWc/EkpwskJa
OQ/SrTl8MSnsZUaWfis68LswV0mOjst69YjcM2lCfMZKJ2I2xpnGthLpupPCH1ktzs/20WRsKKo4
9fOQt/FD1lb2tW1zsFnMM+XHEPa/c1MpPq6SQIO1fn112Sj02QByec/8mQZk2Bf5KZjx9Fe5/G2z
aDoW6aqeq9YU5Snixtv7vPX6jVFe+MhiKmI3AaW7+0FwEN9PfTDQ3ApYt9j5fKph2/9m/lj2hmbM
wWvSeP6jjBbBwYG5cmhgBhSbtMuxR4l9k5J1CMlZvi0WmcRjcnLmOvZ2Ti9eo1hOD+J2yCI3wvWb
TWAoCRjHd54ukheBksAGrKjaSVwvvA02mFxs6+dnVPr9Isv/kXReza0q6xb9RVTRhAZeJZQdZS+n
F8r22oscGpom/Po7dO7rrnP2liXo/sKcY077Oguos7CY9wWrvi48G6NGkCbes5kzAHDe0p6tMU/f
FiNfsFpZewc+372N6vnYNCJ8CjCTH9aqXcxJtEACOIs6+gWk0k0sXNc55/w+EIzYHoiN504emxhi
fImnq5q3hWP4DO6O35ZNU8aOp8/D95Y95nr0kGk8e1xWxyJL7HfkD0RXIHpmqRqA/ZD9Stbq5Hqh
R/eov5FmDq9R0SIFqmTxjhDTOTU+DOJqdIyLCh80JBLv7JdNUbbLG92TT4UeTg58rmaGZVWMAt00
TVXcui4UrDKYJADeiXGw49vlI8aGMTZZGF0zlk209CZPkYVZko194VUZOT3QuxBU1PYRTdb0l8iu
+dstRE05q7/QGxLrWE0EJAOkjd6sMEGtllrP6+0vRQTZLkRh8I7cCDDYLupAslgAwQ2olw52RA+g
e3MsidjZgqtzLsgpaETDYB5vO8/C3lQkIp4DjDZ81BVabp0j47AdSh2wp9vBMNH2AFMT7VWbJxZU
wKKZ+xQzBVPvlC7HYdqTiDB0J9AHAzkvox6eonQ98l1Hu06tyAEDi/UfltpvB2lA3Atjned8OmOp
ZlrZSV38C0kq3lja4fIb+FZX6Mrly7pEYRiPciL3BOLBgJVJbWk/Ky40gFwfKf3urWAb+/62EqI8
RCX1RI5G+GkN/j2xy+YCLiB1zlEqOFQFCOsHe0TGr6E+bXHHQzBFVXNPsVTd+/PNfC6RWvwk5LfD
sqhwIEVlKPckhfQC+gZPtCWs/woFHszJF0CL+Az2zF0MK0ekYJVyg2YLQJSLOAzql7INSjiXZeWc
QqbNn2Gg2sscjFjQKYd/qNyb37puH6ubw5JXNwn4PxN2tLGFJb6mrnpsB5V+hHDMN5qN6GMSynoP
GV2QDZeCdd0WfmRsDDYtl3ru/TSWqJ65sOazT6VF0i5Yns3Yk+1zVC71M8UtJDk3ABdC7M7tCq24
sd7c1AagyyyXb5CIR6YUNgNIPuaqmF2oJV/OKHtQW2cF7gVEISrOqoDpAbXthpI+eldzipVgJDke
GRAADmLesMZW6pWQUJpNAoEGxEf+DZm6TvmulX7OIfP/b0Rtqr8sp6Jm5y2pIFxzTR0MDcyMdKqh
zSsXNteUNz8QV7S74fG7CV6Vzv6USeI8kONSXIku7eJqmEPI49T/81ahDgl27rBmRVzVY0bLmnas
Z2E2kERs9bfKIvudE0e/0Ot/dombHIYC7DGOeioEVqREENTqi0X8lFP4depihiL0thlbbNgADOi+
Fig72Vb6XWMu9kDLr8b+L9PhJB5CdwJmNY/dNZd2CHUqym/C8xoFUFDc0KIjyHfc4c6r706E7Ph9
V32pQmSHFfX9tui9W14jYqDDAsnsKe1Nd6VL4SyRpjN/SfQwm25ckRKYpmbU0vl+tuVcCIjbAfCz
G1aZ6f1NrrClq5y2xgIW1C4qia3aQt8xp1gRnZLeBy1rwzZD2mcnYbbbY9aKERMPu9bkCkNDjVXV
Lky/lfNIIkTRhkrv8rWjlG1RV5HI1cUjwEqOk+UN2Bz6R3ey9JaMQ6yt03uXpT57/BuoA7UT7Jv0
w0z4SqHoRZh8USpn82zgmbNnlxxneCqE9eosrG1c15R3duA6H8xosk8T2N0p0pE0B1GVBwiRN/lR
ye+DPdzJnpKGYdg+cOAv9grnzpa0MaQxSU8Oz4QBu8jVCaybdcpZPLYHSzMe9EwgXypc2S+B62dx
hP+NXK4IBlowOO+VGuwPC1ybdahyu/gZjYfkhlur/i39YbrPUWNFwN2J6do6zPtvfnGKfRI4ak6O
MSdzV1YXbwr7rTIho364Dxg6gO8kWtIut9iFcrTx3k3HDqk0HzsShUOMAjmrrjpIPZR+83/pjDAK
t+SZJEt0SFTHKKqKDwYv/MfG6LnWbE6jsj5jEiDqNJwGwoQngn6WeWG0vpbp8MeUy2ua3GqEgjft
MKHlRgjs+fECU2gndVidMJ6lT4qVw2eRuLfUjTpgrH3bNThzxvGJx4mSC+j6gSUDU43QrsnXsbuH
PoT8WSylep3gU2zL0rj9FmECYYjouF5vWr83LA9LfU4YelBNpVlLIBCI17sVjPqOIJThBwN2ZFhm
pQ0HXJSjBPMDd6F3cyx31+l5/m1Vwe5y5K/49aecJyuvSUDtBKB/gVfnqzPldKmZzrgHSqAQPDeb
cLxoPOAIbvPaYqKLrgQu9y/0ifmd+Yl9CKvIVwRdDe7zGLZ9dioF6+z9sHoeRh6McGYjsGn9c4TH
VTQjJo3HzNZ/eXxFc6jZ2P9xinxqvmxjmse1X7unAObD04TshN5ORQJnfziVN0w/CJsTajaPVKnI
BtZbwOKc4gEaO1Ye6fSyvtI4ej3Tjo4bHJFr4RwDt7lR9JJ6uph5mqOvkT4vQCg14N5AtWS9rMhu
l78q5xVYgwDSLNMmZCLjmgE2XE3RXPIl5OblByyK+jmYRgOEY+3Kc+4EGcy8Nv9ZnExwq6Kt9vcA
aXySpykCpt0ETuydNDpqLYMBbp/JpjnSHaKRLsgOfhQT6L1QewWNbbWGL1la+gDlDGK/F5vRb86x
Ac+GamJ0zbhD9tDsEi2s6A4FjCO3uqp9gkd9ezcp+m70gvALiVJd6j2NK6sl7ZZXh5cPkdlaneyh
Vjd0JjmjuyX0iEwK8GybS2fPQ/YsWoi6R4vYgT2ckuE3R6D5yNyG9J468jwUwomLGhOGAyvHECuR
iU1vmPnY0AkY5GDs344eY/S9HwbrJyob32wCb5V/zFAtTZzajVSPhIQKxIXM1qKRYGPtAwj0+7y4
seAcerssxtyqyCfkA+p7FxRe88rqylrQ49z8vl82bWv7kXnoCRAVdKxPcFLQ6fM/7xyMpv5s1RRZ
ZDYNW2dgDqXQ7qbDcqI74GNihype4Jcwgdqy3RB8Ojag+Loyr5SQo4CrbnH4NMmzm5ZZWsTIqbJZ
Ucwycs6PHAZWKpiJuql7jVBRYBJGEZn9gZxYJG9JPZroc8IWr89mQsCPY6W1DNJsA3+unbh/SCZ0
DugB9HTMeDuLmq1OZixwHG1i5/dOkrg2OGpITregVFIfylOZ5sFMhhXZzJpUJbJ5a0KydF5RtPGP
CnTmUmBgp8BIE4xfNB4m/8f+0Zb/TRXkkwm0Ql54HQqOSk7qmpGqnqCooCMufQB40F76PcNkwN9c
NesVIUh0c6yQfXmNCtsajioBFkRsChfIhrZLYLLr7CiupSIHKUXZsMEayyQsm1NGxsiih88ynW+b
KHKV7+lpEyDqsC6oufCUeBvd+6o8jvW06r2JvPqT+Ay7Plkl2QQCB9AYO4VdFkf6Z9ISJbnhxQNk
uyI4LCpww9MMWS1BxNlQZYKQcc7GHelK4PKwavLpV1+A8cB63Fhep/Wl1oRnH1Djtw1UrTCfrziZ
0Ao3RtI0O9zl40NJxKx/rPsmmvahla8KS11rPh1nhMi7oUSavTv6lek44IdEgF/1Qf/S3/gcrbiF
M6JyFbTKN+0vUYtJji0eHcOwxdmR6r2A3vXV5iNyEA+gNbdL7TtPQeYvN0qWRtA0SLJSTsjBwuXU
d67M9sKZqvqO/6RUhIgqJLgcAJIQU0u/9dYSPCN5MtMrqUTDowyMxx9F8AxoEtdVh2aoXTB2ETMY
4ShafB9BGSVsZU+c5ln7h/KgGX9HKD+/RNLhf3JYh4cYyLDs3yNK6N+7KuuA2TJef26sUf+LPBwh
R1yuiFgrRKQPTA7d4tFTDqWOG847HrvsGz9FMJws5qkb2aWEgXMcVAczVVm5bwi7+5GSZJw4x3VI
sAXDyvRYQnLLMH7mfE6Iw/UFRJgknMpyci9ey85Z/jGBH699qtrxEC19+AMjjkRx3KUFg0VXUzVL
cBp2nKWyPZH73f4dwIkwSbIt0uiGdbIvNnu1Lxyk83WZO+uN15a8J/RBZJqFYzEGp8FPxMNEn+Lt
G2HKS6ah/VKPdRzu/PKFt/dUyU64Z0SASQOjPysLVUT3Few1K04xYtAccgKJy1St7RueHMmYn9YI
HbVwcjwscyDo1Bzp0haRydY/kH1QBIQ2dUhFKumo74TYjTvfl8l59DGPc0VPJaQb0WIglAObyjho
LPm6phg5+Hfg+yAcNG0BKo0iuCNBAXcUcfAZI4bOZIahXUUAOno2v3yrIaFPx3oc6x+rmpGjjUxj
eWbzWWAYAkn04xW4UnHOiyR4hVpevvCLNmwB+mo4E/QRfAifru3I2M9BdTQY5MZ5E477vul8ax/S
9baH1WWsHuNFod90bc+b9z2iN4Oz1cbSN+Dy/iTNPekulQ8P+IzsNUv/9n1Wk/euJ53uCOJW1SkB
x0jsNRIND3PFLF5Am0Pblmz3bgmelGYjtr/noB8VIxCRiHJbVRSBm4kvEzhoB1j8XNJJPBcoti42
jM38IHz6E0IT6ZLZ2MordQgIU1PdPrEebSYUjdUQgOMXFT74aYzYV4Q2tYJbFTNq4lpwbpu1c4ID
zhZYzZyU+IkHTt5nvAP1h2h9Um55erEQpAYqUkw2GOw1rkQCIRQH0cmkBLq/9gvD5t0IMGvcMjBw
n3JQYW2s+BteUwOPK55dL90CixX3ls5t3CjpWt61uqHYGhiz1p+9b/X9HwaozZ2l1ynFsTV1+ZlG
z9spvBn6wCyNZ48FWDMD/YQM6SHAv2MGZ59FyqkhssR8izqssM5UK9NOgWuO/c8C8fL2zKXNSbEh
RC9DoJlANImft4ibyen/gAiTy18nqYkA2dSCod134RqECRSbrjxSAhq5GXpboJKGvpxdddnwbZSE
upN35Mk5gr8TMTua5zYadsuEh38j4JxO28qqzXKwJyspDiYPQ/egLQZgjuLZ2XST0j+hYKO9l1U3
3QlkON13xwS5RMKQ9vrEPNxK7zoiROXBNYWU1EwV2JiJccK1mt0QPVNPkY2ZtIDDJ/EJEWXCng26
CVNYwVctTTrZRxYBOv9ipzuqe0/iMD86jtf614Lxsr2x+7Fbj1U7kCrmtlPjHxe7L8ITt8XECDy/
YUx1SgcMfcZhQ+raQNS3dtcFrw1GSBKmwECl39qMTXdOuf3/Ec3CZoYfu3+xevSa8QAXZH3w0sb+
hxZ5fhzTCYx0l8Nyweog7KdFwS+I5wlOzLlvneAfygX2ctKz82AbIHQMz+SLrMGXghcajyGiJw23
kOqhrvKHoPeMvTPcxBadEPY3gZB3u1RZcF7DiPRjSitmbkWfgfGD8h7XBEpyGBCKLPaFzYbzxQWx
dqqA4FA+TM3vHCCD3pheoxoxPgTnnUgbhgHaG0EiNpXSjz2kECrK2lAE5yr3X/mbkpfZtwHBcWdH
NmC5hPimggz78TlHHHgqVvb6N2ya/YDhPbtrlfiwFcvdWENsfFynGdIK6Xdq44Nt2anWXjHgW+45
BCuYclBLtO1NmIh3HKi6eF5G2wdJxeR763DusviwnMcAnpCN17mWjL5a60mgOr8rmKCW25rR3r6z
CiIIb0kPfYNMa1cxGD8hkMhgi8x1dEAoxibfjYr6Y60NjtbaJSTqMJnZKu/6xUWaZASMMK0ivguT
JKvYwUdTHZutZK1KtLArBqS2cP4rFS6orJ65kdq2uVVT4eeNDvPAZ1APQNnYnrrsVjvETVXpbPKp
hV7W1MuXdOse1O6KN8XGjnL2HPc1Zbi9S+rwxqky4oxWCk5DW0cfEGP+QjfyAK+a6QmFIe9/Ma68
BExq/ceZtukKKHjmwGOGukfmmL5pS3uHMuQxLKclI9mizgXU/Iw2wO/c6h5uAeqmJdL/db4uz01n
SxatJeLMXZSX9V3kJOVxqAr51oYVdyCra5xGPWzgzaTwiKMPDLNiw50Q7HIfITKooSTaKB05YNKw
DB2ykQxqtN845fTaE/xdTm1wnwtczUA0kKsZ7DHsTuCSuN668xOPmxR8wUNeZvIxQ+p2FwrChZhH
wysKGJKiruzUz0i1McbUbcurWV3AR1TikffdMlB1KXn5w7az6zCMarksGI11h4pHwN6jVU9avj3F
3bEMCuZO05Vzv9POmM8nFrh2Epuq1qBmqSxwvvBuvPBaE7DIMLns9ibIRjsOPNWV3+Vi2Bz41syR
W4DaAiFQE0r4mqOFQmHTGWhkqKFlBq6DiDegA+jFTmB5fcbSsw2KYS8Er19M81EvH4PdZc1WrEPY
P85Wqqc7pitYOSQePY9nP0LLsEkTTKiH1LqRLTkJ4FR1jE7cbeVMaAAY80QIJ20vOnidqW7UWnJ9
uF5S/wEexW1xprP/ohQPGbSAbrlF/nCCkHuITB7Qh5OQP7JnYU60LQqJGjRZRPIZXfbIkew2tiEf
jzEZ+XVDjSrGLDLgjxd0n7fJMQKlbZ7VauE2qsXIwArGGZpyJNJx46TBC/wsdmf854t31bQcZ0sY
dV9uwmJvC+ko4gbBtdtdB5y1/LwzYZy7GbUuDi8MyBhRccgCCwmDYdwjsPRe4I9FLOPQaqQo+4ou
P2QlJc+OM5ulZKGzKISRm6ClD7iPeM1JYIbjmZkJ+mIGLCj2GsdbjriBJrPtm1m7B1ypTnRwgRqd
2gikC1KOzBiGJUoVd/ghlDrokq3KTgwd+RORHDrAKKE1PHrjLREjJG/+rbY6tHsao8hVeSU0WSCC
CIELE+YLJ0ln2weCY5gd8iSRMpuTQexeetIUHcxbTZ/9AucAvNyES/JlAy5DYKJVruIiqir2TW7S
v9rEEP6uywAymyQn7nskui0NfuCJ22czYfC2phq3D1VnhYeuh3t7VsuQkxtI5J67b5eVhCBaEY+O
yaFy43UlgW4PWlKvMRpYWkQEyZSB5PmaNYbU7UDkc4tpPnagLP45/LBfDYPe8L5ZCmu+cGhiiCYH
zsNiR4P1zOuNgzWY+5AtVUTACxVBlFtE08gbEQCtwnOEuhneXMImh+fJLk+TAoC1NcMSfVqJYznb
oLi5hNCuNj4006V3WC4M3SeCUtBsVAj2fqSlIPrGQX9AmHUf6b2HqgmJpxsuLZqLcQiZMNHP7HTr
QWhyKuBQmzGsoGYY5WTlZWA44jPqbv38yI7Nsk++I9HsmaSrwRgaE4a7udM8QhBI5LhlqdW6bGrq
4eoXiOJvftHJBo/H4ceZ4iIjboqG9lZQ44cxCyxOnEoIYnNSnI0S4jQJuDu+h7aERZN03gm5ipu+
eCFiukeW6wORGn7rz5++cFu1B+/pjIeyCp1oi1xE+mxiEWARtxUO3xkXCVk05RTchqxE620zlMYv
c14RBYlrT/uHVFqTv6MI790/OUB++1XQclkwoYM8wq7A8xkjPanKuxHhHwAkCuFzKa3+d3b1DV5e
z82BQjB9GQMsIruuFTjJYdHM4Z0tRR7WUKhNBZnBN82yk3MLYTZAAcg6Xt90qVSk8h+UYdZ3VA5+
eF5qJ/k3+2NBClXl5r9LJrq7mrhqRilwXfjdV69KSAxFQIkIKEL907NHZa0CWewT4V07MLh1oBxh
bkWglqWWBRsjyL+ZGRjDbLZDmZQoea5TxFhYKLrlhX8WPEdIbbvd6qKd22eMnp0tNvrhh9XrbMWU
KsqPRysbxkcGtWXG7lw3YFfF5NNNDuiQ7p00rP0PK8G2c1rKggGP1xsi3eE/juV2Torxzkx4+uMF
oUmzY8TUqW2Kt++KCoLut+hh8lmZ771Vi79celT5A+DYLniCzUwYDWkbSp8WalMO2p71CvAshIRw
JsfsSD7B8M8e2+LHGnJq4WlAOHlysBSLo89t/boAq/wHmChRT42DNXbTOfX6MFLEPPZD4T80accC
IuEwBV8ztdZzunStdVcPqvrOyIL/z9MpkV+qQw7LYKAjiIHETy+G2C8R4ZmBCMmot+CoGdv9uckF
eV2tvHiQrBD/QjISv6jSm6cwXZCjFdj7Duib4NTaqUtmGCsq2G896SK4/fIbSisK5MjizC2p1zwh
KGbxfbrvRLXoYkvp7D1XCqT5rmwkGrXO8lhm9h1QrxdomU4X98gLfzqbvpzoCbt7E8SMBVviMPJh
34cD65uiZwp0U5lFV5zX5HP5okgxh+NQhTuSo6bDHmzsIA6WLGORiv9Ad3X0nai8Z4YCSWl1F0o6
xSdULGf2eSflg7QG7w9UzGvZLq+gF5+qvJifrHkhrqGfxR1qMug+fZY+4pBdHnoeqRyY9VyeKqS3
J+kYRBbok7PTYAa555Ypj8iv1QuZPsuV/f26o8MjmHIOrC8ki/aFWF7OZ3g3u24gpasANbUX4bC8
p1K/To03oVQoiq2bucFlxix0L5sBpXMZWucmnO3YHvzPlQdll/j6RYGoiRtQe6gRyLJDu9OwjmXy
yAZWYZuJgsx8YE14Z0Uf/laYm54tDZuA+j4/ZmgnSXquoq9OAkdKhWFV1jG83SRtVXGqjsN+iTz5
5YNRerey5sarGp36qRGBfe9OWbJFwPWVhMTRAIgMOkSqHcwHRiHqDoPT68qNv9H4AeBpWX2MPaMg
x3DOf1sbntyyjNa5jFIQ4QVMBrvqlyfkguRh9BYZQmHYX1Be15eyHIufrkvBfRR1cexJAXy0zLi+
S17KmDY2wBPkr1+07MuJ+xMzQwZo9H3O8Soyyff/CzpbX6Ao3fCWffJbUMnHabj2l0iF6s7Bf4RF
fmiOyLbGtxFRGKvcQT1GKqC77uFDWnagX3vC4QBn4DEBprPwdzU/RRZEW93Xzh8bmeQ29KVzgrrt
Hj2j3bekSOV/I662Q++QB4ToQDw5Yij/+H6hPlw/pL93WvzGDmvrrreqF5LB1GFVNhYGfNE7CwiK
7FRxEHX3H3ErzQ5wBEO8ipHExRhI4EmLFto3rse0F9HWIYGUgOHFGwjkIdDosFTIYSlVUIO5CM9i
U5bivlImf4MCVCGPpnBERTLuRyH10ZfNdA/EFYrvKBkAkD7EIDFiuoifD70aY5MTvIMFqUsxhSx1
5nBDuRw9cbPIGpL1EjxMXvgy4iW5LzPcr5zKw3RybKv6RoF7xTHSfbojzpsoGxHGtvOJRKbkrS2j
vcUQ7dOnHbosQ+0cWiQQWEqZ1uKYG448QE/4gz/ygctZVNb4D+MfLlV6xsqbhyfOuM+gWfP30vem
GBwtoygH6lNDqCJc5oHpOjOutzmHVZ81+H2o/v2D4ynOBZiC+FPdIXC3CXlJ1wpwlAGdUe9EG1VH
YMHqibQxvJ/1FJxW3ED7SugT9jobnUgXFTE53zRtevD/LKhAPvkpJjIWrJcOM96nVdIyIJdo7oiC
I5fGQ0UDtm/EPtQQ7nzsnMw7+sDXCPSGTchauWFsk07rby2yBbG/NvtVKIxT0/guLBudOPmxkv1r
CgshmUbmlDQCXG9TvrxIwsAJvbXSd9mrZLsQ0vdamowI0NVXwQ/ck+mxdNk7bpp+xZSAC46JPMpQ
5ycdBj+WEJzExu90Ad8/dbuvtaufs84HJDDIOwVeFHFNTSYG/44Sl5iyt0Sy6vcia8wLv4nccF8H
B4HPnQGzb/7anh19BBPSx2yGb6+UX3u7NUW+n8INg/SLTCZu1lS8uovCtuE72DqdhqBToq+vomjR
XRdQ41akm0Hxhx6kO4ROPcfVWkHDQ1renWQKorzq0Cd4LRNYiW5BgcN8rHybBejQrp/2TPLHnCDB
Zz3oXFjI6p03kUMoHCQWAXz1k0qij8kH46/pnq55Gub/GHqimOhy+n+7bIt9kMsgxlOAu4OaMGHm
2ukfJ2BoTcVLog2TeTJ7VADcr3URFw0UqtgBBNZQEoWQPXQrxF6lzmGG0qaUEb0fk+9tn0TqmE71
/xpSXBj0RO/5aJsPjH3U7iys2jOncfZVpdK59L35zzboESCifeWecC/KIQx7Igpgn4CZ2wrtGJge
TfrACgvzp8uWPEafhZO/spe9rXXzgDsF4ETZs0gZMhyibSEbhTma1RxAPfWti8K7L0KTPAp/LhAF
WtnWHv034K/pGwMYls5o3B4tq8o/J0YLz7Po8Q7WUOEV9Ml7ggYeySlwnyoTiEO/zPmTawnz7lTI
b3Up9A1EeoO7Wl14UWHRH6IITC+FoIvDC4jEA1YSvL5yNFtmPO1r69noX8tJ7doocbaQnMyeeZt8
ynknqJYzgg8RaeOXW4PhX5mA/ULYM7lXtjMJ1nEjjorBYOxUOrmuVQicISUPD2Vicm8CAoVpp8lD
QtrlfuP6wkgzzwNlojdyWuHHvMBVgXODLmN+A57WprGM6Dg3vs2qTaeud7cseXePX5HtvUideGXo
/mClnbiDKzlc5jlUZ9wT6j3oaSClCNSOSfDy1afZM1hItLNp+AQQ98v2/A7lKcO6Te1gypFZ41wT
QBd77S/DxXU6bh+uwb2Uo3sSS3W92YF3RFfBpC8di92Jng5LxBcyBdWott2U0pmF/hBtDJqvxxwD
5dmgaHgJfC3+aN1LOPE2UMNdgr9TbxpJA3yRhS+P4dDYJ0p3cZyXXpGMQXt/omeyKTta51OubnIq
8faf1UrrE7FmiPtEmt2IhEMgTO7756Wt9bHJ5/kdj35zDHUDxo0vNoApyEL0ZVbdeh/1LNHt2cou
fdS6r4UT8mnDoYgYK/ED3xAa46PVl9a2tLLXOYduSFAAKFAJIcnbTjaREMZAlZ2xaCF0DVPW+B6j
SGCsXvathqSNxZQkH8bWDwDD/Gcnv5HL6iBJLu4gs8eqHes/+NQQvlbgS6ORxFlWtmP71RQMadg2
2r+lQ5xKo9sx7gNVwYBuSbawxuRKiAcbRTjHPwRte98wXA4TjSu+HQgbd0LUy6GBTEKjiCi6YfY4
uvGwENx2Lgb2VDfIfpwnuZvF7I8Ia0SciWTRaheE14nj5Wyh63VnVzo9JDODUJ6cYtsUwl1QWnKr
JIq6wF1l+5tlRh/8WQdvejb5L4JgFBVAvGIf6/i/pRHIADgz+o0mIPiQB+67nrCzbqLFn6YYf3l1
ZUxSQgj3bevFwXvyOTbGoInwrWQvWz95yCeZoeymTdgRZ/yWaaUJyZDeE4omWGOc4CUV39yQC+Dh
vigI1cCIw4bmIyE64ZWWFPWbq9MYPWK472vfOqS1EP+iYgLscUOsw/7PqM0T/9Uj0B3bj6NeECz3
8ASTBYQFGdx5PWvyf0nlYW1YjVSuU3/FHrM+g0+z6O6XgMleVZlTDmuIim4JSG/owpgswQTNZjp+
+25t71u3a65tLqOcG8TO4lQIFr9pSMBBm7SUB32ewWGO5Ilg6+hBFbr/1lxFd1MVBH8wXY3xkmqW
AjTePplOLg+C6tcy2jBMbrcJ0+vvsiMvnlXUfCcYJh9zHCXXIiMVMXZdu/ksWKv+4qPM9kResmYr
bf00dIAXnDLLfzvHRfdkjbe4rMS7INArHtZoJqZysby3BrVr3Op63KeRCG6Cvy58R9DR/2E1mZxc
t07eFjU+tO2qz7oA298Qc/OT0jjv8HZwbCyDs8nAZNzQKAK4TkjusygtfUYMOfwXDGbc8/9LXq3Q
ph1WPkFzIzT9M1Rlf+/Q6+PnCpY7mYj51KTc21PN2oYRpKMfcuqijrjYG3/L1H+npRkfGph9976P
Xwx5Jxx1e8ZUWNXFLxt/Tvc8s27kXKO+x5nYWAZ65xk81gbIc/ofk6zykTag+1xmQxaNMqL5sxrn
Dfsc04uBtMFtpym2oy4YHyP4xuXNC94wHPL8d2OhrMOGH0yEK/jy3K/MNk3CPduMdXp1OqMeCqUN
SPpZ1RsS16ZnoIlmzytqE7VghWcm65E+BEyaEDP8z8GmnHW4zmFqzhrIyHAmF3E8kihT3/eQPzdy
os3agMLVcMeqxuLczdPP0h+JQMZ6JjdVOlf7fErpMBkJv/lD32CZLdjTwmW9lsA6D4SMhbCgbBJH
sYHMyE0hHRkMFrhENg6wuf+lTeDdcA3Jt4hZcZBROdCUox+qsyQ5oiuM5isJJ6O8Q0JUxuRIJC9w
NQSVPoykFvD+LYms31ZgpPe9dHuCIMJbBEtYkAAtnOEv2M38kWQsP/8yS8jjNtMn8P7/GZycj9S7
+oN1SBlXfFnV1ltDuSt8rsWUMfN7CMqUSNA5bTeTJSl1NUJuxkqT1zFTEO5xlk13mCMx/GRc6v/b
nYRfqAI9ItPBRXKEjLsVW0t9Wi3V50xrI5ZW7GcIfKS+6cpdz77xOcFb9Jv00E9LlUgoeLX3L/XH
noEMI/E7Tp3I2vi8OXhUBnUKcNXLfT8HX4BKYcu3i0u8EBCZo0ugHk9URtnGrgE7XLfY1gpMFbak
BH/8H7iUTtwXHXaJLcif/rKSjvMyaUAQOMyyS5TP6r+s74drEjUlJlzVf+acSmf8syZOiWZ9IfCj
OEXYeO9YoeqDJamH8tpHerl4VrMLHZ0fK7vv613kdf1VWHJ9s+pUXpbS8kOkeGgFETfU6PEYpUh+
ksHeQ4bPYj37+dl1andnzbO+ogO1TxGT6I9SFc4O+1zJZLsZ/IeqsDRSTioz+dS5lvrIWVRyaDFC
6RJvwUCydvlxRmz5OaTp8iOdan1SoS4fl271ORNIsgiVLR7FIEmGNnXz7hGgGuvE+wvRaiCJAojp
UA/WtzURdzO7Jj8G0MNuMv3mc5gd5ve3VIqkziSjKz/7KRF+sAlonIskwnEzGTfHfY/HDEJHGgAx
A1jxlGQopjaAIuUpNdIF4NMUzzfk1ub/KDqz5UaRLYp+EREkkCS8SkKzPMhj+YUou9rMMyTD1/fi
5faN6OhqtyySk/vsvbaOKZJyR77ZqagBahCs6pg1rdx7IjHdvxJQbm8ldzwaPLN9PWLcHewjIBj7
sOB1QDRy5hudk/rv0qUGtIgFtT/1NSELHKZl2TFKITJGRMsnrzyZvMxI+PthbN+GGkuUifiPcTN3
3zW3Jn8DQO2DGAT5aYN8yZ8wrPUDCeXxeYmj/lTyaivJv1IT4rjkyG3oGXh6ATmwdBm9gEaGZT8U
bn5I/HB8A5vSX6i5Lu5ibRwBvuFgcmW5yyYRdBSaWif8uyFxd0BqhteVkgu4y4J8MqUy3LwJWOu0
31NyKr8YpMZpXw497YA4kMXFxeEt9pbBuh2iAaN0yyLvMNRwkXlnO59ItSmR50SPQEC9mZoJx/Ku
8zgp0BlTIlHfu2T4AZkhLKxhbsznjhcvaKsEF48/uVRerKmRvYNL6qNc+fbPCM7CDQDCWWf8ZuyA
kKELSdGflKYfJIxIr+waUZ76QrH9S1Lq2b6JKY7PKOCR2MfV2NTbEffJdLHjDhcvJXVR+oTzxqIz
ifvNj+0K094WOYuUGy7/rgI1HKd/UCLxPFE/Gi8bAj5YmEU2yWJb1HwYCG5u/qSTlpDFnBY2MbVs
hICIMI7pnucYJzKlQjiTfS6H/TIZN52vQBl8sRjMWt5sNC+p7CXznbURWyQFu5lMpzEtPDE+hsJv
o+cRN9IdahIGiTgzCD9DZAlgBTL0K9sujzXWDiaUvPQ6/HmiZb3nA0Y6FYZYiZnKX/4jqkBSyFv6
8dzqRSxn6JX1K+hlEHAty2pwCdU6iaVKhN4TWFc2v+SmeFs6MXQhsGSZwW9bjiQmfW5XaF8l6cWL
RbSVhyHpC0qLvKjPjxoMGMD7CQwYmc8a0BtMdvMwuh2RlLTMPkdMqoyFxOTcDS5kWuB0VfuXJWn5
rSSmtYDlg/S7hb1nIZ2xvcczyxVYFT47T+3EsD0aA5pFMM2e+V/WGZSfkI4yLwkQAO6aVQ2Okv9I
sjVdMguIeIWU53EclHogm1Pz3NeC6mTTUMZlFroIA8sVZbFrgaHUl0L46kgJm9mcxiyHe6emRPxd
eaZMv7qtfm05qn3hUn6xSdkvvLJ67RbKZ+Ak7BtK08ZLIkzn19QDV5c89uob2AfnkVYW9RFxmHOF
RQd97UIuSYHAbEyRL3iygywq8DU+b1dYncYf8KbmCSKtRmi1isrbY7oUXqAKFqo7ZC8cGTQbHcYm
H18s9NYfo8/eKAYG2BL5aKmk18kwOLBS9PwXmPAZ0y0u7DCzZmy1zfQCW8W7cKVh8Ii4mn9gl6ey
gUJUVDXA8mGmAx/85ia37A9ujggMujAOTNr+e9JOv7OdJnvaUrjsuQPaulP4xwZjPaMEwQbU7z5+
xndB2SoOhPg/e8DXwcMAqtr9njmuP8A4nSXB0c1EuXZlj090OGxLSSYcHNwTsci7twYUfYZIkrYf
bifxLk5jS4s5JNygwGe1E4NLUA/KIQWLkbXHQUWs1a3To9V1OZYQbzhY1CAConSbB1Is6qnukeC3
IT1cwArmcU+y5BOD43hDtzYvaVSrkyk98en0fXiGjEenlWf41Z+lbvxbplevVOi85gNW9sH0k38z
F/uDSaqaJC1wkQqDTe6zkHb0xsq8qzdZ003AGNzmlenCCiWzhqchfm1YmMmN0+MPhXp4R14W7wiC
3g29rvqJQqGfvGodUsIboCGQlTg4vIvKRf3IBOC16yi1HPvVm58xlU6W8J5jeK+AoSAlFEJhXWnr
giD94sCnyMFbgYX+KLz212evvgdlE37NgJP+C2nf5masnScJxnCfhfW0sT3jyDYM2bvweGGbxHGu
gysImbkdL56krN4iQz4PjJgnAU1l39IM+QDGIWOdyhHFnusYZeRIOj809qUV15sUwbrdTWDkb6WW
xYXLLBqcd2dHmOCtaNwLXOCQ+GtsxsyF44tY8tnZeC3E4nykurTkxAlQlNk54NQ7YDDhusjuCr1j
wJE4yz8tOYhNP9jvHrulgLVOsSGw/qhqP3wwJuuWEpPbDKSs96CR+Ki6vN/Ni9L7efLrHUpwGSwG
5NBBdvU30L5+j52133eO8xHPBCCpYd8yx4OSBFjMBMtiwTeVd8Vb6p6lxn7cCkqz2hC/nW7JOVva
f80jKHEUB8OAcb8XAo9gHHVpXxRG6lMZx+4HK/GLXDCKizZJ6ESWaKqD+DPP+p/VZLcO6kHXaMtG
QjWbix0W6cFW7gm3qrNzPVmh6YTxEWtyHkRtjIpYyXlf9a31hOTvXWQyX8DooTWH4ysIHYdZaAl0
7MwXfJZfsRgUQZsWHDZu5T2ep79gH1mwRTRIYuMEEEGt12ovjIiCLlY0Pg0mWkpOyTunhHmmfwNX
z1SrXTs5glSdPTvNRsVl80fgOd6PTQUPuBlxDV8o5lTuViveDTwZYFiF2EweFl4WPPIABcl6blZv
A+Mr4+ycO0GnQU2MKxmP4wkXdVu5Dw3eT/zoIt6ZNOAiq9FMzrS6E+SeccNb/ZF4GNa0UehNrPP/
CpuvT+8txr1lCjx7ZtsdwbeM29ZLqmto928+u8eXqLWRmlIsjpqm0S60D7Wyp29hSq4TjndVKGDc
wYAEAbVo91DWwGgRzzvCOcoeOjgxh7o3vjW44g1FWj0mYbIWnut2dGNwFB1V0qpvCgVxiWT5WFE+
T9DV1Oyfcl/oBwxkNyLKNItLky2ON5dVYDtzeMqVwW2XyTk5x+WAvAES4DAqU7DCIMRQgP2HFZk2
NNbSTeCQrKUsOxUUHBruH3LcfY8xLZcQNJQYuIxjx9xA8+qJjIrkoYExtAcl1ewav07eYmF8g2cf
xrOXGMAyyUP/Yjc2AchAqj7g+a/wTSfUehvlJPdLS10twuk4nZireQ9W9nCBX2McUzXUT7SvpH+4
0OOPAuLPZ4neltRz9UT5g7patt77849TJQ4aUUsidkWKgZ5YSBtWBBNd13JP2ke3SM0he/JyW258
zzLuvG4wrox/G4w36WFCIPzj2L37Tw8e3hkRzfNWp1FnnVj/cq1P/gydEz66vJUu6Ip7zATejZTD
VdqKdtW0dKJhx87go9QY8XnDAqTquSYktPwUU44NuxoIjfLdZ0n2L+kUjnK/yXb8H/9sxks9X8RS
Rh+JQVO1F1pqi0Dn0QTk/p3t+b9m1Pq5iSkud8CPIBnk36YX4vuIl6tHZ8FjU+P1MqPi2hRNy1bU
yjAvZ2ZQUNCzXXB+5BspvXo/j4P3xlqYNEc+cKUc6Cw5pFbLW6lR/tVbl+xDgvpInxIYjigyxaWe
Wl6AtSxe2a/QMstjPTlmBakjzt64XnEgsXEjvMbx71TIAalkxwRo1C3UIzv8x2gdGwHC5bdsGZqz
XfbWHlN+9UIZd0i1NUVMO8ukrt2NiFQWjGtf+KnoJx/6t9bAFFeUnkubXwUhqVbMUiZb5sZf+SJs
n++T0GdzmD68Jtr7PRarknDNMtkTpPWyZgttFf8ie65r2jwMGCuKkRAV+9YnqXrPFqpapjl9NKXL
K6tp5bkcw33eZt+dkQO1gevvAw90Z36Z5MoINkX/OmMZLiR6IC2NnNeQXPSD4/s2Mn3SHua4X3+G
Lnp0rXh9+bm2vBpe1B0ikXSvvErnwBwr0B9O0eefynXdH3MS6Q/+MhgqcVIFtNJVv6EKn5KEMEww
DP1nZy+P2k0RFya2WNueKoB4cbu7a9WHoYdUotrvCC/yllVVSmBqMo+jLPWV5dhaGb0iXDLWNWOs
A4mVccsr5JsJ7gyEdDpVCweNQxD7ZLUzmZGpj5JN11K7Nui6CJBgy4McTC8wumHdd9RvbIFe3DYL
SYRE3SUzy+ytW9jDDEpT2YlKqtkcVtlbZXOuKiMi3Arr9zh4/gEA+39o3Qvw6i7IoYxdkgx/ZQLO
+8Rj4twqIz5MM+mv0S7DdNchgu/a0oJhnQyjwRqYvYas31q8OBv25oBUBEPvZBZgOSVNPZmztqfn
i3wgUzeaXJvhQIfdH7/WR8AbBduVogIu4z9lKXEsFeLAIMxDE5eakxNdeemF8Ss6TJgmrrr8xMqD
DXt4NSgnc+GJ1KSOsCigoi/QTA6RqjwG77LTdLPBFDVg7B2GEbthOWZHs2vEvlFO8axJCAZVsmqF
aUHnU5czDBfuY+SkR6FJ+5Aj6f7i328OtmPMe/r9GL4tBZ1vGOqbXuK7B4+GkQSGcwHBuV5lcEvI
6ptUcvLTZd0LD5CgpzOfXksHwztbVvnDNZ1OBpsg9T2r8/ZmkT6kVxTp2PKGr1ZKwi4bLZJ7PFq4
qF0/WtVNhqgMxCY8bYQaN6mvfq8f8RA+1wLT80xP4QZKybevy+oCeKYK+jlmWtRrz3jG4vjSGnVz
6t3E300RhcSqZG5Lou+5aHk5OpOzx6jxGovysa5bXqVIoxPYjUgdR8ah+8A2k5zQhAuZPVQ+Jt6h
08p4iYnmIN6yp7Yw6K7Pvni3VyBd6jPmYNHMj4aMnxfWOzhxsmoX4Z1+NsL+Kc/g6jJUmAFajRnU
XpP+M/ERcMzw4PbSzw4TAlbACdLCaMKiFFBsKemcN4bnZBg0xT6kNjaYftMIJ9Fa05e4yWctyaxQ
2rXWeDeXaGaVSfB/r/k569pRewIl3PQiwLtcgMFt79rEKY9tGsNsCqHKuN5v2MVXBy81rFP2M5n3
l+uAe1rgjRys0ZY3xdF+MFIyvxPfizLk5QizRAR4drnSIpb2474OvfHVk1G1S6SXvtJ2cG7Y5txs
1dj/kathVTek4adNOHeF60F9qwcvYKf2HnnmQK6WS5FH9maecOtUC4q6P84j6y/cwDtzHTp2RsjU
ShSf8uzIj85Ahx98wxlR2aG/ZDblCOeFJPQth5h/VguwRL65tfryC9XdW8N+qOEXsOJCmj/h+Mef
GPt9cok9GPwWA8cGT3v6uGTsTYaBHoGUp+MtbItkO9Wi+1xY0SF/ULkNhyY5J0MUuadC4lKt0EOY
5dHEAEaD5oPWw3XTymP7QLIq3/GsVQfQBi2JFkh+DuVyAJkVZmXmTjqSwI7yoUyT8Qi1jk9G5sYn
Uyj4e6JjW2ySDysnkk2sVZxrPJGkS2ZejRdLTcWLM0X9m25k81Blkbnv4mV8FfD/0e+Qi86di04h
i/mSayp0KqtgNqQR+Bdstc84Oa6ZKkWV0w5bIMirIkqGfE+zUv3Q1J29HzrxN/PLs/T68Udzh7sQ
ABScvYRfJrZddvcb80Hnh6xwXHyFTQMJIEmXsD/Q5zCyXQ3DJ+zbwyXSkZvec8QaZz9K1KCTKzqO
/ZorMwFPVIhNXHedYDVTqfeG9ETgUBD9pBIEaWPpcXpjeCwd3gFZ96yU9yOGJEarau1DDkErmNwZ
T3Jm+RISszsFDlev/cIgcag8nptiUDCTJkJEEW0/+NebdV9nTuBvSN1iWHey5Z/uk+bvXKh/c9m5
h1y3WcD+O87wERY8y6htxwVYzHMqC+PLq6uQ0qg1sY59mIipZ9HAC9+44WKaDxtwsv+g9ZKvtHjb
rDy1bUbn5oGLU79teupj+OHhX8TrvZ67fHXuqqgmTU+U3IloZcNC3VvbxU9PskwwyzWtxhI7N1eO
TOgDuMWxYpvD/NENVgVSiBQVhyXFlvnrYLOqPKtxTLFttCVfU3hWmBX7mJ0gAgONMAmfyB7DjqsO
sAK6U15iEdq6GMgOONda1ppJ0b7TA0O0F4qMI88FrINqfFDYs9j5GoOO13kM44Qm8lolGPHM4bpg
Xwa14ioZLEX4h2l7uTvkqM0NsXTriESlTwNAhVdCywqcCKbA90ZpyPxYEYu7qcfxkMU+lsuef9w0
u+gX4uQQ+JRfngnBf5HcKI8LBvbVTEcHbLE2sRsz/NA9zJSmDGxVOXem9/6STbDGMF8h4PlaRI+h
27pB4vO9xOqOQaMe0Wqt9JNmmO4caxb4XHBbQKWKdRix+uFsQhhlmY4OyeKf9QKb8hgbIgV89GOw
wv4mQ0ZW1o49awNcioIs2ho9UiyIaygmGzSH7MDiwU6DXGDcwMwfizcr0+/pXCJDzjNUG4L+NqY9
2fx2cQHYEywpqrsVjGp+zGjW3QwxNiOen91UDt4DXhv31uLUBVsMlrFxWPzOkhYl3gf/EnsQ+7CY
YzZg43tk2cBbIcvBjuEOd2qWZcACUmchqpxW45k2+mWTLDpf+T5CXAYzVreOQfhINMSmjQcWKYB6
ynMakF+Y18bzJBJyWiyDgpwq9sWuFlSEo9mwBSj9OD72XkPaOoHp7eSdv2vRYbCZcvJ+MV1hZg97
5y2MrQ8+1VUBx5u7iYz0uoRq+SgdiIVVN2Jpay0KNJekfBKZqQNPz/ip0+ZO8yhL+xCQ89pxIX4j
9A/of+s6B31PEIyHPcG/ZF0wIJrzpgLjCYVFcfry7Znbnddi4anNikkppaGMjjefPr6mvNA7MlBD
GXoslrosSNdJNIRPSBnG5KG0YLPfkYzdVHbKFOmP9ETBBn+sU/U7L95/PUF+AjWwSHqDliscSjlu
y97BBLpQyB70UlncnSTeT4iE0DeTtNpbXrk6Z5aSP3CRb2TQKG53lZv84UXyTMiTRgVBiB08OQM/
NV4Lewz6psP7DAWExMLcTw+8f5vniWTmfCJybhOl4i8zHoOZUwMNsKckxnlKLXHucb4eEVWLY5r2
lIJY1PKxwfN37Acq1pwCq64VpZcJe8bd86ddDEn4oEyb9Xdufi+RcdBNS29lDlexGXP0rdjyn+eR
JgU1UTOSz/XJq2mfwgRmfEZpZQN5bM2Qp8ldYAU24qvshrje0ycKKGSEDVq6sj8whLbnYsHqRRlm
/ei1s3Vsk3GlOFAP51uaGIHts+NJ0wvbKf8p9Y37aFvVzoF7iz/WQMPNR2ui8qfB5t6OHcCYng5N
bwWszl81TWtA9qmsv/QFfJU1EuF9VbaWczCl81JcTCjnLwqptjpjFkCv0G130kU1gi9tvfBB9zy2
jyx0qzyYqgzSQzwXw7iX7kIsdsfer+yI3RTWZWrXw7vRzcuUTffUMuXOavQ3oaKp3s4atyX6EJNf
vdD8COacUGwbQdnBIxVhZJOgB3YTN8Njkfj8AidT/pt6vz6H6HTYGpH+Wi9/MwySh9GMjm5iB4uB
pW9aAu8RkdyJjfY0RWiTOeaezMywW5g5NKKQODBqTSvyi7fQ6CrnfLxmTg7nTaio2ea1V/C2TUfT
2mJWoH57Hq13jvXqP6aA5aPmcjkF7aKmF7RW/eIs8MZTYthHgSJ5zg3zfWViBxRKdEFkWv4r9uee
qE88Yg63+44VpVmfXbPxTgwTIC+ySQXYzRHsLGpZniAqzDmZ5CYlDx2FV8lbKXs0bC3GCzvg+QxL
xcW65dX9EZvF6LPqwMCUck89Kj2GNyEWONK9yj7nInf/1tQH3Z0lt9/pcmUr0BTa21jAoHmKNGVB
W5ZVERmRkObrAknAB3AAXrJ22reUP/ijyat6P2gnQK2gH3EhqLvnR7QYy7QkBM0pHi5nV4XJPQG/
dhs9sGVoYrCzgEKm0z6ZJwIrxSiz7ax098+r2Mp3qkF+4qTaey6X7IrvrlEkcxyAmwD13pBHOwKt
a/gOcsWjqRZHM0WyabIDF4UVOvHmnUlM5JgUvnqoluwPPPEoWIgTE41TzTl224eiW14r4FSWZmUE
holCGmNp/+sj1ENfVXix3RG+t+so9otFbmxct2hAQsRyWP9dr2GZ5D8FVpDAb4YGH1biL4RYjWw/
tKFzNCE649nMq4/FTQ9OUjy5cfKbuRwCBPBJY/cp4QTWELy/6rFZizCkohQ8MdJtFENJSgdAuxEE
0KDsENAI+HXFu+7djF0ZwG10WA7YFi/T3uDafzK1nd0WTdq+Q31GuWFRVIf+scNCdsy4JSgSbvPL
QL/7E0XJFV+aGRV4aPQ+8Xt5Qb7h6qyK4VCRZr5GIIX+S2AKgA8G84Sc7HP9yK3qUc2zf2QrbeHA
IoS+TI3ad8r7T1HxfaH2h5EDpvqBIwcmq0z5EHiM92piRsDRupACc6vPmk2CR/HoQuFMr+VWtoM4
Vp71Jvwpr8i05M2fCXsO+V3YUfE+T5T1jLP8mdoG+9ytuITQ8h682pAPeATZZrJYpplWZGDq4/A5
Zku5o8rSUjuc9D3dH4PtB9Af57dm6MV35GICtjzyUUNaicd6EMw3DRxn81j6rbuTbVU8Fn467WyS
TXcQhtLfz/ztctPZtoaMjcnpwpKzfrelatq91vH4kunceljSkK+rnaRHkpH5mVmQDYlrERAHV7nu
1RluWR3R6DwaeBLcJu/1fVSy/tu3kfOHOaY/Z9FsHGot0osf972L3mE4B7Ba4gcRP/7PnAWGd0Ty
fO7Km5ry2+jox4pFElF6n8j4mCf5fSmHbE+Dx9quQuhp64+uDX3XoK6aeqpTwY2X/3FKQNN0R7NV
oIqjav5LEnBAVsuxjhDLC4+4PFvCEjlns5QlWNhR3Ntm4g/hmaWvPf8UadfsR24r6dY0abeXjgr3
41RSHEZnB2wOny5DNp+nuIH+iXpVLTMsIxbSx3ISUUiko7eNk8FpTgasasZ7ZzXGhAYjwmvTlNZw
THt+Fy8L4CJAnJnLzdgBMU1FDzWZGtbGjrZRHCqhYuPuQJM5SHCRB9GF2HYXybnQjBDLJDVkqOKa
ZCg9wa74idlaPgJIoN675qP4jdWSn4Z8VAa7HY670qQRJBhJwj16uMgu8Kn8Pd/A/Gku5D9N6i8I
BfTjWAIuJFXQbkaetnQkPD27mg518BP5f74kTEZmhDV8j4b0m9YRgngv8vHQSeNoySInvlc+29wt
cMITaUDQoaIhqmM8L8DBWAkIliDCNayDXTd8KCSnXoCrk9mlJQh1tJ6AT7HY3GPZA6QxlTi8Xe1O
t4W8LlpQI0MEXCQ/TIkoprbnw8Yq3eoYVawP8E3b/vIq+y52g7ZV3ZeuzSKnnaGYk104YYLdkojj
ocMcMeh3YEqYbZxqMK+K3uyzn2aG/0L/mhso0QBgLcGnBDREW7+CMPCz60Sh3kxYl3YaY8Fn3EHZ
22SxY9+acO7pWsP0vU/9ZAkPONzLFg2o0GvLIFv6bOrRTyar65MXLoCTHQDCRM4uG6/YdcaUfsrY
yvY2twj3i/v4OJwMXY/p3jE7ykfhaeFQczm1L9acNM9VC54KBFeoviDeq+IpRsB0XjrpsFcC8lDF
z5qXQRX4oV+Xj+C1Jdc+mqOH+qwJf057LVNDriJafO0SyhvrMUntF/aaRFtsM/K6DSQUWge33EOi
fRISWEamoToaYcyiErpe8is5UZv66tLwmPEnOesRMYNKXzZVCBinwlEZigeuSOy9lYaildDC7NWO
JpKdcwfbqHqZ2svsWiJ/mUC3GIc+UaMZboRuKvQQXFo0Yy1/24I+uosDvOgvEVVrn5cyWh7xXaZt
0IZdNL8xqhHgR2dPyh/P6eQzQ1+hDrnjhUQbBwSkrpDdg5GbmaDbPRvdT3LNVf1o10IuB9YBuFs2
i0Ab3M4xrJV6g9g0wDrMgH2GRkgYLLEc3ngVvV/11picfOLx65GquW6ZzF4Ydn36zCv7RFRR/nWc
lCJzbGxyxyuCptcwFcNDwiIxv0YAanHSYAw7LWlbOA+iAsB7ox2hvHP5y+SRC9DIsZtN5IZDAVh0
E8f87JvMg1sFOWaA9jjyupiRE3hb+n6R87Q6FsUCg6pqsePUST4ZD21KFM26eJvbbGg+QNqplN8g
9niwBPrQhimL94a62fBMa5gpTkXcR9OVRfssafjlurUFpx9/VEVbqd0YDkRYNB/8tUikM57xnJUd
7DjbO2IB66x34r20mDqUhR5cZuOflE6Od5YhjfxJJie5jrJnQpXsUAPgLdkZhk3/mI+iPJprmKQy
6Z/aGDUSO4KGu1r7geS8o6hlVE+WKgq/KibW8dnFfcwZRp+0XRgO5S1VV67X3WIgw+R2YTL+TgSe
q10pY9XsMeBM/XduaD/6Tuk1H8+mNVrZNe/VcNIuiindQW2+ZtHHFk+yEYXnGseReceaPd0JJIL/
aztNI7ZbLGDsqb6Juf08YF6ysL8lHBeTnWD/WqQzJNeSDFz6YBYWjY3RbKVnG8t4DZ0mdtiScVfW
OQIirQ3H0kwx+oomynDJ2NE90j5dBDJvydsPRU4vZJ/OVwMTd8/CWSYfxlKitDslfciPjR0aGGBt
IFou/d7qlk6L9zEMeIc3xkRNfIgE/97UtdyVU2jevaouTzJx+7+R5bsKvoklBeZKcmEXf4ErmyQQ
baHezboc6HBF8UAvTqvkgChGId+oIzM+WDYBBw524gacOHS59G2IZxs/c/Vlu9FgMymkmtDfxK7+
VEfm+EMl1PC5ZCiaMZG3fJgCWOHooW0E92a1XYiwPoVdY2HpyrsFR7jZmNU5BcsBUjWLBsQ2ql2K
ibULFGmQQUTl7cVavsUg+/Gdvomo26dTla42jzihtaOZEi89tKPp3Fqu4svdFtjgMghHqtyQu5Hk
/mniocxI181TPNO+gI+Mmr6NGAy6fsoSESjQ7GrRYNH2+0tn9IODoBkp78GEwx8ClkisPxWXGdiK
8OzEIaZL69ygaU94TC3jDagaLALqOQYPwutKUI63rWBdzTWus8DGnr0Mk36DhJRSoZ2nEbYCM6zW
OmtRwsGzoQRjU+DVPfVt85o18BXkavB9r4fW9n814eDhkbxpBUFeasIuBstNrDAPYu5M5MzKVLk8
e7S37qsQ1+S2HaBXXZNxsDQtCnYZn2qPCeE4sOcPcCz2b3abAEaro4rL62q0OSkHYgOOXQA/VFep
H8b/LqDtDVNRBE7zybdYXV5qgXXv3rurw7CfKwsSactqE28f3T8Pg8g9MtcJCXD6sSiXojVgKiy7
In2nfdzLedmctFiNgebqpNmntR//0okhvAfkSrd4wG7p4AL1hdcQBhYo70iRqVSEudKRV4+KzV7s
bXae6tH2o5jNCuuKnb1AV90xpGbzdep5wT6ZVYvqhdGouahirN7Jd0yMSqXRfeSm1QRZUtTik7mt
OCVMJ2yeZeQCfcGs3b3VRMtjFi+2uzNbNpIHKwqhcLmxd0qLNvyngPOjoQ/1BTB2eKamebyqRBSQ
cvgJHDqMO7vF3tkT+0jZ78EGldgJOi5iLLv4C1A8O87hBSiNPZ6rY7zHTN9NOyeWgAHxUDnYx2yH
BSxpxTiIBEHhS1n48dpx0Q+Ld3EdCwbXOJBd6fkuEH6r5JAfOugDLIlKZb555YpqBoKFtGgtSRFk
bCmLrd/MAPJJXHKPyzlVtqluVE4/XWtvY2bn92RQ/iP/mez1cO4Oq810jh8Vyy1rYw12Hx8YvDtM
xNRsyMcWn+7J8FjMEjSf8BwCOcXrFjXSZGVhz++2cNx3K9biORsy1ubj2kFw81q77W8m7SblrUeC
CX8KNnycHJbiPIVHR5XVkSsmiiNaE71MkUpyI9n5xCijnNcE39+jMSY2rxxMKa/RVKirUv1opBvq
aoz8NpvceaBTxaDgJ879etMVhvpkMhXGs2myJv00IYoesDrl7wOBuvEHUy7kM97ndvypesaTAz72
eryX6RxT+DIpvDzuXM+7tqb+g55b5ZDRUdWzDZp2JlnN3XXn0pnDr60iXnFZilTj/1oprR+D0aYB
l+L6znci1FeSetYrbSN0jptcGk4J21XFTltGn8Sm+nmHQ87n0eJXHl5COJIkOesmAAMyUIU0Gmpr
d1PpsGWyZOw+SM0F6QyGsZDLBpzKjB+qiZIVIGGT/X9D2Iiwa9vo8XPoE4A14+KfKzz+WAsTZMA+
a7TxfDFCH8PZ8k/A7ntW/DwmgTkPTXSxJ+7T2wyfffGYNi7sB6QsZt98bFxwh73FGs8yMzgflXI7
A4eXlIpMnWeRwVUdnlzol74b0NzgTl8+eNIHQ/Dbs3Yox+P7UPaGXe7ouuo+oWPTEt7UDCI2mYru
EvWNOiMQxOkWJ8QqFrgOXzgndVoSiQLmpLcRnmMlJ+m4wj+VaaKyrWXwxtigwWJHjJU7BsS7lisS
8PIZdcJsD8PcuEgv7Uz9z7BQXkU2bdxi3nOuJcA8OH8yLtNdRlPoQoA37Ix33J7hyVOt4jAEW2Xf
K6tspueEvGeVbnPoROTEsiby5F70om6fi3geWV1AQiVEILGg8iVoNBgSW5/QY/UVQ5ZFSfIMW8SQ
8qrgv/g7rMoSQkVadeKrASbv7oaWqXmbwiaZsauIxM9BUKlyPAt/3VFVsSXrZldBF/G5RqtRzsMu
HflOsv2iaTqnd5vHgfvXnlBgtIumQX6npO5vHt/SI1XcqqfKb6mmu2OY6MHNGII+70mggBDOU4d4
fYsg79r+1O7kDFcubxs8tbiqx2+WRHH849U0DN9ISecETy36APcWQmaICzPtsv45dgaW6XbvlfkB
9o+QdzRyePWjsstD3IQGmkATFkTjKK2rNWH5o2uSLg3SKq0uGAjyQDemOkYTttNdUaE/DZOEOaXK
WK3MyYiPeWlvVA8zS0dy7LoAY529R0of8VyxCWzg4qRD8dpPXpZdM9MbKwzui/nPjxvxD6EGom9l
2L7gHwc++NXwwMjd0gKyiaYeQPgmcQtWy33uvJHkdHZEJgZwYqVxMQk8M9ShDVbGrs49UcKEy3NI
IP9zdl5LciPXun4Vha4P4gCZCZM7zt4X5bvasR2b5A2CQ3LgvcfTnw+jG3Z1R1VwSxMjhWZGWQAy
Vy7zGx/JBXA8Ive/z2MzbHtUOjqFHFkwo9zZ5oY4VoEyF54i8+0OOtqLkxql891swvoWQPiM6FJZ
7IEn4HfCGCmW4H6mbofK2Miwv+jo26AWqELeRyy6LRKDNVVN2bQ7uwKiTtfSGx7J4OLiBe02UAfc
sr0Ld7AlqyntiVug6j3HW+cK7OZUjODK0fgP1gV+mWCYS2NKHrCKnr1935GqXTWt8u2DVwRW+Zwu
zCJa70jIfB/7aUQTMEdpKl6Q02V5nJEogw7umqKjJpiD6AFUeK0eENAa4IOp3qMY16GBVg0W1uUw
HNFVDGv8+HLSnme046ijNsJZhDALbdhb24k6Zq0zt2NDWVPG4SevxXZw1fVgCRMg1kkBb85kBIU5
CCaUzbZ0h/aXSpc5eEx75li7Hjo3lKQYXYm2eimiQO8j25LVLhBW6AHkstVzNjb6qe2S9tmqdfhr
RFTB/GYjzrCIu3vWT2CHAyjzxO4/kbSHSJKEI4CExK4GLvIQeZ+a/5dGFzROjTYIn41uMr7SJJoe
dRArH2sJD31bZPtQ/rrx0ZN78CnWf1WmpllELHCekcPG/yhNhm66T5FCvy11y8MjmiDxWFV9FmxV
WSmB+2mFanfnhEW9zSyIoWtlpdO1ETNexHfU6p/HsA6/axBY1g6Me5h98koTQomvYWVt6R0T1cyR
PCIAffyMPKVhHyfldSN5T4owN7pWdpEj9Z1gicLkg1md2Wl9C9elLLFyrbAJyhxaZdcZENwUM1WM
NWGdhMradjh1XIuSATQCbrhqM8vj3tsCB/THT5CC9BeYIOkLI+mh39ZMr6/czEHVH0Ggx1kwejlS
kjrZMWDy+Vdo1v1nz+y9WxgNxkQLw5twvxaIhOrAGtpv+FhWQ3k9V/SECkBU3FV3Uc/kD39go+y/
YmsDQAUQz8zIDJlBH8qlNgGPIXM70yAjrKNw7gGIUYVRXY/45RZrBvOMgsKuGZgLYk2Fga/tOTVq
w+Dzxrve0v19X7XunYiK7MlBy9C/N8YER1rh9yM+yaXbamuTW2VD3ueXutgKVC9DxPWr6BB1pf05
VLjTXTGkd5vnhuwF0nkqQmujcY1xKaVL1HNX8CAHJGYMxPktzAQPfq2iv+zQql5sVSNwE/fmjzRO
9REYTPV3G5ntTRx56rpMgyDdC91jiaQhR9CuG7LoZzY1i2yrnIMeix3DuXN9hlt3TeiHmtqQlPh6
ss1a3IB5bqqD7HliEFsoG+kwh6RVjF5UoYYsHPlN9a1xBcm+GT7DSdMmbXcKUkTca1jHvwqPy/8+
Uxm9XqYSc6F/2qpR8W06dDEdJoG8F9YBXCkA7Xw5cr9Y3P2bHMNga6URHjv0/Rz1t5QdoKnhx1Mi
jHGMhCHWpeWMVfBMpnnlODGY2GEqNc7mUx881hDNum03WQlS4nMo5T1gF6MDkkrKfxwxyWCNKYYs
40tvuOu5Hh6EO0/3GAY75ScchtKveR7QUh104KD4EJURBLTl2yFQC1Iph8m8aaC/GI9KIHiRH6wA
qxCk3adalw+G0sggG7GNcN6qJ+aIYjECjpGft0ONpIfr2wWoVHegSlgxOB0M1DtKe0Tbi9979FE6
xbDBLrusfzWYCIZybbcl9DDaUdEYHOg1Ixct5LxMfhW2pjdmRfQBwkhDjjbSFH4OEJUrYZcXc71h
rg4HnFbK6L4oTNBQBAc6Et8o3bhthF4gojPliitL1zc2I6dXx0f+/1uLRkRKp6QIKPKzCWPUGE0H
ZCNGVcBxRgCeytK2E/xBWuiY1muW1S2yLVMfBuYtZWQLdC+FrckQXRYqgSMBcQSonKdmg248zFjm
VvSGrsh3R15eUziHzMphagT1aGCB59lX0nGTBvkQshLUYBE+cZ4W2nH5C6ncbB8MdrmXFSX3L9de
NkmHJceVqwWTyb6Msh9jLEVMcW/Nmx5zc3eDcze7cegqGq1hh+HaX/MAg/WQFpQfd5HhlsW9EEZX
7WqgYcHa6nOVXhnNaDrQr1Vu3yZBAmAS/z2IJ7j0HEb2P7KYcnDMXwpIfrqHyUbYjCntr50hQEU3
StLqHtlqrnI/KcfbgomBqVd1G1TOcwrhUj3BXsjSYAX4ydgCbQNGWKJkBeBPD69MAtFiiLQJTJ6O
UQCWozTEbUrq/WKRg2QPc5xHTw4dW2o3+sY/sOYgtfNUUD9YTR0XG7wVvOucc/0VuuOMZjL83S0F
Gc0iZpnWmKxsSo8RJfUic66jIuAvoHKPtiCuCx5CnY1Rl3eM1yK0T8NZVs5nx3KnA9IECrZsji0h
zTy56twYhd88qa4aWSbGfUMNBITDkvZ4XxBPmYgyUsjmzdi4gQPqRcvnCClAEFGRztNjxOx8rQEm
d+VmyGJR34KmjbKveQh69ptynL7DthDQ+9rxm3ZYJ5Fp+J9CA4IQk3VFhgAfthDOlwJJD9dYBeiP
iVdIQAzJAHXp5ArwUXkrRoWoDbMG+7vGE86HkoTXMbY+RCNnb8w0LzKqHJr3t4blJ/4vXdC3QquM
oIys7reSL+ocOFZ1i3NBZlrVrWzwPv7c2zTAd3EnSgsSpum6W8ZRMOeCdpi3sBBwG3aZQyH30qrZ
vfEmlA+Qp5jd2xxXFZcx0ETrQ29T+jnMbxC2fKbfFYJfYw5KEuJByYcJJSmiCkgQbtIdYw/I0BUB
bXYeMfCuAsRRDL8hZy6ZI6YY9cn7dJb5uvQtII0kjGHuvTR0qajUy8wdf9I+B8ZK5TmBWqDdWCa0
ITHBGvtfUvOEa0tF9Cj02DXPSRrmap3RDfoyEYsZhxpOmJGBTeNzQ3L9KZ17g5MVVq/o6KhDVVrd
fFPZPWVphNzrzkF2IXhRljnSzJitxPlJjaEgrzHeEk9pWHmvMxYRQbATYkbEYyT6I/vhWgm6WMqP
n/OiCPz7Do7+DssMBNObZH7qLNT3FlfmPuhe1Jha4Vb3E9qpmJRVefvAtRMDeM6yvHgVVcDxhAUT
fiXEeF+aaXBpuKQz5rM4j6tPlmFrEzJC1fd01NIZwESm1MNEfWBetVhjfCu8zoteARihYDbadYJn
tOfLx77wBTyhKqEkCgf1RWBNf4SHDKeWfNUOnlv0urwH7Eiptjg5+vvUj/1eSwuS8lhm17W1QO5p
kqavJLDTgfYvLEpPOu0We2akEhH2b1ECAzYw3Wb2VL9ClIjGp8RLh6leFb3g71w6pDQdSW1/tMyy
F+S+g88VGjUoJ3UlxLo8q93tTMUM4SWgFlzPrZbRLx/ByZtxwpvxaMW6YFaXtE65F91MAooqX7kP
oy5mKFNX6LsIklZotEy9cO4dHbXOh8a7wxCalBsGCJPdpMi8r4ycy4dOiR6FDTvrm37L6zfMm1y7
Q/3VQt/HeBkgiRvrGcbXuiRIqyvLtWr0vwrX6PFjkH340yU/Ta/qHr0IgR+Ge0Mzu68PEoJyv0Fk
LgMbpZukvPe0N8CGo9Iy7L/pP9kQuw2UFsrHFMx0sbVcFz4ispgoZEMvHhiv2kYafJIG6m5mNOL1
sDXmpvIeg7iGUkoO468ZcSL8gXQXslURnDljy+9zy9tyMAvwxx6RGT8F1AkLn7J+48+292NmpIQ5
M6fgJUB2A5xFgu4yfAoDq0yyQpGumzkb9IaaSMi/dA6Bd412MlNidH/MiWQYbD6zJhQMEBeCCUi7
gBHZk2wNbCoqpqDoPjqMKQeRbW1kujpmSi51AGJcYE5EuGjUumYLFYXObrAbJCTtHgFTuZZM457B
yJvJLiY7WSbk5uR9zxGcRdYqFFW+YyjtQ2DF/PU4DkX+krV1zcAj7qYAZOUi20l1C6JvF5KgwvDt
EFVBUi9Iv3VEsPHeS7RIrq24i9pmZ06la7yWyG65X8tOo8vYBtw7R1S3QOdVFv+dJh7t02cUDlIS
Y5LnezF2ZjKvlATG9cs0nZj3RmDRCBKjyzbjfFm1HkIsfOIvJQLY8ytsASdASSfOwu6pwCfwidnt
GGCh4AV/I7DdJQ9V5SnkvUEq7FODd0hW7IJ3wr7T1t9weLLwIJDR9H1qcTQO04ApK7RQufKmAAy2
awaUEAwoFt2kIIhvyy4ofqW+p2kAWDZ/hm7g7Byvp9e0jL+nI/Buu36to9H/xQjPK74PXBTYRILr
Jj0y/Lp+zpFmQDmeHuCjb1e0BhIEgrg/hDd/T4ywhBRHYgexDxdyPGtKgo7dAUu9dUZzOKSzWV7X
4eC3z4B9Rvm4iATU+1a0SBZsyq6acBPpfOKICmHMP2FXlIVPjJgEa5oJnFNp4Fazx6zC+YUzEYVo
7LUho6W421Xac+8r1SdXwk2qbWXF5l8utD649CDzgaPha1PdOLPAmYq2GACtmSO5g6dgmoCoonlv
FTlFUMfZ8EZp0N5RPi0VGk4Iapj2/FAbwKw2KrOHL3mQjXqfYFU5od3kazwTZEw3Yo0ke475IMED
eQZU/H0xzl9yhmAARa18jidoENzta2ZSziJ+SYax6oXtlc8M6Lz5KoAAmlD0TB6Sa8TF6hDafc3o
aCpvGUfmNZQcO5c/utApXzyjsxTCPdNgzwBvDP7BNp/6T05edzeAeNwDjjkG3J1EALjIB6QIJu3q
peWfI/Gq835+lW0ZIWJljsOrCR/apsMEPdTsM7ZwxHtVB5KlABvCXD8xYOIdZ4YXGwQybUPvzDE/
h5ObxVbxFOgyw2KPEAdUsivIr320UY4gUOkuBihkp1vSrRkchlalXCegcPN90TEFDcAgK/TRwRce
Mme0E859X9tfQVcWcUu3Ia7oC8wzwEl5UNANWCGezNB7AAEb3c5NlhYIG3i98amfvQELs0o75v1Y
Wa15JJZBIqQKq7/VeN98Skyj9D+7ZWfYi+SEqK9CX4hdBRHjiKnudKfUxEzWiJzbidKq+dI7zGDX
dOLET7osRfSCG8P8UhkuWRu1oLsuPF7rA36I0UvDFGcNDra0fzJ7mMsjbpn6Ouvw1VmjeaqZQ8UY
EUElxtngGsn95BP3AtQkSgJpbCO30kyv4wxe467J3BkKyxBxRMdjhWQeIsCKzi9ed7ig4h1tOZg7
IIWqh3htpWQPAqBLD4PykLSm48abgPNJqpvZnfsUD1SWm6abB6p7ORmfSm8y4BlnS0P7ZgZOHuyH
GKYONkra7r9ZyC4mz1MzJgESdGZDW8IeNDQZiFZ0kwO0psad0eOuaa4ldgaZsepUyRym8vACQcy+
FP7UP0IGCObqb9esux7aYl9O0CihRbUjfcsC3Fo+bfoqzFvzCb3cGMdv32C03zxHEqm8z61X9OMt
QB2jDH5qku3Y3zE/44CB+R6By++9DrwxDmsZlN47ar0ZGw7lmjpIEbJACOKAnwjUB3ui+ryjp+/N
m64Qxbeotop+HyujYoBkVVJ1+5iLrIOuN0IQytduBoRTHhgXheHXsFdErMOEW+hU7qwcfJzd/v3v
f/3f//l/P8b/Cn4Vn4p0wsroX8hffQIE0jb//W/L+ve/COvL/3z187//TRmCSqXtouhC1qZtOlz8
9R/fHyM83vi7/49MgqyFfVV+9522qjZUPsM+NVPr1RHUE7D94GlDnMeGuzH1RPVSe0zux4S5VgQ8
6fyvcd/+GOHS5MYrQsPpdPQyQX37Y5jeTc7Avf81sYB7bCxV6i8WnJZ2K/psyvYYqUAHrpKQlOIP
V4aUb9vCdKUjUe2X6u3KQjEDMkJjeCVXTPZ1NmHL4gCOc10nuIEc+cPyEbg6v6al3z6uRHBOepai
Z44GnIud+9tFgU3RSnLBe2MAMjS3nuwchCNbZWcr5rGMnlYDx4bQXDa29ckW8E4Rwrd1yu0sXdpC
JdPUDT6vhXlwaNPGNLHqjqQAS80Fn2hgcJ2Mcdk/DVbne8cgo7C5Of8QJ59MmloiKezZWgkF0kp7
b59B8IJmO+jNx8m1euBJ5fgN9bx+2wgTqS5JUvNlEiK4Or/q8v/6266VljAtDFboYrJRbEstu/q3
XVvMTRLavlM8IfWIiUWZe9lNn8AshEY8t2vawS7zZTxmr0IPd44L29T+YHWpXMVuFfyHKd6u3oGV
rZvGLJ78Ymgfk0zaT0GzwHTRR7yw1LLjTx9UeraQAPMcrdSyhX570EZIg4GAKp6alsoyB/ixhkxU
77pEj7vaNb2X8y/29HNaQrEhwRt6NvtSmCef00awpxqhPzziOglvIdTLmIU+BsJyUX6g4c/cyCE9
Pr/q+xfKqjYNfGUJknDbfPuU9Dh4UIZvj0VCir6aDeevsKGDzdTMmH/88VpsUzpjnm2he3oaY9ib
lUmLzX9kdC5fSBTRLYGOFi3dKNh05xf74HUqqSzXE5Zi0Oqe7BQFCdyhdb0YAy10ftTrvk8LGwcp
IAF/jWIdW8k0sqbt+XWt9/tGsbDn8BWJo1ouP+y3fWMbgEeFTv1H0FfH0pB1uqslWrwBvRZMtRsk
6qNhrr9njvWqFo+eddK0+Az4KFbURFsH4sNAPafRf/mEZMmz1r26cIg/+I0OBSddaIemo2me/MYq
LIOhQbzicVI4k6zCzKEtB19aXecNvo9RWlSv51/LacBld7uCOMU+45UQQt6+lZBqefZCQz0KzjbA
QPgDLU0B8NEOCs4SFamDcgym99BP2l2EJe76/A/4YKMTLy1+B90ty5EnGz3pLWgiXeA+Ot0orlLV
0EkqUx8wbt9dWOr0ZidGqgUSRJwF0IZchnz7sEE8+p2Xlc4jgnZ6U8Kr3QG/pyZknL/P4/K6JPNb
wX+VG8vyUdkoCsAB9Zwdzj/z+1hta0vb/BiTJzftk1uuxcwFHP9oPxqDFujdjp51VabpF9j0ZPoF
Uqx9ak4bOLLRhZXff26uJY9FPY8rndfw9g3oeai1XSr1COSDCahhj+5mpP+08+bEvmEodZ+CNdr5
nbOAQ7zy+vyDv//YNtcTV6NlkVKAtni7PDeUB2egsR5FTCZrxUMxIvoUzhsZNf1f59d6f5Yc1zUx
qlOCY8+o7e1aWEzju9F4/qMJnHFnNnop6EJ7D0S6XefmGO/Pr2cth/PNxeSCrZQuQQZGsomU1NsF
MxAXvWdmTPkCwyqvMTeM5aFn4klrOPLteue0g3mVYXODiNQUYHPnzo68mjC1mz81SE7+VQC2lyuA
re7XVgqj5OjHPorqZRjf6dDW9+d/8ckbchzw7JwF1zH5s7T0yTbsm6lDMNbKr8Wczwf0wupDYWTW
hmFc+hiE5qXz9349aQqHT4Jsr6Zje7KeCeQIA/SkYjqpcajNB4jriIj66PwzsEBd3Nudf8B/otdv
n4QnBK9kei5qXh6nX5/E0x68RAGAqbpmjty+aGVke6VEvnZCc7yK5Cy/GINK8IEbgYOUWZvsZybX
G5P6ZWsLMV641E8D0H9+j0vGwIZE11CfHD8rRU+lE8gpgZfJsxBPz1r+HOLSD//2S0ZwV3U4Lho/
ZhrvcwAziAyjjPqkMCjyjhK305cLL+ik1vnnBwFB8qQkHDJVOTmQjOos4JItnyTI0n6NIDQgBYVP
E5vTjs177CMBEdOYRcwIp8ZJ7uzOMP9OSxGFmz5TTBrP/6IP9ojlaq1tzxTesl3eHiJtGgNJ/9gC
BnDSnY6t6QltqWlP30H+Mi0aRufXOwnFywvgPrC044B0FqY42ZNJh/1NR5vjukIxGtlgVJyGW5E4
DLcrCSb/4FW1M97VdLafcdfs6wtbVCxR4WSLksdy6/P+LXKwk7y96VIcY5qwuQ7HdLpqsahDGNQc
P+uoviPZV8hohfeLb+3PbJnVUP5K7qWKdrmDceoBqyTExZnrjCsXDBSiwJb3d9AjsBQ4Q7zyQyd6
mqTrHiKZggTJ6DACmf1+/iWefjSPkpkPhhik4nqhtfr2ozUKLUOq9vSq5KfjduPYiNe40T3Xn7u2
sCt4PL/eyTXieJ6jtA012hQMw/U/kfi3VC4UdeiiBW5ceZ7uTUieNJ9H5oxVANdtlWYTl/eFfXkS
3FmSapQrW/Kclmk5JyfXgZtAr99rj6o1y4NLxxvLjwm9olY1a8euxi1ai8WFzXFyW7Oo59rUAZYj
7EXJ8WRz4pY3ZcA98SPwXI/JYQY7zb53UsYlh8os62mH4JdhXI2NVbYM7ME1rOOOyc+Fh5fvf4g2
kRwR3KW2R9Zw8oFzE2hPDefriLOPOdwwZwvbxww4ecbN7XTNF9VZDrTejobfRgaI9GTorLXj9Oz2
kd3ctAxczc90dm0aJKgIm9HXQS5uOYB5Udy8iwH5JY8Vihz+xmSupn80CuHNrQVkn8ATdrX5WCLa
GlLBVkDlELRAxB5YdBuSoZVThFF0NJSWedUgDYSxT6ZGZqZTXBhLDRqZ0XHosq7HvzECXb+GJ2UE
z3JAmPklBluffiK1Ro5wHMaxEyv8I5DlPr9n350RanNtS4lUDeWccJZX/NueFcD1sEMAouQ0OcPR
xB+cFdNF1HDEXP6kp+Jd+GjL5vg9sLD3GaiZwuIPjy+3BJ7fFkwaqNtYkWVHcxjbB7Ryyyc8UYML
q7y70v6zDGW14FBw0548V4l6SwzePDuC1cDGmabhVa0kRi2ql7g9l+LKyNBYxP87hPaEXUlaZs3a
DafkQm55Gsn5IZSUNvAYi+6LVid3/ZhI9C5xBzgGWg0vqkqjXY4t9THHiK9HYH6RgIyK8ki1W114
CR8cD0FXyqFT4FJXnL5qC2G+oowsLENgFq6dPI/uM2SMtsOyC0c4HVfAfVx8IvEfTunGfDq/tT74
0tQzkn1FRq/kP1fMb186zBoxTxlAyiC3QLwCB81+GlEW/fkOFmDaTK5JILymc5Ir9EPRuRiR86Vn
mIkom47OrfT8yd4F8RC8guRH/P/8k31waPiiLjKJ5EzoxpxsrrgJxzLMwvDYKBxxVN9cQx4EUd8B
LLMFdhjnl/toMyO/bJkAwPmD7fz2zNRmMrVMw8Lj4KRco2NSE998gsc4JjtUHnBJSUskNqa4vAl8
pgOT11r3Zl39OP9D3mUFbGa647ScXGfpAJ+mJb0aAQ/UQXZEQVVgrT66o3eEpzMmXxRepfOqwrJK
fhsbQHtriicRbZyCZvFq9mwj+Jm4o1ne+51AbRWllnp2jBWTDVtuaksHQq4Kcsn4GEfzUN7NIJL6
+8pyYfprE42jZp35nZaHIlc1ABwQtWhznn/Adzc4l6mky07qSSos1UnVj0gk/tGCRowHWP3XIha7
b/sedVdwQ3j/nV/stPXDPcrb5A8bCDFNldPCA1BD7kVcEojmpTLfhcgK/YDiiUp24k3OgaDmUo3i
vznvBLCBajHm6p9L3HjSG/7R/EmAhfHXrtdEtxhmW+UOD1/xIyaHtS5swQ92PDUZLXeXE+bQATzZ
gVNhwultoiNSmLMEp41VrQrc5sWehVfctgw1/j7/dj6Imw5vhddCCSjF6Z4fnVjQajeS4zDpfoOt
kA0i1o2OMWFsV0rR3DQywOawDOKX8yu/2wT4gUtkVAnbXFAMXd4+a5NamDJVEfvQwWUWFo8IMoCf
XXSdgfK+Pb/YB0GSBN+m+ILhJ+msvl1M2pABrLLCRU9641ULv3JtTcn/4hIiTjE5cpVwKKxOsvkB
g4c+gvB8bOaEbiYAZ7CjpmXg4YmmEkIKHYZDEzg4P8225x/wo+9IamY6JvFyaVa/fcAZXI5uVREf
MRNKad+JYt8iObwJPZbPGkir0KPUOhDzsD+/8vvcmJHDEqfZsNwP1slhBsMuh04nybH1VOHehwbt
ny2mKOGTCARD3RGnRqwtitH/86275FLLfU+VD2/n7SPXpZJTbfjxscTeZZsMpbGaQLPfjGPs/Bqx
oMMJIyjgtNBrLS/c+e8279IopzlvMiikoSaXz/HbpQt0PIi8bhZHBxLduuDvepiFjxRgbGYXyqt3
75cKh2mkxRiQh+SIvl3KBtOR0x8SR+ycBQw8PJ1cIOerwGnG7YT0HiNfM/vTQMRLXVblFgLfT976
dtE6Ba4/mdI9pmh3XFNmoWKFJ9Aqn9to3zL7uPA+39+9XAkUOo5H/8x0uBreLijcDO+cJLO58qAO
wIzEPDyO/64cbAhwL5lWeZTx9GWOeHsI0wOmo9gVI5o1f7ibl6vJcuk9MCRgW51sKuXEifIDXx2b
ttL7pgXZiSxFvlG1K1cgdc3nHH7ahad/d3iXRbmnlvPDkvrkbUc+kpij6ctj2sROCHi3mwHLDOTr
K03qfkTgEDVq187cQw109U8zO1ZnVEmmIUh/iMVvX70yrZroHtsoLjGIf61dzANQ/yiKOzBZCRoZ
QQPX4M9fM/MfhxjJEI/+3Ns1ZwMLxyzoSeZwDYOQUsVb3yj0vYfZyT5YpN4AxGbxhV39wanVSybJ
pEsJi697sqrFgGMIWnWczEyaqFE1DcJOgU8z1grB0Z5/xmWrvCnBlveKHCRHiMuc6+ftalnqdrFh
5OqoSiJDG7r5mqG9tYvC6btEzPB4frmPHo46gHSRxIML/WTndjDZIsSfJIIRU7ZuRYRPngmeJUed
4ELJ8dF+XXqrUpAukymfJOaVVQ2zYsByTDtcIkzZ6YOBWvcud3N51QJ5f2kjy9rQvizMCxvH+vAx
PaITNRcF5+kMo0b6AP3YUB8lwuuZB7p5Los1yjhjvaqglfhbHQFD22K1YeKti3evwiUi0JOm/9VK
B41+H8b+in82RiMTmb3J3M05mhMvoCt8cQEO8NEmcNFRILrRYyWMv90Efuv7QR1BBp49QIg94E+U
MtzskMeUNFOYGBfez7tEh023ICfYcJRN2j2pYWZA+GU1BYiLZ237Ez/Heg8hNbv7873mOablOcAU
2QknW1u13liZZq2ObVG1TxgsZddti7pT1MzqQmx8/73pXliSJiUpPAnOyQPhTGAbqFK4JKi9ufbD
Vmy7SqH1HPXyQiBctu3bA7s0SkxYx57lvMe8JIHd1LABXaD7HnCrABlkV0TtZwDi/c4nA9+CpPc3
kyzhx5iIspx/qe8vepZ3mY0DOwKV/M/O/y2nkIgtoTmR6+MUevNNWqrbpETolhabjxM9sEMRoiBw
fs33J5k1QRa57FEyY+8kbUSMET/AadGroFX3aM4jMmbuIPFndPM7u8BmuRl6CNiF8eP8wu/36ZI7
sXOWYeSCM3p7LhpvKKsKNNDRiTNH3ZaqQSAdueQq+Xx+oY/2z1LNL0UVbYRTKEVv2H01SeJFiD7E
Eevu8iZywpfa5NWeX+mj7cNrVEvXlg94WmcmYWtGkwi8YxnWBgg2p8WNMqrja2sYkIxL8qp/SFI3
+zp0ZvzL5m58OP8DPnqnSxJBg8YRFAEnNwC1a2kY2eQcUY6a733kATEyot7/8xhDvUZ66HFSmNac
go362FWGi2bC0Q7juEfZtK28fUJ78Y+jDOtwfwLHo+nMkOTtHqF9O3tz6WJsCcz0m6vm/BoqUU0N
Z/48/+Y+OAYku54jAP4t/1o20W9Hz1WhAj+t7eNYTsbWN61sR497XPd9hbk22DNybFyXbUalF77Z
RyuT+hFyHFfy8Za//tvKzHkWeDgxB8p49hXJpHij8xaWB/cpkrWxm+2R9es2YMouDZ8+OBn0Jhl/
MZAEfHF6Moqoh08adu4x1Dk0LIPp1tSmyaYbvGh//v2+vwVJtzQkT4KNSUPl5L4IY6P/h3d5hDvM
GMufouGQKZoq9InRWjFwCjy/4AexlMfyGBBx7/Lv09dqlINbljHhxQrQUu7tq87WaJtEEgfFoag3
LrIf55f86BldgozFVmUX2fLtl6RuGCp02eRR92hsBwBor5WAu2C6hUJjJtEXws1Hnw+IA21KhxoU
+Mzb9VDEns1JVvIolQBdwC9ChGzGkGTw/jxWM5Wl2JV0pN63NaJ2GqvS7OVxLmz9avVhv/Hssbhw
2j86CUh92DSFCCnu6YxNNBYigKivHMsK9eRKZ8ZnvADyTdAXgNvtRjRrlBi/Ra7/h5BNAgt9COl6
Hjg/BdLvJEdDvj7BoI9E3QL3m6+gwTqfm0K/CguMtRrhRdRLWfbH20WQDiKXuRQJ0lmC+e8Hv2jd
sOwTeqA0rPZtkAQbpQv/uUOUZFPBzYwuZIYf7E+BGiKde82HBHf0dkHUCSBwDxSZfdso/K2j/krk
wr/CmIhRu928nH++d+iL5a0i9EpBiRAwaL+T82DG9WRHupNHRH3atR3ESNwANdxEwwAtYSQ3WPWR
RHCjVy6lQl/fFgvJZ2D2i7RD2AwXXvgH17OgwcCQiMuL43nylUeMFqfCGeQRS9uGqbmHt/sKTAoU
VQdfyEM96HLXwGM4VCCxHj0nTnfnX8kHJ5aac0GioJsDoG75Qr99cuXPnh91tcAKZ/D3EdP041jV
zTasiuDCw34Q/6QFcJWRowfwRZxcncgHSgRKO3GMM8+8hmSCImrXOZ+LeI5+TW483bayNy9E+Q/e
MKBxAABUBEvUPQm6rbbd3h1tdcxNhHxRFNfdjC8EGi6rtMJRdtUjKXgXtMjerNFmd69dNYTdhSdf
zs1JEs99Co7HZh7GWT75zEhPxoj2UQBNuC1+jZrBf5j7UMx/fprAzdi0W5cxPSIzb79lkQ4o8BWW
PFq+y9ylQ8+0KBsBMx9GnsyZ9P753tFEX5AqfE1C1dv1cCgeMI9l+lUbVvZzNJRzxD/euCugHly4
Oz/YpsugXyzVPankKSgU9b7AqFWqjiad2zViryPGlS36yYEI0S4//1wfRCWSDyA4SwkCeH75nL+d
CZ3Ecy9Lbs0MoPqz7qnqVvD/cFmSeDhg86o9/8KSHzwfm5Mai0PInXa6TWHExFxnnjjC3TJv6sIu
afY1qPc5yJuef7oPTgStTJvu9H9GDye7pIkwdfNjH5sna8Ho2ChvDKsAV/ANzDko3rIfvxpycHYD
mgaUmJP9eP4HfBAH4Mh5DNs4DaAvT4LwFKVuHvkl1MpwmA3o8XKBviF6g+yGGC30iUDuJGuIWV51
4YR80NIl2kJxAnRNUURF+/bTwmGumqoIU9Ig252gCfoIzZkO7ksz3tmYdxke+nxRmNwNworXvYeV
tzeH3i/Vus72/Hv4ICowSqXEBeXMxv6HefLbNktGw6SqNpPr2UisX+yMbF2msf3nyfzvq5x2UnuU
iDrU8ZNr24z9jdCjwvYDVejWy4rPrq0f56isj12UX8Jxf/SZuVhcThITLmggb1+1ygFyakjr1wOU
MHU91cg4POvAtp4YWqbf2tFEBtC1Une8kLR9cJaW4Q/tEgp5tLZO7pm4NYSDMGV8jQREffDyRuzj
2MKzIogu3d//DJJOIrvn/ZPpei70oNMEph34axKni2u3ThVmKqBace2Jsgx/i67s2vIK977O3wXY
ROLrO+bAvA9VBeF4xjoaRtGF6/x96AI3yfRn6dkLwuTJdU7Sk8z+lGXXMXl/hUVoPUVrk5zvYSrt
4b5r80ssn/dve0FtEywhaixQ9pNwAisqsE0jxpI2HLN9nprRtrKzZuMKdSlXeb+jpK1pzyw8LCDU
+uTDYtH6/zk7rx65cS5M/yIByuG2clUHt/PYN4JnPKMsUVTWr9+H/S2wLlWjhN4rGzBgliTy8IQ3
tLgMQWtL3br5FRtJiZInRxRFn7KFcx6bxU6fAlQT7x/UNx5RAQm5wcHzwJxZBI3eFV2Kj2x4GRGk
k9yksnjqkristiLLGNnfX+225qBTwziYvWtArF2uZsFZxXYEdC3Ctv5zjhTaPhQdXjGYfKOeO3Vd
uzWFwqnT7g7/ub/47f5hnKfICDyvR3dhEZsrmB3egP/kxUkKOnx5N22kI3o49m6wyaOkXkkhbmOg
qm6Y9NNi5Da4YTZaBfJ1mPJc2rCmierk5nEAxbK//1S3H5Cr1aUxrPJAyEuLUzF4JhK+eJhfJpLq
l6rx52cNDvklb8tgraR5ay2uNZ22Da1uMvvrsOclXi7AO00XNIYUsKNAhhr1b3jK2Vpz9o2lKJwU
ZJ7DBNZrkX+lONm3A3ril6nzkl94beUvZarlO22e05VN+fZSqOkxCQR3uoxzOHIIHbGrHgpGNb6g
KFKezMou98iKr+Gf39iCUCQU5IQkVg09r1+g3/R49QXFcOlR+zr6EvXsIhnAfFQIBM5D26082isL
4jqGO4zNFSDHY2iP6uP1gjCJ9Xhww/6Cn2CB2abvJOcpHsPPlV07P7Cf0I+y8tHqkwWtEzfiHtuJ
whxOZo7ZDKFcYEWL6e79PXsb7BwCDpULYCR6cMtOWCHxhjNTHK/QOkBVw5yivdeF2SVGSwYhjvGI
Nug7yV40HeAOgl6mUazC+TKh7wp7KHOEOS8WAr5/aSCav411jHImahAHo8Gs7v4zvrGrVGoAgACa
l0vYWbz5YERap0i6S4NO9KVED/lMj38+eV5jHP8/loILA3CBWpsp3fVSidGNfZwb7QWdrpxyOwrP
lhbZh5jCbGW89tZTEWZs1UZRvcXFfsKBu0P4Km0vY580L75mBEcSXuMLjQ5/5QW+sUk8GtE0TqiJ
PGc59EwQ2RB67bUXvR5RnNdkcBo8HFW9OB2eZD2hVTVX7y+pabjxtcihQblQcV6/yihopO8VurxU
wwzcZIfcSQgULce2scCeOkZsGQO0MT4yukcLqwqsPPyNMItoVka+b0QKci/uZQNQIp2JRT7QdTk2
x7ICA47A7/Sxxe4gPpeyRoyOIkdDA7Wzw3z77o3kWwQmBWpi3eX17DUTjYbZbi6eVYzHCdutQ4II
zMnWEE66v9Rbz6deMWVoQHYZLK4tXLnGDN8osnMluBPqwe9yTsI9uLsJCQOtP9xf7jbxcJh6cTsy
lGKCvkTTml1P2Rg78hJw8lHjh+E+4ZdxEmX1EX+h5NQoqy7kfZqVs/nmc5IGUADTRLgBXiBWWE4a
5ryXsXGSLyh75H8NrhPtUF9QsopC7u8/6BtVIB1qdWrIfIEELK+YlDRD1K3oLw4sLABoaYZReY6b
2HYaWmRmGolDSTQlPtKSxTxSMBXR35nUsp+jkTXn+7/mNlxwlqAWqX4rSLVluIgnBM2Ro5npu9VD
tMOEbX4O+qyejnpjVGt76vYjq5OLgINi1qq9dX14+1imk53X+sWoK6zM0gwd+B1OddbXCQ3xL4GL
5DauU2m2k10mVhCPt+GKscDrNJu4yH27OLBAjYwJaSX9woyk3npNKn4ag0z+rUoNVZlAWQU7ber/
evcLBopOQk1rBT7VEmeZotVqOwOuvJGBqJydtv6HsjCbnR81xcpOfuNb0uAEuESrigxwCSHyG6eO
bYfm1FBl1s/SG6czoimID+qI791/KvWurrMWqOqKo2XTP9f5mNcfMuKOVJr60yUCMX1grOog3Vw6
pxz03wnPW4ABjQYGJhUjKhOiXDlDbzypB/ydz8ldQLWwuAR85HgLRSq9kDJVx4ZSZDPgS7JBVW4t
QXtjKdBDTEMASEHDWw6VGl2zyD2z+iIAw++NYMo/F9gj4YAqk5UQ+MYGpSnEXJDmFCXDcl4maf/g
DD3yVCijAu8fteYC5r3AvR6V6O+F4CA/SI5L9e6rjHkrqgoG9SW8dl+9gz96QeBjkymOMX+0sAcB
vhR5k0dy7c3zrkUr7x8RyCF/J9kWrDN4GdeySekVkWqxZosnoY4jdnkpgkEUx7nWg+JQxxmqjoXb
YYJS0fVdCXZvvWDwWWroqqQdlhhO+oKih89dXOYMu9Swdn4lyEVv/A4+oOmK36WGw939g3J7u/CY
CEkAf1A36XKSZozKfSgIi4usrebJnRtxaEezgIRVF8dBa9bkA5brATdWXT3FqqKp5y+zEqNDTtcd
ffs8GXkVoU5v4WKJv20cdc9pq+dduVEjKn1lBy3jgVqW0YIamyutoGWNq1dVGcOXts74XDX9SUwI
1W4LS7qIYXfIxpaRARGucPxdzAB/P/jjsL//om+uVTY/Oo80oMCaEBKWqGBZ48I7F5F5xjuopZlb
j+XwRTrglw7BnNT6y4hjp3sItSAMDwLZEKyzcpFFT4Ogx76PEadPVnLxmwYdv4mGjaXgs3ChoEte
H6w4ciNArGI656J2NlUUyYeRyerWgTYDlCLG6AaG69bHUooeXhYdBRZr7y1p1Y/gqlUpHEwlMCrX
P8LghtcS2CTnAZjO3vNZEDPx8eJ57T86ZsYrKeryjlfL0Vin9FB8etLU6+Vie8LfqDD7c+wOo3zJ
iiCHnRRPOIEfGrZJ6m0Qr80wbsb1LZkYeeKKsLId1SP9eT3xG4CN0ZrgkOsg/xbXE4r1CSYadn/G
Is/8z52n/Fsu4/xZNnG/8rjqEy6WogHJzgPlQINzyUmdcfrTm8HpEMkrPcwm6mbvUoCtXA23x5pW
C/NDlUcQwJY5Y1A4JZP4oT/3vZieZA6tF6kKXGnyUd/4qNtt7p+mNz6ikl3hklWlOH3P648YpPAz
S2PuzhZfb/jSZxX5eFdY01jgdli4+QWKmxnikIhx8SbKW1tfmRwsYzUjebIlUhmIzYDh9MU2ckXm
oToeNWc2WYpHQWqXU36AXgeZJKs9lK9KLemwoCwsPLzXRJVuCGdqeR6dK4r2DImOekF/XIldGfQe
puzzGSOuyAxOvaSwzzY+/k/5ATlt6T/4zP70r6WNVB7tdL8VwbCVs977PzqcVoznYfZ965i7ZqL9
0BDYEwerR/58r+nIFxwbCGaR3EYj7YJ/4lCm+YvRpR7eHJUiQv30A5yYPzVYl6OjmcSocL73C4Mq
4ZowmM9wTJYplJ0ECXjfiNlXUn8p4w4r6BZTm0bLYVP0ffnQeWZ7sIxEW8lSbw+MBR5XwfGIEKqK
v36zmYVp9ehO4VnXQZKm1F7b2J2Kb+9+PFZhMmxT1LF7Ft9P4hpcmXYXnvGsM9NN1HRKK8ruB7qG
nSP8o+8CDt97Y2baYEmL6PN71wdQAn+DNAPcLPYn108Ze1U5QrEKzrMXwg0lUslN1zNzmuMs/IU9
YLTLorwL0Opy2zV++m20QNGGcobWHVRC0snrxVHkEyjbzMF57A38gXSneExrv3jpDQQfa59V7z/s
G+vRiEGPT/F+YC+of//jsASI3PZxOnrnJqvxNK4sq8fsVEIua4RGAdBE9Ur2+MbNil4OCQdliMI0
LC811w1JwOvSO0dzq6gguJ3PFeWHPjEj9+rQQr2yjisGGYBpkoTkeUpgqw5GXDxlTZCXK8fprVcA
tpwGNadTySpdvwKZowfAkJ5XgAXFRYvGL6iF1/uw17OnQmjJSrbzxnJMSFyIYwBbFeXgermhTL0W
9yfnHI1psYlbiCFVNLl7IzLGzaQzXbj/hW/zO4BuNC0o303VXVzcB6PNu8SVJrp0FVYGm1mY2JGi
IGL8cquwfKx7x8Xja7L7ryjA40oUYFdSnu7/htsbgduA9SEsonJxEzgKl0FyaDXgs0ajOnUNbu1Z
EueYNNAkKSMUDnPC3TvHufRQGeci/MifqtxU0eyPrV0w5KJJMEQX1PSCXcHM9BhUXnmA2L+mbnGb
tLCUKk9UfcIMbPFNLZ2+M54x0QUzcc08IEIZVXtHh6e57/MmeC/YlSejb6kKeBRH1Bzn+skMkQm8
jEy8mT2tOeN1qW3Kws1+YGu81ph467QCCqK9RL+LHessTocILfxDjQ7LNseZD1aGgWfpYlUmDOTD
5TDY23REGRU5OfzMYSLhwBvEh/vb543Xy41DWU2BoGCwi+cNcy3SRR8E57brqsMwOB/9aU4fQxAo
748FZAwkLwR+3u6y5ZPkgTM7yNice97H0S9KXWykhTfCtuxzuc2jInmn3iRRB90eLlW6vxTxVJvX
HzOZbbT5Bw3ZtNEwn0A8ODDzjfoEo6xd0ZV442OqBh5tJmbg6jAu9qkZDYUR4aNwnkVDn6CuG/3f
UNTGX26fYY1Sw5u+2FM74vE8dfrTbGvpd5wA7ZWQdBsCXylkbGKgWZQ3KmT9cTJFNbcWtOX6PArN
p1Hbopsls+zJr6Q8G1T4x/v751Xg9TrTh7JGykIhxaiYKvt6warF5BALE3EOcK5BssTNC626oEnu
uV9m7Ch4YCssEChX2jTHNrBr7dOIIUr96Ax6Vv8X1trkXNxk0txPA+aoeNfIprB+eWnnRjjzDFac
bO2wS4rzaE6iOwTGUCLQnEh8jDapaeLjifEgxr6bkXGunmymKAqs73HgYd5zNGTdxAfHznrw+nAp
zB86jnH/oLGFxaKPTLi3z4c0yl78siq6TRLKUtvff0W3ERoFY3YFVwWEC9LL6zdUWpXJi+D3J40I
j8E4f2JiOp4YjBSHZgLPq4/huJJ73B5rUnUl30fPU02hFmtqmo3RtZsh44qR4y6R2DfrpeNib0UT
8r2PB1yKtAriBZUew+/F46VTUcZakZ/HejK/2bhXRLs285txG3pmNx5FP4JRniXxdGXl23KMmT6E
HSaVnG3wq9crF0FUSKbA3dlFAWiEsx7poE+0CAMXmiHZwbcTfCPrHu/WmRi3EjlvPysVIFQFGjs0
zuiCXq8O66uWXFvj2ekLC2VuuIR0EsZ9T2fnqcz9+WOpiNj3X/Yb3zVgJMFkjeYrjNHFldEBlWbm
jg+1Z45xfepLaIMn3axixLGb99+FSKx5FsKbaurNvOv6CZMI94fJaPqzXuvO3m3wCyfBCTZzaq31
qW5e5isozEQbwKMsYNh1vZSHaPM0VnF7FmAtcdLM6z0+f8PzGOnGpUzzDDfVbA1TevMyFfaE3g/T
LVBijPUXi1JX2kOVNOc2jJC9px3mPHv1FAj000T09f6XU9vhKk6isERGDloJQCmfb/GEyZRiuYkx
y7lrhmA/Mt96LgYRbCIkyvYTzMXdlJE9+l2pTLpre+X2vb2fVOGlkBSqZY9xwOJ+yhJgUdgd1efK
grCOIn5wtMshR3B6lvEHBI3z7cTcyeYXYCi+w4u4NrEVeTe4neQc/B/dfOYH7OSlZk0WVDgo+4Y8
F7OFCkXbOTgfYAS+yVGz/XL/nd9chmotpR5iMRmm57aIgp1jIq+JCO/ZmSyQrCWmmemmbBExPRBR
nIMd16GxckLfWhNMOZkOQzV0p5dhwUZhQ7phfa4bR8QnURjx+NWVGobWFW2hTx60+fcOftQ7tRlV
EonUqHgpmBp6+ahlnVPT2Ouqf104VFt3jtyvU4fGx/1XettQZi2SCzYyuRWZ9+KdijQJXafo5Fnj
C6cd01lR5tE2l21Dy1YLJ+NEQhAUe1+I4CuJunD2cZaYzScNA9Mw3TRWXbUrsfiNl05iCeQK1Lvq
si5+FKoibYurdXFO8XX7DiSx/0l9H2sbYHv9kb5U1Lz/M9PEptBUukTqXF/HDlHOjqdVVnHu8qJu
mE6PRrKLMWebf4Z2Zn+zWlwjV3JMU53R6xgC24X2I6QJiy29LE70bLAShzbZeQbYUXibmYOTiK2D
YeGEiIlqk5lxLqb4YllYFX103TIdDjUGbc7zVJuI2bTONFT/GJjsWFvhGG30arSYYu7TuXRBgiTS
g24/xEGA5hwWYIOziQWOZV90bxzlqZ5d0R7v76g3vp3SwiWH8F1AR8sJRVxZjVeOdQ4qt0pOpeaY
p0yT494Uzlfhx+nK9EGVpot3SLuYklXJfFNQLuKgKIrKEEnanHXme5dsbJuH0pvW+oivkqiLZaD3
AZ7gSuOmXvbaZRygsDXXwxnXld47U+GWSLHouIscat9jyB1qYPnd3ahhkvClRi/VuETkaihJW3mZ
/chmnEZeMIkewm+0Z4L4Q2pj/zbtnKC0zD1eghFWfxmZsrJsHQWebPhmumdnGInp8EF9ROGnOrf2
TpKF7RGUfaKdoIzScStlWcMEBHJgnhJh9wY+0MJzNtmcT95HZG11FHLCPJh/thUmtZhg4ur1d6kZ
erwvQtMWz3FgJMk+R7Bj2CYNpkC73K/n8Vtu20i+JKbZ/4f9RDE9z6XRdg/5FGsWMrVWPBvk53FZ
ahcZ1MgNbQwTWY1sA67DCZ6RPAx9+pETLkT3N9ntVc/gg1xRyS5DmF4COsCy8BsoAs4tYrrjqRHm
iEl3FCf5FspM8+/91W4SU0DCQA7IhVGHYxssEgsY5NEUMLQ+j27u1fEOOXG7fsGq3vOO5TQm2b9t
HaWdsfPxLPP2yYi3yqf7P+GNBwaWDeETpjKdhWV80gaZA0eeanoLY/ndglLxXeI5g+spzir/H0up
k8TEBybH8sYLysKb3KSU5xZZaOP7DGFi+KFlZKj/jeh02R/vL3ebKvJq4SbSUnzVF1z0sIeuTgVA
APeMG1zzVEjM4GC4nnNDdk94ruYb0IPOSuR9Y03VOKasJ+5C5loEDTsFo4opFa6wciq7ndm1pty6
ml187aNG2yJO032OA1xv7j/qzUdU1DGwD4qSg2vMspgnrXEZHHsuQLbSfvLwu74kTKvxs2zX7vWb
KPy6FDqCEGsVN2+xZWUahw0CGu6pibX6l90Es9xjs5m9mIihnAtr7ldO5JsLEvSVxjvN+CVM0qri
hj695p5ce/47RO36acCta2f48+/C1JOv99/kbfqLhCABH0YI3xAogLoW/uiLYEwzYy/p2adK17KP
RufoP+yOZGKfZqUbI59cVvgkp0Mbnk3Na42NHiIatcN61tzf/yk3hYDFeIdWG/BQSDhc5de/RPfD
JvIbzzwNPUa7/2pTPDXevvD9IW0fxeikkdIjy/XnOQXksnVrQH+HNLOK4fv9H3K7uwKKZlQ11KzL
g/dz/UOCrmGAmWC3OsxNtImsWD+aTlMee7A053cvRfmoTHvYzjro2OulsL7Fxl7gBIrhrV/Rtolz
y/1sysgdv5Om+cGX++vdBGBUlJT0DwhN5i/ssev1UmbG06hr3dFN3WHfFG7899RiJkXrRx5jW0DX
9tvowbZFsru/8u2IlCOElQBQC5REjJuRR17OvkTipj3GXoNvG6IinxLcfh80KxR7XpHYwXFF4cfw
WoDOhodkYjU/No2enN2uwkjORj8UYEKxQ58OMa9CVOccZWcKs6DG7bTvnI+OGKKzPmBymIfSfLaN
1FsJeDenUz0FzlYQwGG7Mwq9foEJcJXIxu/wyHtyH+K6rs95pafbFAeIA45ma6qxN4B/EiAwIYiq
UosDTViGOpIBtxxECqjLtmNxQM09ZoRuhV2O3OQ812b0eURptLtIL8yiDx1I+5xMATjPo49Dh/4l
GGNfO+KrSattoyGmZK9Vdq+Z6FVOx28kfCClQJkF1HgRIzU0gp127OSxwZ7hYjSTuZEylpumTqpt
PGjJ325hWnt9HqynsQopMtF52LV1irWtSNOj0en+zrAjzKjiOP2IA7d9aByn3jVzlZ1R888esR/E
BRSt5K9BK8xDIBNnmxMczyJu3I2Dr+oByIh2wi94Wtm5N3FJPR3Xtw9mCcG1pQwZQn8ICFWaPBaR
V+6gV+WPr4bhlZDmLsy69mlEM2qnt137yDAsfm+IUMvTbkJ8Rw3glxdQJg1kice4ORbVBOS0Tvxj
LOt527vWWh11Gx0AlzIVsEhZKAWWhFMDjt8oXCs914UeyH5nZKkXHgZHjunBmquwevZNN7V+hlFc
zr9mSftPX3nZNwkFLCROl8Xsh0QGjNbifDnZoOey5Cdk+fgQR1WzxTi0eXKGor40Lgdda+f5dD82
vbkoDwypSwX8pbj4gICr9N0oOwfSbPtkK1uUxlEWdyvvpGMvMv+TmWaRZtsys2WzpjR+c90gBMTu
UuMRUL/kitePPA1SmJWhhydtQAusczzw3b2X7ekzZStv93YpOonM8GjiuASUpURITDHjJsUUnKrG
zU+0EM2PKGh42xkn3pXb/CZQcsnQ+KbQU/19etHXTxVNGCDrXhicxiyJDnqBSJzfm+4DfIBvMjOz
9453WI5eMzM0kiM1D71eLhsrfJaw4D3lEOX3Omrq2xwxtZMW45KlCQSK728Za/EqmaGDKCDjfR1f
UJ8ssm36mHpoW4P2aAMTKUCHVvXwWCQyyQ5x1/s17cPCQ5CXdlokN9LTRfkXdr+DfswwiHQf/MHW
UZfFnwShWRiL+oE8upt/CIrS/ygpcWlNZwfM8kz5mu5tN3OnowM0YG52eE5lj+OQ6e7BGEUWbwKU
/+tt2I7jhOHVHI7acwB7+QVVErs7pRN8xS1C3Ew87BBkw8lLhTPuZlGH0TFpQ6+gBC+M2VpDeiwC
Cgxb8B3K8kAhd1S5f/1VegfXeTo/0aOeW+FRSvmtbx33ixWO3tazO3eX9h54nqlf63stTjQLU2CS
v0FLJdOw7cXCBlXsa18ZqbIIIQ3d+AXHRtvXWWuejdgeTkrM43B/S7yxJoKcxGhLbXzEW64fFq/k
RDizXz+Oke+eogS9grIT/oNM7QmR8SjbAb9boxm/ZsV/3L1IgCO0ypIKsIl45bKAj3qud0c68wMN
HFvf970/m9jytHnFDM2Y4t+VDIe/6kyz8FOumtze+uiRf4pwN0bAIYVnv61rt2k2E3qhz3Zdl/IQ
FrHnPUUi8r85szSj71VaaHlLJAbMh7x3Hls4lBfxVOPkxqsQmyDCWfkZnaw23fVT6/lf9Nrwy12t
V634aPliNr7JoeqLRw/HsIyWSjhl1bbMwVAXiOIGHTtRCcZHyANKXCswdhhAnX6is4dex1avXQFE
xxPBWO+MqCnlrsNv6KFp4K4duEey771Apm7D3Hw4I0M/6/uEa/PDCJXud4av3b8BBEV/0+CG/b5I
xxdgNvMq48bIjVC3uLKqIB6CGUnrhyIwJDpjxq9pCpNnG3bOaUpSayUDvdlmLEdSSDKAEhEl6WI5
CQ4uHIE0IhjppA9N2NsMZ7EED2lbHebO+V0G0Tu5luoRgWNwlMC8AxpYKvMFzIOaEa7tg+jk9MkR
c/VXa3bywbWY1wZKrO/+UboJrmgAKqMEcOL4t1CNXR8lB+HRJCI1fK5jZzoirJY+znNcHQE9z8d3
LsV9T6DA1xBTHMWGuV5qzsK6hBwcPtbU2591OU4b7IvaH/k4rhE2XvWJ/jyrwFn4aqiJvAr8ALa7
Xisr/NqgtGweiJUVNZhlt8XFMQftp6WlNn5lmS//baTsfgGvGrqthhZPcJSFN3z1czPKIO9hg3Jq
fRrZEKDQ/KinzvjeTq2xBsteXN8qrCiRJWK3gkOSm1z/1Dmq6GvXvfVQV/b0o4SZ8w95hfVpMstf
WirFSqtMPfmfb4b2EUwS8lwHjhut4UXsLLPGLYbSnh9A4/QPAw7FT0Pr1u+N0CBsmDICBKG1AhFI
Ha0/eh1VJ3CozMTwYKRV/S3NBqx/RV6cDOG0L1GXJAd7GL2VRW/fJIuSmzAnpn/ElXS9aDr1AERm
s3+wh3lCREQYwZYP7RzRzI0OpazcNYnf2wjB24Q3Ry1GlADtcr3iOJVzpZWkz15c6/pWWIidJ6GV
FNuxaKcPeoTvUD8F2cqD3hxaTI5VDk1cUpPqZWDSDNTqYakZD40z9zstc90NVdV/7RysCUO/sRIT
EXVamcLDk1ucoxbmZVbmXfvghKgfbaYeHo5jUyZuDDeWKwHiFS2x2JsqADKx5CMyFV+8Th2Oldvm
UfsQplq460yu+K0mAaj91VleKzcmDpftxh+m+Eff2n21aYPODtBlNUNro5IF40vELKw/1V3b1zu7
czJ8O0ztO1dhUO2L1ukuc9DiXOYaSYSmmpSG/ehhnM7UiplAuveKvvvbLl0926LCU31EA9XMDro9
TQIx5E4yNPGace1M3r5liPyUJbgygumH5HO9jaDxjY6BoMCDg33bsUBLdNN7Yf/M+GJYyaZvzwgB
jSY5Ej7INqAJc72UbHrDmRgAPFRe/19ZU++HA5eY4tenG0fo1T/vDPrU84BEkDFS0jOEt+v1QpB9
gxsPyErmpv3fiP3Qvm/NejxMXjStqb0u+gdq73CHKdNQMJgEukXU8SYrTGQV2A8OYs87UdoIB3Ds
H5wq8pDh76f0gLOnBG5s5vPREvGabsnt26VrwdD5VXiDe0596D/CXsFgupqw7H2wI3+8yK6zxTbI
zPm370rng13KJFz5nrdbh7uD2Qp4UcQLoURcrxhkRZpj7u4+hHU372P8cM5RN/j7aEzmlahzG+yw
rELh1iT19nTEe6+XipzetyODgsoKM2OvIxt66uyRm1GgfKHjh/PT1zCkvb9/lmal5Hvovyi2APme
TgahXvkfrzSVVRj5QSgeSJrzFBCjNxTbHqnneS8tbRaPiL55f0ESC3UAwGE9H4UemfYWte+i2iWT
LbKNnCvfek7jwTsIHUL+ho6eZx7Sukz0Yx6ast/f/9XLfaB+NOwyHEuBQygE6PWPNgtECNwJUllC
iph+LLvMN3YNDLK/RRwL8TJEg/PO8YkydKUnCMWPulxB0BdBZPZHp+/dqX5Isj7/m7THL3aabMVT
kKZdcwjCfvr53qfkDlIYDNrpEDqWeCIPGmw+jWHzIPu6ejKbWT/RB5ff00jv0HC01hQ0ljUuTwjy
g5iFWi5g/qVoNN+zN6sCy80IqHtEEW4k7S7yrSI8VxIzrI2LSOhXdxbadjC7+fu7nxaMIUIECDXS
9VjqwfhOSYNqMOqHfBhde9/bwvG3QSeC+GkcKn2f5g4/5N1rKpITyDemNbRTFgFNWV4XoefgJjbl
1bdkNGtkuVtf3zhGU3xMfK35dH/BZTjhjlRjGNWFJSe+qawb2+VaNLXpQbFiTzkD+IMMQFN2ebNW
DtyeEWoBEFFEEtoGN9A+EQZmg1zI+DAIw9rXtl1tqynQj1EZ/TPTmFwp5t56MlIYVgNnp5i/10dS
QTwGC3r6Q4nuZbyVsOK73RDb7U9HJO/V3MQTXaUbCouthmyYcV6v1gdTYvtgr4/5OA97zyy+D5DL
dj2qeo9Z39krk8zXo/Zn5sR60JpIcBidKubNInPySRcGUKf1sTKGGCZxagXFc9v5QbsBgJXDpDIT
cRwFppKbqCwt5l8aij6nAi7QZxw1gxjFR1Fmm1oUPkSVxhw++kbmf6812ZibEPXTz3oTaOW2LLSR
wTP0Rn+LZXS+j1J0PgFMa90+KiGO02mSZbydIsT1trEniq/3t+jykn99VNUyVygKaICLOEdih3lr
X8vj0GnyOWrSGByzXh+YhJUMh/DfGV1avEZp50cvCKeVC/d6eWRllEAk0tn02JjEEN6vv2xp5K3p
M4g6TKObnUKzMC+TNqR7i6ZLuxs0zLC1KSkBWTjiR5Tpa3LhC/Tb/34A6BFYGwR8eJCLjew5dRBl
AP8OVoOvamnCWk6NWf8UA/3d4Yc8P42m73xozaI/S6OJ9jVwz13qamLlar4Ox//7Ibjw0BBTXDp+
zfWbKOq404LZ17ELDwED0LlCQzJCQberm+4Swph+qTsvOkDvsI/394D6r//fdidgqC4nSYgi3Cox
tcU7mLHhBnERm8fMc6MvWTiHjw1Z/Mqnvg4Zr6swEeSKo4FPF2jZZsyTatY7e7aOvk15jmOl8cmY
TLkL0nCtYXEdDP/vUkziSc0ZGFNwXb/LEERV5cW2dUy8zvyQaC1XmDTGH2E0+od5DtfSqptHo3VP
uYHsFVM2xLYWL9DX+jaQdKKOSdnDhNHhvWBEqh0Gmgfb+9/qVVzy6mMh98mVSZLA14JqvzgxTsRd
jlOgeZRO277MXRfuDM33N1BNjaPepr+zIhZnquTxKwaI8yZyYv9J95Psi1viuESO1xzZhyAkrMrf
TSRdl8nF99z00uQ5iQvt0+xmQJgG5JwlNMNjH/kFNGhlMomewb50u/rj/WdazIr5XuqZlEQGgUiV
xotnMpxmotncmccawdTP3NEpWgHefLIyS9KGBkWt22V/MnupbeN89k556UqGsZrc+9aEqIGPuur9
33SzhfhJCsXIaEtVAsvXrIvYsHrmTEffypwPKDB/bKdmOskSadeqmv+7v9ry8KsXQJbA1UZrlJew
OPyVO4+MUC3rCC0n+JIFCJmxB+hY641+FLNtbGrYYz9SQWh898oMoEgDUaSjGbwslrOYLA1iiXUU
HM1LbACaSa043HiemD7rVqI9xM1snkOtWZtE3T4zpAfaIXAdiXeMPa4PqeWEkmbpFJ1y+sU7o+36
g5Vi5VfZOeWlL6t9nhf49nbWmjjz7bclw+ZxlZy2Q2mxeNu9cEoJwi07zQH8JlF51b5yrPgp88nS
EOda4wst1mOkpvwTVPZCMUH0W6yXjzaqM5GAIWQJ+POHIdPIzArKOz9A+HickTulxdqf7n/a22Vp
a8Fg415nU8EGvH7B0ktQV3alcSpCS8MFEscuzNN/2/UwHpI5WsN/La5ynlK1vH0+qgNxlZ7h9XKQ
HbrIRlr6hB2Z3DWB1+2zqre+W2US/3S0oD1lo+/ueNP6puBrryT3i+30ujyacf7/DMv5y/XyLiZR
3YRYwynnPr90oBU3baINx1qkH5Ki1fd5kv2Axmgd7r/l6zqeng+tAkAu5KfcAESyxbpRqSdBE9nG
Ka/D5LuPPeTWzoboBe0z8zhbZHeMf4uVDPXNRWmQAr5Sdj/L6GQmKOL5QWGeRulYB61wfSQZCJh2
E8PCp5zb1a2x5jT6xgdGeobjQpUKG+JGDAvMrzsXtnmKgZcdsScMN6lh1EcrRZfCpbjaBmHXnMKq
cnYwdMz/7r/o2+1Mi92wKJDhhiFVtbgkBjRfzWT2nBMi0OM+75xia3pDevRjJ93Mevw+z0D1YfmR
8AdJ/+kh3sDYp8S0sqHO3FPqj/7WrXz/OQbMAd2zRnhy5Vp/6+FQMeJWxzRQlePXuxf9i1Kb+849
ZezhE77O8tkcFHpysIdvBQdnJeVbMA/+93RQ/CBZEHlpey9Oa13NI5ooiXeaYRds6tSaH8UwFJ/N
KlSdYcM6ytgtj2Zu4/AGaPI4cQduUirXY1+082Mamv2nJsVdnRqherFEWby0HlwRYRjxFkxQARxF
JyUawmgo3pdKqk9DfUZhxp+ANJZAR1qsvVWFKRbOxlC8OF3hbC0DYd5admu6N7dhhbCtXEx0RA/I
0s3rDzP3oVE2Xu+e6spPT4EJM8YAjvIyNC4QBKix2ypP/ENSo9p4f78vksrXh4TMxhVFwaisaq9X
dhtuyNgHyYODivPXHPADNrVVI75TGsaX+2u9sf3sP9danC2Baiu246138iIDy3APuvrkde7FhUuw
lXbvne6vt/CIYfspijqYMCBinC8aFtcPl8yic0NG8Ceupu6TJvqX0uiyndnE7ZdBBvHvOkgfzE44
5x71kA0SbeOBREURUbV6d//H3LxogOeAwcnbuS2RJlicPa/HGVr/P9SdaW/cWJam/0qivjOb+9Lo
amDIiFAo5JBkhZR25hdCtmXu+85fP8+VXZUOShBHDQwwU0AaZdjW5d3PPeddIFfvR0syPRSejQN8
zWPoNNrpvS0R5AoJWfDYGNMtpXiBoOmWRHRLeI7OgRTP0nYoLfUySlTznQcK5TOagGPB4FIAWnaq
s9u5qHJHuVTNKrvK2/BRsstvUTpmd0omT9v3dUwU6whhBRuRnOkLkQWMfiorSDUd8pGpe3XjxB+c
HNfGtM/WHMWWVx9N8UjgyhNoMGqFi/u2r6e6t0YWRiQ3k1tOrSnWxOxlra9sw0n7Ume6tfJAWW6P
5zZ5CQkXQZhh8mKFGFNMXVJvjMsQIf6d2hTKBnPR3IvMOtq2M7m2t4dzeeiI9gSliZwISCAOy/Pd
0aRo/ee8Si7BlVebTik1Tx4BEW4mkqVfewlZennMnBmSXs9Wfbtx8cN/eWAieiAap21Az1wBy2Kz
7OdW14+GAZiykv/UylLedH6NPdbbzbw2j2QdeHTA8uN/iyOnyEqjc+zBuMSxTdqZ0/SgSVB4Ygt9
asRVgmMVWNXKrffaPFL9INmDHNRLDo2JBG7ZJpF5GWt2cIWKfP8xNp2EI3wqPDUb5C9v93F5soih
/KW9ZR5Cz0vVTMgkXRZj8SDXQ/8BucLpqY8sew338FpTPDPonDjBWDbnS4acEoy7eoDQUpGpStsi
u7a4qDaClbFyir02inDWAYwBWxRSLudNxfKQ+zZAgEvb75PY9c3A9qooTYgbULlyezPPV8Ld1zrH
XQ/rjkSVUEk7bzELGl1L5dC8xBWivuCgkY6d6huXCQDVdzeFsJOovtgc0gqv4vOmpknrjLgOrUsl
yr6lqTZdyzEeWqVfjivD+LJTVAZEXEE5jufSM8Hll1Jc1w92U1iddUkNIbyBL6/hWTIIhcbqfcAK
3rgwaKnwAC4UmU5e3OedSrq4mPxAsy41tTuYqbBNtocWpJoNas2Cn6+F5vzw9tp/uUqo7sCVhA8j
0BxL452pm3EntGf/sg1q1TXhtR7kWhEqAI1+AYrzfXprz30UajQk4GA54Hy2uBcyvx/HhgjhwF1q
bqa8Dm4tPdFW0kLP8jnnp6MjKkiEztRQSdksmtGUIDUmfQywDHSyCytNG6+Z0/4ukqbJHeKsvy4r
CgdW7Id3lR7FHiHqEHrImEfbmF/cpunVPYycjgqm2lsrp+ozaO/F9xE7UrUUoKElnljvRyS6UkW6
jM0+cBtgAt/wgeo/1N3wR1qggCSlpraDXa1ttLa0PCPLnQvDyJvN5IfqoR/Gdp+Pib5X40YT+jK3
1TgDDa3SAJV9W/OoUNafDWwLPdz0OLhT1PQkyQy2phGb35J4MI+oZiXbUteHo6QP1mU+ZuO+Lxtn
Y9SgqYfYClbuy1e2EiV7EMkio8S2XWzawswaAvVOugQyOh7SENXEKc6NQ8srcWWAX29KwN0pClAA
W1zNRVI3ulFM0qXBBX0NER3daRA9h6DP65WmXtyQpsA+UKqkIgBC3FkstRTFtwQxlOhg9U24iWJJ
vXTCRnatsJEuNRs+n64jJPX2tn3RPxoFmkTJjQaF59D5UQFBkGNEG+MDEmTNRdQZzYVmR/1Frsdr
t/FrTZHyFKLBlPZIaZ83ZUkQX0LTjw9SW+BIM5rjcVDH1hubLF/hiL84jOjVr00tbscu7Y3JGO0Y
eTO7c+tQybdTqIUbxv9LEFDGfHsQF4BJDiPRni1wV1wjxIuLBelM8GatCmHAvisML5eKYhMkYblV
xxmvHysPPgwGWA8jt6zdJGkd6H9pBkCMjoIaK/mNg+jO/RT0JYIwPEyKMg3eG9LyhRYeeIBPWF1M
wvng+1ZeKrGGDAvHf3YTd8anUVWCP1Pa3Dl6WrxPyPDHiFCtAChJaZUFpp23h9NLMKCJn+C00ue7
OJ/r6zjvECvJLclFyKCS3EENK28mdMvdUW/iKxNLuJUAcMEaff4MWDpAteCsgPpbYv1Uu5LzvJGT
g6PNKDhKMkK5YznO+vWsJhHuS2ntPJpNH7VkfLL5a6P6FFgcSPjVe88sATZ8VgQn+w3XZLEkwdUj
+FrayaGTQR3OATpXsPizncHuXmlqmbhjNeJ7QBgBt4PX5xJrUbdFHxf48R3KJFWvgyy1XAP8+TZU
rOE4+pXp2dgi3IZmKF/5AYZfb++GVzbfMyvLAIz37HV9PvUjyoJFi5bYIVf6cWc3cngoYrnZllMx
nQyKmivtvTrJJIi4EoCcCzn7RYPD7M9l1qeH3hw1FngygGCZ28odHDNM+TU0vBkyQODNaad6xYh+
DptyzQfxtWEHEC1qHIRAxjIk98va6RElTA/WaI2nESjYLsA+7aCn3R/8yfBJk5zUM6cm8swWh56V
6+OV41VElSAYeDDz3hHT8kt82c5VMPnlnB70LvVJGjX2dWOW0QEIxZpD38sZZgnz8idTCpaWPMp5
U2UPg78fnewgVeHkFoM1kB52pEdEO+/VLkrWZJtfpI8EEB24NehEgjHIm4vTC9YZ2FnFaQ5jYdme
HKO22KAmDHcpLFwpz1FSyaADyp2TbntN6y4arbI/Un40Plm9vlaTfbHgCD3IR7Lk2GTcZMuhrvLW
TCdpHPeJlbaOWwEU2acU1T2WWolIyJxdR4zD5VT2+p+U+auLKJK+vm+XkQoVeUrEIRgOiEvq+Rxg
nWUUQwFzrNOc8VrBAcA1rCK8QpNjvBqtai09voxOSI1zeZAh4PLgWbYMFHA0JtjKDeXg6Lmx0cHB
bzS17lwMilREOdTUS4LcXDm/RcjzS3QLREVoPwIFJfriIlnqIumV3xaTkUgf7KnQDvlohbdSK/do
/XeUZdve2I8Fbh1Znq8l6F9tWQhiCMIwkn+L43ocA9JDE7Q5JTHkQxE49gVWgc1lX6AhXaOX6Lay
EvKwwcLv7Yld5GPoM8pMJPDI4okTdJnsjhEWCXuqOccGdNQm6RV/Fw/1O2uUohU2FWhAnqM8E5f6
7kZjNa2Tz9lxHJVuH8qt5gbtGB7rRp69RJmly7d7tTidntsjX6HxPBQw2GVwm4H3GQJjyo6pbcUb
06iDfT22+IHP6lq595WmkCUjJwKpDzjeEmMEET3qs9TOjrxymaey8C3LzQaES50qttceiCJqPV+i
zllri30ITHqWmgzzSgohmuVFNWTYbjBTyvjFiUBeu+WGru5LvXaOKItpLpbOykr8uTiPxeCKvAKX
CwcTuKbF8Tjg3JKkoZUdi1rPgk2GcpUHYVM71Zp+pUsZuphvz+byQP7RogBykJsV6YzFW2Vq6bI1
McZGME9XiTEdMZxyvuedVB06jPSAvxHllrHzqXUsX/YCg0wHirg5H1eukSgXKGdOJtF/nui8BxE+
4Yo4Pwu7sGkavI/zYzIbEpXfOjW9vmp0iNgJgLY2ZjYyNbhQByvzJD9tA1eBa3oEWNxsjVBHZVoj
SxiUtvlHV6A2aaESoG38bFK2KwP32nJRyDOx69gMTNr5p7aDQtlckvNj3+NkmcCoxQIgMD3L1+UP
kUSk0oKP+6uyG/2hKWJtG9i93a9M3+Isfx4v8cREnl2kvORFwJSKaNmOzfwoy8YMImIweornZnlh
VH3i+nEruZaavLOe/KNV6NyW0NTiqbRYpb6UWb2dMUtBolnXwFc/56NaAHKZ5m0PntQr9PCpqGT7
Ya77eWWfvnYocFX+u/FFdDT41YjMRJMfSwp51y1Kfhs4euYhUss/357i1zYj4ZfK5oAqhnbJ+Qzb
peSHRTnlx6ny87+AJSdbK+kGckBc1G7GS2j3doMvryrUAEDaUdNC6+NFtaI247Ij8ZMf66gqb+oQ
vzM/MruLYWpvESyPUDW1x/uemV45019bRmBdqOnJPK6o0Jz3VNaGqZFjJz9KeMxcRHIVbYwBtqyS
WeGVbCGZPwegQt7u7auNAkO2UGiklr1ksSKFTA1kCopjGHXzKTat8oMWYEho1Zmx8/Wg/hiV5ppI
8hI2+rx2eV8IvUTAYdyb510tUtkPkrFk+YSp/jghyL/n5pq2TRU3d41ifMde1by2G+lTBZf9iINH
TRLZ1NZo1K/1HoEPaAoERqIGd/4d/qjE6LlU+TFLHWWnT2b3TQ4dKtNDGv01Oob/Yeq6YWWenydy
cceJlBRQTpJESBIvJhpQgp1ME2l+tUbHHWN16VR1BgR/Ox4ftEmWWy+o5Pkx01NjB/AovLAiZ2JK
iuLS94tyR7E3/MDEreV5XhkORKtJ/3LR8xJZBuKlSWG1M7PwSC0HpaXOnjaWUWtbq0YecVJs/2Ka
0uHinStQXDKEo2w3kCIvip++VAZZghXPsenDAMcrINWu3BW4NRAMZNf90KEjY9Tmyiy86CvNEnbz
C8gjYv7FJJSBLhkww8Nj2irK9xQr6UvgKskhzYfPkTjUtHFai0UXbQJDgAVM9oTFRmkFzYrz5VaO
TaINaZXflHi8RBe1bw926oKqLYzCo5xntbey33bpzlHbyXxfyorGRW4XqRFwT3B2l7br8RxmJKys
7qao5uKKd9wfZLjgMI2N4iJyMq5ciotzGygkj0uKQOA+BCNMW6Qnu7I3jUI32jv+u6g7WJKDkaD7
jtPNHuyidvv2KnIYul/2FM0BxQeIKdg4BPrO4jasC0vPHW3Q72R807xR5QWTxagBmEi1EShO43aQ
a6zXwzT/kBSDdHq7+cWl8bN5lhQveXFNLVYTGAJI3Vqk3zXaHG+dfuwvpayWgUNOziYe1XtjsE1v
JOu8ebth8YNf9vvvhhf91ppAa8Og1O/sOCk2DRpYH2NVte/fbmW5cH+MLswYNgoqjsv0Y4Dbg16V
jX4XO4n0ue4hNEq8NHeTbQX7okqdq6zW+pWuvVxBTCkCSGQoUEECZXu+W2qnSQI5mPW7uS2GHb5x
5sZsQTTjhWa4meOvYT6Wt9LzJD4LfCOowU5dFn/SyIpyczb1u6ovOy9XzMrDBg09eq2YNpCGgp0Z
1/EuRd3jvkDa1lNDuf5YIeCykoJbRFfiQ54tGjQiSuGfICb9l9xT0tiTkkSxcReaQb41uio6qA1s
7rko1qRaXhlkHLTgr8B9Ajq+VLkyg7QCDTYYd2Pf3VZWrxy0wDD+SvsEpJQ1VmuU31dWEoUf0qi8
WkG8LnELudo4/lx3xt0Et3qfZ53znQtA2gwodGx9fXLwA9TXuBOv7E4NLRpIkMLsjbPvfDxxr9Pi
RO3MO3z0AJQ6cXvpjB0C2EWrH2cfPkVSFHe6PE5rxo7Lu15MJdl6wkiRVBJou/Om/QEPsC5XjLty
ggibmhUlXB1xdR/E5G7yZRwskyDaGha+Q5TKu10BBsgN0ai98dvY3IZ5Ke+boF4Drp/PA7gRLnpC
LwFZ54XHw+T8u5Q4CUNyNeY3QZRwrkh2puqVH8l15Wx8TQPw2+dt3P+RdUVgvE+1/7lxmoUbDe4J
mskSvhYOGtlVbMy+jaUV7RLsGA4MYrhJTGuNBH1+L/xoijoFFFTMFS0wc+f91GMiFlsb7W8TMLWL
1FLq3aCm094xOwQYJAt+v5PI8oONFZgbY2D6rluXlCiNA1cTyTawJTCkzts3UmXsSG/HT8UIYWTv
ILMo3zZV2JufkipUBt+V0A6YV47ORUJBNEtyEYk6srbc+qhJnzerRlU+tXqlPs1NJsGQc0Iz2aJI
ZVaXVlqXfbMBQCR3Jw3SoX0LDFSOr6cmCxtXV30g78hI+NvW5wW9Enadnzd8kTA4Rq6bdDcVPoSi
zj+MiAvInhnJT6AkodfoSaLsYj9v+43RZNVnOy/7NSL++WlKHhsGPBRSsvkCd/0CLGlLyPj1lhF+
J93RYJk9Dg/YEo6ukmXht/fckz+bEoGI8L4hmF0c3GHbseGwtP8OWS/SPsROB9YNepOd3itqbN1O
fYgXIXvNMlZmfDmurHRA9JAkSNAhxbFUGyC3jemUM8aBm/RWdxXZuXYxIe+vuZFlSnuEB/I1yfcX
4wqsF1Eg8h54QHKyLqay97GFypwQ/1jJoswuBa3hlQGneicXwcXbA3t+gjOwyNKIo5tcB1U/NtX5
spE4wyyprerAjQ3T3xd5Rl0/LQZ3KpXoZpgt/QbttMQNrTnbv930i5EFYivScixaoYexbLqee/KE
CERiOa7b03XBo9HD5ask0YQUklpRCXy7wRfjKjD6DmwuKFTAcZbV7yaSOpAtuU9fOz/+C/HD0nSB
jHUfsrlxmpU4/WVrpuDpw44i58eviwMyUWIy53MyhFSNwRoCNUoyt4lTx3EHbqqV1l7MI08gCjx4
UHE+oTe5aE2e9WAO1NQMXTnQ5YHW0A51ayP0dYogqZEIRC/UBMeYiqM26fbnt8d2UWtiITGyP0Qc
SBlS2F3s0IH0bar1mh+6lEJUGWlhLZ425ZDZ6aEYHVy+6iKIsfCWa/tbaCP57yatI39u26Z9nwMY
3yJcf4XSP3VG4Yu8+JaQkHm2nMEK3c7SootOTdurtih7ptzK8Sea11QZXow+JUZSWti4wd7ikFjs
IrXvgpHsJIyFfGibO8qp3Q6tKcnV09S/DJOi+xiY2rAxiERWdtEy3kDtWNj0sIXpNklScU//EtJi
cmLVdtbT9KjF2Z9TVt5hxaw9FLlMCdlSp8sE8fmVU+NZEejv1xHlJgIvQj5ERcmRAt5bXIO9H3ET
FZocujqBfHOSq6EZN/WYTbnH7/V7zQzHYj+mo/qn2WbRRy1Tu/zRTJX+Q4M64+AaRTI9GHIeKe5o
ZVP5IYpz/TPIPeOoIL5zW3ch/PUoMAbpooF1Of7FkTh8aGV4x15LBFffWkh4dT9eCP/xdfzP4Km4
/dGH5r//i99/JbtZR0HYLn7738foa100xff2v8Q/+/dfO/9H/33TP9VtVz/9dnwsm992Xf7tsY2K
fPlvzn4ELf38ks1j+3j2m23eRu30sXtC8O2p6dL2uTm+WfzN/9M//O3p+afcT+XTP//xtejyVvy0
gM/6x88/uvz2z38I6PR//Prjf/7Z9WPGP7voHrPl3356bNp//oNr6XfsgIHL8KuodrLWhqd//QkK
NUICiDeIeN/lRd2G/BPtd7TBOOiJ01AJAwD4j9+aovv5R6iK8OgVOACeDhRN//VNZ9P097T9lnfZ
bRHlbfPPfzw7r/y9ItGOFiZ8HIB83LNyx2JFBnB6ZHUIspvBKNt7G22WPcmQ+IvS17WN6Hiff4qg
Fzt7Mrbp5TAP1dYidAy2CKcYrTu0U72P1GOEHtS4rdokuMscR7rT5Cm6iTNH/TSNUnQPJdj/KygG
bVuUg1t2VXKtFBT9d2OQe8aU6A+BNHZXrdRLd5JaaZsIy7UHhRfH7NrYxn0Ia6v66svgTZK+/RiN
SVJBa4LJslUJV0NvQPHykKlktHZFKwVuNAwY2LHxf9J4/m8s9PIpP7X101PLSv//YHlz8ry1vi+b
9PE3L6yxC8kem19X+vM//LnUZeN3C0kfHmlkbMm08bL9udT5E7L5LDbSuWLxchf8XOz4kvzOyxvD
HEockHaeTS5/rnbxZ+JniXtS0EHFT3zHcl/S7fF6Qd+E7xP7EDr4MngSMLEEWW9lT/ZIO6ig3Ae3
onIVbsrS2BQYXc9u7qOfuwNOV+10J3WVWk4eM3ISHzK2ROEqjfwlRrkWp/jgdgy0yXN69c5JMYz0
kMitEYtUnfs+8OevPZ6vnlEqU+Tm+pRf6n5zLPoh+aFa+K41+b+6pq0f0+gx/83ldH3sfiu+/3Zq
OVvxo//aLNff2QF98VQ0JX/zMf1NnJq/bb9FL87w/wfPY3QF31qw191Tz4p9TJ++FXn0eLZixb/8
uWIt9XdRUiYFJGJA3Nf+vWIN+3exKKG2ypyTiK7/smLt33lpyEA5WLG4S2kE6f9asar6O+uVBBaS
XDwNyFa8Z8Weh8O8TkkA4lSDjSHQUxwTFjEZroVtANncv8vKLwPICvlTWKygac9DoZ9NiNrpM3aU
cOg8FJLqTnjvjP6dFiHUVH5G9HSrO49KcN8i6vrLFPy8f369b5Y5zef+CH1x9rnYf8ucph85Axtd
kfASddHBucZZfqwubMW1Ii/T91BU1zD0r3WPJz5ykKKeSM7jvHty3CqlXujSXfe9+Kt40E9UdVYb
OX+U/RhDSBlgFajdCD2P80aMMh5sLTf8uzIW8oSBmwW1pxvxbg7WgICv9AftCGp1lBZEWLFoyifB
E4CJ9e9a3DQl/aFMP5tl6aq8xEyiwrfnSyyvX8IDMV1UnE1RFgRrgxzVeb+seixKxOKiU2j3W7O+
0eo1ctxygZOMYnWbqKwAVGcvLVbf0CZhPlLxPZW+/MFWr+XA2OC5tX27H+cvDfIfi1bEoP4S7pN5
svuJp97J77e+5JraJ//G3PU2rutr+NjlkImmgDKCgBDJVmbovClEhTrfdoLw1JR97SXJrjLU5Ee4
fRZtn22j5Xp7boQLU1g1CzVQ7tlf+4PrrpbHZRae6m82zpSjN5W7Or8cvxSX6pewckMML0ZX/cQz
msfGsOat+mrzlEEQNddEdLo4ldRSyzGrKsJTnz5QiTmFQ7EvlOTrUJUrE7d4IP+YOWot/25KrJ9f
Zo7bLYZzU4Unp3fn0LXu5F12U+3UD+MxW8FZvTpzvzS1mLkGqrCVRTSlmKhDhbMXtOrKflpuXuaN
+IjAE3ghEJLnPOkvvZHNTgHEWtMbOXDtybgyonAb25lH0XcfAnR9e9m/3Fxifsinc9AC5l2aPzeN
oZWTJrxZQnWbOByu7cZ5p1wSewtVRdBZGEeQ6H0Bfe9CkgZyzRlRhMl3Sd3PRvxA/L2y5F9ODmkS
3unIY+DTChzsfB3ENg9zJVTDU4Xe+L2uhAn6ab4UrozYq82A+CMiQGb8xWVIyaVG1cUIT3jouNNc
2Z7Ce2elL69NCy8uEVpQmyW8Pe9L46Rx30OhY9/U2y69DtPotg/ji7cn/5WuIAmJejla3wpxyOKi
yDCDnA1jiE5K6qH3LZj/0ppF7zKgFpN/1siiK22VlSiy08jmeHOv7VXddT71N9pG94L9l7vb2Zs2
8qbYlAf9qh7d4qReTe7H/0E/ibRIrvAsJvY6H82kNoswlJropAW8/NqkuA7yduUYenUsf2ljcd6G
TRo5PgioU6ine7yrADuuINjWWtDOezHFk9SGbRmdhtaut6HRbVrEnTf/k6Ei74Q/hMlJtzjhhqYv
Bt740SlP6n0ceXOYr+TVXu/G3y0sLtp2jBEhnXpa4IBr5MAL85WBeg4Rf41Jnpcc6f1/dWIZk1id
Ew/RGJ3qnXox7syLeRO595lnb6InZKutu+jh9qt1MWyuJ3f6Msiuf2d7+ruU4sW1xLoXFTwEe0jD
LDGWRjj0bS3P0alLEBWek00grdEiXh3Kv5tY5qaDqCqkMJqik3OD0dNFk0u7t1fDwjDrZyeomSis
BSGhtbhbgVBAbMWz9rT5km66i2xf7pqL4pgcjWv/3tp+/fOwtzbMo3mXHpOdui92uLNtJ/fb29/x
akd/+YzFqgyzuAmiRIlOtnnKOxHGrlWjlvo4P6brlyYWyzJVlHnIEys6TZ5/4R+mpybZQpTCwizY
Wp7pTpt8m27Li7TbJLmb2W5xE+zWSAev9lOYPBADiMht0c+5jaVoHIzoFJgVAp1V9kiuy396ezDF
D3mxO0jiCysJKhrLgkJbdpi/ymZ0ioprX4sxS7maOg1WVPD+mxJdy78bWiweBcsUnFQYUnuKPKxV
3Gy1iVcXKIRZfLr5D2HRxaE4hnk6a9yMp+OX7JDulCvlE4XSfm9tq83saV62yT0cYrfdVbBJvc7t
3I/DPjzIV/v/wR1DQA+FVlDFX0Bxuhz/2xB8/0kvmmsKBtejUqxcMc8A6fOZs6GWIWDHoMKfXZai
zaKLZuGPfQqQnXxqZqk/KTGwHrfQtGbwDEwh/uwrY/5ejkP6eZqN9hH8XvpQ6n18NLVRvcPcJzrU
2hQEbg0PNUd2tPe/CjYgp+NcZDrAuhZcvB/L38dAmb72ZgZR0SzT8DjIhg/PelbgOdWQOHw3rHsp
QxuXsgROxEUCm1LKP5q5IR9VStiJa9TCqqnJxqJykxTyo1vJkOk9x2nGBjMoJb/26zHN3FYTqKkK
ICcQWhPlyZGk7nZsDahkdlpbrasOPZUt2BVDtNGTsEpdpxsN3211f85c6p3F58mWx4L/a1qyiw/Q
FJMZbuzvb++el88NtgyVIY50MiKoky1Wdd/4aYmxI6qN5tTumqpqtlWHbZQrVQ4yFTWFXfasdJWF
8XxsNL6obDLn09tfIU6js5UgFOgw67BwBxHY78VBkeV6idVy3J9Uw7+eyjtwi9+dFEGC8Job6b03
GQ6vPEkAHaMkAQhicTTOUZSEwxjINAYZXWldqV45kp55XGf9Ear4Au1EZoTa9ZJlL5e6GmSFHt3b
qcYqAWpV/mnag/YNHYu28Ww9l+8krZZ61xi1WnHN1LAOWN7G37MoCW47pyKwU9tExRtbmtL6oQv6
JvYiKsR/4FnPexf0UvHNt9XsFt5e+b0FTPMNzfXuL0jpg+P6YKoitzXGZvSyzi4BPc1djmtFbCR3
JpjuykUqU5ncRhmDKwBG2Uc7ccYHO7Q15M/iKspdI9TydCuBMsgx9gYrHmDYnLppBoXsYox4jLvg
9KM1sY8FdIZLmvMPQh5L0SSzRF7xPDC0sB0M26qP7lF8mpB+hfMkK13t4UFbFBQ60vYv02qkg+0X
steiC3InRMKDoRq2oWMWF28vzYUNyY/PgaQpnkeAD+QXn1MWTldVRXKfyEm5qwQecfR9ey9Ncrkt
WiW4glOQeBDm4SeVpeV2k1Y8aHJcUbHUuwZMvd1f14Y/HvymlL25SKUT1szhzrGTnGTgYJ18P91J
g6i4+2q3QwpH2aWTMR04FwWmtJuPfWo5m3DQ4QrGrbZ2EouX0fl6hfRAzhAFEoFCXPpGDK0c1Dih
yPc4TomjqNDb79B0ggS2maJeRYWk/5mV/XypKbU0uEXa6h8HbYr7fS23+U3Ak/s+t6f6sTPn6XZO
8vAPbjflvplKLXOnQDEhcBVDedvC3QLJTmCi9V7ZF8r9FA/VR3xliCatrEuOJiorERqFPiyrzgns
JzAa4+ewbmrLJQkTPVH9CkrPtMNO9rCGrtIbyUz6yotk9Jdc9kDwVPqF80lKYuc2bDozceW4x+ah
z6zks9pH1VdKdP7gKmUp/1GRRz0NUtwe1aTrdLc3HWnjA9PGtPXthfQiE8yCxheBKBpJjGcK6Pm6
nkBdVX4/OPcdOi/OpjXjojmCxiwRVUm7/r6bEtxZq7Ap0YPsyBJ6lLBt/WIeasrX/uR3f7z9RS/C
M8pSYB+oP5HAAwe4PAgTvfQ7JDjumy529lxXxqZF0eH27VaWCEz2M0o6lG0F1J9fl28wOVAiyYiy
/N5HBdyths78gKNPvykDeZ9w1XiZs0Xy07zwVWQL7Lkdb4bMR52swc7NDQfjtmEP7t7+qlf6DvMX
biFCWiSwl7DEog1CI9OG/D4fbHuHxICxnedsDff6Mp4Tpm0gADFQIJtMS+dzniWNEppKWdynWd1c
hUjRX9tSYO5t8Wgvp+SENU32QQksfTukEvMuRdo2CwDgdPqYbKeuHd1Km3NvTFX4/76MaZYsaZs5
S+5sNBDcbhizvWn6xr5r8nDfS3151RoVwOk4abwZBtCWSCPyGl9L35vUEX3jxqaESdWIY+O8b4Ed
GJXVVMX9UCFs2JiW5DW6TII5McKVQ1gc+WfnE00xeKT0WEXUNBZXAmpDeq/Dmri3zTa+cpDO3Fql
7LhjrJHUTnML59Y0uXdg7XslaI7Ldy4W0bwDhEVAWahBLKJy00wLfzLb8p7AVPIQevGvZehaK2Wp
ZwX5ZS8FOoGdKMjpS4JIWSIJWDot5Nq5o8Lfhk7kJnM7b5PKDC/ULGp3Qo3mLsh88Gi+cgS3oHi9
okt7NU2hjXe4kJZjohzSdlTdOYms75HkxF4yV3hiEkWH3N4Im9p44uxgf42bt8dJzPiiA8ibIMci
3kkI7C5WhCRluZRHfYX3dTd7ilHjES47gWc0xqktsWRRpXZl0F7UOQROH2mw52axPlpMTQiQjHt7
ru4TydBcNVL8PdKR2nZQRsZI6iyX85XnbpKuuW+/1lmoERZRAaYAXJrny79VqYIH1Vzf47qkuDZq
oL7bzHO61eu83GD10J0KWy1XNt2Lc4v+woymNoUyHxHmIlyHQgOGVtHq+7gpWm8aI9/Tp/CdKlEA
BnhO8/yEsg+qFfXt874pKGG3JYvrPhjjeGON4Ze2FffRkPjvXjLo+NAn3MDYXy8Au13Q9KUZGto9
biESD6nY33LXzxcTotAechUYzElasLJoloL99IolCmaW6jceQshFnfdPDexONodCuo+jsdhCRLts
+iyG+9bAcBkOrWNfKWF3X6vVrvXtyh174671cYr0k3Al9no5obyuhQzF8zoGxnv+KbXW6JFmjtJ9
2FLYUmLr+xh1xcooi7V4vjHR2YZTg7wGtrBU684bSTU5a9oQE3dQRc5WmGC6hRpEGxDx2baP8YB9
+yB4GcMT6zxDAnjXgf1bKqrYAEcl2Wit+yYy/yoq7QKfWuD9evhx9E+Qat2GrFM+dG6UJ4obGuoO
gNPKVnnZafQm2KAoq0FIQ6vwvNOkpXhyorBzr+UOIlbqNB8AnFpUBYrpIi4seeWWeDXAA1krXnyA
IGAbnDeY5YIFAXziPozkSdmEs6r+mYOluG3UOe7dmpLOnT7hueum2mjMnqQWQ7jzo1T/1nLvvzud
KgBGz9gkmKQApBeLPKvSEdR96dybY+QA95Uk9IKU72/P9DNT+HxpUcwGzUf6TXDgl5TKqZbrNPL1
7CHyy54Xe4+CPDzadl/WszJ7Rtq3l5gnKvpFq3f64CWVBUw8a3LUJNIoNt06s/svcglaz8NnYAw2
tj6gK4QNE7Uunq43cloYO17LyWecva3CNbqSHHeoGIHkBqZv3/I4yz+VYT2MLrWR2tkgw4YeoDEm
tzGPkht1zmt506ZTxwNYivpLtYshWqSJL/3BE1rFKChqnD8jXdIGF6HlMvcKwywxTEsq6U6vZ/Wh
cOaMHJOTy5LbhD78oc4vu2CTo93T7Jo40tDyTRznZlKreIThZCLFHJbFXSpX8re3h/yVdQZeHOCy
ihcegMgl7j/UehS+qrZ8CByj21WOjK3grEmpCw1G8/TYyTzDTwvcxuOD0QM6DOIyeUB7Zq2sJ3bQ
+dzbpF/Y4tQpsZBZ6poW2ENZpVLGD7KVBleTGUAc1v83e2ey3DaypeF36T0qEjOwBUBSs2yTtMve
IGS7jHkeE0/fH+R7b4iUQmwvetERvayyq0AkMk+e4R+sS0agb7SoeAw1yspXB2ZwnhcJsxNqm4Xp
cYrs9KpJhHOLmk1B7yZFxdEIMV5ykm6TDEr8SR0m22OjdcH7i/46mKxQPFrYQJNW47ezYFKFOTbF
lZUchYvwCcPs+TjNrXgoKvegy7m9JJ74xvPoma8uslxU1GhneU2tOVqGxn1yLGCnB0ocjVcL6m/e
bIIJNaP40jTuXPKPK5HuG9qIJLpMgymNToMXJb4ydwnfcq6K/kp2/egPnRFtgOZaflc2Da3SicPn
wo6bLTffVqGjB0o4ap7hAEid4W7uUd/sruMoigOkwi9pl75O9dZfSBynklpthM+WpDTseKAzlh4d
lU9gorLuSx7vk+oZV322zD4UyuZYJhfb8m/s8xWRCdKJYhnk3FlgF43ZYDDgpEdaVvHVRJK5pbN4
aeD/xqXp2CDF8OOCk0c/9Cy3Q75uNkbHAkxg08ayRK9umZLKrUmrYIdNsr6tR1v3ssxq76Q5ZDco
69tBGQs9mEBuXNjx6wc/O9x0KwBv0P4Hc3MuSNuoc9MiRZYdk8J9nDP5y3KqgxVGXxGAf+iq8fv7
B2x9ufPHgZEjBQTfY70a3ju0n+2kqrLjtJj1raVE5ifFWf6mhaleeLHXxSTwR0rXVUmYqvzcrKiP
QrMoOq08mov7DYZz/wEKSP6QTob0W7WbNmqoT9dFr3ZB4iTWhXzvjfdcVbBgXq5cGPiBp+fMGZwq
yZh0Hu3FFjdFSwuwFhYg88K8hD2EUPJqUaFf4H4LjGSd5b8iF9dalS5u2B5rjmh9JcZED4TTGJ5e
pV2xqQ0lq/2q1Kdviyl1sQsVWpJeg97yU1nl6XBrh5gY7aZk1IqgRpQw87S6Mveq00QfpKqgQYlx
irbVrSpnVJFM7WHSlGozClgZG8Uo8weohoYTaK0lntRxMn6lOb2KUa1b48aKhvhpzsK+9hJhU9Pa
BTMID/32MuQskxEEUeskX91qkMPOnsD+TVTF3x1tMBiGDInxYR6k8b2McJzyJQd0U1h62/p9bk93
WHq405poyE8hirrSww9cfHLLVD/klBmD5+Zhc+wiIb2S4xjEK47tRtSl0nsmr9Z5jWGOg6fDE0B+
acrtfVeZzb1tDqazjdMuHr0ZGW/9Hv2SQvFMWhBXsuYzeOuIgc4Vc5Nrexi0m4hO5wGJ0PAXBTBq
jsk8CNsjuRj/XtSBmdNiZvlmqJDSBD9nz4WflBX/RgCZgT0gVmiBGJZY7DK1nmo/qvp48IWcSGiW
XsYkmIgW7lyFYRNfgfFAqmZyeWyjTPnaOD16JqWhjgMAokZ3PQZN0gmmKtWYtJh6YwbM22LNI2M0
REALKttYZVh/WczQ0jZypMD0Z76b9UFpKuYldYfCgVe6Yhg9x0WnKuiQJguDLMYI0gsxfPxCpO6r
YNBmtDqdUVX6TUUvyvHQ0ZS3YRm53xMaut/D0SjupYxiwf8IR/aNqUToWIqpWAwvw781CQbDTK4T
d1CAmRZGcuSO0ApvzJ2Kes0e9QeX5LL04CJSm7Ixyq/5MqRbNEOXa4Gk9oYQYN5ELaSMxVURdjGT
OdAWw4z8OQ4XGWjT/MDhE/Wj1WWt7q0+G2WQVHbW+kvRJp9cRnp7DYOePkCdILqJl7K4B+okn9Il
MyxfW+bCuUrNYRFep9g6npqDVLedWhb/OLjApih2iejQuqHLZ3Si+GPPwfs6ZKH9tR6cBglAmf+D
R3B+1xpWAkw4MqrbWTSaGyhWF31v+i76wshSsQKnLsWHBVZ/5XVdcjQmI9upeVPBmtOB8vnUXcVn
uzKG28aS8c5p6njwDG2KHXoTAif6pqvl50pSzbNECEb5bWx0mRdpJT566P5CDyOv+ZJ2dfOpyjTx
relat+XuT9pPTdvandd2JOkepH3z3u2Ttsdlc4m3tWEp5SbtjU0r++woYak8wAydFOQso75+TNRF
xVIcaBlPsKbkG7rA1mO0lNH3MoEK7uFdouc3eZasH9p9HEvH+jtkGt6S8igqTQhlmb8xRaVmx9y4
9iYr0tOgzXPLpZWlIogRKtloIeZSyZ+rguXtOKfaldNNLINsYj9DzSKYxkTcZZOwfsatU5bARgf9
i9CX6ZHPwc6LaLqZm1lB6M6rokr/nPBnXeCKynWwILOGwzKT5h+yaVEnv+vd5eesZurj4Lj5zwgd
YMXLrbreu1FuH0TYLd9tczaYuMEB8ftyzHcysqNNZOglLdqmXn6NpuVBEX8YU/T8RCGvMkgTPy3m
FoFRZEwBQQN8iYwMLQw2tlZ5eu/o90pEZQN+PGxuEMvrBeVd0jLwc1RZeXM06r2vOVL80sYm/EC2
Nu2jUJGfC7WRN25Jtu4pU2iRTtKfo40UN/Kf1HExvo+awQhZcqJ+XWmzgv67rvHJwhxTyKhq0PYn
f0mjwFjYe8S4RIuQrxyxtXay5E5MKYRrvl3peInTG19a1QzlhfbN60TQRReQS5S22zMj4fQK7dFz
U5tMNscQ8upN1CGPgLtVHvDpsPTKFRfBwlFeDZF5KSt/7sacZinAw5ng0NOgDkA09fTR7WzpGezx
4ZhRXKc+rsXYiRlltMkGDbsrgZxrQWu2zzNvlpIrDcdDOfmKXtR+XnbdYxeK7F4zUg0dX5NWk8js
5Ym7rruWdmeP23JSI8Ojt9pWu7ww+0eXMG0HLMgArGBqk2Me9aX0UeRj/6l2Al8ndPN4FzuzhYrH
2OWZr810kT0MZaKPg5VblzylXgPSWHXa01REAHopQM9qBcPIUs0d1PaoaXXoDSlSSVNvPBWu3j6Y
biM2FWx3X8dQfZfqUx+0RTH7U2HnG/IRzoFl98y2ev3OmEauz1zmV3Vnux48Au0BFsy4qwHg7sYh
1TaTsTjX/RzVn+jbRDcG/eUL+eDrjGzt1cBEfvYvAw1x+k1TbjmUpsz2iB9z7mUSiZckVgZ/KCzz
QkvqdSHx8lGvklxXqwSYTbs9yiGONjompYG7LJdUrt54IUwaYUxo9PsYJ6y/4gXmehZGLEthlkek
vZ6m0R0eI8dpfF1RzF/vJ+1vvA8AIVgMzPgAKp+PgGpg8UOUWNWx7Wcbfi4prJnhtPzHTyGDXQsi
kll6vmf4xyRMnQY3iPoYz1xxfR6SO1nqn9IYkF2zoKtadCiIYJzw01WTQgmZVo/N54ybwq8GI/Hr
HgDG++/yXMS9jCA8gcXC3AIOKjTY8yVbqt7spRaOnyvvW9B4nbd4lW/7tfcr3pT+RTDF+V44f9zZ
2lkoZoezxeOEb3qaT6rmJxtlQyznWenmRnh/aF4MjIjSHPw94GT2BcHydB1JBFZV12j6bNXuIxqR
YOXq9HueDf8oXXWh5Xq+/86fddY8D1M37zRDGT+PxZ1h/kjSw/tf65ltdv61Xr7MWc9BU/E5yGaW
7xZZbM/1+mDYjMH1d8PPPcdT/U+xvyO0Bdo29rJAeBcIGuctAao3wagHHty6npjpnUVaqCCVVeJn
ccyaUqh+mFWSNp9Ey8CvM627UbMaSFldpugFZVWi1YDJJHoG5ixyY0PNYD7molvKzfvr8uxS9mJd
nn8X8YVcmEElbIizKla0SRwqVSOPUEfnvwfcb73MpJS1lXi5Hhoj9MtKDz/ZVaIzxXH7aywy0F1R
uulRlrW1RU+yfWya8eOkdvkdnOo+kI2IggQ9mk/v/9azPfL8U5HWWCdMMLuB4Zzux4X6kqzOmo/u
YivBIBvQJTOl5ftPWV/4ZEFona1yFhT1sP2sc2u8zhh1pRgH+yjJtT8mhSL8rO4GP6PtdhVaU/07
jvwRBfZ/qD/wf4yWDer0xdI/83N/qxX8lh3YPxXV00tu6/Pf/81tVVRbhVltw+FDbooe+XqeftOx
+SPtL0fQA7HRH0NpgED5Hzq2/hcYPRqfpHSrQdc6rfo3uVU1/lqPHWIp/1IzMP+E3HqmPsAvAsIA
xIrclR/BnXYWjsmuUa92FvWglQljkLZsU6ResXv4SZyON3Fvmp4SqdHsp1OdV76jLiBh8HLN8CEa
RTNtk4oOhV/YLkpKE3Uy2CHL+mAA1rX9UuhcXVEmyRhTTVZ7HBq/tSOitl6pTdV3Cp2MbkcFunYT
MjH4hA0VFLPQiEcwp/ko680gzPhnYdWO6U1laeZeGreLsy1AMH5IdKPYNv0E2GrSxnnY1EnTKF8R
eXYfaboC3MXEcLzO8tGmkCgJTI2clwtwotPjvK4gGCJmmXDJmN9CjDo9zpS5ZrI0uXrIBbPvTgMY
WBTGpZzw9Dj/fgoDYkYaXNJQ9c8uFhS3+6GpE/UANLXblHHVbme9G7aKFscbfSwuMRPe2Bi8yipH
Q3cBtut5p27QEFLWW1MeLFHL26isxq+z7ij6dgrdhjJiyFrAbWgF7ZpIYO9Wqja2tJ1eN/44V8ZG
r3saDalRGj+KUvT/hFSs1NtuVtl+b099gehVZeyNxGHDabUhj4MtTdpsui6rTYL9rVfKqe02Q+Fa
A0xeoMrBsqjS8hB7XnqGWXZpoeJipI+d2rlNYOi11DwRhg+KuwxqYBl1fauFdvPJisP5W0wFnPlK
N+hPJj6Tvyhm08ZPjdouPAOzq0ueuq++GMnbqoGFsALJFat4ui8mVFT7AWjOoY/KXyECq5HC2iya
e6Vk4b9ynP+Pvv+Fjex70ffzUzk89cPL+Pv8X/xbW0CgIEAfD8lFUhaUyf4dflXL+gt/EURE13EC
sAsO1IvwS2caGB4cx5Vb+zL8avwPV38ncKlgXVaYxJ+E32cjtRe3tIPnKiPTddKFHgeTjfNSb0K9
vC6cdj+as/XFQe7SbxRh7BQJL6zH2x7hR12/67oMU9t2SG/bMtOeaEtr/sxwAqO4rrk3U3t5jAy3
DvRIXx4pwOwdOM1qs6RL//3F6n74/dNe8p5PdzVMK34weDOwMeAoII2fRbuInh24KSgSwD+XIJ8X
pOUrHE0rZDy3an7RNPxZSPZ8hYBrchey6uss8PQYpZ05OAsp435MXPHZaNxHq8Dzay6UaTPMzpcs
N6qbvszxkl4VM4kNIMuMEePT3na8Whnvsz7q/DSfQt+y3eFunKJu0/Z5Q7/a6Tyikr01pGHvUlwK
r/VYk1fvL9l6hZ6+ARhBF5gtYmr/0lZ5Wf3SULfIgYt+n5p0M91iQKMuxdXe1bt8g/DfXqT4nhCY
9u8/99VYnrj9XHAD8QD6xrjwdOmUOR2LpZz7PWDB4UYqWrLTojq5LYZ+uHF7o/UmWxmuqyicrmqp
KEGxOEiOO+0lSdm3fgnPZzS/mo2u4oCnvyTnQqvDvBn2Zml2V2le6XdOvIx3CU2XK2ka3Qfazuq2
70R7bZspsMIuCz2jYqhwYU3e+BhMbNd8hxEKNOZXxSBoRFHWy562ysC4Nkc8ZhqmY8MO2tkynw/t
3NleMgt4x1QGD5ymbFMkNBLQIQ+vBzE6H6dsyr+AodLu824YPztKnqOa4OoX2gyvRuAIcz9Lg8NA
Idi8+oB6Yat5Duli7zRTcm/HTf0jrgvgi2XS3cf6BAFrbq3dEMpyn9ZWe2ONJVtMLqW6FVU2b/XK
Wrb8cbIr4RU8KglVwPsLel7O8xPBHvBdkZkESX0ug6AMUWNEjLC4yDt9h9WE9BaNGgtZ6EvM/beW
Ay0WjhDSeCTOxvpbXrSRGJLFLhNpbT82hlt6TpGUiwf1GMZSX+SJ5qcAPg+o1JrCUyMhPtEBne1t
Msg037h1i2NArCZah7aKOsxbO2pM61ZJXPXLqDf6z/cXZo3cp6d+/YUIDaBwhxjT+fXfma259LGq
7/NiQdh9DJdtbIz1TvSy8Zsx1W6RiZbXTBewbDHCi2DQVxudtjDtqWeoBqLr576qg5HXQ47a715X
R/NrLsEI3wCF6jSvKg2xh6Yida/DmTQDKoqhDD5TdCQDO81hreEmZyJbl8sy6GvVvVbDmsx7Vubw
qBu5/cNFNd2z5868BWpqYwyQoWPqxZaDh7dDNvgjaS0DMmAMJnvTFc5wz+N1yG3ulHbXLSCpGnpZ
A2ttWjJ0NIt5nJagH7Rl8TukPAtfC2fjMLqNid0XsO7ea/Mh+8m0z/2Jel4XeqEssEx1nKw7oOTK
UaASXv7JQC5WXjRZWhOQUzqJB3A0EztIHQtYkbrOx63b16626aei3kWjwwTOGRcQVrm2IpGXHHbH
Rh3XOY9s2gRpj0GNu220tCmWGxN+zAJ5ttwrgE9m92mVMpUb7E7PgiRMICyUXX1A4y9hGDhEWWCo
rQ5qotW0cDf2bToHTbakynVtTun1JPq22jZaET/WXen0VDGTKfyym/JL7YBXmCX2NJgogh6St2tQ
OQt8EWXDlKaDvbeK2d0wKBdeMVjJdlRq41sF3+qDaHnnpTLNvYb08s8ZI44LweJV8oBWE+0jyiRt
pWyfnwkVz8Qirnp7rxRNttOWesbKEwDJSHlxVdjaJRu9V8GJ55H0rWrblNKg5U8Dhl2ni+y12Nkr
SjJd5XGeBWYV2VsGS5e4uG+8GlK0IJOR71xL/bNHEWNTxZwWd99WMbyg2Iy2Gfqz3txp0bbQgCe9
H17eeDWuMRLHVcR41RI4fTWw80MUzo67x5EJ28XGsDi02T+lyC9Jc7/1ZvS6bdrdBF3uzNMnNQZQ
ybAQ4X5iqHktJjcKIix4rkYuhGBqw/lSi3FNS04i58pLoZpexwVg7M77Y0WdCdxNSmVv5Fp1lXXY
jYy4oYPx4JSWFjdagqqy18zlsmkQq79ys7QO3l/e8z4nsksqUF16MLTG1x7NWe4UuurYtZVi7iVc
oRyFOjD311nTiDYAXYrNtzkXBqEsNMBlQGVxJ79nE0Z+W9r6cenNBB2EGmjJpR+2ntOz1XGQPVsR
4ygQv2oE6HrhULeG7t5MBvwj3PC6Dt3yWm0sda9DsL+txsT2XD0cA6HYIF8qOT2MVmxd2ICvE3Py
uVXug21PMQRO7HRfEP0aq0qc7JD3hfIjjLrkb7Nyjccm1vufA4shA1X2sDGbNJ+ftIow54shidQA
dxBF/dvt3Oxz3Oe9l+pm9DlVkga1CFuBRpJBSzzqGi8YJLFt4+srBDMWIQuWuc4NPfITWDWXpIhf
73T2OCplkHHpx8FFO32joa37mRZpuFewMvZqq9K9YbEATsTlQLelvXSG33oe68Y+F5Bzn0UcX+Yz
g47LUbFY4d7V2qu86sIgodm8JMVj2zvDhY3zxvfSmZISDdk3tBXPx0maOnVa3DnKvnSMfF/pffKo
hRG0ntCq/XKQ0XXcdAr8GK0N4rafAn2mLtAH7UdHZL6PetDPCfjGXa6Z+ZWbWk7qxThy+EUYmZ0X
y865tmFKbPK6WcDeJs3fQBQv0TPeWjO2G/t+VY8k5Tz9RgWpgxgUzJzHMiq9xAq/jenyEwv470CF
Nu8HgdcxlhXTwdfSGaUR8Axme5FvpnqpNVNnKnsdNKNfFvq3eKohI5v61/cf9Lo+IsCuQxW2AoNS
JtinbzUNSH5K040OeOP13xpZLU+6KafIq4x5UnzZYEzkl2nYJRTa47h4kdpb3ya1cBevAMxUX2Ck
v5Et8INIEtZEgSLSODvcRtmrSVGX0SG3WvvKVqrpQ4/egT+1AJ5F2vWbvhH5HeimeuO4ofNIWVJf
QFUYvPRppKNrBhySlJ/chWrtbFHiNHW6PI4PYFem6xoI3cZM5J9KgtDJweIeAWy6RNQv50z/smvx
MGxmwFhZHwcxCViQAL25cPre2LaYm6xSAlRyBE399F0K3IhAZjAO7LulAfPf7YE3MoNqxkAd5D/v
b6dnrujpylF7coXS9VJh+J6bDsjS0hSnrdMDN3ZQRmK1R58Hq/QBc7XqrqWr/2DkI035MA+L9CO8
EKRT21qVH6ZmasVmcXt5zLXa/TA6SvVdK2vj2gr9xm52emF1OskyvAUfPk179f5vX8/v2U8HbMwB
f57f01Y/XShLHWneqlN66ER3k1rgHxq7O1a5cSvM/IemdpfatK8POZgEMBbsM5Dcr64xM8V0Iu70
9DA5c0JSoUTbMB/Epg5H98ImeOtR9BzRWYThBZtt3fAv4klemlGhD2p2mGrpevHsWMGktqYn1fwS
K++tR0HxXTXW8asmspw+qtVSNK07Lmfy3zRYGuwXrDZTrmNNveh1+TojMcBHm+sMhHisnwMI5hjW
A15X1SEzmuGjY7Xa39Hi2N8tBsRfB1XqP/VxUO5ThhZo8RaZDXleAapV4PSRQJ5JlONYsexZ2jIo
ntqo+pFli8HcSEmB6aCQ1GqMSc2GPHCZ+juMSNslYEvqy2bqku5DmeErxjkyUug0ed9+tZTa+t62
oQX9R5/H0h/bHpxkiud26ilCnR5xjrCv01gW+V1kjfOd6CIQUktkTVR2srX0wEb3JoLPG09+sSya
5SfurMlbAXLF9rk8nY/Qe4DHjhpeJds2RSDfM6y6+aoUjBQ8LYzjb6JmRuPladXmm8bWKkxA53T6
pU6RzrXVDNtUoWPqjZVrdZ4y1HnkF1JWD61Sd1DvrBaq6hKNI3MsK1OaIEnd7k5vemVBwWOeHzK1
OfZKGKab3JbyNu9r8e3946ivgensPAKSgY9O45e84VxlS9Nzo8nUtj4UUREnuLqq+eQjapPOYPJM
OwxUsaQIfEnHglA2O9n30Gql6jd5236sxnYiYuiN/WUhZwerUPZiC2skjb0xnLtrYAP6dSmj+nMe
jaaPu0TykLW4e/rWoPcPI9z8fNM7+vgxsVL3R4dKSudrxTSBdDbs7J/GFEniVUWuOf4U9+q8YbKU
/p3MvXKpDHqmYJ6tBOUkawHgZx3zrUfuxenFFAMwqV62ByPT3B8mBjUL0NMhLTx1rOuRX5HEbKEY
VRBPiroWO0uZ+t7T00lzfUMtqi2TVsCNuVugsIKUTvhDsRnHB1XbaJaX6OJrP+cIRoGHL+95pXr0
jZoc3kuXxMTGRcnoYWOSpeqMvczygdksZRCExj90QqT4gZZJ/bMKMiOQeF5c1kOV2uHg1gcxa8pW
dcvwJlbHH72i15vYkfatnUE+e3+nvY5YyD5gjARYgVYnA5HT5WWo3vbu2FUHla510NRtuNUKw96I
dpL79x/1OrGgqlu7iPARAWGck/fbEfGfSk2bQ6TCnrXUbti487xcaHasKdLpfuEpa7tSXReR55y+
EA1kszfjpjnMyCkFnXAeY8ybN1EITDPu5aeyocgwx2zevP92b5SuzKV06mfU1uhzn8djqRp1Ai+x
O2AhXT0JexH3diXie2kj1lItivqhzvp8YxH88NfKnAd6pe4/aRzbV0lbhBcu9Dd/DkeGEeg6S3t1
o/djT/aYW/0BUPS8M5LioLUtmFRzmL7LOmaPC0d+dCq13Lamre/mRY4fizATN1qdlBcS2zc+PdIX
CJoh8LVqgJyVeFYKF96YRYdEBEStopniQJTjJbzjG7FiBe4BvGEj46t5Xms1kQPtLxmnAxpS6r2I
RvkDVUySZkTq+01aWRJNMSVCBKkyupuC34q/jO7Gid+IYUAUQeRcRJbIQK06ytA61yhaMDKPw2T5
MeRdNwSmpeiTb0VNbAWL1Drw+YosAgcGgRZo8VhnV23Rmj/CpFd9rceXyV9km14icp8DrwBaIkLE
mFsAE4DBZJ1ltoPqjEaUyPkApjvcaWPHrZl1enPdxMu2p4+zK/Wuu+OLHBecZY5FqdW7CtafFzMV
2xZY69CyaKqbOSzHbRV36s0UhVUAJn6+UFC8IfzCBgLuQrsMIjLue6dH0pWqlSD7MB8iYcvPeTOP
PtDpPPeSLHc3bZcqQeaIqyUFsqyyVz4B8VeuO6eubho7ch+12O2/wqu45K9+HvvWNVzPBkcWPKlz
rvFdjxism1YpD00ZR17dJOPtoI0A+jBJ3b4fHd56FPsRrhdgSPLQs88VKZNuIRwtD0PSIE0iTKAz
eljsBj1uLwTA81R+fSvmHuhncuJW+fzT1RY9AFYTAtVhvRl93N26g5xCx4/SZrwv88y5Vy2Smvff
77zQWh8KExlxFkYeoK7OHqq6zYBbyshDGwMjXW3WvdaYlc0Y0Y8STXypxfwqvPHA1RSDqh2VMJjH
Z1Uq6I+874ZeHIrOlVud5GT2TXyU7uqxNQItC5udWIcJy2zSDxnV49hWwxEVKvd+KqP2whZ/Y81X
Gh9gdBjK1jMS4mWSMtSuwtkyxIF2ZeaPyTB/qug5eACz1G3TavPGnCd5Yc3figGrgQMwF7AUaA2c
nSunNfRMq53lYIaKcru4ZullRtIESF72uw525QZpuepQt2W+FUsmDh2jt4BeUn07TP29wrjj1mwN
8XGolf5aEfVyR6ZfBY2l/LGQCIkEu36V2XPQ2zvPZ1ECY7RsV8uhjZPic1oN2ppdudt27OoLR+08
AWBnkGWQO+tsDdrJZzujUmcCsAEwzLCH5ZophbzOJTo3Zg6pK5KjoMbAsmcOs/76/UOwrvfL1INE
nREL8kSIwzH6O39JoCSC3rO7HKxRipu+1eQHBK6e3n/I69dDZ4G4hc8eIj/YLpweb4msJCVuLg5l
nRXByD9+KYVReK5RZVu9q+ebtinGhyLqxwsZzjNi++z9nmv1NVtEMuVcY0eOUQPMF4m3ejFk0DuK
8amANAF7yh00ZFCNJGvBii3iqewiMue+GuYp6BGxQbZMFPaGGaYQfu2MkA+XOa6PWhebVzOj/9av
8DYuEbVzH3S7QqZhKeXya9ZgU/o1BOC9YyXDHqmWr6a55B+cFuTClm0QoRaBsMwvYzGrWxcsCeIe
q/q3N5iDC3dLTNpj2GXJtyFSkus2AebgG0wbP/fSxCggoVZ8zF0bvpYOeqW5kF0/901OlgyZlZVi
jMKkwcToHATv5OM6lLOyY9qJ5hYmoxiC1KzmO1smeYROIQKjjwoDDGB3tlF8LOwyFX4VFsgU6Qif
Df68FJXpGQ18ES/slbL3R6N5UooBh8lihkqJ1FCieHNZlkFajrPrMZkvqlul70FQyDlKIXQWzfhp
QU0oWg3NTQh+YdR7qqn0iU/rp7tiqII2oVE26YUW62vhMyQuVFR2SADoxL0yhaiUYsL9qm+Oth7H
t3VdDFeqmVaJn0ZWGRGMqirxinhoHqhw0qsIVUeMiQarkr7RKErjVbCvYr+VsZ55+pKPVxHEu00+
Nnxd5F5UM4DPI++dBqlozwbnWAeOMsXfDUZU/cZps3Q7LrRR/LC028dsUmk3FtZi9FtVqMaFuv0c
fbCeSkgjKyyDO5BQcHo4GWXUYxY51XEcm3aLHCUhhy8X32D/YuzYJdWmMJ3uSkSx0XuItzUXQtCr
ljZhlioS8jxNldVt5uwiNlDl7gYnGY+umU1XWVU0m8rusyu4v2awROZwrUwZWteOxr2c65U/VVb6
McZRb/d+nHqtrYQU1u9ZFWiMFYl1uhajmBN0Gqv5KIup/2qrkwN4ro/NDGrzCj6NapNR0qzV2t8L
dpSjF9lZ9FjiFjkiepn3Hwt9tH2Ryfz3R/p/0OZ/rd4Q7xj1tU/l00+um98w+mdnP/6Df0HmLfUv
HYAPcE0UfFTkkLg3/wWZ54/Woo0oBjyTFG8lXv3br0/7iwwaBDuVCFc7s6H/QOZV9S8Unenx03+n
CCXz+RPI5mkCba6m3cjeM+aHKoVsprP++Ys2kGS/l7XdpIGe0jPvjMbaKGvkMufevpBXncWs38/i
50JPYhK+JrWnz1KrIlbnvEuDxkT6GElOIm9oWIHbyW9aFtMKy3Iw+rO2ZVZUf8gTPafdLwk8ckaX
FTUOP+tXofMlvtXIfDZAJ7utjJRhR2TeFmOVBjRTXU9qSg1JNoP8tRiGr+c1RqxAzehVVQu5eq9/
fPHBP/y+eF7CSE+Th+c3ozHNTIfEaPXgWOPXi1W0y8hys5DH047It5CyhK/OXbXRTEBaumIYXj64
lrcMhXkhKzvNjf79ZIe8hS1m2ediG9a8jL0blmmgqrBkzbEog0UY8sJ9e9YBeH7Mqg+5TnVQ2wSy
f/qC1eSqyeC6STCZ6dgGLXR+KLkxlu6wnUOvaPU20FInxBhEjcIfYOWjr7JevjTQc21fzRRrD8H8
BmkqbVcXBVQGE9Tkr3hyko+zu/SlpxpTOwTJWEUutsBAg2dHTb+l7WwHlJoVPePK0m/1huxygDT2
5fkD/m/Erv+zdqMIAr/Y1a+IP4eqjJ5eBrHnv/8f4o/+F6nGinYF1g1OmkL1P8Qf96+V3LuaAhHe
EMD7TxRTVDwa+dvI24ALP7UdVTTjL4p2E+wHok/2quj2J3HsrBlClUwqBBUXIAkF2BpeTneonSWp
GSezeZydyr1jftNdu6i6B2VqRZ9M2ORXWibKA2KAHXPozK2ujFKbr2WLe3wj2NNDvwDdi9V2uZDf
n9bw/DJ08ChKIdOTQ1DEnAWHYq5FFCVKfwxF3AZhj+ZJYzXqBzi32ZbR0SUcxllI+P08PgfFBDBb
rK5OVyIejWlcZDQeo64cNvlEMx9DjEtGbmcz9d+vtWLwgGUCaEdb8uwxzK1UhNrGY21n2Qbzhv9m
77x63bjSdP1XGnNfRuUAzAxwiqFI7ihpmwo3BUmWK+dcv/48a9vj3iyyyZaBczHAaTQaMNTW4lq1
whfeAL6kDm3J80NneG93s70KY7u9z3iB1q3V9CupqrvnN1v0wsV7GhjyI2yeVUqSVJ/BHLA9T39E
lMR64zt2cZQMado1NH4/TdWUrm1Amh/RzkMXBXuaZ7Uq5He17t9yqjpfBLhEWJaJVjuvNNqyp+NL
utHMCqnxMW/B8vgFUE9EWexnDXGpx8Kw+nVngI3VqmZ8jEf9EzSj+MbdfPa5EQgAnIn7E/r+CAWK
P3/z9uRtgpYOogVHAcpcOZnaYPQDQez6QouJ/DPhEgvNKIQkFsplnLBXyYI3o+BgMFRKOLbHCgWg
vRolAz5wneHVMTia60MtIlwxFuBWwD2cYgqIoNpPZzSX/aAU+jQdJ6Ux1k3cJo9S4Wt7ObGdQ68a
IflnGQK5aqVP5gBiPEVTaBchjfvRD3xwWQQO5g2TILGbT+f/ysNHHAF3QQHfOP1NupVVcdbVw9HU
pC8dhZJN7ee7eDTejakEq6XUbpQbzxccxj8phwEgjTLUEjao2oTu+GggJjPG7YbowVkHKtp7YRbd
CszOhiKVprQP+YciEnHgYge1lTE1PMf9Me0yyg2Rbq1npw83o97cajsuAiWgcBQVhb4H41HSWWLS
8rKKy9AfumMn5dl2tBzp4HdmvfJrw3hfTKa8USyE6KUiu6nBv/yAYmRgYogPUOCHKHX6AeO2C0s9
qcdjhoX7Di6btDabIt3quMVvrm/gswufoahTkZij20h+vljPMQjzyJnV8ejr/r3VJJ+UniYqAn6a
CzTj2/XBzjYmg/F+ws2jamWyqKfzskrVSnv4fsdkLNGzRgAuXyWx1UCBycr7OZKyuy63b/VJLoyq
kM0IV0recCDCp6PWM0TX3Arl45xk/rdkyL9r6ON4GqKiO6lrwBtgF/P79ZmeXXQEGCgfUJymBAna
evHg8Cv0Hgi9fOyDoIfm4iermTO8++lRqG8SkND/sVCCXryeeY+drNH689FsQgfbtKZ1baCD2+uj
LMgf3HGOzLoRSROtQKcwFnecPxVaXxq9eYxL+4Gik4ta/0puRdYDp6umffa5tQzXiXdhehzlYBPL
025sJxdRN2A9x+s/58INICIFKhvEY+eoIVq3pZQWmXm0Kaw0EX3/Qoh45X9n1rRpeCqhMSIXsJg1
vhTD3E+teQzDtRrtaQpqd9GD/WGAYPuORVD31XfYcMFv8GGQmv/5Sb4dfHFSCsUSUIXGPObOg97d
W9ZjEN4Ae5+vIyIFZICUcWEV0kM5PRY9hRkZm4H2o4Y+hEefJNsCEOoRTTKSn96nbFIOPnElfZEz
SxFpyHQ9TDrnWA3msElUa3TNCqTJ9TVbFFrFPqU4odjIOwghUioOpzNSQCtFoBuco233ODSFadH+
oJiIgKCPZ3mx9mFK1rCW5uowCCnDEiHz32GfyRihKWNsrWhc6Z8RV3KEkJIZJmu8TvLfwHtgywEs
EzMm6PEVYnHIW7VeaKSkk3OVAMuxtXa608uqf64B+02ubbZrAH96sR46qZB3+NmxVxq99WUXTy/n
d5Qfs1sX3fmlw/zBg5vAD2iILal+sOWqYNYG65g3abEpM18DWAi9//oyn4WxrDJ3N3kCigDwMhfn
Isf4u1btxjlOPndn4it5T1G6sNSD6kQDSGZ9au+7QZ6fYx8h7w2iHtkNKIHJhzwJcAS0TpAIiW2g
tCyzlFmyrWaMpOBogO/Zj2PXrFU5SXbSUOSbJEx+OktBJl0orggBFtrjS+hCoeOHotRtcpRRUVxb
sy6vTCB0659dWEbhr0dWWGD55MWBVEfFR6WuAZnPSx24gVYa23iq/F0y9MZzHvQ1WgC5v9eqUcVH
JyhvXAjnH5bxRVpKE5cU+PUZeBM215BB09nKkyPVvOixbPvPUpULwx+CHDNDSW0YR1CCWiF9qkIl
uHF6F1VrcXrF8AIYBEoAPbHF9Md0sKUwNONjGuruIEsez2t9ZwUyJunaBLMrxE3cnPz4vtOIG8xq
TncViJsbe+v8EIECAApA2ZynFRjv6SWi+qVulBJfAYuyGWurtnHVrmi869/64ihghChTIe1MDnE6
yjAHTlVRkz/iL55tmnQcD6Ucqzda0hdH4b6l5QKaHv2v01FSZNZyw06So4lKHo3osFzHGZzB63NZ
CCO9fjliOeRSZAxRRPP/dJjO75H66OX4OEkJpuIJVkaSAc6uCRpj1UXZ8xyWg+o6k+58LHCzfkgz
J/vVzAb5u+w0Ea0uf9xouf+7ZY397xYkA8QIB8spXYkO4O9U5FRPH9ErcY22njZplBhfGh9PX79X
qj/FdP6lu/iFUyCANVBQmI1I108no44B8uZ+Fx8zlEW8Dteg1Yh4HmqeioKdl6qvJL/4BpTmXdlP
t5giC0jDn0sJLl4ncOSrLVO3IsNEjbJwfMzT2tiwdrHbSqWyr2Wl3SalEnuTNlq7AVs+rNUH47Ho
/en96MvRNkj88G+cBRhulNxhFwsE/elamFR+nCHL46OTyta+kaNiO6BweOMsnN/mPCfEBq/jCAfI
01F6xxprEJ3RcbaHBFmrMdxGTpDtoyyb95AixxvjXVhkeCKIxgCcAg1OJeR0QABzNdu1bo7O0H8u
LZQhi1BF40Yxp/08auYnpe0/9XoTrHEMjvdKJ8vuKPfNnVYXyY3X9KwqQx2G6JrComhR00VZzB4o
hJXGU94eAxgFFQzXtjmQKGWbwGlCj13ffGTh8q0Z6AA/yzA4hhHCm9eP8FlFUvwK3nL60FRnyHcX
X7rCzjRLNKsVJQN71aVV+5HwNIAmW3SbQe4qN8sDydPrLN9OCBR/azttevEl9UfuZM9oyL6fjNq5
UTCzRMD25p3nLRD1FdExpsBCvLEM6PBrzjPb7z9ZvPb3QVfGn8ymoTnsw7VV3RqBzd6FRYLm7zRM
xkNgp9Uns5roqyrxbELHT7X0sco7/0uotHJDxpkaD6YVao3bD32DJSiSmOgmBz3qPvqI4DTqH8VT
a85IWBOCy5/UAC9OhJVxB6ucQpFdSTPS52ZolHeU2zJ8GLVIf1GbUhtRh65kaVUXQfUliNLwe8GL
itlXEdMAnpsc7V/StMkFYxNj+mn41ft+kPIvOZjk42Q7owEivwDprWNkFAsUXPhVldsZVHKYOHfF
aOYPdVEH3/tMy3mVDLX4ps0TatJKqP3WWpKmuXGSqd+03o7qlWqO+jfFCap3+gzZGWE4A+Ix4GiC
2Zm9dB+1Wvi9dKwM3MFAcK6hWty7lePUL6jzTSOV2NLBtSOcpXCFZHj8Wc7/B6P6/6KZ8b9Ou4xD
9K87sR+/pmnU/GP6xxbJj/zrSTPD4N/8q5lh0noQmRqcMBJxERb91cywfwErLhocosT5RkKHtxi1
RRI7bjgI43+1YyUUzKBAIYqGLAL/IsanP9XHOEshOWU08oTMI2f17CINBquLIkVuf427mO1da1n6
OOaRhb4kQbnnDDjAxWMQJBuQsf23qqsB2Noyfr6tBh7Gr9rqMR217L0yybPXcC/fuF3PnhYqBcCV
+HH0hiFliQm8CWkHeD5yTS72axW3z6WidgdcQux5nWSVvn/z9Z7/uJXetlXPYi0xFGUJKgairWou
0qK2twbImHP76yRNBe5YNcrO6ITfKO2+1q7fXIkALEkMSLGoKcFjovK8mNEMMK9us/DI09R5illx
h4XD80jTYAU4udrKCMEPbtv6yYuSTvbjXEkP6IXd1aFvuKYSwFfukhmDw9D4kNmsuKQ4yRpriWRr
+e8Tqyrvkj4ud3FAmbjE38YDmIM0LZzzW++weNqWc2HbgH1CxUQkHadzmXxdq6esCY8WUpG/ofSv
PROiNitwALx3Uem4UaccRj2zUH6fSg9liFUwJfI6aw03r8vZS8HZQ6B9MXCB3oC6if74qP//dvoP
8EFQ6wll4d8JOx3ykDf7/azhum/Sr/9YEXuWP/C/zN/eVhf/pv+5vWTnF0SrBOpNVOygtP7z9uKP
ACkKlDLdCmHi8tcVpsi/kAJSqKGmia4D+eBfNxh/RE2cbos4ARw02LH//Z8nsX2z+Oe3Zxaq/OkW
XC7CMvZ0oM53Eey1fZfdhRhJWMqPDP1DnRKOFNLonx4TevrDGuGYaf61CrZyvnFq4HsbO8RY6UCY
EBaujq6evimSnfU9QRdP3jvm+6p6Nv3H2fFQxdbTnTV/tLv72PoN1MAqnxQ3ar9X+jtFv/eDl97H
KGcdCPDBSjG+RuEHmzZS92iVh0q9a8znwr7X42ci0IT/vZP8uzl6akbPttFO8e8Uhdc+grpGzDLN
q7l9tHQvoNclJ9+sfOf77wfnaERPhfQjqXO30x9rUYxCyh/Yf5k+ZPGz3u9h2/f+nVFszPyFUCTR
Vgi5SPFOrffh8BXxeBd9DepiCHp177PpQ6i9zPJeSj4q85c+2Vvhg9/ssnZvIlk4eDV/z7A1uUdS
z3DuTYVKWXp0DGDZK3xMi+RpnDw0UHTjKXTulWETp3dNuRvDgzY8TP3zhH+Cvw7Dw0wZotimTe7K
/VaLny2AONrOwm14/rQ2gp00HsR/i+2sfwzHd13yUg5EafFdlj3kxmOtf6hQTEsf4nAnGas4gUW1
ifCbw7Ud2RvyKfNQSzurdNXkoVS2MCSq8On1qPzULQLSnv/+p/h3vhe4jkZB2P736T+yc//8K8Xx
O/mHTd5G7fSu+1FP7380Xcq/+semF//Pf/cP/8R8vUzlj//6j+9Fl5Msv/8RRKfHmRPyr4OW/1N3
376+Pfz8v/886qbzC3qphBQmWLA/z/OfgYolo5sK8YGnGDETEcT886irv8DG5RKi6AJikaz3n0dd
Rb4VRBl3FGV+MrafwlwsNBj4WQgvYA5KPEQhGqu/RSgg2XGLwgWnGVX97J0hD5zUeQ52A6lEuM+U
IdtjRZG9dHjyHpSp6mbPoHwC8HhOXqKm7A9YZqSY0Mgb6A1pjE5ZpTyVUVx2awIu41AXfvRoSrH1
XiVt+dDbjV1sVbP2/8jVfmo3/Ztqv/974T+8E/96F95/bf7hfg2/Zl+bt3tRdDD+3Izo+4LBhTjL
xvrDIeyvd8fmcQFuwqtC84N0903orFq8SAAMKce9bmDxR39q/6I9idEYZHVLBHmIXf8UkHERKwrs
/CtpS4N09MoUPw18jHpoJsS0S88JeQ0MbRDhjHmLBLEIr/4chVCUAwQceQm+Befb6dqoIbXl+ytK
dI7ry9gBJpI+uBijoC+W6+HqzYe4HQX/MSYAAHgeKCNRIjid2VyE8zzBxfYyXS02Uw2oH07JLQO+
ZRT8OgyAciR5abESViwrjpgeIRbTwGZTsgr/kSgHmimHTrEu8DDJ1oFSyKWrt1FwD4pYQhgvkNKD
sIw3trVSGftKFkX0Ls2+RergoIWWY/7yITZbrfPUUhi+I6oi3SMFKqnPHfaS6raLpim+A+FvP3T0
Y59KJUt3VCOkh+tLuCxPMTn6N6hLoYEEfpFC9OkaDgWuoJ3TF14zS/qzpKrBREASwpm0Q/XXzux8
qh1lscJxxt/GtdzvdL2Mt5OSd7krVdZNnpX4aG/i9NcfBJcGoQaq8hiWLa5O06EoYVtV4dF4MQ/Q
rsbPEapx7iwX4F4kJ32WZi0h4uixA7RznACRCrzRnDg/MrDLFFqxPAZUJMUT8jaTQ2WAEnNu5R4u
ZMPHCLOXh97CH+n62ouZnMwUPz9eKpq9wBOEesPpKFIk7LWGIPUiirsreyjSg2xiQgS7ol5fH+rs
dHL5UGkUtX8GEmK2JxPSjRZFDTkPPT3Lq7tsbMePLe1TtBWL/FfMqqTflKCGr3x91LNlZFR40WCx
OaSUBhbncyq1CjtHJ/ACIxRGYvGYHrqkyW40fM/WkcwCa0w0nShN8OIv1jFQrb5SWqXyInqIhzBq
k00KteMO6Vf7Z2f0OhRNDvgOgJCWWEq/dBJ9bNA6kNomfgl9/Q7frfqPCO4kcXibKCzqCILMJb6T
IpjFQtFxkXXHuZoOWlyWXoS/jlu3Y7JT27F/yvDDAhxuWNvrn+lsc8Ad5xJgKOqxhEWLKyDi8XLM
aazgaAzPqhbdz3rcrDup32Sj9N0Y81tdj7N9wYAmlBU+GPHWGV7F5xacc9Pm3rYRUsum2F/nKOn9
/LdiFAdvQtHj5Cif7nkyfDUD3l96Sq7C/lK7ZqMofvZ3RmE+6BcRa9KYWowSAUaxUr30hrryN8hP
fhuVm02vZbtSbAnRpcS9kaeOXHXxify26it2JXNBDGU1KEO+UpUZscxZwVprMu9tP052lTqHKzXt
om2lgnkvcBu7cY9c+nKgHkTVHogOqfHpbFV8xAzV58sNZVOumtTRtnNu3MQAXTjRAjv6qkSow65c
TDeqEtNuFKaLcx0kh1ZFOy7sN3BuP0xZ/4I+boSMhuZqcuEBdtj7pfJlxDHeDWojXRWKL7lOUN84
JhfnzkXG+hPcy69hwpvyHiyLxEcDoqQp1r1IPoIZejXdCqMuDSIYvTwM1KlIH04XWDNQ+ZBrBinL
NvckCU0bEqBb7e9L62sLHJdIh0CgLyKaBsGgIq7G0vPrXN51SRm9JNxqBxSR4xuXs/irTh45di4P
Od1NAfUmAj6d0MTH6KnEUk8rWpLpHNt3gPT5ulTjctWNibCvrKZNLU+3EDrnhwZZR1DlZGAwgXn9
FkP7ZuCj+l+Unjk0/ee4M/IDNFHJK7sGBXWis7vOGoofmNQYDzSk8ACkF7IyfePnjInEvUp5HIAw
94MArC67/BL5atEWToEqd/W7LEvxppwQLvdbH0/drr8F7Ti7z0XKgO060+degr10uuSNbwdNlko5
QucZFeg6rwLV7dm+j7HfQtHLkAnfZD1ODNffkbO9y7jIDYj6PAxxxDdOx20NIMfx0OXeQLZE44tT
mzqBceN1XJCCX1eT9AIbW/IZnUtxceOOQvQbV9XMSzuoA7Awp72DusPOrzPpbgIVtbLbCWhQFoZe
K+GvazW2toGRaiM2lM2fWbhpj1ulgTGeMZgYFw3xuMGkwnmxOv1TpqfTu0TiGSR36T1TbYTxcVVB
msBQbqyD8qBJHWax8titMTbr3tFo7TdJUCeIUvXyXS5YWL6MsZCtS9FGo/G1Cm0c6dqWOynB69XL
0jF5LJGEXE8z99pPfwbAKhAqyB75zzJ4lZwmxW1gyr1wmox1JhOiV3H/+fogS5im2NMCcSqANCLB
XaqCYrYrpVMy5l7tp98Rm38aTXTnoiiSVkiqRuukz59DDRFKed7EuFu7yE9S3A+2qobRr5KX94Xw
Lgeaeyu6OLtxxC8jbYYNCu2GtO10G3Y+RU+7mtn+6tjtZ6WGIl7C/1bVWFn1SsAJUEV3OVLs9fVF
ObtWFyMvrlWjcmIbLFruZUM2rLreGNw8max1FnXF3/nIANMF2oYjfhbz9rNKo3zIPbsejU1uYjNa
meEtEYULJxq8G80srlGboHSxlIlWaugJiBPddAqKgHxXbfaP11ft0iDAztHDBPVO0Lu4NmTJqCJ5
lDKvxtx5PXeq5RbDcEsX+9KuoC5BGwu0O8nC4tvAzQgsv4z5NgQXW9/Wk0/A7RGnaIbiIY4HEzWa
tncTaEe35GYvTRCJDlGu5Fxiv3e6Ifskiro0HzMvzPXoiJJCvpbqwdhdX0bxt5w8tGw+SpdAWgQf
A5jH6Shz40/0vaLMU7PKvMvTfHjkVgzXRRDpqzrQw6/Xx7uwoHwwii8MKBSUxazfhEMqbr2VasaZ
h2Wt5BlaF7l1H2ANUNidSxO6W6u9xTuTI4F0fWQRuC9miscGlTF8uDEKWbIynBSRg6HA0Xaesnpt
NJq2mru5XmtAmT6YfNRNYOX1mm5LBR2mVH4O5yZuvpPhxS3wZuLgQvISJH/qSZU+rrKiSlajWY83
8ooLnxNpT15TpkhVzViMgvUfDqeQTzwJgORuJPKkSYr5shKq3dbQ6vbGhXK+qFyWXCgAMomX6Pue
zmqWRqLqIky9gj+DG1h8GrgVPtt2bK6czuQNLEL9SQqtYoWIv72//knPN5NgvRCNgk2ipLMU+hi0
QO4LDKi8uEqeuKOdtd5Z0hM9/HqVYhG1YpPJj7gHr6+P+6pwd7qXgB9R0iNy4SWj2Xc6bUWrhiBC
hsqrKsCXD0lW+wWyh7ol3Y1ppf1AzjohA6mlqnk3ot70QBpgNKthwuZqkwWj83FM4fN11si1gdqX
+RmAUE8XT9elr0OcWjFtvWms3Ta2a8OVu5YqqIVa/Xs5kSyMPruOtEUNAP2txqFv6QnZcXPMjbbb
Y/hboCJiRWhh22WJQcLQ2E/kOWu1kkz7sxbYdggjaAi/JHZW/7i+NOe3FrgOAmeKRSR7EFpOVwbj
rjFGwq70oCLJn0E9lS6m28Xn66Ocx6qIGIEwQNyFu5/r5HSUvJ+1TKrawpMocPjBSHPOsem55S/2
VNMma+xbmm1LDBznV2Q8KB5CshWNnsVLUMlRE9p1lHtgr7s9wFD/MMmwOjgfwcFRMTPzoe1sxgwn
G7dGYfWpsYZbQdr5vMWP4PkmSBE5yuK2zuDAJ2qDHhe8HaLz1OmrQ1dhOKyMAe3SzAqUO9m359+u
L/elyfMAstHR8iEbec2Z3lxepumHwWzomddGVrKNy0J+ZMGktW7V8Xoc2vYxgpv6xYeW6lpFk2/j
Kp696z/i/KpBQYucTJhoM/llVOFIYZ3J4czLkWvlCz4c0T6I2nZjDVW86oIwiV1q+fFdHLbDFltO
68b4lxfhzQ9Y7ICiIZKpoEMihjYW7ypAb+9G3Ug2CPlJdNuN8i4ANL+VEi1d9TpKPREgkRuP2Pnx
Ol2ExfHy20m2/EnLvCrqvmKsbb839Lm58UZfGgQ0hKBo4FBDFez0dLUN5e1elcUu08Lnptfxy1Ez
bXf9e14ehebp6xdlY52OEgYJKKCa+MbydXndKpn6XKMTe+OBWvgXi7xP0M8oscG2V1AKX1wVGlbl
tW5XhFGxIGPqQ/hhbKZ2TRdBesCHIV9V3dg/5z7pfJ6nM6HdmPxAA1/boO5nPuYlVKNg6vBqSdr4
p4OC0x+3WIPODIvYQbTaq+xi9tQ0n95JvnULsS0e/dPXilEEiB/4F3WNpSlbGA5a1SksQa6X6a8a
Puf3MIKiTaz/iSL492vQYrEFUAfUnnCAW+wcv4R7grVQ5k1zpKzsOoehaTkhxpv1l9bKb+UA59HO
6XCLnF4CCD/yuDCcnPorrdDMtVkH/h5tw3jvIDa3vr5lL45Hh0fIKxBBLoXsmjYYEF/MMk/u/eDX
DJVYT2oQ2AyhSVCVLvyfjuaYH/AiwlaeEXoip0dk8DPTDibG8/NOuk+HwNokk16uHLuZPNUf+p8f
T/A9GIyoiiba4nbJ80YOh4nWUoh11so0u3BjG8XXWZmbOwt9r+315Xytci82ptCaFK4TGkoOAlL6
NiaWggIBxEJKPN663jXj5Pe2RACybbdFkD9JchS4Pb5MSpTcx1J1wFhlbcFIq5VkKxXBPWK1No5+
8TYy83ValFstLTxCsXWYyuGNT3/h5YVNxsYBiSaaD4tP0fv0HvqSDqLQhnNtyg+a9kSnvlzZU+us
gUffoleKs79cHPCvlOOo6tJXXFxcVhAoYeuYCRyjevA0SxIVqihZyU38gCaZeQiQ7qV0YjY3rswL
FzMtP6FkTYQBVlT8+ZvHvg+KOZeKMfGmoTPWUhlX66YI2xsv2VKVQFzMYG2IpMRhQmtkEcvgmIOG
ox8mXpvk9iqlobW18rB5GhHi2w31HB0wZ52/pm2krR34DY8yonF71BETrLt6+zES7JPrG1J8xMWS
60AOBRCBpiD50+nMQZvlfjbHiWcVhrzX8pYIR46UtZbat5qcF4fiJgH/Ae+JXOJ0qCrtbYq7zD5p
dez35JjEFwnffZs4H69P6sLn5L6inUrwKko/i32UqRW6f40dk6v42brQEHxrETa7sXTi9y6WDuwk
HQiSeugQy2pFI086/Pgi9rKenWP3ivOhi9Gw7Hx/9vKqD1+uz+rC+uG8xICcRjbQkl5JX70nH9Ri
zwkU/UADBMO+qJ4OdpffoqxeHIqZCWNI+jjLyB9ubDZGKjC8MOuxVCxC1FonTd2bXazfqFK/7rDF
MsJkwmUI6LQOAH75sRql6LreiSjCK8OLU4X6yumTwjNKoRKVZM2ulmskiHOUf83K1B9mycz3Gg3E
O80O/XdhpOubiYrYb5qFL54rjQZ4vaBf52MdreU+SzDjo3+gwaq+M5PUXE253z8ls4pllT86q2YC
h339U13YgLTlgM2RqyEBu5RE62QMVJqZOY00O9ZmX5ruZHTJjbdLrMzpylFzFEwDhU4J1lOLlVMy
3G/Svoy8opoRijZKc9MbdueNelx4pin524pgcXt9audbg0eB11nMisbYEh2uTWHbZ2kYeVRbkm0E
xG5TFeB1LKu/sd8vZB9kPYRxf/T34QScXhijFIc4J2qh1+E7hmabrW8VrVUPXYHxxRCqaIPD03wy
BjoIw+CoaH/X+fr6dM+/5B/WSjRhNN62JfSkJ7WrwCPhVwnkaGsUabsxRqO48SWXRC9eBoaBZUY3
iueBuP10ql0ngZdwnBArKRtWYx9IygYHDX8tzf5IsxZsbQpC5L7Minwf+nXwNDn5lwATyvt56DV3
YhPfadNcedenf4564ofxmSk9GJSd+YfTH6bQe4G6oopvIPl7TAPHVYXlxM7IZtjOeT4+5mrfbjJh
UZCqs7VDT8Nw5zqaN34DQur6z7m0+Si6CV4idzu5zemvMcxx0KvCDL2gMY3P/jTJ2574fB2OiXGD
ZHkeiwADZL7Uo4nXzo6w0fA8a62ReDLbm4ppU6IpR+dqCvDoNHNdc9tgRNUZyeobW+7Svid3gQFp
AadHj2mx5mrXRv2ETJ2nxo60GUc1drlA8XPR+mHXzuW9PkkPvuFn7oS/u2eHWv3hp9eZnOZVZcPg
al7WVK2hQ3NfDRKi8KrYaPTodlqB4m2NR8aN2V64xLCAQv8BpUrWetlu0KI4NKfXV01Vm4OEY+oh
w7DWRQEk2TQG+PauLX4aiyJ8KYFnABwAq3gGHLLMvJyw6AFmrmpQAyWlXtOkvBnvXdiuuExTM6VO
TCl8KRik5ZWdz5Ueezx8j/MY209TZkNDCO1gVSpJi49Jia2c7CsE8jIiyBhJTesu0hs394OKxqct
3dM6uFNKpTz+/CdG8oPOAK12kD+LaCzUghRz2jn25hQ2ha1X97HdY67uFPoNctSFKxRhodcWNPQo
WbjXvw2u9URpSzPNYk+rTCyBTDxfXEvvmluiX+fxGCg6OixQWl5BruJrvAniCcakWSlzQjENux1U
QQMXC+YfsSpj84xOzPX1u7RvRadPERqq5HKLWbW1KocGWCKPDNLfzo1OzBxVMF71rNqGVpCu++6m
XeylDQVQgRQFKCqWO4sXP04dpxpGh5AzL6JtWZrB1nSIbrVeu9U3XUjYiyoSZUeeXmJOniZtiRmW
nUgJB9lng0jKh7DFjqduHwlA732Uy3qsUWKj2jcJtVFfQTzFei9X6AMUzaMdNWiuUnUf6kfdH3+1
yn53fe0vvUpojFHc4ulBIGtppGBZiTQR7MVeSulzlUQwfUzMVOAJRcMaDRBjO8R1+TjDxd0zxWDT
+XPvYe1uAqdB+enGz9HYWYtAjJ/zinYiWKYRcLrzqoaYCAeu2Iv7qdxEsqncjVn9Ne3K5DlohvdD
bMhr0OA0BoCtrhKzHQ9pb9QbrWqbbZjQGLv+i8SAZz9IUMdFP1o4np3+oBzch6wOXDxxael74B6O
m5dyhdC2rO7LTKN7HDrmxwJXlN2E1fONO/3SiUe8iKYIO0egik6H7y2rCOWez+MMJcm8UumrAiDX
jdjk4iQtKhQgoDUkWsRXeXPe/SIn+pUmRqFtsgqpeB7xzVHWVKMNLMZUeTXZvezGg549NoV+S13v
dRZni0yaSWfVRDxtebuPcRagWNmTZaYKyUv4rutnt6vM/QBfrJTtTYWGt8EHNjvnScu5gZwqfqIm
+FIPpTcr/raUrXWLrCY0l10SJQfVTg+tntw1YFL0PMYhp7y3gv4e4CICo8k7uRx+N6byPldpdKnR
xjCCl6AYYWUFj0quwYULV6BmHNdMY290EDdz1OdxTD5mVfFdRK1WXW1Jjg8g0bakcg+azfmY2n0i
+Z484HgOIGfIRYZkY+1bbgfN2MUmMv+Rf4cCxwFhjoeh7bZdpu4zSXkuzWwvT8F3fLjuQhS4pC58
UpNJdRmMSzBFERUZc7P4hFHWrrcNzx/zvQ/T1bWHai811Yfr+/7i/Qh/UrSdgV4utQEtrQuqYeAg
hjn90AgJrW3WhhE/w3Ferg91cY9DdWQ0QvYz8aEReb7OwbhcXI+2h4AAxupdegvkf3kUnOYgbXAZ
L3Usq8RBOqCQYy9HmeYwsJNcU1KLv/FCI3VBxCmYBEDhTk9SNWqpmppD7OmdMq8DX47XUjam++sr
duHjcBARWkXDhZjyzENtRKAip4nrCVkJkEYlelxJ7qOfcqsjeyESYCQ69LR04GUv8XVGX+thrHMz
TKaNcYqU6IjVF/ZeK5J4HSdlcSNXuPCViO+E7hUwMo0K3+n6ZZT62k5lZilVeAxcuvhxMmFkXl+/
y6NwT1KtFp3ZxX1HEaHLZKJIDxHRzE0zTGSCnjf3b4xiYojzR+C/3AsWUeqQirXLzam6MyOnX5Pv
ZTeqPhf3AnVHuF4gcCCDna4YL/asamEXe12sBFsdr9/1EOCca1hlsLk+oddi1eKeBuaG7DQNGkGC
XK5bL0eD1ELpiCeuB5d+RlatbCtqhl2tlOFTJ2XFvIlUK6m3QMNaYzVTJB4OtZ7ZqCeE/nxnSbJe
oZmoFdGalzX5WIdq9ZLMzm+GP88baWyN4xiZVbpJLAmwXj456YMyAXBwq9Lq9UNnlKqBOXPVfgiQ
AkDuVRn6wRsnMybWt5QpWOlkdt8t0KjbJHKgnsmB7uQHTnylvPPV2tE3fZ/1n8w6irtVWuPc4FVG
31luBNlqWOVKj4otVkcqSqiF+lkmb4/drtAzWJS9SjtTM74DSDEQRMnoKORWkT3V1bRVc5QpVs3Y
RTOeLJrxPNjAMQAequmXsnVU8fumcWcGMz+1dfDnWzV2Zn5KS1l+35oFpCy7beuPYaU036Butvkq
RCjVWfNmJ584Mnv+zbxDrd1AolFOjc51SiNu0RPozc9aEmvva9IgKMj9kCSrvDeH0K0SKxndyTKL
dzXoz12XKWW8buZOuWfNuvmAl2/wa5XY1X6i3PucmWG9wRsMqnUxqw/VoHRb2ZiynRNZkbwKInV0
3LpUqGZaSJR91JrRprngS2G2vr7dLuQFonlFrYSmPSWdxc6WasVH9MGIvMygNFw69o9OyIXbdfws
12V3KBpbvxEIXboYCLwtrh4QjrTpTg9THWo5eSU1datFrXxspHkTRuYtYcpLlyqnCL4wRb//y9l5
NcmJhGv6Dx0i8OYWKKraqdUtO7ohNJoRJN67X78Pio1YFc0pVnOjG80oK5M0n3kND9LmkuujjvWk
e3weyfWIZVRjOC+VMQWqEs5Py6jUwe2V3LsjfultUeMEt7ntrMryKI+twbQ0ZNJOdsr200sKMmNu
f7o90t43W6VZAGyt9MWt7Fsx5AvFqkmc8VTtAinS7FepmCmv5/N4rsn0/s7MJTy4l/bWczUmQ1nL
oni7VZjKenUIRQXauRgnRBonZ7jT8qk8l8n0g/7akazHzmpSJEYwGaAS9NZVYv/3aLkJe0spzJYs
vIpzz8Eg2K8q8Q/+O+rBxPayM4aiyUNlGrDDtmdsq0vTYm/DQ283+ccw4zGR7Ubxa6A0ntBry1WA
AZy0Nol91FnMh0at2lOE9slDNMhHbJSdj3v1a9aF+S1NsPOktpDvIiCeRm8oyw7HZR17rigFCZxK
+Z2jc93d3lC7i41EBkVjQMEEiNdjdh33pNVw/hENcE66gcJfX81GsFjlkX78zjZCcobADaYNYly2
ej0U135k87oR8i4pehbAvYMoSQqvq/X2JLfU6G9PbYcssmrc/L8BN8/paCf9hBxjcrYWcHpRMgE9
inSqhE1Y+0aBSD89TumuTIoC2YZRw5/XcvBWnQ6CrvVW2zzrFMwBXFBSor629awdsVsyU4VEZyV3
+PhZVxSli29qNsmnBPmsU4cVzVnG4/uiVv3RcVLXivx2+FW9kcorRQhYHNfrDuxpKhJL5c6Qi5Sm
U3kqHSyX0/qxM/t/F8s86bMIzLT5HCJWBx7lkQDOYzv4Ulf9NSnlV0sN7zIzf7bkwZuy/qPaO0dO
Tzsvgw59kObaWoUED3T9IweoUVG9dohGs828JikcLFfK8WC374yCQCnrQInTWamR16OkQN7lQoro
kcz26Pa9Wp5TO1UOXrmdjbfyjLme7ZVpzLm6HgZLLDjrgrS5kYBQj7WTn8wU/6x8mcI7+sHWoyMl
1WtZZCEeybFxUs1GPuet+Hn7BLw9cWujkqTP4m6kM7I53GPYt7MV1hT9YrV8TI22vNSSpp5JCcvv
da1ZB9Wuo/HWv//tApN7FXULMB6BNSezrycguaYljU51PBuUAZr6gOn+izh+vbURf6KaRWmF5i+6
xdcDqg6bhoaKHsCKil8rLV4MNApSSNCh3WmWuwC07d+hvVF9BKchqGW3RvlRoDuMt3cZ9lpQK5jl
Yfk2NwMBWaE9dHFrz/4CprL1q8gc7VM8JCBJlrm1cq/VjFx2B0SLX8OK4+JmrZgSz8lKtFftZq5r
Cqyrq17cN3Lrt/2kfcdAoezcNi8aBHXAIqP3nY7fITjnX4VVdgS84ClKrE6TZvC7pV3umlhX6yBp
UQ30C3m0Mw/f8sx0FUlaAswb5Veco1dNSWQW7Xu7CNP8EholprCCpXocRJf1fmRKOVmKZCyukiFJ
65t4Dw2eUUclliGGVkFZyycz9RFcy16mFCm20zyLL6khtdVJRlI186xQkr/i9am/TLZAKbUqpgkl
MLFMtk8rf7SGVgkyFHlz33QWEzTQkE9P/PoEWXcMND2E89PQS3tZO0Lb7mAHCVlXzCluACjza5vb
XZWyBFye5aBgoN6lWq9JrqQ3DnqnJT7sOGo0p7Sc54COQegqGIdiWqxWHHohnu06HO6FIy2RX7Q9
ZqfyERrtV4F7szUBW9AXsyC7rtWX662ZTI3aidp2gtZqZ7dG8B50Y+lqheGXsaV4xMGv8Bt1Gmaj
BBoPbdqqZwY6+IVXcwaxHLYPlVV8YGee/vhagNRMNwl5jTXdXG/J346pVaF6HPIWBVYXP46LZs1u
I8kvhSj1L4rE8b093Jvnj1iVIhfymxiwURzaBP1RV+NPXi/irEcFtjGSbHtLnAxPtk4hcEoisBNh
exKp8tdULZ1/e/A3MdU6OFOkz0Lf+g1qbplyrR/iVpzh9MdurkXvzbH4rKRp7lZ99RPdt/f/YUDa
voTKaBvSkb1eXCEtdj1WAw/ZUIXnLC26D+YMdcWZqbPqtWG6vd39ccEFUD/NQV55FpkIfXMPFhLc
uHhglnJvEsGMmeMV4Xy0p99c7+soxDC8JRoAtG2t3klXC5OIqdWRUt1FhkzZVlpN7LAYPeFQkR68
1utSXR2hdTwKVRSt6ZwoW9JrMdGyzOJ6zeOsd3UJ65eikv2EWezs0vi1vEGtjLVtcdS1eRMmbAbe
XC31EDVTb5HwJLmQ3Rx11yAc2iPk785y8jITdoPdB/y1xdhNpt4OqpgBLJRFf0Ylygq6ZRInU56n
p9Q4ZP69DUsgKyOWt1acV1zCFgYmRZGkJmEdn8NKVS9mn2mvVTRp91XETm1tUd11c5+d58FAEi6y
8DsQWuwmTiJ9vH1GdtYXqWDkglcKOX3tTRhWTUmNOF4UExDPPwpDi94JtMfvbg/yxoFRZrq/j7I5
FIgWGY1kwxgO40bgzOskniq1/1KlgZ3D8+HSh7lz6ilIIhoSlPj8uZwTD88CzXXCxIs7uznRS9P9
MZVPoblSqLDPmQUdB8GLPsnyy9gm77ucpgmAR1fUVuMCf3igqGKe2q5rDw7E3o4BerD2EkF6cAav
75a6r4bQwjzy3LYSEvekMKfUlD8BSxt8VTeOSHlv0+N1BVFnhbVGeeONI/lk5VKydFZ0jof6H0tk
KjKfuvY+hXLu56HxamhzegIzFj9yAWMdA284mE14VgOSaH9+kfOOAl0HCcEVZ2xwR4Vm43IXSdHZ
qbTkJGljhEpQu3ihOlL+yEw9sLPlqECwcwOtHQA0B1bwGuya6wUnY4xypWOjirZ7KXBB/uhEff5B
ASPwUYn1GulQisNuVlnh0e7debgYmpIL55QO0dbqiOLPosxCxOfRKh8iZYndNAzRHBwz+tgWJcQu
xVMkm75OVs89Fb5klnWnmfUP6hn/1AZB11gP1N6Hn2ac0s7NCPek4Ttdj0uExZ3fNv0TFIoEwaf6
u2WU7anPi+4UVZJ3+xzuHHYIwGS/K85w7X9er2Hfl6YxO6zhVKhd4FidFeCvafwpjpE4EI74L4k+
kJnbMj1FTiFgF0TnkTTSZ0er8Atn++AA7n4UMG+0hCBQcCw2c0nTlAYi6keAYRYPOQLZxyxEuctN
ptYtayZBBe1gK+wuILyNVWUC/Mu2s5YiG+gMlhadW935UXeKcjIikR/EhG+rBOsCYoy7GrPwkbad
8LIJ9cQGcoDSQ1I967WJ/YKyyKeoiPugiHCnpZqSnoD/SZ+kqu68usnkE9hN8QFw2uiNw6RT8UaO
c1g63acbqBDDNtbykFQFhmBpz58SYukH0eXu6oAvQbCAKjbl1+tPkiRC4Ggu80l6B+NbFYkjc4h/
/oc9TN11rZOvN+/mKanSMmzsmkFks+3OWpIbJ7MpqoMrbm8qRMkwLkC0UIrbjIJ6fjrS0+JDLwhU
FLPVeP0aFdyey9vEiS+9QmVWsR8ok9sINe9TRw+tjps0wnKjHhf9LpPpLpmLQIKHGo0PPgzqxAiq
eammF3RcLBACQClTkPCXcZoH5Fcb0CxFUR9UEPZiFIr2eCYTF6yq25s1UCMa9RHs84C3pP8Omkxz
I4hfnoybxr1stAmJNG8LJAPdnc0MqmFvBklStUertA60CT7pH0ACRKJplf7cxPHLUoqiTzspmPPS
eY7E9FhHkn1Z5FwPjETLn4tqzL3YCX/SlMp/hnpEALAM00tllMrL7U+2szGQ8yOyp2OyCk6a13sc
I4exQQxUQmt3rn0EthQ3xmHkYMpvR1nxk0TbQKhW0cfNY9eWCgyLBeUnM1MnV+4SdHuz9EhQ4+0V
yiis53qDcp62zEJdns20UJYwAPCn+k01zxeBMp+nqmK6qOBLPBmr2oOTRYnvzedk2NV4Cm0+lIO2
CiqtmLUGm+8wyHrEpITyWGl59YNekC2fZD0dzxW4ZMetnLLRvB4XlVcjxEzGbXJjwvlGXniEK0t+
BWg3v4ATk3iE5WczcZwP0aCn36YSJNzJAWRLF2hR849xrKk/as1ET7my+tn0lkHI3/pMySe/1u1Z
oorU5frd1EyScB0atpkXhqna+5m2JB+TZs5CWI0CvweRx2HkWhqYQb9VEmfyhVFGoR8OhuR4tqQ2
CdiXLHrCbU48Nnkf/jWNUrwWfKrvIurnzE0TiIz4EPXxy9BX+idlnPKfRacWfydVVOPnEMnGSFvS
GNjOjiAvkMTfqd457wQCR6bfFjJDhZS5J3a5ORGBWWMFZMWE8L4MafwjsWtOQJm24ruEgXbuIj8g
vkRq2X82lxnmO+SPz0q5VIvbaOyBcxKrxXlQux6EELjWH5Ou9M+mKByAl4bZXHBmsl5yhT4vqCNV
elQaXYQnDfDOJe5xbXVVSc6+xZI9fikqvX3JdGVx61BuX2y6R15s5I9pn0sIqtm9XAAYqii4FGP4
0Rxq44HbxfqYURt9qZMkPOWUi1q/KZz5oaTt7Vw6KRG6myKHJvmN3Vby3zj/drarj44QHjmR0SCn
mZIqoNcmtW4uhc4YwPOOvinFMtR+ryj9u2SI0/ncGJWke/+TdQniOrUKjkRYMVzsSndepNQs3g1y
YXzKUCnJXdQ3Q8T4ne41An8VuRi7g55WcsmmQCSn0Sc7M6UXdIbzz7fvmPV0X9931Kggj9MOQxzm
DX0ganDRCdMkDKIWadAwRqChLxX1bLXmpz8fCeTOykBFA4PM/vo2I7Ko1SbKqY4jNvJQtfHPrk/r
d7+cnP7LSLiurV4WoNM3sUGZRFE8TDEjkRoEdZQ3D0sVGl7bS19vj/QWCQ+8dnXsxIWHWiRF/+tJ
pXZl2xIbNKgwoj7H2pJ/lCw6/dwN2oWHZPZjvaXTD8DYj6MBnmSaH12tv+az+Yb8CH4ADtFrq2fz
ToyVBpRuDJ0gj8wlyCYzd43JmYJSLz6pc/8AURr7wtAeUZ5vvxeJTXGjd8qHRsLn0PmWSOMDvg9/
Cdt8MGPN/NlX6Fu3iVYdvPI7e41CEtxCMlmZK3mzWFO9OuCV7LVOaoczPtr/4MPQn+BH/1+t6/+V
87zz2uj0dYFpwQyh9bbJmO0oBLilZWEQGmbpD7lBu6+3LJ9CtowSRIbpjg4S5CDl2Z0fewCsJXpa
4NWuN0MUijFhGErTuM99HToFl081GS/8t+Z/WEpYTtSPOLhIPm8Ok6V0uhMXDOWksez2IsUfxRI1
epLdcjCr3T1OVMr+xvVhNSq5npZjpP2IlocTDM0ITKYMc+vkSEZ7ahfVOWXALLB7ksFWGsrg13ZV
3NVEEgdP+bp22z2OhA45Htq3KqWz6x9hRiKaqVQ4wZIoWUDRkAZ5PNmBWGhYo4nbfKwnspPMKI6+
6u7ItFWQe1rNrrblT0PO40TKKJt3kLtPRdHULmae9r00IK2aijH6NJdJc1JTQz34yDuR2SpSacM5
pKasbOM/O0JOpYng4Pag3E9zVSn0N5wjtam9XasQfPNxLXbTFiU81rRpRDE5QSGFAidyM/wO2+sR
dJ110BDfnQ9ZCA51FFXeCFTrBEF1lqpOoAuzfkfXsGTniiOw0XrbvdkpYO8NHhmFUuP6K35rcxgg
JhwCDkYpkHIaGq0NNGXKnuQqaZ4KKq/u7TdgvbW246mrbjnIHGpzb1joTRJPoIycQCri+tmZEb2J
qq46leVqCLIMqj90Wu5qrRY/F8141Offu+q4TckT2CuqsUUZCGPJYjln+FCzRtw0Jue9mmB20avI
stDvggwmi+nL7TnvnYnfBt1KTI2VEoJ0Y9CWruSP1gyTB83KRQAPL3+ZHb2B09zovmSZH28PvDtb
KqHgMqEGkZVff9zOnJYGXBIfl/4ZoiFN6dtall3krm68uYvLD0hw/bg95k5FmRKMClR37SWRSWze
1940khApJ06IEn8vM/IX0vP4n0E3Ja/X5iFAKGVp3KHQ1cBKouK+QbPXjaQ2D8LO4I7GrAhMozTT
PLG+GFJTv2+NznynLggU5GyRAJVM81LrDvgf+sMB7Xv1LqO4BiwTbVXk4Ar+V63/0RR59Hp7drvb
d9UWAF+5euVtJqcnUxmXIytqFFLaujJ4q4e+dQjkcUr4ITJ0VFMFE2nZijRXccLmSG5l5/6husvj
giEvAcyWXxc3i0W2xfPSlU33JMsiexKT3T81lp57i1aUT7Ix5I92Zzlui3S9W8f1+F4ij/MLBVMn
M7Wyu7yf7MuItJg790N4ynJY1OlcG94gg6jscIh8UKVFdkckt0LEOy+obKEjueTmk8gULLe6Tv5k
2MPktlVr+Q4ifyc5amNfVkGjTPwWz1xU5QGJQVTTFI3W8iQWOtynXqOJoqPwRQNVj7v6bOdLgfe2
mL8qSpTe3f5aO1coyofI/QJ7oPC1DaJlHBYluWFPGV0+PFX24JxkEWsHV9rO8V6l3ulQoXhNP3Oz
J+LcEKFq1wSUhmSdonxC7BQPUT9qWkpFc5r5at7lQcljEtye314su+JWqOlye5OYbG7vUigYLBq8
tmBy87sq1urhAaK62nu2OckhKpzV/C0zEuWuijgQapyiy5ZN1gkm2DR74D70vwrR9B+6ChcED8kn
+dGW47JAZbptkWAWiriLFwvH0Nu/fOcc8cNhMnEvEYVvGxXpnNpSJq1rVijaRYqyzrPUqQKeXZf+
ouq9j2srcnMkFIHk9Ecgwr1ThH3c+t6tVb4tFjUC6zHNTUmQlgOxndVQd7uqzS6GEh5cwXtbEMAW
pSIuIMC82vUVLFrbQgaPiSpiiAJho6EXydGhs+j6z2yeVaKE9VGDTIjH21qo++0Zn0Qu8nZpiPCa
cRSB0gosgsHbIsA3EaplnhiS4UPbNNFL6xjL/RhmIrsIKRO0P8B2kgNhL5q63eSID7c/9S/k65vf
9stXkYoShaX1lfrtt5WOJSUhNp/B2Jk+HqjfpgSkIQbwpyIyLlWZPgxl9s4JqZFE+it+xX+nw/JU
zfl91FQvfT2exkp4hozbD4XxqtO81JouklKeVKSMJQdafcSG6bXBh8PTuPjaHYmW7TykFP1W2ABk
TepxmwRCZGafQnGwAxIkkK49+JS86nWv1Y1Hxek631qBoQfrtvdNaeyDVyBXXs2Urtctm+W0XxbT
Dmarbz+GIjGeHWATuGrNU8p0685xyd6bvyGuq19BXI+N2/bOd6mhJOXWg5ifZ8jmP0KwjY2vT9NT
QnU+d2NDJH+pkoLA5YxS6pcsNboY2zE0VL05DNWvaZgoR2zevQNvwOWF30kwQnHxejJTj4Z9XMx2
0DlYdubLA9K3+V1RgSizMXX0GxmnqLhu0pMWwXy4vZQ7PdpVm8kArgOidrWPvB49C5XQquCTBAn9
YNdK6gcc1s5S0nyUI5vWt1IEUp99KBzlNTalnzpUGVW0R1K8u7vIonVEfvTr+b7+FQpyyFEKGC3A
l/ydMsZr/X7hvSxEdHKw6XSt8N/bE9+7fUDbkw6tUSBwpusRxz5D64m8OKiUEQ2i3LawmOUKuj3K
L+TM9oRzw+HBAL0YJvP2hAsZJZee562L5m+Qdu0At12IKQDEcaLLhVulNMMrGip3U1o0FxDHveco
sfHJDifIqwInPUwz6/OyrI1bUYwXWtnx44xi4wNihFqQVZRvJzPO3qHq/ucNy1VUfcUErSATvIWu
V6ldNKnAWtgO6kFNH2jxqYGsjq0bR2pzdpZEeookaTqIGnY/DTEyjGcYZiBcrgelHr6gzLLYAZWZ
hApmbQK2rI2DCGHv2FGohC1Fu5Isb/MumEtTNVo42kGm4JMGa8mkLDo6Qb2UySfDEO2jWITzkBeD
/aHJ6uxg+L1qCEWQVWAGZYKVPHw9y7AZaieTGD+dE6RWCMeIJVNxV4KM8Lowdj5YmRiJAsbFla2U
6rnZqwc/YnelV9gXSD5ex23zU6oE0KuB6ocd64o7h5Z+6ZDc8G8fgtujOPLmqBngFScq53YgaU37
2LcFigGO1P2XuYCXUwCYAdu3N+tJ1WamwNKyVZUeq4FesfzIRsTlP8wFLAt6R4S0QNmuv1pmpFqu
9wN7U8QRF7L5oUAN8eBS3tuagPDgC8JzWjXQrwdRbZwTW4XbcIoL9TmzF4GPJ4GYNNvJRcssNEOm
FuGHulRPDmizgznu5an0uvgF+DPBLd2y/ENLS0sdtWWORmyhM5U0CzzvtMfcoLbtb53pJF91LZ1K
F1MleXGFbEgp7dyo1u/JOFPHxbqninDZKcKf/UDNzXWkcrB9gEYWvY7CQHlUmZlHVJcKanuNA9PX
TPRs8NLaqp4XfOIiT+v505XSeu2kWA4uzcKOXjUna7/d/qh7aQqxNn1jYjCQ/Zs3EFRGXA11RgxT
Qg8H4m4QPfAqQNEcLwk59anTesObZGv+cHvkvXdvJQnTUeQOgmFx/aVTVa1NGuq8QksUv2+wg/Br
M/2qNM0Hu7dfY2s5AkWa/IvbB+n3ETcbWM9sAC4y7xBayj5tlB+ZpS4XmF/eMi7SwZl8qwO46mqs
GDBkfeG1bQl7dYO5bdrzymajVHzNm3Kq3Qpd71PdolURE3k8Li3qs8UsfY7NzrkfUaf0J81Ovd7u
/wFd/8cGgfwinvWV3QdSAjzx9Yo3jmT3Ek2QIEL17VIU+nD//5F17HzXq1E2J3gZ4iaK1ot1RpTg
jJq4HqAKaNJVbNv3aTSLZ0n+D/kUGmw2SDOKWqTd2vXM2Luj5KzXrFYuI4nAMnvmWty4vWPfCnix
gOjoYLOyPpws4vUwJr6ESglUkeKSOrwYvRMTr+S1P8VKfGojxf7c4HQazG3Y+K0+a/elVujf6T8O
z4oRZvdxKkne0gO7uP3Ddi7N1VUVVCjZs0xR8fp3oRard0OJQk28mI3LJdmunpNkSr1seHma0zzT
JCyGDe2LLTfDp9ujvxWRcZB0WtcEiQQY+VvLipxEZKGZEQakjEPjOUk0PuF4PlSegL+BRB/+hn5q
t9GrUq/aKSupP3aFJFkPS1cbOD2CGXbtggTFl+ganzBjyuIgKUW2ngVOl5vamX7ws3duPsi05MYr
KRRg5Ob+sSbVkJJxrTg5KrbHfZ/f11Ldf3ayGHmRAb0Ui8JXILehecC92QkKaEfQK4aqDmRk21tN
ZYXCWY8oArWj/h8lmXovGRb7gH2/M8ovCCQn3VqVb43rTeEkWTKYi20FyoxXq+vYlda6hl7l7u3P
//a8QzcFaLny9LjltuVkObMarWwHKwhbJ/NlKY1f46RJPEOfrPNE2uPmTpi+/vGga7MFdBFQmBUU
cz05tmNVpQrWJXqotrW72M78vnSUL6GpNo9ltRQ/GmsyD4KDnSudsiEkzLVgga7Yts2Dp5Gg/hRb
AeLZ0T0F1/Z1Nqgt2JGioa1KvbRWqvBd44A5mSbTeYd8SBWUJk3M1qZ7rVvVnycMlMk4+tQyV6jr
FhMU93YY2a1mBpkTZhctrfszDrf16fZyv305GQWeK3p84Lqg2V0vd5XpscC7zAxwvMsuDfGEj5KI
j6LeRJJSHonIHg232bqt5rQdu8oMYAGZXitXzckZQPDKVh/6qhj+PErn+JPs0VHTEKL89d1/q0WJ
TGqkRZrNYNKq5jx19GCzShoPts/bC4dR1gCdOxqzx22XqWlNDUuH1gzMUE19LWynl0GLNCB4EuPJ
pvpogTjwFjEdkQvX9boOfCg0gsXm1acoTMP7+vNlUeXk2VyZAQhoyZuzFjk8PavvRGoNR62It0Mx
PeAcLCjEoW1ls8qQxyGANAJRjuodjLzwTp7SOjm4dHZmtAoAYZNB956YbhPKUDPII0hXRpDFUvSQ
ikS9DMCIgrK2yoPbemcoWLU0alYkIyyszeOq9zFiE0UMr1tIJdJ5S+3hPOL4VbkclYJ2h1qF7Vav
MuBZm+8Ut7Fom9HRg8IQZSCNSOBGozqeFXiEB5tx59bGE8yUcb1YAQFbODaNtKaLF10PcMGGZ5uG
iD/GkfFOXkT6RWkU+UzJbjn4ajudCZaRU6DDqIYEtaXMywpJE+7UGjq2JMH1iLTdVNl+mFn6/ZCl
DTqYg/46RuqPxNHEh1QDRogXjAimxXHOcWoo9wtaIr6Z6V0Q2WkWVG0jux1iRo9WOH6+fevtrNGv
IhnxMu5xCJ1dHxsykpAkcKHXkOs2lx13Q+DpINEuTR7Gl9uD7dx55J20n1mbFSe97o3f7iB6dI6N
/JMe4IquPRB6GGdplgZ0DjFAmaV8/GPUP2EW8B6yXaQ5QVhejzdm1cgRBpEbLsA2GwWWc27n4mBW
Ozv6F48IQ+dVlmJ7eKxkSOoqE4xizvqr6WTzKcqWDrl/rvPbC7j+4M0lRyILQZ3mERDwLUwVR/Ks
0BKLquDcKM+h00aIEoijUHsH7I94Frc4Itw0s2lpX69bnVuTgWSrGmBWLN1Ljh2+tmlU0ZVCxyR1
hS6VJ7uupjvcx6Z/87KZg2LSp7sGfYhnWjTGg2PSDjVEXS6I7mQZ+hRKiveKiN3eipfWAxRpvjey
eA7+dIFoDlPOXGu+HD5rc5F1Wl12ZmWrQWpQZM+q8IdtN9F/GWSVckEMVFsjwuvlUeol7xFRVgP8
vAcgcmX7zYzq4uPtqbw9LNgkk+ahLUWRiL779Sh6HqUJYgSUllHYc+nDxN7SdaQJwChQiRZHzn87
Kc71gOr1gNIIyTuZTAuxC6m7n7OmpHYZ5/+OZSru48cYrp/SDx7pmYXUS08mJqY4QBZq/CvH6Qo2
uOW8tm1ZnyxBjZMcsji3FQJ7t9fl7XHjZ4JDX8vHNFS2DT9NLDWgPcsKZpHWXt0TCFaj3OMMD1//
9lA7dAPGQjuAIi73FU/J9ZLgW+SA4cJ+W0RIIUI9a3ylLBVPqpMpCIuKSjny3XdyVbY+Sk2zP6S6
5JlFXRzcMW8PPj8Ec4O1kktCt6X26Q4ZGowPK8CRbLiMIdry2uwcFY92itYMA5OAdgCEmTcYpahY
sjakfU3XIYLuD1npEoVx79Z2TXZlVKi/zEg2ZriQPVSgoVGIVJSD77s3VWJUuJ/QMxFTXv/+t0ei
TGLSHnr+QRxZOp6rcelpcq//8U1KoL+CjIEvkFpsW4xyZSvlasgUiG60/HAe50tSWMXp9gZaQ7Tr
+5pRIPEiIbQKfmz3j9w3EywadaW0WYAAbWW6KIv17xhbJN2qAuNpTPN7lRjgIPTZOySrzPla4l21
e9Yf9tsiIinbhVmts4hLZT10rRGe2jDDKlwpjobau6e4nQi9gZgiTqJdD4WngiZVM99r7KfCHxI6
WooiElyVOx51Q//zROZXikaLCATtSsC5Hk9B6bqVptEKTHUu79ReZG42xPZB6LA7K+739dSvF/Bm
VoMyr8D9icpCYdkeXZOKNFwUF5GPn7Spzt7f3ii/KGJvdsraiKNUQ/i4PeCCul8MPpCTB6jpVBb1
5IVOr4JBnsNAjbTobtEGWkhUIgCviulexRsS0keVXfIJPV4Cxc5X5E6/kxMN1Yh8yPxOEv/ARFSf
6OQpQH6N8qJ0SnXfpcNfSwa9wlHAJgxh3j8XhaWdID1ELlogka8gxe53CjiUKAkLkP5LfL494b31
pYpGcLZSfeRtX1qre62aFyoqUpOpQZalYUDZgfHgBNB+1JQjTOn6wbYLzLW2emvSB0Dq/3rbpDQA
5TC2zWDuygKd/d7xLNbRj/HU8KJIq9wWeswFzV3zMhJ/BTBPMAYYm/hZ6KN9qftBc6VomQNjwVAn
6/XRm2WYJEObKy5a+sNTj+nPY8T7SN/Ebu+d0J4utjmMfr+sYM8xmu+sxWk8IGBy6TqoCV+qJsQf
GWcPrUW11ixtl1Fss5yw3UqMszpryUM5oS3wP5XSdJFoGitIcwiUlbS091nCu7fQZPxy++PsXVu/
r9Vm81dKHbPHaBC1jlq7TZdrn43OUJ7rMNG8GkX6M/JyhucAmvJuj7xz+YPnQkjOIeWliLBum9/u
rSkqHb21BNfyYNSP/YS2upK17eX2KDu3I+g4nnT0TNc7chNagZKdUhN2czBkHbaPmVFdhFY+TsbU
Hlwjb9Mr7Lh+G2mz6/JcQ+o8i7hGosjwNLUYscQApC0tQI4sCcvcRpaa/7KIcCeIgdcgdetsIsHn
6Oo24dUxiulcOJVEzyA5wjPvLSLVeNpjawPI2BYK4zqOKr2iUJg2PQo1slSglzaq951kHGHmdofi
tlgBNGB5t0bHsdSIyFAyi2Azrf3aUT/A9k0ubQlK4fbO2Gl/kPL8NtQ2+sizHsyuaQaSaVhPjhVX
QRuW6aMOByuYnLD6JpXZz8SeOtcc6vhe2MR6fdFYbp3JzUNfmD8yAP8HMdH/8rPof6ATt0Pd6YbC
EV2ecy60QpbPloJppj/bpaqeRCmbrg33C1kKMc7PVb7ojRsadftgj3rV+jUOGBdzLoGeoXNUf007
eToqnu6kjFTf1yYn8GC8pLaiQQhc8fEHPpEem0hPxEFVTg+LY31TnOU5lkBVyQoJjA7zLU7ea/10
GdT4aVwRz30q3s+VdGcqxefS6LxZk9+1luSNCwK0tz/v2+uFaI/CHQ8PbBjEwa6vl5b2Y6eWxhIg
qB/eofLWezI6gAeb6O3bto5Chr76DJMkrq2s3y4xO5SNHjGyJTDauCYbyJ7CNHynDK3pWTJUzz+d
E68RJWtASPBa3lRwqj4UBkQlNehVrQ4gE2aQWFvp0+1RfoXdm/dzTT9guBMRUXnYTIoikbW0GeVx
W5JCkAH9OD84RjScOtGh/IUfVZCrbXWJcD5xq6UcL9jb1T5xcXaaJ208SVgGnNJ8Ti5SlunvnD5Z
Hs3RBPvO83pKzEX58j/QMRRQ8AZ27RWm13JhjSdwLboLY+oI2bgDjWPLUu1f3SFWauNmM8xLPUdW
qpvBqrH3Y67a0kVfZ/ATWUfbPZw6T9IG9Syp+fI+dgpAl46g+JHnxoXG/iHv/u3e5OdQpFqZ7TC9
tj4c+O9Oc5I4ZhCv2Ja2yVExUiP9bIR67ibZguCvLQkvX/UJ5cz8txmKAeJ5lrpE9oM7NnIfNNBY
D7bX+l3ffHeKKUDJyTt5MK83syOB6skIFoI2Dh8JiYoPZhrVH7oBMeNKlv81hVVdcii/gbagUHl7
1+2tCVka7T10umDqbB5qdRzSxExCMyBVnH1FTAtmReLIH/rteYWvhhIo9SKiUVQZr6fYK+HYUvym
0VbizmuE/fhYzNknHZ7G/2HvvJbjRto0fSuKPto9gBYm4SLmnwOYKrJYNKJEypwgKIkN7z3uaa5i
bmwfsFvzs4oc1mrOdnci2rFLrAQSiczPvMZPOvv3kUwMh0sceEyT/OwYorBSNfq4MY1NHwWmH0xa
7NUqStpvT90rjTyGwbNCUIsm8zwW/crbSFOkkQZTkaa9g4xS5lJy/7yote3N/Pe3cUZyo2n0nRaW
6E5bl5ake1E/3b99IS9nF4t5ZCaRQoKhhrDr4ew2aqsYYTaqm2nOvpKsqq4uQYAO7cwCklZ0J9br
y1iB4eCM8Twp+6OwdjhcrQ84IxuFuhGLJPUOBaTeGbI8ulCNUvx2I+hwrOPlyZmK6mNKITCQp71h
DD9NFTnN/8L8WVQRiIoJJo/FRbIySPXGAJk5z3BUrd6WfW2uSt9sOnJScz5VGXltAnXI1+skAtwX
a0j77PTCkndeAcPKZjKrzinRq7smjCz8Vlcm/+1be20oCngyBRJq2nQfDocq5BxFCbS9gCcUst/H
QMjkzsJ6zQzSE0O9tgqN9bbYRKBKHrc/0fWFQI4rBKmmENdaWVU7ZH4rPwQGeBFURX1iGa6r+nDb
5CymKAJDBZcD8xjjx3Y9p1FccmuLTElwpKznx1i/kvF1uR/Ide5JsBK9KbNPvQEvN02GVukRwMQl
/jj2oQRwHqttmCkbjO6bbYmDiVNgcHNiQl8fhfcZmSPU947LPksnzbVixQpuvopwu54KE9oHp/zN
Xlsh9EBJBZEdgtx2tEKqvqmQL+Wxra4AsLzmBevOChMZUTcnbui1FQIoh5OXxAnEytHLjJS2ArOs
VjZy0mZOEk6G10S96oVk/k4HifhEavhK/AE8WMFWDRkvHcmp9d6fvWgrSm8ZJWSuM6WLbyQLwSAh
h7qT4sng5yygyNHQE/cMO1DP5FpezoVa125TmK0bjFVxYsW+vH8uh9wHGZlV1O24dRK0pKk0teUN
lSTDn0urB8WXYuoGbdSHbvXwu+/+4XBHx0Ihl8rAFoTvYWtBgZLreDNyXm5gGX96e6SXK5V4nxd/
VYwhLjve0FqUFPK8YKRV72Nr18HoZ0pRn7CeeblSaSVy8lBvJYOEmXb4NK22QGK3tBfE5trinJA8
3BTAP88pvZ1qMT8h5A83F5BoyA+hHwssiBbU4Vh2Uech2aa86fs20NxRnoJvS6HqmlePKP84g9QG
qTdmwUJUhqv6RQLQtNqETRn1O/7IGPplq0bSVgrSakCYUGo+zJOlfR1EotXuUpqLF+HZd1VHY19g
oLKABe6MrkGltoit9laV+h96MlR3eIUlihNU/fI5WYJmdLqmhxIZDZJKhyIZs+w6skbygFxJagX9
X4lpSRugr5NZ3snZqMB300bxTW979uBp7bd4v/v4DfJ5oCjUDVbm+tEWgqsTPVNjkDdTm3fbZopl
ctQo+vr2KK/IZrHnrvVMOhYURY7VDyKCU6hoaMgHk0TfNx6jq6JYGgT0UEVI9no1Swk8h0JPPKzM
aiim1tDd2EmvUXMNtHkfS/p4kfZBd90taQAzEJzVqcR03cMOFw7rhpLX2ljB7ukYfLFAesqaSumo
KE9oyxtV5NL/sNAcHq1l8qZSSIujS6olb+shw64zCGwgvW1m6CN1kFF0ng0u9IKSSPCgt02cr+ZY
XXZeGYGWn5l2R4yQdLUGtiFufb01kQnV6ip+oFE82Nsw1hkgQkR2cVoN50goWRbEzBLsVeGQzBSK
AwShql3RlsGZ1lEFhPmsqlfQfJZ9bLbmrSwmHMjkuitaLzBxDHNQK4sKF7XJ3ldUxEpcJdDtyUlK
eYDdNajtfk6qzE3gq8IUztPiodULzF1bWVK+xgQol3GJ48rZnM9Ub1CYV30L7fcSyAhIdTdI0CN2
2qgRk5dZej/sNTtvybi0CL2UiHYklWDK8m8vqJcBBEgcAjBQCyCaxDG0cZTTWJ2KdN5ok1FcrJxW
Txuj/KrpJAAtuR1BBm+LayOdTgnPvtwvGRl8BhVEEocXTAvcUmkD27TmG10ezlRgqZ5mFcOJtfjK
KGSNGu4qnHwmqhWHexhBppDGhCJJ1ycjUrIL1gdiMn4bIIppxfrur+xLAr+jXVnRaxNhvm7ZhGUX
XxhgxNzYyK3/wr08H+UodEhrqOJa0yyQi+rey+u53NgafK63V8TLE4Z7AfRBrMCEoSBxOGOjlY4S
ylfMWFrUTtnEmiPSYnFDdrgTyeOT5eDRRgGQDqwge6ZG3nZUt66zRhvqWQXXIXqKC9GUZ58bsqpm
l0nqwo4gZfW+neSwuJDSBtZ0pI34zITyXEpOokmW4XeL6B6qKhr2tiWiYCuCub6zqXtHblNJcN8q
SIFoedW25NjN0mPaVxbqVRfAmfWGWklOVZFfeaNYbWslYTVeAO92OH9pikHUTHV0M1uptZvHLqSN
067EWlkt3MJqJV/KZyryUWT+9hm0ouoYGIwVQcwxESsrxgRHnIRHFwrZyxLo8ZSQ5f/KKCticAW7
WaSKhzcYgus149maNyRC1Fn1fPQkLTiVXryME1diAPnaL2TK4SiN3OSQGAUUgFmL7hd96LbgFLNt
iQCQm9sIz7297F/hWFLho1GzVjHACx4HpuNiZE1PL3aTg3y+yDp1KF0lXj6HWoDwNi+3M1VEw/as
6PewpewbXOSrrQlW0tGsobhtiqU9l8twwAoM7wZpkJF/i0swTaNan4mmJgKvkp+ik6M76EPFiS3o
5Xytuw+7KRUQYAvHnWSjrcxersW0aYQybsamSPfRHBsfA31SMfbtjROB9SuglbWzBecQYUqUH8TR
PkFwMwQou0xoPtkguJM43MVRG+wmVb4zJi3ZIFICgQTNwzNyjtxVStFfxpV29/Zze+06aNisQffa
qaeqebhQ6jlIDHnqRgCrRfUF2FYGOYju301Zhc2fkkRRBpDAmBe+Vo/zh0IxGxM/OPOhEGN+Sqri
5eZJbkdaDA8aJXyCisOLmbJYZ2k8qXnTU9Qas9/rCM15+Zypv30aABeipMGpvSLK9aMzx0wiTKMy
hhqGMfw2zFLvtcB3TuQbr00v1WvqQcQGK7f8aHrxwbKNwcjGDQXuT4jqBG420K2dFwRjpmy/dPpu
MkfhSupwrnfJd8oNp4Bwr6SwpIokVaRVxNaAog9nVZ11c8jmiGWdoqGks5LwWFTD60xotUNtr6QJ
YGubqehztxvndhckeDmUcdi5eTyIEzvFurAPDy2uhooV3R26L6TVh1eTVpQ+BkkfNnlsaLdVWy3e
2JfhCTbhKysJjXfU1NaeJ9X6o2NEqS3oES2jSLVaI8Qfth+7xegTR5a09sQdPdUAnt/SSllci22r
JCmp63EtZxyhhBNP1xtllFWc+JIOUTNZjWKkjOOIkDlsltKp1EHrIGcV+dlglP1FptTf1DzvhQ8B
OiGhq8tUgN4Ll9zpQ228b4pBkXZYCiYNcglZAb2DMPmq7aLh3kTm52c2lHg8FbjiJoPMusH+yziV
MR2fx+u9UYhjj1p7HiB0Dx+XXBWSQDwMJxsQZz6pp/V1Qp/5R19oePF1kfUhC/TsmyWl4bkoR/NS
VFLloOVMBylG67oSQ3PR5KY6O0kq29yUYp6BwQUmHUEsf3s3O15b68VSC6VMA+ZoRQ0cXmxTVZIR
TH29GUVhutGymIQu43IixDs+KxiFBYWSCZVrNKSOO/eB2awqAUm9ATkGVbQn0cmiqnSCeP5WgCZ5
+55eID7X4Sjywi4DiL9C4Q5vKgutHINroE1jm9p+3s+z14vB8KTV39la9BZQZa19EFMkzmQZV1M7
T6SzVq+/J83IcaqGrW+0feuoqdo56dLU5+jqqD4w1VPp0IsOONeq8tcK7UXOGxjA0bWCs4sGgtJN
GRnRlTnX8V7LIvuD2hnNuSKV9Ig6LWjwo2jKW1iZ821ilmvtfwapkoikUt2lLbUPiy1OiaO/sjbo
49BwQN0CT55jbfRixhVdr/J6M2HWDplPizZpGZ5yd3jldSEKYhToBZSZjusYZi1jDBNU2FHPTXaF
SHt7idvU4PZxoV9WQWFcokab+hHyuidS0RewUOYeQwHMlICdgwk/JmAFuYoGH44nm0zP73OjtJ1Q
k5FjaVK5/zhhFHYVtNBgRRt8rVIDjeZ0Gk8cd8e7LnKSlO5li3o6zCIKLYePHytnXR1NbdgMC2bk
cWO0u7qhgoWgximR8VeHWvtVq3DRir8+HAolVCnuLNTWltR6bNNZO5/L+LORV6foEC/mdb0pg5yA
HIvEAIXYw5FQDC/zysyHTR1gRypHmPOYaap9NOYm9OsUwZYJ8TwvGLPmUyoXiy+036YUcA3kxmuA
ZhPRa8cnjBEy28pg95vFAnuhxXnHcdGd2j5fmdM1A7cERVgZu+SjOU30xYY+GfQQXosUOGUbuCRK
/UVODeDEmfnaUFCzdOaVsjqN1sNJjVpAeWZp9CBQMtlTRJjtynKud9N4ShLv+I1cpw5kKO8FNXO4
0kdrctG1aYxC2u6RKRduKNFt6S09PWswz3a0RWtv8fDtNmCFTnllvrAPW4fGso+CM4cF3bOjm8S2
TWvGquk3YTz3WIdpiqNXPdR6O2wcJVoK6rVRUX9sozUHl5et0YM/65WmupgjuzoLVHJcXjd9o2l5
isuhWD7VQZGcyH1eexarD/uKt1kRN+vnz1scdDKCCFjpRh4BJhgI1W+bsBp8IMP6icd+vAkDnFih
1kQTbBF084+SXyL6ucdivt7YXSW7syAs6sfg1JH5pKX6PCBjGJ3yGOXTFfUGPffwjqh7ApMIy2qj
iR7tbyCr8zdNZhU44WxauwmbHbgxuKZeZVPbYqAdRbgnFbPaKA7V7SRGZVMbA78qDNXLIqE1YAHN
zmugEG3MOcv6VUA9qLbVAKndIX8XX5W+pRNbLTGO1WHaljOJ7IgZA3qI1W5WO6z+5Dhm25Axj3Zm
e2yBYCVN3LqZUVg/+SL5URd9d1cJLQy9ZGiHgm4r1Dhn6eJym2RDgcZ7kFUPQaJHllOIQgfuYgxD
tLEDHU0Pq1D6D/qg4Lgbaukq24Mwvxzly6c8DQB7kek4TSyER8eqHHyRyBKEASm2KLEYVXszLu0c
nwjJjoMlHgVaqms8sJI+Xx4JdiJGkejVJiuHyZO1tNqOtoNFU6XE5omx1v3p6LETlFHZJ48HY2Uc
PXbkQ2ZQ23m1Af3aeLmtBh4KvymoG7rXlSkFHnKgp078J2mww1FhrxnYsq7FI6LBo4Smr2B/gvqO
ucNWAjkaiyz1cqNZPcmHxb7W68zu6ReOCTDggI8RP2zkH7oZYTO9zFBWYmMOvqHPs4z+bMTzVd2n
pb4VZddGG6Eifhs0gZHSs8qWyp+Q05/PDbuJb2c4vIMjRRC8/bjuAtUpsH3wAztCRk0jdZ9cKdEm
LIbIC1WPDi70ezPvQgjTodH1G3MM4xQNCUVGmF6rcZbFN2xa/NGKtfm8Saf5hyzygbaTUZ6L1fFy
lnHJYhjRf5J40TGZXwa75KzQIaC8Hfi+KG/qNsEaPGW0+Th2iSoP3+Ki7uRcqtqUUgiPM5ESWqp5
3y838VKlOXyTMnVUudEK3qM06s66rtI6immd9G3JUKw6l5ehfNT6JQb6RhXV6fMcCScRy2RbSY3b
u9MOS0azZGk7P6kqI/fDRF7qMxTp8HMYi7nMb96+qRfJOBsSS2T1htFABDLthzcVRb3WpX0TbzoM
smErDaJfPKFJ9U0w25KJeWRsV24qRZwYGTS6xhumys7caoJN5peWUChdB+VfweP/OtBYb//1X/j5
R1nNIHGj7ujHf72MfzRlW/7Z/cv6a//xxw5/6V+vh8em65vHd5cPVftu0xc/H9h9iuPfOfgKRvr7
SryH7uHgB78AeTh/6B+b+faR/LR7Gi58LNc/+X/64bvHp2/5NFeP//jjR9mjzMS3hVzWH39/dP7z
H3+sh83/ev71f3929ZDza16Zx0X8gzLeX1/26zceH9ruH39IhvJ+xTRT44SItEa37HPj46+PaNNZ
MqQvk5Irh84f7wrUbaN//KHo7znqCABWbYh1EROcwJr9+yPKXEBOgNSw9tiw/vh1bTd/7S5/PR+m
4u+f31F/ucGwpmv/8ceTru7zTQinoVXud43+VzzrUyjy7AxX5DGJulipPbXLZWTVLRmTZ6FKTiBl
E3hEVt3imBW6MY7I5sKGvZG1HnqiSF6muVk5Yydbj2mR7AS1sNrN7OoGFpK67VsQU46dq8WfKkyC
3rGp4FTIY3YCbaamS7xaGcN9bIA0caMkFPvGGvt9Yg3z56pUEceKxJDfIwWm3tER7zFKTJedXcfT
RTBVJcSFqmlit4a160/RckXfs+43T0/yv1f3s7VKJfmt5b17yB+OVvfTb/y9vE3jPfRVqjscmxSw
KKL8x/I2rffkGyx+G8ouC2s9334tb+s9dt9EWMTVAPmohfxzeZvveUs49Yl80TFfUWO/sbyh/L04
2omlSfXoqFGop1t4uG2qXdr1NqrFm0WR68ExRnXtVguEZEYhBAqOZVFlTku+cVtymvWA6As85AC7
DrOTyTNuAkIeJs3N8xbpE3rKYnL6aAkuiywy9x1ucTkRg5Es/oRLodsbmXSGW2LP4dIP811h20sA
hKLuVXduh/RzhaVi4QO52kVBlN/OGQ4bbt2ZxuwYoZUl7qhnk8B3VIjMzVAzLhy1NlHSXIAQBg5U
Ce0e8R1Z8wrS230WqOWXOqtQxa4CgwtUteDayspiQCR5EFDwjd5OtrXeKjftKOf2WaTl072BTHGJ
gVVHt68mz8/dvB6F5CApaA6OkKyrEk7s5A2qMj2Gis2bG9f5dKewQZxNSprlrrwo6Tk/os2kFrPy
GQlQ9bvJ5to51M3jhx5f89Gp1TRUXD3U1djvehXvIGXp5XuycPGZJgV0/XFJ7e+4VtQXYhx104/N
QqpcuYLg6HQQbBIIVpb0CfkpiChxicAaSDIxnuPHCXN66SMeTktO9qUyW+AHJEBCdxZVblWnVoIA
nHWnlCHpiSJ9s6dkANACgVkgLT1YfkNm8VACiSgw8Ym7L2quRT+CgPXplEYVXKsjflFOQICvedFi
d9+UmlKbsxiqxdoxBbCFYUyTL7REbZegyhq8WEmT3o3KTseqaZDib42QqtSRcr0VbsyW/zjUPVsr
oCZwN0PcJJu21eMvgxoApjewaXUllLcMZ8LdstiILs0hCkr2GLgDZqbRJugH8cFotSnfRl007sQs
6HYywDKdgoe/zPAIiWmsADWmfkh8fPj2JGVryHxvvNHVqPBjHqLDi60idqufUsxZo93nBxGsZGoH
HHVorrBvHCNsMpieYaOYyabS6xvJXBIvM0eYR9i4+m1kz15Xx8MewyD7Rknk8S+JlN/a6a+rx+Jj
1zw+doQox3HJQWTzf28s89RI+s+DmY8PRffwbt//+Pd/Owhonn7tV0QjvwfpjRedDSGIYs/K1/pn
REMgoRB+Uxagh7zyXH9t+eI9JuDEnTh+UOdD3/yfW772HvA4bF8yWN4b/Il/Z8t/GdGomAhQ0cTN
kqwKfM/hmm1myNEVeEcP17cN/YLY9ttJqjZyGRE+TPqPHFTCx5G9b58pzag7s9Zm23QuL2LdLB5p
JYqSPcOkZwn4RzgojCwPnRVG+24ci/1iyEnmLWWNrjHlj/5anZq9ltviJpVU+6EI4vgmnIPlVopj
xQ0tPaovW4QWYNl3RgwuyigXV8lneZNzxBR+p9fD/WIVH2K24dSVsyA/m1CS/P1I5v+L9b322P7z
9f2pIVb/+fDz3fzuU/n9ISyfR+3q+rv/XOSrFyK9q3VBg5w9CNtxWgeosNpVAKFfdWd+LXLl/are
ACobfDZI4zXk+RW2y++BeWFpDpMe1SCEyH5nkTPEwWYJYpoe0vpF8LXYOdfPn0Xt7KPhVIe67Ubj
2G+HodX8cZq6vxbNQW73PDl4Ai8825MptVG5pigPtpTisXyMqWnGGCGXCQa1RGf3U6xx1vpZO+A1
bcGc/ppGQpKcOZbwCJTnZFJ8bA5T2VG6abqe9SKeNwulbxnQnzzQS1pKo0XXo09o0Rtd7LaRrE54
MYr+OqcEk/mLZU3fRR50u1HSpHQbTnl3v7QCGqpagAEGOATGx4Wo1n5d9Kq5aWYRhhetsQQmnMhZ
+5DFPV3yPutxKGUXmhtHV6Q8dxEsTfTzIOus/jwx6+Em4aWHHzNU09WAx4WBFG9qS9vJmLGQqQNR
7POCiMZJiqLP4EkE8N5swe258mgvf47mWIcuLP3ympQ7vo/pseAw3hr9fa1mkMcboLQNgVQx7/vM
TOgytI04VxNymHmMAUgauTosfrXo9ehgiDSkjhVTsXXLFNc6V0/LWbgDd+MMiig+5Yu1SF6J0/ZV
pPVB69SwMD+sILuUzhwWZxp2rGAlJxFYruhQHSZeS+kfCSlVr6QhVb+noaUB4TEm6+ezV+iVHPJo
MdKNR0kZTiShPE08tAwPF2OaT51qzo3kaktrn7XTojq2hm/w26Mct1P+GgZkNPAnOsovqjpzEVB4
hfpIGF2MmLCbt+2ACU9Ju+HC0pAvioMA63q811xe22Q/BUl84hp46Z+/dk+XsGIa6dlThuGfh3ca
JlUw2Tkm2aYetZfZ1GhncRurziKiipIrNd+37/ko/Hoaj02G+V0bY6i3HY5HpjylQk4kt8oJ7cSi
d17WtamLnsMp1epjBug61ipiLGOeyTKjKHk4Vl1FAaYeSYB/UhFL2xqfgC/SPBioJERS1zmaVuiL
J5UJElGG3t7glCkjHpRTB9TIYfbTkkaWOxXlcF0PXPc2IFy2HaENMeCQju5ToGE26lW8PpY7G4nl
TyPGqpXaph+iwjYvE6Ns/tKF+K2w7v/18hSaj89W1Vr+OqhPEdK9u49/UJx65NTLHtp32+ahePgZ
g4M+OP3Wr/l1+ikEa7pOw5u2zirJy8L8Z4hHmg+KwQZ+xkJZE/5fp5/2ntaMxbmJswedZD75dfip
7+FEst9iMYIiA6Sp3zn8jpcqqgRIxMOsQdiHliPwkcOlGthSYyGQkXrKgNmrA8aMwMqwh7Z0K7ut
ofe0qXqH96Z2n8x2ETnq2Fo3Q5e1dziEOfKookwuSrxY6efUyVYN9ORLkpuyU0xTua9iLMRcRVLD
T5aRG14+av1HdEXy2e9BZp4lrXqCafiCX88d8d7R56DOQGXv+DyPKeCaIilgdcRt64Wzld+Iaiyd
JNEiV5/b1gna1vzU2miDAMLNLtHiFx96q0q3CxYSRJXd4E6JcpNw9iAcUqpuHyl3qRHqfkBz5qwr
mlMyG8dNE64ZG0TUs9DSXxvpR01KqwHbJM1p6s1anm+6cZn8cMzvx6UY3DivaVEG7SkB0uNDYH30
qAvSa8R5AXKnse7QzwIfHpKtlZZKH2JI1Ls0me+rscMit1dttzTFNTUHHMEJwVzQVvGGpql9ith1
dAg8XQK9QfSzWIRgDtfj8NklmHU1UiPhEip0IXxDA601C6X4MikalXc9Mi/l1mrQoDGWrSIlsOJn
dQK/2km+YczRRRQrmqNV6Y8qH5/Q1KdUVl44ADBJdM3YxDktOTaO2/ELBRQk7EwmSbuPEa4BUdvg
8zF0Cu50yH01pZsl10aLMZGM1FBu7DPtJzm5k0i5mwY6xlFbKcy3GT8uveVpZuFp9lf8C+gyfK4m
1DDwaI/tj81J4a5XJhdio42sNJBS0rejV7uOiLdy1Ui8FuIhhP0m98oCGXk7XeiQSUt1/mwvfCV2
eQE8gg5IiX3FToNNxd706Niz9EHYvY2rGTXveTNa2YU8V8m2HMYc/7g0uFR77XvfJaYjZ+XoW+lS
OdQlYIwokLotitzbLhiyE5f1chq4KoAHa6ShQNo7Cql622oyueeq7GYa0NWIVLesOgROEQ/ygJz+
jUT873PyWaEbcsCztfHinDxv17Px/t//rQkfi8f23f/w/Xd3d//z4Ihcv+HXESner0wN3GDBJaxJ
INvAryNSf8/LR2sHDW8NQ+01rfx1RFrvxQqahjJPIEtaxXL7dUaa72norGxbUB/q2o7+nTNy3YSe
ZW6rQS/F+FUBY8XIvHAukoD1jmFBH9tO8ZWM5+1sBf6z6Xnl1VnX4FtDHAWnq0iurY0MAX7wUq2m
bVyxww32x7eHOX4V/roTQgdw3dSVjtWcOnKXEAwEhveAoUuR74H7eKlu30tlf+Kte7LwPL4lsndq
kKT9YA94Os+3dqT+G4i4c+BZw3ARKd1FSV04VWSvDuYtXW431oaLcg63Ikp3cT5fdbM4m0PtbJ1d
e5y3smScuP11Fl9cEswmxVq57URWh5ekJELJymUKvDKSbistO1vpnanSX4Trg22suzCbToipnRry
6IATajhD1RgDL5fDz3h73Fbk6oC83aJPwAWEjj7ZJwKg15bryt/6dZdH+11npQaRGHdZ0QBJ5GgX
ifTs7XX0AlG/LiTaVOArQaohs3TUCUrMeSitsOPhBuXNIhdAbsWZxFgUay6NXFwORn/Rdolrd+UN
DtCnxl/rjsdPEkYvAKMVwc72fvgkG6H3aoo4nGcM3yrRXC9d7s14M6aFvbeCeDeH8S7R7dvRzs7q
3LqL2u4EXusFMGKdArp0GsXWVZfhGENgB7MVakMeeHMebowFt7wm31dm6ADlvisA1IPdp0M7Yo2k
7QBWgAxS450VZR4qKn5R925I3Z8M+5ylsAedcpHahTPI6dlQIQjclydAD+v79mLKKMKphHxExsey
iTXyAIaISh7ZbFx2beJmUugLPNa00f4ote0FrZ7LQm6/v71UXtvZ6BpqdCBJWIxjWmEemLxwY8Fq
LMbvdpPfrKCnxohu3x7miY97fHvEaTQnUYTkWDhaEVpoKQGN8MBL5U9lWt0UwsJfadH8qivRKdB3
ySB2dRhu5FTar1tMgkmjPUt7dbb3Y5F9qIoFazndkeLFm8zwg5GOft7pTif1lNhm9qN52lpJiIpD
dmZX9XUVLp6xzB4xsydP2k5WBp/BZ/2UACQMkVeeHQx2qFGotCDxc/S6LZFlpVJn2tjz2p8iM79R
p+GCkuWl0QZeBnyA8iYwHDC/S9ydT0YVOl360LdYBubJblW5lMr46zSNaFYCqKN+ME7XNctvwtC1
wm5ZoEI8SMgoBMmIXEp+ViC7CrORHdI4W5bkdm5Ylw2yT6kE8LZ3W2XeqmZ2NqkDvdrFC9twW+S6
g+EvgL1lKyNrGqjsrC0vRDt+N9vRn2r9rGFGQ/5/ZI9Xel1fB/m32pyow7XnyZTvZ1Xa9FN0O48C
dxJ78YIyB7Y1JG4a5nvbHPygRU2xTr5OVuivA4q8vOEt3/dz6JqtuAon1DyN7Gs9dxe5af0cNYmW
4LStY5wso2S3TOpOCgonWBaAcCp+S/1Gl5sHVcS7OCluhjjMXSlqrnXIzlY4bwcj2upjflHS2DDD
4ONi1w9SpWlu1UxX6shrK6z7XIlvzbS7jutM96ol/YSxTek0RXaT2OLMFqEvhZHfh921ZUnnyLj9
tFAU4jDalqgHZ9VAp1b9HCc8UcO6T9ZzQRcOzud+Z7owZnx9q2uXaYPoJZvHupGUxp8Rc7vuu+tc
V1ATtMIX9Tc2bpx2Cv6Xpv+cQnFW1EFO0XU6M43qVknyfRNkXr6YH6VxvMhiDCYLab9+Vzks23Bp
r+002pkRMrhdtp8GeHFjRxNHn7f0mT8BavKHMNq1lFpT7FhzabkLNP3S0Fl40nKukSR1YU/bNdtX
NpqKqr1PCqy4JfvDuusgBL7FH+XSyqKtaoDdTvSzMF3ZfdHtWAwl2ZxduM04fZ9zaQOCZf3bqaSC
Y7Ol3pzZH9EGu2uzyJ86/CMHeubOqOT7pJa3Va87OUJoudKet7XhyoEgO4t2EtS6Ik12hh76ozlc
aOXgKu3sVUF3ng2604yL13ZMrGmcx2F/i72ja9XNtcWDK8XsaXOGuEnuFSO/g5BbYI4IcdjKj7bI
U6eURydWm/O+Fbv1UUcZPxsEVpZ0Lw3d+ShGX6nTMzkc3KwOt20pbUQI6S0yLae1WcdDf96BuSY4
3qXz4oFyeFoD9Lh2FOX/nNOFGiIe3NHiIXT20YgiX2ScLhyshvrJUnq3VJKdrozI6UfbZn00Yeoq
Tfy1NQteEarirBN8jFfz4rtcnbZv776vbfKreS+lVVAoYLwPj+OlqY3M6lSwllZzbYLcCFHT7HX1
xLH/orSznrlrMWwF78FtOcaWJoHIqhodYm+00z8j3uLGwBU+K28yNM9aReziOUdikgrWXKLJIhU3
WPF9Wc9UWQ8+RyAKnHbKbw2r+2xC/IMp4SbT7L09GS/kxP66SqQ0qGwQaD/BaJ4VNcBZREUeWLhX
KbPuVIqcgTRefoy6wEJP2038W7KVnWL03xdNvRT6tDWpV6GMewoH8ALo+HQpEBaeAiV6yGsc9exS
VD0bMy0zkDEbo1uoGp9EsXzv03mLQqZnmJ2vat1FMdYPsdm5tclmIST/7el4dW08u4SjoHsacilv
aXd4cACuzDpMnKisHhIqcG+P89riMOkMweOlnvmS/DxkdSypnWZ7y5h9rWRxaZiST1p31i320ztS
YGNvmhC32IZqLfoyN9fCRvCVXcgOmnMJe6/GtvfIBezyntc26k+Vu9Zz+ihI4fwGf00r3eY/jubC
COEjmQ32Z3At8bAE3d+w8UhYnKWjY2TDRmkCv5fsOynUIgf5ROftOXol/wNisIqOYlS9MmkOlwPg
XS2qJ9lGY+YbgsG+Fag/YuKgrDiV/r2S94BDoLSIuwth2XFZWaqEWaYZ+nlqcg7u0UeVzUsCy6vU
eatVgh35BNcUpfbXJpeXn0CJHQj518Oby4yGDmfMkLAd/ZSDo9d1d7W0WAPdRlEjx6wlf/1wzTrj
Jdz0mlU5wZierStiJikTtb6bEeCcBczYRT3T5+zMMGAI2/oO5/Tztgu/YMgEX0be9vng1+Pwv8k7
jyW5kS1NPxHKoB3YAgiREakVxQZGUYRwaA28TS9nMU9xX2w+kLe6MoNZDGObjVnPtFnVikx6AnA/
fsQvkOPMg4mfyadhI8iCsDu8otV9mSfKc5UrD5OMcbBrbzTg9oPjXiaSyy+2Dl1DazeyDgC3Dm2u
bMwmvcvT0RODta/t9ONMVTVP4llFPqLhl15/vpuG7ZzGm64y9h23jYM0i4H61Ghyx03x+zUb61mv
aPujVcebKusuhiK6mtLU1/ruxpzDzUAWOC/mAV/hnUOZvZ4SUG3ch80NysS3bmbu12RpHHu/l9H7
CFl6paRi6dJDFMtvgyP3BrWy2U/3tbvcImKkejIdtnZFipi0F3CkNmumJbhsu2Hgdsv2YaxsYlW5
d2S0s7Rox20H1Gr6YurdcYmm6zV+z415CPWPSR3eL1VGd1A5tq7kjgYquKYi4eBcGml0kU1Xdlx8
RNd3F6LyWZfhs9qSgtvOJW0IH/C8v2aj4dL5bcUucJO7iOyzJusVZURW417OwvSyJj6MBpNt3uHQ
1TdqHt278+Sjl7xbfy5ZSAy5UdXJ2oNZvFJc/h+Vh7FOvk28vzKFk+U8NsNMpWf5dD63nZr4CRe+
LudgCeUd3HZ8gtz7RbibpiN/yrJgVOfdmsiYqfvsmKDRkAO6QqUfMoB4CqlHQre7EcV8PSTD0ZRc
+CnflL0WuYOnyvzSsqdrK79ZRHqfNiTd7UeQDX495rdrz8gJSassPKIq4zDmw0U1xweDW6gz0alK
5N0yJ35UjkfsxL3SkncFBSs8UCdQsCXBwGIXDylJchU/rL2QdY/Y07yDOh0MI+GJPbhesbnbXsxC
Xs7tsjPVnP06blyzu7CJrhg2bzqgPnqz7FCL9ddv0yj9humPL2LlQZS8IIWyM8n21iT3WkMmNz5y
pJ9+Hex+vvwwXMVNgpEbkiK07k+GKoyGkIyaLZdXqzys9YBu9seFrHLdBkVq7hMZPaDVCx1z3mHm
4TWGe6Ys/Sng8ivQtEQiCOj5ijB/HZNKtUZ7zICYiGTcZkDBM9NNwBUZAkrnxEaodE8D4NqMsaHV
goJnWnH6vFrhKsVqgxOYVnpQFnf24rlrgKHG90JdAmMhjW9NeadY8Qbsxw6Zsec6nj7WdXxfzXXv
0YE9hJVyOSBTQCHj4R3x2TYT35kiZkAlJSexQWOMBkOFTF2xlcsUwxvoG73XOWuas75cirQKy+M+
sfbaTFGQlHQ+xt1o9/7a7FpssrBpmXZ2Ne/G0Qy9Mpf7MOyPYBkPpTCuSmkcLIP+kUjuqT/uW45O
3ozXLkOgZh5DL+5GPB5rkv/ZvCqzqAgSECVtLhYmddG71Fliz7aX60Kbr8durUAzYpShd5M3FUTB
Jb80G/tq7OL3hZHcKbK87Zq88Jwp3DQWRUVFvOxzQYxlrxYUjnp432jhgyptrxiVDXH4+9N3MxV1
oTwoXLa+nsf3vR4x41ezvWl2n5Um/hPSzmpXauztorp17P5i4PgqtCLaSLmXqYRBPoQPpW35GkYP
uEArl7mM3nUGFSGVYzFAJQ9raGJgXaIk341Jegid4razKOosrquYYk0vqIHLYRvVoF3aKLqHtLMl
IhuSu65zLsHSPYBfxj1F3mlht1WX7LJWjQMCQFcO9XSmuJv1XLSGssGiFkzyHLDNDjPFvmFzRKkz
emQcuio+VOmIjH10v4ZZUYknDXKz6Hp/aJAgR3Yg+P6Pu+k+mdBbBonqC/C00K/2nc6luDR7u+UP
epAXgPge9Mpar2D8QQ33q7DB6sELvdDiVoGVWRt7dEMg2ZWw+ZxvYH+wnqj4uGYYo64k97Kdrg2E
aiyI661afJLSeUia/trIsjuwVnvRlZdr4Z0SlBcKqUrtPscNarpKrjSeVJb5UM3ZXdeJZ0C5963u
3NcE543b5wQsBsdRGz6tJXac4j07icRXIJJqRDR9inzFlpsqjDZ2xk1ZwhkdmWlV1NalsikqcaFS
J3tu/9EGNbnm25nmMlonZnrqEh5LzTjQ8j9kwn5skRj06mW6ltiJeaUQBdQoI+NuTz+4BdRCI82D
nhHJcb3pmyI6kzu/ETlW3gxjFnJCeAcnvfqO9lY+t6oIHHckO+JlcvHa6xEEu4Xu4ZmS4OflGKrS
ouZA0/ikpHsdFdXEBmfeFau9b39c85OYqtkpik/rTodjdWa5Ny4Ck+4jCiSoWdEBPbWHnQFlQwPD
vKgk6GcU2E0CMB/Fuh09Gx+M+Ud1jh9QDbtM4hwUUu9Pbnr3/Tb6vzAVfCxz/vslZvofYTjrr/Of
pLH/Hoyv793Mf0aR+n3zafn0Gju6pu5/jQadlbzlAIRBbxak6LpX/hoNun9ARoH1uV54K2Oeauuv
0aD+B9AydvJ6GdIOsrl3/xoNan+s0jcrjx/sDST73xsNrkXFy4oOkDUDSHRkEN4F9XWKtJ8T1VRi
GAwBYiXK16Ue4mtIpl11HKpG3ctBt4PSRg6iqkzbLxb1wwLg4ji0k3CB+NXh4kVIfmJPocEebQfj
LgEkiudfBd3DXLXWfbNqm4dIG5qtWUAq9Ya0FHstdpl2FJpvfBtgvV6AEwktiIklKVaebIYUXPlV
FydH2Qjp1fS0Pzhm3dT0VMdWbNSWvBLjor1Zajnx3xwJNuPQZ3mQUqPGJNHUTVMX9me0KU7zIT7W
mpDxMoSGE9apZXqPPCQyZIUeILt5qOeqpxHdgi4SE4nzWP0XiAj/eFRenpT/hwmV+oon++fjtSLW
Nn3bfar75OSQ8XN/HTL9D4Y79KvA46CcDhLs70Nm/IGSHFpuXLSWIQBU/X3IBMSzVVCLgAoaW3P5
B/86ZOIPE4bmavz7g3f2exi1012zRmdG/PT7MApBa/OksqeSnjF41LSgqkOBgGjom9OnaIq6feFi
s9giFEuj1GiSd9m4bmcGxzrWXLqZq0HKWIHqyHyvoe+Eu6n4HGXAcZqsvUUoyuv6UgkcUT5AGFJ3
yPDelePid2k6+78f//8nkAZgwJ7bj96npiuzMv/X/3oJCPn+g39vSLrIK48FcfaVTftiQ+owZgys
npGXWrfquv3/ivrijxXTAGYSjwraXCtW5O8NCf0RYT0uBOg0zP9/BxDyHYX9MuqzIVf5KXg7/BKA
ik8qSzRMmwmNUT3QF0v3h3TuvAkLOSz9niDw79RI39Wd+NMF6G8neebRl1I2TTMdRN+5fqcnj+Gl
0zju1pzd90i7iqBwjQvUkTQv7bvnTq0iX+bllUsRJhRJcOzwjBqGsA/SVU+r0bACFpOovSKdmg0S
FB9mtbZ2jSoO9oB07+/v3f/f4yh26Kugz68j6RU791//+xWh/d8/99fGJVzCI7GERtv/+x58GUm1
laELrp/xBagkotxfG9f5g7kJatPo8WEbtEJ6/3Pj8kcAWcktvhNn2NK/w+DlALzKVmClI9oPJgq8
J7CFU/uWrizjdA7hjI+oorOLVlK5VT9bCQje6rmLFOmFZfHYF/MYVNDIfZklGYrztB2Rtb+wjYje
YR/nwYsXefvj4LzkxrzRuVgVSkjLSNkAeZ0iUUckIDENG4ygkiPC6Iiu7K1GPfbZ/Dmu6WpB5PoI
bl7z4my5raqGsY7o4dCXz/OCDodgMptZStBUzpOmNQiGg6Cg43LlRlS6AgF4D56H5RW5c7ssYRuI
UWQbSw5YBDSofAaRhB/sOiscUZql30400Vo4xM6qK1Mt8wbNryOFZ/bjwX+rKPifcClAMXmxI36G
Czaf5Mur4Ptf/3GiTPJ/RASp3H5Q4v9OTQznD8pVCJBgS9jKL+4BQ4Cdh/5IsffjD8lZ/n0P6O4f
NORAwKxir4B5qTR+4zwx3Xx1oATJDbgWzi4Gud/nDifzNRofVhYOahHUMTk2u6m19xHh2PCXoruA
BULruwxbN4hEbWL2NTVjvLeWKI2fhDsOUMynGO6R0OpcPsLpdboAmFxT7VYavk4fu6wsT23brrrO
O9VNt3SGo2inju0UbdFviO1DXFg5UX9pDXpgsm2M+mNf5+Z8H+LcQstNSd3swHhRMZ/NGYNIhGNA
bkEHt3PN2cVZrH1QpzyUkKV6FdnlRsEkL7SxRLjqo57RdePqIyZETTYZXtVnSCj1sk1vnabNEpSM
6iL13C5Tsk2Eytb8FOf8JchTy2J7qpuX/J056xixoeX0LaVAqMF52325G9S5s+FlDbKqr6xe0Jms
u2oyn/TQ7PPNDCm0szH6TFC8YOwNof1g0aGevbwCmOWnOgYBXt/PiKOOvYjEzp1nDWJdhpoxo/Ui
Ceh39dfKAptrE/ZyhfFMM5pNTRLPN202P2XSKm2k+Yr0k1NNw42WpnTzi16iZiO7xhh9RyjlVzMc
lWPWorrpp0tlI6lsDJYVhHhp4EcFSScPaMsOld9YiRZvAR5YFi8jQczG05bSrHZRjMXSZuRBn8xa
yxYPYWb3Cq8lvb2gCSi7TeUoffQty0WvP6LK5bRbo3MquD09sgWbGvVJVGKHNqHRhll45InQHa7G
yDDl1urMZvYmMIwTIqd9XnsSXlXlmQVDRCiGjYpbRNRW6YXVFdFTEwHT8CssDxDaMfRl8SomK8JX
cMK4j0Wn9gyCHXvYONhOfQ0lA82NkVYFMPLS6OJLtM6L+zjtFi6G2gj/nJx5fs5nwFebule6ZZ+6
LiokSF9reWBKpWw3ppXrtJx75wM8J2VvZI2a78ICBaYDZI1J7OzIZovp/eDatJYnmYLWcFggN5px
m9hIkgSFmCLtwpmUWg2MsMKCodeWjC1WD26zBcDlABqyxZWBwnUduKWez74RVWbs9TMgO9q2LWrG
9GizmyyeUxsVqLr+0De50wcaGkO6Z5mywT7OyutuNwlkDf3IjNBaacdQF1czulpMekKnyS+qfKg+
gQkEQGVoUffNgYYZBZYlIZblSxu+szuKFNrJRvW0xFaPCY1VaQqqw914naaNG4IKyGTstbMZXpka
xOa7pAmRe1fiztK9yuGW9uY6cgwv1+fU9OAxOp9cLerjIERKT4DVKZP1uNvtg6pkTboZw8Z0YbSx
ybaD3i2zDyuzrK7GfsSAQZZhgh5WpWASATXMfHJTobcbwwmbyG8bt27oyBq5sW1axZFBj0L9l1BH
rC2IG2uEITmZ3W2R9N1nqeXu18qsxeyr6jBewTKA0FaMEtBFpURa6VnDor/DjA4lrEjqc+y3opo/
2JjcA/1SEptNHdv2babGQxmMdrhOoBY3JBZaFeQcmaVMHtPK6LWLgidDDK9Jsb+w8hjjm0wZVXOb
pvwGUEir3EUqrluuk35khJkA/cB5uJUqFDs3wmObrq4SQSmxgbTlZYQWSEks/2JmdUdVqPWIoScw
DsCp1pgOB2XV5rz4yIXZMRA9rjOzFHw3lMzCbaLg4RHFtv65tvJygTVqGu9FCdXQc5ZeP86j1aBm
UdTtvRkKyLyk63L2rHTOcfbICYU+8vnYkEK+1O4zPbGDBNTMfau2tO0jIxmbXTpJ3G4tXYTwZE1t
2ffok6PUxhB48BG0cpD/WPosDjKYve8ttEZDr+CtGejKGriGmkbZRn7Wmew5Y5TKhe4s+BCjD7bR
0/im4KZK9NyztRCmjZHET9WcGORPFeYcenpt0Be95HNFm7lT7xBsHm9iqC+RRNalyiJ5P9nmMUvr
+lY6xX1mtsnNnFO8OMqxbOKHcCXlN4l+7ObqNhxreLMtAEMGPrfM4TaFWh9sHNoib4wqFdETeGD7
PDYqFEpsLRirur7DGehgNupFHC0JmmA5Y0qjfeaOk/wC4b0onPRJzuNzFU3JRuWXsNUYl+i+/xqp
007L9Wf6gRdhEgtsSBCdi0L7BuGSnXStz+MyPopOsX1mtnyRUK/QgEZsMdfk1VKn4Va2CriA9DO6
KE+tyAGx9d2h1lvzz0qbtthwxFcdzpKHyWi7JejVPH1vRglm1PEw+93QRhf2GD/W/AsazJ/IW2Yn
jjBFUemuzQX73Qv7vt7HjXFN8agxb7T9XDWPXHtEuVIPhjzSb/R5cLaoi9qhp80SjO5ALyPUJ+fO
RQkRNKa0uVdixZ8s9RPjS0lHpJSQaMoajcvsGI7loQPr5cMW9cx2vsmS/C7r5CUSCZ2y6vDJr31j
XUklTxm+59OdKLhR7HqSAf/Q7ahM12mf9I85ytYB6grK3pzTpxE5gCs+++DRLrEvQ9nqfkws2jlF
BJildoobqZor+zTZDZY9WztXNju9UMReMeVTnTP8DgU3b5LFSYCsC+PY8LHRUdGpTXkVuqH50A5D
7Xhxrt1BQnNQ7zHupqZ2Qa+NxUdLb1g7r53bUOE6QTti9ouOqzrXm+vOcZvMl26CsLhVFN0D3cTi
myXm8tKkubqTAy4tc6/SFVWm8kZt2q8Qzo0LMGJBORfEnVmRVOqW3iIEMNV/tqV20+qpnm4K08z3
eCOVD3aFyrScGHTmbVEA6uqTW9zPhohDlQ3XZY1SaBVjUV6hrBnBQR9vZcUkxYjjx2aK36lVp9xp
pKo+YLpmkyTVO/RnBi8boy9Z1n1UDTC5TC4t80GJ1PLRRrt0G9bS+CqA7aVqvjxlOTUacvrkL1DD
sxlt6dFMQIfk484Y3NrHj1zuo8r4mJFKeFNvfu0V6TMcRz1ItRkqMgsXacatN2R2YOHr62lpeFnp
qryYOuCNuBTtw6S8lLDir7OlyBHXma5areE0xxbyRwIu6EVnuheKhDCK3s1diX3TxaxUZZC1WBSN
erZFmDq77e1I/4qb5n04Lu9nPf6W9Mpwpyjj/KhbMv0YdYgK9RexlWo6aj71wniMOSnNk9LEGQxX
ImDwQOVbXcNHJS7CzyGEMvUWhNUgr3StH5zIdzo5Wd/qCIRrThREjioYw7rjG/Vm2943HdN5eHmo
cBu+GQ9u9i2sFT0ToFdp1G8EqcJS4eekwpa7rhsndvNtBkhUcL1KpS2/DE7TVaj+dbM25QE5gVHI
a2tReiP0ZI3J7QGxv37Cm0rPcdHxHGfM5V0aG139YCSTMn2w8jwClYpVA9fawZ5Rdkh3cR5jB/jY
5Iqmr6PhXJ3kZVQmalHcQrzInPZ2kK4uU6ZizQo+bcMh/Ka6sUiA84qSX6mt7PGjGaX4wcRts/j6
ZCM+5wymDfrSqOz7FB6Nl6sNjsN25Yxc5HSHHPW6gUppPKWFU72njVGpm0KPNfVdlcSILGx+v3n0
yxr3v+HMSlvZTP/cCrpo/vUfr5pA3//+j4LVhrhNC2clHOrAP6Fa/NUBMk3U2MDvr5BQdRVxo1j8
dwPIcP+gO0kLnpYiOiF0gP6uWCHAreKbsNzUHz/2OxXr68kr6tmr+sFKo2PTwyhz13r2BR60WGDu
pDU5SC77KjwMrZ4c47TVwv3kDIb7EV++Suz1ApbYOZfd172nH0vDvjSxFKdrC/jmZGlOdyLNUN2Y
fZIGCopjj6M5tH4/qLgzvPgcbzSUTh8T0Rj6ZYzmYLlBSl2phi8fc8hbzZIxEOx4zHFja42vJFfT
dski+53GbXsdR+l4hnb15pqMKPTvrvNMKl+vadGmncocAJRjzoYnDO4QpQONgl6Zci3r6t5unHOu
uiftB5p4q8sCzgQwub/3IE7W7DuhtiZ6XmYFNM8Lu9S4QYVd1z2lmLKHvInKH2Psf5SxeWtFE04x
DUy8WrXvINwXGwhjkqXJYliD1ljLo6HW6dEWi75Va2N8VpW23/36S76xHuR05r90BpkDn2KaWgyg
nEWr56AxomOMqrMzxPE1sO/kwlD1c5T4N74hBq3Ir+u0h1YN/dfvs2ndNkkmfQ5UiSJNOc03mpJd
JTnsZLuwYAzHD79+PObQLxqyADaA/7FHkdhSmUqAa3+94DxPyBTOwAUTHU7DkLoHa5nzM+/wrUWA
hkGHdaD6Q/58vYiuTIzC22bFJGpFFLRjOSOCXDrOxa8f5ue3hzAkAY4XxxCG3tvrdWraG7TKqJKj
sVm6HTXXkNwg0aWDtFWQLNtUcK6y45K2+XRO0/x0bcIq/vQIFRM9mVN+p4e92Jd6nuZFvaKpB5RT
/SGquictxskybEkdoqRYDkvBiz4TZ07f7LoqHGNiM3oyfL6T/bJItJLiiO5EMhUh3Q47tBs/dnCP
2f761f60EJFsxTTrjFoBVJ8iWChaMCQVaMZ0Am7QGMfFnZ6r9RlO41uroCAKy3kl8qun4wFKmzED
HKgGuaPNH2Xqtk5gRbFm/5gn/WMQ+eljgUCHQY6cHCd6Xej1RhlqCGppGS6B1dvyK5NkfQPXM79R
7bw/rjLZfkqLMjrzsb7fMH9P7VZZYM2gWwsCnmuZ/vB6Q73YI04fZlGbyiGw9V0FX86RALbBIerG
vlWs/Zi6G+xZd8ijn1n5p+eFOM73o1nMbHI9I68XNvsZjL+Eb1QLI7ocpREFnYM2fUU1ZW4w3E6G
gOyyu/31pjm9cWFdA0uBCrEOKgFenCwrCnegyoRxTdNqtgGYG0vYeynmgpOfFaWS/IBb/ONn/Wn7
sB6zLx0Y2arNdqrBnpfNqNYhzdqoqbUgs8tyH7r08n79VKc3gkANQMe0bXWTgERx6lEsIMC1Gulx
gLSMdZwSMaNcBuNQURXcdKdkOXPj/fQWWQ/laGBqkCghVZ9sVqXBUGmCgUkV57abpXHJ9EU8IkiW
dFwXZ7bKT++Q1UgNVfiyJGqafRKre3PlMMBuDVpBQdZ0Dqqs8dScIaK89Uz2ilciViKNfeoAQWs6
xl3WEYEIK/EFg+nyi5m2RUsJoyjBr7/X22sh1s2ZY95yKiDfTWKqrMwWwaCGGYyJNrlCryE5LMM0
n9nwb7488GZo6eA9gfnU63MWCbmk9sLL01EXOzrSbP1F5O3vRsn1E3GoVjoVt5yjv15FR994xD/D
CXIxlI8AdNNDHqXFmU/01jZ/ucrJs9i5UbcGDhOYGOjKkRpvvp3RDAyWODICqcTZ068/0wlrjej4
/bFWpei10LCck2jRKGY4EL9E0Njd+FRVafIwRqVxlMkst1pqmx5/qmN53qqHxsCpTw69ESx6Pwap
tLaQG+UZsNhPYXP9jcjD0HNat86p3HQsKyHmnJ0j2iHfKkx2L/NSE9t2BBbXqP1XdWz051+/hvU0
v7oj1jUt+ONUXA7j+HU3v7gj+rxYSswdBJQe3UDdylp2LtI9O7opynNklPdR2I9XXTaJ/a8XfvOY
4FJIco7BGxfG64XjJpwFssYiMFB822tVtmySflj8LFHFmUqFCvSNZ/x7qfXPXzyjUyxZMi48Yx+P
02Uca/d6n+AvXVj0FfGmdlp1eVjJdNvSKMszH/XNMwo+B2Ui8JfOqQNY6aK1PCp81CYdkx36dcZu
bt3ivxJ0/l7lFJZZo7oRj4MQwWIM0xFuMTYsrlP5FmIRZ5KZNx9oDdlEBKbU32lpL95mtowK8zKF
D6e7w67AxvujKPtzhcKb+5KNyb0KnwUg3utvpvRQxaKU1zZZdnFwjUUchnCM3k2MzT+VmlUcqOet
nVOb+plX+fbKqN6gEEaMcE4CUewU6oiKlAiyUWpQSupS29sqtHF6c/Fhqs0msO1k2Y7NIL/8+ky8
9WpJeUkSORIujanXD70kagXjamBpBhMPS2GWhwTg/ZnI99bJe7nKyaudkSZQjXYRgbJK24dKaTIZ
apttMrn9GTWYcw90cnV0DIGA3XLykFdA8GCdObTdb+p+/YjkK1aaTgTCgmDVXr82gYhHWek80FyD
sceBAIikS0amCfqOEGfKc96bb77BFwueXB2q0ahWl4BigwaefSksPQtkmCXP7dgb/4XTRvtqZTfZ
K5jv5GPVTgTv0OVahG9ifBFMci7QCjgn7vLWA4HoAA+L34GJZOjrN1ijkosiMGdami76saoWHnUM
0bclX2/z6z3+5lK6AYh89f7SjJMt0cRqhG1l6gAkgIya5OANRG/BYg/j7kwm+9bu++6LvkJfqO5O
9kVmpktDUSCCDlqGr1Z1tckVS56JF2+vgnIt4HqgOac6x44rAew3sNCw5rK2ADmry7kcz/GLz61y
EpVmECiQJflCc5MS5aNB2SRGmZ/paLy9CshR2olI/ZxKx9WhoybTQOzDJ5uB4jzpHoYEyZkt8NYq
+HqAWqV1CGz15D6WQ7hASeNZqJQR/dCjnNhunOvOvLHRaLpy6wImhBFxSrppdavv07HSAjdN3cpr
Jq2fNuFsNVsrDKNzRpg/r7Y2gRD+ouReOZgnIWEBTNEzA9WCurIKBoWNw3Qoz20ju1RLqy3OpDQ/
v0LEu+nC44+C1iqf6vWB1fTEmVU11qGx5tqWVAo8w4qe+N2zusqGrekocpxrA/31Kq3To3FE2xGd
5DqbvVpUBprYTTSkXu1IKX97X0BQwaCKRzMh658264e8JqWQuga/WLW+0uBCxXoupvFcO+b77/06
6YVjs/bkdRRn6WOd5J4VeLy5AjYXLMMsx89hUdu12GhCAVspEducGWq1piHfmTMuBjt1MMbGHxi7
ApfREdFwqAX4k3ua3nqyLSnO8RbUMBr2wMuAy+DPtCLHgF7EGKOtdl+gvrTG2P3u54H8Co+NRIGL
76faOWpSWXaNQb3Qc2a3QlhD5PeGCWwEr+Dy/ternRZoaEkKLHloQlBurrY8rzcDX2yh7rFwt2PT
5AjnKvJDX8dQviN+zgXHh2j2mdvv9FSxJvhYA61eCBkrzv31mgg6JWVWgPPBLc11jtWI5jytJENJ
A9kXMFh//Yinp4ohLZJdgCwhgFBPn1a6lptMtSsRr4uaGDzTgh3Fh8Ye9DNR9uc3iUAY6coqd0xb
7tRkQgHwmJZdHEIHFHUa2Fkl/pzzFPiQFVYfLdlrY/C7Dwblb/2PO56ehHtykOkEj/SKkVssu7HZ
V22RXlTIGp95fevx4YO8PFmUc/zzCJIBOKWnapxcuW0DhYspULlhJl7IT5lqK/VeOCQv94m+tCOU
XXUKS28O+/dwTMcgRtfuJgOVdhMh/N3jK7gY2FeivKwEURl3D3Uqw09LjsEOOrSo9RINy/eLjI5u
pD0WUQlBG/SQ45lpiLfOmLvhtZaTmdt2Pt6S6DL47ui8PMdLDeoQtMsD1h/tPRThuvAWLW6iI+57
VXUcLdkEE7lVvGe6zaBOatCpC9FYOdjRJH+0uh7MQZiYF6CT6KVikW69GyK32WVhPV8rev1npStJ
5Tn9onpNGGtf87SeEWtq04/a7LbHqgUkMCoa16oCfujR6EFYCaPog5DfxGucsILLPn+WUxElXm/O
3cPkZiWkWsw+9GCCEwTUswZC6JX4WybBHDkRaEs5IumiLjkKcNUyWIqXOQDCEzQQ9vaYO+BtsDHw
MkNkfqyYWBtZQMjytkw3wuobXxnaChZ3A0UaN091vjKGvtzOpik1ZNXCfPEMmEXpxmxhEidK2F7N
EaN9dHUL9YMIh+k5NemISF23fGm1Kxw9RR1CiWPjT1MfdNSlFQUTk7hPRq8puRiHSO/2aUy++9xh
kQm1GCABbwpkjbiO03FEuHpUFoylIjqR29DO0xR4SWyJd4aRYbtSurX6PJameD/GI2bIpaK5eVA5
WvkpSwFQ+LItgJd2WnFs+cT9o4ISJoryDQ6u+DmVIBF0IEBI8CJrHPfV+CcCYTEuV5ioolfc6PaN
mDU3PPDPtjQnF2nSMJhsvdoyv2I8lo5dpl3VRo8CyZw12OaiFdBs6qyrgN2W0Qz0MtTsYwRoajho
ZTxUNzVBx9qJHFeLr0OfJ9W2cGvxThqxcmiAMCab3onyd/hc3WsxiC00ndr3+qyL3MPjEwJAXoKn
2ETdAnp/AlH7ZdE6eQurcNnCZYw1X9cieTUqOuBCkTYm7mMZPohNq6LPvKigJwKanlg91MhhRJNf
jHk5+V0yz9FeT+3RQjogtWsLan0itLjE3cucqwsTJkC+LRI3uwZ1IlE/KSfUuce6ra67lsX8EdSy
5dWlk2RBausd4Gru3fkqrVB/ye9Lyhh6LVMUyunJ6CeNczRWZeuDy3GAhOX1HN9zQfbpVtfHxQKk
klbpvW0tyEp5I6JPUQIQJRvKG6TwlPw66loFaDCvQ++AhUVtHyzAh/GVlRAavB7B8ud6dGoHiTxX
iT4WqiyMPd5pUmztNFKUQ+l07Y1i434ZaMSlFrOBaFZjRp5VHvoJlG19N4h2GYDWihICvegG/mE9
nMOtcNoU8W7E8nD5JcZz1GSNWkmCeOfW5Kz2wagWabktZgeky8BJ2sYTTI4I94IiCO2hYM40zZRa
Rh3ZX/OwaQ1fgUsTBwVhTNvmcTcx+q3HECm4aE6KjaH2YxU4Km5jm7iVy7MSKRaSFIY7GxuRpJHm
jdkU3yRVWiye0xTVJ1Oq+o2FGGUCdK9WAPNqLZj8Bivuy1hbEiMAISMvEFgTysFJtOhr1HD7BU2r
L06wzCkeriXb2sXHJB3dQDTh8hnTUxUpwMIZPgB7lWJnpkCaCGdt9Mlu49FEDWAFES8xOAevThOs
GmJNxu/sBiSzZ9QjchKM+JVkOxvmtBstocS+mqgGCP2ptHOvWdS6w0W+no9ztwxo40VMqTyoz6g7
VCoeSH4VGWi6odDjTDAh7SkVF2LURvuKu50eLXsg1w5qqTlyq+aJuJRzMrtIsyqok/aumMbANCf9
XRzVYPc6MEv479nhipEuhvkbKOA0vhjQx18l6yL70pUJV9ZggWYFQTxpt3oNjNQHIQbCOuli8a3X
pHtN6mSgnJD01gfb7hb1YHTN8n/YO48lyZU0O78L92iDFlsgtEotN7CsqkxouEM78PTzRdRw2D00
o7F3XHBxe3H7ZlVGBML9F+d8h6WXyqFD2LKDpD6ImnMEV77xLaeMCBe7cuRHSQYBL2qahQjtOfG8
jfKM/o0IDHLi/Gwp5K7n6ngoZGZyQYhlCKJ2KS2oqbEXxFFP33ZCDi3+QPZAxlUZYEbCvOmRySZN
nOGuELNF5PPgub95yIBO+NzDBml6Bq9AWrifowXlAWrh3i6Rao2t9ZCKPHc2aaNVetRMQv0RIucM
8gE6pCvQFG2/se06zVd1gkCblBHPLkMWRAFCabMjWsa3c+rRjqfh0+JPhEKuwDBHlgcLARBYp33o
rW19ToRmsSypKus9t6uCcF9SSoqtwYJ51zkeEmMDtxRPVDWhDNYlfEXDyRMiumQbfzearYrQcybh
hQGYXASBbtp3m+Ia7BhWbjbc+UbpNqEnNGYZTO46sSb0rvSjmMmsH9VpoiyYZHPx0mcLsfBtZRXE
HlsTiaCODZeR+OShurhmOrzES5ENG3iRyNAQop6KvtTN0M4kzwdeg+pbI0RZRbLv0+BBuNMCVjHT
EJsac4fYcqj6SUQWdisSAvWU+23UGj7AoAomazWPhadtxRwDP7LqHF/lLJZMbAbebCeShIx51BIo
icNclfqCnc1xfzuI7q1j4wl0iLKupU3ssr8EhxTCA3a2qcQiz1csy6JSaYMPz5RzFmG+lXacBImV
YxoxxCUd48IMCyYMwTVNPAnoJgJn3rWz0DeiFZUB/nFqh3cz5qTfj7KALz93k2N+xfgNCG+yiWK5
iHphYR8Kks3ndVaPU70i8tVqHpbGWYphjUI/zX95ZpaJP73S3Jjxo5cN5dae3HHpXhRNTrd80jKZ
rFXRpJBr8dChYyZuY3T6NjbWMZYizB6tZgBxcguzdMCw8MbBP9Tl0rh6JFwN5MqqX9SY/UF8axbv
pB6bmOLUUHFOYnAdvbCK1ZSHymsFsILKnedNSehSDFql6AhaT6pe3sVmmR8sfg33esLnC0EadvnN
cY29x2ta3EYyTUHoqgoBUYgaFVdFm03pd5cnV0G7qZonvULKtLGdxdnWLBrKTcp+M8OHzb9Z8f01
zxVbHe7Ukc8zhJ2MEKeW1EHn1jbzYANtuf2w+bNhXaVS21pNP05brep7sfJbalJ0n07hr+NKTQ9l
3tvuUSGEfx8xanRgNz0DlepSk/KNSrM1gg0AUtWyTkr6J2FV+bBGM4b7u9L8AQTukicHPWmMej8I
qZaXth1T/IO+Lf23UmgtunhBPueIFJAkuqLn8luCkbTwYqhaK5oGhqPRhBD8SZV93US8g46M0oEg
sE2i0iGNLDNGg2tltZEDdh2Dx6SZm4sp3dw5apk2HhHNkEXKyjH9mJHefuR5LdJnHDlFAzt9ye9S
1XFgtU3WH8AjTUNI0oZlr7WgzKkY2XV9eKUy0fEyrkg2rWGInPfbt+uNbrf+fQ04+8coqtmLqq4b
9HD0FofK2TIxONu5px7h7tS/OBDN5wqkUh85JraR7WLluRciunDZty7uRJJSn/5cRRb2tirM4c+M
elang/GZbsYAandz3ksIS75d/gSCaz9kTqPnGLD68V7ZhY/8Whjxd266Pa2LdKncm3kpsBhxm61F
2rQnfVzmOho0k4tZEEJDCxcb7aGuoSKHRLd514x7yG1awbhoZQGryrFDQRxcF3Q8uEKzYnwXi/MW
L4Sf6WXy5UxWu+6q6wu33R6rnj0PP31DyugUT/zJcYkxzFPZXesPf2QfZCtmTflZJTUvIOtaP8Gw
EYvuPuWr/iwnlf3EmWMia3aHGrTA0GzcKgWORJFg1BE3YbedGf9v2KkAuC0S0D9Ws1S/hnJs3nLN
flL0QWk49RRHoTNkPhEh5KFs0cbXq/yK7tBx3SGTd00i2YbE1UnYpQJORxwlBoCNx2ry9ZlrtTGA
oWt7gqjTFY4e49nWE3VaiharWj/7YAi9ZgP/OngN2D8eA0oEzDq1msNBn7RnmdXaR2UX9dMkBzJK
zBa5sjmND6NfmXkYB9lnnVYMgRBDT02ocprX68fWQkD2l0NKeb/N4ioNOba8t8TvpqcqcBa40Mt4
wRNWRnXTUlNpOrpvp3peVL3DklOhV+mXkzm6YzS1fLPxpsxLNOro5ql8cMD5uf0GaTnbGQILxsIF
stb6a6j81NSREyv/7GpMSng2SSMKtZiXJYr5qfO4DtNmsA/TDCY7ZYCNbV8/YWU7erW9JaZyDpGo
YmeKcQHXJOqB74NtVkwGeBTCyd50OuydJ0jkEkKZHwvAcwaAZf5a14UiETnRvbslXQCJKv+o5rh+
mTUX575eYHmY3fYY28FBYxnzM49ds5/G7D2o7PRi6cTDSFvvIplBD1a4md9S7ACnuXXqZ9+x+8dZ
62d3M9pxScM6mfqOCPF+TVTg2VpGC9aX9zHSbWI60fdsmcRbOzDVXco6X5u95uOra7ojPSj5FVOg
Bx9Zk3vpxlYwnNMO351dtf4OZ2oCK1Zk+2vEKKbHavmBWG3tiqakoi4wPAZ00cukf7rS1R7LoIh3
ZtJrxzxLs10mr3mfWGHBSarkntje7t4ujew5y9yuicahOKdKaXvGEmo3e5KzbJy/B4QaG+4fA6+U
O7wzjqrWcij6MPa74ndcJMtBsHU8lY74qim9aCws8nWkba+6cc6OZFZlX2TsCHKNC/NQa223bmIG
DuHsurzHkOkQyDaQpKkoyyi2tdIKHYZOm5yeHmNBHu9RYj0sQRsc7RHVK4FHdRsuS80DXBcT8enu
6K4kq7cD8nztIF3jMJZTvLddURyHwnm1Y0u7X3xDhXVny6OjpzrP46LEm5tK7+K55iMHhvdd5TZ3
g5tY914R//R29zbwGr7oPkQbVU4pPlUZpGVo+7mLQz3vnsyl6g/lkhFYo0/3kFotvjccqvgD4xyx
sWvdo8ag6rL76SMbswy4Hg2wGuIMB+TND2bcvGGVRAgd0ufjGSuu9jHDmouUHurqKpsHmJeRafZu
ENZX4xmgZa7s7OZHE1mr2m2rX31qlG/DY1rjDKIXNR7HROhqza/vtFFQM1RYDTfXm92U1zjLqxlO
TVdfHCE85tG9ueXk1Tgnbx46Lbna6XpZbVI76HBg3fx2y+DmF3Vz4TEdKnFS3tx5DZ8WWHOOiDqy
bg4+e5L+b4Mjlhi9xHW2OHLMcluOKkajVRSUW/HNDJjejIEZACUiwa9+wTTQsA7i0MVGWNwshfbN
XujcrIbVzXaY3SyIRe1jRyQgE4uQNuPmQH2J7SQsbvZFV5bevRZfTY3NomFwBPU3f2j51faY3yyQ
wGetN3EzRrKawB/X5CaGSQgl01nYVxtlfnVUtkLrfrl939+XY4VPI9YI44S5iQ+z1jIsmdxt2DP7
m1VzQWqH8eVm4cQ3ZhM3cTN23kyek+bjk8IHhflzuBlBi7+m0JtBtJvLJl/nV98osHUspAFyDC/k
9u15FFjbfZU3w2lWtZ4V9lOvYuSzvcM8bKoxqAJvxfBDVEtMhoRB+GjNzikOVZbDZ7yZXInOxHxY
uI188W422PrqiLVv5li9nbNkheG1/xnaAvusuDppBSCGaq9uBtv2ZrbVrGvPPN9MuLWIBWJi+2rO
JRudknKg8h9W89W/K0ef11DNDE2DkcHRNT+Dd89MrsZf/2YCNm+G4MYo/PN4dQnD6MIwXOUxLMfc
bWe18m6mYs/ONH3fjAuxDuXVd4wXk0XFTKhEvsFqxBGZ1aj6V2g9sCwHN/uyebMyC73TdnPsfFg3
o7NTJnmxnpjC9siRS8zQ89yOeDmrpO/XJef2q3t1Tic3E/XsNvWjn2VdejJvNmt6WMNk5IP7Wt6M
2MnNlL0kafwo/lq1zattWyD9rNZaZsULKaU4u8sxZpDNA5jT9fmJm64RegkZasyJG6yQV4O43duY
xW1ztoqNf/WQLwKcIAPVq7Vc3mzmOJBQUpo3+3knr1b04mZLFzeLen6zq0MKw7puMHM7AySQw5N+
87mTMpFfm5GbA76GbptuCGKdJAOSq0se5A8XiG5d3fPZzUmvcAv6kXU12HtXq33O/maKvAWPeWi0
ea2vZtQhl+Zq0TeA8tV4WbEQmjcf/+DqePrjv/5+2+kvw831n94IAAoX4fN44wL0N0YAij47D0uJ
QDeybxyBsaUjOzS1wQcPwGGSvRsaN/aAvHEIehZAxUPbdHVzztH1ACtIzbJcKN9KlsD+FWhA0i7N
z3LjHMSVBJ2Q3PgHzLNhIfg3LkLNWce41vUK+pwrOkHcKApacyUqNDe6AokJkBaCG3WhmR3PCJmK
OqhtYjfotrVEPMwRJ/jcnxrZTUNDCbD0YO7zIRD3mFppyfCJEgZaLRXpJ3NhtMZZn+tK57PtBV1J
1Q4kLxRWMWxdtNd0olMDKYEg0crbqzGoJZoKKoU3nKpopIeJ6nDjCERohGXgGdJfVa6ljrNRin3A
MZi9XB2YY479fdehxSV7ojTHJ6fz6avWg2lpfJJVleXuVmRx2zznpWNX6wEH9/QQz5ae/LRCr7RD
iiZMHnzlIO3jYGnapykYyTJOZZ4GvwT+YDfF6JlbQxUZma0RhcFiqN53VLkBNAvDlXXINy9rLhkj
P1GFgUxHQ0R6xRLJCJUcJqFH/SLkbEQV++qfvrPVr8KhU4toxxRTOn3u3NI+jLJU5Z7pTB+8lCQf
oiAtSLjQZFQHsdtAYIbQyqS87IzOfQlUYam7pdO84DErTWY/RpaNVESDnc4Jq2GCKof9HDiFs1Y0
0tU74/NyWmup3WmEmBu5T62da4tTXMAj60ym2FZaRB06BnkrwmRYFCVao9FCOtMIPRSor3Kp82qW
TSGz6051oQcHo9nKVHjzWvdazTtMcaxpMrRmS8bg8EsmMa9Vo6Zh6zVqpNrWuMq1x8nMUtyk2Hk0
9YLuOE+blZ5XfaVF7RyI6cpEFsF9lffzfIxFkCVHlyY/C5NhtHG1siiAfyHHNoclxMim2EEi6OUj
y6nY3Dh14YyX0jUFe/hgaKR/KGL0tAukgRqzMLk8XvNVG+y6nuZSbyoSqSey5eXfrfC/xdj5v4RX
ye/6qW+/v/vzl/zv/M3/B12KsAL+ae35v1F1IN1mX/+M1bn99/+J1QGQyQYZCBTBtDd45v90KVrO
P5C7M5uF6wGHBYn9/3IpwtUxDFA7/CTaDkLp/sulaPHnGQZ6qeC/MJ3/BlfH0G+yp39anALWueJ5
sP1fHZH8df9tQ9sNTqvyXsMWbGlVEi1WsQAEjnXr+7q8HZnq0YLSLHVm9WVUdadHdpcPG8vHWLIp
qVJk6Ejqnih2C9YVVu9Xas12Z+j5QuuYmkXCL3BkMqSbMDMpI300AvFGtcUEBmoYenz+waBlZJil
zsiMz9Lj+AXvQxGs1NjqOMFp0CV9PTRbLw3FoLvYgwMszU22xszR1L/dqsZWEMq/pmKjD3osxgaD
4eGJvA3FdeTPvSKEoydkwAuTXiTVj/XXqhyweQeZYvVqVyE+poz+a2pGuW+tmrY1cTsHN+uz9dcH
bfYMlc5DoFr93teM+Fd+DVCD+DkTiq3CQdV5/9qUhJnu3Vo15nbuPQzXmL/pd8pgbP0G3oG/sGGq
tBlzdqLm5zJ3uzs65tAeYtZpk0p2Xm2kvzvNfRWxdemTMRwT5ZzMst+iwGEUa30zvXhosFATSl+T
UlMP5NfWjaGHcx9UlK3irJnVBBmla9HNdO0JZpq1dgQOxirQTvxab3Fh855mgIG6glM5T46UTl9q
uswy2TDsORZkCReNN0RUn/OeLQ/rYqLtH93eOQUJYxaTNIByXi+9Tb9ebJrOhclUSIBhzVm202ie
tUo0h6nt7hZGw+NqBrJBGmn6QNZjvkmY/FmM/4eDUt1liU1n03k2NyEqqrWt5uJ9sYW6uKljX4bR
OOn9gIhZjbE379LCeZr4JUnSTV7J6rF2LefsAxn1VjjOI7qGIN7hkWu3lZqTtbr2X6Ztv/Qag5kx
Z2BM4RRvR8nh3PTxoQQZww925rlQZLnsMlCVUM3qJ/SEK0Q4r7JghRFcF/iQMJyMwCglmwicWfrC
lS4OrtsGjNwbH8h0kh714BsWW7KqsZxVTOupcoupPaFjjpLFi5hFmOBkWAnOF3rWHK6sZdnPImFz
yMIpQRZgTEieaPeosSu5yxzUDPbShp4X15uxVZfMo7gO+PQhu4jLaOmSJPRgleYEC7ep2IGHeBwb
Jiky61cUMvUWj+SLQShllWg9s2i0Ci2SMdDwhh0ZqcuzkF3Xe47V7h2A1Iivqnk4l77LgNGZD2k5
LMcY+sumG/gfj1EPXHnXvR+0ONf2emNcrJq8oGDGSUEVIX8Zdb8y6yb71RILL6Mgzf94DB1khErg
q+sc69RPUhHV61mHjI3XkfQsImWyiTFhoXYytsjG5lrrImJsTYi5sS3DRU7tpquZ6i6Vdc4Rk4Vu
rsXnbrCDyKxmZ8WrCu7NLCHQI8gNV2zsTn0VRvlnsgwG731lXGwfrQhkXm0+iVEa27ysVQYzh59u
wIqvpkmHJaVpiXnw0A0wiHVTwOSV7SAY6Pe0l9O6Hlh9b0wr76Ah1M12rkb2Ak09DJwEvtmwz2RR
OsJLSMbhNDHJre6qRvsxtOGuS+UPRkYTggwwYut+Fv1zp0Z/labqufCgtRjDAoO/f9Ebxim4HeWJ
eKVD0trvs1eX2i+8Kww1XUhbvtjnxjUey9epRI24tn53ATEE+lT7F6W1wRmz+iUTHIUF+3QAKUK7
t10Y55m8ZIxScL6IcJClfVcSTEF7rQ2caJR9+gjDTNP5NBPy0SJpGT+smAPUQ34RWmPz3U5V/INu
6bMMoNiP7KMDC5wfa39/M6v4LR7nMxo1DeoFXA2zNuFqxEGzz0frgqDeKqJU2IDcOlkVXyLW6ruk
BhFkUGiuWrsmajJn8DJeQLS0ZigKv9+MnmZstMHgyRqEH/UFeW0yAwSDuJ11lMNgtJiORr6cO3u0
1nyf+L9cpeNJbzISRLoUPEjSOEfUXyDU+MEBy+yTd83ZREIzyG6H4qyIAtw3g58iOehg1trSuRRc
lnvSzLqV66b+tJMNR4Y7aT+KkSdnDtI+gq9ImOoqAjy8p9hKP5x4evcc4Z3m4JXVxE6g2lNjA2K/
7E5LHEdzvuyHgIkczbLOUoGkyvbkLHsVsP0tm7uiYRdAu91EFmqGRTSvSav3x4QBbGSA4Funpjyq
DnzpkP3mpMN7mCbOWRG5/WgpO/ljjd8lSS8W32oUQF1X3GccDnNRPgQkPDiGIg66OHmema5QK99l
i41DjTr50+maRyRRpzK1Hl3/S/bOeEr0fKW6dtcu8V3TdGfGxd1Om1EvuKIpNzb6jV9BMtxJzzlM
qXGueuMw5+VDYe5xDm4UMLsGfUuCgMKqqQPEKtWnM7KKUzITsFYb2ss8OxdXandNn1ZEnLX7yky+
OXynZO/FjHlNB8FBZpebNshPvvYjjYdBcKl05Ybi4G0MFoQybk5lHgfrQBZB6GXF1q6yMlthp/8t
OSeFfDatXz67uDG1wzb/MxAkmICsoTbY6GqK9PYcZ1akkC5IggAyBh2tb3AU9XQS7Jc7A4pYtnN7
KB9PxBy8NcM+M/PdwFXNiG2VLN++S4UvS6gw2mpQzQbi1q6qhwuRGbb/uZBlPnCieOw30FFGnn8x
PfvMV/aeejIqK0oeRsXNwkxhmLgGOIwhOhQdyqtsPHSm2vVGs3W932Xr3PmZdZ9WYl0gPmFmwGMk
qS8+HHIuLJuVGXt3SgL0KmNwrobrqfhWlN4KOOGqDNam/afVTc4pM7sfRhKcsuSghMzZ97vrNrbA
G3ZrX2tOQUlKUJxM48ilHYiHpRPQXoi8MMxNalJ/qOBO+nHUFUjr3fuGoS80MgFXLM3Ncy0G5DoT
q2f07PIhZ6NNnKbuXRFE7RS5ORn0JE9ZOz2u9ou1deY6VKMFPbFbGZKnpZx/S5GMh2kogSjFkKh8
524CTQZWicQNPmzJNZwsHZtfzdyzR68PQnOyXTJTl/rDBvFQdxZ5z3e/7t/hwln7/LpZDKErEA3n
xln7YE7ZY0W+XpqL3VhBehma5c70u6PRjkezX7fXKAzTEzq8t8rjiBTFo2NV8lVZwbhzEz6Bwhtl
QLYESfD2jzcX90Gg9gk/AkWIVL2qekqoRKLZcYbdWCPqSGfUN0V7bFFustuZT76ePhFNoa8c7ju+
f/uy3Aqa857ti1zzT+QU9btdT6QrTR1Ptx2j3buqRsNcV3bkm+lXarp7z8vfRJJSHk7WUzyn6zQL
WOYy0vC6ve2UzyZ/c91is9VcfZub/qudDSvEyGm4mBe7f2jM6xNvlSs5WJus9iLu4tVVFjmJ+WRk
OqFHCW8M4qx8n3qEzOtjVEl/x6593ixJv44pjmeSm4KJhzVTu5JFWlqCjlOUeOwUVmlcbaSmv1vs
1QplrOJZPlW2uODFnBBAWS+d3r5df8pty1foPU9Zrn3S7J+9sX/UDP2HvO2XCYUWQaAMqoJ4RJqC
HKunkrpbpvpJIp5qynxTqeasl8ZBs6qDlzGMxxQS6sp8Mmw0ADDbLPGrK/l6eTZvR14d9dLlCXA/
jU59BMP04bfeORn0tbvUFjP7YMOMYltn8kWJ+GIPzo68OXfDrKiiGamBU/a69TLBE4hcV4vXSL9n
fpb1qKOrUGNCEDlpUe7NzF576RLpROBCUZAAVaqEUXC++Oz8kg1NAflbSm3xtnz2Y9YeU1b8u7iF
1E5F30zzupxR8fXNurfKhyQ+BLX14cfqWPCs9CpZVzHQUjfV+WVNclTaYJML/5DUYHcriTCPNREb
0DWZZwQnuMD0WFbvaql/gdBZITZHWgFwhdMxRxlmE4Sbdj9pTziXJ1ZISb68TnsOYu85KUemXgYE
4JKgW1f9copjjOY1tGULFdJAaJYGd24+qhUeLRiLyzEP9DBZHOegTQWQE0V1bTtyF1gmp5BFpbxL
+8JsmDy965O+DVB4mCby1Ul6jLQmBCPzY+Zle0RmlyWtESTRPVCpcMqsm058loW7ltzsE0pS00NT
MI6R7xCaGhPqs9wJHRix/Y7Rfm31PwmRMsNSP2QzoXGov4RoKf76leI9smuyy5A91CggHCrjeKKq
SvSHxXR3jjPubG63IkGyV/Qr1JefomzPRDe9EonNrvepcdJzR1CNkXxN1JMrdHibxHXPICdXeT+9
itFia1pye5D9WzzL2ed+sNqFVXFyybsr4C7TflyLkTFszGhsF6AbyXx0DeWUK1ibM4qCuSl/F0lg
D6fYcyjz9ELQ4aDzm+mGSLl58wYyINa+rajFh0XEv4HEaWWY+INaHpkQlqgzaxnYWw9un7Faqln/
9rrc/G1MffLYprXNCzcy9yuVbfUZ6F1lsyPqq582ZnIXNXhezkiqgvkJCC6bDT2Z5+acQo3cW72c
25WWzGTSj+CwWR/o8LFobQrjbqSHY4/lMO4DnGm1MBzjvv3S6RGp8lK/tCIvTmwNmlhMZpEox/na
aiWAsnka0k/0RqxtOpCGB8uZRyJphwGNbVCahQr9vNP0qGqGPkFgNZDLIWK18dxWrxEO18R0geW6
uC5bRGuZLdY5qf5pNQHZrkOlwz4rzYXNtNLYL6wbVaMio0gGVGAzGvarK9wWMZEo+C80VYeyIl2y
Zh8tiX/TSqqrkWSVlcZE9CXBAMnR7QzJxclGVJmDBTaR629u3+1qIFK4ass4XZnW0LmbgpTk0+Ij
Dl/FaBov/GLTc6IN8jSZGviMHLvUU+V5PDTZWBfPuZLFM5pQ5wXQ5/SjOQbizUVvg5Lmri6yCH8A
IbVMVeksJsXcOnRKJ683jV1SwJkCf1RIgBPIkKbxmjRKRqcaVh4HhhfZI+0mjXLrPsaldJ79fBk5
WeaRsaQhnYmQso6xawSJwHE3nVtPLV86xuRra6kVylM3c6YQy791Z9uSCBQgjd6dz3SeMZMUZFjr
uW+SyeINIioUl2Vk+3N5PccnB2VmZuRPRu8EiAl4fMDpZoLtTOePyVfG8PjVaEvyJkum//rTNDnZ
9dSz9Q+gEuT2gRgEzIO2+zc6MjKmxqJCOQzcqtaieZrRpt1GgP9/Gvo/iCL5P01Do6zLRfvnCynA
v8xErz/1dybK5NNhg0/GM3GBZE/42GH+Rg1Z9j/Qb+FjwnfqIIf755mo+Q/HgTMGXgm0EdYcBpX/
yRq3jH9cKRHkCmBvYc7q/1shKO7NaP0vI1E0vwxYIQC5mM2JC/hX849bjJZMM5/k6qDAIGi/9mC0
72Wm7NUgi2TnNssUjhO7I0eUy9Ff1D3rSVTXle5FgFu9NuSZRLGqu6cBqelW19hjB4W13LPaUjt2
uA3Rasq0t47N5KPX5+OoD/oGFGlPU9jExHBCXTU7vMSyKMR6QBwFylLzrpuO4xXzjQm+Ec7GSnvt
Mi3eqzYE/lobcYv3o5v/xDNUTRMXwluhzca9GCztwVzc9n6YMv3gYc44OSN7klDUM7hGhpLpm1Gl
3acnVymt9rLO2y02vHOsxNpz+0MejN/Nta1PB+8x0YGXZMbyh60LwK5qrEJrmplwtZ9m9g7jgOBs
75Q67d4sK2p46sx0X3wx/zw7mrp3BAFkbvNZL82vtqU+N4d16QXHKZYn4alNNsl7L3HvjaS+r3D1
hDjAdlNsPNParjRXbt2Ype89hNqntJVPOGWuC2vvgp9zzSGBlM1Yd9hrilLdT/57noEMyGKY8eXW
JxfR7dRphII91YNk1ad9Nr0LfNqsHkgwfApmJs0Apz971Tw6ffXm+sspLbzjPMYfhVjepq7cxwZD
WNG9OKO5TgZvY8n6gT0UN0rMBg0NJarfj65aT8riIdHiO1Ic4UNSG0/6B87MpPlWpKOJJof+KR5N
wexFVskRyPHmyqWJ/MQ8OgaTJC/zz6lR/TSIdcISZqkWXJiF75rOvzMb/kZfrBZQg7vEz9GfOZEz
Fqs+v2OFpfvG3ZA466aNv6qi/lN7y0rrHzQzv8vTYj0vFIfE/Rk7xyRbtsPRuVmWj7He+6l6RadP
lqnVrqB8PVW6+SWFuSs4uA16lcVut0FQbrlU66tB4V0rCbfXlk2XiBcnfhYW3Uj52GIaUgOETDPf
alqUp9l9piV7jeKiBfcaTObF6p1LP9L31v6mEa9L9xaTkGy37efixStZOTtbFmtq6vM8Lgevsj+z
NrlP42ILHPZuhugZ2oK/qUEL1/QdcOcSWupnNxrka447RxaRB71WEbsXGgw3R598d/PMciW5IKg/
VDIFd/vFE3Rc2m5jjPpHYX7kPj4YPqdmV8dxE1bj9MM1/oDiAS0Hcz4/Zb/b0DhYe69+r7XGDBnx
Hm0fqazsT9YUHHJPviDIX3W9JM7w3FkkJBcDmtDHYBjfjNzb2NPZp9JwjnAZZDh5M1h9dRrS4ti6
r76Wo4YtEZsBdZ/R2NTW1sz6ddclnwGbcerz+GEupyfv+uVL/eDZGHfN8Gg339Vsr4jaQAODYTIn
W2yMHMEEwd+7bbPBgnayRA6lNDgLN1BhsUOIHE2gTUWW0mMQ9S68dU9yJOqwO0dr3xGB78jlfPFq
DRCqPIHvZZygBQ+jRDjrPoxJw9tgbkWQ7M0pWU/Ltq7a9VyPyOi7tZN+zrZz3/Vdt0q6ckvV8Ur8
4AWQ0Zuv278NP0/YL03rpW4Zd/VrejQHWw+vmfjiDj+ZJ3d2Qv7mxh6vxfTVDcNmmPkyc087eMGq
fG8FaMs14hC0LsO4gZIf9Ha5Ucav2ScG2F1WSeBtlnbb8Pi24Hm9Ynw19SThVIgJuF9gfi8YGhCZ
BXmxHywEtzKJjyjb/0jEHRzoMRsVGjzdtA8tukOwJ0+MQKdV6RPDjEU7i4B3B28+lHBOfvkZxGl7
stNcntu+bJB76kcId3eWtkD2T2iIJi0/ztro3w0IPBnpW+nWzvI/+FfuYqM8uQGbL78b8iPKzodr
7fQf7J3JbuTYup1fRTiTawNmHvYMGr4GMlo1oV7KbhKgpBD7JtgGaRjwxA/hsUd34Jnf4LyJn8Qf
QxlVYkglZWYQt849uFkFVYWk3Htzczd/s9b6h7EksTiMw5C/OgRfkQ9zSf7qR811rgVWEZdnWRA4
J8jzUTk1j8RDzZfKeZ5Aj9NrNTxTuXmutDCTL6pakeCNfFl4Ey1bBGPFkMeVRw7cvYV44o6TDJ5D
RoptNnDRATJPK9O1AqzAoZ+EDcEeaBZ2dkgS5jIPiUcB+LsVwmbi4zwHfkip+5ngE5mhHMYRjCJv
aNgEJ7J0oY3lRXViBqJ5aK7FqQnecLKy3c+c+VQhqK+higJKc2eBGJ/I3uDLyilvY3UhDJ3UuAWN
ixvHy4JoQ3X5VTEPowsXMN9Qdhe4IZqEAEe4Pi7l+IEA1X1TKDdY6iewiFajhe0fQjI8VwWoJ4i1
fUn0ZGElKaktcJTD3GV3rI+jEklK0Mu2E41irH4Q5IlNgIw0TB6xQaoiBe+JoyaGlK+tJH0iit5n
go75kdDWzAaYeOo1FpHULxV4JEga69SbheGg9XIoruAJD6KPKmwJKE5A8giY5di3lXoK5Qi2hhac
RUmN4YG7qbcedNl8EQvlUagpHNBIZjbMKQTMhWgvhvo6Lcg2qnOyvnM/WNxIzeKbXy0uQWWclRH1
rtTKqkz5QtO4odT8wVkfrUBHxhXhlzb9x6V0U63UaOaJIoQyrRSJ1wJglWMRwaBYj4ZOQn11XDSq
ZfkFjv66Uji+g2slsNdc+cTSyyA7A3IFQD7TVlMgswgpiZRclM1gMY0DqaA44oA9XeefohWK0aUa
LOYhms343IZNGVD/1NW5v0H6JV80IO1jQV2VS1XIjekgYjWsi1Qf420MQJeDuzdy5yHSKU1s+s0c
GR0CiQ2SSkD7yqNooflzJ9P9M2gVIsWmpXw6SAvSDVkOipNwsF2khyhUk3aWmGVqjkxzoCkkUNYk
BdRsVunRLABPg/P4JVl/XbnqHP6gMILce6EYFUrvdltNEb5EmQ9uhNxEHTw9WnOMABk9TLN8GK/z
FNaqeGb7dyYgTECvdjGRtfpsUK2uVzU5k0ogVC36wiVpcHuiJOENJMHjGl7LwFlA96e05TRRouvV
2pk3kSdxsOUBCb40Oda1YnACQgcJ6lxQjLNkkK1PIaMFFxDvOD1XPslXLzfVaSzV0WXoNi0m/zgR
tUtIg4Ojykm+5CS0UL0/zERPuGoGinlrGnIN1dZMPJE7rSpa6e3FZB3wxivKN8xQlM9m1Aj+TFLM
mJSZ8Pifwpjak0KpAFNVjGuBqr+1GOJnCznhXaE4WglE8iBOggmqT+VUvnPbUr6ljB6+81lN8DTd
6N/hJ25eHz3881/Q73zL4fq6DJcdkezN7z+5Wpr6AeFBFGgGA8oYPTlUT66WKn1Aug93X/yOS6GP
bZW0310rSf4ArJQNa0oiRf1Aj/wE2gTp6x2WPhx9mTzjgDaRyEXUr+tZJRDiQduRso5NwYFS5GG/
X8CpoE5BYucmUYwgWLdmsr2CZzuntmQICM0Im3OjMQL7SCeS3vL7ZGE1k5WIOt6u1+TJGEF4YlVG
GIVfa5L/BuL8dv3ZJ9T1dRD7DUnbhR9/HiDfoA2LqoqkhMhJLBjVqLDjfEBIVWlDCQsYMyUpj1QD
Wzs2/bqmEWdRlreSboNtsIMVIDkc4NQTHv2gAMlPUMSRAMlTXsr1YyDOnky2S3BlBCtFWxJIbChJ
7EMP8Yieg3B05hT+EarToHIjRAah8RHBDGoPcofSIEWvwQBWj+waNAOFD5qUnDsl4/3YGuTiAMfA
0RUAbxF+gdMKh/ggwgyf2oi1H8M4m3lVWC3mTpHnJOEXokvMQ6sKzVrE2kC8wdDQ1iJlPBTk2oau
BsbcOfEQhQg/wd5bld/qdbZOb4HmrKVRkq5D4kMVfEgwCI4ve0AfQAmGI6PWlfqsCUg+X5rNwvy2
DsN1coSvWDqnlKEHZDOsNF3xUm4VAbzu1OYRPHnk0ZhkU2K8SUK4SwOXTMLCxvOZpvizMpGmuBqw
MjjtktQOccYkT+VsWgAKbSAwgcbFrH9EFK0mZmc2dSGrYymCDHcrVItQX80az8nNcmwrIcpfQ6h7
cD7nwSomH4Ovu1r493IJbB3PwIuIasNmo+aEpw9S9xH0jSBfc/ZFs8Y1qM2rCaZ/uxCT3IoMncLp
5CyisRnlWCPiwgtOVkFBrSfIUWl4ilCpyDUUGdoXNKBT5RDKtZ4cQ3SX7MPMkevFKG5Uf9QUZnBZ
LepsTGGH1SUsG4JnuoPtTfkjXbrk8smPcrmsJpSiKm7lpDK/5GKY3JHOPJfTxPgs2p5AxTxfUS9j
JQ3v5YENoEhVCgghslikX8jtuOn52lODL4m4Fq9XNsH2iHTU18aW7VPblg3q9SR4l6OVZsYpiKpo
WrnCtZKUzRC0SHBSuwGRCLXW8m+Vtk4uA6dSv8lqCghAJuZJKRxk8sbU11Kmg4qcaC5wN4bAHE9Q
ZqC8PcFWJUqio4WzFuFpkGyCLUqUP9Qe8R3jCfFQXKNGvCmDnLRiIetzPW85dKqcXtmD6AoQPhn7
QF0/koNMT2rQ6JMYstCIzeFPVE8s/GuoZHE8MteaR5gbZjRpSd8L9Qn6H6KOKx0oFKzJF55/vNJc
wguui+LfeJBW+WBamvAVzgJRWnsTRaeUyBfWgVc9yDqBIdh51UI8K8swWI1DzRb0r7aXgQv26rYy
PZlmDcvMaRbRGIXHUDhr1ousGQl16hrnJpaLDtCsIsSDZoHz6Cs6+V1hoSdXpV6aF+u1m94NYDAa
Q8fXDWc0WOdyTktufGtCKdDJwQklg0jzksVkhlE0ScVSEieyn1NAI65VT77IqtzJ0SGQcHpFW5S/
VBIo64kkKRiKcpWoNbvcQ3XAQfQ4skJq9KTHvlrF3iF1Fm1pglAsWbewVTmNh2sTrsVnRV8N1ni2
ZSyPlAIu+hwsKUFYmK9ZkyMsgurc0qgi2buA5ZMk01yJ01Q8bFZp3VxjEOQC5Z1WcnCSRnnI7GSE
8SgrVJbgGJ7dcBdPwbjnhSx3BXMUNKHAKsoGKlvSgJupe5GQ/ZJ9zSgW5O1zaPyR4YnxOEnS/P4X
+mnLog9AXg1Uc0fuSqukdWMoJZI8pIHvEqeq76TUKd9RG2oVjJ4FHFGyoqazClcUbToISvqOwlFD
ZZtAr1KiJSWpb7ixLo5REF1hylJxBEz6ab1gU7z9aC9UutteUdbVJa53Sd7EWp+rkwYVQp28ocVQ
Bj2JPblWAAzAzp3AMPcmBTIvM5J/QOPilbkiY5JQXCkRVePT2+Noo6m7D99WH1awCzga9Z0pRmbG
oIAaKDI7sgkIeDa1WXzCpYM6PXq7p5eLBmaLyhPLpgEZd1f+bcC56cYS0JDcjswbDZH+aZPV0jsK
aS+fh8S9TGQbtCeiLhulomcypZGB7gqgCPwzdB9GmSlnUNGjxRwAavLTu4BYvDJA1AvVI0nfLfLe
1MgRoFK6gBm5iE8GtfTgVNQAeHvWXnkewMFyG4+nnK2s7igrBbom4sJ5Jnb9AuPHVslW5TBuLmQf
jZeffyIdpEi7s0FEo8LV3ddkOXWEjdAzw2D4Iogl0QDbd99ZB689EXaopLZroNUv63aSaCtFcNXK
HEKsRuOIRGHun/hlBLAyirNVOX57Al9Zdroit3p5ALpJbmFoP99neg3kkk1I6ETPiqmc5qjfC00w
ebuXdtDPtxEqyiiH6aRHkCvjsNqRcEUkwaxUFMuGDlSSYVYSR9TbwkmpUBbHcSQ+/HR3uAVkYkxJ
Q4t+gMvw/KEgjClukqHuE3iC+xlxWuVECEz5JIUmc6bUtfqOSvfLI1KEtKQApKZ8B77MziTaDdGp
VVYTWDcBMkAFsmSZxL1eSmewfaOhXIbv9PhyldCjpJBoIkmFpv/OhNouhQJB5sAJl+N42hgrIh7M
A9FDf/XT5z9dtYeGoqMJiAxhdzI1NcoojbiGHZitgRD4VTVFPby4MQZklWzJc2+RzlWad/baaw/I
4mcXIB0J8n/n4E31wOYEKYwhxUzKmQDEfyIn/mqaJbj7b6+Wl1uAAgKc7nwlt8aL7D4gwb9ogdFL
nT3yYieuYLR2ZlYevt3L7hZoLzQFqWvEKbGpAI11e0GVBwikQV3JNCidOz/1hZkJZWGS1ygLhKRh
pr/Qn6GiHTlgH3AAd/vzkCiqBx7ZOtPwqICkpv6scNX6S8mxQtFsw36vvszLTYBtQOLU1A0ubhgb
3Q7dokGjGRXnoVRRHVCOdExv2TH8G1VeV8epCTNoBMsR5PTbD/pqv5wqYvucqmLsPGi+LqW0LkBR
rqpQvQladlcUgP2LUi2/ryWxvIaPmL7T6cs1I1PMg0o98A4xC3btAhU9H0PITLONzJLjyAJRuZPR
HRi//WwvdwH5FYVK8IQjzDa53J1TApkldeYBKOkCGDutth84g+KZZ8LH/YWeeCUEXOgM3nG3p9KD
lLtK0WuJRSkjzURAb6g2mXqogX15rxJKO+zn14FCuEYmEEKJdwQf4Rd1O1vrdlpIOupi8SKYyUGj
j4TMuKeOMZE8JflJqXkUqXW5pRCpFOWiZurOSeIZMQpdQmQSWynFUauzOEYjzHxn/jYHUveZ2m4o
4yRiJivarlg02j7rwIkMQrmLBq3MQq9InBW1XNRjXYgjE/z1gDn1SsP5Ql6FGkUrEY7AUBEc1EpQ
36i0kbxw1BAtj0g03llIL9cro2tNCpE5MDYgiec3ooanibATT20k+mqkL8jn1zp6eG8vopdbUdNM
A3gCthHrchNhe2ZdIq+4cAYF6QQn84V53NTxhU0dnbE0yJLr2shXX1yECn6y3gzXbmszayhRDLhW
5Z33WwkG1TMbfzDMmNaZo9XUSDQD551LYlfCU5EUkU5EBK019oe8e0kE0HCEdYZQXB2l9xrVMISh
G/hEolw5XK3GKdwg4cxZeaE61zRX0d+Z2hdbRmIE0gBbjRJvyJXu7E8DOHaYI7YxTMFvzQu7IWyh
phJ4jagm2wsLOJy8/TJfnD30xxY10FPWRBEB+e4mLcwFhSA55hE4dtToVqWCfTPk7rDVo0ZC+e6d
+/HFCkX0XMfxQeQYLV25JTU+X6FyAjkPprU2lHIEh8wF2DXEVX76kmp74UTFiG/FgXfL+ARQvgaJ
o2jDwPcprh5RE1bz1WwkxbI0AkGSPKwWWvnOu3vpzFLpSiORBc0P/VdsxO6zIf+1SEsV8KVvwvWI
pPUXV5c+ocF+NnCyGy0s71SgGapR3jgxaI+336PUWp+dkwlNN8xugkOYqHAsdzZInjd5JdUBglyC
lk4EuLfUVfaKkd9o6wsd1dNvxir3LlcZQq5CJmeHBTKjK/Xh7WHsvF/sR0pQtcPAopNbQ6g7B55E
eVgKVoQjz4jgw6ApMSIWvh79fC9tia3Wv23ZozvPGvh23SQu/EJtvapH7spBHbJBsPXtXlr/4dmM
qqyftsJVW86Lahh87D6LG8ko78ioX5vwFWAiQs+3YAu46WQQoWJwmMPqiFG01CpvWgeLMpnqZTZY
fXt7FDsbtB0FlbZawwejHI+xPY2fnbaU/U4GTpPkI1K7whX3B+D6WNHX8lQgCZz/nF9Kb1ykItak
gaXMBde+32e96QTK7Git56PcJhmBqi0yGzr1mykjblQDb/z2s22sxe4Uq6R+2DPA8BSOvJ3zbk26
OHUlxGhEZSDEnApIE1RDPc2MalbC98qPC0qiy+NMSvX6ZmUyoAmYzoEAhzAQVmdqajZehQxNWepW
Ki6otkGZ0Xw1RtgTRQg9RowL/JKR+GQ6KxgJtSMVlIwibfStDuRUnHi+lJhTfSE1kA1y7OcYQIKo
etbmSf8divkXZDyevfQXxPQbd5mm1sHD8iCyHtzlwX+wi/Yb//E5LnPTxG+4TOT2CV1hXrQBn9ah
+Q2XaRJpwvDiNiJEqfGTbUVd6QPuyICIjUSekZgNp87vuExiEgMAlsQ9WGiq8TPZQ2NjADxbsDJ2
AWPCj+S2ZOWqOzGHoKyQo0PeZgRN7Mhz56tUObOT+C6mBssQwRBOCRBmin5bLAbHRCuPjaY4TZAi
Uf0TCXELKInIRieSMUKncUhJ9aVNAgOdw7kKSgyMUDxYTCXXynL5m7CQ6pHqxvawVJEo88rcKl15
tBKHmQ/btsmyOXL0JCoHBpTilQWWU5YPvWvTO4eLkyZjhFDrZLoYTPR4FB+bCeq2M21wTFH185zc
imFAHRg5znztDIvZSp2EaBjak0WOlDJsr6GQT2tvOMwMKBlkNGDOkUqfiCoknAvTv4Sh48ZXC+8E
LecVQpuLcZsX9QlWzGT/DHaHqR4F18G1N/bGwfnCflzdKuIVwCpxCMmfrwp6p0EzD6bBVPssLKhg
Mwy/AZVKrgmmhP4Q3eqRGI/QhMzcpSNdRddQLG9WwVksfCIPMdQGzRDYA/XolXjUUM4uOV15MzEd
kIEbZcJ6BhmpRXVRY74ZHwXrOXpKh3pxGQszp5iuChQBpGEQBSPAxENplo2jXB6tnVHxpb4Xvgnf
6ntx819x89/2q2Plj09fHUu+zx/l++0/5aNnkSaeqfflo3qvcTyBsZA5yuoz1P8W9dScrfy5DN1b
NWGbwatBrHeoHAdJ+C2AWTEViQXK8VdgfNTyCfGsvwSWqqCiRhH6G6Tir9bikY90rDwbInB35KDa
G44re2amSBee+6ilaNPKoc47cNLzdDVaN+fgMBT5krYMacZXtDzC+HyQHhpkW9DmRUpJ5kuEzq0w
QRb465p6u6iEB0OlHjXHK/42//Wv16M1yoPm0PxWjtTzYTrh9wZWrE7gAhrfZmF66CVkAM8BOg6d
eqIgPFOMDGOkr6cQtuoLntOBlAHLIR/DLK+G6k194VDdfWpmFyFc6+h4LR9GJwtlnBw6BayxDDhM
cGUL93Z2Hupz+SgopvaMvx47n9brq7XyjRJYF7o49YQvLFVb5bxXjRF0zjGKhaOWJzyo4+lasMe2
g9ppy3wsj3x/XMcjVz1JwbQq6wunOFTKGUqelEZEYDTigUEzo5i/Ol074kgAJoPY8kxbnCqL02QO
kWU9hWyUzweX3zTitKY0Vp2ReZ7mx44zsWP296iWbzLhIisLpHmI8adIOF6QGqwenRv37HQ8HQ+C
48HjdLUex2CmrVNhqLlDorLmKFJHTTNFTCHJACiNsjMRqWvykxNTmUNsC26E89KZ0KJcTzR7ktWT
NbTrVjBAnvshKpSfB04rYjtRhXmFRJS1huuVkShXRWCbUHbR0hlqMjrxEPlXG4CiODYa4dB0TgJ0
LyT3Dv4NpNrjFEBwPo8Ajyf+3MSZpcpnOzaTEgIXooVp65IX/QRecHUVrh59ytjYSKgG64mBZXLV
YDw4STFG+yUZcMCcA1b0MvEwenCB02H/jkCDQklpqZsjwHJ8Hjycg2tgaLxRZGmPYIMqpIFGkvHN
X9Qjx1ialfA599D6QKruqFZOQnNiBBQbsG8c6bM60HjSWSRO/ehTJH4Sg0lSnoB2smSPMDRiv4Yw
kpvjKjhRWuL3YILbPoymRXAh1jdAAtRkWtrz4tT4XHEeSsP4MryEEMa/dUs7b/8nOi9Os9PNt/ne
009EjldYu1RSaA80+CJP/2rZKFvGp+56lFVHHIzNSfO5hiqJjByZaJJ4Y6TCwCldrNQzsGNSfcey
V1yQbXdZEJKqPtNqpMjkz4JIudixW7CnVvowR7ECvNUwEJEzAEsqXCH/M7LtIzsR8BEjsKpHmZcP
TQ2lZFLhg/oYYR4nOUq123CyQAKXyi2Ekr2mgPG30L8go5KR8icnzKxGhNOgLbasQJu5uRsMF/Q8
hkPYmDKg07gcpuYshpJdDElym8mXoNKnwTiCHmQk0JeHpqXPvbuiGq38bKRCt4rPdPtTzPWIPp8Z
HWI8GgjxO9PmLAGHro4gJK7lL1GqolYMw7oUSPKuJ+6AvQOMYSA3k9qXL3J4uSGwC2FlEbeaRMca
m9bN0ZhbTxIVZnWuTWUDrkC8mAZV8mhrwSjxOGIJsXhFjGwK4Eb5diH5d1zsX72A9EQr7KcCZAEG
NEYo6yLM08migK6l1uhAXooxKXq7HNkmSoaFNCpU6SiL9IkQJCctA1SrqQ8rBIi9p5Oqeqzs+SCD
41DNKHfiD13RmXrmhaAUIeLvKjJONgdF7V66WoROL0x5ytYSwjcFdShlcHnN83B9LQFmRIxn4svq
RIxWVIcySCgkNrVmygaB21khrL+BLT3zPWkO1+4cld9PYaA/yBH4QPXciX7BYD3/N6aRJBH/k3AH
3rJHP94VB6dFxmwso/w7uO33v/cdsaZ9INoEv32g4gA+Jwdp/EQ0CWhSfFzDLzPxxr4bobL2YUBI
kLDDJoCht77OdyO0/RHNUM6R6CQjhFL0ExC2jcf3zAaleKtBgIoInAEviM52fDQByiT4TQdloNw+
Vmp2Re0tIDAriAU3sgTavVUk1JxrE76ggFjzYUlKHRgU6HWovlOtkerDta0fRY2YjzINlfR/d3ae
YJDEVEWKPRFmpqgppDFCHW8ttv92NbmeXH2ajP/7wedlli/T6OAaBE5n8b3a5G/OEIgVUaHENnk5
MoDSb84Qwl0w0VpPnVOL6mTPnCHlg0qEGoUC/hY+dRtD3DpD8gcS6ORPSJgahN8gvf3EOnxKeD5b
iK/NxfNgQZoXSopChDSyQ6SXU007tCG4TNw4aQ7d3FWHblU6s1grT7VAuPTU8hOn7LiwOU41FXKJ
gvBCWgB3TjV0lahkQBC5MLMzf5UF3waU1KJEAGIxITFsCLa2PCvX+mclBTvvBl4MXNmVkJqt1XMR
XPbEc5vHQLO/qoITTWsIq3MhWHCXranJEIRXULXBlgClvCzyGkpOGatHiRSgBpRzaiN4Oq5M0yFx
Z7pchGWcrq5SmTyvs5aAKRbuelaDaxwGhoSmEKJR8dqYQPU/zcKBOjVLWG6ek1yoLkazNiCsiYjv
TawqlpO6Z1GoX4kO8D9NTEcK0kwjfvksBj3dxO4nZMYvwbfPCeudOq48A2/ZTEKU+OHHDQBja0o1
HnhJgxQ72hmpYc5UsZAn6KCdgtx+BAcIscwGpA2dbx4WzbxuRCh9KqGxsERuvhLFZeYEVrbQz2z0
43EY4c4pqkCVlXWKxmNeUY0mGxwBcS8AdNb2HBXL9UQqsb0y/0RJ4CAvIvOaOp9HsQlZBAn4WZjH
62WarR7JlWfIptlttLU+yiVIG749qiKkWhbro4UPBpQiegAviZqTvjaRmzLOIzd4LOqUUHOCSpse
hQAHjTQ51xuyzShmUsLDQxlEQZYlhHueZ0dyLdbDgMrVZ1GKu0N0KJ2pTCEKg9QeWojrwziTjOtK
ujOi2kPUJHOPa9e5dmy5iSntFCISl6fleM07LuLG++y6zW3oGLPMtZnlAkLfKlrHF+iDxfM8raoL
lBr1YUlR2uMmyr5mmWPOwoQVZwT3ZaSspuDLkKmTFxNVK43jgdZ44xTy0kkm1XMDWtpMKNe3kK/g
UvhEvZHkxy2T4fODcU/k4NA0wnNEn2+IPU24qvAVEM1JH8E1TiEPjZDZmK2o5DfMKKxaRM6kTNyh
YydHMW5tWn+DAzD0ixWehD7KQNrnkTRLyUaVYXKysuVRJH4tMdhMbz3RUrRjF3YrdjOk4N+YMghs
DnCAg2BmpBeiQy2all8J5uvMLwbDQAfWoCDCoZ0iRzWhMiZOtiCdG8hVDVHAmSA9OYrKcpbe9nhz
7KHK+D1O10anqIzDtX9JFKq+WmYF4M7tGdj+9AIkYn4T/9ovvd3Qd4Pjpk6W//yXewCteTsCpOk7
wPm2IN5fXzS0Ge5bDQQWT1U80DLhpw+kIJ4AAVwC/PnLQRBTNO3p58TnP1B6j+AuAJ32D5cKHT6b
oT+agxejemWe3v6dt57gd3MMjsCec6ApH8AIcGWSaNr8ISD4bAqElseNhaeKpLw2f546/LuaA6y6
vdaBYn5o85jkLYynZyRJ8nwOTPODCIedRA2CLe2fpw7/juYAoPCecyCjVAo0jAzDdiF05sAwP/D8
SI+aEP7bP1hRf19boS0wv9cq0FnqBuBhfbvUWemdVaB/IJoNF0aTn6bg724nsEb3nAMBnlG70cE2
//6QzyZBMuQP1MihcKf+E0//Axvlt5tl5LjBw+ZOcZfZa1fPH/3C9jh9+fPvR+mGm6Vog9/lJja/
2l4yT70/Havt5//auXM2B/6zH/6X+/V/fvax87vZi1/+/vDP+3r+rc6jvvoM228ekh6y0nviwptr
+ftTnVkhN9nIImXU8ZXa7fD7IF/cor/tlLdanaH5HAVW9LBtqp1CkzW2b8Ony7V7H2/baVvFM9t+
fPXW/6HxXltYJAcXbRptecCwD07dVbFk+W6b3iyB9uja9wFuIzdfPhxc51a+zLbNbVpXuRv2bX1E
A6kVHHwMl6l733mtMpk0dt4f9sBgfmiqRlbq3t0trc7UwC5syRMk799p/7UF/Jtd9HIDPhmP23X8
8z//PpzNOhE19R9xA38M7nYleHpYph+jByg9nQWEefeHL/cH187HIst3IjMt8n/fZofLwHaLcNvQ
ZjdhcO/dbJyhbbQ5Dg6XabO04xIG1bbdTS+EffbuZRlYadE9Cno4gYcFldZ25lrpYbjjZRRaqb99
7nYWWtbyvrNwlDIN3etC72HBTbI83tGnavH9+4521CzvnZ0IYw9zi6jm7iQYxL73He3USuPlwVHW
tt1ZZxg0+zeeWtH9cttOuxwIeO7d6gyVcCvIrXTbVNuw2cObmxGSiLJl3Wn3rWvxB0+22TINrajb
bB/zgB3Vnd0W8LjvghilMZGMzkmGc7J/u4dFxJnTmQToTvu3e3T/4nBAt6WHdnMr6I5W6mEWjgnI
dhcYIM39B3tsRQenVt1VgNhQQ/ZdDnMLJdnuamhZZXs3S2HqYtc0Acy+f8vXQVxa/u6Qe5jjucu5
ni8jskhu175tQZN7T0ixXoZ3cZHa27baU00CLbd306dx8MCcbBvatKv1cKydotC3425pPWyR0/Zs
7wy2Zf3sO79ny9xZpi9uOamlMe3ddpxWVves6ONqvoh3L3x4lvuP9iImLWhbwbalzXrow/2+irnl
uhuPaM+2mz38b3b0crfhNkq/73u73pyaqRt1YgYkdXtoOiFosG2mneENbHzvAZcWDl360Gm4Rcju
3XC1fOheHuDc+2jWzZunXbdtbDMXfVx5t37KFHeMS7mP++N7DObEjeyHuOs2tlmRfWf6E8bVPetu
RAps29pmTrQeDjlOZC6opZ12F3QfXs31Mr3b2dtGDysEx2N5ED9ivHR2CxX3Wg7mvpN9xlHn0Pb9
8mHX04OX1Ic9dxJncdmZbaAdKlyK/Qf/t//ZHv+vuWZklIjJQ28CbA9yvyWcv9fdnxdaQy3iN4zL
82j1G9HuF8HuN373T4qMfwxsgqgdM6WHW+Mj9cyDTqPvvlimxl7Gb4XbgfFmFYH87RJ5uu+3n379
Wh5yJ3c2bStysu+OHRbAjR7cbUPtWJUemh05VufS7OOiuFomxV3g3rfHF7blwYgMf+ckaElx+87H
eBnG92l7Zxy8318PK3BE3ieNu6mNFmG373NQWjpO42zbUPteW/2HvZulgU1K47HNaES/zdG25U0/
PXhnIytZHnxapg8de0PrwTkbey5eX95Z8W0SdN+Zmdh1km+baaeh1ZPau9FVYeUx515wgIhFtOyc
KXoPy2SCKHPabbYPK2OSO0Aeu8e10cPuvGHbz6xwxzBqGdz7zvTMuutuwkEPr2/m7FwD79sN718v
LxcC+b79J2D0t/+bLw8e/umoRDSks+ukth7EvvN7sozqzupF+GP/Vufu3a5VAMW+h3aXWZw7ncsF
I7OHdt27nVlQe7hsT8EM2FZ23w3QS31cI8Q44zzvLodeHCcrsKrOGSy17NZ9VxmhrJ1Ge9jFp1yk
97txtx4W76lVcPq63WwjTNs+pqFteTc2tMH67D3DcdOev+AxtsNs7zrKXW4//rp9e+Zi4m+b2bTa
x5WxabV7E0Fk2Xbz66N9OobRQskyq9g2txm12cNCvvrbvxTRLk62j2zTFZ5JF2Ekiz2YsdfL+t5Z
BsGyY3FSZmg7M78+0ddYa87Bx43BuW2tnWcYH9uPezTeRm+6oVlKGvXQ7pMGwHwZ70TMWoDnvnvw
mrhv0F3SckuH2bvdgvpR22Y2U9zHzU/l7M5FiiL6to893tvf/nd8cBOHf/uXDSLkIv3b/4nu3aRz
KMlKD3N9wzbMduZa6WHD3FhRs3tAg93ef2Zu7RcbvI/8IXECH7zNwdTKum+zj1wc4Ed3x6ZHh2b/
uZgQh8ndqGMSbOTx990p3174IIi97T/eb254Z91V3VWs9zART2fo9Yv93UcyjmrIBzcYc538FoTB
/afj41297Lw7A32UVq6s1eqBkNjWM3ivlz8vDotS5O+k13+gQOyjjVfrZpiX27lvr4oeVv9HMld3
lut1G+7BVPuYUqqje4b34BYMrcgOrAd4hM/noY9M22lttbC+TrN9DJj6E9257eMia+mq3V2q9DBW
wqJ38UP3nfVxjV2n7sHcivxOKKKPiAEbvBvx7+NePCTCfXDSfrn+ePV8OUh92OxHoIqj5Y5xI7Uq
e/tej7TcfXUbXtO+rR5bSXf5oo++/1hP6hTpvN3jjFtm/6afsqEn8U6AFfnJ/dt+utFfabsHa+HE
aizfeTklPezrudXNSZBQ3X8uyDdb8YstovUwy+T3SRDurOU+LFMCVQ9u2fWWkSPtYy4Cq97d032k
Is6WSddPllql73339IWVAhYIXku6bzTt9m/ff2GqIIfew8Dht7lJQk4m2zb2FJToYdVdA4Whsms3
Ck8R5m1Hv+423ziWu4txk+Ue9vWN5bkvZxpzvYcxWy4xq207m0nuw8K4waFtzcLdY07u40S6be6W
r0xHH+DST+4yp3JQZz76OOrOIQPF5cFRDiAgOfjrwYS8Y5wX33fm8+4oPSH2sGS+d3hSRFbm4EP+
9WD7v+5rnaJG34OPcZ2Q2w/q184bRUJKafucv77FTt2HByBWE/Qqt421axaF5zdb5xT5IcLf91m7
buvaYc0za7/97xOn5HmnKDJTwPZdH/n9nCPXlVVbvKDUDf7f//hfmd9+mqU1iSdGcEjuNLS2b61z
HkJz1JU+Mmc3LngGYb4EDP78CQ3KByDgu/3Wr7+26yVOgb9d7tlfx64V1/hL7sEl+BirE/NqNdk3
cvv73k7j2H+ImcAby8eNdENr+xztikHwVUV1fvutX3+0E6twU7dDEpOoQKmjd7x/4xeWELjCPfwr
IcuKbXvt+L/30UMcCNiw/UrLPZxBcyvJnR2z5mlq3r24/sTAEpvqHzKy1PJRdxMbfcDO8cMe48B/
5VbRgb3ClEa8HRAp1eaoFbVdaH+03/68905pdoDFHfp1O8hXRA8QFog4m96Bdcb38Mbf+Z2/B1GE
l6m/FuK643p8f+QfvEU/RrAZ71tg+LadzYnFfbn9vH39P9nujue1iQHvNdJJkcbdtBZi4S/RlD83
zKfAxGuyBBtdjb0GvGGV7+7iVu5gz6n9ngZ+KaVA+ZCXGfefm4/zdid0vXwKI1IUjFo+GmpCiOkg
jbnf0rhAasveBcXr7RWvUrmGYkEDBDbFNxGOP2ojsmasnYWIGjxliSiPiJS81FZbaesg/aH58qMd
DWGOAZS9fiGfgVonhREHlDjj+ajRgYx9D92dgspKsHrD7qtCTlIzqYxBhSIJc1ej2FMfnVm2ky7v
ti215wP6YdQBYzkYrAaKWVLXcvvj7XFR/C5x9qOT+JuEx8EfUOYo9kGRUmZRgdPUFnh5E4D11O2f
d0s9OTo/cks9m6sXt9Dz8X+/5J5/a8L+zrfCQp2+tj/ZfvNNoD5KlDussVZ5dtk2Xr/yRn/wchnV
yY6ERB9W/IygLDstdZPtCJ+M7Bc34bNp/cEBH6Ea0Gm0DzDJUZZay05OGBngbS+/PrmMdbVtZTMB
fdDmjuP0YWcK+mBDnRSV5XaiAFIfafH5Eo2ZLliZK3A7Kb8+teewSbetPJlDPfiHl1x7aafVlxfp
z6/Ya6t4cA8+ptYuauTNa+0Ht8MLveJNza59T4XbJ6mpdswHk9AlDLUTOZZ7mO1WcvmAxHTH2d8U
xdt3+F+XBEufv0dqmm0//vqSO4sPWHT/lB3sBqWf6uPseRDPWj73wXVx90CUF75KZyuiGN3HsQw+
7O61aOJ3gfUe5ugd+fY95+jX9brf7Pi1y/pfSVmsdeK2t/+oVSFsl+crTvKzU+eF+fF3yH981WPV
3hfB+/PexJPG3b6v4vn4v7/J59+atMtwf0twGbhNJ7Dcx2k8ikkuHVztRBn6SB9PgoNrKygtZOG2
h/DGQenBGJzBOFuCL7aeN/wyLvJs9/zgtQqY5aF1TJ+3yym5/bjHJcIEp5ZddEYsvSmv+INDvoC+
1Q3KU3DtvQG/tjr/lY6+re7jv4k99zEt7rqv7L2ZfT9PRVzPZSFsMOFDK70D8LpttN0f7767H+nB
Ltyguzv6yMy3o2U7d3fHu0mI98fbMiaHlsMy7jTdB3JqZNUYb68ZP33kuUc7q6MPetg4DkGDd4O+
fWSVt+2+zofuA9aDhO+uMnAf0kQc9g8I6xbdCPPLcOovnPZ4vu7zvUdRl+3HXz/qj1nHO++PAkP7
t3tqpS1PYJfV1gdjvpWIydr6nx3vQ3ozIPqj1xPyiXncGhid9DQVevefkScN5hM3z7PNaXq2LN3/
z93V7LYJBOFX4ZhIPTikln2qVFOTSGlcqyau1BvByKYhpgKjynmjvkNvebF+w7IxgzfYglFj9Wgs
wf7M7vx93wy/QSQwIOorn/OAR3RtiUoxHupMRQt/UQzfS+4RfdfLUugC6lYVNjoxR9yuABGp9XEg
l0lmugxtCaKzWqh5hOqeKI1NZWqoAoa6FfYwaBKc4hFRU7OVNY/SZWS85NFkoPsC3s0avyAgyCMU
zasR2u2BwHsd2LKAneolKERqIHDFzXxuFdnU7KyrnAJRuLHGyK+DDpXzYyzBhVXSCRNms3r+HYeP
Wz1iWpW+DJ8SE7j18QUehQIZSALcqiagtIB15iIeHoTn1UlcIvNy0FV5O8tf5UC7mv2473aCxnsn
vFXVp3RJI+LMikYc3ZGqcwRUd63MqkTEf5T6T5wIJ0F2pSgWC05IAOqcJE7qhVQkcKTjADYlD0tI
9IRwYQAHK6qCUyupIkFhdP34gSLQJvU9EMisXOVgdDFPFOA4fb20t4ZngGMiQMFE46Ix+X3k6SBU
Ptxodo1fDAXspWmY5nrepBvQ31X/bL8Md2leH6wtcULmqA3whL4jbOOQhj804rdTAyakQFelUJ0N
7REi6dVHYx5/ffUvwd4hJmhO11meoOpTSCfkr/zHhImghD01QoX8enBMwJyfkVJJjO6CBKHOScjH
OrsJEa5fL89N17WE71PA46hzLQxCUjem70jU83aSRINSmU0uUdTbjX5E+qKim1aCrOWiZjHlrXXD
pKKObBSk+yzSxt5DRyqhUuOjKPd2j6UqEdwv31/gCmmzSf+/4EKJJLxgmyKh/hBuY8QdCSjEdYj6
1KWEFnO4DT7B5Y31MzYJYEe1ULTXtzdgE9zDkdRvKhS5RK0VB42Bsw0i1eV0+AcERj4Jf1mOHxuK
E0tUbJ5EtaJYEpUU5/4aCTluNElEBCYoPsbfKnFmaYG/h0ge8uZBRUPDnWvZrovdNNoEiOQYlQsQ
rVpY2sv11P+J1BFNwVBiUYYrE9dLhQkINZRUBg6LmUMrkbhVwZHrMEYK4p31MUMIMkNpMhVXpROL
JBB4YNSQmdkpABp33xQveYAFziTVljAlPDC7+WglWPlejoYBtcEKSOY3bG+k4sxuvgFhUq8rXb3A
Peuf7WV/z8i0JcBRDlGkKUehD60eKI27j5Aa9aG97KOCew9AeIkWHiXKTiHS0TdynaTWlxyMT9iL
RjNuQCy7Xu99fwgaELD+h4vqmlycBp9I0vExsAW6Oj7V2ZyIe2egKvzbWaq8T4Ed0+6tHkATnPwq
TJArYWdzKJDB/5pnNTKHLZFK9Z7/oKLbNqweSRBR9M/XrpKqvOwWx/S00vRXrx5b0qP+LzMfhQdj
4JSwF5fi2+DK7+H8quM+Dek3kVn+w1kamDQnNsuqaGhBr4hsGQYLYrhfH/4CAAD//w==</cx:binary>
              </cx:geoCache>
            </cx:geography>
          </cx:layoutPr>
        </cx:series>
      </cx:plotAreaRegion>
    </cx:plotArea>
    <cx:legend pos="r" align="min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96">
  <cs:axisTitle>
    <cs:lnRef idx="0"/>
    <cs:fillRef idx="0"/>
    <cs:effectRef idx="0"/>
    <cs:fontRef idx="minor">
      <a:schemeClr val="lt1">
        <a:lumMod val="95000"/>
      </a:schemeClr>
    </cs:fontRef>
    <cs:defRPr sz="900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</cs:spPr>
    <cs:defRPr sz="1000"/>
  </cs:chartArea>
  <cs:dataLabel>
    <cs:lnRef idx="0"/>
    <cs:fillRef idx="0"/>
    <cs:effectRef idx="0"/>
    <cs:fontRef idx="minor">
      <a:schemeClr val="lt1">
        <a:lumMod val="9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3175">
        <a:solidFill>
          <a:schemeClr val="dk1">
            <a:lumMod val="65000"/>
            <a:lumOff val="35000"/>
          </a:schemeClr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1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9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9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9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BCCEF-06C7-4742-A35D-66B12B4A0935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9D0D8-52AB-4DE6-B40B-B4BD308B1A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1409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9D0D8-52AB-4DE6-B40B-B4BD308B1A0A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0051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9D0D8-52AB-4DE6-B40B-B4BD308B1A0A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2450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A9D82-564F-1B90-7E46-5C304ABC9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800473-F344-6F52-0548-00DE0F501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BC96C5-5FE4-E1E3-6DB8-4EEB1510D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DF6396-C563-9330-FB9D-2DDC86703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B42ADE-6F15-C61D-8052-02AEDF60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843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1C0C1-D437-F13B-AD79-92665E549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DF89EB-5EFF-B563-B2F1-1C1AB3B49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C0B158-055F-C95F-8115-0235684E0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4F7D35-7BC7-D18B-B325-B39AF952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1B95E3-0143-2AAD-36FC-5925039A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621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57EE9-7676-28E3-2704-8A670DDED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EB278A-19DF-0D4E-4C7B-AC0EB189D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1E46B-FE6C-9D84-0BA4-B9567CF2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45909-E146-1B2D-CE6E-E087904C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DAEE22-EE1F-AF98-326A-5BA4CAB5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253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12C40-63EC-A302-0AC9-1FC6DD89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997F2-248B-858F-9468-EFB17E332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14F763-3F26-4841-1CC3-ACC654FD3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C9FAFD-FE8B-4381-0B6E-192E5F0B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70522D-B449-EEE6-9F30-E6C9B7BA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3B1AF9-85AE-61E6-EA7E-3CA00EE8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113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4E753-9D2E-27EE-23F9-F3CD7B73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34341B-C7DE-2009-4A29-332325F8A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11FE72-24DC-FFB8-477F-D37EECF8C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7F72CC-5CB9-9843-4EF2-EF9E69B63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663AA2-FB44-54DE-8F4D-064D37EA9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1423486-0B24-CB62-05F2-71BCBE80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5A351A-6215-4DA9-4936-922BD178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110678-DB41-A32F-D079-970CB301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6734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D2CDC-BC70-BA87-F7DA-375BD8BE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766D97-3D6A-F913-2853-3B614A72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E0D461-9375-3A83-6EE1-C0B0F615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20BFEC-2F38-A9FB-533C-79D9086D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889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C96D06-4938-0E6C-C095-18C06714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42D198-D815-E540-D21B-B66261085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FEA291-AA5D-29D1-7045-33B012313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070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C414E-FC5F-9DA5-952D-36A151F7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36D1DE-1040-B23A-D9EC-BCFA49464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5A62B8-1017-E74D-7E6D-DCCDDA9EC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45D41F-5048-078E-995C-B48D37D6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B98FF2-1A90-8C20-38A7-2311E2423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1F01AD-F2D3-0E70-9BC2-99FA6DF1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0800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C134A-FF84-36D9-34FC-122DE86F7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C36290-E104-52E3-A4FC-450BE0321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EAA3FF-0076-2BE0-A8BA-A1517CAF5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DE42A9-22E5-B2F2-2C26-188F8F540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05A163-C4BC-DE3E-AD3F-F0230403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DF654A-B875-921F-4C6F-8D427DF4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26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43F0B-A8C0-1DC0-C91B-D2CA4CF5E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89D4A7-E268-DA86-5483-862A601C1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434E7E-C4A2-DC2D-1F59-21676A78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A34C16-9371-A5CF-2D92-A65AB1BB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579DC9-EC8A-442D-DB68-09F4A31D3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06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E6D799-8524-5771-E943-BC0EAD228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3FB3FA-7ECC-B6BC-93C3-135DF91B9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9326B0-698B-015B-2263-B31A2EA6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963D35-9625-0BF2-29EA-EE6ED6EB8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52478C-6576-C4EA-7726-730F0EDD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524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11BC83-4AF6-6267-F432-995A45F5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F9D011-B1D0-9F15-583E-F28102A1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8BB54E-45A9-651B-370F-B4ADED309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17CD0-E0AF-410F-AD98-BF192A3A518A}" type="datetimeFigureOut">
              <a:rPr lang="es-MX" smtClean="0"/>
              <a:t>06/04/2025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E8A20E-8904-56E3-1558-CFA84A62E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E2E656-729B-90DE-A9AE-D5E6F2581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239F7-2406-44D4-8314-0F4AF15393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409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tharvasoundankar/chocolate-sal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abitación con servidores iluminados">
            <a:extLst>
              <a:ext uri="{FF2B5EF4-FFF2-40B4-BE49-F238E27FC236}">
                <a16:creationId xmlns:a16="http://schemas.microsoft.com/office/drawing/2014/main" id="{3338F47B-0CD3-0702-8012-E6A316925B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573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4BFBC8A-A01A-6AA7-0922-B0AAA85F0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5337"/>
            <a:ext cx="9144000" cy="2900518"/>
          </a:xfrm>
        </p:spPr>
        <p:txBody>
          <a:bodyPr>
            <a:noAutofit/>
          </a:bodyPr>
          <a:lstStyle/>
          <a:p>
            <a:r>
              <a:rPr lang="it-IT" sz="11500" b="1" i="0" u="none" strike="noStrike" dirty="0">
                <a:solidFill>
                  <a:srgbClr val="FFFFFF"/>
                </a:solidFill>
                <a:effectLst/>
                <a:latin typeface="Sora"/>
              </a:rPr>
              <a:t>Data Viz con Power BI</a:t>
            </a:r>
            <a:endParaRPr lang="es-MX" sz="1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323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0AFA1-3D3D-8346-519D-E036122F9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73480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Introducción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1EDD62-EA85-42C1-1D88-D9013E973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Se realizo un </a:t>
            </a:r>
            <a:r>
              <a:rPr lang="es-MX" b="0" i="0" u="none" strike="noStrike" dirty="0" err="1">
                <a:effectLst/>
              </a:rPr>
              <a:t>Dashboard</a:t>
            </a:r>
            <a:r>
              <a:rPr lang="es-ES" dirty="0"/>
              <a:t> sobre las ventas de chocolates el cual nos ayudara a visualizar las ventas por países y cuales son los chocolates mas vendidos por país.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0907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1BC2E0-17DD-01B0-C957-03E10B55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s-ES" sz="2800"/>
              <a:t>Muestra de datos </a:t>
            </a:r>
            <a:endParaRPr lang="es-MX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FE20A2-9D99-01B1-7DD8-61E17259A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17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esta pequeña muestra de datos podemos visualizar los datos obtenidos sobre las ventas de chocolate, en la cual se podrá visualizar las ventas por país y por mes de venta.</a:t>
            </a:r>
            <a:endParaRPr lang="es-MX" sz="17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FAF1C3A-BE4F-E466-5B52-47FAC5D32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488917"/>
              </p:ext>
            </p:extLst>
          </p:nvPr>
        </p:nvGraphicFramePr>
        <p:xfrm>
          <a:off x="5018440" y="841248"/>
          <a:ext cx="6687497" cy="5276106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1338513">
                  <a:extLst>
                    <a:ext uri="{9D8B030D-6E8A-4147-A177-3AD203B41FA5}">
                      <a16:colId xmlns:a16="http://schemas.microsoft.com/office/drawing/2014/main" val="3083955932"/>
                    </a:ext>
                  </a:extLst>
                </a:gridCol>
                <a:gridCol w="947504">
                  <a:extLst>
                    <a:ext uri="{9D8B030D-6E8A-4147-A177-3AD203B41FA5}">
                      <a16:colId xmlns:a16="http://schemas.microsoft.com/office/drawing/2014/main" val="251698842"/>
                    </a:ext>
                  </a:extLst>
                </a:gridCol>
                <a:gridCol w="1457753">
                  <a:extLst>
                    <a:ext uri="{9D8B030D-6E8A-4147-A177-3AD203B41FA5}">
                      <a16:colId xmlns:a16="http://schemas.microsoft.com/office/drawing/2014/main" val="3532411213"/>
                    </a:ext>
                  </a:extLst>
                </a:gridCol>
                <a:gridCol w="775908">
                  <a:extLst>
                    <a:ext uri="{9D8B030D-6E8A-4147-A177-3AD203B41FA5}">
                      <a16:colId xmlns:a16="http://schemas.microsoft.com/office/drawing/2014/main" val="1579474738"/>
                    </a:ext>
                  </a:extLst>
                </a:gridCol>
                <a:gridCol w="797427">
                  <a:extLst>
                    <a:ext uri="{9D8B030D-6E8A-4147-A177-3AD203B41FA5}">
                      <a16:colId xmlns:a16="http://schemas.microsoft.com/office/drawing/2014/main" val="2258768439"/>
                    </a:ext>
                  </a:extLst>
                </a:gridCol>
                <a:gridCol w="1370392">
                  <a:extLst>
                    <a:ext uri="{9D8B030D-6E8A-4147-A177-3AD203B41FA5}">
                      <a16:colId xmlns:a16="http://schemas.microsoft.com/office/drawing/2014/main" val="4084334858"/>
                    </a:ext>
                  </a:extLst>
                </a:gridCol>
              </a:tblGrid>
              <a:tr h="297726">
                <a:tc>
                  <a:txBody>
                    <a:bodyPr/>
                    <a:lstStyle/>
                    <a:p>
                      <a:pPr algn="l" fontAlgn="b"/>
                      <a:r>
                        <a:rPr lang="es-MX" sz="1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Sales Person</a:t>
                      </a:r>
                      <a:endParaRPr lang="es-MX" sz="1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lang="es-MX" sz="1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Product</a:t>
                      </a:r>
                      <a:endParaRPr lang="es-MX" sz="1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Date</a:t>
                      </a:r>
                      <a:endParaRPr lang="es-MX" sz="1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Amount</a:t>
                      </a:r>
                      <a:endParaRPr lang="es-MX" sz="1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Boxes Shipped</a:t>
                      </a:r>
                      <a:endParaRPr lang="es-MX" sz="1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86746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Jehu Rudeforth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UK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Mint Chip Choco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04-Jan-22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$5,320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180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98098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Van Tuxwell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India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85% Dark Bars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01-Aug-22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$7,896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94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212772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Gigi Bohling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India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Peanut Butter Cubes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07-jul-22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$4,501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91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504462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Jan Morforth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Australia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Peanut Butter Cubes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27-Apr-22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$12,726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342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20088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Jehu Rudeforth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UK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Peanut Butter Cubes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24-feb-22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$13,685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184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96815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Van Tuxwell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India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Smooth Sliky Salty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06-jun-22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$5,376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0646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Oby Sorrel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UK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99% Dark &amp; Pure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25-Jan-22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$13,685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176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978723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Gunar Cockshoot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Australia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After Nines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24-mar-22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$3,080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73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26242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Jehu Rudeforth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New Zealand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50% Dark Bites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20-Apr-22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$3,990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59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611137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Brien Boise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Australia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99% Dark &amp; Pure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04-jul-22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$2,835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102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921196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Rafaelita Blaksland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UK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Smooth Sliky Salty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13-Jan-22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$4,704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62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618847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Barr Faughny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USA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Orange Choco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10-mar-22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$3,703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330172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Mallorie Waber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Canada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Eclairs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13-Jan-22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$1,442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286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7916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Karlen McCaffrey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New Zealand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Drinking Coco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28-jul-22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$168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156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695656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Marney O'Breen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New Zealand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Peanut Butter Cubes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03-Aug-22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$8,379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173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457308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Beverie Moffet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Australia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Organic Choco Syrup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26-Jan-22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$6,790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356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93450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Van Tuxwell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Canada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Organic Choco Syrup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14-feb-22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$4,067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42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212597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Roddy Speechley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USA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Smooth Sliky Salty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05-Apr-22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$3,017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140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01359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Beverie Moffet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Canada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Milk Bars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16-feb-22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$8,799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250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60589"/>
                  </a:ext>
                </a:extLst>
              </a:tr>
              <a:tr h="248919"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Curtice Advani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UK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85% Dark Bars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08-jun-22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$1,085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0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172</a:t>
                      </a:r>
                      <a:endParaRPr lang="es-MX" sz="10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96" marR="4896" marT="73211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360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823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E3527-D311-EF28-FD07-703135EE3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3C9DB-43D4-DEFB-70B2-904C7AD10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0" y="365125"/>
            <a:ext cx="4953000" cy="1325563"/>
          </a:xfrm>
        </p:spPr>
        <p:txBody>
          <a:bodyPr/>
          <a:lstStyle/>
          <a:p>
            <a:pPr algn="ctr"/>
            <a:r>
              <a:rPr lang="es-ES" dirty="0"/>
              <a:t>Ventas de chocolate</a:t>
            </a:r>
            <a:endParaRPr lang="es-MX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D523E86-9A45-2B07-D7B7-335FD2F1B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492" y="3326605"/>
            <a:ext cx="3075562" cy="5381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Aquí se puede visualizar los chocolates mas vendidos de nuestra muestra.</a:t>
            </a:r>
            <a:endParaRPr lang="es-MX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A6480BF0-802C-CCEC-3D57-DFD17011C01B}"/>
              </a:ext>
            </a:extLst>
          </p:cNvPr>
          <p:cNvSpPr txBox="1">
            <a:spLocks/>
          </p:cNvSpPr>
          <p:nvPr/>
        </p:nvSpPr>
        <p:spPr>
          <a:xfrm>
            <a:off x="7790947" y="3326605"/>
            <a:ext cx="3075562" cy="538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Aquí se puede visualizar los chocolates menos vendidos de nuestra muestra.</a:t>
            </a:r>
            <a:endParaRPr lang="es-MX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95E23D5C-2C26-39FD-1E53-CD2AE1994D3E}"/>
              </a:ext>
            </a:extLst>
          </p:cNvPr>
          <p:cNvSpPr txBox="1">
            <a:spLocks/>
          </p:cNvSpPr>
          <p:nvPr/>
        </p:nvSpPr>
        <p:spPr>
          <a:xfrm>
            <a:off x="4620527" y="5588826"/>
            <a:ext cx="2950945" cy="538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Aquí se puede visualizarla venta total de chocolates por países.</a:t>
            </a:r>
            <a:endParaRPr lang="es-MX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4EE48A5-2F59-7436-0852-E31544B66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083634"/>
              </p:ext>
            </p:extLst>
          </p:nvPr>
        </p:nvGraphicFramePr>
        <p:xfrm>
          <a:off x="1548823" y="1647508"/>
          <a:ext cx="2628900" cy="1678305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247775">
                  <a:extLst>
                    <a:ext uri="{9D8B030D-6E8A-4147-A177-3AD203B41FA5}">
                      <a16:colId xmlns:a16="http://schemas.microsoft.com/office/drawing/2014/main" val="387863472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157734297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421566224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Top 5 Chocolates mas vendidos </a:t>
                      </a:r>
                      <a:endParaRPr lang="pt-BR" sz="1100" b="0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1469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Etiquetas de fila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No°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Suma de Amount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13392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 dirty="0" err="1">
                          <a:effectLst/>
                        </a:rPr>
                        <a:t>Smooth</a:t>
                      </a:r>
                      <a:r>
                        <a:rPr lang="es-MX" sz="1100" u="none" strike="noStrike" dirty="0">
                          <a:effectLst/>
                        </a:rPr>
                        <a:t> </a:t>
                      </a:r>
                      <a:r>
                        <a:rPr lang="es-MX" sz="1100" u="none" strike="noStrike" dirty="0" err="1">
                          <a:effectLst/>
                        </a:rPr>
                        <a:t>Sliky</a:t>
                      </a:r>
                      <a:r>
                        <a:rPr lang="es-MX" sz="1100" u="none" strike="noStrike" dirty="0">
                          <a:effectLst/>
                        </a:rPr>
                        <a:t> </a:t>
                      </a:r>
                      <a:r>
                        <a:rPr lang="es-MX" sz="1100" u="none" strike="noStrike" dirty="0" err="1">
                          <a:effectLst/>
                        </a:rPr>
                        <a:t>Salty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1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$349,692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27093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 dirty="0">
                          <a:effectLst/>
                        </a:rPr>
                        <a:t>50% </a:t>
                      </a:r>
                      <a:r>
                        <a:rPr lang="es-MX" sz="1100" u="none" strike="noStrike" dirty="0" err="1">
                          <a:effectLst/>
                        </a:rPr>
                        <a:t>Dark</a:t>
                      </a:r>
                      <a:r>
                        <a:rPr lang="es-MX" sz="1100" u="none" strike="noStrike" dirty="0">
                          <a:effectLst/>
                        </a:rPr>
                        <a:t> Bites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2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$341,712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37001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White Choc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3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$329,147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23746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Peanut Butter Cubes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4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$324,842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12783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Eclairs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5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$312,445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89620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Total general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 dirty="0">
                          <a:effectLst/>
                        </a:rPr>
                        <a:t>$1,657,838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7295336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975ABBD-8262-C297-4127-15D54273B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588525"/>
              </p:ext>
            </p:extLst>
          </p:nvPr>
        </p:nvGraphicFramePr>
        <p:xfrm>
          <a:off x="7587655" y="1801813"/>
          <a:ext cx="3482146" cy="152400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652758">
                  <a:extLst>
                    <a:ext uri="{9D8B030D-6E8A-4147-A177-3AD203B41FA5}">
                      <a16:colId xmlns:a16="http://schemas.microsoft.com/office/drawing/2014/main" val="3988878944"/>
                    </a:ext>
                  </a:extLst>
                </a:gridCol>
                <a:gridCol w="391110">
                  <a:extLst>
                    <a:ext uri="{9D8B030D-6E8A-4147-A177-3AD203B41FA5}">
                      <a16:colId xmlns:a16="http://schemas.microsoft.com/office/drawing/2014/main" val="3518073366"/>
                    </a:ext>
                  </a:extLst>
                </a:gridCol>
                <a:gridCol w="1438278">
                  <a:extLst>
                    <a:ext uri="{9D8B030D-6E8A-4147-A177-3AD203B41FA5}">
                      <a16:colId xmlns:a16="http://schemas.microsoft.com/office/drawing/2014/main" val="1654801282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MX" sz="1100" u="none" strike="noStrike">
                          <a:effectLst/>
                        </a:rPr>
                        <a:t>Top 5 Chocolates menos vendidos</a:t>
                      </a:r>
                      <a:endParaRPr lang="es-MX" sz="1100" b="0" i="0" u="none" strike="noStrike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967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Etiquetas de fila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No°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Suma de Amount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43911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Orange Choco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1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$256,144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09653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Baker's Choco Chips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2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$249,613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07750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Choco Coated Almonds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3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$241,486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26216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Caramel Stuffed Bars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4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$231,588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9865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70% Dark Bites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5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$211,610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96463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Total general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 dirty="0">
                          <a:effectLst/>
                        </a:rPr>
                        <a:t>$1,190,441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3111528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D15D8F5-F82B-D90B-6D9E-72CD81CF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143898"/>
              </p:ext>
            </p:extLst>
          </p:nvPr>
        </p:nvGraphicFramePr>
        <p:xfrm>
          <a:off x="4806950" y="3864801"/>
          <a:ext cx="2578100" cy="17145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193565">
                  <a:extLst>
                    <a:ext uri="{9D8B030D-6E8A-4147-A177-3AD203B41FA5}">
                      <a16:colId xmlns:a16="http://schemas.microsoft.com/office/drawing/2014/main" val="1186739615"/>
                    </a:ext>
                  </a:extLst>
                </a:gridCol>
                <a:gridCol w="296004">
                  <a:extLst>
                    <a:ext uri="{9D8B030D-6E8A-4147-A177-3AD203B41FA5}">
                      <a16:colId xmlns:a16="http://schemas.microsoft.com/office/drawing/2014/main" val="2709407486"/>
                    </a:ext>
                  </a:extLst>
                </a:gridCol>
                <a:gridCol w="1088531">
                  <a:extLst>
                    <a:ext uri="{9D8B030D-6E8A-4147-A177-3AD203B41FA5}">
                      <a16:colId xmlns:a16="http://schemas.microsoft.com/office/drawing/2014/main" val="2243577975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MX" sz="1100" u="none" strike="noStrike">
                          <a:effectLst/>
                        </a:rPr>
                        <a:t>Ventas por paises</a:t>
                      </a:r>
                      <a:endParaRPr lang="es-MX" sz="1100" b="0" i="0" u="none" strike="noStrike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603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Etiquetas de fila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No°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Suma de Amount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642665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Australia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1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$1,137,367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40574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UK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2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$1,051,792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56291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India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3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$1,045,800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98999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USA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4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$1,035,349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40044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Canada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5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$962,899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6220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New Zealand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6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$950,418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86959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Total general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 dirty="0">
                          <a:effectLst/>
                        </a:rPr>
                        <a:t>$6,183,625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7482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881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1E828-4381-1611-305A-197D677D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C25D7-BD3C-1CF5-A88F-FFFA33D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VENTAS TOTALES </a:t>
            </a:r>
            <a:endParaRPr lang="es-MX" dirty="0"/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12" name="Gráfico 11">
                <a:extLst>
                  <a:ext uri="{FF2B5EF4-FFF2-40B4-BE49-F238E27FC236}">
                    <a16:creationId xmlns:a16="http://schemas.microsoft.com/office/drawing/2014/main" id="{393BFEAF-00B0-E358-B731-4C1CAD2D63F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30295308"/>
                  </p:ext>
                </p:extLst>
              </p:nvPr>
            </p:nvGraphicFramePr>
            <p:xfrm>
              <a:off x="528782" y="1690688"/>
              <a:ext cx="7045036" cy="441454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393BFEAF-00B0-E358-B731-4C1CAD2D63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8782" y="1690688"/>
                <a:ext cx="7045036" cy="4414548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3DCC271B-4BAA-4304-3EAD-43B834A48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3818" y="98425"/>
            <a:ext cx="3779982" cy="2654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Aquí se puede visualizar de una forma grafica los países donde se realizaron las ventas y una pequeña grafica que nos indica los países con un mayor numero de ventas</a:t>
            </a: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84AE32B-B816-5AC1-46D3-97C143E2E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486741"/>
              </p:ext>
            </p:extLst>
          </p:nvPr>
        </p:nvGraphicFramePr>
        <p:xfrm>
          <a:off x="8445284" y="4651185"/>
          <a:ext cx="2578100" cy="17145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193565">
                  <a:extLst>
                    <a:ext uri="{9D8B030D-6E8A-4147-A177-3AD203B41FA5}">
                      <a16:colId xmlns:a16="http://schemas.microsoft.com/office/drawing/2014/main" val="1186739615"/>
                    </a:ext>
                  </a:extLst>
                </a:gridCol>
                <a:gridCol w="296004">
                  <a:extLst>
                    <a:ext uri="{9D8B030D-6E8A-4147-A177-3AD203B41FA5}">
                      <a16:colId xmlns:a16="http://schemas.microsoft.com/office/drawing/2014/main" val="2709407486"/>
                    </a:ext>
                  </a:extLst>
                </a:gridCol>
                <a:gridCol w="1088531">
                  <a:extLst>
                    <a:ext uri="{9D8B030D-6E8A-4147-A177-3AD203B41FA5}">
                      <a16:colId xmlns:a16="http://schemas.microsoft.com/office/drawing/2014/main" val="2243577975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MX" sz="1100" u="none" strike="noStrike" dirty="0">
                          <a:effectLst/>
                        </a:rPr>
                        <a:t>Ventas por </a:t>
                      </a:r>
                      <a:r>
                        <a:rPr lang="es-MX" sz="1100" u="none" strike="noStrike" dirty="0" err="1">
                          <a:effectLst/>
                        </a:rPr>
                        <a:t>paises</a:t>
                      </a:r>
                      <a:endParaRPr lang="es-MX" sz="1100" b="0" i="0" u="none" strike="noStrike" dirty="0">
                        <a:solidFill>
                          <a:srgbClr val="0061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603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Etiquetas de fila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No°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 dirty="0">
                          <a:effectLst/>
                        </a:rPr>
                        <a:t>Suma de </a:t>
                      </a:r>
                      <a:r>
                        <a:rPr lang="es-MX" sz="1100" u="none" strike="noStrike" dirty="0" err="1">
                          <a:effectLst/>
                        </a:rPr>
                        <a:t>Amount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642665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Australia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1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$1,137,367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40574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UK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2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$1,051,792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56291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India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3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$1,045,800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98999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USA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4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$1,035,349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40044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Canada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5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$962,899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6220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New Zealand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6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>
                          <a:effectLst/>
                        </a:rPr>
                        <a:t>$950,418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86959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Total general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100" u="none" strike="noStrike" dirty="0">
                          <a:effectLst/>
                        </a:rPr>
                        <a:t>$6,183,625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7482847"/>
                  </a:ext>
                </a:extLst>
              </a:tr>
            </a:tbl>
          </a:graphicData>
        </a:graphic>
      </p:graphicFrame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8401755-F24B-9035-D5DE-D3CA9BF0FD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4081522"/>
              </p:ext>
            </p:extLst>
          </p:nvPr>
        </p:nvGraphicFramePr>
        <p:xfrm>
          <a:off x="7824977" y="1969897"/>
          <a:ext cx="4076701" cy="268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72170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F3372-5774-CCFD-47B1-1840E68F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CONCLUCIONES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4A28E8-5D4C-89B1-D1BE-5BBBF1E81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</a:t>
            </a: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dashboard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desarrollado permite un análisis claro y visual de las ventas de chocolates, facilitando la identificación de datos clave, como las ventas por región, tipo de chocolate y tendencias temporales, se pueden observar patrones de consumo en diferentes períodos del año. Esto permite identificar qué tipos de chocolates son más demandados y en qué regiones.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823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249F3-0012-2014-E59A-DFA71047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533EA4-A115-4336-3A15-306D94ECD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BIBLIOGRAFIA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3B8AA-62C9-9174-6B69-4ACC7173D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>
                <a:hlinkClick r:id="rId2"/>
              </a:rPr>
              <a:t>https://www.kaggle.com/datasets/atharvasoundankar/chocolate-sales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57273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D4DC7641D8794B92BEDA10B906FCEE" ma:contentTypeVersion="12" ma:contentTypeDescription="Create a new document." ma:contentTypeScope="" ma:versionID="efe452b75286362e0e9cf0105e9157ea">
  <xsd:schema xmlns:xsd="http://www.w3.org/2001/XMLSchema" xmlns:xs="http://www.w3.org/2001/XMLSchema" xmlns:p="http://schemas.microsoft.com/office/2006/metadata/properties" xmlns:ns2="bd5e94c7-bb0b-4a43-8744-382a7a85a4c2" xmlns:ns3="5a691c24-cfbf-4f75-9675-7e45d64b8490" targetNamespace="http://schemas.microsoft.com/office/2006/metadata/properties" ma:root="true" ma:fieldsID="578f7c32c5e235dd5b9311b3d8aa1abd" ns2:_="" ns3:_="">
    <xsd:import namespace="bd5e94c7-bb0b-4a43-8744-382a7a85a4c2"/>
    <xsd:import namespace="5a691c24-cfbf-4f75-9675-7e45d64b8490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5e94c7-bb0b-4a43-8744-382a7a85a4c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8e62a75-54a1-41fc-987e-f5cd03e922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691c24-cfbf-4f75-9675-7e45d64b849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b7000fa-e6bd-441e-8022-e98218b8d9d3}" ma:internalName="TaxCatchAll" ma:showField="CatchAllData" ma:web="5a691c24-cfbf-4f75-9675-7e45d64b8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d5e94c7-bb0b-4a43-8744-382a7a85a4c2" xsi:nil="true"/>
    <TaxCatchAll xmlns="5a691c24-cfbf-4f75-9675-7e45d64b8490" xsi:nil="true"/>
    <lcf76f155ced4ddcb4097134ff3c332f xmlns="bd5e94c7-bb0b-4a43-8744-382a7a85a4c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DCAD340-074D-4E5A-9E34-01AE1EA14B82}"/>
</file>

<file path=customXml/itemProps2.xml><?xml version="1.0" encoding="utf-8"?>
<ds:datastoreItem xmlns:ds="http://schemas.openxmlformats.org/officeDocument/2006/customXml" ds:itemID="{F335C0F5-F50A-4C8D-B38B-DA40F4256B4E}"/>
</file>

<file path=customXml/itemProps3.xml><?xml version="1.0" encoding="utf-8"?>
<ds:datastoreItem xmlns:ds="http://schemas.openxmlformats.org/officeDocument/2006/customXml" ds:itemID="{7D51302F-32BC-482D-9CFC-A3550F9749E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</TotalTime>
  <Words>607</Words>
  <Application>Microsoft Office PowerPoint</Application>
  <PresentationFormat>Panorámica</PresentationFormat>
  <Paragraphs>234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Aptos Narrow</vt:lpstr>
      <vt:lpstr>Arial</vt:lpstr>
      <vt:lpstr>Calibri</vt:lpstr>
      <vt:lpstr>Sora</vt:lpstr>
      <vt:lpstr>Tema de Office</vt:lpstr>
      <vt:lpstr>Data Viz con Power BI</vt:lpstr>
      <vt:lpstr>Introducción</vt:lpstr>
      <vt:lpstr>Muestra de datos </vt:lpstr>
      <vt:lpstr>Ventas de chocolate</vt:lpstr>
      <vt:lpstr>VENTAS TOTALES </vt:lpstr>
      <vt:lpstr>CONCLUCIONES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Olmos Xochihua</dc:creator>
  <cp:lastModifiedBy>Olmos Xochihua</cp:lastModifiedBy>
  <cp:revision>2</cp:revision>
  <dcterms:created xsi:type="dcterms:W3CDTF">2025-04-02T22:18:17Z</dcterms:created>
  <dcterms:modified xsi:type="dcterms:W3CDTF">2025-04-07T00:14:10Z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0x010100B8D4DC7641D8794B92BEDA10B906FCEE</vt:lpwstr>
  </property>
</Properties>
</file>