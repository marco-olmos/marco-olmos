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8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67" autoAdjust="0"/>
  </p:normalViewPr>
  <p:slideViewPr>
    <p:cSldViewPr snapToGrid="0">
      <p:cViewPr varScale="1">
        <p:scale>
          <a:sx n="105" d="100"/>
          <a:sy n="105" d="100"/>
        </p:scale>
        <p:origin x="1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jmoxo\Downloads\Proyecto\Proyecto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'Uni var 1'!$B$3:$B$2940</cx:f>
        <cx:lvl ptCount="2938" formatCode="Estándar">
          <cx:pt idx="0">65</cx:pt>
          <cx:pt idx="1">59.899999999999999</cx:pt>
          <cx:pt idx="2">59.899999999999999</cx:pt>
          <cx:pt idx="3">59.5</cx:pt>
          <cx:pt idx="4">59.200000000000003</cx:pt>
          <cx:pt idx="5">58.799999999999997</cx:pt>
          <cx:pt idx="6">58.600000000000001</cx:pt>
          <cx:pt idx="7">58.100000000000001</cx:pt>
          <cx:pt idx="8">57.5</cx:pt>
          <cx:pt idx="9">57.299999999999997</cx:pt>
          <cx:pt idx="10">57.299999999999997</cx:pt>
          <cx:pt idx="11">57</cx:pt>
          <cx:pt idx="12">56.700000000000003</cx:pt>
          <cx:pt idx="13">56.200000000000003</cx:pt>
          <cx:pt idx="14">55.299999999999997</cx:pt>
          <cx:pt idx="15">54.799999999999997</cx:pt>
          <cx:pt idx="16">77.799999999999997</cx:pt>
          <cx:pt idx="17">77.5</cx:pt>
          <cx:pt idx="18">77.200000000000003</cx:pt>
          <cx:pt idx="19">76.900000000000006</cx:pt>
          <cx:pt idx="20">76.599999999999994</cx:pt>
          <cx:pt idx="21">76.200000000000003</cx:pt>
          <cx:pt idx="22">76.099999999999994</cx:pt>
          <cx:pt idx="23">75.299999999999997</cx:pt>
          <cx:pt idx="24">75.900000000000006</cx:pt>
          <cx:pt idx="25">74.200000000000003</cx:pt>
          <cx:pt idx="26">73.5</cx:pt>
          <cx:pt idx="27">73</cx:pt>
          <cx:pt idx="28">72.799999999999997</cx:pt>
          <cx:pt idx="29">73.299999999999997</cx:pt>
          <cx:pt idx="30">73.599999999999994</cx:pt>
          <cx:pt idx="31">72.599999999999994</cx:pt>
          <cx:pt idx="32">75.599999999999994</cx:pt>
          <cx:pt idx="33">75.400000000000006</cx:pt>
          <cx:pt idx="34">75.299999999999997</cx:pt>
          <cx:pt idx="35">75.099999999999994</cx:pt>
          <cx:pt idx="36">74.900000000000006</cx:pt>
          <cx:pt idx="37">74.700000000000003</cx:pt>
          <cx:pt idx="38">74.400000000000006</cx:pt>
          <cx:pt idx="39">74.099999999999994</cx:pt>
          <cx:pt idx="40">73.799999999999997</cx:pt>
          <cx:pt idx="41">73.400000000000006</cx:pt>
          <cx:pt idx="42">72.900000000000006</cx:pt>
          <cx:pt idx="43">72.299999999999997</cx:pt>
          <cx:pt idx="44">71.700000000000003</cx:pt>
          <cx:pt idx="45">71.599999999999994</cx:pt>
          <cx:pt idx="46">71.400000000000006</cx:pt>
          <cx:pt idx="47">71.299999999999997</cx:pt>
          <cx:pt idx="48">52.399999999999999</cx:pt>
          <cx:pt idx="49">51.700000000000003</cx:pt>
          <cx:pt idx="50">51.100000000000001</cx:pt>
          <cx:pt idx="51">56</cx:pt>
          <cx:pt idx="52">51</cx:pt>
          <cx:pt idx="53">49.600000000000001</cx:pt>
          <cx:pt idx="54">49.100000000000001</cx:pt>
          <cx:pt idx="55">48.700000000000003</cx:pt>
          <cx:pt idx="56">48.200000000000003</cx:pt>
          <cx:pt idx="57">47.700000000000003</cx:pt>
          <cx:pt idx="58">47.399999999999999</cx:pt>
          <cx:pt idx="59">47.100000000000001</cx:pt>
          <cx:pt idx="60">46.799999999999997</cx:pt>
          <cx:pt idx="61">46.5</cx:pt>
          <cx:pt idx="62">45.700000000000003</cx:pt>
          <cx:pt idx="63">45.299999999999997</cx:pt>
          <cx:pt idx="64">76.400000000000006</cx:pt>
          <cx:pt idx="65">76.200000000000003</cx:pt>
          <cx:pt idx="66">76.099999999999994</cx:pt>
          <cx:pt idx="67">75.900000000000006</cx:pt>
          <cx:pt idx="68">75.700000000000003</cx:pt>
          <cx:pt idx="69">75.599999999999994</cx:pt>
          <cx:pt idx="70">75.400000000000006</cx:pt>
          <cx:pt idx="71">75.200000000000003</cx:pt>
          <cx:pt idx="72">75</cx:pt>
          <cx:pt idx="73">74.799999999999997</cx:pt>
          <cx:pt idx="74">74.599999999999994</cx:pt>
          <cx:pt idx="75">74.400000000000006</cx:pt>
          <cx:pt idx="76">74.200000000000003</cx:pt>
          <cx:pt idx="77">74</cx:pt>
          <cx:pt idx="78">73.799999999999997</cx:pt>
          <cx:pt idx="79">73.599999999999994</cx:pt>
          <cx:pt idx="80">76.299999999999997</cx:pt>
          <cx:pt idx="81">76.200000000000003</cx:pt>
          <cx:pt idx="82">76</cx:pt>
          <cx:pt idx="83">75.900000000000006</cx:pt>
          <cx:pt idx="84">75.700000000000003</cx:pt>
          <cx:pt idx="85">75.5</cx:pt>
          <cx:pt idx="86">75.599999999999994</cx:pt>
          <cx:pt idx="87">75.400000000000006</cx:pt>
          <cx:pt idx="88">74.799999999999997</cx:pt>
          <cx:pt idx="89">75.200000000000003</cx:pt>
          <cx:pt idx="90">74.900000000000006</cx:pt>
          <cx:pt idx="91">74.700000000000003</cx:pt>
          <cx:pt idx="92">74.099999999999994</cx:pt>
          <cx:pt idx="93">74.099999999999994</cx:pt>
          <cx:pt idx="94">74</cx:pt>
          <cx:pt idx="95">74.099999999999994</cx:pt>
          <cx:pt idx="96">74.799999999999997</cx:pt>
          <cx:pt idx="97">74.599999999999994</cx:pt>
          <cx:pt idx="98">74.400000000000006</cx:pt>
          <cx:pt idx="99">74.400000000000006</cx:pt>
          <cx:pt idx="100">73.900000000000006</cx:pt>
          <cx:pt idx="101">73.5</cx:pt>
          <cx:pt idx="102">73.299999999999997</cx:pt>
          <cx:pt idx="103">73.200000000000003</cx:pt>
          <cx:pt idx="104">73.5</cx:pt>
          <cx:pt idx="105">72.900000000000006</cx:pt>
          <cx:pt idx="106">73</cx:pt>
          <cx:pt idx="107">73</cx:pt>
          <cx:pt idx="108">72.700000000000003</cx:pt>
          <cx:pt idx="109">72.599999999999994</cx:pt>
          <cx:pt idx="110">72.599999999999994</cx:pt>
          <cx:pt idx="111">72</cx:pt>
          <cx:pt idx="112">82.799999999999997</cx:pt>
          <cx:pt idx="113">82.700000000000003</cx:pt>
          <cx:pt idx="114">82.5</cx:pt>
          <cx:pt idx="115">82.299999999999997</cx:pt>
          <cx:pt idx="116">82</cx:pt>
          <cx:pt idx="117">81.900000000000006</cx:pt>
          <cx:pt idx="118">81.700000000000003</cx:pt>
          <cx:pt idx="119">81.299999999999997</cx:pt>
          <cx:pt idx="120">81.299999999999997</cx:pt>
          <cx:pt idx="121">81.200000000000003</cx:pt>
          <cx:pt idx="122">81</cx:pt>
          <cx:pt idx="123">86</cx:pt>
          <cx:pt idx="124">83</cx:pt>
          <cx:pt idx="125">79.900000000000006</cx:pt>
          <cx:pt idx="126">79.900000000000006</cx:pt>
          <cx:pt idx="127">79.5</cx:pt>
          <cx:pt idx="128">81.5</cx:pt>
          <cx:pt idx="129">81.400000000000006</cx:pt>
          <cx:pt idx="130">81.099999999999994</cx:pt>
          <cx:pt idx="131">88</cx:pt>
          <cx:pt idx="132">88</cx:pt>
          <cx:pt idx="133">84</cx:pt>
          <cx:pt idx="134">82</cx:pt>
          <cx:pt idx="135">84</cx:pt>
          <cx:pt idx="136">81</cx:pt>
          <cx:pt idx="137">79.799999999999997</cx:pt>
          <cx:pt idx="138">79.400000000000006</cx:pt>
          <cx:pt idx="139">79.299999999999997</cx:pt>
          <cx:pt idx="140">78.799999999999997</cx:pt>
          <cx:pt idx="141">78.700000000000003</cx:pt>
          <cx:pt idx="142">78.599999999999994</cx:pt>
          <cx:pt idx="143">78.099999999999994</cx:pt>
          <cx:pt idx="144">72.700000000000003</cx:pt>
          <cx:pt idx="145">72.5</cx:pt>
          <cx:pt idx="146">72.200000000000003</cx:pt>
          <cx:pt idx="147">71.900000000000006</cx:pt>
          <cx:pt idx="148">71.599999999999994</cx:pt>
          <cx:pt idx="149">71.099999999999994</cx:pt>
          <cx:pt idx="150">78</cx:pt>
          <cx:pt idx="151">73</cx:pt>
          <cx:pt idx="152">73</cx:pt>
          <cx:pt idx="153">69.200000000000003</cx:pt>
          <cx:pt idx="154">68.400000000000006</cx:pt>
          <cx:pt idx="155">68.400000000000006</cx:pt>
          <cx:pt idx="156">67.799999999999997</cx:pt>
          <cx:pt idx="157">67.799999999999997</cx:pt>
          <cx:pt idx="158">67.5</cx:pt>
          <cx:pt idx="159">66.599999999999994</cx:pt>
          <cx:pt idx="160">76.099999999999994</cx:pt>
          <cx:pt idx="161">75.400000000000006</cx:pt>
          <cx:pt idx="162">74.799999999999997</cx:pt>
          <cx:pt idx="163">74.900000000000006</cx:pt>
          <cx:pt idx="164">75</cx:pt>
          <cx:pt idx="165">75</cx:pt>
          <cx:pt idx="166">74.599999999999994</cx:pt>
          <cx:pt idx="167">74.5</cx:pt>
          <cx:pt idx="168">74.400000000000006</cx:pt>
          <cx:pt idx="169">74.200000000000003</cx:pt>
          <cx:pt idx="170">74.099999999999994</cx:pt>
          <cx:pt idx="171">73.799999999999997</cx:pt>
          <cx:pt idx="172">73.200000000000003</cx:pt>
          <cx:pt idx="173">73.099999999999994</cx:pt>
          <cx:pt idx="174">72.900000000000006</cx:pt>
          <cx:pt idx="175">72.599999999999994</cx:pt>
          <cx:pt idx="176">76.900000000000006</cx:pt>
          <cx:pt idx="177">76.799999999999997</cx:pt>
          <cx:pt idx="178">76.700000000000003</cx:pt>
          <cx:pt idx="179">76.5</cx:pt>
          <cx:pt idx="180">76.099999999999994</cx:pt>
          <cx:pt idx="181">76.099999999999994</cx:pt>
          <cx:pt idx="182">76</cx:pt>
          <cx:pt idx="183">75.799999999999997</cx:pt>
          <cx:pt idx="184">75.599999999999994</cx:pt>
          <cx:pt idx="185">75.5</cx:pt>
          <cx:pt idx="186">75.299999999999997</cx:pt>
          <cx:pt idx="187">75.200000000000003</cx:pt>
          <cx:pt idx="188">75</cx:pt>
          <cx:pt idx="189">74.900000000000006</cx:pt>
          <cx:pt idx="190">74.700000000000003</cx:pt>
          <cx:pt idx="191">74.5</cx:pt>
          <cx:pt idx="192">71.799999999999997</cx:pt>
          <cx:pt idx="193">71.400000000000006</cx:pt>
          <cx:pt idx="194">71</cx:pt>
          <cx:pt idx="195">77</cx:pt>
          <cx:pt idx="196">73</cx:pt>
          <cx:pt idx="197">69.900000000000006</cx:pt>
          <cx:pt idx="198">69.5</cx:pt>
          <cx:pt idx="199">69.099999999999994</cx:pt>
          <cx:pt idx="200">68.599999999999994</cx:pt>
          <cx:pt idx="201">68.200000000000003</cx:pt>
          <cx:pt idx="202">67.799999999999997</cx:pt>
          <cx:pt idx="203">67.299999999999997</cx:pt>
          <cx:pt idx="204">66.799999999999997</cx:pt>
          <cx:pt idx="205">66.299999999999997</cx:pt>
          <cx:pt idx="206">65.799999999999997</cx:pt>
          <cx:pt idx="207">65.299999999999997</cx:pt>
          <cx:pt idx="208">75.5</cx:pt>
          <cx:pt idx="209">75.400000000000006</cx:pt>
          <cx:pt idx="210">75.200000000000003</cx:pt>
          <cx:pt idx="211">75.099999999999994</cx:pt>
          <cx:pt idx="212">74.900000000000006</cx:pt>
          <cx:pt idx="213">74.700000000000003</cx:pt>
          <cx:pt idx="214">74.599999999999994</cx:pt>
          <cx:pt idx="215">74.400000000000006</cx:pt>
          <cx:pt idx="216">74.200000000000003</cx:pt>
          <cx:pt idx="217">74.099999999999994</cx:pt>
          <cx:pt idx="218">73.900000000000006</cx:pt>
          <cx:pt idx="219">73.799999999999997</cx:pt>
          <cx:pt idx="220">73.700000000000003</cx:pt>
          <cx:pt idx="221">73.5</cx:pt>
          <cx:pt idx="222">73.400000000000006</cx:pt>
          <cx:pt idx="223">73.299999999999997</cx:pt>
          <cx:pt idx="224">72.299999999999997</cx:pt>
          <cx:pt idx="225">72</cx:pt>
          <cx:pt idx="226">71.700000000000003</cx:pt>
          <cx:pt idx="227">71.900000000000006</cx:pt>
          <cx:pt idx="228">72</cx:pt>
          <cx:pt idx="229">73</cx:pt>
          <cx:pt idx="230">70</cx:pt>
          <cx:pt idx="231">70</cx:pt>
          <cx:pt idx="232">69.799999999999997</cx:pt>
          <cx:pt idx="233">68.900000000000006</cx:pt>
          <cx:pt idx="234">68.099999999999994</cx:pt>
          <cx:pt idx="235">68.200000000000003</cx:pt>
          <cx:pt idx="236">67.700000000000003</cx:pt>
          <cx:pt idx="237">67.200000000000003</cx:pt>
          <cx:pt idx="238">67.700000000000003</cx:pt>
          <cx:pt idx="239">68</cx:pt>
          <cx:pt idx="240">81.099999999999994</cx:pt>
          <cx:pt idx="241">89</cx:pt>
          <cx:pt idx="242">87</cx:pt>
          <cx:pt idx="243">83</cx:pt>
          <cx:pt idx="244">83</cx:pt>
          <cx:pt idx="245">80</cx:pt>
          <cx:pt idx="246">79.799999999999997</cx:pt>
          <cx:pt idx="247">79.5</cx:pt>
          <cx:pt idx="248">79.5</cx:pt>
          <cx:pt idx="249">79.400000000000006</cx:pt>
          <cx:pt idx="250">78.900000000000006</cx:pt>
          <cx:pt idx="251">78.799999999999997</cx:pt>
          <cx:pt idx="252">78.299999999999997</cx:pt>
          <cx:pt idx="253">78</cx:pt>
          <cx:pt idx="254">78</cx:pt>
          <cx:pt idx="255">77.599999999999994</cx:pt>
          <cx:pt idx="256">71</cx:pt>
          <cx:pt idx="257">70</cx:pt>
          <cx:pt idx="258">69.799999999999997</cx:pt>
          <cx:pt idx="259">69.400000000000006</cx:pt>
          <cx:pt idx="260">69.400000000000006</cx:pt>
          <cx:pt idx="261">69.5</cx:pt>
          <cx:pt idx="262">69.5</cx:pt>
          <cx:pt idx="263">69.599999999999994</cx:pt>
          <cx:pt idx="264">69.599999999999994</cx:pt>
          <cx:pt idx="265">69.400000000000006</cx:pt>
          <cx:pt idx="266">69</cx:pt>
          <cx:pt idx="267">68.700000000000003</cx:pt>
          <cx:pt idx="268">68.400000000000006</cx:pt>
          <cx:pt idx="269">68.5</cx:pt>
          <cx:pt idx="270">68.200000000000003</cx:pt>
          <cx:pt idx="271">68.299999999999997</cx:pt>
          <cx:pt idx="272">60</cx:pt>
          <cx:pt idx="273">59.700000000000003</cx:pt>
          <cx:pt idx="274">59.5</cx:pt>
          <cx:pt idx="275">59.299999999999997</cx:pt>
          <cx:pt idx="276">59.100000000000001</cx:pt>
          <cx:pt idx="277">58.700000000000003</cx:pt>
          <cx:pt idx="278">58.399999999999999</cx:pt>
          <cx:pt idx="279">57.600000000000001</cx:pt>
          <cx:pt idx="280">57.100000000000001</cx:pt>
          <cx:pt idx="281">56.799999999999997</cx:pt>
          <cx:pt idx="282">56.5</cx:pt>
          <cx:pt idx="283">56.100000000000001</cx:pt>
          <cx:pt idx="284">55.799999999999997</cx:pt>
          <cx:pt idx="285">55.600000000000001</cx:pt>
          <cx:pt idx="286">55.5</cx:pt>
          <cx:pt idx="287">55.399999999999999</cx:pt>
          <cx:pt idx="288">69.799999999999997</cx:pt>
          <cx:pt idx="289">69.400000000000006</cx:pt>
          <cx:pt idx="290">69.099999999999994</cx:pt>
          <cx:pt idx="291">68.700000000000003</cx:pt>
          <cx:pt idx="292">68.299999999999997</cx:pt>
          <cx:pt idx="293">67.900000000000006</cx:pt>
          <cx:pt idx="294">67.400000000000006</cx:pt>
          <cx:pt idx="295">67</cx:pt>
          <cx:pt idx="296">66.5</cx:pt>
          <cx:pt idx="297">65.799999999999997</cx:pt>
          <cx:pt idx="298">65</cx:pt>
          <cx:pt idx="299">64.200000000000003</cx:pt>
          <cx:pt idx="300">63.299999999999997</cx:pt>
          <cx:pt idx="301">62.5</cx:pt>
          <cx:pt idx="302">61.700000000000003</cx:pt>
          <cx:pt idx="303">62</cx:pt>
          <cx:pt idx="304">77</cx:pt>
          <cx:pt idx="305">74</cx:pt>
          <cx:pt idx="306">71</cx:pt>
          <cx:pt idx="307">69.799999999999997</cx:pt>
          <cx:pt idx="308">69.299999999999997</cx:pt>
          <cx:pt idx="309">68.700000000000003</cx:pt>
          <cx:pt idx="310">68</cx:pt>
          <cx:pt idx="311">67.400000000000006</cx:pt>
          <cx:pt idx="312">66.799999999999997</cx:pt>
          <cx:pt idx="313">66.200000000000003</cx:pt>
          <cx:pt idx="314">65.700000000000003</cx:pt>
          <cx:pt idx="315">65.099999999999994</cx:pt>
          <cx:pt idx="316">64.5</cx:pt>
          <cx:pt idx="317">63.899999999999999</cx:pt>
          <cx:pt idx="318">63.299999999999997</cx:pt>
          <cx:pt idx="319">62.600000000000001</cx:pt>
          <cx:pt idx="320">77.400000000000006</cx:pt>
          <cx:pt idx="321">77.200000000000003</cx:pt>
          <cx:pt idx="322">77</cx:pt>
          <cx:pt idx="323">76.799999999999997</cx:pt>
          <cx:pt idx="324">76.900000000000006</cx:pt>
          <cx:pt idx="325">76.400000000000006</cx:pt>
          <cx:pt idx="326">76.099999999999994</cx:pt>
          <cx:pt idx="327">76</cx:pt>
          <cx:pt idx="328">75.400000000000006</cx:pt>
          <cx:pt idx="329">75.700000000000003</cx:pt>
          <cx:pt idx="330">75</cx:pt>
          <cx:pt idx="331">75.5</cx:pt>
          <cx:pt idx="332">75.200000000000003</cx:pt>
          <cx:pt idx="333">75.400000000000006</cx:pt>
          <cx:pt idx="334">74.900000000000006</cx:pt>
          <cx:pt idx="335">74.599999999999994</cx:pt>
          <cx:pt idx="336">65.700000000000003</cx:pt>
          <cx:pt idx="337">65.099999999999994</cx:pt>
          <cx:pt idx="338">64.200000000000003</cx:pt>
          <cx:pt idx="339">63.399999999999999</cx:pt>
          <cx:pt idx="340">62.200000000000003</cx:pt>
          <cx:pt idx="341">61.100000000000001</cx:pt>
          <cx:pt idx="342">59.200000000000003</cx:pt>
          <cx:pt idx="343">57.5</cx:pt>
          <cx:pt idx="344">56.899999999999999</cx:pt>
          <cx:pt idx="345">54.799999999999997</cx:pt>
          <cx:pt idx="346">51.700000000000003</cx:pt>
          <cx:pt idx="347">48.100000000000001</cx:pt>
          <cx:pt idx="348">46.399999999999999</cx:pt>
          <cx:pt idx="349">46</cx:pt>
          <cx:pt idx="350">46.700000000000003</cx:pt>
          <cx:pt idx="351">47.799999999999997</cx:pt>
          <cx:pt idx="352">75</cx:pt>
          <cx:pt idx="353">74.799999999999997</cx:pt>
          <cx:pt idx="354">74.700000000000003</cx:pt>
          <cx:pt idx="355">74.5</cx:pt>
          <cx:pt idx="356">74.099999999999994</cx:pt>
          <cx:pt idx="357">73.799999999999997</cx:pt>
          <cx:pt idx="358">73.599999999999994</cx:pt>
          <cx:pt idx="359">73.400000000000006</cx:pt>
          <cx:pt idx="360">73.299999999999997</cx:pt>
          <cx:pt idx="361">73</cx:pt>
          <cx:pt idx="362">72.700000000000003</cx:pt>
          <cx:pt idx="363">72</cx:pt>
          <cx:pt idx="364">71.799999999999997</cx:pt>
          <cx:pt idx="365">71.400000000000006</cx:pt>
          <cx:pt idx="366">71</cx:pt>
          <cx:pt idx="367">75</cx:pt>
          <cx:pt idx="368">77.700000000000003</cx:pt>
          <cx:pt idx="369">77.599999999999994</cx:pt>
          <cx:pt idx="370">77.099999999999994</cx:pt>
          <cx:pt idx="371">78.299999999999997</cx:pt>
          <cx:pt idx="372">77.400000000000006</cx:pt>
          <cx:pt idx="373">76.900000000000006</cx:pt>
          <cx:pt idx="374">76.799999999999997</cx:pt>
          <cx:pt idx="375">77.200000000000003</cx:pt>
          <cx:pt idx="376">76</cx:pt>
          <cx:pt idx="377">76.299999999999997</cx:pt>
          <cx:pt idx="378">76.200000000000003</cx:pt>
          <cx:pt idx="379">76.400000000000006</cx:pt>
          <cx:pt idx="380">76</cx:pt>
          <cx:pt idx="381">74.799999999999997</cx:pt>
          <cx:pt idx="382">74.700000000000003</cx:pt>
          <cx:pt idx="383">74.400000000000006</cx:pt>
          <cx:pt idx="384">74.5</cx:pt>
          <cx:pt idx="385">74.299999999999997</cx:pt>
          <cx:pt idx="386">74.099999999999994</cx:pt>
          <cx:pt idx="387">73.900000000000006</cx:pt>
          <cx:pt idx="388">73.700000000000003</cx:pt>
          <cx:pt idx="389">73.400000000000006</cx:pt>
          <cx:pt idx="390">73.200000000000003</cx:pt>
          <cx:pt idx="391">72.900000000000006</cx:pt>
          <cx:pt idx="392">72.599999999999994</cx:pt>
          <cx:pt idx="393">72.200000000000003</cx:pt>
          <cx:pt idx="394">72.099999999999994</cx:pt>
          <cx:pt idx="395">72.200000000000003</cx:pt>
          <cx:pt idx="396">72</cx:pt>
          <cx:pt idx="397">71.799999999999997</cx:pt>
          <cx:pt idx="398">71.599999999999994</cx:pt>
          <cx:pt idx="399">71.099999999999994</cx:pt>
          <cx:pt idx="400">59.899999999999999</cx:pt>
          <cx:pt idx="401">59.299999999999997</cx:pt>
          <cx:pt idx="402">59</cx:pt>
          <cx:pt idx="403">58.600000000000001</cx:pt>
          <cx:pt idx="404">58.100000000000001</cx:pt>
          <cx:pt idx="405">57.5</cx:pt>
          <cx:pt idx="406">56.899999999999999</cx:pt>
          <cx:pt idx="407">56.100000000000001</cx:pt>
          <cx:pt idx="408">55.299999999999997</cx:pt>
          <cx:pt idx="409">54.299999999999997</cx:pt>
          <cx:pt idx="410">53.299999999999997</cx:pt>
          <cx:pt idx="411">52.399999999999999</cx:pt>
          <cx:pt idx="412">51.600000000000001</cx:pt>
          <cx:pt idx="413">51</cx:pt>
          <cx:pt idx="414">56</cx:pt>
          <cx:pt idx="415">51</cx:pt>
          <cx:pt idx="416">59.600000000000001</cx:pt>
          <cx:pt idx="417">59.100000000000001</cx:pt>
          <cx:pt idx="418">58.600000000000001</cx:pt>
          <cx:pt idx="419">58</cx:pt>
          <cx:pt idx="420">57.399999999999999</cx:pt>
          <cx:pt idx="421">56.799999999999997</cx:pt>
          <cx:pt idx="422">56.200000000000003</cx:pt>
          <cx:pt idx="423">55.299999999999997</cx:pt>
          <cx:pt idx="424">54.799999999999997</cx:pt>
          <cx:pt idx="425">54.100000000000001</cx:pt>
          <cx:pt idx="426">53.399999999999999</cx:pt>
          <cx:pt idx="427">52.600000000000001</cx:pt>
          <cx:pt idx="428">51.899999999999999</cx:pt>
          <cx:pt idx="429">51.5</cx:pt>
          <cx:pt idx="430">51.299999999999997</cx:pt>
          <cx:pt idx="431">58</cx:pt>
          <cx:pt idx="432">53.299999999999997</cx:pt>
          <cx:pt idx="433">52.799999999999997</cx:pt>
          <cx:pt idx="434">52.299999999999997</cx:pt>
          <cx:pt idx="435">52</cx:pt>
          <cx:pt idx="436">51.700000000000003</cx:pt>
          <cx:pt idx="437">51.5</cx:pt>
          <cx:pt idx="438">51</cx:pt>
          <cx:pt idx="439">54</cx:pt>
          <cx:pt idx="440">49.899999999999999</cx:pt>
          <cx:pt idx="441">49.399999999999999</cx:pt>
          <cx:pt idx="442">48.700000000000003</cx:pt>
          <cx:pt idx="443">48.200000000000003</cx:pt>
          <cx:pt idx="444">48</cx:pt>
          <cx:pt idx="445">47.700000000000003</cx:pt>
          <cx:pt idx="446">47.799999999999997</cx:pt>
          <cx:pt idx="447">47.899999999999999</cx:pt>
          <cx:pt idx="448">73.299999999999997</cx:pt>
          <cx:pt idx="449">73</cx:pt>
          <cx:pt idx="450">72.799999999999997</cx:pt>
          <cx:pt idx="451">72.700000000000003</cx:pt>
          <cx:pt idx="452">72.599999999999994</cx:pt>
          <cx:pt idx="453">72.5</cx:pt>
          <cx:pt idx="454">72.400000000000006</cx:pt>
          <cx:pt idx="455">72.400000000000006</cx:pt>
          <cx:pt idx="456">72.299999999999997</cx:pt>
          <cx:pt idx="457">72.099999999999994</cx:pt>
          <cx:pt idx="458">71.799999999999997</cx:pt>
          <cx:pt idx="459">71.400000000000006</cx:pt>
          <cx:pt idx="460">71.099999999999994</cx:pt>
          <cx:pt idx="461">77</cx:pt>
          <cx:pt idx="462">73</cx:pt>
          <cx:pt idx="463">69.900000000000006</cx:pt>
          <cx:pt idx="464">68.700000000000003</cx:pt>
          <cx:pt idx="465">68.299999999999997</cx:pt>
          <cx:pt idx="466">67.799999999999997</cx:pt>
          <cx:pt idx="467">67.400000000000006</cx:pt>
          <cx:pt idx="468">67</cx:pt>
          <cx:pt idx="469">66.599999999999994</cx:pt>
          <cx:pt idx="470">66.099999999999994</cx:pt>
          <cx:pt idx="471">65.599999999999994</cx:pt>
          <cx:pt idx="472">65</cx:pt>
          <cx:pt idx="473">64.099999999999994</cx:pt>
          <cx:pt idx="474">62.899999999999999</cx:pt>
          <cx:pt idx="475">61.5</cx:pt>
          <cx:pt idx="476">63</cx:pt>
          <cx:pt idx="477">59.299999999999997</cx:pt>
          <cx:pt idx="478">58.5</cx:pt>
          <cx:pt idx="479">57.700000000000003</cx:pt>
          <cx:pt idx="480">57.299999999999997</cx:pt>
          <cx:pt idx="481">56.700000000000003</cx:pt>
          <cx:pt idx="482">56.399999999999999</cx:pt>
          <cx:pt idx="483">55.899999999999999</cx:pt>
          <cx:pt idx="484">55.600000000000001</cx:pt>
          <cx:pt idx="485">55.299999999999997</cx:pt>
          <cx:pt idx="486">54.799999999999997</cx:pt>
          <cx:pt idx="487">54.200000000000003</cx:pt>
          <cx:pt idx="488">53.600000000000001</cx:pt>
          <cx:pt idx="489">53.299999999999997</cx:pt>
          <cx:pt idx="490">52.799999999999997</cx:pt>
          <cx:pt idx="491">52.100000000000001</cx:pt>
          <cx:pt idx="492">51.799999999999997</cx:pt>
          <cx:pt idx="493">51.600000000000001</cx:pt>
          <cx:pt idx="494">51.5</cx:pt>
          <cx:pt idx="495">51.399999999999999</cx:pt>
          <cx:pt idx="496">82.200000000000003</cx:pt>
          <cx:pt idx="497">82</cx:pt>
          <cx:pt idx="498">81.799999999999997</cx:pt>
          <cx:pt idx="499">81.599999999999994</cx:pt>
          <cx:pt idx="500">81.5</cx:pt>
          <cx:pt idx="501">81.200000000000003</cx:pt>
          <cx:pt idx="502">81</cx:pt>
          <cx:pt idx="503">87</cx:pt>
          <cx:pt idx="504">85</cx:pt>
          <cx:pt idx="505">85</cx:pt>
          <cx:pt idx="506">81</cx:pt>
          <cx:pt idx="507">80</cx:pt>
          <cx:pt idx="508">79.700000000000003</cx:pt>
          <cx:pt idx="509">79.5</cx:pt>
          <cx:pt idx="510">79.400000000000006</cx:pt>
          <cx:pt idx="511">79.099999999999994</cx:pt>
          <cx:pt idx="512">52.5</cx:pt>
          <cx:pt idx="513">58</cx:pt>
          <cx:pt idx="514">49.899999999999999</cx:pt>
          <cx:pt idx="515">53</cx:pt>
          <cx:pt idx="516">49.799999999999997</cx:pt>
          <cx:pt idx="517">49.200000000000003</cx:pt>
          <cx:pt idx="518">48.600000000000001</cx:pt>
          <cx:pt idx="519">47.600000000000001</cx:pt>
          <cx:pt idx="520">46.799999999999997</cx:pt>
          <cx:pt idx="521">46.299999999999997</cx:pt>
          <cx:pt idx="522">45.899999999999999</cx:pt>
          <cx:pt idx="523">45.700000000000003</cx:pt>
          <cx:pt idx="524">45.700000000000003</cx:pt>
          <cx:pt idx="525">45.600000000000001</cx:pt>
          <cx:pt idx="526">45.600000000000001</cx:pt>
          <cx:pt idx="527">46</cx:pt>
          <cx:pt idx="528">53.100000000000001</cx:pt>
          <cx:pt idx="529">52.600000000000001</cx:pt>
          <cx:pt idx="530">52.200000000000003</cx:pt>
          <cx:pt idx="531">51.799999999999997</cx:pt>
          <cx:pt idx="532">51.600000000000001</cx:pt>
          <cx:pt idx="533">51.200000000000003</cx:pt>
          <cx:pt idx="534">57</cx:pt>
          <cx:pt idx="535">49.600000000000001</cx:pt>
          <cx:pt idx="536">49.399999999999999</cx:pt>
          <cx:pt idx="537">48.5</cx:pt>
          <cx:pt idx="538">48.600000000000001</cx:pt>
          <cx:pt idx="539">48.5</cx:pt>
          <cx:pt idx="540">48.399999999999999</cx:pt>
          <cx:pt idx="541">48.100000000000001</cx:pt>
          <cx:pt idx="542">48</cx:pt>
          <cx:pt idx="543">47.600000000000001</cx:pt>
          <cx:pt idx="544">85</cx:pt>
          <cx:pt idx="545">83</cx:pt>
          <cx:pt idx="546">81</cx:pt>
          <cx:pt idx="547">79.900000000000006</cx:pt>
          <cx:pt idx="548">79.799999999999997</cx:pt>
          <cx:pt idx="549">79.099999999999994</cx:pt>
          <cx:pt idx="550">79.299999999999997</cx:pt>
          <cx:pt idx="551">79.599999999999994</cx:pt>
          <cx:pt idx="552">78.900000000000006</cx:pt>
          <cx:pt idx="553">78.900000000000006</cx:pt>
          <cx:pt idx="554">78.400000000000006</cx:pt>
          <cx:pt idx="555">78</cx:pt>
          <cx:pt idx="556">77.900000000000006</cx:pt>
          <cx:pt idx="557">77.799999999999997</cx:pt>
          <cx:pt idx="558">77.299999999999997</cx:pt>
          <cx:pt idx="559">77.299999999999997</cx:pt>
          <cx:pt idx="560">76.099999999999994</cx:pt>
          <cx:pt idx="561">75.799999999999997</cx:pt>
          <cx:pt idx="562">75.599999999999994</cx:pt>
          <cx:pt idx="563">75.400000000000006</cx:pt>
          <cx:pt idx="564">75.200000000000003</cx:pt>
          <cx:pt idx="565">75</cx:pt>
          <cx:pt idx="566">74.900000000000006</cx:pt>
          <cx:pt idx="567">74.5</cx:pt>
          <cx:pt idx="568">74.400000000000006</cx:pt>
          <cx:pt idx="569">74.200000000000003</cx:pt>
          <cx:pt idx="570">73.900000000000006</cx:pt>
          <cx:pt idx="571">73.5</cx:pt>
          <cx:pt idx="572">73.099999999999994</cx:pt>
          <cx:pt idx="573">72.700000000000003</cx:pt>
          <cx:pt idx="574">72.200000000000003</cx:pt>
          <cx:pt idx="575">71.700000000000003</cx:pt>
          <cx:pt idx="576">74.799999999999997</cx:pt>
          <cx:pt idx="577">74.599999999999994</cx:pt>
          <cx:pt idx="578">74.400000000000006</cx:pt>
          <cx:pt idx="579">74.299999999999997</cx:pt>
          <cx:pt idx="580">74.200000000000003</cx:pt>
          <cx:pt idx="581">73.599999999999994</cx:pt>
          <cx:pt idx="582">73.599999999999994</cx:pt>
          <cx:pt idx="583">73.5</cx:pt>
          <cx:pt idx="584">73.5</cx:pt>
          <cx:pt idx="585">73.099999999999994</cx:pt>
          <cx:pt idx="586">73.099999999999994</cx:pt>
          <cx:pt idx="587">72.799999999999997</cx:pt>
          <cx:pt idx="588">72.400000000000006</cx:pt>
          <cx:pt idx="589">71.799999999999997</cx:pt>
          <cx:pt idx="590">71.5</cx:pt>
          <cx:pt idx="591">71.400000000000006</cx:pt>
          <cx:pt idx="592">63.5</cx:pt>
          <cx:pt idx="593">63.200000000000003</cx:pt>
          <cx:pt idx="594">62.899999999999999</cx:pt>
          <cx:pt idx="595">62.5</cx:pt>
          <cx:pt idx="596">62.200000000000003</cx:pt>
          <cx:pt idx="597">61.799999999999997</cx:pt>
          <cx:pt idx="598">61.299999999999997</cx:pt>
          <cx:pt idx="599">61</cx:pt>
          <cx:pt idx="600">66</cx:pt>
          <cx:pt idx="601">63</cx:pt>
          <cx:pt idx="602">60</cx:pt>
          <cx:pt idx="603">59.799999999999997</cx:pt>
          <cx:pt idx="604">59.600000000000001</cx:pt>
          <cx:pt idx="605">59.5</cx:pt>
          <cx:pt idx="606">59.5</cx:pt>
          <cx:pt idx="607">59.5</cx:pt>
          <cx:pt idx="608">64.700000000000003</cx:pt>
          <cx:pt idx="609">64.200000000000003</cx:pt>
          <cx:pt idx="610">63.899999999999999</cx:pt>
          <cx:pt idx="611">63.700000000000003</cx:pt>
          <cx:pt idx="612">62.899999999999999</cx:pt>
          <cx:pt idx="613">62</cx:pt>
          <cx:pt idx="614">68</cx:pt>
          <cx:pt idx="615">59.399999999999999</cx:pt>
          <cx:pt idx="616">58.200000000000003</cx:pt>
          <cx:pt idx="617">56.899999999999999</cx:pt>
          <cx:pt idx="618">55.299999999999997</cx:pt>
          <cx:pt idx="619">54.100000000000001</cx:pt>
          <cx:pt idx="620">53.200000000000003</cx:pt>
          <cx:pt idx="621">52.600000000000001</cx:pt>
          <cx:pt idx="622">52.700000000000003</cx:pt>
          <cx:pt idx="623">52.899999999999999</cx:pt>
          <cx:pt idx="625">79.599999999999994</cx:pt>
          <cx:pt idx="626">79.5</cx:pt>
          <cx:pt idx="627">79.400000000000006</cx:pt>
          <cx:pt idx="628">79.200000000000003</cx:pt>
          <cx:pt idx="629">79</cx:pt>
          <cx:pt idx="630">78.099999999999994</cx:pt>
          <cx:pt idx="631">79.200000000000003</cx:pt>
          <cx:pt idx="632">78.900000000000006</cx:pt>
          <cx:pt idx="633">78.900000000000006</cx:pt>
          <cx:pt idx="634">78</cx:pt>
          <cx:pt idx="635">78.599999999999994</cx:pt>
          <cx:pt idx="636">77.700000000000003</cx:pt>
          <cx:pt idx="637">78</cx:pt>
          <cx:pt idx="638">78.299999999999997</cx:pt>
          <cx:pt idx="639">77.5</cx:pt>
          <cx:pt idx="640">77.599999999999994</cx:pt>
          <cx:pt idx="641">78</cx:pt>
          <cx:pt idx="642">77.799999999999997</cx:pt>
          <cx:pt idx="643">77.700000000000003</cx:pt>
          <cx:pt idx="644">77.099999999999994</cx:pt>
          <cx:pt idx="645">77</cx:pt>
          <cx:pt idx="646">76.599999999999994</cx:pt>
          <cx:pt idx="647">76.299999999999997</cx:pt>
          <cx:pt idx="648">76</cx:pt>
          <cx:pt idx="649">75.799999999999997</cx:pt>
          <cx:pt idx="650">75.900000000000006</cx:pt>
          <cx:pt idx="651">75.200000000000003</cx:pt>
          <cx:pt idx="652">75.400000000000006</cx:pt>
          <cx:pt idx="653">74.700000000000003</cx:pt>
          <cx:pt idx="654">74.799999999999997</cx:pt>
          <cx:pt idx="655">74.900000000000006</cx:pt>
          <cx:pt idx="656">74.700000000000003</cx:pt>
          <cx:pt idx="657">79.099999999999994</cx:pt>
          <cx:pt idx="658">79</cx:pt>
          <cx:pt idx="659">78.700000000000003</cx:pt>
          <cx:pt idx="660">78.700000000000003</cx:pt>
          <cx:pt idx="661">78.799999999999997</cx:pt>
          <cx:pt idx="662">78</cx:pt>
          <cx:pt idx="663">78.099999999999994</cx:pt>
          <cx:pt idx="664">77.900000000000006</cx:pt>
          <cx:pt idx="665">78.099999999999994</cx:pt>
          <cx:pt idx="666">78</cx:pt>
          <cx:pt idx="667">77.200000000000003</cx:pt>
          <cx:pt idx="668">77.299999999999997</cx:pt>
          <cx:pt idx="669">77.400000000000006</cx:pt>
          <cx:pt idx="670">77.700000000000003</cx:pt>
          <cx:pt idx="671">76.700000000000003</cx:pt>
          <cx:pt idx="672">76.900000000000006</cx:pt>
          <cx:pt idx="673">85</cx:pt>
          <cx:pt idx="674">83</cx:pt>
          <cx:pt idx="675">81</cx:pt>
          <cx:pt idx="676">80</cx:pt>
          <cx:pt idx="677">79.700000000000003</cx:pt>
          <cx:pt idx="678">79.5</cx:pt>
          <cx:pt idx="679">79.299999999999997</cx:pt>
          <cx:pt idx="680">79.099999999999994</cx:pt>
          <cx:pt idx="681">78.900000000000006</cx:pt>
          <cx:pt idx="682">78.799999999999997</cx:pt>
          <cx:pt idx="683">78.700000000000003</cx:pt>
          <cx:pt idx="684">78.599999999999994</cx:pt>
          <cx:pt idx="685">78.5</cx:pt>
          <cx:pt idx="686">78.400000000000006</cx:pt>
          <cx:pt idx="687">78.200000000000003</cx:pt>
          <cx:pt idx="688">78.099999999999994</cx:pt>
          <cx:pt idx="689">78.799999999999997</cx:pt>
          <cx:pt idx="690">78.599999999999994</cx:pt>
          <cx:pt idx="691">78.200000000000003</cx:pt>
          <cx:pt idx="692">78</cx:pt>
          <cx:pt idx="693">77.799999999999997</cx:pt>
          <cx:pt idx="694">77.5</cx:pt>
          <cx:pt idx="695">77.099999999999994</cx:pt>
          <cx:pt idx="696">77</cx:pt>
          <cx:pt idx="697">76.799999999999997</cx:pt>
          <cx:pt idx="698">76.5</cx:pt>
          <cx:pt idx="699">75.900000000000006</cx:pt>
          <cx:pt idx="700">75.799999999999997</cx:pt>
          <cx:pt idx="701">75.200000000000003</cx:pt>
          <cx:pt idx="702">75.299999999999997</cx:pt>
          <cx:pt idx="703">75.099999999999994</cx:pt>
          <cx:pt idx="704">74.700000000000003</cx:pt>
          <cx:pt idx="705">76</cx:pt>
          <cx:pt idx="706">73</cx:pt>
          <cx:pt idx="707">71</cx:pt>
          <cx:pt idx="708">69.799999999999997</cx:pt>
          <cx:pt idx="709">69.400000000000006</cx:pt>
          <cx:pt idx="710">69</cx:pt>
          <cx:pt idx="711">68.700000000000003</cx:pt>
          <cx:pt idx="712">68.599999999999994</cx:pt>
          <cx:pt idx="713">68.5</cx:pt>
          <cx:pt idx="714">68.5</cx:pt>
          <cx:pt idx="715">68.5</cx:pt>
          <cx:pt idx="716">68.400000000000006</cx:pt>
          <cx:pt idx="717">68.099999999999994</cx:pt>
          <cx:pt idx="718">67.599999999999994</cx:pt>
          <cx:pt idx="719">66.599999999999994</cx:pt>
          <cx:pt idx="720">65.400000000000006</cx:pt>
          <cx:pt idx="721">59.799999999999997</cx:pt>
          <cx:pt idx="722">59.299999999999997</cx:pt>
          <cx:pt idx="723">58.799999999999997</cx:pt>
          <cx:pt idx="724">58.299999999999997</cx:pt>
          <cx:pt idx="725">57.899999999999999</cx:pt>
          <cx:pt idx="726">57.399999999999999</cx:pt>
          <cx:pt idx="727">56.700000000000003</cx:pt>
          <cx:pt idx="728">56.299999999999997</cx:pt>
          <cx:pt idx="729">55.700000000000003</cx:pt>
          <cx:pt idx="730">55</cx:pt>
          <cx:pt idx="731">54.299999999999997</cx:pt>
          <cx:pt idx="732">53.5</cx:pt>
          <cx:pt idx="733">52.799999999999997</cx:pt>
          <cx:pt idx="734">52.100000000000001</cx:pt>
          <cx:pt idx="735">51.799999999999997</cx:pt>
          <cx:pt idx="736">51.299999999999997</cx:pt>
          <cx:pt idx="737">86</cx:pt>
          <cx:pt idx="738">84</cx:pt>
          <cx:pt idx="739">81</cx:pt>
          <cx:pt idx="740">80</cx:pt>
          <cx:pt idx="741">79.700000000000003</cx:pt>
          <cx:pt idx="742">79.200000000000003</cx:pt>
          <cx:pt idx="743">78.900000000000006</cx:pt>
          <cx:pt idx="744">78.799999999999997</cx:pt>
          <cx:pt idx="745">78.400000000000006</cx:pt>
          <cx:pt idx="746">78.099999999999994</cx:pt>
          <cx:pt idx="747">78.099999999999994</cx:pt>
          <cx:pt idx="748">77.700000000000003</cx:pt>
          <cx:pt idx="749">77.299999999999997</cx:pt>
          <cx:pt idx="750">77</cx:pt>
          <cx:pt idx="751">77</cx:pt>
          <cx:pt idx="752">76.900000000000006</cx:pt>
          <cx:pt idx="753">63.5</cx:pt>
          <cx:pt idx="754">63</cx:pt>
          <cx:pt idx="755">62.700000000000003</cx:pt>
          <cx:pt idx="756">62.200000000000003</cx:pt>
          <cx:pt idx="757">61.799999999999997</cx:pt>
          <cx:pt idx="758">61.299999999999997</cx:pt>
          <cx:pt idx="759">69</cx:pt>
          <cx:pt idx="760">62</cx:pt>
          <cx:pt idx="761">59.799999999999997</cx:pt>
          <cx:pt idx="762">59.100000000000001</cx:pt>
          <cx:pt idx="763">58.600000000000001</cx:pt>
          <cx:pt idx="764">58.100000000000001</cx:pt>
          <cx:pt idx="765">58</cx:pt>
          <cx:pt idx="766">57.899999999999999</cx:pt>
          <cx:pt idx="767">57.700000000000003</cx:pt>
          <cx:pt idx="768">57.399999999999999</cx:pt>
          <cx:pt idx="770">73.900000000000006</cx:pt>
          <cx:pt idx="771">73.599999999999994</cx:pt>
          <cx:pt idx="772">73.400000000000006</cx:pt>
          <cx:pt idx="773">72.099999999999994</cx:pt>
          <cx:pt idx="774">73.099999999999994</cx:pt>
          <cx:pt idx="775">72.700000000000003</cx:pt>
          <cx:pt idx="776">73.599999999999994</cx:pt>
          <cx:pt idx="777">73.299999999999997</cx:pt>
          <cx:pt idx="778">72.900000000000006</cx:pt>
          <cx:pt idx="779">72.299999999999997</cx:pt>
          <cx:pt idx="780">69.700000000000003</cx:pt>
          <cx:pt idx="781">69.299999999999997</cx:pt>
          <cx:pt idx="782">73</cx:pt>
          <cx:pt idx="783">71.400000000000006</cx:pt>
          <cx:pt idx="784">71.200000000000003</cx:pt>
          <cx:pt idx="785">72</cx:pt>
          <cx:pt idx="786">76.200000000000003</cx:pt>
          <cx:pt idx="787">76</cx:pt>
          <cx:pt idx="788">76</cx:pt>
          <cx:pt idx="789">75.5</cx:pt>
          <cx:pt idx="790">75.299999999999997</cx:pt>
          <cx:pt idx="791">75</cx:pt>
          <cx:pt idx="792">75.099999999999994</cx:pt>
          <cx:pt idx="793">74.599999999999994</cx:pt>
          <cx:pt idx="794">74.700000000000003</cx:pt>
          <cx:pt idx="795">74.400000000000006</cx:pt>
          <cx:pt idx="796">74.200000000000003</cx:pt>
          <cx:pt idx="797">74.400000000000006</cx:pt>
          <cx:pt idx="798">74.400000000000006</cx:pt>
          <cx:pt idx="799">73.599999999999994</cx:pt>
          <cx:pt idx="800">73.400000000000006</cx:pt>
          <cx:pt idx="801">72.799999999999997</cx:pt>
          <cx:pt idx="802">79</cx:pt>
          <cx:pt idx="803">78</cx:pt>
          <cx:pt idx="804">79</cx:pt>
          <cx:pt idx="805">72</cx:pt>
          <cx:pt idx="806">74</cx:pt>
          <cx:pt idx="807">70</cx:pt>
          <cx:pt idx="808">69.900000000000006</cx:pt>
          <cx:pt idx="809">69.799999999999997</cx:pt>
          <cx:pt idx="810">69.700000000000003</cx:pt>
          <cx:pt idx="811">69.5</cx:pt>
          <cx:pt idx="812">69.400000000000006</cx:pt>
          <cx:pt idx="813">69</cx:pt>
          <cx:pt idx="814">68.599999999999994</cx:pt>
          <cx:pt idx="815">68.700000000000003</cx:pt>
          <cx:pt idx="816">68.599999999999994</cx:pt>
          <cx:pt idx="817">68.799999999999997</cx:pt>
          <cx:pt idx="818">73.5</cx:pt>
          <cx:pt idx="819">73.299999999999997</cx:pt>
          <cx:pt idx="820">73</cx:pt>
          <cx:pt idx="821">73</cx:pt>
          <cx:pt idx="822">72</cx:pt>
          <cx:pt idx="823">72</cx:pt>
          <cx:pt idx="824">71.400000000000006</cx:pt>
          <cx:pt idx="825">71.700000000000003</cx:pt>
          <cx:pt idx="826">71.200000000000003</cx:pt>
          <cx:pt idx="827">75</cx:pt>
          <cx:pt idx="828">71</cx:pt>
          <cx:pt idx="829">70</cx:pt>
          <cx:pt idx="830">69.900000000000006</cx:pt>
          <cx:pt idx="831">73</cx:pt>
          <cx:pt idx="832">68.900000000000006</cx:pt>
          <cx:pt idx="833">69</cx:pt>
          <cx:pt idx="834">58.200000000000003</cx:pt>
          <cx:pt idx="835">57.899999999999999</cx:pt>
          <cx:pt idx="836">57.399999999999999</cx:pt>
          <cx:pt idx="837">56.700000000000003</cx:pt>
          <cx:pt idx="838">56.200000000000003</cx:pt>
          <cx:pt idx="839">56.100000000000001</cx:pt>
          <cx:pt idx="840">55.700000000000003</cx:pt>
          <cx:pt idx="841">55.399999999999999</cx:pt>
          <cx:pt idx="842">55</cx:pt>
          <cx:pt idx="843">54.799999999999997</cx:pt>
          <cx:pt idx="844">54.399999999999999</cx:pt>
          <cx:pt idx="845">54.100000000000001</cx:pt>
          <cx:pt idx="846">53.799999999999997</cx:pt>
          <cx:pt idx="847">53.5</cx:pt>
          <cx:pt idx="848">53.100000000000001</cx:pt>
          <cx:pt idx="849">52.700000000000003</cx:pt>
          <cx:pt idx="850">64.700000000000003</cx:pt>
          <cx:pt idx="851">64.400000000000006</cx:pt>
          <cx:pt idx="852">64</cx:pt>
          <cx:pt idx="853">63.600000000000001</cx:pt>
          <cx:pt idx="854">62.899999999999999</cx:pt>
          <cx:pt idx="855">62.100000000000001</cx:pt>
          <cx:pt idx="856">61.399999999999999</cx:pt>
          <cx:pt idx="857">67</cx:pt>
          <cx:pt idx="858">62</cx:pt>
          <cx:pt idx="859">59.700000000000003</cx:pt>
          <cx:pt idx="860">59.399999999999999</cx:pt>
          <cx:pt idx="861">59.100000000000001</cx:pt>
          <cx:pt idx="862">58.799999999999997</cx:pt>
          <cx:pt idx="863">58.5</cx:pt>
          <cx:pt idx="864">58.100000000000001</cx:pt>
          <cx:pt idx="865">45.299999999999997</cx:pt>
          <cx:pt idx="866">77.599999999999994</cx:pt>
          <cx:pt idx="867">77.299999999999997</cx:pt>
          <cx:pt idx="868">76.900000000000006</cx:pt>
          <cx:pt idx="869">76.299999999999997</cx:pt>
          <cx:pt idx="870">76.099999999999994</cx:pt>
          <cx:pt idx="871">75.599999999999994</cx:pt>
          <cx:pt idx="872">74.900000000000006</cx:pt>
          <cx:pt idx="873">74.200000000000003</cx:pt>
          <cx:pt idx="874">73</cx:pt>
          <cx:pt idx="875">73</cx:pt>
          <cx:pt idx="876">72.799999999999997</cx:pt>
          <cx:pt idx="877">72.299999999999997</cx:pt>
          <cx:pt idx="878">71.900000000000006</cx:pt>
          <cx:pt idx="879">71.200000000000003</cx:pt>
          <cx:pt idx="880">78</cx:pt>
          <cx:pt idx="881">78</cx:pt>
          <cx:pt idx="882">64.799999999999997</cx:pt>
          <cx:pt idx="883">64.200000000000003</cx:pt>
          <cx:pt idx="884">63.700000000000003</cx:pt>
          <cx:pt idx="885">63.299999999999997</cx:pt>
          <cx:pt idx="886">62.600000000000001</cx:pt>
          <cx:pt idx="887">61.799999999999997</cx:pt>
          <cx:pt idx="888">68</cx:pt>
          <cx:pt idx="889">59.799999999999997</cx:pt>
          <cx:pt idx="890">58.5</cx:pt>
          <cx:pt idx="891">57.200000000000003</cx:pt>
          <cx:pt idx="892">56</cx:pt>
          <cx:pt idx="893">55</cx:pt>
          <cx:pt idx="894">54</cx:pt>
          <cx:pt idx="895">53.200000000000003</cx:pt>
          <cx:pt idx="896">52.5</cx:pt>
          <cx:pt idx="897">51.200000000000003</cx:pt>
          <cx:pt idx="898">69.900000000000006</cx:pt>
          <cx:pt idx="899">69.700000000000003</cx:pt>
          <cx:pt idx="900">69.599999999999994</cx:pt>
          <cx:pt idx="901">69.400000000000006</cx:pt>
          <cx:pt idx="902">69.200000000000003</cx:pt>
          <cx:pt idx="903">69.099999999999994</cx:pt>
          <cx:pt idx="904">68.900000000000006</cx:pt>
          <cx:pt idx="905">68.700000000000003</cx:pt>
          <cx:pt idx="906">68.599999999999994</cx:pt>
          <cx:pt idx="907">68.5</cx:pt>
          <cx:pt idx="908">68.299999999999997</cx:pt>
          <cx:pt idx="909">68.099999999999994</cx:pt>
          <cx:pt idx="910">68</cx:pt>
          <cx:pt idx="911">67.900000000000006</cx:pt>
          <cx:pt idx="912">67.799999999999997</cx:pt>
          <cx:pt idx="913">67.700000000000003</cx:pt>
          <cx:pt idx="914">81.099999999999994</cx:pt>
          <cx:pt idx="915">89</cx:pt>
          <cx:pt idx="916">87</cx:pt>
          <cx:pt idx="917">84</cx:pt>
          <cx:pt idx="918">83</cx:pt>
          <cx:pt idx="919">79.900000000000006</cx:pt>
          <cx:pt idx="920">79.700000000000003</cx:pt>
          <cx:pt idx="921">79.599999999999994</cx:pt>
          <cx:pt idx="922">79.299999999999997</cx:pt>
          <cx:pt idx="923">79.200000000000003</cx:pt>
          <cx:pt idx="924">78.900000000000006</cx:pt>
          <cx:pt idx="925">78.700000000000003</cx:pt>
          <cx:pt idx="926">78.400000000000006</cx:pt>
          <cx:pt idx="927">78.099999999999994</cx:pt>
          <cx:pt idx="928">78</cx:pt>
          <cx:pt idx="929">77.5</cx:pt>
          <cx:pt idx="930">82.400000000000006</cx:pt>
          <cx:pt idx="931">82.200000000000003</cx:pt>
          <cx:pt idx="932">82</cx:pt>
          <cx:pt idx="933">81.5</cx:pt>
          <cx:pt idx="934">81.700000000000003</cx:pt>
          <cx:pt idx="935">81.299999999999997</cx:pt>
          <cx:pt idx="936">81.099999999999994</cx:pt>
          <cx:pt idx="937">89</cx:pt>
          <cx:pt idx="938">89</cx:pt>
          <cx:pt idx="939">86</cx:pt>
          <cx:pt idx="940">81</cx:pt>
          <cx:pt idx="941">82</cx:pt>
          <cx:pt idx="942">79.299999999999997</cx:pt>
          <cx:pt idx="943">79.200000000000003</cx:pt>
          <cx:pt idx="944">79</cx:pt>
          <cx:pt idx="945">78.799999999999997</cx:pt>
          <cx:pt idx="946">66</cx:pt>
          <cx:pt idx="947">65.5</cx:pt>
          <cx:pt idx="948">64.599999999999994</cx:pt>
          <cx:pt idx="949">63.5</cx:pt>
          <cx:pt idx="950">62.799999999999997</cx:pt>
          <cx:pt idx="951">62.299999999999997</cx:pt>
          <cx:pt idx="952">61.700000000000003</cx:pt>
          <cx:pt idx="953">61.600000000000001</cx:pt>
          <cx:pt idx="954">61.600000000000001</cx:pt>
          <cx:pt idx="955">61.399999999999999</cx:pt>
          <cx:pt idx="956">65</cx:pt>
          <cx:pt idx="957">59.700000000000003</cx:pt>
          <cx:pt idx="958">59.700000000000003</cx:pt>
          <cx:pt idx="959">59.700000000000003</cx:pt>
          <cx:pt idx="960">59.799999999999997</cx:pt>
          <cx:pt idx="961">61</cx:pt>
          <cx:pt idx="962">61.100000000000001</cx:pt>
          <cx:pt idx="963">68</cx:pt>
          <cx:pt idx="964">66</cx:pt>
          <cx:pt idx="965">62</cx:pt>
          <cx:pt idx="966">59.799999999999997</cx:pt>
          <cx:pt idx="967">59.299999999999997</cx:pt>
          <cx:pt idx="968">59</cx:pt>
          <cx:pt idx="969">58.700000000000003</cx:pt>
          <cx:pt idx="970">58.5</cx:pt>
          <cx:pt idx="971">58.200000000000003</cx:pt>
          <cx:pt idx="972">57.700000000000003</cx:pt>
          <cx:pt idx="973">57.299999999999997</cx:pt>
          <cx:pt idx="974">57</cx:pt>
          <cx:pt idx="975">56.600000000000001</cx:pt>
          <cx:pt idx="976">56.299999999999997</cx:pt>
          <cx:pt idx="977">55.899999999999999</cx:pt>
          <cx:pt idx="978">74.400000000000006</cx:pt>
          <cx:pt idx="979">74.5</cx:pt>
          <cx:pt idx="980">74.5</cx:pt>
          <cx:pt idx="981">74.200000000000003</cx:pt>
          <cx:pt idx="982">73.900000000000006</cx:pt>
          <cx:pt idx="983">73.799999999999997</cx:pt>
          <cx:pt idx="984">73.200000000000003</cx:pt>
          <cx:pt idx="985">73.900000000000006</cx:pt>
          <cx:pt idx="986">74.400000000000006</cx:pt>
          <cx:pt idx="987">73.900000000000006</cx:pt>
          <cx:pt idx="988">73.900000000000006</cx:pt>
          <cx:pt idx="989">72.299999999999997</cx:pt>
          <cx:pt idx="990">72.700000000000003</cx:pt>
          <cx:pt idx="991">71.700000000000003</cx:pt>
          <cx:pt idx="992">73</cx:pt>
          <cx:pt idx="993">71.799999999999997</cx:pt>
          <cx:pt idx="994">81</cx:pt>
          <cx:pt idx="995">89</cx:pt>
          <cx:pt idx="996">86</cx:pt>
          <cx:pt idx="997">86</cx:pt>
          <cx:pt idx="998">85</cx:pt>
          <cx:pt idx="999">81</cx:pt>
          <cx:pt idx="1000">80</cx:pt>
          <cx:pt idx="1001">79.900000000000006</cx:pt>
          <cx:pt idx="1002">79.799999999999997</cx:pt>
          <cx:pt idx="1003">79.599999999999994</cx:pt>
          <cx:pt idx="1004">79.200000000000003</cx:pt>
          <cx:pt idx="1005">79.099999999999994</cx:pt>
          <cx:pt idx="1006">78.5</cx:pt>
          <cx:pt idx="1007">78.400000000000006</cx:pt>
          <cx:pt idx="1008">78.299999999999997</cx:pt>
          <cx:pt idx="1009">78</cx:pt>
          <cx:pt idx="1010">62.399999999999999</cx:pt>
          <cx:pt idx="1011">62.100000000000001</cx:pt>
          <cx:pt idx="1012">61.899999999999999</cx:pt>
          <cx:pt idx="1013">61.600000000000001</cx:pt>
          <cx:pt idx="1014">61.200000000000003</cx:pt>
          <cx:pt idx="1015">69</cx:pt>
          <cx:pt idx="1016">66</cx:pt>
          <cx:pt idx="1017">63</cx:pt>
          <cx:pt idx="1018">59.899999999999999</cx:pt>
          <cx:pt idx="1019">59.399999999999999</cx:pt>
          <cx:pt idx="1020">58.899999999999999</cx:pt>
          <cx:pt idx="1021">58.299999999999997</cx:pt>
          <cx:pt idx="1022">57.899999999999999</cx:pt>
          <cx:pt idx="1023">57.600000000000001</cx:pt>
          <cx:pt idx="1024">57.399999999999999</cx:pt>
          <cx:pt idx="1025">57.200000000000003</cx:pt>
          <cx:pt idx="1026">81</cx:pt>
          <cx:pt idx="1027">88</cx:pt>
          <cx:pt idx="1028">86</cx:pt>
          <cx:pt idx="1029">84</cx:pt>
          <cx:pt idx="1030">85</cx:pt>
          <cx:pt idx="1031">83</cx:pt>
          <cx:pt idx="1032">80</cx:pt>
          <cx:pt idx="1033">79.900000000000006</cx:pt>
          <cx:pt idx="1034">79.400000000000006</cx:pt>
          <cx:pt idx="1035">79.700000000000003</cx:pt>
          <cx:pt idx="1036">79.299999999999997</cx:pt>
          <cx:pt idx="1037">79.200000000000003</cx:pt>
          <cx:pt idx="1038">79.099999999999994</cx:pt>
          <cx:pt idx="1039">79</cx:pt>
          <cx:pt idx="1040">78.700000000000003</cx:pt>
          <cx:pt idx="1041">78.200000000000003</cx:pt>
          <cx:pt idx="1042">73.599999999999994</cx:pt>
          <cx:pt idx="1043">73.5</cx:pt>
          <cx:pt idx="1044">73.299999999999997</cx:pt>
          <cx:pt idx="1045">73.099999999999994</cx:pt>
          <cx:pt idx="1046">72.900000000000006</cx:pt>
          <cx:pt idx="1047">72.599999999999994</cx:pt>
          <cx:pt idx="1048">72.400000000000006</cx:pt>
          <cx:pt idx="1049">72.099999999999994</cx:pt>
          <cx:pt idx="1050">71.900000000000006</cx:pt>
          <cx:pt idx="1051">71.700000000000003</cx:pt>
          <cx:pt idx="1052">71.5</cx:pt>
          <cx:pt idx="1053">73</cx:pt>
          <cx:pt idx="1054">71.099999999999994</cx:pt>
          <cx:pt idx="1055">79</cx:pt>
          <cx:pt idx="1056">77</cx:pt>
          <cx:pt idx="1057">74</cx:pt>
          <cx:pt idx="1058">71.900000000000006</cx:pt>
          <cx:pt idx="1059">71.700000000000003</cx:pt>
          <cx:pt idx="1060">71.400000000000006</cx:pt>
          <cx:pt idx="1061">71.299999999999997</cx:pt>
          <cx:pt idx="1062">71.099999999999994</cx:pt>
          <cx:pt idx="1063">77</cx:pt>
          <cx:pt idx="1064">76</cx:pt>
          <cx:pt idx="1065">79</cx:pt>
          <cx:pt idx="1066">75</cx:pt>
          <cx:pt idx="1067">69.700000000000003</cx:pt>
          <cx:pt idx="1068">69.200000000000003</cx:pt>
          <cx:pt idx="1069">69.599999999999994</cx:pt>
          <cx:pt idx="1070">69.400000000000006</cx:pt>
          <cx:pt idx="1071">69.299999999999997</cx:pt>
          <cx:pt idx="1072">68.400000000000006</cx:pt>
          <cx:pt idx="1073">67.700000000000003</cx:pt>
          <cx:pt idx="1074">59</cx:pt>
          <cx:pt idx="1075">58.100000000000001</cx:pt>
          <cx:pt idx="1076">58.799999999999997</cx:pt>
          <cx:pt idx="1077">58.399999999999999</cx:pt>
          <cx:pt idx="1078">58.100000000000001</cx:pt>
          <cx:pt idx="1079">57.799999999999997</cx:pt>
          <cx:pt idx="1080">57.299999999999997</cx:pt>
          <cx:pt idx="1081">56.799999999999997</cx:pt>
          <cx:pt idx="1082">56.399999999999999</cx:pt>
          <cx:pt idx="1083">55.600000000000001</cx:pt>
          <cx:pt idx="1084">54.700000000000003</cx:pt>
          <cx:pt idx="1085">54</cx:pt>
          <cx:pt idx="1086">53.299999999999997</cx:pt>
          <cx:pt idx="1087">52.899999999999999</cx:pt>
          <cx:pt idx="1088">52.5</cx:pt>
          <cx:pt idx="1089">52.5</cx:pt>
          <cx:pt idx="1090">58.899999999999999</cx:pt>
          <cx:pt idx="1091">58.399999999999999</cx:pt>
          <cx:pt idx="1092">58.100000000000001</cx:pt>
          <cx:pt idx="1093">57.600000000000001</cx:pt>
          <cx:pt idx="1094">57.100000000000001</cx:pt>
          <cx:pt idx="1095">56.700000000000003</cx:pt>
          <cx:pt idx="1096">56.299999999999997</cx:pt>
          <cx:pt idx="1097">55.600000000000001</cx:pt>
          <cx:pt idx="1098">55</cx:pt>
          <cx:pt idx="1099">54.399999999999999</cx:pt>
          <cx:pt idx="1100">53.899999999999999</cx:pt>
          <cx:pt idx="1101">53.5</cx:pt>
          <cx:pt idx="1102">53</cx:pt>
          <cx:pt idx="1103">52.799999999999997</cx:pt>
          <cx:pt idx="1104">52.5</cx:pt>
          <cx:pt idx="1105">52.100000000000001</cx:pt>
          <cx:pt idx="1106">66.200000000000003</cx:pt>
          <cx:pt idx="1107">66</cx:pt>
          <cx:pt idx="1108">65.900000000000006</cx:pt>
          <cx:pt idx="1109">65.799999999999997</cx:pt>
          <cx:pt idx="1110">65.599999999999994</cx:pt>
          <cx:pt idx="1111">65.900000000000006</cx:pt>
          <cx:pt idx="1112">66.099999999999994</cx:pt>
          <cx:pt idx="1113">66.299999999999997</cx:pt>
          <cx:pt idx="1114">65.700000000000003</cx:pt>
          <cx:pt idx="1115">65.200000000000003</cx:pt>
          <cx:pt idx="1116">65</cx:pt>
          <cx:pt idx="1117">65.099999999999994</cx:pt>
          <cx:pt idx="1118">65.299999999999997</cx:pt>
          <cx:pt idx="1119">65.299999999999997</cx:pt>
          <cx:pt idx="1120">65.400000000000006</cx:pt>
          <cx:pt idx="1121">65.400000000000006</cx:pt>
          <cx:pt idx="1122">63.5</cx:pt>
          <cx:pt idx="1123">63.100000000000001</cx:pt>
          <cx:pt idx="1124">62.700000000000003</cx:pt>
          <cx:pt idx="1125">62.299999999999997</cx:pt>
          <cx:pt idx="1126">62.299999999999997</cx:pt>
          <cx:pt idx="1127">36.299999999999997</cx:pt>
          <cx:pt idx="1128">62.5</cx:pt>
          <cx:pt idx="1129">62.100000000000001</cx:pt>
          <cx:pt idx="1130">61.799999999999997</cx:pt>
          <cx:pt idx="1131">61.100000000000001</cx:pt>
          <cx:pt idx="1132">65</cx:pt>
          <cx:pt idx="1133">58.700000000000003</cx:pt>
          <cx:pt idx="1134">59.700000000000003</cx:pt>
          <cx:pt idx="1135">59.299999999999997</cx:pt>
          <cx:pt idx="1136">58.899999999999999</cx:pt>
          <cx:pt idx="1137">58.600000000000001</cx:pt>
          <cx:pt idx="1138">74.599999999999994</cx:pt>
          <cx:pt idx="1139">74.5</cx:pt>
          <cx:pt idx="1140">74.299999999999997</cx:pt>
          <cx:pt idx="1141">74.099999999999994</cx:pt>
          <cx:pt idx="1142">73.900000000000006</cx:pt>
          <cx:pt idx="1143">73.599999999999994</cx:pt>
          <cx:pt idx="1144">73.400000000000006</cx:pt>
          <cx:pt idx="1145">73.200000000000003</cx:pt>
          <cx:pt idx="1146">73</cx:pt>
          <cx:pt idx="1147">72.799999999999997</cx:pt>
          <cx:pt idx="1148">72.5</cx:pt>
          <cx:pt idx="1149">72.200000000000003</cx:pt>
          <cx:pt idx="1150">71.900000000000006</cx:pt>
          <cx:pt idx="1151">71.599999999999994</cx:pt>
          <cx:pt idx="1152">71.299999999999997</cx:pt>
          <cx:pt idx="1153">71</cx:pt>
          <cx:pt idx="1154">75.799999999999997</cx:pt>
          <cx:pt idx="1155">75.599999999999994</cx:pt>
          <cx:pt idx="1156">75.5</cx:pt>
          <cx:pt idx="1157">75</cx:pt>
          <cx:pt idx="1158">74.799999999999997</cx:pt>
          <cx:pt idx="1159">74.5</cx:pt>
          <cx:pt idx="1160">74.200000000000003</cx:pt>
          <cx:pt idx="1161">74.099999999999994</cx:pt>
          <cx:pt idx="1162">73.5</cx:pt>
          <cx:pt idx="1163">73.400000000000006</cx:pt>
          <cx:pt idx="1164">72.900000000000006</cx:pt>
          <cx:pt idx="1165">72.900000000000006</cx:pt>
          <cx:pt idx="1166">72.5</cx:pt>
          <cx:pt idx="1167">72.5</cx:pt>
          <cx:pt idx="1168">72.299999999999997</cx:pt>
          <cx:pt idx="1169">71.700000000000003</cx:pt>
          <cx:pt idx="1170">82.700000000000003</cx:pt>
          <cx:pt idx="1171">82.5</cx:pt>
          <cx:pt idx="1172">82.400000000000006</cx:pt>
          <cx:pt idx="1173">82.5</cx:pt>
          <cx:pt idx="1174">82.099999999999994</cx:pt>
          <cx:pt idx="1175">81.799999999999997</cx:pt>
          <cx:pt idx="1176">81.599999999999994</cx:pt>
          <cx:pt idx="1177">81.400000000000006</cx:pt>
          <cx:pt idx="1178">81.299999999999997</cx:pt>
          <cx:pt idx="1179">81.099999999999994</cx:pt>
          <cx:pt idx="1180">81</cx:pt>
          <cx:pt idx="1181">88</cx:pt>
          <cx:pt idx="1182">87</cx:pt>
          <cx:pt idx="1183">84</cx:pt>
          <cx:pt idx="1184">80</cx:pt>
          <cx:pt idx="1185">79.700000000000003</cx:pt>
          <cx:pt idx="1186">68.299999999999997</cx:pt>
          <cx:pt idx="1187">68</cx:pt>
          <cx:pt idx="1188">67.599999999999994</cx:pt>
          <cx:pt idx="1189">67.299999999999997</cx:pt>
          <cx:pt idx="1190">66.799999999999997</cx:pt>
          <cx:pt idx="1191">66.400000000000006</cx:pt>
          <cx:pt idx="1192">66</cx:pt>
          <cx:pt idx="1193">65.5</cx:pt>
          <cx:pt idx="1194">65.200000000000003</cx:pt>
          <cx:pt idx="1195">64.799999999999997</cx:pt>
          <cx:pt idx="1196">64.400000000000006</cx:pt>
          <cx:pt idx="1197">64</cx:pt>
          <cx:pt idx="1198">63.700000000000003</cx:pt>
          <cx:pt idx="1199">63.299999999999997</cx:pt>
          <cx:pt idx="1200">62.899999999999999</cx:pt>
          <cx:pt idx="1201">62.5</cx:pt>
          <cx:pt idx="1202">69.099999999999994</cx:pt>
          <cx:pt idx="1203">68.900000000000006</cx:pt>
          <cx:pt idx="1204">68.700000000000003</cx:pt>
          <cx:pt idx="1205">68.5</cx:pt>
          <cx:pt idx="1206">68.299999999999997</cx:pt>
          <cx:pt idx="1207">68.099999999999994</cx:pt>
          <cx:pt idx="1208">67.900000000000006</cx:pt>
          <cx:pt idx="1209">67.700000000000003</cx:pt>
          <cx:pt idx="1210">67.5</cx:pt>
          <cx:pt idx="1211">67.299999999999997</cx:pt>
          <cx:pt idx="1212">67.200000000000003</cx:pt>
          <cx:pt idx="1213">65.299999999999997</cx:pt>
          <cx:pt idx="1214">66.900000000000006</cx:pt>
          <cx:pt idx="1215">66.700000000000003</cx:pt>
          <cx:pt idx="1216">66.5</cx:pt>
          <cx:pt idx="1217">66.299999999999997</cx:pt>
          <cx:pt idx="1218">75.5</cx:pt>
          <cx:pt idx="1219">75.400000000000006</cx:pt>
          <cx:pt idx="1220">75.299999999999997</cx:pt>
          <cx:pt idx="1221">75.099999999999994</cx:pt>
          <cx:pt idx="1222">74.700000000000003</cx:pt>
          <cx:pt idx="1223">74.099999999999994</cx:pt>
          <cx:pt idx="1224">73.299999999999997</cx:pt>
          <cx:pt idx="1225">72.700000000000003</cx:pt>
          <cx:pt idx="1226">72.400000000000006</cx:pt>
          <cx:pt idx="1227">72.200000000000003</cx:pt>
          <cx:pt idx="1228">72</cx:pt>
          <cx:pt idx="1229">71.799999999999997</cx:pt>
          <cx:pt idx="1230">75</cx:pt>
          <cx:pt idx="1231">71.200000000000003</cx:pt>
          <cx:pt idx="1232">78</cx:pt>
          <cx:pt idx="1233">73</cx:pt>
          <cx:pt idx="1234">68.900000000000006</cx:pt>
          <cx:pt idx="1235">67.900000000000006</cx:pt>
          <cx:pt idx="1236">69.5</cx:pt>
          <cx:pt idx="1237">76</cx:pt>
          <cx:pt idx="1238">77</cx:pt>
          <cx:pt idx="1239">76</cx:pt>
          <cx:pt idx="1240">74</cx:pt>
          <cx:pt idx="1241">69.299999999999997</cx:pt>
          <cx:pt idx="1242">65.900000000000006</cx:pt>
          <cx:pt idx="1243">64.700000000000003</cx:pt>
          <cx:pt idx="1244">66.799999999999997</cx:pt>
          <cx:pt idx="1245">67.200000000000003</cx:pt>
          <cx:pt idx="1246">66.5</cx:pt>
          <cx:pt idx="1247">74</cx:pt>
          <cx:pt idx="1248">72</cx:pt>
          <cx:pt idx="1249">70</cx:pt>
          <cx:pt idx="1250">81.400000000000006</cx:pt>
          <cx:pt idx="1251">81.200000000000003</cx:pt>
          <cx:pt idx="1252">81</cx:pt>
          <cx:pt idx="1253">85</cx:pt>
          <cx:pt idx="1254">84</cx:pt>
          <cx:pt idx="1255">86</cx:pt>
          <cx:pt idx="1256">79.700000000000003</cx:pt>
          <cx:pt idx="1257">79.799999999999997</cx:pt>
          <cx:pt idx="1258">79.5</cx:pt>
          <cx:pt idx="1259">79</cx:pt>
          <cx:pt idx="1260">78.700000000000003</cx:pt>
          <cx:pt idx="1261">78.299999999999997</cx:pt>
          <cx:pt idx="1262">78</cx:pt>
          <cx:pt idx="1263">77.400000000000006</cx:pt>
          <cx:pt idx="1264">77</cx:pt>
          <cx:pt idx="1265">76.400000000000006</cx:pt>
          <cx:pt idx="1266">82.5</cx:pt>
          <cx:pt idx="1267">82.200000000000003</cx:pt>
          <cx:pt idx="1268">82.099999999999994</cx:pt>
          <cx:pt idx="1269">81.799999999999997</cx:pt>
          <cx:pt idx="1270">81.799999999999997</cx:pt>
          <cx:pt idx="1271">81.700000000000003</cx:pt>
          <cx:pt idx="1272">81.5</cx:pt>
          <cx:pt idx="1273">81</cx:pt>
          <cx:pt idx="1274">84</cx:pt>
          <cx:pt idx="1275">84</cx:pt>
          <cx:pt idx="1276">80</cx:pt>
          <cx:pt idx="1277">81</cx:pt>
          <cx:pt idx="1278">79.700000000000003</cx:pt>
          <cx:pt idx="1279">79.299999999999997</cx:pt>
          <cx:pt idx="1280">79.299999999999997</cx:pt>
          <cx:pt idx="1281">78.900000000000006</cx:pt>
          <cx:pt idx="1282">82.700000000000003</cx:pt>
          <cx:pt idx="1283">82.5</cx:pt>
          <cx:pt idx="1284">82.299999999999997</cx:pt>
          <cx:pt idx="1285">82</cx:pt>
          <cx:pt idx="1286">82</cx:pt>
          <cx:pt idx="1287">81.799999999999997</cx:pt>
          <cx:pt idx="1288">81.599999999999994</cx:pt>
          <cx:pt idx="1289">81.5</cx:pt>
          <cx:pt idx="1290">81.299999999999997</cx:pt>
          <cx:pt idx="1291">81.200000000000003</cx:pt>
          <cx:pt idx="1292">88</cx:pt>
          <cx:pt idx="1293">89</cx:pt>
          <cx:pt idx="1294">79.900000000000006</cx:pt>
          <cx:pt idx="1295">80</cx:pt>
          <cx:pt idx="1296">79.799999999999997</cx:pt>
          <cx:pt idx="1297">79.400000000000006</cx:pt>
          <cx:pt idx="1298">76.200000000000003</cx:pt>
          <cx:pt idx="1299">75.799999999999997</cx:pt>
          <cx:pt idx="1300">75.599999999999994</cx:pt>
          <cx:pt idx="1301">75.299999999999997</cx:pt>
          <cx:pt idx="1302">75.200000000000003</cx:pt>
          <cx:pt idx="1303">75</cx:pt>
          <cx:pt idx="1304">74.700000000000003</cx:pt>
          <cx:pt idx="1305">74.5</cx:pt>
          <cx:pt idx="1306">74.200000000000003</cx:pt>
          <cx:pt idx="1307">74</cx:pt>
          <cx:pt idx="1308">73.5</cx:pt>
          <cx:pt idx="1309">73.299999999999997</cx:pt>
          <cx:pt idx="1310">73.099999999999994</cx:pt>
          <cx:pt idx="1311">73</cx:pt>
          <cx:pt idx="1312">72.700000000000003</cx:pt>
          <cx:pt idx="1313">72.599999999999994</cx:pt>
          <cx:pt idx="1314">83.700000000000003</cx:pt>
          <cx:pt idx="1315">83.5</cx:pt>
          <cx:pt idx="1316">83.5</cx:pt>
          <cx:pt idx="1317">83.299999999999997</cx:pt>
          <cx:pt idx="1318">82.5</cx:pt>
          <cx:pt idx="1319">83</cx:pt>
          <cx:pt idx="1320">83</cx:pt>
          <cx:pt idx="1321">82.700000000000003</cx:pt>
          <cx:pt idx="1322">82.599999999999994</cx:pt>
          <cx:pt idx="1323">82.400000000000006</cx:pt>
          <cx:pt idx="1324">82</cx:pt>
          <cx:pt idx="1325">82.099999999999994</cx:pt>
          <cx:pt idx="1326">81.900000000000006</cx:pt>
          <cx:pt idx="1327">81.799999999999997</cx:pt>
          <cx:pt idx="1328">81.5</cx:pt>
          <cx:pt idx="1329">81.099999999999994</cx:pt>
          <cx:pt idx="1330">74.099999999999994</cx:pt>
          <cx:pt idx="1331">74</cx:pt>
          <cx:pt idx="1332">73.900000000000006</cx:pt>
          <cx:pt idx="1333">73.700000000000003</cx:pt>
          <cx:pt idx="1334">73.599999999999994</cx:pt>
          <cx:pt idx="1335">73.400000000000006</cx:pt>
          <cx:pt idx="1336">73.299999999999997</cx:pt>
          <cx:pt idx="1337">73.099999999999994</cx:pt>
          <cx:pt idx="1338">73</cx:pt>
          <cx:pt idx="1339">72.799999999999997</cx:pt>
          <cx:pt idx="1340">72.400000000000006</cx:pt>
          <cx:pt idx="1341">72.5</cx:pt>
          <cx:pt idx="1342">72.299999999999997</cx:pt>
          <cx:pt idx="1343">72.099999999999994</cx:pt>
          <cx:pt idx="1344">71.900000000000006</cx:pt>
          <cx:pt idx="1345">71.700000000000003</cx:pt>
          <cx:pt idx="1346">72</cx:pt>
          <cx:pt idx="1347">69.900000000000006</cx:pt>
          <cx:pt idx="1348">69.5</cx:pt>
          <cx:pt idx="1349">69.099999999999994</cx:pt>
          <cx:pt idx="1350">68.5</cx:pt>
          <cx:pt idx="1351">67.799999999999997</cx:pt>
          <cx:pt idx="1352">67.799999999999997</cx:pt>
          <cx:pt idx="1353">66.599999999999994</cx:pt>
          <cx:pt idx="1354">65.299999999999997</cx:pt>
          <cx:pt idx="1355">65</cx:pt>
          <cx:pt idx="1356">64.599999999999994</cx:pt>
          <cx:pt idx="1357">64.700000000000003</cx:pt>
          <cx:pt idx="1358">64.400000000000006</cx:pt>
          <cx:pt idx="1359">64.700000000000003</cx:pt>
          <cx:pt idx="1360">64.400000000000006</cx:pt>
          <cx:pt idx="1361">63.899999999999999</cx:pt>
          <cx:pt idx="1362">63.399999999999999</cx:pt>
          <cx:pt idx="1363">62.899999999999999</cx:pt>
          <cx:pt idx="1364">62.600000000000001</cx:pt>
          <cx:pt idx="1365">62.100000000000001</cx:pt>
          <cx:pt idx="1366">61.200000000000003</cx:pt>
          <cx:pt idx="1367">63</cx:pt>
          <cx:pt idx="1368">59.100000000000001</cx:pt>
          <cx:pt idx="1369">57.899999999999999</cx:pt>
          <cx:pt idx="1370">56.799999999999997</cx:pt>
          <cx:pt idx="1371">55.299999999999997</cx:pt>
          <cx:pt idx="1372">54.100000000000001</cx:pt>
          <cx:pt idx="1373">53</cx:pt>
          <cx:pt idx="1374">52.399999999999999</cx:pt>
          <cx:pt idx="1375">52.100000000000001</cx:pt>
          <cx:pt idx="1376">51.899999999999999</cx:pt>
          <cx:pt idx="1377">51.899999999999999</cx:pt>
          <cx:pt idx="1378">66.299999999999997</cx:pt>
          <cx:pt idx="1379">66.099999999999994</cx:pt>
          <cx:pt idx="1380">65.799999999999997</cx:pt>
          <cx:pt idx="1381">65.700000000000003</cx:pt>
          <cx:pt idx="1382">65.5</cx:pt>
          <cx:pt idx="1383">65.299999999999997</cx:pt>
          <cx:pt idx="1384">65.200000000000003</cx:pt>
          <cx:pt idx="1385">65.099999999999994</cx:pt>
          <cx:pt idx="1386">65</cx:pt>
          <cx:pt idx="1387">65</cx:pt>
          <cx:pt idx="1388">64.900000000000006</cx:pt>
          <cx:pt idx="1389">64.799999999999997</cx:pt>
          <cx:pt idx="1390">64.700000000000003</cx:pt>
          <cx:pt idx="1391">64.599999999999994</cx:pt>
          <cx:pt idx="1392">64.299999999999997</cx:pt>
          <cx:pt idx="1393">64.099999999999994</cx:pt>
          <cx:pt idx="1394">74.700000000000003</cx:pt>
          <cx:pt idx="1395">74.599999999999994</cx:pt>
          <cx:pt idx="1396">74.5</cx:pt>
          <cx:pt idx="1397">74.299999999999997</cx:pt>
          <cx:pt idx="1398">74.200000000000003</cx:pt>
          <cx:pt idx="1399">74</cx:pt>
          <cx:pt idx="1400">73.900000000000006</cx:pt>
          <cx:pt idx="1401">73.799999999999997</cx:pt>
          <cx:pt idx="1402">73.700000000000003</cx:pt>
          <cx:pt idx="1403">73.599999999999994</cx:pt>
          <cx:pt idx="1404">73.599999999999994</cx:pt>
          <cx:pt idx="1405">73.5</cx:pt>
          <cx:pt idx="1406">73.400000000000006</cx:pt>
          <cx:pt idx="1407">73.299999999999997</cx:pt>
          <cx:pt idx="1408">73.200000000000003</cx:pt>
          <cx:pt idx="1409">73.200000000000003</cx:pt>
          <cx:pt idx="1410">71.099999999999994</cx:pt>
          <cx:pt idx="1411">78</cx:pt>
          <cx:pt idx="1412">77</cx:pt>
          <cx:pt idx="1413">69.900000000000006</cx:pt>
          <cx:pt idx="1414">69.400000000000006</cx:pt>
          <cx:pt idx="1415">68.799999999999997</cx:pt>
          <cx:pt idx="1416">68.5</cx:pt>
          <cx:pt idx="1417">67.599999999999994</cx:pt>
          <cx:pt idx="1418">67.200000000000003</cx:pt>
          <cx:pt idx="1419">66.700000000000003</cx:pt>
          <cx:pt idx="1420">66.900000000000006</cx:pt>
          <cx:pt idx="1421">67.099999999999994</cx:pt>
          <cx:pt idx="1422">66.599999999999994</cx:pt>
          <cx:pt idx="1423">66.700000000000003</cx:pt>
          <cx:pt idx="1424">67.200000000000003</cx:pt>
          <cx:pt idx="1425">66.599999999999994</cx:pt>
          <cx:pt idx="1426">65.700000000000003</cx:pt>
          <cx:pt idx="1427">65.299999999999997</cx:pt>
          <cx:pt idx="1428">64.900000000000006</cx:pt>
          <cx:pt idx="1429">64.400000000000006</cx:pt>
          <cx:pt idx="1430">64</cx:pt>
          <cx:pt idx="1431">63.600000000000001</cx:pt>
          <cx:pt idx="1432">63.100000000000001</cx:pt>
          <cx:pt idx="1433">62.600000000000001</cx:pt>
          <cx:pt idx="1434">62.100000000000001</cx:pt>
          <cx:pt idx="1435">61.5</cx:pt>
          <cx:pt idx="1436">61</cx:pt>
          <cx:pt idx="1437">64</cx:pt>
          <cx:pt idx="1438">59.799999999999997</cx:pt>
          <cx:pt idx="1439">59.299999999999997</cx:pt>
          <cx:pt idx="1440">58.700000000000003</cx:pt>
          <cx:pt idx="1441">58.100000000000001</cx:pt>
          <cx:pt idx="1442">74.599999999999994</cx:pt>
          <cx:pt idx="1443">74.400000000000006</cx:pt>
          <cx:pt idx="1444">74.099999999999994</cx:pt>
          <cx:pt idx="1445">73.799999999999997</cx:pt>
          <cx:pt idx="1446">73.599999999999994</cx:pt>
          <cx:pt idx="1447">72.799999999999997</cx:pt>
          <cx:pt idx="1448">72.599999999999994</cx:pt>
          <cx:pt idx="1449">71.900000000000006</cx:pt>
          <cx:pt idx="1450">78</cx:pt>
          <cx:pt idx="1451">75</cx:pt>
          <cx:pt idx="1452">76</cx:pt>
          <cx:pt idx="1453">71</cx:pt>
          <cx:pt idx="1454">78</cx:pt>
          <cx:pt idx="1455">73</cx:pt>
          <cx:pt idx="1456">69.900000000000006</cx:pt>
          <cx:pt idx="1457">71</cx:pt>
          <cx:pt idx="1458">74.900000000000006</cx:pt>
          <cx:pt idx="1459">74.799999999999997</cx:pt>
          <cx:pt idx="1460">74.900000000000006</cx:pt>
          <cx:pt idx="1461">75</cx:pt>
          <cx:pt idx="1462">75</cx:pt>
          <cx:pt idx="1463">74.900000000000006</cx:pt>
          <cx:pt idx="1464">74.700000000000003</cx:pt>
          <cx:pt idx="1465">74.5</cx:pt>
          <cx:pt idx="1466">74.400000000000006</cx:pt>
          <cx:pt idx="1467">74.099999999999994</cx:pt>
          <cx:pt idx="1468">73.900000000000006</cx:pt>
          <cx:pt idx="1469">73.700000000000003</cx:pt>
          <cx:pt idx="1470">73.5</cx:pt>
          <cx:pt idx="1471">73.200000000000003</cx:pt>
          <cx:pt idx="1472">73</cx:pt>
          <cx:pt idx="1473">72.700000000000003</cx:pt>
          <cx:pt idx="1474">53.700000000000003</cx:pt>
          <cx:pt idx="1475">52.100000000000001</cx:pt>
          <cx:pt idx="1476">52.100000000000001</cx:pt>
          <cx:pt idx="1477">52.200000000000003</cx:pt>
          <cx:pt idx="1478">52.299999999999997</cx:pt>
          <cx:pt idx="1479">51.100000000000001</cx:pt>
          <cx:pt idx="1480">49.399999999999999</cx:pt>
          <cx:pt idx="1481">47.799999999999997</cx:pt>
          <cx:pt idx="1482">46.200000000000003</cx:pt>
          <cx:pt idx="1483">45.299999999999997</cx:pt>
          <cx:pt idx="1484">44.5</cx:pt>
          <cx:pt idx="1485">44.799999999999997</cx:pt>
          <cx:pt idx="1486">45.5</cx:pt>
          <cx:pt idx="1487">46.399999999999999</cx:pt>
          <cx:pt idx="1488">47.799999999999997</cx:pt>
          <cx:pt idx="1489">49.299999999999997</cx:pt>
          <cx:pt idx="1490">61.399999999999999</cx:pt>
          <cx:pt idx="1491">58.100000000000001</cx:pt>
          <cx:pt idx="1492">61.100000000000001</cx:pt>
          <cx:pt idx="1493">67</cx:pt>
          <cx:pt idx="1494">62</cx:pt>
          <cx:pt idx="1495">59.700000000000003</cx:pt>
          <cx:pt idx="1496">59.200000000000003</cx:pt>
          <cx:pt idx="1497">58.600000000000001</cx:pt>
          <cx:pt idx="1498">57.899999999999999</cx:pt>
          <cx:pt idx="1499">56.700000000000003</cx:pt>
          <cx:pt idx="1500">55.299999999999997</cx:pt>
          <cx:pt idx="1501">54</cx:pt>
          <cx:pt idx="1502">50</cx:pt>
          <cx:pt idx="1503">56</cx:pt>
          <cx:pt idx="1504">51.5</cx:pt>
          <cx:pt idx="1505">51.899999999999999</cx:pt>
          <cx:pt idx="1506">72.700000000000003</cx:pt>
          <cx:pt idx="1507">72.400000000000006</cx:pt>
          <cx:pt idx="1508">72.900000000000006</cx:pt>
          <cx:pt idx="1509">72.900000000000006</cx:pt>
          <cx:pt idx="1510">71.299999999999997</cx:pt>
          <cx:pt idx="1511">72.799999999999997</cx:pt>
          <cx:pt idx="1512">72.700000000000003</cx:pt>
          <cx:pt idx="1513">72.599999999999994</cx:pt>
          <cx:pt idx="1514">72.5</cx:pt>
          <cx:pt idx="1515">72.200000000000003</cx:pt>
          <cx:pt idx="1516">71.900000000000006</cx:pt>
          <cx:pt idx="1517">71.5</cx:pt>
          <cx:pt idx="1518">71.299999999999997</cx:pt>
          <cx:pt idx="1519">71.099999999999994</cx:pt>
          <cx:pt idx="1520">71</cx:pt>
          <cx:pt idx="1521">78</cx:pt>
          <cx:pt idx="1522">73.599999999999994</cx:pt>
          <cx:pt idx="1523">73.400000000000006</cx:pt>
          <cx:pt idx="1524">73</cx:pt>
          <cx:pt idx="1525">73</cx:pt>
          <cx:pt idx="1526">72.799999999999997</cx:pt>
          <cx:pt idx="1527">72.400000000000006</cx:pt>
          <cx:pt idx="1528">72.200000000000003</cx:pt>
          <cx:pt idx="1529">71.099999999999994</cx:pt>
          <cx:pt idx="1530">72</cx:pt>
          <cx:pt idx="1531">76</cx:pt>
          <cx:pt idx="1532">78</cx:pt>
          <cx:pt idx="1533">71.599999999999994</cx:pt>
          <cx:pt idx="1534">71.599999999999994</cx:pt>
          <cx:pt idx="1535">71.400000000000006</cx:pt>
          <cx:pt idx="1536">71.200000000000003</cx:pt>
          <cx:pt idx="1537">71.599999999999994</cx:pt>
          <cx:pt idx="1538">82</cx:pt>
          <cx:pt idx="1539">81.700000000000003</cx:pt>
          <cx:pt idx="1540">81.400000000000006</cx:pt>
          <cx:pt idx="1541">81.099999999999994</cx:pt>
          <cx:pt idx="1542">88</cx:pt>
          <cx:pt idx="1543">86</cx:pt>
          <cx:pt idx="1544">83</cx:pt>
          <cx:pt idx="1545">80</cx:pt>
          <cx:pt idx="1546">79.700000000000003</cx:pt>
          <cx:pt idx="1547">79.400000000000006</cx:pt>
          <cx:pt idx="1548">78.799999999999997</cx:pt>
          <cx:pt idx="1549">78.700000000000003</cx:pt>
          <cx:pt idx="1550">78.599999999999994</cx:pt>
          <cx:pt idx="1551">78.299999999999997</cx:pt>
          <cx:pt idx="1552">78</cx:pt>
          <cx:pt idx="1553">77.799999999999997</cx:pt>
          <cx:pt idx="1554">65.5</cx:pt>
          <cx:pt idx="1555">65.099999999999994</cx:pt>
          <cx:pt idx="1556">64.700000000000003</cx:pt>
          <cx:pt idx="1557">64.299999999999997</cx:pt>
          <cx:pt idx="1558">63.799999999999997</cx:pt>
          <cx:pt idx="1559">63.299999999999997</cx:pt>
          <cx:pt idx="1560">62.799999999999997</cx:pt>
          <cx:pt idx="1561">62.299999999999997</cx:pt>
          <cx:pt idx="1562">61.899999999999999</cx:pt>
          <cx:pt idx="1563">61.399999999999999</cx:pt>
          <cx:pt idx="1564">69</cx:pt>
          <cx:pt idx="1565">64</cx:pt>
          <cx:pt idx="1566">59.899999999999999</cx:pt>
          <cx:pt idx="1567">59.299999999999997</cx:pt>
          <cx:pt idx="1568">58.700000000000003</cx:pt>
          <cx:pt idx="1569">57.899999999999999</cx:pt>
          <cx:pt idx="1570">58.299999999999997</cx:pt>
          <cx:pt idx="1571">57.600000000000001</cx:pt>
          <cx:pt idx="1572">56.700000000000003</cx:pt>
          <cx:pt idx="1573">55.299999999999997</cx:pt>
          <cx:pt idx="1574">54.100000000000001</cx:pt>
          <cx:pt idx="1575">52.899999999999999</cx:pt>
          <cx:pt idx="1576">51.5</cx:pt>
          <cx:pt idx="1577">50</cx:pt>
          <cx:pt idx="1578">48.5</cx:pt>
          <cx:pt idx="1579">47.100000000000001</cx:pt>
          <cx:pt idx="1580">46</cx:pt>
          <cx:pt idx="1581">45.100000000000001</cx:pt>
          <cx:pt idx="1582">44.600000000000001</cx:pt>
          <cx:pt idx="1583">44</cx:pt>
          <cx:pt idx="1584">43.5</cx:pt>
          <cx:pt idx="1585">43.100000000000001</cx:pt>
          <cx:pt idx="1586">75</cx:pt>
          <cx:pt idx="1587">74.799999999999997</cx:pt>
          <cx:pt idx="1588">74.599999999999994</cx:pt>
          <cx:pt idx="1589">74.5</cx:pt>
          <cx:pt idx="1590">74.299999999999997</cx:pt>
          <cx:pt idx="1591">74.099999999999994</cx:pt>
          <cx:pt idx="1592">74</cx:pt>
          <cx:pt idx="1593">73.799999999999997</cx:pt>
          <cx:pt idx="1594">73.700000000000003</cx:pt>
          <cx:pt idx="1595">73.599999999999994</cx:pt>
          <cx:pt idx="1596">73.400000000000006</cx:pt>
          <cx:pt idx="1597">73.200000000000003</cx:pt>
          <cx:pt idx="1598">73.099999999999994</cx:pt>
          <cx:pt idx="1599">72.900000000000006</cx:pt>
          <cx:pt idx="1600">72.700000000000003</cx:pt>
          <cx:pt idx="1601">72.400000000000006</cx:pt>
          <cx:pt idx="1602">78.5</cx:pt>
          <cx:pt idx="1603">78.200000000000003</cx:pt>
          <cx:pt idx="1604">77.900000000000006</cx:pt>
          <cx:pt idx="1605">77.599999999999994</cx:pt>
          <cx:pt idx="1606">77.299999999999997</cx:pt>
          <cx:pt idx="1607">76.700000000000003</cx:pt>
          <cx:pt idx="1608">76.299999999999997</cx:pt>
          <cx:pt idx="1609">75.900000000000006</cx:pt>
          <cx:pt idx="1610">75.400000000000006</cx:pt>
          <cx:pt idx="1611">75</cx:pt>
          <cx:pt idx="1612">74.299999999999997</cx:pt>
          <cx:pt idx="1613">73.400000000000006</cx:pt>
          <cx:pt idx="1614">72.700000000000003</cx:pt>
          <cx:pt idx="1615">71.799999999999997</cx:pt>
          <cx:pt idx="1616">78</cx:pt>
          <cx:pt idx="1617">69.599999999999994</cx:pt>
          <cx:pt idx="1618">58.200000000000003</cx:pt>
          <cx:pt idx="1619">57.799999999999997</cx:pt>
          <cx:pt idx="1620">57.299999999999997</cx:pt>
          <cx:pt idx="1621">57.200000000000003</cx:pt>
          <cx:pt idx="1622">56.799999999999997</cx:pt>
          <cx:pt idx="1623">56.5</cx:pt>
          <cx:pt idx="1624">56</cx:pt>
          <cx:pt idx="1625">55.5</cx:pt>
          <cx:pt idx="1626">55</cx:pt>
          <cx:pt idx="1627">54.299999999999997</cx:pt>
          <cx:pt idx="1628">53.600000000000001</cx:pt>
          <cx:pt idx="1629">52.799999999999997</cx:pt>
          <cx:pt idx="1630">52</cx:pt>
          <cx:pt idx="1631">51.200000000000003</cx:pt>
          <cx:pt idx="1632">55</cx:pt>
          <cx:pt idx="1633">49.799999999999997</cx:pt>
          <cx:pt idx="1634">81.700000000000003</cx:pt>
          <cx:pt idx="1635">81.400000000000006</cx:pt>
          <cx:pt idx="1636">81.099999999999994</cx:pt>
          <cx:pt idx="1637">81</cx:pt>
          <cx:pt idx="1638">87</cx:pt>
          <cx:pt idx="1639">83</cx:pt>
          <cx:pt idx="1640">82</cx:pt>
          <cx:pt idx="1641">80</cx:pt>
          <cx:pt idx="1642">79.599999999999994</cx:pt>
          <cx:pt idx="1643">79.299999999999997</cx:pt>
          <cx:pt idx="1644">79</cx:pt>
          <cx:pt idx="1645">78.700000000000003</cx:pt>
          <cx:pt idx="1646">78.5</cx:pt>
          <cx:pt idx="1647">78.200000000000003</cx:pt>
          <cx:pt idx="1648">77.799999999999997</cx:pt>
          <cx:pt idx="1649">77.5</cx:pt>
          <cx:pt idx="1651">63.100000000000001</cx:pt>
          <cx:pt idx="1652">63</cx:pt>
          <cx:pt idx="1653">62.700000000000003</cx:pt>
          <cx:pt idx="1654">62.5</cx:pt>
          <cx:pt idx="1655">62.200000000000003</cx:pt>
          <cx:pt idx="1656">62</cx:pt>
          <cx:pt idx="1657">61.700000000000003</cx:pt>
          <cx:pt idx="1658">61.399999999999999</cx:pt>
          <cx:pt idx="1659">61.200000000000003</cx:pt>
          <cx:pt idx="1660">69</cx:pt>
          <cx:pt idx="1661">66</cx:pt>
          <cx:pt idx="1662">64</cx:pt>
          <cx:pt idx="1663">63</cx:pt>
          <cx:pt idx="1664">62</cx:pt>
          <cx:pt idx="1665">61</cx:pt>
          <cx:pt idx="1666">60</cx:pt>
          <cx:pt idx="1667">74.599999999999994</cx:pt>
          <cx:pt idx="1668">74.200000000000003</cx:pt>
          <cx:pt idx="1669">74.099999999999994</cx:pt>
          <cx:pt idx="1670">73.900000000000006</cx:pt>
          <cx:pt idx="1671">73.599999999999994</cx:pt>
          <cx:pt idx="1672">73.299999999999997</cx:pt>
          <cx:pt idx="1673">72.799999999999997</cx:pt>
          <cx:pt idx="1674">72.700000000000003</cx:pt>
          <cx:pt idx="1675">72.900000000000006</cx:pt>
          <cx:pt idx="1676">71.799999999999997</cx:pt>
          <cx:pt idx="1677">72.099999999999994</cx:pt>
          <cx:pt idx="1678">71.900000000000006</cx:pt>
          <cx:pt idx="1679">71.5</cx:pt>
          <cx:pt idx="1680">71.5</cx:pt>
          <cx:pt idx="1681">71.5</cx:pt>
          <cx:pt idx="1682">71</cx:pt>
          <cx:pt idx="1683">76.700000000000003</cx:pt>
          <cx:pt idx="1684">76.599999999999994</cx:pt>
          <cx:pt idx="1685">76.599999999999994</cx:pt>
          <cx:pt idx="1686">76.299999999999997</cx:pt>
          <cx:pt idx="1687">76.099999999999994</cx:pt>
          <cx:pt idx="1688">75.599999999999994</cx:pt>
          <cx:pt idx="1689">75.700000000000003</cx:pt>
          <cx:pt idx="1690">75.599999999999994</cx:pt>
          <cx:pt idx="1691">76</cx:pt>
          <cx:pt idx="1692">75.799999999999997</cx:pt>
          <cx:pt idx="1693">75.299999999999997</cx:pt>
          <cx:pt idx="1694">75.400000000000006</cx:pt>
          <cx:pt idx="1695">75</cx:pt>
          <cx:pt idx="1696">75</cx:pt>
          <cx:pt idx="1697">75</cx:pt>
          <cx:pt idx="1698">74.799999999999997</cx:pt>
          <cx:pt idx="1699">69.400000000000006</cx:pt>
          <cx:pt idx="1700">69.400000000000006</cx:pt>
          <cx:pt idx="1701">69.200000000000003</cx:pt>
          <cx:pt idx="1702">69</cx:pt>
          <cx:pt idx="1703">68.900000000000006</cx:pt>
          <cx:pt idx="1704">68.700000000000003</cx:pt>
          <cx:pt idx="1705">68.5</cx:pt>
          <cx:pt idx="1706">68.400000000000006</cx:pt>
          <cx:pt idx="1707">68.200000000000003</cx:pt>
          <cx:pt idx="1708">68</cx:pt>
          <cx:pt idx="1709">67.900000000000006</cx:pt>
          <cx:pt idx="1710">67.700000000000003</cx:pt>
          <cx:pt idx="1711">67.5</cx:pt>
          <cx:pt idx="1712">66.200000000000003</cx:pt>
          <cx:pt idx="1713">67.200000000000003</cx:pt>
          <cx:pt idx="1714">67</cx:pt>
          <cx:pt idx="1716">68.799999999999997</cx:pt>
          <cx:pt idx="1717">68.400000000000006</cx:pt>
          <cx:pt idx="1718">68.099999999999994</cx:pt>
          <cx:pt idx="1719">67.799999999999997</cx:pt>
          <cx:pt idx="1720">67.299999999999997</cx:pt>
          <cx:pt idx="1721">66.299999999999997</cx:pt>
          <cx:pt idx="1722">66.900000000000006</cx:pt>
          <cx:pt idx="1723">67.400000000000006</cx:pt>
          <cx:pt idx="1724">65.900000000000006</cx:pt>
          <cx:pt idx="1725">65</cx:pt>
          <cx:pt idx="1726">64.5</cx:pt>
          <cx:pt idx="1727">64</cx:pt>
          <cx:pt idx="1728">64</cx:pt>
          <cx:pt idx="1729">63.799999999999997</cx:pt>
          <cx:pt idx="1730">63.200000000000003</cx:pt>
          <cx:pt idx="1731">62.799999999999997</cx:pt>
          <cx:pt idx="1732">76.099999999999994</cx:pt>
          <cx:pt idx="1733">75.900000000000006</cx:pt>
          <cx:pt idx="1734">75.799999999999997</cx:pt>
          <cx:pt idx="1735">75.599999999999994</cx:pt>
          <cx:pt idx="1736">75.400000000000006</cx:pt>
          <cx:pt idx="1737">75.299999999999997</cx:pt>
          <cx:pt idx="1738">75</cx:pt>
          <cx:pt idx="1739">74.599999999999994</cx:pt>
          <cx:pt idx="1740">74.200000000000003</cx:pt>
          <cx:pt idx="1741">73.799999999999997</cx:pt>
          <cx:pt idx="1742">73.599999999999994</cx:pt>
          <cx:pt idx="1743">73.5</cx:pt>
          <cx:pt idx="1744">73.5</cx:pt>
          <cx:pt idx="1745">73.400000000000006</cx:pt>
          <cx:pt idx="1746">73.299999999999997</cx:pt>
          <cx:pt idx="1747">73</cx:pt>
          <cx:pt idx="1748">74.299999999999997</cx:pt>
          <cx:pt idx="1749">74.099999999999994</cx:pt>
          <cx:pt idx="1750">73.900000000000006</cx:pt>
          <cx:pt idx="1751">73.599999999999994</cx:pt>
          <cx:pt idx="1752">73.299999999999997</cx:pt>
          <cx:pt idx="1753">72.799999999999997</cx:pt>
          <cx:pt idx="1754">72.299999999999997</cx:pt>
          <cx:pt idx="1755">71.799999999999997</cx:pt>
          <cx:pt idx="1756">71.400000000000006</cx:pt>
          <cx:pt idx="1757">71</cx:pt>
          <cx:pt idx="1758">77</cx:pt>
          <cx:pt idx="1759">72</cx:pt>
          <cx:pt idx="1760">69.900000000000006</cx:pt>
          <cx:pt idx="1761">69.5</cx:pt>
          <cx:pt idx="1762">69</cx:pt>
          <cx:pt idx="1763">68.599999999999994</cx:pt>
          <cx:pt idx="1764">57.600000000000001</cx:pt>
          <cx:pt idx="1765">56.700000000000003</cx:pt>
          <cx:pt idx="1766">55.299999999999997</cx:pt>
          <cx:pt idx="1767">54.799999999999997</cx:pt>
          <cx:pt idx="1768">54.299999999999997</cx:pt>
          <cx:pt idx="1769">54</cx:pt>
          <cx:pt idx="1770">53.799999999999997</cx:pt>
          <cx:pt idx="1771">53.200000000000003</cx:pt>
          <cx:pt idx="1772">52.100000000000001</cx:pt>
          <cx:pt idx="1773">51.200000000000003</cx:pt>
          <cx:pt idx="1774">58</cx:pt>
          <cx:pt idx="1775">54</cx:pt>
          <cx:pt idx="1776">51</cx:pt>
          <cx:pt idx="1777">49.799999999999997</cx:pt>
          <cx:pt idx="1778">49.5</cx:pt>
          <cx:pt idx="1779">49</cx:pt>
          <cx:pt idx="1780">66.599999999999994</cx:pt>
          <cx:pt idx="1781">66.400000000000006</cx:pt>
          <cx:pt idx="1782">66.200000000000003</cx:pt>
          <cx:pt idx="1783">65.900000000000006</cx:pt>
          <cx:pt idx="1784">65.599999999999994</cx:pt>
          <cx:pt idx="1785">65.400000000000006</cx:pt>
          <cx:pt idx="1786">65.200000000000003</cx:pt>
          <cx:pt idx="1787">59.200000000000003</cx:pt>
          <cx:pt idx="1788">64.5</cx:pt>
          <cx:pt idx="1789">64.200000000000003</cx:pt>
          <cx:pt idx="1790">63.899999999999999</cx:pt>
          <cx:pt idx="1791">63.5</cx:pt>
          <cx:pt idx="1792">63.200000000000003</cx:pt>
          <cx:pt idx="1793">62.799999999999997</cx:pt>
          <cx:pt idx="1794">62.5</cx:pt>
          <cx:pt idx="1795">62.100000000000001</cx:pt>
          <cx:pt idx="1796">65.799999999999997</cx:pt>
          <cx:pt idx="1797">65.900000000000006</cx:pt>
          <cx:pt idx="1798">66.099999999999994</cx:pt>
          <cx:pt idx="1799">65.799999999999997</cx:pt>
          <cx:pt idx="1800">64.299999999999997</cx:pt>
          <cx:pt idx="1801">63</cx:pt>
          <cx:pt idx="1802">62.399999999999999</cx:pt>
          <cx:pt idx="1803">61.700000000000003</cx:pt>
          <cx:pt idx="1804">60</cx:pt>
          <cx:pt idx="1805">57</cx:pt>
          <cx:pt idx="1806">55.100000000000001</cx:pt>
          <cx:pt idx="1807">54.700000000000003</cx:pt>
          <cx:pt idx="1808">55</cx:pt>
          <cx:pt idx="1809">55.700000000000003</cx:pt>
          <cx:pt idx="1810">56.5</cx:pt>
          <cx:pt idx="1811">57.399999999999999</cx:pt>
          <cx:pt idx="1813">69.200000000000003</cx:pt>
          <cx:pt idx="1814">69.599999999999994</cx:pt>
          <cx:pt idx="1815">69.299999999999997</cx:pt>
          <cx:pt idx="1816">68.900000000000006</cx:pt>
          <cx:pt idx="1817">68.400000000000006</cx:pt>
          <cx:pt idx="1818">68</cx:pt>
          <cx:pt idx="1819">67.5</cx:pt>
          <cx:pt idx="1820">67</cx:pt>
          <cx:pt idx="1821">66.599999999999994</cx:pt>
          <cx:pt idx="1822">66</cx:pt>
          <cx:pt idx="1823">65.400000000000006</cx:pt>
          <cx:pt idx="1824">64.700000000000003</cx:pt>
          <cx:pt idx="1825">64.299999999999997</cx:pt>
          <cx:pt idx="1826">63.100000000000001</cx:pt>
          <cx:pt idx="1827">63.200000000000003</cx:pt>
          <cx:pt idx="1828">62.5</cx:pt>
          <cx:pt idx="1829">81.900000000000006</cx:pt>
          <cx:pt idx="1830">81.700000000000003</cx:pt>
          <cx:pt idx="1831">81.400000000000006</cx:pt>
          <cx:pt idx="1832">81.099999999999994</cx:pt>
          <cx:pt idx="1833">81.099999999999994</cx:pt>
          <cx:pt idx="1834">88</cx:pt>
          <cx:pt idx="1835">86</cx:pt>
          <cx:pt idx="1836">83</cx:pt>
          <cx:pt idx="1837">82</cx:pt>
          <cx:pt idx="1838">79.799999999999997</cx:pt>
          <cx:pt idx="1839">79.400000000000006</cx:pt>
          <cx:pt idx="1840">79.200000000000003</cx:pt>
          <cx:pt idx="1841">78.700000000000003</cx:pt>
          <cx:pt idx="1842">78.400000000000006</cx:pt>
          <cx:pt idx="1843">78.299999999999997</cx:pt>
          <cx:pt idx="1844">78.099999999999994</cx:pt>
          <cx:pt idx="1845">81.599999999999994</cx:pt>
          <cx:pt idx="1846">81.5</cx:pt>
          <cx:pt idx="1847">81.299999999999997</cx:pt>
          <cx:pt idx="1848">81.099999999999994</cx:pt>
          <cx:pt idx="1849">86</cx:pt>
          <cx:pt idx="1850">89</cx:pt>
          <cx:pt idx="1851">85</cx:pt>
          <cx:pt idx="1852">81</cx:pt>
          <cx:pt idx="1853">81</cx:pt>
          <cx:pt idx="1854">79.900000000000006</cx:pt>
          <cx:pt idx="1855">79.900000000000006</cx:pt>
          <cx:pt idx="1856">79.200000000000003</cx:pt>
          <cx:pt idx="1857">79.099999999999994</cx:pt>
          <cx:pt idx="1858">78.700000000000003</cx:pt>
          <cx:pt idx="1859">78.5</cx:pt>
          <cx:pt idx="1860">78.599999999999994</cx:pt>
          <cx:pt idx="1861">74.799999999999997</cx:pt>
          <cx:pt idx="1862">74.5</cx:pt>
          <cx:pt idx="1863">73.900000000000006</cx:pt>
          <cx:pt idx="1864">73.900000000000006</cx:pt>
          <cx:pt idx="1865">74.5</cx:pt>
          <cx:pt idx="1866">73.200000000000003</cx:pt>
          <cx:pt idx="1867">73.200000000000003</cx:pt>
          <cx:pt idx="1868">72.5</cx:pt>
          <cx:pt idx="1869">72.5</cx:pt>
          <cx:pt idx="1870">73</cx:pt>
          <cx:pt idx="1871">71.200000000000003</cx:pt>
          <cx:pt idx="1872">71</cx:pt>
          <cx:pt idx="1873">76</cx:pt>
          <cx:pt idx="1874">75</cx:pt>
          <cx:pt idx="1875">73</cx:pt>
          <cx:pt idx="1876">73</cx:pt>
          <cx:pt idx="1877">61.799999999999997</cx:pt>
          <cx:pt idx="1878">61.399999999999999</cx:pt>
          <cx:pt idx="1879">69</cx:pt>
          <cx:pt idx="1880">63</cx:pt>
          <cx:pt idx="1881">59.399999999999999</cx:pt>
          <cx:pt idx="1882">58.200000000000003</cx:pt>
          <cx:pt idx="1883">57.100000000000001</cx:pt>
          <cx:pt idx="1884">56</cx:pt>
          <cx:pt idx="1885">55.200000000000003</cx:pt>
          <cx:pt idx="1886">54.5</cx:pt>
          <cx:pt idx="1887">53.700000000000003</cx:pt>
          <cx:pt idx="1888">52.899999999999999</cx:pt>
          <cx:pt idx="1889">52.100000000000001</cx:pt>
          <cx:pt idx="1890">51.399999999999999</cx:pt>
          <cx:pt idx="1891">56</cx:pt>
          <cx:pt idx="1892">50</cx:pt>
          <cx:pt idx="1893">54.5</cx:pt>
          <cx:pt idx="1894">53.600000000000001</cx:pt>
          <cx:pt idx="1895">53.200000000000003</cx:pt>
          <cx:pt idx="1896">52.700000000000003</cx:pt>
          <cx:pt idx="1897">52.299999999999997</cx:pt>
          <cx:pt idx="1898">52</cx:pt>
          <cx:pt idx="1899">51.600000000000001</cx:pt>
          <cx:pt idx="1900">59</cx:pt>
          <cx:pt idx="1901">55</cx:pt>
          <cx:pt idx="1902">49.799999999999997</cx:pt>
          <cx:pt idx="1903">49.200000000000003</cx:pt>
          <cx:pt idx="1904">48.5</cx:pt>
          <cx:pt idx="1905">48.100000000000001</cx:pt>
          <cx:pt idx="1906">47.700000000000003</cx:pt>
          <cx:pt idx="1907">47.399999999999999</cx:pt>
          <cx:pt idx="1908">47.100000000000001</cx:pt>
          <cx:pt idx="1910">81.799999999999997</cx:pt>
          <cx:pt idx="1911">81.599999999999994</cx:pt>
          <cx:pt idx="1912">81.5</cx:pt>
          <cx:pt idx="1913">81.299999999999997</cx:pt>
          <cx:pt idx="1914">81.099999999999994</cx:pt>
          <cx:pt idx="1915">81</cx:pt>
          <cx:pt idx="1916">89</cx:pt>
          <cx:pt idx="1917">86</cx:pt>
          <cx:pt idx="1918">85</cx:pt>
          <cx:pt idx="1919">84</cx:pt>
          <cx:pt idx="1920">81</cx:pt>
          <cx:pt idx="1921">79.799999999999997</cx:pt>
          <cx:pt idx="1922">79.400000000000006</cx:pt>
          <cx:pt idx="1923">78.900000000000006</cx:pt>
          <cx:pt idx="1924">78.799999999999997</cx:pt>
          <cx:pt idx="1925">78.5</cx:pt>
          <cx:pt idx="1926">76.599999999999994</cx:pt>
          <cx:pt idx="1927">76.400000000000006</cx:pt>
          <cx:pt idx="1928">76.200000000000003</cx:pt>
          <cx:pt idx="1929">76</cx:pt>
          <cx:pt idx="1930">75.799999999999997</cx:pt>
          <cx:pt idx="1931">75.599999999999994</cx:pt>
          <cx:pt idx="1932">75.400000000000006</cx:pt>
          <cx:pt idx="1933">75.200000000000003</cx:pt>
          <cx:pt idx="1934">74.900000000000006</cx:pt>
          <cx:pt idx="1935">74.700000000000003</cx:pt>
          <cx:pt idx="1936">74.299999999999997</cx:pt>
          <cx:pt idx="1937">74</cx:pt>
          <cx:pt idx="1938">73.599999999999994</cx:pt>
          <cx:pt idx="1939">73.299999999999997</cx:pt>
          <cx:pt idx="1940">72.900000000000006</cx:pt>
          <cx:pt idx="1941">72.599999999999994</cx:pt>
          <cx:pt idx="1942">66.400000000000006</cx:pt>
          <cx:pt idx="1943">66.200000000000003</cx:pt>
          <cx:pt idx="1944">66</cx:pt>
          <cx:pt idx="1945">65.700000000000003</cx:pt>
          <cx:pt idx="1946">65.5</cx:pt>
          <cx:pt idx="1947">65.099999999999994</cx:pt>
          <cx:pt idx="1948">64.799999999999997</cx:pt>
          <cx:pt idx="1949">64.599999999999994</cx:pt>
          <cx:pt idx="1950">64.400000000000006</cx:pt>
          <cx:pt idx="1951">64.200000000000003</cx:pt>
          <cx:pt idx="1952">62.899999999999999</cx:pt>
          <cx:pt idx="1953">63.700000000000003</cx:pt>
          <cx:pt idx="1954">63.5</cx:pt>
          <cx:pt idx="1955">63.200000000000003</cx:pt>
          <cx:pt idx="1956">63</cx:pt>
          <cx:pt idx="1957">62.799999999999997</cx:pt>
          <cx:pt idx="1959">77.799999999999997</cx:pt>
          <cx:pt idx="1960">77.599999999999994</cx:pt>
          <cx:pt idx="1961">77.5</cx:pt>
          <cx:pt idx="1962">77.200000000000003</cx:pt>
          <cx:pt idx="1963">77.299999999999997</cx:pt>
          <cx:pt idx="1964">76.5</cx:pt>
          <cx:pt idx="1965">76.799999999999997</cx:pt>
          <cx:pt idx="1966">76.5</cx:pt>
          <cx:pt idx="1967">76.400000000000006</cx:pt>
          <cx:pt idx="1968">76.200000000000003</cx:pt>
          <cx:pt idx="1969">75.799999999999997</cx:pt>
          <cx:pt idx="1970">75.799999999999997</cx:pt>
          <cx:pt idx="1971">75.5</cx:pt>
          <cx:pt idx="1972">75.700000000000003</cx:pt>
          <cx:pt idx="1973">75.5</cx:pt>
          <cx:pt idx="1974">75.700000000000003</cx:pt>
          <cx:pt idx="1975">62.899999999999999</cx:pt>
          <cx:pt idx="1976">62.700000000000003</cx:pt>
          <cx:pt idx="1977">62.399999999999999</cx:pt>
          <cx:pt idx="1978">62.200000000000003</cx:pt>
          <cx:pt idx="1979">62</cx:pt>
          <cx:pt idx="1980">61.799999999999997</cx:pt>
          <cx:pt idx="1981">61.600000000000001</cx:pt>
          <cx:pt idx="1982">61.399999999999999</cx:pt>
          <cx:pt idx="1983">61.100000000000001</cx:pt>
          <cx:pt idx="1984">68</cx:pt>
          <cx:pt idx="1985">64</cx:pt>
          <cx:pt idx="1986">59.899999999999999</cx:pt>
          <cx:pt idx="1987">59.600000000000001</cx:pt>
          <cx:pt idx="1988">59.299999999999997</cx:pt>
          <cx:pt idx="1989">59.100000000000001</cx:pt>
          <cx:pt idx="1990">58.899999999999999</cx:pt>
          <cx:pt idx="1991">74</cx:pt>
          <cx:pt idx="1992">73.900000000000006</cx:pt>
          <cx:pt idx="1993">73.799999999999997</cx:pt>
          <cx:pt idx="1994">73.599999999999994</cx:pt>
          <cx:pt idx="1995">73.400000000000006</cx:pt>
          <cx:pt idx="1996">73.200000000000003</cx:pt>
          <cx:pt idx="1997">73</cx:pt>
          <cx:pt idx="1998">72.700000000000003</cx:pt>
          <cx:pt idx="1999">72.5</cx:pt>
          <cx:pt idx="2000">72.299999999999997</cx:pt>
          <cx:pt idx="2001">72.099999999999994</cx:pt>
          <cx:pt idx="2002">71.900000000000006</cx:pt>
          <cx:pt idx="2003">71.700000000000003</cx:pt>
          <cx:pt idx="2004">71.5</cx:pt>
          <cx:pt idx="2005">71.200000000000003</cx:pt>
          <cx:pt idx="2006">79</cx:pt>
          <cx:pt idx="2007">75.5</cx:pt>
          <cx:pt idx="2008">75.299999999999997</cx:pt>
          <cx:pt idx="2009">75.299999999999997</cx:pt>
          <cx:pt idx="2010">74.900000000000006</cx:pt>
          <cx:pt idx="2011">74.5</cx:pt>
          <cx:pt idx="2012">73.700000000000003</cx:pt>
          <cx:pt idx="2013">73.799999999999997</cx:pt>
          <cx:pt idx="2014">73.900000000000006</cx:pt>
          <cx:pt idx="2015">74</cx:pt>
          <cx:pt idx="2016">74.200000000000003</cx:pt>
          <cx:pt idx="2017">72.799999999999997</cx:pt>
          <cx:pt idx="2018">72.200000000000003</cx:pt>
          <cx:pt idx="2019">72.099999999999994</cx:pt>
          <cx:pt idx="2020">72.599999999999994</cx:pt>
          <cx:pt idx="2021">72.400000000000006</cx:pt>
          <cx:pt idx="2022">71.400000000000006</cx:pt>
          <cx:pt idx="2023">68.5</cx:pt>
          <cx:pt idx="2024">68.400000000000006</cx:pt>
          <cx:pt idx="2025">68.099999999999994</cx:pt>
          <cx:pt idx="2026">68.099999999999994</cx:pt>
          <cx:pt idx="2027">68</cx:pt>
          <cx:pt idx="2028">67.900000000000006</cx:pt>
          <cx:pt idx="2029">68</cx:pt>
          <cx:pt idx="2030">67.5</cx:pt>
          <cx:pt idx="2031">67.5</cx:pt>
          <cx:pt idx="2032">67.299999999999997</cx:pt>
          <cx:pt idx="2033">67</cx:pt>
          <cx:pt idx="2034">67.299999999999997</cx:pt>
          <cx:pt idx="2035">67.200000000000003</cx:pt>
          <cx:pt idx="2036">66.799999999999997</cx:pt>
          <cx:pt idx="2037">66.799999999999997</cx:pt>
          <cx:pt idx="2038">66.799999999999997</cx:pt>
          <cx:pt idx="2039">77.5</cx:pt>
          <cx:pt idx="2040">77.299999999999997</cx:pt>
          <cx:pt idx="2041">77.099999999999994</cx:pt>
          <cx:pt idx="2042">76.799999999999997</cx:pt>
          <cx:pt idx="2043">76.700000000000003</cx:pt>
          <cx:pt idx="2044">76.299999999999997</cx:pt>
          <cx:pt idx="2045">75.700000000000003</cx:pt>
          <cx:pt idx="2046">75.5</cx:pt>
          <cx:pt idx="2047">75.299999999999997</cx:pt>
          <cx:pt idx="2048">75.200000000000003</cx:pt>
          <cx:pt idx="2049">75</cx:pt>
          <cx:pt idx="2050">74.900000000000006</cx:pt>
          <cx:pt idx="2051">74.700000000000003</cx:pt>
          <cx:pt idx="2052">74.5</cx:pt>
          <cx:pt idx="2053">74.200000000000003</cx:pt>
          <cx:pt idx="2054">73.700000000000003</cx:pt>
          <cx:pt idx="2055">81.099999999999994</cx:pt>
          <cx:pt idx="2056">89</cx:pt>
          <cx:pt idx="2057">86</cx:pt>
          <cx:pt idx="2058">83</cx:pt>
          <cx:pt idx="2059">82</cx:pt>
          <cx:pt idx="2060">79.599999999999994</cx:pt>
          <cx:pt idx="2061">79.299999999999997</cx:pt>
          <cx:pt idx="2062">79</cx:pt>
          <cx:pt idx="2063">78.700000000000003</cx:pt>
          <cx:pt idx="2064">78.5</cx:pt>
          <cx:pt idx="2065">77.700000000000003</cx:pt>
          <cx:pt idx="2066">78</cx:pt>
          <cx:pt idx="2067">77.299999999999997</cx:pt>
          <cx:pt idx="2068">77.200000000000003</cx:pt>
          <cx:pt idx="2069">76.900000000000006</cx:pt>
          <cx:pt idx="2070">76.599999999999994</cx:pt>
          <cx:pt idx="2071">78.200000000000003</cx:pt>
          <cx:pt idx="2072">78.099999999999994</cx:pt>
          <cx:pt idx="2073">77.900000000000006</cx:pt>
          <cx:pt idx="2074">77.799999999999997</cx:pt>
          <cx:pt idx="2075">77.5</cx:pt>
          <cx:pt idx="2076">77.299999999999997</cx:pt>
          <cx:pt idx="2077">77</cx:pt>
          <cx:pt idx="2078">76.799999999999997</cx:pt>
          <cx:pt idx="2079">76.700000000000003</cx:pt>
          <cx:pt idx="2080">76.599999999999994</cx:pt>
          <cx:pt idx="2081">76.599999999999994</cx:pt>
          <cx:pt idx="2082">76.599999999999994</cx:pt>
          <cx:pt idx="2083">76.5</cx:pt>
          <cx:pt idx="2084">76.400000000000006</cx:pt>
          <cx:pt idx="2085">76.299999999999997</cx:pt>
          <cx:pt idx="2086">76.200000000000003</cx:pt>
          <cx:pt idx="2087">82.299999999999997</cx:pt>
          <cx:pt idx="2088">82</cx:pt>
          <cx:pt idx="2089">81.700000000000003</cx:pt>
          <cx:pt idx="2090">81.200000000000003</cx:pt>
          <cx:pt idx="2091">81.099999999999994</cx:pt>
          <cx:pt idx="2092">87</cx:pt>
          <cx:pt idx="2093">86</cx:pt>
          <cx:pt idx="2094">83</cx:pt>
          <cx:pt idx="2095">79.799999999999997</cx:pt>
          <cx:pt idx="2096">79.400000000000006</cx:pt>
          <cx:pt idx="2097">78.700000000000003</cx:pt>
          <cx:pt idx="2098">78.200000000000003</cx:pt>
          <cx:pt idx="2099">77.599999999999994</cx:pt>
          <cx:pt idx="2100">77.099999999999994</cx:pt>
          <cx:pt idx="2101">76.700000000000003</cx:pt>
          <cx:pt idx="2102">76</cx:pt>
          <cx:pt idx="2103">72.099999999999994</cx:pt>
          <cx:pt idx="2104">71.799999999999997</cx:pt>
          <cx:pt idx="2105">71.700000000000003</cx:pt>
          <cx:pt idx="2106">79</cx:pt>
          <cx:pt idx="2107">77</cx:pt>
          <cx:pt idx="2108">68.799999999999997</cx:pt>
          <cx:pt idx="2109">69</cx:pt>
          <cx:pt idx="2110">68.900000000000006</cx:pt>
          <cx:pt idx="2111">68.299999999999997</cx:pt>
          <cx:pt idx="2112">68</cx:pt>
          <cx:pt idx="2113">67.299999999999997</cx:pt>
          <cx:pt idx="2114">68</cx:pt>
          <cx:pt idx="2115">67.599999999999994</cx:pt>
          <cx:pt idx="2116">67.5</cx:pt>
          <cx:pt idx="2117">67.599999999999994</cx:pt>
          <cx:pt idx="2118">67.099999999999994</cx:pt>
          <cx:pt idx="2119">75</cx:pt>
          <cx:pt idx="2120">74.799999999999997</cx:pt>
          <cx:pt idx="2121">74.599999999999994</cx:pt>
          <cx:pt idx="2122">74.400000000000006</cx:pt>
          <cx:pt idx="2123">74.299999999999997</cx:pt>
          <cx:pt idx="2124">73.400000000000006</cx:pt>
          <cx:pt idx="2125">73.099999999999994</cx:pt>
          <cx:pt idx="2126">73.099999999999994</cx:pt>
          <cx:pt idx="2127">72.900000000000006</cx:pt>
          <cx:pt idx="2128">72.5</cx:pt>
          <cx:pt idx="2129">71.900000000000006</cx:pt>
          <cx:pt idx="2130">71.700000000000003</cx:pt>
          <cx:pt idx="2131">71.099999999999994</cx:pt>
          <cx:pt idx="2132">77</cx:pt>
          <cx:pt idx="2133">78</cx:pt>
          <cx:pt idx="2134">77</cx:pt>
          <cx:pt idx="2135">75</cx:pt>
          <cx:pt idx="2136">73</cx:pt>
          <cx:pt idx="2137">70</cx:pt>
          <cx:pt idx="2138">69.599999999999994</cx:pt>
          <cx:pt idx="2139">69.400000000000006</cx:pt>
          <cx:pt idx="2140">68.400000000000006</cx:pt>
          <cx:pt idx="2141">68.200000000000003</cx:pt>
          <cx:pt idx="2142">67.5</cx:pt>
          <cx:pt idx="2143">67.299999999999997</cx:pt>
          <cx:pt idx="2144">66.400000000000006</cx:pt>
          <cx:pt idx="2145">65</cx:pt>
          <cx:pt idx="2146">64.900000000000006</cx:pt>
          <cx:pt idx="2147">64.599999999999994</cx:pt>
          <cx:pt idx="2148">64.799999999999997</cx:pt>
          <cx:pt idx="2149">65.099999999999994</cx:pt>
          <cx:pt idx="2150">65</cx:pt>
          <cx:pt idx="2151">66.099999999999994</cx:pt>
          <cx:pt idx="2152">65.700000000000003</cx:pt>
          <cx:pt idx="2153">65.200000000000003</cx:pt>
          <cx:pt idx="2154">64.599999999999994</cx:pt>
          <cx:pt idx="2155">63.799999999999997</cx:pt>
          <cx:pt idx="2156">62.799999999999997</cx:pt>
          <cx:pt idx="2157">61</cx:pt>
          <cx:pt idx="2158">68</cx:pt>
          <cx:pt idx="2159">59.600000000000001</cx:pt>
          <cx:pt idx="2160">57.600000000000001</cx:pt>
          <cx:pt idx="2161">55.299999999999997</cx:pt>
          <cx:pt idx="2162">53.399999999999999</cx:pt>
          <cx:pt idx="2163">52</cx:pt>
          <cx:pt idx="2164">57</cx:pt>
          <cx:pt idx="2165">48.600000000000001</cx:pt>
          <cx:pt idx="2166">48.299999999999997</cx:pt>
          <cx:pt idx="2168">75.200000000000003</cx:pt>
          <cx:pt idx="2169">75</cx:pt>
          <cx:pt idx="2170">74.799999999999997</cx:pt>
          <cx:pt idx="2171">74.700000000000003</cx:pt>
          <cx:pt idx="2172">74.599999999999994</cx:pt>
          <cx:pt idx="2173">74.200000000000003</cx:pt>
          <cx:pt idx="2174">74.299999999999997</cx:pt>
          <cx:pt idx="2175">74.099999999999994</cx:pt>
          <cx:pt idx="2176">73.900000000000006</cx:pt>
          <cx:pt idx="2177">73.5</cx:pt>
          <cx:pt idx="2178">73.099999999999994</cx:pt>
          <cx:pt idx="2179">72.599999999999994</cx:pt>
          <cx:pt idx="2180">72.200000000000003</cx:pt>
          <cx:pt idx="2181">72</cx:pt>
          <cx:pt idx="2182">71.799999999999997</cx:pt>
          <cx:pt idx="2183">71.599999999999994</cx:pt>
          <cx:pt idx="2184">73.200000000000003</cx:pt>
          <cx:pt idx="2185">73.099999999999994</cx:pt>
          <cx:pt idx="2186">72.700000000000003</cx:pt>
          <cx:pt idx="2187">72.799999999999997</cx:pt>
          <cx:pt idx="2188">72.700000000000003</cx:pt>
          <cx:pt idx="2189">72.5</cx:pt>
          <cx:pt idx="2190">72.299999999999997</cx:pt>
          <cx:pt idx="2191">72.099999999999994</cx:pt>
          <cx:pt idx="2192">71.900000000000006</cx:pt>
          <cx:pt idx="2193">71.700000000000003</cx:pt>
          <cx:pt idx="2194">71.400000000000006</cx:pt>
          <cx:pt idx="2195">71.200000000000003</cx:pt>
          <cx:pt idx="2196">71</cx:pt>
          <cx:pt idx="2197">79</cx:pt>
          <cx:pt idx="2198">79</cx:pt>
          <cx:pt idx="2199">79</cx:pt>
          <cx:pt idx="2200">74</cx:pt>
          <cx:pt idx="2201">73.799999999999997</cx:pt>
          <cx:pt idx="2202">73.599999999999994</cx:pt>
          <cx:pt idx="2203">73.200000000000003</cx:pt>
          <cx:pt idx="2204">73</cx:pt>
          <cx:pt idx="2205">72.599999999999994</cx:pt>
          <cx:pt idx="2206">76</cx:pt>
          <cx:pt idx="2207">72.5</cx:pt>
          <cx:pt idx="2208">72.200000000000003</cx:pt>
          <cx:pt idx="2209">72</cx:pt>
          <cx:pt idx="2210">71.599999999999994</cx:pt>
          <cx:pt idx="2211">71.400000000000006</cx:pt>
          <cx:pt idx="2212">79</cx:pt>
          <cx:pt idx="2213">76</cx:pt>
          <cx:pt idx="2214">75</cx:pt>
          <cx:pt idx="2215">72</cx:pt>
          <cx:pt idx="2217">67.5</cx:pt>
          <cx:pt idx="2218">67.299999999999997</cx:pt>
          <cx:pt idx="2219">67.099999999999994</cx:pt>
          <cx:pt idx="2220">66.900000000000006</cx:pt>
          <cx:pt idx="2221">66.599999999999994</cx:pt>
          <cx:pt idx="2222">66.200000000000003</cx:pt>
          <cx:pt idx="2223">65.799999999999997</cx:pt>
          <cx:pt idx="2224">65.400000000000006</cx:pt>
          <cx:pt idx="2225">65.099999999999994</cx:pt>
          <cx:pt idx="2226">64.700000000000003</cx:pt>
          <cx:pt idx="2227">64.299999999999997</cx:pt>
          <cx:pt idx="2228">63.799999999999997</cx:pt>
          <cx:pt idx="2229">63.399999999999999</cx:pt>
          <cx:pt idx="2230">63.100000000000001</cx:pt>
          <cx:pt idx="2231">62.799999999999997</cx:pt>
          <cx:pt idx="2232">62.600000000000001</cx:pt>
          <cx:pt idx="2233">74.5</cx:pt>
          <cx:pt idx="2234">74.400000000000006</cx:pt>
          <cx:pt idx="2235">74.299999999999997</cx:pt>
          <cx:pt idx="2236">74.099999999999994</cx:pt>
          <cx:pt idx="2237">73.900000000000006</cx:pt>
          <cx:pt idx="2238">73.700000000000003</cx:pt>
          <cx:pt idx="2239">73.400000000000006</cx:pt>
          <cx:pt idx="2240">73.299999999999997</cx:pt>
          <cx:pt idx="2241">73.200000000000003</cx:pt>
          <cx:pt idx="2242">73.200000000000003</cx:pt>
          <cx:pt idx="2243">73.099999999999994</cx:pt>
          <cx:pt idx="2244">73.099999999999994</cx:pt>
          <cx:pt idx="2245">73</cx:pt>
          <cx:pt idx="2246">72.900000000000006</cx:pt>
          <cx:pt idx="2247">72.799999999999997</cx:pt>
          <cx:pt idx="2248">72.599999999999994</cx:pt>
          <cx:pt idx="2249">66.700000000000003</cx:pt>
          <cx:pt idx="2250">66.400000000000006</cx:pt>
          <cx:pt idx="2251">66</cx:pt>
          <cx:pt idx="2252">65.599999999999994</cx:pt>
          <cx:pt idx="2253">64.900000000000006</cx:pt>
          <cx:pt idx="2254">64.299999999999997</cx:pt>
          <cx:pt idx="2255">63.5</cx:pt>
          <cx:pt idx="2256">62.799999999999997</cx:pt>
          <cx:pt idx="2257">62.100000000000001</cx:pt>
          <cx:pt idx="2258">61.299999999999997</cx:pt>
          <cx:pt idx="2259">65</cx:pt>
          <cx:pt idx="2260">59.700000000000003</cx:pt>
          <cx:pt idx="2261">59</cx:pt>
          <cx:pt idx="2262">58.399999999999999</cx:pt>
          <cx:pt idx="2263">57.899999999999999</cx:pt>
          <cx:pt idx="2264">57.5</cx:pt>
          <cx:pt idx="2265">75.599999999999994</cx:pt>
          <cx:pt idx="2266">75.400000000000006</cx:pt>
          <cx:pt idx="2267">75.299999999999997</cx:pt>
          <cx:pt idx="2268">74.900000000000006</cx:pt>
          <cx:pt idx="2269">74.599999999999994</cx:pt>
          <cx:pt idx="2270">74.400000000000006</cx:pt>
          <cx:pt idx="2271">74.099999999999994</cx:pt>
          <cx:pt idx="2272">74</cx:pt>
          <cx:pt idx="2273">73.799999999999997</cx:pt>
          <cx:pt idx="2274">73.599999999999994</cx:pt>
          <cx:pt idx="2275">73</cx:pt>
          <cx:pt idx="2276">73</cx:pt>
          <cx:pt idx="2277">73</cx:pt>
          <cx:pt idx="2278">72.900000000000006</cx:pt>
          <cx:pt idx="2279">73.099999999999994</cx:pt>
          <cx:pt idx="2280">72.599999999999994</cx:pt>
          <cx:pt idx="2281">73.200000000000003</cx:pt>
          <cx:pt idx="2282">73</cx:pt>
          <cx:pt idx="2283">72.900000000000006</cx:pt>
          <cx:pt idx="2284">72.700000000000003</cx:pt>
          <cx:pt idx="2285">72.599999999999994</cx:pt>
          <cx:pt idx="2286">72.400000000000006</cx:pt>
          <cx:pt idx="2287">72.299999999999997</cx:pt>
          <cx:pt idx="2288">72.200000000000003</cx:pt>
          <cx:pt idx="2289">72.200000000000003</cx:pt>
          <cx:pt idx="2290">72.200000000000003</cx:pt>
          <cx:pt idx="2291">72.200000000000003</cx:pt>
          <cx:pt idx="2292">72.099999999999994</cx:pt>
          <cx:pt idx="2293">72.099999999999994</cx:pt>
          <cx:pt idx="2294">72.099999999999994</cx:pt>
          <cx:pt idx="2295">72</cx:pt>
          <cx:pt idx="2296">71.799999999999997</cx:pt>
          <cx:pt idx="2297">51</cx:pt>
          <cx:pt idx="2298">48.100000000000001</cx:pt>
          <cx:pt idx="2299">54</cx:pt>
          <cx:pt idx="2300">49.700000000000003</cx:pt>
          <cx:pt idx="2301">48.899999999999999</cx:pt>
          <cx:pt idx="2302">48.100000000000001</cx:pt>
          <cx:pt idx="2303">47.100000000000001</cx:pt>
          <cx:pt idx="2304">46.200000000000003</cx:pt>
          <cx:pt idx="2305">45.299999999999997</cx:pt>
          <cx:pt idx="2306">44.299999999999997</cx:pt>
          <cx:pt idx="2307">43.299999999999997</cx:pt>
          <cx:pt idx="2308">42.299999999999997</cx:pt>
          <cx:pt idx="2309">41.5</cx:pt>
          <cx:pt idx="2310">48</cx:pt>
          <cx:pt idx="2311">41</cx:pt>
          <cx:pt idx="2312">39</cx:pt>
          <cx:pt idx="2313">83.099999999999994</cx:pt>
          <cx:pt idx="2314">82.900000000000006</cx:pt>
          <cx:pt idx="2315">82.700000000000003</cx:pt>
          <cx:pt idx="2316">82.5</cx:pt>
          <cx:pt idx="2317">82.200000000000003</cx:pt>
          <cx:pt idx="2318">82</cx:pt>
          <cx:pt idx="2319">81.700000000000003</cx:pt>
          <cx:pt idx="2320">81.400000000000006</cx:pt>
          <cx:pt idx="2321">81.099999999999994</cx:pt>
          <cx:pt idx="2322">87</cx:pt>
          <cx:pt idx="2323">82</cx:pt>
          <cx:pt idx="2324">79.700000000000003</cx:pt>
          <cx:pt idx="2325">79.299999999999997</cx:pt>
          <cx:pt idx="2326">79</cx:pt>
          <cx:pt idx="2327">78.700000000000003</cx:pt>
          <cx:pt idx="2328">78.299999999999997</cx:pt>
          <cx:pt idx="2329">76.700000000000003</cx:pt>
          <cx:pt idx="2330">76.400000000000006</cx:pt>
          <cx:pt idx="2331">76.099999999999994</cx:pt>
          <cx:pt idx="2332">75.799999999999997</cx:pt>
          <cx:pt idx="2333">75.599999999999994</cx:pt>
          <cx:pt idx="2334">75.099999999999994</cx:pt>
          <cx:pt idx="2335">75</cx:pt>
          <cx:pt idx="2336">74.700000000000003</cx:pt>
          <cx:pt idx="2337">74.400000000000006</cx:pt>
          <cx:pt idx="2338">74.299999999999997</cx:pt>
          <cx:pt idx="2339">74</cx:pt>
          <cx:pt idx="2340">74.099999999999994</cx:pt>
          <cx:pt idx="2341">73.799999999999997</cx:pt>
          <cx:pt idx="2342">73.700000000000003</cx:pt>
          <cx:pt idx="2343">73.299999999999997</cx:pt>
          <cx:pt idx="2344">73</cx:pt>
          <cx:pt idx="2345">88</cx:pt>
          <cx:pt idx="2346">87</cx:pt>
          <cx:pt idx="2347">85</cx:pt>
          <cx:pt idx="2348">82</cx:pt>
          <cx:pt idx="2349">79.799999999999997</cx:pt>
          <cx:pt idx="2350">79.5</cx:pt>
          <cx:pt idx="2351">79.099999999999994</cx:pt>
          <cx:pt idx="2352">78.900000000000006</cx:pt>
          <cx:pt idx="2353">78.299999999999997</cx:pt>
          <cx:pt idx="2354">78.099999999999994</cx:pt>
          <cx:pt idx="2355">77.5</cx:pt>
          <cx:pt idx="2356">77.200000000000003</cx:pt>
          <cx:pt idx="2357">76.5</cx:pt>
          <cx:pt idx="2358">76.599999999999994</cx:pt>
          <cx:pt idx="2359">76.200000000000003</cx:pt>
          <cx:pt idx="2360">76</cx:pt>
          <cx:pt idx="2361">69.200000000000003</cx:pt>
          <cx:pt idx="2362">68.799999999999997</cx:pt>
          <cx:pt idx="2363">68.799999999999997</cx:pt>
          <cx:pt idx="2364">68.700000000000003</cx:pt>
          <cx:pt idx="2365">68.5</cx:pt>
          <cx:pt idx="2366">68.299999999999997</cx:pt>
          <cx:pt idx="2367">68.099999999999994</cx:pt>
          <cx:pt idx="2368">68</cx:pt>
          <cx:pt idx="2369">67.599999999999994</cx:pt>
          <cx:pt idx="2370">67.599999999999994</cx:pt>
          <cx:pt idx="2371">67.400000000000006</cx:pt>
          <cx:pt idx="2372">67.099999999999994</cx:pt>
          <cx:pt idx="2373">66.799999999999997</cx:pt>
          <cx:pt idx="2374">66.5</cx:pt>
          <cx:pt idx="2375">66.200000000000003</cx:pt>
          <cx:pt idx="2376">65.799999999999997</cx:pt>
          <cx:pt idx="2377">55</cx:pt>
          <cx:pt idx="2378">54.299999999999997</cx:pt>
          <cx:pt idx="2379">54.200000000000003</cx:pt>
          <cx:pt idx="2380">53.100000000000001</cx:pt>
          <cx:pt idx="2381">53.100000000000001</cx:pt>
          <cx:pt idx="2382">52.399999999999999</cx:pt>
          <cx:pt idx="2383">52.200000000000003</cx:pt>
          <cx:pt idx="2384">51.899999999999999</cx:pt>
          <cx:pt idx="2385">51.5</cx:pt>
          <cx:pt idx="2386">51.5</cx:pt>
          <cx:pt idx="2387">51.600000000000001</cx:pt>
          <cx:pt idx="2388">51.200000000000003</cx:pt>
          <cx:pt idx="2389">51.100000000000001</cx:pt>
          <cx:pt idx="2390">58</cx:pt>
          <cx:pt idx="2391">57</cx:pt>
          <cx:pt idx="2392">55</cx:pt>
          <cx:pt idx="2393">62.899999999999999</cx:pt>
          <cx:pt idx="2394">62</cx:pt>
          <cx:pt idx="2395">69</cx:pt>
          <cx:pt idx="2396">59.200000000000003</cx:pt>
          <cx:pt idx="2397">58.899999999999999</cx:pt>
          <cx:pt idx="2398">58</cx:pt>
          <cx:pt idx="2399">56.5</cx:pt>
          <cx:pt idx="2400">55.299999999999997</cx:pt>
          <cx:pt idx="2401">54.5</cx:pt>
          <cx:pt idx="2402">54</cx:pt>
          <cx:pt idx="2403">53.799999999999997</cx:pt>
          <cx:pt idx="2404">53.700000000000003</cx:pt>
          <cx:pt idx="2405">54</cx:pt>
          <cx:pt idx="2406">54.899999999999999</cx:pt>
          <cx:pt idx="2407">56</cx:pt>
          <cx:pt idx="2408">57.299999999999997</cx:pt>
          <cx:pt idx="2409">57.299999999999997</cx:pt>
          <cx:pt idx="2410">56.600000000000001</cx:pt>
          <cx:pt idx="2411">56.399999999999999</cx:pt>
          <cx:pt idx="2412">56</cx:pt>
          <cx:pt idx="2413">55.399999999999999</cx:pt>
          <cx:pt idx="2414">55</cx:pt>
          <cx:pt idx="2415">54.299999999999997</cx:pt>
          <cx:pt idx="2416">53.600000000000001</cx:pt>
          <cx:pt idx="2417">53.100000000000001</cx:pt>
          <cx:pt idx="2418">52.5</cx:pt>
          <cx:pt idx="2419">51.899999999999999</cx:pt>
          <cx:pt idx="2420">51.399999999999999</cx:pt>
          <cx:pt idx="2421">58</cx:pt>
          <cx:pt idx="2422">52</cx:pt>
          <cx:pt idx="2423">49.600000000000001</cx:pt>
          <cx:pt idx="2424">48.899999999999999</cx:pt>
          <cx:pt idx="2425">82.799999999999997</cx:pt>
          <cx:pt idx="2426">82.599999999999994</cx:pt>
          <cx:pt idx="2427">82.400000000000006</cx:pt>
          <cx:pt idx="2428">82</cx:pt>
          <cx:pt idx="2429">82.099999999999994</cx:pt>
          <cx:pt idx="2430">81.900000000000006</cx:pt>
          <cx:pt idx="2431">81.599999999999994</cx:pt>
          <cx:pt idx="2432">81.299999999999997</cx:pt>
          <cx:pt idx="2433">89</cx:pt>
          <cx:pt idx="2434">88</cx:pt>
          <cx:pt idx="2435">81</cx:pt>
          <cx:pt idx="2436">81</cx:pt>
          <cx:pt idx="2437">79.400000000000006</cx:pt>
          <cx:pt idx="2438">79.5</cx:pt>
          <cx:pt idx="2439">79.400000000000006</cx:pt>
          <cx:pt idx="2440">79.099999999999994</cx:pt>
          <cx:pt idx="2441">74.900000000000006</cx:pt>
          <cx:pt idx="2442">74.700000000000003</cx:pt>
          <cx:pt idx="2443">74.599999999999994</cx:pt>
          <cx:pt idx="2444">74.5</cx:pt>
          <cx:pt idx="2445">74.5</cx:pt>
          <cx:pt idx="2446">74.5</cx:pt>
          <cx:pt idx="2447">71.799999999999997</cx:pt>
          <cx:pt idx="2448">72.299999999999997</cx:pt>
          <cx:pt idx="2449">73.700000000000003</cx:pt>
          <cx:pt idx="2450">73.799999999999997</cx:pt>
          <cx:pt idx="2451">74.200000000000003</cx:pt>
          <cx:pt idx="2452">69.099999999999994</cx:pt>
          <cx:pt idx="2453">73.900000000000006</cx:pt>
          <cx:pt idx="2454">73.700000000000003</cx:pt>
          <cx:pt idx="2455">72.700000000000003</cx:pt>
          <cx:pt idx="2456">71.5</cx:pt>
          <cx:pt idx="2457">64.099999999999994</cx:pt>
          <cx:pt idx="2458">63.799999999999997</cx:pt>
          <cx:pt idx="2459">63.5</cx:pt>
          <cx:pt idx="2460">63.200000000000003</cx:pt>
          <cx:pt idx="2461">62.700000000000003</cx:pt>
          <cx:pt idx="2462">62.5</cx:pt>
          <cx:pt idx="2463">62</cx:pt>
          <cx:pt idx="2464">61.799999999999997</cx:pt>
          <cx:pt idx="2465">61.399999999999999</cx:pt>
          <cx:pt idx="2466">61</cx:pt>
          <cx:pt idx="2467">67</cx:pt>
          <cx:pt idx="2468">59.700000000000003</cx:pt>
          <cx:pt idx="2469">59.600000000000001</cx:pt>
          <cx:pt idx="2470">59.399999999999999</cx:pt>
          <cx:pt idx="2471">58.899999999999999</cx:pt>
          <cx:pt idx="2472">58.600000000000001</cx:pt>
          <cx:pt idx="2473">71.599999999999994</cx:pt>
          <cx:pt idx="2474">71.400000000000006</cx:pt>
          <cx:pt idx="2475">71.200000000000003</cx:pt>
          <cx:pt idx="2476">71.299999999999997</cx:pt>
          <cx:pt idx="2477">76</cx:pt>
          <cx:pt idx="2478">73</cx:pt>
          <cx:pt idx="2479">70</cx:pt>
          <cx:pt idx="2480">69.799999999999997</cx:pt>
          <cx:pt idx="2481">69.5</cx:pt>
          <cx:pt idx="2482">69.299999999999997</cx:pt>
          <cx:pt idx="2483">68.900000000000006</cx:pt>
          <cx:pt idx="2484">68.299999999999997</cx:pt>
          <cx:pt idx="2485">68</cx:pt>
          <cx:pt idx="2486">67.900000000000006</cx:pt>
          <cx:pt idx="2487">67.700000000000003</cx:pt>
          <cx:pt idx="2488">67.400000000000006</cx:pt>
          <cx:pt idx="2489">58.899999999999999</cx:pt>
          <cx:pt idx="2490">58.399999999999999</cx:pt>
          <cx:pt idx="2491">57.600000000000001</cx:pt>
          <cx:pt idx="2492">56.5</cx:pt>
          <cx:pt idx="2493">55</cx:pt>
          <cx:pt idx="2494">53.600000000000001</cx:pt>
          <cx:pt idx="2495">52.600000000000001</cx:pt>
          <cx:pt idx="2496">51.399999999999999</cx:pt>
          <cx:pt idx="2497">50</cx:pt>
          <cx:pt idx="2498">47.799999999999997</cx:pt>
          <cx:pt idx="2499">46</cx:pt>
          <cx:pt idx="2500">45.600000000000001</cx:pt>
          <cx:pt idx="2501">45.899999999999999</cx:pt>
          <cx:pt idx="2502">46.399999999999999</cx:pt>
          <cx:pt idx="2503">47.100000000000001</cx:pt>
          <cx:pt idx="2504">48.399999999999999</cx:pt>
          <cx:pt idx="2505">82.400000000000006</cx:pt>
          <cx:pt idx="2506">82.299999999999997</cx:pt>
          <cx:pt idx="2507">81.900000000000006</cx:pt>
          <cx:pt idx="2508">81.700000000000003</cx:pt>
          <cx:pt idx="2509">81.700000000000003</cx:pt>
          <cx:pt idx="2510">81.5</cx:pt>
          <cx:pt idx="2511">81.400000000000006</cx:pt>
          <cx:pt idx="2512">81.099999999999994</cx:pt>
          <cx:pt idx="2513">89</cx:pt>
          <cx:pt idx="2514">88</cx:pt>
          <cx:pt idx="2515">85</cx:pt>
          <cx:pt idx="2516">83</cx:pt>
          <cx:pt idx="2517">82</cx:pt>
          <cx:pt idx="2518">79.900000000000006</cx:pt>
          <cx:pt idx="2519">79.799999999999997</cx:pt>
          <cx:pt idx="2520">79.599999999999994</cx:pt>
          <cx:pt idx="2521">83.400000000000006</cx:pt>
          <cx:pt idx="2522">83.200000000000003</cx:pt>
          <cx:pt idx="2523">83</cx:pt>
          <cx:pt idx="2524">82.700000000000003</cx:pt>
          <cx:pt idx="2525">82.599999999999994</cx:pt>
          <cx:pt idx="2526">82.299999999999997</cx:pt>
          <cx:pt idx="2527">82.099999999999994</cx:pt>
          <cx:pt idx="2528">82</cx:pt>
          <cx:pt idx="2529">81.700000000000003</cx:pt>
          <cx:pt idx="2530">81.5</cx:pt>
          <cx:pt idx="2531">81.099999999999994</cx:pt>
          <cx:pt idx="2532">81</cx:pt>
          <cx:pt idx="2533">85</cx:pt>
          <cx:pt idx="2534">84</cx:pt>
          <cx:pt idx="2535">82</cx:pt>
          <cx:pt idx="2536">79.700000000000003</cx:pt>
          <cx:pt idx="2537">64.5</cx:pt>
          <cx:pt idx="2538">64.400000000000006</cx:pt>
          <cx:pt idx="2539">63.600000000000001</cx:pt>
          <cx:pt idx="2540">62.799999999999997</cx:pt>
          <cx:pt idx="2541">71.700000000000003</cx:pt>
          <cx:pt idx="2542">73.700000000000003</cx:pt>
          <cx:pt idx="2543">73.799999999999997</cx:pt>
          <cx:pt idx="2544">73.799999999999997</cx:pt>
          <cx:pt idx="2545">73.799999999999997</cx:pt>
          <cx:pt idx="2546">73.700000000000003</cx:pt>
          <cx:pt idx="2547">73.5</cx:pt>
          <cx:pt idx="2548">73.200000000000003</cx:pt>
          <cx:pt idx="2549">73</cx:pt>
          <cx:pt idx="2550">72.799999999999997</cx:pt>
          <cx:pt idx="2551">72.700000000000003</cx:pt>
          <cx:pt idx="2552">72.599999999999994</cx:pt>
          <cx:pt idx="2553">69.700000000000003</cx:pt>
          <cx:pt idx="2554">69.599999999999994</cx:pt>
          <cx:pt idx="2555">69.299999999999997</cx:pt>
          <cx:pt idx="2556">68.799999999999997</cx:pt>
          <cx:pt idx="2557">68.099999999999994</cx:pt>
          <cx:pt idx="2558">67.299999999999997</cx:pt>
          <cx:pt idx="2559">66.700000000000003</cx:pt>
          <cx:pt idx="2560">66.400000000000006</cx:pt>
          <cx:pt idx="2561">66.099999999999994</cx:pt>
          <cx:pt idx="2562">65.900000000000006</cx:pt>
          <cx:pt idx="2563">65.5</cx:pt>
          <cx:pt idx="2564">65.900000000000006</cx:pt>
          <cx:pt idx="2565">65.200000000000003</cx:pt>
          <cx:pt idx="2566">64.299999999999997</cx:pt>
          <cx:pt idx="2567">64</cx:pt>
          <cx:pt idx="2568">63.700000000000003</cx:pt>
          <cx:pt idx="2569">74.900000000000006</cx:pt>
          <cx:pt idx="2570">74.599999999999994</cx:pt>
          <cx:pt idx="2571">74.5</cx:pt>
          <cx:pt idx="2572">74.299999999999997</cx:pt>
          <cx:pt idx="2573">74.099999999999994</cx:pt>
          <cx:pt idx="2574">73.900000000000006</cx:pt>
          <cx:pt idx="2575">73.700000000000003</cx:pt>
          <cx:pt idx="2576">73.5</cx:pt>
          <cx:pt idx="2577">73.299999999999997</cx:pt>
          <cx:pt idx="2578">73</cx:pt>
          <cx:pt idx="2579">72.5</cx:pt>
          <cx:pt idx="2580">71.599999999999994</cx:pt>
          <cx:pt idx="2581">71.700000000000003</cx:pt>
          <cx:pt idx="2582">71.400000000000006</cx:pt>
          <cx:pt idx="2583">71.200000000000003</cx:pt>
          <cx:pt idx="2584">71.099999999999994</cx:pt>
          <cx:pt idx="2585">75.700000000000003</cx:pt>
          <cx:pt idx="2586">75.5</cx:pt>
          <cx:pt idx="2587">75.299999999999997</cx:pt>
          <cx:pt idx="2588">75.099999999999994</cx:pt>
          <cx:pt idx="2589">74.900000000000006</cx:pt>
          <cx:pt idx="2590">74.700000000000003</cx:pt>
          <cx:pt idx="2591">74.400000000000006</cx:pt>
          <cx:pt idx="2592">74.200000000000003</cx:pt>
          <cx:pt idx="2593">73.5</cx:pt>
          <cx:pt idx="2594">73.700000000000003</cx:pt>
          <cx:pt idx="2595">73.599999999999994</cx:pt>
          <cx:pt idx="2596">73.5</cx:pt>
          <cx:pt idx="2597">73.200000000000003</cx:pt>
          <cx:pt idx="2598">72.799999999999997</cx:pt>
          <cx:pt idx="2599">73.099999999999994</cx:pt>
          <cx:pt idx="2600">72.599999999999994</cx:pt>
          <cx:pt idx="2601">68.299999999999997</cx:pt>
          <cx:pt idx="2602">68</cx:pt>
          <cx:pt idx="2603">67.700000000000003</cx:pt>
          <cx:pt idx="2604">67.400000000000006</cx:pt>
          <cx:pt idx="2605">67.200000000000003</cx:pt>
          <cx:pt idx="2606">66.900000000000006</cx:pt>
          <cx:pt idx="2607">66.599999999999994</cx:pt>
          <cx:pt idx="2608">66.200000000000003</cx:pt>
          <cx:pt idx="2609">65.799999999999997</cx:pt>
          <cx:pt idx="2610">64.900000000000006</cx:pt>
          <cx:pt idx="2611">63.700000000000003</cx:pt>
          <cx:pt idx="2612">62.299999999999997</cx:pt>
          <cx:pt idx="2613">61</cx:pt>
          <cx:pt idx="2614">62</cx:pt>
          <cx:pt idx="2615">59.399999999999999</cx:pt>
          <cx:pt idx="2616">58.700000000000003</cx:pt>
          <cx:pt idx="2617">59.899999999999999</cx:pt>
          <cx:pt idx="2618">59.700000000000003</cx:pt>
          <cx:pt idx="2619">59.399999999999999</cx:pt>
          <cx:pt idx="2620">58.899999999999999</cx:pt>
          <cx:pt idx="2621">58.299999999999997</cx:pt>
          <cx:pt idx="2622">57.399999999999999</cx:pt>
          <cx:pt idx="2623">56.700000000000003</cx:pt>
          <cx:pt idx="2624">56.200000000000003</cx:pt>
          <cx:pt idx="2625">55.899999999999999</cx:pt>
          <cx:pt idx="2626">55.700000000000003</cx:pt>
          <cx:pt idx="2627">55</cx:pt>
          <cx:pt idx="2628">54.899999999999999</cx:pt>
          <cx:pt idx="2629">54.700000000000003</cx:pt>
          <cx:pt idx="2630">54.700000000000003</cx:pt>
          <cx:pt idx="2631">54.600000000000001</cx:pt>
          <cx:pt idx="2632">54.600000000000001</cx:pt>
          <cx:pt idx="2633">73.5</cx:pt>
          <cx:pt idx="2634">73.299999999999997</cx:pt>
          <cx:pt idx="2635">73.200000000000003</cx:pt>
          <cx:pt idx="2636">73</cx:pt>
          <cx:pt idx="2637">72.900000000000006</cx:pt>
          <cx:pt idx="2638">72.799999999999997</cx:pt>
          <cx:pt idx="2639">72.5</cx:pt>
          <cx:pt idx="2640">72.599999999999994</cx:pt>
          <cx:pt idx="2641">72.5</cx:pt>
          <cx:pt idx="2642">72.400000000000006</cx:pt>
          <cx:pt idx="2643">72.299999999999997</cx:pt>
          <cx:pt idx="2644">72.200000000000003</cx:pt>
          <cx:pt idx="2645">72</cx:pt>
          <cx:pt idx="2646">71.900000000000006</cx:pt>
          <cx:pt idx="2647">71.799999999999997</cx:pt>
          <cx:pt idx="2648">71.599999999999994</cx:pt>
          <cx:pt idx="2649">71.200000000000003</cx:pt>
          <cx:pt idx="2650">71.099999999999994</cx:pt>
          <cx:pt idx="2651">71</cx:pt>
          <cx:pt idx="2652">78</cx:pt>
          <cx:pt idx="2653">76</cx:pt>
          <cx:pt idx="2654">74</cx:pt>
          <cx:pt idx="2655">71</cx:pt>
          <cx:pt idx="2656">69.900000000000006</cx:pt>
          <cx:pt idx="2657">69.700000000000003</cx:pt>
          <cx:pt idx="2658">69.599999999999994</cx:pt>
          <cx:pt idx="2659">69.5</cx:pt>
          <cx:pt idx="2660">69.400000000000006</cx:pt>
          <cx:pt idx="2661">69.299999999999997</cx:pt>
          <cx:pt idx="2662">69.200000000000003</cx:pt>
          <cx:pt idx="2663">69.099999999999994</cx:pt>
          <cx:pt idx="2664">69.099999999999994</cx:pt>
          <cx:pt idx="2665">75.299999999999997</cx:pt>
          <cx:pt idx="2666">75.099999999999994</cx:pt>
          <cx:pt idx="2667">74.900000000000006</cx:pt>
          <cx:pt idx="2668">74.900000000000006</cx:pt>
          <cx:pt idx="2669">74.799999999999997</cx:pt>
          <cx:pt idx="2670">74.799999999999997</cx:pt>
          <cx:pt idx="2671">74.700000000000003</cx:pt>
          <cx:pt idx="2672">74.700000000000003</cx:pt>
          <cx:pt idx="2673">74.599999999999994</cx:pt>
          <cx:pt idx="2674">74.400000000000006</cx:pt>
          <cx:pt idx="2675">74.200000000000003</cx:pt>
          <cx:pt idx="2676">74</cx:pt>
          <cx:pt idx="2677">73.700000000000003</cx:pt>
          <cx:pt idx="2678">73.5</cx:pt>
          <cx:pt idx="2679">73.200000000000003</cx:pt>
          <cx:pt idx="2680">72.900000000000006</cx:pt>
          <cx:pt idx="2681">75.799999999999997</cx:pt>
          <cx:pt idx="2682">75.5</cx:pt>
          <cx:pt idx="2683">75.200000000000003</cx:pt>
          <cx:pt idx="2684">74.799999999999997</cx:pt>
          <cx:pt idx="2685">74.5</cx:pt>
          <cx:pt idx="2686">74.200000000000003</cx:pt>
          <cx:pt idx="2687">73.900000000000006</cx:pt>
          <cx:pt idx="2688">73.5</cx:pt>
          <cx:pt idx="2689">73.200000000000003</cx:pt>
          <cx:pt idx="2690">72.799999999999997</cx:pt>
          <cx:pt idx="2691">72.400000000000006</cx:pt>
          <cx:pt idx="2692">72</cx:pt>
          <cx:pt idx="2693">71.599999999999994</cx:pt>
          <cx:pt idx="2694">71.200000000000003</cx:pt>
          <cx:pt idx="2695">78</cx:pt>
          <cx:pt idx="2696">74</cx:pt>
          <cx:pt idx="2697">66.299999999999997</cx:pt>
          <cx:pt idx="2698">66</cx:pt>
          <cx:pt idx="2699">65.400000000000006</cx:pt>
          <cx:pt idx="2700">65.599999999999994</cx:pt>
          <cx:pt idx="2701">65.599999999999994</cx:pt>
          <cx:pt idx="2702">65.799999999999997</cx:pt>
          <cx:pt idx="2703">65.599999999999994</cx:pt>
          <cx:pt idx="2704">64.5</cx:pt>
          <cx:pt idx="2705">64.099999999999994</cx:pt>
          <cx:pt idx="2706">63.700000000000003</cx:pt>
          <cx:pt idx="2707">63.299999999999997</cx:pt>
          <cx:pt idx="2708">63.5</cx:pt>
          <cx:pt idx="2709">63.399999999999999</cx:pt>
          <cx:pt idx="2710">63.299999999999997</cx:pt>
          <cx:pt idx="2711">64</cx:pt>
          <cx:pt idx="2712">63.799999999999997</cx:pt>
          <cx:pt idx="2714">62.299999999999997</cx:pt>
          <cx:pt idx="2715">61.5</cx:pt>
          <cx:pt idx="2716">67</cx:pt>
          <cx:pt idx="2717">60</cx:pt>
          <cx:pt idx="2718">59.299999999999997</cx:pt>
          <cx:pt idx="2719">58.399999999999999</cx:pt>
          <cx:pt idx="2720">57.5</cx:pt>
          <cx:pt idx="2721">56.299999999999997</cx:pt>
          <cx:pt idx="2722">55.5</cx:pt>
          <cx:pt idx="2723">54.899999999999999</cx:pt>
          <cx:pt idx="2724">53.200000000000003</cx:pt>
          <cx:pt idx="2725">51.299999999999997</cx:pt>
          <cx:pt idx="2726">51</cx:pt>
          <cx:pt idx="2727">48.799999999999997</cx:pt>
          <cx:pt idx="2728">47.700000000000003</cx:pt>
          <cx:pt idx="2729">46.600000000000001</cx:pt>
          <cx:pt idx="2730">71.299999999999997</cx:pt>
          <cx:pt idx="2731">78</cx:pt>
          <cx:pt idx="2732">71</cx:pt>
          <cx:pt idx="2733">77</cx:pt>
          <cx:pt idx="2734">75</cx:pt>
          <cx:pt idx="2735">69.799999999999997</cx:pt>
          <cx:pt idx="2736">69.200000000000003</cx:pt>
          <cx:pt idx="2737">67.700000000000003</cx:pt>
          <cx:pt idx="2738">67.5</cx:pt>
          <cx:pt idx="2739">67.700000000000003</cx:pt>
          <cx:pt idx="2740">67</cx:pt>
          <cx:pt idx="2741">67.400000000000006</cx:pt>
          <cx:pt idx="2742">67.599999999999994</cx:pt>
          <cx:pt idx="2743">67.599999999999994</cx:pt>
          <cx:pt idx="2744">67.700000000000003</cx:pt>
          <cx:pt idx="2745">67.5</cx:pt>
          <cx:pt idx="2746">77.099999999999994</cx:pt>
          <cx:pt idx="2747">76.900000000000006</cx:pt>
          <cx:pt idx="2748">76.700000000000003</cx:pt>
          <cx:pt idx="2749">76.5</cx:pt>
          <cx:pt idx="2750">76.299999999999997</cx:pt>
          <cx:pt idx="2751">76.200000000000003</cx:pt>
          <cx:pt idx="2752">76</cx:pt>
          <cx:pt idx="2753">75.799999999999997</cx:pt>
          <cx:pt idx="2754">75.599999999999994</cx:pt>
          <cx:pt idx="2755">75.400000000000006</cx:pt>
          <cx:pt idx="2756">75.299999999999997</cx:pt>
          <cx:pt idx="2757">75.099999999999994</cx:pt>
          <cx:pt idx="2758">74.900000000000006</cx:pt>
          <cx:pt idx="2759">74.700000000000003</cx:pt>
          <cx:pt idx="2760">74.5</cx:pt>
          <cx:pt idx="2761">74.200000000000003</cx:pt>
          <cx:pt idx="2762">81.200000000000003</cx:pt>
          <cx:pt idx="2763">81</cx:pt>
          <cx:pt idx="2764">87</cx:pt>
          <cx:pt idx="2765">86</cx:pt>
          <cx:pt idx="2766">86</cx:pt>
          <cx:pt idx="2767">82</cx:pt>
          <cx:pt idx="2768">81</cx:pt>
          <cx:pt idx="2769">79.599999999999994</cx:pt>
          <cx:pt idx="2770">79.5</cx:pt>
          <cx:pt idx="2771">79.299999999999997</cx:pt>
          <cx:pt idx="2772">79</cx:pt>
          <cx:pt idx="2773">78.799999999999997</cx:pt>
          <cx:pt idx="2774">78.299999999999997</cx:pt>
          <cx:pt idx="2775">78.200000000000003</cx:pt>
          <cx:pt idx="2776">78</cx:pt>
          <cx:pt idx="2777">77.799999999999997</cx:pt>
          <cx:pt idx="2778">61.799999999999997</cx:pt>
          <cx:pt idx="2779">67</cx:pt>
          <cx:pt idx="2780">59.700000000000003</cx:pt>
          <cx:pt idx="2781">58.600000000000001</cx:pt>
          <cx:pt idx="2782">58.299999999999997</cx:pt>
          <cx:pt idx="2783">57.5</cx:pt>
          <cx:pt idx="2784">56.899999999999999</cx:pt>
          <cx:pt idx="2785">56.200000000000003</cx:pt>
          <cx:pt idx="2786">54.5</cx:pt>
          <cx:pt idx="2787">53.100000000000001</cx:pt>
          <cx:pt idx="2788">52.200000000000003</cx:pt>
          <cx:pt idx="2789">51.5</cx:pt>
          <cx:pt idx="2790">58</cx:pt>
          <cx:pt idx="2791">52</cx:pt>
          <cx:pt idx="2792">49.600000000000001</cx:pt>
          <cx:pt idx="2793">49.200000000000003</cx:pt>
          <cx:pt idx="2794">79.299999999999997</cx:pt>
          <cx:pt idx="2795">79.099999999999994</cx:pt>
          <cx:pt idx="2796">78.900000000000006</cx:pt>
          <cx:pt idx="2797">78.799999999999997</cx:pt>
          <cx:pt idx="2798">78.700000000000003</cx:pt>
          <cx:pt idx="2799">78.700000000000003</cx:pt>
          <cx:pt idx="2800">78.5</cx:pt>
          <cx:pt idx="2801">78.200000000000003</cx:pt>
          <cx:pt idx="2802">78.099999999999994</cx:pt>
          <cx:pt idx="2803">77.799999999999997</cx:pt>
          <cx:pt idx="2804">77.5</cx:pt>
          <cx:pt idx="2805">77.5</cx:pt>
          <cx:pt idx="2806">77.200000000000003</cx:pt>
          <cx:pt idx="2807">77</cx:pt>
          <cx:pt idx="2808">76.900000000000006</cx:pt>
          <cx:pt idx="2809">76.799999999999997</cx:pt>
          <cx:pt idx="2810">77</cx:pt>
          <cx:pt idx="2811">76.799999999999997</cx:pt>
          <cx:pt idx="2812">76.799999999999997</cx:pt>
          <cx:pt idx="2813">76.5</cx:pt>
          <cx:pt idx="2814">77</cx:pt>
          <cx:pt idx="2815">76.299999999999997</cx:pt>
          <cx:pt idx="2816">76.599999999999994</cx:pt>
          <cx:pt idx="2817">76.400000000000006</cx:pt>
          <cx:pt idx="2818">75.400000000000006</cx:pt>
          <cx:pt idx="2819">76.200000000000003</cx:pt>
          <cx:pt idx="2820">75.700000000000003</cx:pt>
          <cx:pt idx="2821">75.400000000000006</cx:pt>
          <cx:pt idx="2822">75.400000000000006</cx:pt>
          <cx:pt idx="2823">75.400000000000006</cx:pt>
          <cx:pt idx="2824">75.200000000000003</cx:pt>
          <cx:pt idx="2825">75.099999999999994</cx:pt>
          <cx:pt idx="2826">69.400000000000006</cx:pt>
          <cx:pt idx="2827">69.200000000000003</cx:pt>
          <cx:pt idx="2828">69.099999999999994</cx:pt>
          <cx:pt idx="2829">68.799999999999997</cx:pt>
          <cx:pt idx="2830">68.5</cx:pt>
          <cx:pt idx="2831">68.299999999999997</cx:pt>
          <cx:pt idx="2832">68</cx:pt>
          <cx:pt idx="2833">67.900000000000006</cx:pt>
          <cx:pt idx="2834">67.799999999999997</cx:pt>
          <cx:pt idx="2835">67.599999999999994</cx:pt>
          <cx:pt idx="2836">67.299999999999997</cx:pt>
          <cx:pt idx="2837">67.799999999999997</cx:pt>
          <cx:pt idx="2838">67.200000000000003</cx:pt>
          <cx:pt idx="2839">67.099999999999994</cx:pt>
          <cx:pt idx="2840">67.400000000000006</cx:pt>
          <cx:pt idx="2841">67.099999999999994</cx:pt>
          <cx:pt idx="2842">72</cx:pt>
          <cx:pt idx="2843">71.700000000000003</cx:pt>
          <cx:pt idx="2844">71.599999999999994</cx:pt>
          <cx:pt idx="2845">71.400000000000006</cx:pt>
          <cx:pt idx="2846">71.200000000000003</cx:pt>
          <cx:pt idx="2847">71</cx:pt>
          <cx:pt idx="2848">78</cx:pt>
          <cx:pt idx="2849">75</cx:pt>
          <cx:pt idx="2850">73</cx:pt>
          <cx:pt idx="2851">71</cx:pt>
          <cx:pt idx="2852">69.900000000000006</cx:pt>
          <cx:pt idx="2853">69.599999999999994</cx:pt>
          <cx:pt idx="2854">69.400000000000006</cx:pt>
          <cx:pt idx="2855">69.299999999999997</cx:pt>
          <cx:pt idx="2856">69.099999999999994</cx:pt>
          <cx:pt idx="2857">69</cx:pt>
          <cx:pt idx="2858">74.099999999999994</cx:pt>
          <cx:pt idx="2859">73.900000000000006</cx:pt>
          <cx:pt idx="2860">73.799999999999997</cx:pt>
          <cx:pt idx="2861">73.700000000000003</cx:pt>
          <cx:pt idx="2862">73.799999999999997</cx:pt>
          <cx:pt idx="2863">73.700000000000003</cx:pt>
          <cx:pt idx="2864">73.599999999999994</cx:pt>
          <cx:pt idx="2865">73.200000000000003</cx:pt>
          <cx:pt idx="2866">73.400000000000006</cx:pt>
          <cx:pt idx="2867">73.599999999999994</cx:pt>
          <cx:pt idx="2868">73.599999999999994</cx:pt>
          <cx:pt idx="2869">73.299999999999997</cx:pt>
          <cx:pt idx="2870">72.400000000000006</cx:pt>
          <cx:pt idx="2871">73.099999999999994</cx:pt>
          <cx:pt idx="2872">72.5</cx:pt>
          <cx:pt idx="2873">72.5</cx:pt>
          <cx:pt idx="2874">76</cx:pt>
          <cx:pt idx="2875">75.900000000000006</cx:pt>
          <cx:pt idx="2876">75.700000000000003</cx:pt>
          <cx:pt idx="2877">75.599999999999994</cx:pt>
          <cx:pt idx="2878">75.400000000000006</cx:pt>
          <cx:pt idx="2879">75.200000000000003</cx:pt>
          <cx:pt idx="2880">75</cx:pt>
          <cx:pt idx="2881">74.900000000000006</cx:pt>
          <cx:pt idx="2882">74.700000000000003</cx:pt>
          <cx:pt idx="2883">74.599999999999994</cx:pt>
          <cx:pt idx="2884">74.400000000000006</cx:pt>
          <cx:pt idx="2885">74.200000000000003</cx:pt>
          <cx:pt idx="2886">74</cx:pt>
          <cx:pt idx="2887">73.799999999999997</cx:pt>
          <cx:pt idx="2888">73.599999999999994</cx:pt>
          <cx:pt idx="2889">73.400000000000006</cx:pt>
          <cx:pt idx="2890">65.700000000000003</cx:pt>
          <cx:pt idx="2891">65.400000000000006</cx:pt>
          <cx:pt idx="2892">65.400000000000006</cx:pt>
          <cx:pt idx="2893">64.700000000000003</cx:pt>
          <cx:pt idx="2894">64.599999999999994</cx:pt>
          <cx:pt idx="2895">64.400000000000006</cx:pt>
          <cx:pt idx="2896">64.099999999999994</cx:pt>
          <cx:pt idx="2897">63.799999999999997</cx:pt>
          <cx:pt idx="2898">63.399999999999999</cx:pt>
          <cx:pt idx="2899">63</cx:pt>
          <cx:pt idx="2900">62.600000000000001</cx:pt>
          <cx:pt idx="2901">62.200000000000003</cx:pt>
          <cx:pt idx="2902">61.899999999999999</cx:pt>
          <cx:pt idx="2903">61.5</cx:pt>
          <cx:pt idx="2904">61.100000000000001</cx:pt>
          <cx:pt idx="2905">68</cx:pt>
          <cx:pt idx="2906">61.799999999999997</cx:pt>
          <cx:pt idx="2907">61.100000000000001</cx:pt>
          <cx:pt idx="2908">63</cx:pt>
          <cx:pt idx="2909">59.200000000000003</cx:pt>
          <cx:pt idx="2910">58.200000000000003</cx:pt>
          <cx:pt idx="2911">58</cx:pt>
          <cx:pt idx="2912">57.399999999999999</cx:pt>
          <cx:pt idx="2913">55.700000000000003</cx:pt>
          <cx:pt idx="2914">52.600000000000001</cx:pt>
          <cx:pt idx="2915">58</cx:pt>
          <cx:pt idx="2916">49.299999999999997</cx:pt>
          <cx:pt idx="2917">47.899999999999999</cx:pt>
          <cx:pt idx="2918">46.399999999999999</cx:pt>
          <cx:pt idx="2919">45.5</cx:pt>
          <cx:pt idx="2920">44.600000000000001</cx:pt>
          <cx:pt idx="2921">43.799999999999997</cx:pt>
          <cx:pt idx="2922">67</cx:pt>
          <cx:pt idx="2923">59.200000000000003</cx:pt>
          <cx:pt idx="2924">58</cx:pt>
          <cx:pt idx="2925">56.600000000000001</cx:pt>
          <cx:pt idx="2926">54.899999999999999</cx:pt>
          <cx:pt idx="2927">52.399999999999999</cx:pt>
          <cx:pt idx="2928">50</cx:pt>
          <cx:pt idx="2929">48.200000000000003</cx:pt>
          <cx:pt idx="2930">46.600000000000001</cx:pt>
          <cx:pt idx="2931">45.399999999999999</cx:pt>
          <cx:pt idx="2932">44.600000000000001</cx:pt>
          <cx:pt idx="2933">44.299999999999997</cx:pt>
          <cx:pt idx="2934">44.5</cx:pt>
          <cx:pt idx="2935">44.799999999999997</cx:pt>
          <cx:pt idx="2936">45.299999999999997</cx:pt>
          <cx:pt idx="2937">46</cx:pt>
        </cx:lvl>
      </cx:numDim>
    </cx:data>
  </cx:chartData>
  <cx:chart>
    <cx:title pos="t" align="ctr" overlay="0">
      <cx:tx>
        <cx:txData>
          <cx:v>Expetativa de vida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s-ES" sz="1400" b="0" i="0" u="none" strike="noStrike" baseline="0">
              <a:solidFill>
                <a:srgbClr val="000000">
                  <a:lumMod val="65000"/>
                  <a:lumOff val="35000"/>
                </a:srgbClr>
              </a:solidFill>
              <a:latin typeface="Calibri"/>
              <a:ea typeface="Calibri"/>
              <a:cs typeface="Calibri"/>
            </a:rPr>
            <a:t>Expetativa de vida</a:t>
          </a:r>
        </a:p>
      </cx:txPr>
    </cx:title>
    <cx:plotArea>
      <cx:plotAreaRegion>
        <cx:series layoutId="clusteredColumn" uniqueId="{4BBF5543-1839-4305-9F2A-B717F35B7D58}">
          <cx:tx>
            <cx:txData>
              <cx:f>'Uni var 1'!$B$2</cx:f>
              <cx:v>Life expectancy </cx:v>
            </cx:txData>
          </cx:tx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70">
  <cs:axisTitle>
    <cs:lnRef idx="0"/>
    <cs:fillRef idx="0"/>
    <cs:effectRef idx="0"/>
    <cs:fontRef idx="minor">
      <a:schemeClr val="lt1">
        <a:lumMod val="95000"/>
      </a:schemeClr>
    </cs:fontRef>
    <cs:defRPr sz="1197"/>
  </cs:axisTitle>
  <cs:category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/>
  </cs:chartArea>
  <cs:dataLabel>
    <cs:lnRef idx="0"/>
    <cs:fillRef idx="0"/>
    <cs:effectRef idx="0"/>
    <cs:fontRef idx="minor">
      <a:schemeClr val="lt1">
        <a:lumMod val="9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lt1"/>
    </cs:fontRef>
    <cs:spPr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  <a:ln>
        <a:solidFill>
          <a:schemeClr val="tx1"/>
        </a:solidFill>
      </a:ln>
    </cs:spPr>
  </cs:dataPoint>
  <cs:dataPoint3D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</cs:spPr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lt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lt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9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10000"/>
            <a:lumOff val="1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95000"/>
      </a:schemeClr>
    </cs:fontRef>
    <cs:defRPr sz="1197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9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lt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spc="10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95000"/>
      </a:schemeClr>
    </cs:fontRef>
    <cs:defRPr sz="1197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95000"/>
      </a:schemeClr>
    </cs:fontRef>
    <cs:defRPr sz="1197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ADAA2DC-A161-63A1-8006-20E61FFE3F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D7870F-164F-F9AE-3B56-8841C46609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AFAD4-4B88-4E51-95EE-308C0A983155}" type="datetimeFigureOut">
              <a:rPr lang="es-MX" smtClean="0"/>
              <a:t>08/03/2025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C559B3-F239-E6EF-CCFA-C786F4E6F0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ED45E11-BF52-5069-7F5A-7E2C3146CD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3AD1-C31A-446A-84D1-4A85D2556F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99131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4BE3C-8E5F-483C-AC49-4321CBF05419}" type="datetimeFigureOut">
              <a:rPr lang="es-MX" smtClean="0"/>
              <a:t>08/03/2025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9CE29-E83F-4FB3-A104-CF2DCAE86E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428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CE29-E83F-4FB3-A104-CF2DCAE86EF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5122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CE29-E83F-4FB3-A104-CF2DCAE86EFA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0085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9D267-FCFA-28F9-344E-61A58F533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AEE2E3-FFB6-0EA9-9A9B-C94D41CCD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09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76C2BFFD-49F5-5F14-9F9F-C6918DB8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40" y="217455"/>
            <a:ext cx="11680166" cy="6356823"/>
          </a:xfrm>
          <a:prstGeom prst="rect">
            <a:avLst/>
          </a:prstGeom>
        </p:spPr>
      </p:pic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F1D238-139E-4BCD-BAC1-16E5186FF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9472C9-4308-5CD2-F6FC-16FD9D2E6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96FB810D-EFCC-F729-DEE0-E50A0431F3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248" y="5360976"/>
            <a:ext cx="1497023" cy="1497023"/>
          </a:xfrm>
          <a:prstGeom prst="rect">
            <a:avLst/>
          </a:prstGeom>
        </p:spPr>
      </p:pic>
      <p:pic>
        <p:nvPicPr>
          <p:cNvPr id="16" name="Imagen 15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2F65C89A-6B67-8098-FB8E-0900B8885C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68415" cy="176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0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file:///C:\Users\jmoxo\Downloads\Proyecto\Proyecto.xlsx!Completitud!F2C2:F6C20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file:///C:\Users\jmoxo\Downloads\Proyecto\Proyecto.xlsx!Uni%20var%201!F2C4:F3C10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microsoft.com/office/2014/relationships/chartEx" Target="../charts/chartEx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file:///C:\Users\jmoxo\Downloads\Proyecto\Proyecto.xlsx!Promedio%20expectativa%20de%20vida!F4C4:F11C6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oleObject" Target="file:///C:\Users\jmoxo\Downloads\Proyecto\Proyecto.xlsx!Promedio%20expectativa%20de%20vida!%5bProyecto.xlsx%5dPromedio%20expectativa%20de%20vida%20Gr&#225;fico%206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file:///C:\Users\jmoxo\Downloads\Proyecto\Proyecto.xlsx!Promedio%20expectativa%20de%20vida!F4C10:F11C12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emf"/><Relationship Id="rId4" Type="http://schemas.openxmlformats.org/officeDocument/2006/relationships/oleObject" Target="file:///C:\Users\jmoxo\Downloads\Proyecto\Proyecto.xlsx!Promedio%20expectativa%20de%20vida!%5bProyecto.xlsx%5dPromedio%20expectativa%20de%20vida%20Gr&#225;fico%207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moxo\Downloads\Proyecto\Proyecto.xlsx!Correlacion!F1C1:F20C2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file:///C:\Users\jmoxo\Downloads\Proyecto\Proyecto.xlsx!Regrecion!F3C1:F8C2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file:///C:\Users\jmoxo\Downloads\Proyecto\Proyecto.xlsx!Regrecion!F10C1:F31C10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1349D-1590-12D7-F9BA-8ACBA51B5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95797"/>
            <a:ext cx="9144000" cy="1829954"/>
          </a:xfrm>
        </p:spPr>
        <p:txBody>
          <a:bodyPr/>
          <a:lstStyle/>
          <a:p>
            <a:r>
              <a:rPr lang="es-ES" dirty="0"/>
              <a:t>ANÁLISIS EXPLORATORIO DE DATOS</a:t>
            </a:r>
            <a:endParaRPr lang="es-MX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305C149-2D36-77EE-E825-6C5C12A0019D}"/>
              </a:ext>
            </a:extLst>
          </p:cNvPr>
          <p:cNvSpPr/>
          <p:nvPr/>
        </p:nvSpPr>
        <p:spPr>
          <a:xfrm>
            <a:off x="938463" y="832269"/>
            <a:ext cx="10315074" cy="4957010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9089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F60A2-9108-8308-B61F-93D547A20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7B5BAE-207C-070F-3D7C-DFD4D8771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INDICE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ACFCC796-06EE-38BD-E97D-AC17A391C4F5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FE662F-1B99-BAFC-AF29-A4B6AFD9C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3644"/>
            <a:ext cx="9144000" cy="3410712"/>
          </a:xfrm>
          <a:solidFill>
            <a:schemeClr val="bg2">
              <a:lumMod val="25000"/>
              <a:lumOff val="75000"/>
            </a:schemeClr>
          </a:solidFill>
        </p:spPr>
        <p:txBody>
          <a:bodyPr anchor="ctr">
            <a:normAutofit/>
          </a:bodyPr>
          <a:lstStyle/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INTRODUCCION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…………………………………………………………….... 2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MUESTRA DE DATOS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..…………………………………………………..….. 3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DATOS 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…………………………………………………………………….…... 4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COMPLETAR LOS DATOS 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……………………………………….…………. 5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PAÍSES CON MAYOR EXPECTATIVA DE VIDA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……………….………….. 6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PAÍSES CON MENOR EXPECTATIVA DE VIDA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…………………..………. 7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CORRELACIÓN DE LOS DATOS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…………………………………….….….. 8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ESTADÍSTICAS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………………………………………………………………... 9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REGRESIÓN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…………………………………………………........................ 10</a:t>
            </a:r>
          </a:p>
          <a:p>
            <a:pPr marL="171450" indent="-1714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1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CONCLUSIONES 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……………………………………………………………… 11</a:t>
            </a:r>
          </a:p>
        </p:txBody>
      </p:sp>
    </p:spTree>
    <p:extLst>
      <p:ext uri="{BB962C8B-B14F-4D97-AF65-F5344CB8AC3E}">
        <p14:creationId xmlns:p14="http://schemas.microsoft.com/office/powerpoint/2010/main" val="345096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E5F30-0666-4CF8-46C8-E38433CFB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FCF61-AA97-6BC9-FFF4-64B466FC6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INTRODUCCION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7C3FD6D-4C51-49CB-BBD7-A24AFDED68BB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962F22-467C-2BCE-ABCC-4AC63DEAA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realizo un análisis sobre la expectativa de vida sobre algunas personas de los diferentes países del mundo.</a:t>
            </a:r>
          </a:p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este análisis se tubo que realizar una exploración de datos en la cual logramos apreciar las diferentes causas de muerte y el promedio de expectativa de vida por país en diferentes años, al igual el promedio de mortalidad en adultos mayores y niños.</a:t>
            </a:r>
          </a:p>
        </p:txBody>
      </p:sp>
      <p:sp>
        <p:nvSpPr>
          <p:cNvPr id="5" name="Nube 4">
            <a:extLst>
              <a:ext uri="{FF2B5EF4-FFF2-40B4-BE49-F238E27FC236}">
                <a16:creationId xmlns:a16="http://schemas.microsoft.com/office/drawing/2014/main" id="{8F1A3A15-6CE5-D77D-14EA-F0E0D6F2BED8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2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16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FB0AF2-E8EA-E12F-63DA-DCDF848B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2ECFC1-4882-08C5-1746-D897B7114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MUESTRA DE DATOS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3AEC990-A96B-0B0B-E2DE-477AE66D918B}"/>
              </a:ext>
            </a:extLst>
          </p:cNvPr>
          <p:cNvSpPr/>
          <p:nvPr/>
        </p:nvSpPr>
        <p:spPr>
          <a:xfrm>
            <a:off x="685800" y="685800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4F52A6-B2B4-20E6-7B92-767443288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podemos visualizar una pequeña parte de los datos obtenidos en la investigación.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5FEF6A4-D406-1ADD-B839-F83758FBE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808064"/>
              </p:ext>
            </p:extLst>
          </p:nvPr>
        </p:nvGraphicFramePr>
        <p:xfrm>
          <a:off x="838198" y="2394636"/>
          <a:ext cx="10515604" cy="2646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7982">
                  <a:extLst>
                    <a:ext uri="{9D8B030D-6E8A-4147-A177-3AD203B41FA5}">
                      <a16:colId xmlns:a16="http://schemas.microsoft.com/office/drawing/2014/main" val="1539149945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526625791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2867858392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823660732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2076540425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1981247792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2461470254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226922053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3602984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1809459107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890772292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694065462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416844926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1112865119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505456237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094288896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3080230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409147066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4260092090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1489726472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4054127579"/>
                    </a:ext>
                  </a:extLst>
                </a:gridCol>
                <a:gridCol w="477982">
                  <a:extLst>
                    <a:ext uri="{9D8B030D-6E8A-4147-A177-3AD203B41FA5}">
                      <a16:colId xmlns:a16="http://schemas.microsoft.com/office/drawing/2014/main" val="404704496"/>
                    </a:ext>
                  </a:extLst>
                </a:gridCol>
              </a:tblGrid>
              <a:tr h="457070">
                <a:tc>
                  <a:txBody>
                    <a:bodyPr/>
                    <a:lstStyle/>
                    <a:p>
                      <a:pPr algn="l" fontAlgn="b"/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Status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Year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Life expectancy 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Adult Mortality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infant deaths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Alcohol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percentage expenditure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Hepatitis B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Measles 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 BMI 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under-five deaths 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Polio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Total expenditure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Diphtheria 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 HIV/AIDS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GDP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Population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 thinness  1-19 years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 thinness 5-9 years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Income composition of resources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Schooling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4185752664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71.2796236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1154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8.16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584.25921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33736494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0.479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386552741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59.9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271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73.5235817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492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8.18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612.696514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327582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0.476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1805129426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59.9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268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73.2192427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430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8.13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631.744976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31731688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4209481486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59.5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272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78.1842153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2787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8.52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669.959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3696958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533493497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59.2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275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7.0971087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3013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7.87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63.537231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2978599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0.454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4112841113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279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79.6793674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1989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16.7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102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553.32894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2883167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0.448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2336225021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58.6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281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56.7622168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2861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16.2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106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9.42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445.893298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284331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0.434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1807080001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287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25.8739254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1599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15.7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8.33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373.361116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2729431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0.433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530477763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57.5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10.910156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1141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15.2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6.73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369.835796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26616792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0.415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840053236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57.3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17.1715175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1990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14.7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7.43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272.56377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2589345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0.405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950001063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57.3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1.38864773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1296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14.2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25.2941299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257798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0.396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44764293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15.2960664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466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13.8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8.79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219.141353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24118979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0.381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716424949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56.7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11.0890527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798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13.4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8.82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198.728544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2364851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0.373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822670310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56.2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16.8873509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2486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7.76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187.84595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21979923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19.9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0.341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342037786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55.3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316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10.5747282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8762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12.6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117.49698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2966463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2.4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0.34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5.9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196117386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Afghanistan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2000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54.8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321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0.01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10.42496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6532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122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114.56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293756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0.338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536307651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Albania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77.8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4.6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364.975229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6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3954.22783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28873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0.762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14.2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4278914056"/>
                  </a:ext>
                </a:extLst>
              </a:tr>
              <a:tr h="121629"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Albania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700" u="none" strike="noStrike">
                          <a:effectLst/>
                        </a:rPr>
                        <a:t>Developing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2014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77.5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4.51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428.749067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57.2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5.88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98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4575.76379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288914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1.2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1.3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>
                          <a:effectLst/>
                        </a:rPr>
                        <a:t>0.761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MX" sz="700" u="none" strike="noStrike" dirty="0">
                          <a:effectLst/>
                        </a:rPr>
                        <a:t>14.2</a:t>
                      </a:r>
                      <a:endParaRPr lang="es-MX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402" marR="6402" marT="6402" marB="0" anchor="b"/>
                </a:tc>
                <a:extLst>
                  <a:ext uri="{0D108BD9-81ED-4DB2-BD59-A6C34878D82A}">
                    <a16:rowId xmlns:a16="http://schemas.microsoft.com/office/drawing/2014/main" val="3408421130"/>
                  </a:ext>
                </a:extLst>
              </a:tr>
            </a:tbl>
          </a:graphicData>
        </a:graphic>
      </p:graphicFrame>
      <p:sp>
        <p:nvSpPr>
          <p:cNvPr id="7" name="Nube 6">
            <a:extLst>
              <a:ext uri="{FF2B5EF4-FFF2-40B4-BE49-F238E27FC236}">
                <a16:creationId xmlns:a16="http://schemas.microsoft.com/office/drawing/2014/main" id="{58BFC194-CC7D-4F2E-9B44-455248A904AF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3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542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CDC3F-D330-05E2-819C-D7E40FF8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602E9-19DA-9727-4411-563791413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DATOS 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17F6107-7610-B6EE-BA51-74C093564CEC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D3F0CD-656C-F5D5-1C7B-C5856B235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Algunos que no se lograron obtener lo por lo cual se tomo la decisión de hacer un promedio para poder realizar el análisis de una forma mas precisa.</a:t>
            </a: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se puede apreciar que en algunas variables no hay datos por lo que se tomo la decisión de utilizar el promedio de </a:t>
            </a:r>
            <a:r>
              <a:rPr lang="es-ES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cadea</a:t>
            </a:r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variable para rellenar los datos inconclusos.</a:t>
            </a: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F7CA9E6C-82F4-A5F1-55B9-B73121E97B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190021"/>
              </p:ext>
            </p:extLst>
          </p:nvPr>
        </p:nvGraphicFramePr>
        <p:xfrm>
          <a:off x="699516" y="2478024"/>
          <a:ext cx="10561320" cy="1367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669000" imgH="961834" progId="Excel.Sheet.12">
                  <p:link updateAutomatic="1"/>
                </p:oleObj>
              </mc:Choice>
              <mc:Fallback>
                <p:oleObj name="Worksheet" r:id="rId2" imgW="18669000" imgH="96183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9516" y="2478024"/>
                        <a:ext cx="10561320" cy="13671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Nube 6">
            <a:extLst>
              <a:ext uri="{FF2B5EF4-FFF2-40B4-BE49-F238E27FC236}">
                <a16:creationId xmlns:a16="http://schemas.microsoft.com/office/drawing/2014/main" id="{F57F85DE-F4D5-0230-9892-EE476DD44422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4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707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A0B68-5612-3D83-71B5-2FDB201C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4578C-501E-C827-6E78-78B2356ACF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COMPLETAR LOS DATOS 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974D1DC-FD4A-57CE-50C1-8A787AE89A98}"/>
              </a:ext>
            </a:extLst>
          </p:cNvPr>
          <p:cNvSpPr/>
          <p:nvPr/>
        </p:nvSpPr>
        <p:spPr>
          <a:xfrm>
            <a:off x="594360" y="413828"/>
            <a:ext cx="10771632" cy="5813235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F0636F-95D5-8DA4-3818-8D9C83725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podemos observar el procedimiento que se realizo para poder obtener de una forma mas optima i eficaz la exploración de datos.</a:t>
            </a: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igual se realizo un histograma para poder visualizar de una forma mas grafica estos datos.</a:t>
            </a: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		        </a:t>
            </a: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4997D59B-BABF-3D2A-8C93-2CD02306EF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747198"/>
              </p:ext>
            </p:extLst>
          </p:nvPr>
        </p:nvGraphicFramePr>
        <p:xfrm>
          <a:off x="2971038" y="2445766"/>
          <a:ext cx="58293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829300" imgH="390510" progId="Excel.Sheet.12">
                  <p:link updateAutomatic="1"/>
                </p:oleObj>
              </mc:Choice>
              <mc:Fallback>
                <p:oleObj name="Worksheet" r:id="rId2" imgW="5829300" imgH="3905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71038" y="2445766"/>
                        <a:ext cx="5829300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6" name="Gráfico 5">
                <a:extLst>
                  <a:ext uri="{FF2B5EF4-FFF2-40B4-BE49-F238E27FC236}">
                    <a16:creationId xmlns:a16="http://schemas.microsoft.com/office/drawing/2014/main" id="{A787CF9A-194C-347E-A4A9-50C3A6C59F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17427406"/>
                  </p:ext>
                </p:extLst>
              </p:nvPr>
            </p:nvGraphicFramePr>
            <p:xfrm>
              <a:off x="1524000" y="3186445"/>
              <a:ext cx="4962144" cy="280838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6" name="Gráfico 5">
                <a:extLst>
                  <a:ext uri="{FF2B5EF4-FFF2-40B4-BE49-F238E27FC236}">
                    <a16:creationId xmlns:a16="http://schemas.microsoft.com/office/drawing/2014/main" id="{A787CF9A-194C-347E-A4A9-50C3A6C59F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4000" y="3186445"/>
                <a:ext cx="4962144" cy="2808383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9B0BE3C2-DC20-6285-6F31-0856E8B92A9B}"/>
              </a:ext>
            </a:extLst>
          </p:cNvPr>
          <p:cNvSpPr txBox="1"/>
          <p:nvPr/>
        </p:nvSpPr>
        <p:spPr>
          <a:xfrm>
            <a:off x="6486144" y="5165814"/>
            <a:ext cx="4605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*Nota. Este proceso se realizo con todas las variables que tiene datos faltantes</a:t>
            </a:r>
            <a:endParaRPr lang="es-MX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Nube 7">
            <a:extLst>
              <a:ext uri="{FF2B5EF4-FFF2-40B4-BE49-F238E27FC236}">
                <a16:creationId xmlns:a16="http://schemas.microsoft.com/office/drawing/2014/main" id="{7A3008CD-9B9B-A9A8-8F64-C838C8CC3F37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5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25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66075F-6D0A-FD6B-F6EA-4E2D58B2F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06A76-E17B-02FD-174A-5902B7271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PAÍSES CON MAYOR EXPECTATIVA DE VIDA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E63C815-234E-CFB2-6F88-44546EBE4270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8B092C-9280-B2A6-E14F-9248DD50F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se puede apreciar a los 5 países con un promedio de expectativa de vida mas alta </a:t>
            </a: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BB11F3D-8E4A-38EE-0D40-779752F4D5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532083"/>
              </p:ext>
            </p:extLst>
          </p:nvPr>
        </p:nvGraphicFramePr>
        <p:xfrm>
          <a:off x="1524000" y="2193925"/>
          <a:ext cx="3114675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114675" imgH="1552546" progId="Excel.Sheet.12">
                  <p:link updateAutomatic="1"/>
                </p:oleObj>
              </mc:Choice>
              <mc:Fallback>
                <p:oleObj name="Worksheet" r:id="rId2" imgW="3114675" imgH="155254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2193925"/>
                        <a:ext cx="3114675" cy="155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E9FDDB74-2747-A438-6ADB-7AC4B66B4F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687189"/>
              </p:ext>
            </p:extLst>
          </p:nvPr>
        </p:nvGraphicFramePr>
        <p:xfrm>
          <a:off x="5021263" y="2257425"/>
          <a:ext cx="4143375" cy="322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143375" imgH="3229327" progId="Excel.Sheet.12">
                  <p:link updateAutomatic="1"/>
                </p:oleObj>
              </mc:Choice>
              <mc:Fallback>
                <p:oleObj name="Worksheet" r:id="rId4" imgW="4143375" imgH="322932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21263" y="2257425"/>
                        <a:ext cx="4143375" cy="322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Nube 9">
            <a:extLst>
              <a:ext uri="{FF2B5EF4-FFF2-40B4-BE49-F238E27FC236}">
                <a16:creationId xmlns:a16="http://schemas.microsoft.com/office/drawing/2014/main" id="{B7950D11-1C96-ED1F-EC33-1F0FAABA8186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6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174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ABBDB-3CA5-00E6-5A3A-52089DE9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A388-3AC6-80A5-F04E-4A9554521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PAÍSES CON MENOR EXPECTATIVA DE VIDA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CC64C1B-12F8-59A3-D7C5-BAC30998369B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19DF0C-A01F-E4B2-D335-85684822B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se puede apreciar a los 5 países con menor expectativa de vida.</a:t>
            </a: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5D0B6C8-4EEA-FEEF-6F78-3C9201933C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711132"/>
              </p:ext>
            </p:extLst>
          </p:nvPr>
        </p:nvGraphicFramePr>
        <p:xfrm>
          <a:off x="1524000" y="2193925"/>
          <a:ext cx="34480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448050" imgH="1552546" progId="Excel.Sheet.12">
                  <p:link updateAutomatic="1"/>
                </p:oleObj>
              </mc:Choice>
              <mc:Fallback>
                <p:oleObj name="Worksheet" r:id="rId2" imgW="3448050" imgH="155254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24000" y="2193925"/>
                        <a:ext cx="3448050" cy="155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2CFEDF95-9E5C-2C4A-6D34-14BD752DAA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272022"/>
              </p:ext>
            </p:extLst>
          </p:nvPr>
        </p:nvGraphicFramePr>
        <p:xfrm>
          <a:off x="5154613" y="2193925"/>
          <a:ext cx="4133850" cy="320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133850" imgH="3209940" progId="Excel.Sheet.12">
                  <p:link updateAutomatic="1"/>
                </p:oleObj>
              </mc:Choice>
              <mc:Fallback>
                <p:oleObj name="Worksheet" r:id="rId4" imgW="4133850" imgH="320994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4613" y="2193925"/>
                        <a:ext cx="4133850" cy="320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Nube 7">
            <a:extLst>
              <a:ext uri="{FF2B5EF4-FFF2-40B4-BE49-F238E27FC236}">
                <a16:creationId xmlns:a16="http://schemas.microsoft.com/office/drawing/2014/main" id="{07153543-54E1-8DCF-C456-66F62B2C5D1D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7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237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2517C-9DD7-256B-5766-8CC232DD4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2C129-1CEF-D28E-2975-089E937CD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CORRELACIÓN DE LOS DATOS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9F5D380-4B8E-9075-BF60-54EF43D2387D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BF3B66-B000-C6C0-823F-A88D126FE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se puede observar nuestra correlación la cual nos ayuda a saber si existe una relación entre nuestras variables, ayudando a determinar si una variable se mueve en función de la otra</a:t>
            </a:r>
          </a:p>
          <a:p>
            <a:pPr algn="l"/>
            <a:endParaRPr lang="es-E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EF96EF82-ADC3-465B-1E15-B0A9F7DA3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31681"/>
              </p:ext>
            </p:extLst>
          </p:nvPr>
        </p:nvGraphicFramePr>
        <p:xfrm>
          <a:off x="668534" y="2538349"/>
          <a:ext cx="10623284" cy="2668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5249525" imgH="3829138" progId="Excel.Sheet.12">
                  <p:link updateAutomatic="1"/>
                </p:oleObj>
              </mc:Choice>
              <mc:Fallback>
                <p:oleObj name="Worksheet" r:id="rId3" imgW="15249525" imgH="382913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8534" y="2538349"/>
                        <a:ext cx="10623284" cy="2668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Nube 5">
            <a:extLst>
              <a:ext uri="{FF2B5EF4-FFF2-40B4-BE49-F238E27FC236}">
                <a16:creationId xmlns:a16="http://schemas.microsoft.com/office/drawing/2014/main" id="{E6C739A0-B84C-FB23-4DF0-56F5713A25BF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8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79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530F3-CB8B-8E5E-1BA9-BF8DCD39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71F79-8058-9D4C-C9F8-8AB48215C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ESTADÍSTICAS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DB6BC04-DFFE-8CE7-B4F7-0C9F39AA773C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937970-6CEF-D701-F080-7E2C184BA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29384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 nuestra estadística logramos aprecia que tenemos un ajuste del 99% lo que nos quiere decir que nuestra regresión tiene mas posibilidad de tener mas casualidad para generar una esperanza de vida mas alta</a:t>
            </a:r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D1157CB8-D1F4-4067-45FB-FE84F5B6FC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120163"/>
              </p:ext>
            </p:extLst>
          </p:nvPr>
        </p:nvGraphicFramePr>
        <p:xfrm>
          <a:off x="4195001" y="2480628"/>
          <a:ext cx="3381375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381375" imgH="1162035" progId="Excel.Sheet.12">
                  <p:link updateAutomatic="1"/>
                </p:oleObj>
              </mc:Choice>
              <mc:Fallback>
                <p:oleObj name="Worksheet" r:id="rId2" imgW="3381375" imgH="116203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95001" y="2480628"/>
                        <a:ext cx="3381375" cy="1162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Nube 7">
            <a:extLst>
              <a:ext uri="{FF2B5EF4-FFF2-40B4-BE49-F238E27FC236}">
                <a16:creationId xmlns:a16="http://schemas.microsoft.com/office/drawing/2014/main" id="{5EB58982-6EBC-DB80-0B7A-BC362F6B7C64}"/>
              </a:ext>
            </a:extLst>
          </p:cNvPr>
          <p:cNvSpPr/>
          <p:nvPr/>
        </p:nvSpPr>
        <p:spPr>
          <a:xfrm>
            <a:off x="11766698" y="6507126"/>
            <a:ext cx="425302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9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102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0F67B-727D-7208-91D5-6506918D1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2AA05-0DBB-DAD7-D8EC-1DF86A85A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1128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REGRESIÓN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6773756-DA6C-90F4-2CB0-2454477AE3E4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ECBB6E9B-F6F2-056E-2224-A4A43960D7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137011"/>
              </p:ext>
            </p:extLst>
          </p:nvPr>
        </p:nvGraphicFramePr>
        <p:xfrm>
          <a:off x="734064" y="1483424"/>
          <a:ext cx="10386263" cy="3602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20575" imgH="4238640" progId="Excel.Sheet.12">
                  <p:link updateAutomatic="1"/>
                </p:oleObj>
              </mc:Choice>
              <mc:Fallback>
                <p:oleObj name="Worksheet" r:id="rId2" imgW="12220575" imgH="423864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4064" y="1483424"/>
                        <a:ext cx="10386263" cy="3602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1329278-F0D6-D15B-995E-811A03636B32}"/>
              </a:ext>
            </a:extLst>
          </p:cNvPr>
          <p:cNvSpPr txBox="1"/>
          <p:nvPr/>
        </p:nvSpPr>
        <p:spPr>
          <a:xfrm>
            <a:off x="1976987" y="5236076"/>
            <a:ext cx="7900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se observa cuales son las variables que tienen mejor relación y nos pueden dar una mejor esperanza de vida</a:t>
            </a:r>
            <a:endParaRPr lang="es-MX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Nube 7">
            <a:extLst>
              <a:ext uri="{FF2B5EF4-FFF2-40B4-BE49-F238E27FC236}">
                <a16:creationId xmlns:a16="http://schemas.microsoft.com/office/drawing/2014/main" id="{C18A23E0-BEEC-3F27-0C56-005BAA365074}"/>
              </a:ext>
            </a:extLst>
          </p:cNvPr>
          <p:cNvSpPr/>
          <p:nvPr/>
        </p:nvSpPr>
        <p:spPr>
          <a:xfrm>
            <a:off x="11687175" y="6507126"/>
            <a:ext cx="504825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27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2782C-FE6A-2EC4-6AF3-269C6F112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9EF15-50EB-BE9E-1290-32BB7F6D0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8627"/>
            <a:ext cx="9144000" cy="614997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/>
                </a:solidFill>
                <a:latin typeface="+mn-lt"/>
              </a:rPr>
              <a:t>CONCLUSIONES </a:t>
            </a:r>
            <a:endParaRPr lang="es-MX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A239751-FA9C-8CC6-0BAA-7A69B0DBEBE7}"/>
              </a:ext>
            </a:extLst>
          </p:cNvPr>
          <p:cNvSpPr/>
          <p:nvPr/>
        </p:nvSpPr>
        <p:spPr>
          <a:xfrm>
            <a:off x="594360" y="413829"/>
            <a:ext cx="10771632" cy="5495544"/>
          </a:xfrm>
          <a:prstGeom prst="roundRect">
            <a:avLst/>
          </a:prstGeom>
          <a:noFill/>
          <a:ln w="152400" cmpd="tri">
            <a:solidFill>
              <a:schemeClr val="bg2">
                <a:lumMod val="25000"/>
                <a:lumOff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315074"/>
                      <a:gd name="connsiteY0" fmla="*/ 826185 h 4957010"/>
                      <a:gd name="connsiteX1" fmla="*/ 826185 w 10315074"/>
                      <a:gd name="connsiteY1" fmla="*/ 0 h 4957010"/>
                      <a:gd name="connsiteX2" fmla="*/ 9488889 w 10315074"/>
                      <a:gd name="connsiteY2" fmla="*/ 0 h 4957010"/>
                      <a:gd name="connsiteX3" fmla="*/ 10315074 w 10315074"/>
                      <a:gd name="connsiteY3" fmla="*/ 826185 h 4957010"/>
                      <a:gd name="connsiteX4" fmla="*/ 10315074 w 10315074"/>
                      <a:gd name="connsiteY4" fmla="*/ 4130825 h 4957010"/>
                      <a:gd name="connsiteX5" fmla="*/ 9488889 w 10315074"/>
                      <a:gd name="connsiteY5" fmla="*/ 4957010 h 4957010"/>
                      <a:gd name="connsiteX6" fmla="*/ 826185 w 10315074"/>
                      <a:gd name="connsiteY6" fmla="*/ 4957010 h 4957010"/>
                      <a:gd name="connsiteX7" fmla="*/ 0 w 10315074"/>
                      <a:gd name="connsiteY7" fmla="*/ 4130825 h 4957010"/>
                      <a:gd name="connsiteX8" fmla="*/ 0 w 10315074"/>
                      <a:gd name="connsiteY8" fmla="*/ 826185 h 4957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315074" h="4957010" extrusionOk="0">
                        <a:moveTo>
                          <a:pt x="0" y="826185"/>
                        </a:moveTo>
                        <a:cubicBezTo>
                          <a:pt x="-29980" y="351404"/>
                          <a:pt x="316684" y="19971"/>
                          <a:pt x="826185" y="0"/>
                        </a:cubicBezTo>
                        <a:cubicBezTo>
                          <a:pt x="3917443" y="132882"/>
                          <a:pt x="7749840" y="-84951"/>
                          <a:pt x="9488889" y="0"/>
                        </a:cubicBezTo>
                        <a:cubicBezTo>
                          <a:pt x="9929602" y="15211"/>
                          <a:pt x="10313806" y="376906"/>
                          <a:pt x="10315074" y="826185"/>
                        </a:cubicBezTo>
                        <a:cubicBezTo>
                          <a:pt x="10335261" y="1302948"/>
                          <a:pt x="10467554" y="3566316"/>
                          <a:pt x="10315074" y="4130825"/>
                        </a:cubicBezTo>
                        <a:cubicBezTo>
                          <a:pt x="10348900" y="4591127"/>
                          <a:pt x="9962739" y="4920870"/>
                          <a:pt x="9488889" y="4957010"/>
                        </a:cubicBezTo>
                        <a:cubicBezTo>
                          <a:pt x="6346700" y="5044649"/>
                          <a:pt x="4158042" y="4884331"/>
                          <a:pt x="826185" y="4957010"/>
                        </a:cubicBezTo>
                        <a:cubicBezTo>
                          <a:pt x="368232" y="4941143"/>
                          <a:pt x="-30485" y="4629480"/>
                          <a:pt x="0" y="4130825"/>
                        </a:cubicBezTo>
                        <a:cubicBezTo>
                          <a:pt x="-38581" y="2677202"/>
                          <a:pt x="63341" y="2051077"/>
                          <a:pt x="0" y="82618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E0721A-9397-C6C1-8883-AEB1DF09B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4202"/>
            <a:ext cx="9144000" cy="3886200"/>
          </a:xfrm>
        </p:spPr>
        <p:txBody>
          <a:bodyPr>
            <a:normAutofit/>
          </a:bodyPr>
          <a:lstStyle/>
          <a:p>
            <a:pPr algn="l"/>
            <a:r>
              <a:rPr lang="es-E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partir de los datos revisados, se pueden notar diferencias en la expectativa de vida según factores como el nivel de ingresos, la región donde se vive y el acceso a servicios de salud; los hallazgos indican que, en líneas generales, los países que disfrutan de mejores condiciones económicas y sociales tienden a tener una expectativa de vida más alta.</a:t>
            </a:r>
          </a:p>
        </p:txBody>
      </p:sp>
      <p:sp>
        <p:nvSpPr>
          <p:cNvPr id="5" name="Nube 4">
            <a:extLst>
              <a:ext uri="{FF2B5EF4-FFF2-40B4-BE49-F238E27FC236}">
                <a16:creationId xmlns:a16="http://schemas.microsoft.com/office/drawing/2014/main" id="{34550280-3A7A-9153-FBA7-DE4C8FA06922}"/>
              </a:ext>
            </a:extLst>
          </p:cNvPr>
          <p:cNvSpPr/>
          <p:nvPr/>
        </p:nvSpPr>
        <p:spPr>
          <a:xfrm>
            <a:off x="11687175" y="6507126"/>
            <a:ext cx="504825" cy="350874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s-MX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8487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D4DC7641D8794B92BEDA10B906FCEE" ma:contentTypeVersion="12" ma:contentTypeDescription="Create a new document." ma:contentTypeScope="" ma:versionID="efe452b75286362e0e9cf0105e9157ea">
  <xsd:schema xmlns:xsd="http://www.w3.org/2001/XMLSchema" xmlns:xs="http://www.w3.org/2001/XMLSchema" xmlns:p="http://schemas.microsoft.com/office/2006/metadata/properties" xmlns:ns2="bd5e94c7-bb0b-4a43-8744-382a7a85a4c2" xmlns:ns3="5a691c24-cfbf-4f75-9675-7e45d64b8490" targetNamespace="http://schemas.microsoft.com/office/2006/metadata/properties" ma:root="true" ma:fieldsID="578f7c32c5e235dd5b9311b3d8aa1abd" ns2:_="" ns3:_="">
    <xsd:import namespace="bd5e94c7-bb0b-4a43-8744-382a7a85a4c2"/>
    <xsd:import namespace="5a691c24-cfbf-4f75-9675-7e45d64b8490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5e94c7-bb0b-4a43-8744-382a7a85a4c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8e62a75-54a1-41fc-987e-f5cd03e922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1c24-cfbf-4f75-9675-7e45d64b8490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b7000fa-e6bd-441e-8022-e98218b8d9d3}" ma:internalName="TaxCatchAll" ma:showField="CatchAllData" ma:web="5a691c24-cfbf-4f75-9675-7e45d64b8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d5e94c7-bb0b-4a43-8744-382a7a85a4c2" xsi:nil="true"/>
    <TaxCatchAll xmlns="5a691c24-cfbf-4f75-9675-7e45d64b8490" xsi:nil="true"/>
    <lcf76f155ced4ddcb4097134ff3c332f xmlns="bd5e94c7-bb0b-4a43-8744-382a7a85a4c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3404E12-7435-4AB2-A9CE-06418BA81E04}"/>
</file>

<file path=customXml/itemProps2.xml><?xml version="1.0" encoding="utf-8"?>
<ds:datastoreItem xmlns:ds="http://schemas.openxmlformats.org/officeDocument/2006/customXml" ds:itemID="{92A344DF-0C4A-4C08-80AB-DCF8BDD31359}"/>
</file>

<file path=customXml/itemProps3.xml><?xml version="1.0" encoding="utf-8"?>
<ds:datastoreItem xmlns:ds="http://schemas.openxmlformats.org/officeDocument/2006/customXml" ds:itemID="{C2F9D51C-46F8-4CF8-9B91-72F1BF39AED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739</TotalTime>
  <Words>916</Words>
  <Application>Microsoft Office PowerPoint</Application>
  <PresentationFormat>Panorámica</PresentationFormat>
  <Paragraphs>481</Paragraphs>
  <Slides>12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Vínculos</vt:lpstr>
      </vt:variant>
      <vt:variant>
        <vt:i4>9</vt:i4>
      </vt:variant>
      <vt:variant>
        <vt:lpstr>Títulos de diapositiva</vt:lpstr>
      </vt:variant>
      <vt:variant>
        <vt:i4>12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Wingdings</vt:lpstr>
      <vt:lpstr>Tema de Office</vt:lpstr>
      <vt:lpstr>C:\Users\jmoxo\Downloads\Proyecto\Proyecto.xlsx!Completitud!F2C2:F6C20</vt:lpstr>
      <vt:lpstr>C:\Users\jmoxo\Downloads\Proyecto\Proyecto.xlsx!Uni var 1!F2C4:F3C10</vt:lpstr>
      <vt:lpstr>C:\Users\jmoxo\Downloads\Proyecto\Proyecto.xlsx!Promedio expectativa de vida!F4C4:F11C6</vt:lpstr>
      <vt:lpstr>C:\Users\jmoxo\Downloads\Proyecto\Proyecto.xlsx!Promedio expectativa de vida![Proyecto.xlsx]Promedio expectativa de vida Gráfico 6</vt:lpstr>
      <vt:lpstr>C:\Users\jmoxo\Downloads\Proyecto\Proyecto.xlsx!Promedio expectativa de vida!F4C10:F11C12</vt:lpstr>
      <vt:lpstr>C:\Users\jmoxo\Downloads\Proyecto\Proyecto.xlsx!Promedio expectativa de vida![Proyecto.xlsx]Promedio expectativa de vida Gráfico 7</vt:lpstr>
      <vt:lpstr>C:\Users\jmoxo\Downloads\Proyecto\Proyecto.xlsx!Correlacion!F1C1:F20C20</vt:lpstr>
      <vt:lpstr>C:\Users\jmoxo\Downloads\Proyecto\Proyecto.xlsx!Regrecion!F3C1:F8C2</vt:lpstr>
      <vt:lpstr>C:\Users\jmoxo\Downloads\Proyecto\Proyecto.xlsx!Regrecion!F10C1:F31C10</vt:lpstr>
      <vt:lpstr>ANÁLISIS EXPLORATORIO DE DATOS</vt:lpstr>
      <vt:lpstr>INDICE</vt:lpstr>
      <vt:lpstr>INTRODUCCION</vt:lpstr>
      <vt:lpstr>MUESTRA DE DATOS</vt:lpstr>
      <vt:lpstr>DATOS </vt:lpstr>
      <vt:lpstr>COMPLETAR LOS DATOS </vt:lpstr>
      <vt:lpstr>PAÍSES CON MAYOR EXPECTATIVA DE VIDA</vt:lpstr>
      <vt:lpstr>PAÍSES CON MENOR EXPECTATIVA DE VIDA</vt:lpstr>
      <vt:lpstr>CORRELACIÓN DE LOS DATOS</vt:lpstr>
      <vt:lpstr>ESTADÍSTICAS</vt:lpstr>
      <vt:lpstr>REGRESIÓN</vt:lpstr>
      <vt:lpstr>CONCLUSIONES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Olmos Xochihua</dc:creator>
  <cp:lastModifiedBy>Olmos Xochihua</cp:lastModifiedBy>
  <cp:revision>7</cp:revision>
  <dcterms:created xsi:type="dcterms:W3CDTF">2025-03-02T02:20:41Z</dcterms:created>
  <dcterms:modified xsi:type="dcterms:W3CDTF">2025-03-08T19:28:43Z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0x010100B8D4DC7641D8794B92BEDA10B906FCEE</vt:lpwstr>
  </property>
</Properties>
</file>