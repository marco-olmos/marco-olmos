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6B6D"/>
    <a:srgbClr val="F6F0E7"/>
    <a:srgbClr val="069E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presProps" Target="presProps.xml"/><Relationship Id="rId12" Type="http://schemas.openxmlformats.org/officeDocument/2006/relationships/customXml" Target="../customXml/item2.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790A69-98E9-4545-9279-12A3B597FCBF}" type="doc">
      <dgm:prSet loTypeId="urn:microsoft.com/office/officeart/2016/7/layout/RepeatingBendingProcessNew" loCatId="process" qsTypeId="urn:microsoft.com/office/officeart/2005/8/quickstyle/simple4" qsCatId="simple" csTypeId="urn:microsoft.com/office/officeart/2005/8/colors/colorful1" csCatId="colorful"/>
      <dgm:spPr/>
      <dgm:t>
        <a:bodyPr/>
        <a:lstStyle/>
        <a:p>
          <a:endParaRPr lang="en-US"/>
        </a:p>
      </dgm:t>
    </dgm:pt>
    <dgm:pt modelId="{82A154BD-EBBF-4F6F-A8AB-C3D8AFA23CB6}">
      <dgm:prSet/>
      <dgm:spPr/>
      <dgm:t>
        <a:bodyPr/>
        <a:lstStyle/>
        <a:p>
          <a:r>
            <a:rPr lang="es-ES"/>
            <a:t>Objetivo: Predecir si una persona está soltera o casada.</a:t>
          </a:r>
          <a:endParaRPr lang="en-US"/>
        </a:p>
      </dgm:t>
    </dgm:pt>
    <dgm:pt modelId="{F013094F-3DCE-46FD-A140-9E8388A9332A}" type="parTrans" cxnId="{9814A508-FC14-4B2A-BC6F-D316B07B1B4A}">
      <dgm:prSet/>
      <dgm:spPr/>
      <dgm:t>
        <a:bodyPr/>
        <a:lstStyle/>
        <a:p>
          <a:endParaRPr lang="en-US"/>
        </a:p>
      </dgm:t>
    </dgm:pt>
    <dgm:pt modelId="{403E9564-ACBE-4768-A1BA-A96A776181C0}" type="sibTrans" cxnId="{9814A508-FC14-4B2A-BC6F-D316B07B1B4A}">
      <dgm:prSet/>
      <dgm:spPr/>
      <dgm:t>
        <a:bodyPr/>
        <a:lstStyle/>
        <a:p>
          <a:endParaRPr lang="en-US"/>
        </a:p>
      </dgm:t>
    </dgm:pt>
    <dgm:pt modelId="{48CF5E13-C22E-4032-AEFB-B757AC276925}">
      <dgm:prSet/>
      <dgm:spPr/>
      <dgm:t>
        <a:bodyPr/>
        <a:lstStyle/>
        <a:p>
          <a:r>
            <a:rPr lang="es-ES"/>
            <a:t>El Dataset cuenta con 5 atributos los cuales son : casa, guapo, edad, dinero, estado civil.</a:t>
          </a:r>
          <a:endParaRPr lang="en-US"/>
        </a:p>
      </dgm:t>
    </dgm:pt>
    <dgm:pt modelId="{BA39C9C5-F2F4-41EB-8F8C-29E4BA7366D5}" type="parTrans" cxnId="{4AC3AFCA-85B0-47B1-96E1-B7F3DDBB21A3}">
      <dgm:prSet/>
      <dgm:spPr/>
      <dgm:t>
        <a:bodyPr/>
        <a:lstStyle/>
        <a:p>
          <a:endParaRPr lang="en-US"/>
        </a:p>
      </dgm:t>
    </dgm:pt>
    <dgm:pt modelId="{F189F263-0D62-4479-9A36-8613C55816B3}" type="sibTrans" cxnId="{4AC3AFCA-85B0-47B1-96E1-B7F3DDBB21A3}">
      <dgm:prSet/>
      <dgm:spPr/>
      <dgm:t>
        <a:bodyPr/>
        <a:lstStyle/>
        <a:p>
          <a:endParaRPr lang="en-US"/>
        </a:p>
      </dgm:t>
    </dgm:pt>
    <dgm:pt modelId="{AD0850D9-A878-4C02-8B53-13E79F1EECEC}">
      <dgm:prSet/>
      <dgm:spPr/>
      <dgm:t>
        <a:bodyPr/>
        <a:lstStyle/>
        <a:p>
          <a:r>
            <a:rPr lang="es-ES"/>
            <a:t>Se hizo una conversión de variables categóricas.</a:t>
          </a:r>
          <a:endParaRPr lang="en-US"/>
        </a:p>
      </dgm:t>
    </dgm:pt>
    <dgm:pt modelId="{C51EBD94-F67C-4563-9C0C-834A6643F176}" type="parTrans" cxnId="{26CB4BAE-6C00-419A-9D74-F3345830EF83}">
      <dgm:prSet/>
      <dgm:spPr/>
      <dgm:t>
        <a:bodyPr/>
        <a:lstStyle/>
        <a:p>
          <a:endParaRPr lang="en-US"/>
        </a:p>
      </dgm:t>
    </dgm:pt>
    <dgm:pt modelId="{89F16552-9390-4CED-BC0F-0E371072AACD}" type="sibTrans" cxnId="{26CB4BAE-6C00-419A-9D74-F3345830EF83}">
      <dgm:prSet/>
      <dgm:spPr/>
      <dgm:t>
        <a:bodyPr/>
        <a:lstStyle/>
        <a:p>
          <a:endParaRPr lang="en-US"/>
        </a:p>
      </dgm:t>
    </dgm:pt>
    <dgm:pt modelId="{5345D0BC-E8FB-4BD1-9076-8A37BF701B8A}">
      <dgm:prSet/>
      <dgm:spPr/>
      <dgm:t>
        <a:bodyPr/>
        <a:lstStyle/>
        <a:p>
          <a:r>
            <a:rPr lang="es-ES"/>
            <a:t>División 70% entrenamiento y 30% de prueba para este modelo.</a:t>
          </a:r>
          <a:endParaRPr lang="en-US"/>
        </a:p>
      </dgm:t>
    </dgm:pt>
    <dgm:pt modelId="{C86F6614-B790-485A-993F-1739070702B6}" type="parTrans" cxnId="{FBC951E3-612F-401D-B03A-C03FDC884AC7}">
      <dgm:prSet/>
      <dgm:spPr/>
      <dgm:t>
        <a:bodyPr/>
        <a:lstStyle/>
        <a:p>
          <a:endParaRPr lang="en-US"/>
        </a:p>
      </dgm:t>
    </dgm:pt>
    <dgm:pt modelId="{29231318-597D-4C2B-9B57-96C084CA780C}" type="sibTrans" cxnId="{FBC951E3-612F-401D-B03A-C03FDC884AC7}">
      <dgm:prSet/>
      <dgm:spPr/>
      <dgm:t>
        <a:bodyPr/>
        <a:lstStyle/>
        <a:p>
          <a:endParaRPr lang="en-US"/>
        </a:p>
      </dgm:t>
    </dgm:pt>
    <dgm:pt modelId="{5453A9B7-23A2-4F45-B464-715BEEDA1C34}">
      <dgm:prSet/>
      <dgm:spPr/>
      <dgm:t>
        <a:bodyPr/>
        <a:lstStyle/>
        <a:p>
          <a:r>
            <a:rPr lang="es-MX"/>
            <a:t>No se encontraron valores faltantes</a:t>
          </a:r>
          <a:endParaRPr lang="en-US"/>
        </a:p>
      </dgm:t>
    </dgm:pt>
    <dgm:pt modelId="{CC87E0F6-1F04-4D4C-914B-74C7FFC1770A}" type="parTrans" cxnId="{DA34FE60-C4A9-4543-988F-90B06F8DAAC7}">
      <dgm:prSet/>
      <dgm:spPr/>
      <dgm:t>
        <a:bodyPr/>
        <a:lstStyle/>
        <a:p>
          <a:endParaRPr lang="en-US"/>
        </a:p>
      </dgm:t>
    </dgm:pt>
    <dgm:pt modelId="{0A98CB19-0DAF-4140-9FC6-A64989CC0A70}" type="sibTrans" cxnId="{DA34FE60-C4A9-4543-988F-90B06F8DAAC7}">
      <dgm:prSet/>
      <dgm:spPr/>
      <dgm:t>
        <a:bodyPr/>
        <a:lstStyle/>
        <a:p>
          <a:endParaRPr lang="en-US"/>
        </a:p>
      </dgm:t>
    </dgm:pt>
    <dgm:pt modelId="{571E5C53-8C06-4628-8137-B81BD449350B}">
      <dgm:prSet/>
      <dgm:spPr/>
      <dgm:t>
        <a:bodyPr/>
        <a:lstStyle/>
        <a:p>
          <a:r>
            <a:rPr lang="es-ES"/>
            <a:t>El modelo que se utilizara es: Árbol de Decisión en RapidMiner.</a:t>
          </a:r>
          <a:endParaRPr lang="en-US"/>
        </a:p>
      </dgm:t>
    </dgm:pt>
    <dgm:pt modelId="{E3377930-2784-47F0-B1D7-B08D3CAF64F5}" type="parTrans" cxnId="{F151C05B-5676-4647-A9D6-6CB8E2692E7C}">
      <dgm:prSet/>
      <dgm:spPr/>
      <dgm:t>
        <a:bodyPr/>
        <a:lstStyle/>
        <a:p>
          <a:endParaRPr lang="en-US"/>
        </a:p>
      </dgm:t>
    </dgm:pt>
    <dgm:pt modelId="{851AAEC4-0564-48A1-A69E-AC0D9A618A31}" type="sibTrans" cxnId="{F151C05B-5676-4647-A9D6-6CB8E2692E7C}">
      <dgm:prSet/>
      <dgm:spPr/>
      <dgm:t>
        <a:bodyPr/>
        <a:lstStyle/>
        <a:p>
          <a:endParaRPr lang="en-US"/>
        </a:p>
      </dgm:t>
    </dgm:pt>
    <dgm:pt modelId="{F5324EBD-9E79-4981-B58E-61FFB26C5186}" type="pres">
      <dgm:prSet presAssocID="{13790A69-98E9-4545-9279-12A3B597FCBF}" presName="Name0" presStyleCnt="0">
        <dgm:presLayoutVars>
          <dgm:dir/>
          <dgm:resizeHandles val="exact"/>
        </dgm:presLayoutVars>
      </dgm:prSet>
      <dgm:spPr/>
    </dgm:pt>
    <dgm:pt modelId="{1D01F876-807E-4485-8CE6-A2CD078CE12E}" type="pres">
      <dgm:prSet presAssocID="{82A154BD-EBBF-4F6F-A8AB-C3D8AFA23CB6}" presName="node" presStyleLbl="node1" presStyleIdx="0" presStyleCnt="6">
        <dgm:presLayoutVars>
          <dgm:bulletEnabled val="1"/>
        </dgm:presLayoutVars>
      </dgm:prSet>
      <dgm:spPr/>
    </dgm:pt>
    <dgm:pt modelId="{CAC28801-05BE-4B01-BE3D-90A13D8AE8C2}" type="pres">
      <dgm:prSet presAssocID="{403E9564-ACBE-4768-A1BA-A96A776181C0}" presName="sibTrans" presStyleLbl="sibTrans1D1" presStyleIdx="0" presStyleCnt="5"/>
      <dgm:spPr/>
    </dgm:pt>
    <dgm:pt modelId="{B0BBC505-6C69-47B9-9F20-EA3178874356}" type="pres">
      <dgm:prSet presAssocID="{403E9564-ACBE-4768-A1BA-A96A776181C0}" presName="connectorText" presStyleLbl="sibTrans1D1" presStyleIdx="0" presStyleCnt="5"/>
      <dgm:spPr/>
    </dgm:pt>
    <dgm:pt modelId="{18711F41-2427-462D-9387-EACA54F049B3}" type="pres">
      <dgm:prSet presAssocID="{48CF5E13-C22E-4032-AEFB-B757AC276925}" presName="node" presStyleLbl="node1" presStyleIdx="1" presStyleCnt="6">
        <dgm:presLayoutVars>
          <dgm:bulletEnabled val="1"/>
        </dgm:presLayoutVars>
      </dgm:prSet>
      <dgm:spPr/>
    </dgm:pt>
    <dgm:pt modelId="{883D6364-3938-4DD1-BF9F-E34605844312}" type="pres">
      <dgm:prSet presAssocID="{F189F263-0D62-4479-9A36-8613C55816B3}" presName="sibTrans" presStyleLbl="sibTrans1D1" presStyleIdx="1" presStyleCnt="5"/>
      <dgm:spPr/>
    </dgm:pt>
    <dgm:pt modelId="{E7F7B9EA-85A4-42E9-AED3-AB2B1FE2CBA9}" type="pres">
      <dgm:prSet presAssocID="{F189F263-0D62-4479-9A36-8613C55816B3}" presName="connectorText" presStyleLbl="sibTrans1D1" presStyleIdx="1" presStyleCnt="5"/>
      <dgm:spPr/>
    </dgm:pt>
    <dgm:pt modelId="{7F1E8DB4-FCFE-4417-9CCE-277508D873EE}" type="pres">
      <dgm:prSet presAssocID="{AD0850D9-A878-4C02-8B53-13E79F1EECEC}" presName="node" presStyleLbl="node1" presStyleIdx="2" presStyleCnt="6">
        <dgm:presLayoutVars>
          <dgm:bulletEnabled val="1"/>
        </dgm:presLayoutVars>
      </dgm:prSet>
      <dgm:spPr/>
    </dgm:pt>
    <dgm:pt modelId="{30661C84-7B21-4139-B290-504F45D0921B}" type="pres">
      <dgm:prSet presAssocID="{89F16552-9390-4CED-BC0F-0E371072AACD}" presName="sibTrans" presStyleLbl="sibTrans1D1" presStyleIdx="2" presStyleCnt="5"/>
      <dgm:spPr/>
    </dgm:pt>
    <dgm:pt modelId="{BEE2AB31-1FE1-44FD-BCEF-F5CC29091054}" type="pres">
      <dgm:prSet presAssocID="{89F16552-9390-4CED-BC0F-0E371072AACD}" presName="connectorText" presStyleLbl="sibTrans1D1" presStyleIdx="2" presStyleCnt="5"/>
      <dgm:spPr/>
    </dgm:pt>
    <dgm:pt modelId="{B271E771-4C7E-41B9-BD9B-BBF9FE919BA3}" type="pres">
      <dgm:prSet presAssocID="{5345D0BC-E8FB-4BD1-9076-8A37BF701B8A}" presName="node" presStyleLbl="node1" presStyleIdx="3" presStyleCnt="6">
        <dgm:presLayoutVars>
          <dgm:bulletEnabled val="1"/>
        </dgm:presLayoutVars>
      </dgm:prSet>
      <dgm:spPr/>
    </dgm:pt>
    <dgm:pt modelId="{7A9B1A27-5443-401E-8134-5A78D6A56601}" type="pres">
      <dgm:prSet presAssocID="{29231318-597D-4C2B-9B57-96C084CA780C}" presName="sibTrans" presStyleLbl="sibTrans1D1" presStyleIdx="3" presStyleCnt="5"/>
      <dgm:spPr/>
    </dgm:pt>
    <dgm:pt modelId="{71ADEE4B-7F46-47A4-BCFF-6CAF01A9AC7A}" type="pres">
      <dgm:prSet presAssocID="{29231318-597D-4C2B-9B57-96C084CA780C}" presName="connectorText" presStyleLbl="sibTrans1D1" presStyleIdx="3" presStyleCnt="5"/>
      <dgm:spPr/>
    </dgm:pt>
    <dgm:pt modelId="{CF820C44-5E86-4699-9F91-7B47530FF7C2}" type="pres">
      <dgm:prSet presAssocID="{5453A9B7-23A2-4F45-B464-715BEEDA1C34}" presName="node" presStyleLbl="node1" presStyleIdx="4" presStyleCnt="6">
        <dgm:presLayoutVars>
          <dgm:bulletEnabled val="1"/>
        </dgm:presLayoutVars>
      </dgm:prSet>
      <dgm:spPr/>
    </dgm:pt>
    <dgm:pt modelId="{5E1D7160-D98D-4FB8-88ED-DF1A331FAB54}" type="pres">
      <dgm:prSet presAssocID="{0A98CB19-0DAF-4140-9FC6-A64989CC0A70}" presName="sibTrans" presStyleLbl="sibTrans1D1" presStyleIdx="4" presStyleCnt="5"/>
      <dgm:spPr/>
    </dgm:pt>
    <dgm:pt modelId="{9562EC42-E1FE-40AE-838A-C150AC026FA3}" type="pres">
      <dgm:prSet presAssocID="{0A98CB19-0DAF-4140-9FC6-A64989CC0A70}" presName="connectorText" presStyleLbl="sibTrans1D1" presStyleIdx="4" presStyleCnt="5"/>
      <dgm:spPr/>
    </dgm:pt>
    <dgm:pt modelId="{9276C79D-AD92-40DD-B7ED-160306E7FD30}" type="pres">
      <dgm:prSet presAssocID="{571E5C53-8C06-4628-8137-B81BD449350B}" presName="node" presStyleLbl="node1" presStyleIdx="5" presStyleCnt="6">
        <dgm:presLayoutVars>
          <dgm:bulletEnabled val="1"/>
        </dgm:presLayoutVars>
      </dgm:prSet>
      <dgm:spPr/>
    </dgm:pt>
  </dgm:ptLst>
  <dgm:cxnLst>
    <dgm:cxn modelId="{9814A508-FC14-4B2A-BC6F-D316B07B1B4A}" srcId="{13790A69-98E9-4545-9279-12A3B597FCBF}" destId="{82A154BD-EBBF-4F6F-A8AB-C3D8AFA23CB6}" srcOrd="0" destOrd="0" parTransId="{F013094F-3DCE-46FD-A140-9E8388A9332A}" sibTransId="{403E9564-ACBE-4768-A1BA-A96A776181C0}"/>
    <dgm:cxn modelId="{034A0C09-67B6-4A54-ADF8-EBA1C1C050AC}" type="presOf" srcId="{F189F263-0D62-4479-9A36-8613C55816B3}" destId="{883D6364-3938-4DD1-BF9F-E34605844312}" srcOrd="0" destOrd="0" presId="urn:microsoft.com/office/officeart/2016/7/layout/RepeatingBendingProcessNew"/>
    <dgm:cxn modelId="{14ABB926-ED02-4E00-814E-A3D0FFECF1FC}" type="presOf" srcId="{29231318-597D-4C2B-9B57-96C084CA780C}" destId="{7A9B1A27-5443-401E-8134-5A78D6A56601}" srcOrd="0" destOrd="0" presId="urn:microsoft.com/office/officeart/2016/7/layout/RepeatingBendingProcessNew"/>
    <dgm:cxn modelId="{8339AA2F-E530-4203-9806-ECA8AF95BC54}" type="presOf" srcId="{13790A69-98E9-4545-9279-12A3B597FCBF}" destId="{F5324EBD-9E79-4981-B58E-61FFB26C5186}" srcOrd="0" destOrd="0" presId="urn:microsoft.com/office/officeart/2016/7/layout/RepeatingBendingProcessNew"/>
    <dgm:cxn modelId="{01243B40-347C-4ACA-83BC-3551024F3E89}" type="presOf" srcId="{403E9564-ACBE-4768-A1BA-A96A776181C0}" destId="{B0BBC505-6C69-47B9-9F20-EA3178874356}" srcOrd="1" destOrd="0" presId="urn:microsoft.com/office/officeart/2016/7/layout/RepeatingBendingProcessNew"/>
    <dgm:cxn modelId="{F151C05B-5676-4647-A9D6-6CB8E2692E7C}" srcId="{13790A69-98E9-4545-9279-12A3B597FCBF}" destId="{571E5C53-8C06-4628-8137-B81BD449350B}" srcOrd="5" destOrd="0" parTransId="{E3377930-2784-47F0-B1D7-B08D3CAF64F5}" sibTransId="{851AAEC4-0564-48A1-A69E-AC0D9A618A31}"/>
    <dgm:cxn modelId="{C9AD635F-2F58-4CD5-ABE2-B754936045B7}" type="presOf" srcId="{89F16552-9390-4CED-BC0F-0E371072AACD}" destId="{BEE2AB31-1FE1-44FD-BCEF-F5CC29091054}" srcOrd="1" destOrd="0" presId="urn:microsoft.com/office/officeart/2016/7/layout/RepeatingBendingProcessNew"/>
    <dgm:cxn modelId="{DA34FE60-C4A9-4543-988F-90B06F8DAAC7}" srcId="{13790A69-98E9-4545-9279-12A3B597FCBF}" destId="{5453A9B7-23A2-4F45-B464-715BEEDA1C34}" srcOrd="4" destOrd="0" parTransId="{CC87E0F6-1F04-4D4C-914B-74C7FFC1770A}" sibTransId="{0A98CB19-0DAF-4140-9FC6-A64989CC0A70}"/>
    <dgm:cxn modelId="{B97C0C61-33C8-4D3B-ACD4-279D991E1EBF}" type="presOf" srcId="{403E9564-ACBE-4768-A1BA-A96A776181C0}" destId="{CAC28801-05BE-4B01-BE3D-90A13D8AE8C2}" srcOrd="0" destOrd="0" presId="urn:microsoft.com/office/officeart/2016/7/layout/RepeatingBendingProcessNew"/>
    <dgm:cxn modelId="{F6D2D563-37B6-4096-B0E2-716645925DC2}" type="presOf" srcId="{AD0850D9-A878-4C02-8B53-13E79F1EECEC}" destId="{7F1E8DB4-FCFE-4417-9CCE-277508D873EE}" srcOrd="0" destOrd="0" presId="urn:microsoft.com/office/officeart/2016/7/layout/RepeatingBendingProcessNew"/>
    <dgm:cxn modelId="{E045B745-AAB7-4C8E-A8BA-6206F408A711}" type="presOf" srcId="{82A154BD-EBBF-4F6F-A8AB-C3D8AFA23CB6}" destId="{1D01F876-807E-4485-8CE6-A2CD078CE12E}" srcOrd="0" destOrd="0" presId="urn:microsoft.com/office/officeart/2016/7/layout/RepeatingBendingProcessNew"/>
    <dgm:cxn modelId="{27758457-956D-4BF6-9A9A-33215DE64941}" type="presOf" srcId="{0A98CB19-0DAF-4140-9FC6-A64989CC0A70}" destId="{9562EC42-E1FE-40AE-838A-C150AC026FA3}" srcOrd="1" destOrd="0" presId="urn:microsoft.com/office/officeart/2016/7/layout/RepeatingBendingProcessNew"/>
    <dgm:cxn modelId="{D2A88279-D0C5-47BB-89D1-E53AE679AB7A}" type="presOf" srcId="{571E5C53-8C06-4628-8137-B81BD449350B}" destId="{9276C79D-AD92-40DD-B7ED-160306E7FD30}" srcOrd="0" destOrd="0" presId="urn:microsoft.com/office/officeart/2016/7/layout/RepeatingBendingProcessNew"/>
    <dgm:cxn modelId="{E1FE4C7A-6606-4CF2-B35B-3026F7616F0C}" type="presOf" srcId="{48CF5E13-C22E-4032-AEFB-B757AC276925}" destId="{18711F41-2427-462D-9387-EACA54F049B3}" srcOrd="0" destOrd="0" presId="urn:microsoft.com/office/officeart/2016/7/layout/RepeatingBendingProcessNew"/>
    <dgm:cxn modelId="{7C74F87B-7673-4037-ADD6-735C580DB2C4}" type="presOf" srcId="{0A98CB19-0DAF-4140-9FC6-A64989CC0A70}" destId="{5E1D7160-D98D-4FB8-88ED-DF1A331FAB54}" srcOrd="0" destOrd="0" presId="urn:microsoft.com/office/officeart/2016/7/layout/RepeatingBendingProcessNew"/>
    <dgm:cxn modelId="{F6901897-82DF-4182-8330-3DF20D7DFDF3}" type="presOf" srcId="{5453A9B7-23A2-4F45-B464-715BEEDA1C34}" destId="{CF820C44-5E86-4699-9F91-7B47530FF7C2}" srcOrd="0" destOrd="0" presId="urn:microsoft.com/office/officeart/2016/7/layout/RepeatingBendingProcessNew"/>
    <dgm:cxn modelId="{26CB4BAE-6C00-419A-9D74-F3345830EF83}" srcId="{13790A69-98E9-4545-9279-12A3B597FCBF}" destId="{AD0850D9-A878-4C02-8B53-13E79F1EECEC}" srcOrd="2" destOrd="0" parTransId="{C51EBD94-F67C-4563-9C0C-834A6643F176}" sibTransId="{89F16552-9390-4CED-BC0F-0E371072AACD}"/>
    <dgm:cxn modelId="{D6583BBF-1B82-4F27-B14A-BF72EC2002BC}" type="presOf" srcId="{5345D0BC-E8FB-4BD1-9076-8A37BF701B8A}" destId="{B271E771-4C7E-41B9-BD9B-BBF9FE919BA3}" srcOrd="0" destOrd="0" presId="urn:microsoft.com/office/officeart/2016/7/layout/RepeatingBendingProcessNew"/>
    <dgm:cxn modelId="{AB2637C7-F6CF-4E51-B02D-2D33C3622582}" type="presOf" srcId="{29231318-597D-4C2B-9B57-96C084CA780C}" destId="{71ADEE4B-7F46-47A4-BCFF-6CAF01A9AC7A}" srcOrd="1" destOrd="0" presId="urn:microsoft.com/office/officeart/2016/7/layout/RepeatingBendingProcessNew"/>
    <dgm:cxn modelId="{4AC3AFCA-85B0-47B1-96E1-B7F3DDBB21A3}" srcId="{13790A69-98E9-4545-9279-12A3B597FCBF}" destId="{48CF5E13-C22E-4032-AEFB-B757AC276925}" srcOrd="1" destOrd="0" parTransId="{BA39C9C5-F2F4-41EB-8F8C-29E4BA7366D5}" sibTransId="{F189F263-0D62-4479-9A36-8613C55816B3}"/>
    <dgm:cxn modelId="{EFEC32D3-55F6-4AAD-9D47-078C3692F269}" type="presOf" srcId="{89F16552-9390-4CED-BC0F-0E371072AACD}" destId="{30661C84-7B21-4139-B290-504F45D0921B}" srcOrd="0" destOrd="0" presId="urn:microsoft.com/office/officeart/2016/7/layout/RepeatingBendingProcessNew"/>
    <dgm:cxn modelId="{FBC951E3-612F-401D-B03A-C03FDC884AC7}" srcId="{13790A69-98E9-4545-9279-12A3B597FCBF}" destId="{5345D0BC-E8FB-4BD1-9076-8A37BF701B8A}" srcOrd="3" destOrd="0" parTransId="{C86F6614-B790-485A-993F-1739070702B6}" sibTransId="{29231318-597D-4C2B-9B57-96C084CA780C}"/>
    <dgm:cxn modelId="{AEE06EFC-F50F-4099-A020-453FB66A791B}" type="presOf" srcId="{F189F263-0D62-4479-9A36-8613C55816B3}" destId="{E7F7B9EA-85A4-42E9-AED3-AB2B1FE2CBA9}" srcOrd="1" destOrd="0" presId="urn:microsoft.com/office/officeart/2016/7/layout/RepeatingBendingProcessNew"/>
    <dgm:cxn modelId="{10D8B83A-261C-4097-BEC2-06C9CA8690EE}" type="presParOf" srcId="{F5324EBD-9E79-4981-B58E-61FFB26C5186}" destId="{1D01F876-807E-4485-8CE6-A2CD078CE12E}" srcOrd="0" destOrd="0" presId="urn:microsoft.com/office/officeart/2016/7/layout/RepeatingBendingProcessNew"/>
    <dgm:cxn modelId="{B987DD6A-1834-4371-BB39-7F5710BAA371}" type="presParOf" srcId="{F5324EBD-9E79-4981-B58E-61FFB26C5186}" destId="{CAC28801-05BE-4B01-BE3D-90A13D8AE8C2}" srcOrd="1" destOrd="0" presId="urn:microsoft.com/office/officeart/2016/7/layout/RepeatingBendingProcessNew"/>
    <dgm:cxn modelId="{AA7D9B0B-F972-4E75-8949-73D57E5C514A}" type="presParOf" srcId="{CAC28801-05BE-4B01-BE3D-90A13D8AE8C2}" destId="{B0BBC505-6C69-47B9-9F20-EA3178874356}" srcOrd="0" destOrd="0" presId="urn:microsoft.com/office/officeart/2016/7/layout/RepeatingBendingProcessNew"/>
    <dgm:cxn modelId="{9BC41458-BACE-45CF-AB61-7A63BD9AA069}" type="presParOf" srcId="{F5324EBD-9E79-4981-B58E-61FFB26C5186}" destId="{18711F41-2427-462D-9387-EACA54F049B3}" srcOrd="2" destOrd="0" presId="urn:microsoft.com/office/officeart/2016/7/layout/RepeatingBendingProcessNew"/>
    <dgm:cxn modelId="{AF532F51-9889-47F7-AA06-92490A1CCE44}" type="presParOf" srcId="{F5324EBD-9E79-4981-B58E-61FFB26C5186}" destId="{883D6364-3938-4DD1-BF9F-E34605844312}" srcOrd="3" destOrd="0" presId="urn:microsoft.com/office/officeart/2016/7/layout/RepeatingBendingProcessNew"/>
    <dgm:cxn modelId="{3E8F7ACE-3C2B-43A6-A263-A95EB0357EA4}" type="presParOf" srcId="{883D6364-3938-4DD1-BF9F-E34605844312}" destId="{E7F7B9EA-85A4-42E9-AED3-AB2B1FE2CBA9}" srcOrd="0" destOrd="0" presId="urn:microsoft.com/office/officeart/2016/7/layout/RepeatingBendingProcessNew"/>
    <dgm:cxn modelId="{C99FAE87-5287-4A42-8268-199A2CB5E9CC}" type="presParOf" srcId="{F5324EBD-9E79-4981-B58E-61FFB26C5186}" destId="{7F1E8DB4-FCFE-4417-9CCE-277508D873EE}" srcOrd="4" destOrd="0" presId="urn:microsoft.com/office/officeart/2016/7/layout/RepeatingBendingProcessNew"/>
    <dgm:cxn modelId="{94834404-4AD0-4E12-B077-5B28E09A3323}" type="presParOf" srcId="{F5324EBD-9E79-4981-B58E-61FFB26C5186}" destId="{30661C84-7B21-4139-B290-504F45D0921B}" srcOrd="5" destOrd="0" presId="urn:microsoft.com/office/officeart/2016/7/layout/RepeatingBendingProcessNew"/>
    <dgm:cxn modelId="{FFB5B970-584B-4430-81C2-66A2406D909D}" type="presParOf" srcId="{30661C84-7B21-4139-B290-504F45D0921B}" destId="{BEE2AB31-1FE1-44FD-BCEF-F5CC29091054}" srcOrd="0" destOrd="0" presId="urn:microsoft.com/office/officeart/2016/7/layout/RepeatingBendingProcessNew"/>
    <dgm:cxn modelId="{E6769934-8F08-40FD-A477-F252B03D2A7D}" type="presParOf" srcId="{F5324EBD-9E79-4981-B58E-61FFB26C5186}" destId="{B271E771-4C7E-41B9-BD9B-BBF9FE919BA3}" srcOrd="6" destOrd="0" presId="urn:microsoft.com/office/officeart/2016/7/layout/RepeatingBendingProcessNew"/>
    <dgm:cxn modelId="{AE26009A-D0C4-425E-A281-D9E0DDF84983}" type="presParOf" srcId="{F5324EBD-9E79-4981-B58E-61FFB26C5186}" destId="{7A9B1A27-5443-401E-8134-5A78D6A56601}" srcOrd="7" destOrd="0" presId="urn:microsoft.com/office/officeart/2016/7/layout/RepeatingBendingProcessNew"/>
    <dgm:cxn modelId="{4474EE19-BB27-494F-83FC-B16D761DCBB4}" type="presParOf" srcId="{7A9B1A27-5443-401E-8134-5A78D6A56601}" destId="{71ADEE4B-7F46-47A4-BCFF-6CAF01A9AC7A}" srcOrd="0" destOrd="0" presId="urn:microsoft.com/office/officeart/2016/7/layout/RepeatingBendingProcessNew"/>
    <dgm:cxn modelId="{C71D5C63-98C6-4FE3-AF5D-028A3AD463B0}" type="presParOf" srcId="{F5324EBD-9E79-4981-B58E-61FFB26C5186}" destId="{CF820C44-5E86-4699-9F91-7B47530FF7C2}" srcOrd="8" destOrd="0" presId="urn:microsoft.com/office/officeart/2016/7/layout/RepeatingBendingProcessNew"/>
    <dgm:cxn modelId="{B0341541-5ED8-4DFF-9ACB-297CB402852C}" type="presParOf" srcId="{F5324EBD-9E79-4981-B58E-61FFB26C5186}" destId="{5E1D7160-D98D-4FB8-88ED-DF1A331FAB54}" srcOrd="9" destOrd="0" presId="urn:microsoft.com/office/officeart/2016/7/layout/RepeatingBendingProcessNew"/>
    <dgm:cxn modelId="{31784D31-6C6E-4835-A913-1BAC9B458D7F}" type="presParOf" srcId="{5E1D7160-D98D-4FB8-88ED-DF1A331FAB54}" destId="{9562EC42-E1FE-40AE-838A-C150AC026FA3}" srcOrd="0" destOrd="0" presId="urn:microsoft.com/office/officeart/2016/7/layout/RepeatingBendingProcessNew"/>
    <dgm:cxn modelId="{C106F9D8-E34E-4A7D-B018-71F235F08D1B}" type="presParOf" srcId="{F5324EBD-9E79-4981-B58E-61FFB26C5186}" destId="{9276C79D-AD92-40DD-B7ED-160306E7FD30}"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C28801-05BE-4B01-BE3D-90A13D8AE8C2}">
      <dsp:nvSpPr>
        <dsp:cNvPr id="0" name=""/>
        <dsp:cNvSpPr/>
      </dsp:nvSpPr>
      <dsp:spPr>
        <a:xfrm>
          <a:off x="3040792" y="870618"/>
          <a:ext cx="667342" cy="91440"/>
        </a:xfrm>
        <a:custGeom>
          <a:avLst/>
          <a:gdLst/>
          <a:ahLst/>
          <a:cxnLst/>
          <a:rect l="0" t="0" r="0" b="0"/>
          <a:pathLst>
            <a:path>
              <a:moveTo>
                <a:pt x="0" y="45720"/>
              </a:moveTo>
              <a:lnTo>
                <a:pt x="667342"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912848"/>
        <a:ext cx="34897" cy="6979"/>
      </dsp:txXfrm>
    </dsp:sp>
    <dsp:sp modelId="{1D01F876-807E-4485-8CE6-A2CD078CE12E}">
      <dsp:nvSpPr>
        <dsp:cNvPr id="0" name=""/>
        <dsp:cNvSpPr/>
      </dsp:nvSpPr>
      <dsp:spPr>
        <a:xfrm>
          <a:off x="8061" y="5979"/>
          <a:ext cx="3034531" cy="182071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a:t>Objetivo: Predecir si una persona está soltera o casada.</a:t>
          </a:r>
          <a:endParaRPr lang="en-US" sz="2100" kern="1200"/>
        </a:p>
      </dsp:txBody>
      <dsp:txXfrm>
        <a:off x="8061" y="5979"/>
        <a:ext cx="3034531" cy="1820718"/>
      </dsp:txXfrm>
    </dsp:sp>
    <dsp:sp modelId="{883D6364-3938-4DD1-BF9F-E34605844312}">
      <dsp:nvSpPr>
        <dsp:cNvPr id="0" name=""/>
        <dsp:cNvSpPr/>
      </dsp:nvSpPr>
      <dsp:spPr>
        <a:xfrm>
          <a:off x="6773265" y="870618"/>
          <a:ext cx="667342" cy="91440"/>
        </a:xfrm>
        <a:custGeom>
          <a:avLst/>
          <a:gdLst/>
          <a:ahLst/>
          <a:cxnLst/>
          <a:rect l="0" t="0" r="0" b="0"/>
          <a:pathLst>
            <a:path>
              <a:moveTo>
                <a:pt x="0" y="45720"/>
              </a:moveTo>
              <a:lnTo>
                <a:pt x="667342"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912848"/>
        <a:ext cx="34897" cy="6979"/>
      </dsp:txXfrm>
    </dsp:sp>
    <dsp:sp modelId="{18711F41-2427-462D-9387-EACA54F049B3}">
      <dsp:nvSpPr>
        <dsp:cNvPr id="0" name=""/>
        <dsp:cNvSpPr/>
      </dsp:nvSpPr>
      <dsp:spPr>
        <a:xfrm>
          <a:off x="3740534" y="5979"/>
          <a:ext cx="3034531" cy="1820718"/>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a:t>El Dataset cuenta con 5 atributos los cuales son : casa, guapo, edad, dinero, estado civil.</a:t>
          </a:r>
          <a:endParaRPr lang="en-US" sz="2100" kern="1200"/>
        </a:p>
      </dsp:txBody>
      <dsp:txXfrm>
        <a:off x="3740534" y="5979"/>
        <a:ext cx="3034531" cy="1820718"/>
      </dsp:txXfrm>
    </dsp:sp>
    <dsp:sp modelId="{30661C84-7B21-4139-B290-504F45D0921B}">
      <dsp:nvSpPr>
        <dsp:cNvPr id="0" name=""/>
        <dsp:cNvSpPr/>
      </dsp:nvSpPr>
      <dsp:spPr>
        <a:xfrm>
          <a:off x="1525326" y="1824897"/>
          <a:ext cx="7464946" cy="667342"/>
        </a:xfrm>
        <a:custGeom>
          <a:avLst/>
          <a:gdLst/>
          <a:ahLst/>
          <a:cxnLst/>
          <a:rect l="0" t="0" r="0" b="0"/>
          <a:pathLst>
            <a:path>
              <a:moveTo>
                <a:pt x="7464946" y="0"/>
              </a:moveTo>
              <a:lnTo>
                <a:pt x="7464946" y="350771"/>
              </a:lnTo>
              <a:lnTo>
                <a:pt x="0" y="350771"/>
              </a:lnTo>
              <a:lnTo>
                <a:pt x="0" y="667342"/>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0362" y="2155079"/>
        <a:ext cx="374875" cy="6979"/>
      </dsp:txXfrm>
    </dsp:sp>
    <dsp:sp modelId="{7F1E8DB4-FCFE-4417-9CCE-277508D873EE}">
      <dsp:nvSpPr>
        <dsp:cNvPr id="0" name=""/>
        <dsp:cNvSpPr/>
      </dsp:nvSpPr>
      <dsp:spPr>
        <a:xfrm>
          <a:off x="7473007" y="5979"/>
          <a:ext cx="3034531" cy="1820718"/>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a:t>Se hizo una conversión de variables categóricas.</a:t>
          </a:r>
          <a:endParaRPr lang="en-US" sz="2100" kern="1200"/>
        </a:p>
      </dsp:txBody>
      <dsp:txXfrm>
        <a:off x="7473007" y="5979"/>
        <a:ext cx="3034531" cy="1820718"/>
      </dsp:txXfrm>
    </dsp:sp>
    <dsp:sp modelId="{7A9B1A27-5443-401E-8134-5A78D6A56601}">
      <dsp:nvSpPr>
        <dsp:cNvPr id="0" name=""/>
        <dsp:cNvSpPr/>
      </dsp:nvSpPr>
      <dsp:spPr>
        <a:xfrm>
          <a:off x="3040792" y="3389279"/>
          <a:ext cx="667342" cy="91440"/>
        </a:xfrm>
        <a:custGeom>
          <a:avLst/>
          <a:gdLst/>
          <a:ahLst/>
          <a:cxnLst/>
          <a:rect l="0" t="0" r="0" b="0"/>
          <a:pathLst>
            <a:path>
              <a:moveTo>
                <a:pt x="0" y="45720"/>
              </a:moveTo>
              <a:lnTo>
                <a:pt x="667342"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3431509"/>
        <a:ext cx="34897" cy="6979"/>
      </dsp:txXfrm>
    </dsp:sp>
    <dsp:sp modelId="{B271E771-4C7E-41B9-BD9B-BBF9FE919BA3}">
      <dsp:nvSpPr>
        <dsp:cNvPr id="0" name=""/>
        <dsp:cNvSpPr/>
      </dsp:nvSpPr>
      <dsp:spPr>
        <a:xfrm>
          <a:off x="8061" y="2524640"/>
          <a:ext cx="3034531" cy="182071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a:t>División 70% entrenamiento y 30% de prueba para este modelo.</a:t>
          </a:r>
          <a:endParaRPr lang="en-US" sz="2100" kern="1200"/>
        </a:p>
      </dsp:txBody>
      <dsp:txXfrm>
        <a:off x="8061" y="2524640"/>
        <a:ext cx="3034531" cy="1820718"/>
      </dsp:txXfrm>
    </dsp:sp>
    <dsp:sp modelId="{5E1D7160-D98D-4FB8-88ED-DF1A331FAB54}">
      <dsp:nvSpPr>
        <dsp:cNvPr id="0" name=""/>
        <dsp:cNvSpPr/>
      </dsp:nvSpPr>
      <dsp:spPr>
        <a:xfrm>
          <a:off x="6773265" y="3389279"/>
          <a:ext cx="667342" cy="91440"/>
        </a:xfrm>
        <a:custGeom>
          <a:avLst/>
          <a:gdLst/>
          <a:ahLst/>
          <a:cxnLst/>
          <a:rect l="0" t="0" r="0" b="0"/>
          <a:pathLst>
            <a:path>
              <a:moveTo>
                <a:pt x="0" y="45720"/>
              </a:moveTo>
              <a:lnTo>
                <a:pt x="667342"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3431509"/>
        <a:ext cx="34897" cy="6979"/>
      </dsp:txXfrm>
    </dsp:sp>
    <dsp:sp modelId="{CF820C44-5E86-4699-9F91-7B47530FF7C2}">
      <dsp:nvSpPr>
        <dsp:cNvPr id="0" name=""/>
        <dsp:cNvSpPr/>
      </dsp:nvSpPr>
      <dsp:spPr>
        <a:xfrm>
          <a:off x="3740534" y="2524640"/>
          <a:ext cx="3034531" cy="1820718"/>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MX" sz="2100" kern="1200"/>
            <a:t>No se encontraron valores faltantes</a:t>
          </a:r>
          <a:endParaRPr lang="en-US" sz="2100" kern="1200"/>
        </a:p>
      </dsp:txBody>
      <dsp:txXfrm>
        <a:off x="3740534" y="2524640"/>
        <a:ext cx="3034531" cy="1820718"/>
      </dsp:txXfrm>
    </dsp:sp>
    <dsp:sp modelId="{9276C79D-AD92-40DD-B7ED-160306E7FD30}">
      <dsp:nvSpPr>
        <dsp:cNvPr id="0" name=""/>
        <dsp:cNvSpPr/>
      </dsp:nvSpPr>
      <dsp:spPr>
        <a:xfrm>
          <a:off x="7473007" y="2524640"/>
          <a:ext cx="3034531" cy="182071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a:t>El modelo que se utilizara es: Árbol de Decisión en RapidMiner.</a:t>
          </a:r>
          <a:endParaRPr lang="en-US" sz="2100" kern="1200"/>
        </a:p>
      </dsp:txBody>
      <dsp:txXfrm>
        <a:off x="7473007" y="2524640"/>
        <a:ext cx="3034531" cy="1820718"/>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0AF000-7A6B-77CA-C70D-A845EC32BD7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A00F914-CE77-8EDC-25EB-B9986F2B26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A25F6A22-F0BE-4C85-73F0-A754B3118CE7}"/>
              </a:ext>
            </a:extLst>
          </p:cNvPr>
          <p:cNvSpPr>
            <a:spLocks noGrp="1"/>
          </p:cNvSpPr>
          <p:nvPr>
            <p:ph type="dt" sz="half" idx="10"/>
          </p:nvPr>
        </p:nvSpPr>
        <p:spPr/>
        <p:txBody>
          <a:bodyPr/>
          <a:lstStyle/>
          <a:p>
            <a:fld id="{4A86F9DE-2336-4E9D-9FAC-6231363E981F}" type="datetimeFigureOut">
              <a:rPr lang="es-MX" smtClean="0"/>
              <a:t>03/05/2025</a:t>
            </a:fld>
            <a:endParaRPr lang="es-MX"/>
          </a:p>
        </p:txBody>
      </p:sp>
      <p:sp>
        <p:nvSpPr>
          <p:cNvPr id="5" name="Marcador de pie de página 4">
            <a:extLst>
              <a:ext uri="{FF2B5EF4-FFF2-40B4-BE49-F238E27FC236}">
                <a16:creationId xmlns:a16="http://schemas.microsoft.com/office/drawing/2014/main" id="{50482583-7A42-4B83-F875-6B58C1CEE47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34874F7-EA59-158F-23B2-E39358236BE0}"/>
              </a:ext>
            </a:extLst>
          </p:cNvPr>
          <p:cNvSpPr>
            <a:spLocks noGrp="1"/>
          </p:cNvSpPr>
          <p:nvPr>
            <p:ph type="sldNum" sz="quarter" idx="12"/>
          </p:nvPr>
        </p:nvSpPr>
        <p:spPr/>
        <p:txBody>
          <a:bodyPr/>
          <a:lstStyle/>
          <a:p>
            <a:fld id="{DDD1E8CB-D9AE-4418-B5D1-F69E4AAB5A9B}" type="slidenum">
              <a:rPr lang="es-MX" smtClean="0"/>
              <a:t>‹Nº›</a:t>
            </a:fld>
            <a:endParaRPr lang="es-MX"/>
          </a:p>
        </p:txBody>
      </p:sp>
    </p:spTree>
    <p:extLst>
      <p:ext uri="{BB962C8B-B14F-4D97-AF65-F5344CB8AC3E}">
        <p14:creationId xmlns:p14="http://schemas.microsoft.com/office/powerpoint/2010/main" val="664552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641A54-C13D-B011-5062-8D2E973AA6C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D8572F4-C910-3913-B00D-E8C87D50F4D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3EB1D2B-AFD2-8D4D-04E0-2D30EEE6B42F}"/>
              </a:ext>
            </a:extLst>
          </p:cNvPr>
          <p:cNvSpPr>
            <a:spLocks noGrp="1"/>
          </p:cNvSpPr>
          <p:nvPr>
            <p:ph type="dt" sz="half" idx="10"/>
          </p:nvPr>
        </p:nvSpPr>
        <p:spPr/>
        <p:txBody>
          <a:bodyPr/>
          <a:lstStyle/>
          <a:p>
            <a:fld id="{4A86F9DE-2336-4E9D-9FAC-6231363E981F}" type="datetimeFigureOut">
              <a:rPr lang="es-MX" smtClean="0"/>
              <a:t>03/05/2025</a:t>
            </a:fld>
            <a:endParaRPr lang="es-MX"/>
          </a:p>
        </p:txBody>
      </p:sp>
      <p:sp>
        <p:nvSpPr>
          <p:cNvPr id="5" name="Marcador de pie de página 4">
            <a:extLst>
              <a:ext uri="{FF2B5EF4-FFF2-40B4-BE49-F238E27FC236}">
                <a16:creationId xmlns:a16="http://schemas.microsoft.com/office/drawing/2014/main" id="{8AF42A33-3FCD-3F24-08DA-53B94154974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06D1E30-D84C-DB5B-5FD5-F3A980FBC2B6}"/>
              </a:ext>
            </a:extLst>
          </p:cNvPr>
          <p:cNvSpPr>
            <a:spLocks noGrp="1"/>
          </p:cNvSpPr>
          <p:nvPr>
            <p:ph type="sldNum" sz="quarter" idx="12"/>
          </p:nvPr>
        </p:nvSpPr>
        <p:spPr/>
        <p:txBody>
          <a:bodyPr/>
          <a:lstStyle/>
          <a:p>
            <a:fld id="{DDD1E8CB-D9AE-4418-B5D1-F69E4AAB5A9B}" type="slidenum">
              <a:rPr lang="es-MX" smtClean="0"/>
              <a:t>‹Nº›</a:t>
            </a:fld>
            <a:endParaRPr lang="es-MX"/>
          </a:p>
        </p:txBody>
      </p:sp>
    </p:spTree>
    <p:extLst>
      <p:ext uri="{BB962C8B-B14F-4D97-AF65-F5344CB8AC3E}">
        <p14:creationId xmlns:p14="http://schemas.microsoft.com/office/powerpoint/2010/main" val="3619309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FA44CF-329C-52AF-9A76-5B9F6E5E6A4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CB4E198-883A-B734-52F0-62EC2081C2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9547063-9A04-AAD7-2AE6-E60364CB9FCE}"/>
              </a:ext>
            </a:extLst>
          </p:cNvPr>
          <p:cNvSpPr>
            <a:spLocks noGrp="1"/>
          </p:cNvSpPr>
          <p:nvPr>
            <p:ph type="dt" sz="half" idx="10"/>
          </p:nvPr>
        </p:nvSpPr>
        <p:spPr/>
        <p:txBody>
          <a:bodyPr/>
          <a:lstStyle/>
          <a:p>
            <a:fld id="{4A86F9DE-2336-4E9D-9FAC-6231363E981F}" type="datetimeFigureOut">
              <a:rPr lang="es-MX" smtClean="0"/>
              <a:t>03/05/2025</a:t>
            </a:fld>
            <a:endParaRPr lang="es-MX"/>
          </a:p>
        </p:txBody>
      </p:sp>
      <p:sp>
        <p:nvSpPr>
          <p:cNvPr id="5" name="Marcador de pie de página 4">
            <a:extLst>
              <a:ext uri="{FF2B5EF4-FFF2-40B4-BE49-F238E27FC236}">
                <a16:creationId xmlns:a16="http://schemas.microsoft.com/office/drawing/2014/main" id="{700866DD-85D5-3656-8C60-E4589DEFB2F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7C90E15-FA4C-7930-246B-61013210BD7B}"/>
              </a:ext>
            </a:extLst>
          </p:cNvPr>
          <p:cNvSpPr>
            <a:spLocks noGrp="1"/>
          </p:cNvSpPr>
          <p:nvPr>
            <p:ph type="sldNum" sz="quarter" idx="12"/>
          </p:nvPr>
        </p:nvSpPr>
        <p:spPr/>
        <p:txBody>
          <a:bodyPr/>
          <a:lstStyle/>
          <a:p>
            <a:fld id="{DDD1E8CB-D9AE-4418-B5D1-F69E4AAB5A9B}" type="slidenum">
              <a:rPr lang="es-MX" smtClean="0"/>
              <a:t>‹Nº›</a:t>
            </a:fld>
            <a:endParaRPr lang="es-MX"/>
          </a:p>
        </p:txBody>
      </p:sp>
    </p:spTree>
    <p:extLst>
      <p:ext uri="{BB962C8B-B14F-4D97-AF65-F5344CB8AC3E}">
        <p14:creationId xmlns:p14="http://schemas.microsoft.com/office/powerpoint/2010/main" val="959598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5E15BD-E1AE-7F02-3E1E-D7039DD6644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22E5CD3-B87D-9B82-A756-372A0A39E0A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B13A7250-2360-9788-37DA-416492DC47C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2F5D1F41-67D0-0272-14C1-64C13F1C233B}"/>
              </a:ext>
            </a:extLst>
          </p:cNvPr>
          <p:cNvSpPr>
            <a:spLocks noGrp="1"/>
          </p:cNvSpPr>
          <p:nvPr>
            <p:ph type="dt" sz="half" idx="10"/>
          </p:nvPr>
        </p:nvSpPr>
        <p:spPr/>
        <p:txBody>
          <a:bodyPr/>
          <a:lstStyle/>
          <a:p>
            <a:fld id="{4A86F9DE-2336-4E9D-9FAC-6231363E981F}" type="datetimeFigureOut">
              <a:rPr lang="es-MX" smtClean="0"/>
              <a:t>03/05/2025</a:t>
            </a:fld>
            <a:endParaRPr lang="es-MX"/>
          </a:p>
        </p:txBody>
      </p:sp>
      <p:sp>
        <p:nvSpPr>
          <p:cNvPr id="6" name="Marcador de pie de página 5">
            <a:extLst>
              <a:ext uri="{FF2B5EF4-FFF2-40B4-BE49-F238E27FC236}">
                <a16:creationId xmlns:a16="http://schemas.microsoft.com/office/drawing/2014/main" id="{3D6606DB-C71A-2599-E7E2-28CA2E0289A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4D69461-1FDA-7D24-FD7C-5A17C64568E7}"/>
              </a:ext>
            </a:extLst>
          </p:cNvPr>
          <p:cNvSpPr>
            <a:spLocks noGrp="1"/>
          </p:cNvSpPr>
          <p:nvPr>
            <p:ph type="sldNum" sz="quarter" idx="12"/>
          </p:nvPr>
        </p:nvSpPr>
        <p:spPr/>
        <p:txBody>
          <a:bodyPr/>
          <a:lstStyle/>
          <a:p>
            <a:fld id="{DDD1E8CB-D9AE-4418-B5D1-F69E4AAB5A9B}" type="slidenum">
              <a:rPr lang="es-MX" smtClean="0"/>
              <a:t>‹Nº›</a:t>
            </a:fld>
            <a:endParaRPr lang="es-MX"/>
          </a:p>
        </p:txBody>
      </p:sp>
    </p:spTree>
    <p:extLst>
      <p:ext uri="{BB962C8B-B14F-4D97-AF65-F5344CB8AC3E}">
        <p14:creationId xmlns:p14="http://schemas.microsoft.com/office/powerpoint/2010/main" val="4207454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21170-4113-587F-0A69-E36353BBCB7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3C952FB-642C-4EBF-1C64-C2716328FE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EA95A7C-0A15-CE78-B11C-B95B110275D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F8CFF291-256A-5C49-7B44-852FFD2A6C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73CBA7-56A5-59E7-1AC4-B4B5095FBB1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179E4815-CDB5-DD61-C4D2-60F50367DB3F}"/>
              </a:ext>
            </a:extLst>
          </p:cNvPr>
          <p:cNvSpPr>
            <a:spLocks noGrp="1"/>
          </p:cNvSpPr>
          <p:nvPr>
            <p:ph type="dt" sz="half" idx="10"/>
          </p:nvPr>
        </p:nvSpPr>
        <p:spPr/>
        <p:txBody>
          <a:bodyPr/>
          <a:lstStyle/>
          <a:p>
            <a:fld id="{4A86F9DE-2336-4E9D-9FAC-6231363E981F}" type="datetimeFigureOut">
              <a:rPr lang="es-MX" smtClean="0"/>
              <a:t>03/05/2025</a:t>
            </a:fld>
            <a:endParaRPr lang="es-MX"/>
          </a:p>
        </p:txBody>
      </p:sp>
      <p:sp>
        <p:nvSpPr>
          <p:cNvPr id="8" name="Marcador de pie de página 7">
            <a:extLst>
              <a:ext uri="{FF2B5EF4-FFF2-40B4-BE49-F238E27FC236}">
                <a16:creationId xmlns:a16="http://schemas.microsoft.com/office/drawing/2014/main" id="{77057DFF-C172-3628-E192-0C92F64FEBB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D17E592B-2C59-2EE9-4FDF-FD93A4EA800E}"/>
              </a:ext>
            </a:extLst>
          </p:cNvPr>
          <p:cNvSpPr>
            <a:spLocks noGrp="1"/>
          </p:cNvSpPr>
          <p:nvPr>
            <p:ph type="sldNum" sz="quarter" idx="12"/>
          </p:nvPr>
        </p:nvSpPr>
        <p:spPr/>
        <p:txBody>
          <a:bodyPr/>
          <a:lstStyle/>
          <a:p>
            <a:fld id="{DDD1E8CB-D9AE-4418-B5D1-F69E4AAB5A9B}" type="slidenum">
              <a:rPr lang="es-MX" smtClean="0"/>
              <a:t>‹Nº›</a:t>
            </a:fld>
            <a:endParaRPr lang="es-MX"/>
          </a:p>
        </p:txBody>
      </p:sp>
    </p:spTree>
    <p:extLst>
      <p:ext uri="{BB962C8B-B14F-4D97-AF65-F5344CB8AC3E}">
        <p14:creationId xmlns:p14="http://schemas.microsoft.com/office/powerpoint/2010/main" val="4246502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26F1BD-15EE-65B0-988E-90B5F32969D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49E49AF4-36FB-F18A-EDC6-0BF707DF45D9}"/>
              </a:ext>
            </a:extLst>
          </p:cNvPr>
          <p:cNvSpPr>
            <a:spLocks noGrp="1"/>
          </p:cNvSpPr>
          <p:nvPr>
            <p:ph type="dt" sz="half" idx="10"/>
          </p:nvPr>
        </p:nvSpPr>
        <p:spPr/>
        <p:txBody>
          <a:bodyPr/>
          <a:lstStyle/>
          <a:p>
            <a:fld id="{4A86F9DE-2336-4E9D-9FAC-6231363E981F}" type="datetimeFigureOut">
              <a:rPr lang="es-MX" smtClean="0"/>
              <a:t>03/05/2025</a:t>
            </a:fld>
            <a:endParaRPr lang="es-MX"/>
          </a:p>
        </p:txBody>
      </p:sp>
      <p:sp>
        <p:nvSpPr>
          <p:cNvPr id="4" name="Marcador de pie de página 3">
            <a:extLst>
              <a:ext uri="{FF2B5EF4-FFF2-40B4-BE49-F238E27FC236}">
                <a16:creationId xmlns:a16="http://schemas.microsoft.com/office/drawing/2014/main" id="{ED29C370-18C8-3EEC-8063-6D016CE72DBD}"/>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C9F01B6-AC54-FC0D-2B5A-7FCA35AF8F7C}"/>
              </a:ext>
            </a:extLst>
          </p:cNvPr>
          <p:cNvSpPr>
            <a:spLocks noGrp="1"/>
          </p:cNvSpPr>
          <p:nvPr>
            <p:ph type="sldNum" sz="quarter" idx="12"/>
          </p:nvPr>
        </p:nvSpPr>
        <p:spPr/>
        <p:txBody>
          <a:bodyPr/>
          <a:lstStyle/>
          <a:p>
            <a:fld id="{DDD1E8CB-D9AE-4418-B5D1-F69E4AAB5A9B}" type="slidenum">
              <a:rPr lang="es-MX" smtClean="0"/>
              <a:t>‹Nº›</a:t>
            </a:fld>
            <a:endParaRPr lang="es-MX"/>
          </a:p>
        </p:txBody>
      </p:sp>
    </p:spTree>
    <p:extLst>
      <p:ext uri="{BB962C8B-B14F-4D97-AF65-F5344CB8AC3E}">
        <p14:creationId xmlns:p14="http://schemas.microsoft.com/office/powerpoint/2010/main" val="1485647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6C2892A-21C9-A074-2B2A-854F09618B9B}"/>
              </a:ext>
            </a:extLst>
          </p:cNvPr>
          <p:cNvSpPr>
            <a:spLocks noGrp="1"/>
          </p:cNvSpPr>
          <p:nvPr>
            <p:ph type="dt" sz="half" idx="10"/>
          </p:nvPr>
        </p:nvSpPr>
        <p:spPr/>
        <p:txBody>
          <a:bodyPr/>
          <a:lstStyle/>
          <a:p>
            <a:fld id="{4A86F9DE-2336-4E9D-9FAC-6231363E981F}" type="datetimeFigureOut">
              <a:rPr lang="es-MX" smtClean="0"/>
              <a:t>03/05/2025</a:t>
            </a:fld>
            <a:endParaRPr lang="es-MX"/>
          </a:p>
        </p:txBody>
      </p:sp>
      <p:sp>
        <p:nvSpPr>
          <p:cNvPr id="3" name="Marcador de pie de página 2">
            <a:extLst>
              <a:ext uri="{FF2B5EF4-FFF2-40B4-BE49-F238E27FC236}">
                <a16:creationId xmlns:a16="http://schemas.microsoft.com/office/drawing/2014/main" id="{A624246D-2830-77F5-4D51-8D8C0097DDEC}"/>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B6460467-3168-D645-51F7-92303C4EA563}"/>
              </a:ext>
            </a:extLst>
          </p:cNvPr>
          <p:cNvSpPr>
            <a:spLocks noGrp="1"/>
          </p:cNvSpPr>
          <p:nvPr>
            <p:ph type="sldNum" sz="quarter" idx="12"/>
          </p:nvPr>
        </p:nvSpPr>
        <p:spPr/>
        <p:txBody>
          <a:bodyPr/>
          <a:lstStyle/>
          <a:p>
            <a:fld id="{DDD1E8CB-D9AE-4418-B5D1-F69E4AAB5A9B}" type="slidenum">
              <a:rPr lang="es-MX" smtClean="0"/>
              <a:t>‹Nº›</a:t>
            </a:fld>
            <a:endParaRPr lang="es-MX"/>
          </a:p>
        </p:txBody>
      </p:sp>
    </p:spTree>
    <p:extLst>
      <p:ext uri="{BB962C8B-B14F-4D97-AF65-F5344CB8AC3E}">
        <p14:creationId xmlns:p14="http://schemas.microsoft.com/office/powerpoint/2010/main" val="2029497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6397CA-6BCB-EFD2-0AB0-79747E2C5E7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CC6BE2D-68F2-7678-99C2-519C5247F7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099EAFE-B418-2DA4-971A-B414BAC94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58A9D03-1853-681D-745B-87554B03FF7C}"/>
              </a:ext>
            </a:extLst>
          </p:cNvPr>
          <p:cNvSpPr>
            <a:spLocks noGrp="1"/>
          </p:cNvSpPr>
          <p:nvPr>
            <p:ph type="dt" sz="half" idx="10"/>
          </p:nvPr>
        </p:nvSpPr>
        <p:spPr/>
        <p:txBody>
          <a:bodyPr/>
          <a:lstStyle/>
          <a:p>
            <a:fld id="{4A86F9DE-2336-4E9D-9FAC-6231363E981F}" type="datetimeFigureOut">
              <a:rPr lang="es-MX" smtClean="0"/>
              <a:t>03/05/2025</a:t>
            </a:fld>
            <a:endParaRPr lang="es-MX"/>
          </a:p>
        </p:txBody>
      </p:sp>
      <p:sp>
        <p:nvSpPr>
          <p:cNvPr id="6" name="Marcador de pie de página 5">
            <a:extLst>
              <a:ext uri="{FF2B5EF4-FFF2-40B4-BE49-F238E27FC236}">
                <a16:creationId xmlns:a16="http://schemas.microsoft.com/office/drawing/2014/main" id="{7ABCAD04-8DDC-B293-5814-D1FB3A0781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4224381-EC2A-E0DE-2DDB-C9D907EB3DD2}"/>
              </a:ext>
            </a:extLst>
          </p:cNvPr>
          <p:cNvSpPr>
            <a:spLocks noGrp="1"/>
          </p:cNvSpPr>
          <p:nvPr>
            <p:ph type="sldNum" sz="quarter" idx="12"/>
          </p:nvPr>
        </p:nvSpPr>
        <p:spPr/>
        <p:txBody>
          <a:bodyPr/>
          <a:lstStyle/>
          <a:p>
            <a:fld id="{DDD1E8CB-D9AE-4418-B5D1-F69E4AAB5A9B}" type="slidenum">
              <a:rPr lang="es-MX" smtClean="0"/>
              <a:t>‹Nº›</a:t>
            </a:fld>
            <a:endParaRPr lang="es-MX"/>
          </a:p>
        </p:txBody>
      </p:sp>
    </p:spTree>
    <p:extLst>
      <p:ext uri="{BB962C8B-B14F-4D97-AF65-F5344CB8AC3E}">
        <p14:creationId xmlns:p14="http://schemas.microsoft.com/office/powerpoint/2010/main" val="1022788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9594B0-1A67-CB4D-1244-A94328E8F4D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C2EE4669-B136-2FF7-17F0-19DD910A5B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B91151B-C8C0-F963-390F-0321A68F58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96DEB89-035B-A917-989D-D6860B6E7916}"/>
              </a:ext>
            </a:extLst>
          </p:cNvPr>
          <p:cNvSpPr>
            <a:spLocks noGrp="1"/>
          </p:cNvSpPr>
          <p:nvPr>
            <p:ph type="dt" sz="half" idx="10"/>
          </p:nvPr>
        </p:nvSpPr>
        <p:spPr/>
        <p:txBody>
          <a:bodyPr/>
          <a:lstStyle/>
          <a:p>
            <a:fld id="{4A86F9DE-2336-4E9D-9FAC-6231363E981F}" type="datetimeFigureOut">
              <a:rPr lang="es-MX" smtClean="0"/>
              <a:t>03/05/2025</a:t>
            </a:fld>
            <a:endParaRPr lang="es-MX"/>
          </a:p>
        </p:txBody>
      </p:sp>
      <p:sp>
        <p:nvSpPr>
          <p:cNvPr id="6" name="Marcador de pie de página 5">
            <a:extLst>
              <a:ext uri="{FF2B5EF4-FFF2-40B4-BE49-F238E27FC236}">
                <a16:creationId xmlns:a16="http://schemas.microsoft.com/office/drawing/2014/main" id="{CF1FBA6F-6775-D2CA-D7BB-0066F73B561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C7451-48A3-17AD-ADB7-26CF07DC5811}"/>
              </a:ext>
            </a:extLst>
          </p:cNvPr>
          <p:cNvSpPr>
            <a:spLocks noGrp="1"/>
          </p:cNvSpPr>
          <p:nvPr>
            <p:ph type="sldNum" sz="quarter" idx="12"/>
          </p:nvPr>
        </p:nvSpPr>
        <p:spPr/>
        <p:txBody>
          <a:bodyPr/>
          <a:lstStyle/>
          <a:p>
            <a:fld id="{DDD1E8CB-D9AE-4418-B5D1-F69E4AAB5A9B}" type="slidenum">
              <a:rPr lang="es-MX" smtClean="0"/>
              <a:t>‹Nº›</a:t>
            </a:fld>
            <a:endParaRPr lang="es-MX"/>
          </a:p>
        </p:txBody>
      </p:sp>
    </p:spTree>
    <p:extLst>
      <p:ext uri="{BB962C8B-B14F-4D97-AF65-F5344CB8AC3E}">
        <p14:creationId xmlns:p14="http://schemas.microsoft.com/office/powerpoint/2010/main" val="1324221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288235-2710-3A4A-5708-874E04C5B30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41B283A-D706-D409-BB17-DC8E1CE9CEB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90E41FA-1995-04AA-CD00-2F2EA145515F}"/>
              </a:ext>
            </a:extLst>
          </p:cNvPr>
          <p:cNvSpPr>
            <a:spLocks noGrp="1"/>
          </p:cNvSpPr>
          <p:nvPr>
            <p:ph type="dt" sz="half" idx="10"/>
          </p:nvPr>
        </p:nvSpPr>
        <p:spPr/>
        <p:txBody>
          <a:bodyPr/>
          <a:lstStyle/>
          <a:p>
            <a:fld id="{4A86F9DE-2336-4E9D-9FAC-6231363E981F}" type="datetimeFigureOut">
              <a:rPr lang="es-MX" smtClean="0"/>
              <a:t>03/05/2025</a:t>
            </a:fld>
            <a:endParaRPr lang="es-MX"/>
          </a:p>
        </p:txBody>
      </p:sp>
      <p:sp>
        <p:nvSpPr>
          <p:cNvPr id="5" name="Marcador de pie de página 4">
            <a:extLst>
              <a:ext uri="{FF2B5EF4-FFF2-40B4-BE49-F238E27FC236}">
                <a16:creationId xmlns:a16="http://schemas.microsoft.com/office/drawing/2014/main" id="{AF26A4DC-7553-1EDF-0742-286D3DA3053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DE727FE-9677-88A3-1F4B-1F32E72C2E66}"/>
              </a:ext>
            </a:extLst>
          </p:cNvPr>
          <p:cNvSpPr>
            <a:spLocks noGrp="1"/>
          </p:cNvSpPr>
          <p:nvPr>
            <p:ph type="sldNum" sz="quarter" idx="12"/>
          </p:nvPr>
        </p:nvSpPr>
        <p:spPr/>
        <p:txBody>
          <a:bodyPr/>
          <a:lstStyle/>
          <a:p>
            <a:fld id="{DDD1E8CB-D9AE-4418-B5D1-F69E4AAB5A9B}" type="slidenum">
              <a:rPr lang="es-MX" smtClean="0"/>
              <a:t>‹Nº›</a:t>
            </a:fld>
            <a:endParaRPr lang="es-MX"/>
          </a:p>
        </p:txBody>
      </p:sp>
    </p:spTree>
    <p:extLst>
      <p:ext uri="{BB962C8B-B14F-4D97-AF65-F5344CB8AC3E}">
        <p14:creationId xmlns:p14="http://schemas.microsoft.com/office/powerpoint/2010/main" val="1574254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C204A1F-DB8B-7A77-07F6-B9555FE7127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1D72174-6F9B-44EE-B8F5-BA7ECB08D53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1C531DB-DAF2-9EE6-AE51-023F42CE9255}"/>
              </a:ext>
            </a:extLst>
          </p:cNvPr>
          <p:cNvSpPr>
            <a:spLocks noGrp="1"/>
          </p:cNvSpPr>
          <p:nvPr>
            <p:ph type="dt" sz="half" idx="10"/>
          </p:nvPr>
        </p:nvSpPr>
        <p:spPr/>
        <p:txBody>
          <a:bodyPr/>
          <a:lstStyle/>
          <a:p>
            <a:fld id="{4A86F9DE-2336-4E9D-9FAC-6231363E981F}" type="datetimeFigureOut">
              <a:rPr lang="es-MX" smtClean="0"/>
              <a:t>03/05/2025</a:t>
            </a:fld>
            <a:endParaRPr lang="es-MX"/>
          </a:p>
        </p:txBody>
      </p:sp>
      <p:sp>
        <p:nvSpPr>
          <p:cNvPr id="5" name="Marcador de pie de página 4">
            <a:extLst>
              <a:ext uri="{FF2B5EF4-FFF2-40B4-BE49-F238E27FC236}">
                <a16:creationId xmlns:a16="http://schemas.microsoft.com/office/drawing/2014/main" id="{54304B8B-0388-5867-0432-177CE321EBF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A85D2C6-94FA-D17A-AB38-62F1DDA83FC4}"/>
              </a:ext>
            </a:extLst>
          </p:cNvPr>
          <p:cNvSpPr>
            <a:spLocks noGrp="1"/>
          </p:cNvSpPr>
          <p:nvPr>
            <p:ph type="sldNum" sz="quarter" idx="12"/>
          </p:nvPr>
        </p:nvSpPr>
        <p:spPr/>
        <p:txBody>
          <a:bodyPr/>
          <a:lstStyle/>
          <a:p>
            <a:fld id="{DDD1E8CB-D9AE-4418-B5D1-F69E4AAB5A9B}" type="slidenum">
              <a:rPr lang="es-MX" smtClean="0"/>
              <a:t>‹Nº›</a:t>
            </a:fld>
            <a:endParaRPr lang="es-MX"/>
          </a:p>
        </p:txBody>
      </p:sp>
    </p:spTree>
    <p:extLst>
      <p:ext uri="{BB962C8B-B14F-4D97-AF65-F5344CB8AC3E}">
        <p14:creationId xmlns:p14="http://schemas.microsoft.com/office/powerpoint/2010/main" val="1516489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B1DA2D6-229B-6EAE-8D2E-4BAD858635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2E2186E-E79E-2524-0E88-851B88A331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C5F4157-229F-82E7-5C48-84B0159F3E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86F9DE-2336-4E9D-9FAC-6231363E981F}" type="datetimeFigureOut">
              <a:rPr lang="es-MX" smtClean="0"/>
              <a:t>03/05/2025</a:t>
            </a:fld>
            <a:endParaRPr lang="es-MX"/>
          </a:p>
        </p:txBody>
      </p:sp>
      <p:sp>
        <p:nvSpPr>
          <p:cNvPr id="5" name="Marcador de pie de página 4">
            <a:extLst>
              <a:ext uri="{FF2B5EF4-FFF2-40B4-BE49-F238E27FC236}">
                <a16:creationId xmlns:a16="http://schemas.microsoft.com/office/drawing/2014/main" id="{D64AB46D-D8B0-9B7C-6A8C-FFC2329FD2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86898FC7-F650-8626-8BC8-BAEE0474A3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D1E8CB-D9AE-4418-B5D1-F69E4AAB5A9B}" type="slidenum">
              <a:rPr lang="es-MX" smtClean="0"/>
              <a:t>‹Nº›</a:t>
            </a:fld>
            <a:endParaRPr lang="es-MX"/>
          </a:p>
        </p:txBody>
      </p:sp>
    </p:spTree>
    <p:extLst>
      <p:ext uri="{BB962C8B-B14F-4D97-AF65-F5344CB8AC3E}">
        <p14:creationId xmlns:p14="http://schemas.microsoft.com/office/powerpoint/2010/main" val="53031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0E7"/>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FB33DC6A-1F1C-4A06-834E-CFF88F1C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7" name="Freeform: Shape 2056">
            <a:extLst>
              <a:ext uri="{FF2B5EF4-FFF2-40B4-BE49-F238E27FC236}">
                <a16:creationId xmlns:a16="http://schemas.microsoft.com/office/drawing/2014/main" id="{0FE1D5CF-87B8-4A8A-AD3C-01D06A607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08641" cy="6858000"/>
          </a:xfrm>
          <a:custGeom>
            <a:avLst/>
            <a:gdLst>
              <a:gd name="connsiteX0" fmla="*/ 0 w 6208641"/>
              <a:gd name="connsiteY0" fmla="*/ 0 h 6858000"/>
              <a:gd name="connsiteX1" fmla="*/ 5464181 w 6208641"/>
              <a:gd name="connsiteY1" fmla="*/ 0 h 6858000"/>
              <a:gd name="connsiteX2" fmla="*/ 5538086 w 6208641"/>
              <a:gd name="connsiteY2" fmla="*/ 159684 h 6858000"/>
              <a:gd name="connsiteX3" fmla="*/ 6208641 w 6208641"/>
              <a:gd name="connsiteY3" fmla="*/ 3706589 h 6858000"/>
              <a:gd name="connsiteX4" fmla="*/ 5734754 w 6208641"/>
              <a:gd name="connsiteY4" fmla="*/ 6730443 h 6858000"/>
              <a:gd name="connsiteX5" fmla="*/ 5689361 w 6208641"/>
              <a:gd name="connsiteY5" fmla="*/ 6858000 h 6858000"/>
              <a:gd name="connsiteX6" fmla="*/ 0 w 620864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8641" h="6858000">
                <a:moveTo>
                  <a:pt x="0" y="0"/>
                </a:moveTo>
                <a:lnTo>
                  <a:pt x="5464181" y="0"/>
                </a:lnTo>
                <a:lnTo>
                  <a:pt x="5538086" y="159684"/>
                </a:lnTo>
                <a:cubicBezTo>
                  <a:pt x="5961440" y="1172168"/>
                  <a:pt x="6208641" y="2392735"/>
                  <a:pt x="6208641" y="3706589"/>
                </a:cubicBezTo>
                <a:cubicBezTo>
                  <a:pt x="6208641" y="4801467"/>
                  <a:pt x="6036974" y="5831563"/>
                  <a:pt x="5734754" y="6730443"/>
                </a:cubicBezTo>
                <a:lnTo>
                  <a:pt x="568936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59" name="Freeform: Shape 2058">
            <a:extLst>
              <a:ext uri="{FF2B5EF4-FFF2-40B4-BE49-F238E27FC236}">
                <a16:creationId xmlns:a16="http://schemas.microsoft.com/office/drawing/2014/main" id="{60926200-45C2-41E9-839F-31CD5FE4C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03325" cy="6858000"/>
          </a:xfrm>
          <a:custGeom>
            <a:avLst/>
            <a:gdLst>
              <a:gd name="connsiteX0" fmla="*/ 0 w 6203325"/>
              <a:gd name="connsiteY0" fmla="*/ 0 h 6858000"/>
              <a:gd name="connsiteX1" fmla="*/ 5458865 w 6203325"/>
              <a:gd name="connsiteY1" fmla="*/ 0 h 6858000"/>
              <a:gd name="connsiteX2" fmla="*/ 5532770 w 6203325"/>
              <a:gd name="connsiteY2" fmla="*/ 159684 h 6858000"/>
              <a:gd name="connsiteX3" fmla="*/ 6203325 w 6203325"/>
              <a:gd name="connsiteY3" fmla="*/ 3706589 h 6858000"/>
              <a:gd name="connsiteX4" fmla="*/ 5729438 w 6203325"/>
              <a:gd name="connsiteY4" fmla="*/ 6730443 h 6858000"/>
              <a:gd name="connsiteX5" fmla="*/ 5684045 w 6203325"/>
              <a:gd name="connsiteY5" fmla="*/ 6858000 h 6858000"/>
              <a:gd name="connsiteX6" fmla="*/ 0 w 62033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3325" h="6858000">
                <a:moveTo>
                  <a:pt x="0" y="0"/>
                </a:moveTo>
                <a:lnTo>
                  <a:pt x="5458865" y="0"/>
                </a:lnTo>
                <a:lnTo>
                  <a:pt x="5532770" y="159684"/>
                </a:lnTo>
                <a:cubicBezTo>
                  <a:pt x="5956124" y="1172168"/>
                  <a:pt x="6203325" y="2392735"/>
                  <a:pt x="6203325" y="3706589"/>
                </a:cubicBezTo>
                <a:cubicBezTo>
                  <a:pt x="6203325" y="4801467"/>
                  <a:pt x="6031658" y="5831563"/>
                  <a:pt x="5729438" y="6730443"/>
                </a:cubicBezTo>
                <a:lnTo>
                  <a:pt x="568404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D5634E6-E8EB-A8D3-69B4-4EC0D33D26C3}"/>
              </a:ext>
            </a:extLst>
          </p:cNvPr>
          <p:cNvSpPr>
            <a:spLocks noGrp="1"/>
          </p:cNvSpPr>
          <p:nvPr>
            <p:ph type="ctrTitle"/>
          </p:nvPr>
        </p:nvSpPr>
        <p:spPr>
          <a:xfrm>
            <a:off x="489098" y="1106034"/>
            <a:ext cx="5019074" cy="3204134"/>
          </a:xfrm>
        </p:spPr>
        <p:txBody>
          <a:bodyPr anchor="b">
            <a:normAutofit/>
          </a:bodyPr>
          <a:lstStyle/>
          <a:p>
            <a:pPr algn="l"/>
            <a:r>
              <a:rPr lang="es-ES" sz="5400" b="1" dirty="0">
                <a:solidFill>
                  <a:srgbClr val="2D6B6D"/>
                </a:solidFill>
                <a:latin typeface="Helvetica" panose="020B0604020202020204" pitchFamily="34" charset="0"/>
                <a:cs typeface="Helvetica" panose="020B0604020202020204" pitchFamily="34" charset="0"/>
              </a:rPr>
              <a:t>Creación de un Árbol de Decisión </a:t>
            </a:r>
            <a:br>
              <a:rPr lang="es-ES" sz="5400" dirty="0">
                <a:solidFill>
                  <a:srgbClr val="2D6B6D"/>
                </a:solidFill>
                <a:latin typeface="Helvetica" panose="020B0604020202020204" pitchFamily="34" charset="0"/>
                <a:cs typeface="Helvetica" panose="020B0604020202020204" pitchFamily="34" charset="0"/>
              </a:rPr>
            </a:br>
            <a:r>
              <a:rPr lang="es-ES" sz="5400" dirty="0">
                <a:solidFill>
                  <a:srgbClr val="2D6B6D"/>
                </a:solidFill>
                <a:latin typeface="Helvetica" panose="020B0604020202020204" pitchFamily="34" charset="0"/>
                <a:cs typeface="Helvetica" panose="020B0604020202020204" pitchFamily="34" charset="0"/>
              </a:rPr>
              <a:t>con </a:t>
            </a:r>
            <a:r>
              <a:rPr lang="es-ES" sz="5400" dirty="0" err="1">
                <a:solidFill>
                  <a:srgbClr val="2D6B6D"/>
                </a:solidFill>
                <a:latin typeface="Helvetica" panose="020B0604020202020204" pitchFamily="34" charset="0"/>
                <a:cs typeface="Helvetica" panose="020B0604020202020204" pitchFamily="34" charset="0"/>
              </a:rPr>
              <a:t>RapidMiner</a:t>
            </a:r>
            <a:endParaRPr lang="es-MX" sz="5400" dirty="0">
              <a:solidFill>
                <a:srgbClr val="2D6B6D"/>
              </a:solidFill>
              <a:latin typeface="Helvetica" panose="020B0604020202020204" pitchFamily="34" charset="0"/>
              <a:cs typeface="Helvetica" panose="020B0604020202020204" pitchFamily="34" charset="0"/>
            </a:endParaRPr>
          </a:p>
        </p:txBody>
      </p:sp>
      <p:sp>
        <p:nvSpPr>
          <p:cNvPr id="2061" name="Rectangle 206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Imagen 4" descr="Gráfico, Diagrama&#10;&#10;El contenido generado por IA puede ser incorrecto.">
            <a:extLst>
              <a:ext uri="{FF2B5EF4-FFF2-40B4-BE49-F238E27FC236}">
                <a16:creationId xmlns:a16="http://schemas.microsoft.com/office/drawing/2014/main" id="{8CA36AAD-EB09-E9EB-E7F2-34F664D7D4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5447" y="625683"/>
            <a:ext cx="2926079" cy="2743200"/>
          </a:xfrm>
          <a:prstGeom prst="rect">
            <a:avLst/>
          </a:prstGeom>
        </p:spPr>
      </p:pic>
      <p:sp>
        <p:nvSpPr>
          <p:cNvPr id="2063" name="Rectangle 206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098" y="4546920"/>
            <a:ext cx="501907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50" name="Picture 2" descr="RapidMiner Studio logo | CompareCamp.com">
            <a:extLst>
              <a:ext uri="{FF2B5EF4-FFF2-40B4-BE49-F238E27FC236}">
                <a16:creationId xmlns:a16="http://schemas.microsoft.com/office/drawing/2014/main" id="{F351307F-C7EF-D92B-6421-4C494940EE7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94071" y="3956598"/>
            <a:ext cx="4708833" cy="1930621"/>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D0E6B74C-3366-D7A4-49CA-421ED312C758}"/>
              </a:ext>
            </a:extLst>
          </p:cNvPr>
          <p:cNvSpPr txBox="1"/>
          <p:nvPr/>
        </p:nvSpPr>
        <p:spPr>
          <a:xfrm>
            <a:off x="489096" y="4644214"/>
            <a:ext cx="3191256" cy="646331"/>
          </a:xfrm>
          <a:prstGeom prst="rect">
            <a:avLst/>
          </a:prstGeom>
          <a:noFill/>
        </p:spPr>
        <p:txBody>
          <a:bodyPr wrap="square" rtlCol="0">
            <a:spAutoFit/>
          </a:bodyPr>
          <a:lstStyle/>
          <a:p>
            <a:r>
              <a:rPr lang="es-ES" dirty="0"/>
              <a:t>Nombre: Olmos Xochihua Marco Antonio</a:t>
            </a:r>
            <a:endParaRPr lang="es-MX" dirty="0"/>
          </a:p>
        </p:txBody>
      </p:sp>
    </p:spTree>
    <p:extLst>
      <p:ext uri="{BB962C8B-B14F-4D97-AF65-F5344CB8AC3E}">
        <p14:creationId xmlns:p14="http://schemas.microsoft.com/office/powerpoint/2010/main" val="4165233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CD74DCB-2B6D-2721-E853-D1D28BE6CD62}"/>
              </a:ext>
            </a:extLst>
          </p:cNvPr>
          <p:cNvSpPr>
            <a:spLocks noGrp="1"/>
          </p:cNvSpPr>
          <p:nvPr>
            <p:ph type="title"/>
          </p:nvPr>
        </p:nvSpPr>
        <p:spPr>
          <a:xfrm>
            <a:off x="838200" y="365125"/>
            <a:ext cx="10515600" cy="1325563"/>
          </a:xfrm>
        </p:spPr>
        <p:txBody>
          <a:bodyPr>
            <a:normAutofit/>
          </a:bodyPr>
          <a:lstStyle/>
          <a:p>
            <a:r>
              <a:rPr lang="es-ES" sz="5400"/>
              <a:t>INTRODUCCION</a:t>
            </a:r>
            <a:endParaRPr lang="es-MX" sz="5400"/>
          </a:p>
        </p:txBody>
      </p:sp>
      <p:sp>
        <p:nvSpPr>
          <p:cNvPr id="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9CF907E-6C59-A1C1-20AF-8EAE68EA0DE7}"/>
              </a:ext>
            </a:extLst>
          </p:cNvPr>
          <p:cNvSpPr>
            <a:spLocks noGrp="1"/>
          </p:cNvSpPr>
          <p:nvPr>
            <p:ph idx="1"/>
          </p:nvPr>
        </p:nvSpPr>
        <p:spPr>
          <a:xfrm>
            <a:off x="838200" y="1929384"/>
            <a:ext cx="10515600" cy="4251960"/>
          </a:xfrm>
        </p:spPr>
        <p:txBody>
          <a:bodyPr>
            <a:normAutofit/>
          </a:bodyPr>
          <a:lstStyle/>
          <a:p>
            <a:pPr marL="0" indent="0">
              <a:buNone/>
            </a:pPr>
            <a:r>
              <a:rPr lang="es-ES" sz="2200">
                <a:latin typeface="Arial" panose="020B0604020202020204" pitchFamily="34" charset="0"/>
                <a:cs typeface="Arial" panose="020B0604020202020204" pitchFamily="34" charset="0"/>
              </a:rPr>
              <a:t>En este proyecto usamos </a:t>
            </a:r>
            <a:r>
              <a:rPr lang="es-ES" sz="2200" i="1">
                <a:latin typeface="Arial" panose="020B0604020202020204" pitchFamily="34" charset="0"/>
                <a:cs typeface="Arial" panose="020B0604020202020204" pitchFamily="34" charset="0"/>
              </a:rPr>
              <a:t>machine learning</a:t>
            </a:r>
            <a:r>
              <a:rPr lang="es-ES" sz="2200">
                <a:latin typeface="Arial" panose="020B0604020202020204" pitchFamily="34" charset="0"/>
                <a:cs typeface="Arial" panose="020B0604020202020204" pitchFamily="34" charset="0"/>
              </a:rPr>
              <a:t> para predecir si una persona es soltera, casada, divorciada o viuda, basándonos en datos como su edad, nivel económico, apariencia y tipo de vivienda. Con ayuda de RapidMiner, y apoyándonos en un árbol de decisión, en el cual buscamos descubrir patrones sencillos, pero útiles, que nos permitan clasificar el estado civil de forma automática y con bastante precisión.</a:t>
            </a:r>
          </a:p>
          <a:p>
            <a:pPr marL="0" indent="0">
              <a:buNone/>
            </a:pPr>
            <a:endParaRPr lang="es-ES" sz="2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9716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8E65840-459F-2098-D143-FBE66FC9120D}"/>
              </a:ext>
            </a:extLst>
          </p:cNvPr>
          <p:cNvPicPr>
            <a:picLocks noChangeAspect="1"/>
          </p:cNvPicPr>
          <p:nvPr/>
        </p:nvPicPr>
        <p:blipFill>
          <a:blip r:embed="rId2">
            <a:duotone>
              <a:schemeClr val="bg2">
                <a:shade val="45000"/>
                <a:satMod val="135000"/>
              </a:schemeClr>
              <a:prstClr val="white"/>
            </a:duotone>
          </a:blip>
          <a:srcRect t="3479" b="12251"/>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C87256E-EE27-7A07-81ED-43E9F4E098BD}"/>
              </a:ext>
            </a:extLst>
          </p:cNvPr>
          <p:cNvSpPr>
            <a:spLocks noGrp="1"/>
          </p:cNvSpPr>
          <p:nvPr>
            <p:ph type="title"/>
          </p:nvPr>
        </p:nvSpPr>
        <p:spPr>
          <a:xfrm>
            <a:off x="838200" y="365125"/>
            <a:ext cx="10515600" cy="1325563"/>
          </a:xfrm>
        </p:spPr>
        <p:txBody>
          <a:bodyPr>
            <a:normAutofit/>
          </a:bodyPr>
          <a:lstStyle/>
          <a:p>
            <a:r>
              <a:rPr lang="es-ES" dirty="0"/>
              <a:t>Objetivos</a:t>
            </a:r>
            <a:endParaRPr lang="es-MX" dirty="0"/>
          </a:p>
        </p:txBody>
      </p:sp>
      <p:graphicFrame>
        <p:nvGraphicFramePr>
          <p:cNvPr id="5" name="Marcador de contenido 2">
            <a:extLst>
              <a:ext uri="{FF2B5EF4-FFF2-40B4-BE49-F238E27FC236}">
                <a16:creationId xmlns:a16="http://schemas.microsoft.com/office/drawing/2014/main" id="{ABA8A24E-753A-F36B-4B9F-D261BB924FBB}"/>
              </a:ext>
            </a:extLst>
          </p:cNvPr>
          <p:cNvGraphicFramePr>
            <a:graphicFrameLocks noGrp="1"/>
          </p:cNvGraphicFramePr>
          <p:nvPr>
            <p:ph idx="1"/>
            <p:extLst>
              <p:ext uri="{D42A27DB-BD31-4B8C-83A1-F6EECF244321}">
                <p14:modId xmlns:p14="http://schemas.microsoft.com/office/powerpoint/2010/main" val="290282867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0627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0504EA8-BB2D-09A6-B1E6-9B90B0B8E033}"/>
              </a:ext>
            </a:extLst>
          </p:cNvPr>
          <p:cNvSpPr>
            <a:spLocks noGrp="1"/>
          </p:cNvSpPr>
          <p:nvPr>
            <p:ph type="title"/>
          </p:nvPr>
        </p:nvSpPr>
        <p:spPr>
          <a:xfrm>
            <a:off x="630936" y="640080"/>
            <a:ext cx="4818888" cy="1481328"/>
          </a:xfrm>
        </p:spPr>
        <p:txBody>
          <a:bodyPr anchor="b">
            <a:normAutofit/>
          </a:bodyPr>
          <a:lstStyle/>
          <a:p>
            <a:r>
              <a:rPr lang="es-MX" sz="5000"/>
              <a:t>Modelo de Machine Learning</a:t>
            </a:r>
          </a:p>
        </p:txBody>
      </p:sp>
      <p:sp>
        <p:nvSpPr>
          <p:cNvPr id="19"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21851F9-D1C0-BA9A-74E1-9EA875A22E0C}"/>
              </a:ext>
            </a:extLst>
          </p:cNvPr>
          <p:cNvSpPr>
            <a:spLocks noGrp="1"/>
          </p:cNvSpPr>
          <p:nvPr>
            <p:ph idx="1"/>
          </p:nvPr>
        </p:nvSpPr>
        <p:spPr>
          <a:xfrm>
            <a:off x="630936" y="2660904"/>
            <a:ext cx="4818888" cy="3547872"/>
          </a:xfrm>
        </p:spPr>
        <p:txBody>
          <a:bodyPr anchor="t">
            <a:normAutofit/>
          </a:bodyPr>
          <a:lstStyle/>
          <a:p>
            <a:pPr>
              <a:buNone/>
            </a:pPr>
            <a:r>
              <a:rPr lang="es-ES" sz="2000" dirty="0">
                <a:latin typeface="Arial" panose="020B0604020202020204" pitchFamily="34" charset="0"/>
                <a:cs typeface="Arial" panose="020B0604020202020204" pitchFamily="34" charset="0"/>
              </a:rPr>
              <a:t>El árbol de decisión generado en </a:t>
            </a:r>
            <a:r>
              <a:rPr lang="es-ES" sz="2000" dirty="0" err="1">
                <a:latin typeface="Arial" panose="020B0604020202020204" pitchFamily="34" charset="0"/>
                <a:cs typeface="Arial" panose="020B0604020202020204" pitchFamily="34" charset="0"/>
              </a:rPr>
              <a:t>RapidMiner</a:t>
            </a:r>
            <a:r>
              <a:rPr lang="es-ES" sz="2000" dirty="0">
                <a:latin typeface="Arial" panose="020B0604020202020204" pitchFamily="34" charset="0"/>
                <a:cs typeface="Arial" panose="020B0604020202020204" pitchFamily="34" charset="0"/>
              </a:rPr>
              <a:t> revela las siguientes reglas clave:</a:t>
            </a:r>
          </a:p>
          <a:p>
            <a:pPr>
              <a:buFont typeface="Arial" panose="020B0604020202020204" pitchFamily="34" charset="0"/>
              <a:buChar char="•"/>
            </a:pPr>
            <a:r>
              <a:rPr lang="es-ES" sz="2000" b="1" dirty="0">
                <a:latin typeface="Arial" panose="020B0604020202020204" pitchFamily="34" charset="0"/>
                <a:cs typeface="Arial" panose="020B0604020202020204" pitchFamily="34" charset="0"/>
              </a:rPr>
              <a:t>Si edad &gt; 53.5</a:t>
            </a:r>
            <a:r>
              <a:rPr lang="es-ES" sz="2000" dirty="0">
                <a:latin typeface="Arial" panose="020B0604020202020204" pitchFamily="34" charset="0"/>
                <a:cs typeface="Arial" panose="020B0604020202020204" pitchFamily="34" charset="0"/>
              </a:rPr>
              <a:t> → viudo.</a:t>
            </a:r>
          </a:p>
          <a:p>
            <a:pPr>
              <a:buFont typeface="Arial" panose="020B0604020202020204" pitchFamily="34" charset="0"/>
              <a:buChar char="•"/>
            </a:pPr>
            <a:r>
              <a:rPr lang="es-ES" sz="2000" b="1" dirty="0">
                <a:latin typeface="Arial" panose="020B0604020202020204" pitchFamily="34" charset="0"/>
                <a:cs typeface="Arial" panose="020B0604020202020204" pitchFamily="34" charset="0"/>
              </a:rPr>
              <a:t>Si edad &lt; 53.6</a:t>
            </a:r>
            <a:r>
              <a:rPr lang="es-ES" sz="2000"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ES" sz="2000" dirty="0">
                <a:latin typeface="Arial" panose="020B0604020202020204" pitchFamily="34" charset="0"/>
                <a:cs typeface="Arial" panose="020B0604020202020204" pitchFamily="34" charset="0"/>
              </a:rPr>
              <a:t>Si casa = 2 y edad &gt; 21.5 y edad </a:t>
            </a:r>
            <a:r>
              <a:rPr lang="es-ES" sz="2000">
                <a:latin typeface="Arial" panose="020B0604020202020204" pitchFamily="34" charset="0"/>
                <a:cs typeface="Arial" panose="020B0604020202020204" pitchFamily="34" charset="0"/>
              </a:rPr>
              <a:t>&gt; 56 </a:t>
            </a:r>
            <a:r>
              <a:rPr lang="es-ES" sz="2000" dirty="0">
                <a:latin typeface="Arial" panose="020B0604020202020204" pitchFamily="34" charset="0"/>
                <a:cs typeface="Arial" panose="020B0604020202020204" pitchFamily="34" charset="0"/>
              </a:rPr>
              <a:t>→ casado o divorciado.</a:t>
            </a:r>
          </a:p>
          <a:p>
            <a:pPr marL="742950" lvl="1" indent="-285750">
              <a:buFont typeface="Arial" panose="020B0604020202020204" pitchFamily="34" charset="0"/>
              <a:buChar char="•"/>
            </a:pPr>
            <a:r>
              <a:rPr lang="es-ES" sz="2000" dirty="0">
                <a:latin typeface="Arial" panose="020B0604020202020204" pitchFamily="34" charset="0"/>
                <a:cs typeface="Arial" panose="020B0604020202020204" pitchFamily="34" charset="0"/>
              </a:rPr>
              <a:t>Si edad &lt; 21.6:</a:t>
            </a:r>
          </a:p>
          <a:p>
            <a:pPr marL="1143000" lvl="2" indent="-228600">
              <a:buFont typeface="Arial" panose="020B0604020202020204" pitchFamily="34" charset="0"/>
              <a:buChar char="•"/>
            </a:pPr>
            <a:r>
              <a:rPr lang="es-ES" dirty="0">
                <a:latin typeface="Arial" panose="020B0604020202020204" pitchFamily="34" charset="0"/>
                <a:cs typeface="Arial" panose="020B0604020202020204" pitchFamily="34" charset="0"/>
              </a:rPr>
              <a:t>Si edad &lt; 14.5 → casado.</a:t>
            </a:r>
          </a:p>
          <a:p>
            <a:pPr marL="1143000" lvl="2" indent="-228600">
              <a:buFont typeface="Arial" panose="020B0604020202020204" pitchFamily="34" charset="0"/>
              <a:buChar char="•"/>
            </a:pPr>
            <a:r>
              <a:rPr lang="es-ES" dirty="0">
                <a:latin typeface="Arial" panose="020B0604020202020204" pitchFamily="34" charset="0"/>
                <a:cs typeface="Arial" panose="020B0604020202020204" pitchFamily="34" charset="0"/>
              </a:rPr>
              <a:t>Si edad &gt; 14.5 → soltero.</a:t>
            </a:r>
          </a:p>
          <a:p>
            <a:endParaRPr lang="es-MX" sz="2000" dirty="0"/>
          </a:p>
        </p:txBody>
      </p:sp>
      <p:pic>
        <p:nvPicPr>
          <p:cNvPr id="7" name="Imagen 6">
            <a:extLst>
              <a:ext uri="{FF2B5EF4-FFF2-40B4-BE49-F238E27FC236}">
                <a16:creationId xmlns:a16="http://schemas.microsoft.com/office/drawing/2014/main" id="{55F60AB2-D07D-63C4-B93B-16F009A51F77}"/>
              </a:ext>
            </a:extLst>
          </p:cNvPr>
          <p:cNvPicPr>
            <a:picLocks noChangeAspect="1"/>
          </p:cNvPicPr>
          <p:nvPr/>
        </p:nvPicPr>
        <p:blipFill>
          <a:blip r:embed="rId2"/>
          <a:stretch>
            <a:fillRect/>
          </a:stretch>
        </p:blipFill>
        <p:spPr>
          <a:xfrm>
            <a:off x="5420319" y="1419224"/>
            <a:ext cx="6618350" cy="4029075"/>
          </a:xfrm>
          <a:prstGeom prst="rect">
            <a:avLst/>
          </a:prstGeom>
        </p:spPr>
      </p:pic>
    </p:spTree>
    <p:extLst>
      <p:ext uri="{BB962C8B-B14F-4D97-AF65-F5344CB8AC3E}">
        <p14:creationId xmlns:p14="http://schemas.microsoft.com/office/powerpoint/2010/main" val="3614980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49572B4-34E7-7036-B6DB-D8B5CBC9346C}"/>
              </a:ext>
            </a:extLst>
          </p:cNvPr>
          <p:cNvSpPr>
            <a:spLocks noGrp="1"/>
          </p:cNvSpPr>
          <p:nvPr>
            <p:ph type="title"/>
          </p:nvPr>
        </p:nvSpPr>
        <p:spPr>
          <a:xfrm>
            <a:off x="841248" y="548640"/>
            <a:ext cx="3600860" cy="5431536"/>
          </a:xfrm>
        </p:spPr>
        <p:txBody>
          <a:bodyPr>
            <a:normAutofit/>
          </a:bodyPr>
          <a:lstStyle/>
          <a:p>
            <a:r>
              <a:rPr lang="es-ES" sz="4600"/>
              <a:t>Conclusiones</a:t>
            </a:r>
            <a:endParaRPr lang="es-MX" sz="4600"/>
          </a:p>
        </p:txBody>
      </p:sp>
      <p:sp>
        <p:nvSpPr>
          <p:cNvPr id="1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324F131-6FA5-6AD9-97AD-3D9524BA9396}"/>
              </a:ext>
            </a:extLst>
          </p:cNvPr>
          <p:cNvSpPr>
            <a:spLocks noGrp="1"/>
          </p:cNvSpPr>
          <p:nvPr>
            <p:ph idx="1"/>
          </p:nvPr>
        </p:nvSpPr>
        <p:spPr>
          <a:xfrm>
            <a:off x="5126418" y="552091"/>
            <a:ext cx="6224335" cy="5431536"/>
          </a:xfrm>
        </p:spPr>
        <p:txBody>
          <a:bodyPr anchor="ctr">
            <a:normAutofit/>
          </a:bodyPr>
          <a:lstStyle/>
          <a:p>
            <a:pPr marL="0" indent="0">
              <a:buNone/>
            </a:pPr>
            <a:r>
              <a:rPr lang="es-ES" sz="1700" dirty="0">
                <a:latin typeface="Arial" panose="020B0604020202020204" pitchFamily="34" charset="0"/>
                <a:cs typeface="Arial" panose="020B0604020202020204" pitchFamily="34" charset="0"/>
              </a:rPr>
              <a:t>Este proyecto nos permitió aplicar un modelo de machine </a:t>
            </a:r>
            <a:r>
              <a:rPr lang="es-ES" sz="1700" dirty="0" err="1">
                <a:latin typeface="Arial" panose="020B0604020202020204" pitchFamily="34" charset="0"/>
                <a:cs typeface="Arial" panose="020B0604020202020204" pitchFamily="34" charset="0"/>
              </a:rPr>
              <a:t>learning</a:t>
            </a:r>
            <a:r>
              <a:rPr lang="es-ES" sz="1700" dirty="0">
                <a:latin typeface="Arial" panose="020B0604020202020204" pitchFamily="34" charset="0"/>
                <a:cs typeface="Arial" panose="020B0604020202020204" pitchFamily="34" charset="0"/>
              </a:rPr>
              <a:t> de forma práctica y visual con </a:t>
            </a:r>
            <a:r>
              <a:rPr lang="es-ES" sz="1700" dirty="0" err="1">
                <a:latin typeface="Arial" panose="020B0604020202020204" pitchFamily="34" charset="0"/>
                <a:cs typeface="Arial" panose="020B0604020202020204" pitchFamily="34" charset="0"/>
              </a:rPr>
              <a:t>RapidMiner</a:t>
            </a:r>
            <a:r>
              <a:rPr lang="es-ES" sz="1700" dirty="0">
                <a:latin typeface="Arial" panose="020B0604020202020204" pitchFamily="34" charset="0"/>
                <a:cs typeface="Arial" panose="020B0604020202020204" pitchFamily="34" charset="0"/>
              </a:rPr>
              <a:t>. Vimos que con solo unos pocos atributos como: </a:t>
            </a:r>
            <a:r>
              <a:rPr lang="es-ES" sz="1700" b="1" dirty="0">
                <a:latin typeface="Arial" panose="020B0604020202020204" pitchFamily="34" charset="0"/>
                <a:cs typeface="Arial" panose="020B0604020202020204" pitchFamily="34" charset="0"/>
              </a:rPr>
              <a:t>edad, tipo de vivienda y nivel económico,</a:t>
            </a:r>
            <a:r>
              <a:rPr lang="es-ES" sz="1700" dirty="0">
                <a:latin typeface="Arial" panose="020B0604020202020204" pitchFamily="34" charset="0"/>
                <a:cs typeface="Arial" panose="020B0604020202020204" pitchFamily="34" charset="0"/>
              </a:rPr>
              <a:t> el modelo puede predecir el estado civil con reglas claras. Además, el árbol de decisión nos ayudó a entender qué variables tienen mayor peso, destacando especialmente la edad. Aunque los resultados fueron lógicos en su mayoría, también se detectaron posibles anomalías, lo que demuestra que siempre es importante revisar y depurar los datos antes de modelar.”</a:t>
            </a:r>
          </a:p>
          <a:p>
            <a:pPr marL="0" indent="0">
              <a:buNone/>
            </a:pPr>
            <a:endParaRPr lang="es-ES" sz="1700" dirty="0">
              <a:latin typeface="Arial" panose="020B0604020202020204" pitchFamily="34" charset="0"/>
              <a:cs typeface="Arial" panose="020B0604020202020204" pitchFamily="34" charset="0"/>
            </a:endParaRPr>
          </a:p>
          <a:p>
            <a:pPr marL="0" indent="0">
              <a:buNone/>
            </a:pPr>
            <a:r>
              <a:rPr lang="es-ES" sz="1700" b="1" dirty="0">
                <a:latin typeface="Arial" panose="020B0604020202020204" pitchFamily="34" charset="0"/>
                <a:cs typeface="Arial" panose="020B0604020202020204" pitchFamily="34" charset="0"/>
              </a:rPr>
              <a:t>¿Como podemos mejorar el modelo?</a:t>
            </a:r>
          </a:p>
          <a:p>
            <a:pPr marL="0" indent="0">
              <a:buNone/>
            </a:pPr>
            <a:r>
              <a:rPr lang="es-ES" sz="1700" dirty="0">
                <a:latin typeface="Arial" panose="020B0604020202020204" pitchFamily="34" charset="0"/>
                <a:cs typeface="Arial" panose="020B0604020202020204" pitchFamily="34" charset="0"/>
              </a:rPr>
              <a:t>Para poder mejorar este modelo se necesitaría agregar más variables como educación o empleo.</a:t>
            </a:r>
          </a:p>
          <a:p>
            <a:pPr marL="0" indent="0">
              <a:buNone/>
            </a:pPr>
            <a:endParaRPr lang="es-ES" sz="1700" dirty="0">
              <a:latin typeface="Arial" panose="020B0604020202020204" pitchFamily="34" charset="0"/>
              <a:cs typeface="Arial" panose="020B0604020202020204" pitchFamily="34" charset="0"/>
            </a:endParaRPr>
          </a:p>
          <a:p>
            <a:pPr marL="0" indent="0">
              <a:buNone/>
            </a:pPr>
            <a:r>
              <a:rPr lang="es-ES" sz="1700" b="1" dirty="0">
                <a:latin typeface="Arial" panose="020B0604020202020204" pitchFamily="34" charset="0"/>
                <a:cs typeface="Arial" panose="020B0604020202020204" pitchFamily="34" charset="0"/>
              </a:rPr>
              <a:t>Bibliografía</a:t>
            </a:r>
          </a:p>
          <a:p>
            <a:pPr marL="0" indent="0">
              <a:buNone/>
            </a:pPr>
            <a:r>
              <a:rPr lang="es-MX" sz="1700" b="0" i="0" dirty="0">
                <a:effectLst/>
                <a:latin typeface="Times New Roman" panose="02020603050405020304" pitchFamily="18" charset="0"/>
              </a:rPr>
              <a:t>https://docs.google.com/spreadsheets/d/1kAya7iKggajUdAglvOYbsQkbuXiVfocOMK6MHg4W78A/edit?usp=sharing</a:t>
            </a:r>
            <a:endParaRPr lang="es-ES" sz="1700" dirty="0">
              <a:latin typeface="Arial" panose="020B0604020202020204" pitchFamily="34" charset="0"/>
              <a:cs typeface="Arial" panose="020B0604020202020204" pitchFamily="34" charset="0"/>
            </a:endParaRPr>
          </a:p>
          <a:p>
            <a:endParaRPr lang="es-MX" sz="1700" dirty="0"/>
          </a:p>
        </p:txBody>
      </p:sp>
    </p:spTree>
    <p:extLst>
      <p:ext uri="{BB962C8B-B14F-4D97-AF65-F5344CB8AC3E}">
        <p14:creationId xmlns:p14="http://schemas.microsoft.com/office/powerpoint/2010/main" val="318653400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8D4DC7641D8794B92BEDA10B906FCEE" ma:contentTypeVersion="12" ma:contentTypeDescription="Create a new document." ma:contentTypeScope="" ma:versionID="efe452b75286362e0e9cf0105e9157ea">
  <xsd:schema xmlns:xsd="http://www.w3.org/2001/XMLSchema" xmlns:xs="http://www.w3.org/2001/XMLSchema" xmlns:p="http://schemas.microsoft.com/office/2006/metadata/properties" xmlns:ns2="bd5e94c7-bb0b-4a43-8744-382a7a85a4c2" xmlns:ns3="5a691c24-cfbf-4f75-9675-7e45d64b8490" targetNamespace="http://schemas.microsoft.com/office/2006/metadata/properties" ma:root="true" ma:fieldsID="578f7c32c5e235dd5b9311b3d8aa1abd" ns2:_="" ns3:_="">
    <xsd:import namespace="bd5e94c7-bb0b-4a43-8744-382a7a85a4c2"/>
    <xsd:import namespace="5a691c24-cfbf-4f75-9675-7e45d64b8490"/>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5e94c7-bb0b-4a43-8744-382a7a85a4c2"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8e62a75-54a1-41fc-987e-f5cd03e9227a"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a691c24-cfbf-4f75-9675-7e45d64b8490"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3b7000fa-e6bd-441e-8022-e98218b8d9d3}" ma:internalName="TaxCatchAll" ma:showField="CatchAllData" ma:web="5a691c24-cfbf-4f75-9675-7e45d64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bd5e94c7-bb0b-4a43-8744-382a7a85a4c2" xsi:nil="true"/>
    <TaxCatchAll xmlns="5a691c24-cfbf-4f75-9675-7e45d64b8490" xsi:nil="true"/>
    <lcf76f155ced4ddcb4097134ff3c332f xmlns="bd5e94c7-bb0b-4a43-8744-382a7a85a4c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2A41563-6214-48EF-94E1-E5F459740842}"/>
</file>

<file path=customXml/itemProps2.xml><?xml version="1.0" encoding="utf-8"?>
<ds:datastoreItem xmlns:ds="http://schemas.openxmlformats.org/officeDocument/2006/customXml" ds:itemID="{6EE88554-1199-48F7-8541-C89721DA63F2}"/>
</file>

<file path=customXml/itemProps3.xml><?xml version="1.0" encoding="utf-8"?>
<ds:datastoreItem xmlns:ds="http://schemas.openxmlformats.org/officeDocument/2006/customXml" ds:itemID="{F8FB274B-4CCD-4340-935C-24C96917F663}"/>
</file>

<file path=docProps/app.xml><?xml version="1.0" encoding="utf-8"?>
<Properties xmlns="http://schemas.openxmlformats.org/officeDocument/2006/extended-properties" xmlns:vt="http://schemas.openxmlformats.org/officeDocument/2006/docPropsVTypes">
  <TotalTime>94</TotalTime>
  <Words>370</Words>
  <Application>Microsoft Office PowerPoint</Application>
  <PresentationFormat>Panorámica</PresentationFormat>
  <Paragraphs>27</Paragraphs>
  <Slides>5</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vt:i4>
      </vt:variant>
    </vt:vector>
  </HeadingPairs>
  <TitlesOfParts>
    <vt:vector size="12" baseType="lpstr">
      <vt:lpstr>Aptos</vt:lpstr>
      <vt:lpstr>Aptos Display</vt:lpstr>
      <vt:lpstr>Arial</vt:lpstr>
      <vt:lpstr>Calibri</vt:lpstr>
      <vt:lpstr>Helvetica</vt:lpstr>
      <vt:lpstr>Times New Roman</vt:lpstr>
      <vt:lpstr>Tema de Office</vt:lpstr>
      <vt:lpstr>Creación de un Árbol de Decisión  con RapidMiner</vt:lpstr>
      <vt:lpstr>INTRODUCCION</vt:lpstr>
      <vt:lpstr>Objetivos</vt:lpstr>
      <vt:lpstr>Modelo de Machine Learning</vt:lpstr>
      <vt:lpstr>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Olmos Xochihua</dc:creator>
  <cp:lastModifiedBy>Olmos Xochihua</cp:lastModifiedBy>
  <cp:revision>4</cp:revision>
  <dcterms:created xsi:type="dcterms:W3CDTF">2025-05-03T04:23:50Z</dcterms:created>
  <dcterms:modified xsi:type="dcterms:W3CDTF">2025-05-03T07:03:25Z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0x010100B8D4DC7641D8794B92BEDA10B906FCEE</vt:lpwstr>
  </property>
</Properties>
</file>